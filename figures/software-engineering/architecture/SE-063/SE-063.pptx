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20d0cdce8e407c" /><Relationship Type="http://schemas.openxmlformats.org/officeDocument/2006/relationships/extended-properties" Target="/docProps/app.xml" Id="R611e6c9005dd4624" /><Relationship Type="http://schemas.openxmlformats.org/officeDocument/2006/relationships/officeDocument" Target="/ppt/presentation.xml" Id="R194283e42085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5be3d871f427d"/>
  </p:sldMasterIdLst>
  <p:notesMasterIdLst>
    <p:notesMasterId xmlns:r="http://schemas.openxmlformats.org/officeDocument/2006/relationships" r:id="Rd031cbf6aeed41f1"/>
  </p:notesMasterIdLst>
  <p:sldIdLst>
    <p:sldId xmlns:r="http://schemas.openxmlformats.org/officeDocument/2006/relationships" id="256" r:id="Re77d4cc4a74c4cab"/>
  </p:sldIdLst>
  <p:sldSz cx="14401800" cy="5286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63a22ed3d4c5c" /><Relationship Type="http://schemas.openxmlformats.org/officeDocument/2006/relationships/slideMaster" Target="/ppt/slideMasters/slideMaster1.xml" Id="Rd645be3d871f427d" /><Relationship Type="http://schemas.openxmlformats.org/officeDocument/2006/relationships/notesMaster" Target="/ppt/notesMasters/notesMaster1.xml" Id="Rd031cbf6aeed41f1" /><Relationship Type="http://schemas.openxmlformats.org/officeDocument/2006/relationships/presProps" Target="/ppt/presProps.xml" Id="R1ba4b02f045842f9" /><Relationship Type="http://schemas.openxmlformats.org/officeDocument/2006/relationships/tableStyles" Target="/ppt/tableStyles.xml" Id="R716fc2e2b91e4aa6" /><Relationship Type="http://schemas.openxmlformats.org/officeDocument/2006/relationships/slide" Target="/ppt/slides/slide1.xml" Id="Re77d4cc4a74c4c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5576c609a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2888a27da492e" /><Relationship Type="http://schemas.openxmlformats.org/officeDocument/2006/relationships/notesMaster" Target="/ppt/notesMasters/notesMaster1.xml" Id="R188e903f8e4149d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素材ID：SE-063</ns1:t>
            </ns1:r>
          </ns1:p>
          <ns1:p>
            <ns1:r>
              <ns1:t>论文：Code Search is All You Need? Improving Code Suggestions with Code Search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借鉴点：检索器将Header、Comment、Code context映射到不同搜索策略和数据库字段，Formulator堆叠相似代码与上下文，Generator区分行级和函数体级输出。</ns1:t>
            </ns1:r>
          </ns1:p>
          <ns1:p>
            <ns1:r>
              <ns1:t>论文URL：https://ginolzh.github.io/papers/ICSE2024_Code_Suggestion.pdf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9034f5498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b5ccf11654038" /><Relationship Type="http://schemas.openxmlformats.org/officeDocument/2006/relationships/slideLayout" Target="/ppt/slideLayouts/slideLayout1.xml" Id="Rac266c4d26094d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66c4d2609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c9915487f4317" /><Relationship Type="http://schemas.openxmlformats.org/officeDocument/2006/relationships/notesSlide" Target="/ppt/notesSlides/notesSlide1.xml" Id="R6e2294c344424f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211CA-B820-4598-B5BD-FCB19A56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401800" cy="5278116"/>
          </a:xfrm>
          <a:custGeom xmlns:a="http://schemas.openxmlformats.org/drawingml/2006/main">
            <a:pathLst>
              <a:path w="14401800" h="5278116">
                <a:moveTo>
                  <a:pt x="14401800" y="5278116"/>
                </a:moveTo>
                <a:lnTo>
                  <a:pt x="0" y="5278116"/>
                </a:lnTo>
                <a:lnTo>
                  <a:pt x="0" y="0"/>
                </a:lnTo>
                <a:lnTo>
                  <a:pt x="14401800" y="0"/>
                </a:lnTo>
                <a:lnTo>
                  <a:pt x="14401800" y="52781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6F03F-CFA5-4AF8-A12C-0916351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875" y="280886"/>
            <a:ext cx="3690517" cy="3204736"/>
          </a:xfrm>
          <a:custGeom xmlns:a="http://schemas.openxmlformats.org/drawingml/2006/main">
            <a:pathLst>
              <a:path w="3690517" h="3204736">
                <a:moveTo>
                  <a:pt x="0" y="37534"/>
                </a:moveTo>
                <a:cubicBezTo>
                  <a:pt x="0" y="16704"/>
                  <a:pt x="16704" y="0"/>
                  <a:pt x="37534" y="0"/>
                </a:cubicBezTo>
                <a:lnTo>
                  <a:pt x="3652983" y="0"/>
                </a:lnTo>
                <a:cubicBezTo>
                  <a:pt x="3673813" y="0"/>
                  <a:pt x="3690517" y="16704"/>
                  <a:pt x="3690517" y="37534"/>
                </a:cubicBezTo>
                <a:lnTo>
                  <a:pt x="3690517" y="3167202"/>
                </a:lnTo>
                <a:cubicBezTo>
                  <a:pt x="3690517" y="3188033"/>
                  <a:pt x="3673813" y="3204736"/>
                  <a:pt x="3652983" y="3204736"/>
                </a:cubicBezTo>
                <a:lnTo>
                  <a:pt x="37534" y="3204736"/>
                </a:lnTo>
                <a:cubicBezTo>
                  <a:pt x="16704" y="3204736"/>
                  <a:pt x="0" y="3188033"/>
                  <a:pt x="0" y="3167202"/>
                </a:cubicBezTo>
                <a:lnTo>
                  <a:pt x="0" y="3753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B6E67-4230-4351-9FD7-F2E71E57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875" y="280886"/>
            <a:ext cx="3690517" cy="3204736"/>
          </a:xfrm>
          <a:custGeom xmlns:a="http://schemas.openxmlformats.org/drawingml/2006/main">
            <a:pathLst>
              <a:path w="3690517" h="3204736" fill="none">
                <a:moveTo>
                  <a:pt x="0" y="37534"/>
                </a:moveTo>
                <a:cubicBezTo>
                  <a:pt x="0" y="16704"/>
                  <a:pt x="16704" y="0"/>
                  <a:pt x="37534" y="0"/>
                </a:cubicBezTo>
                <a:lnTo>
                  <a:pt x="3652983" y="0"/>
                </a:lnTo>
                <a:cubicBezTo>
                  <a:pt x="3673813" y="0"/>
                  <a:pt x="3690517" y="16704"/>
                  <a:pt x="3690517" y="37534"/>
                </a:cubicBezTo>
                <a:lnTo>
                  <a:pt x="3690517" y="3167202"/>
                </a:lnTo>
                <a:cubicBezTo>
                  <a:pt x="3690517" y="3188033"/>
                  <a:pt x="3673813" y="3204736"/>
                  <a:pt x="3652983" y="3204736"/>
                </a:cubicBezTo>
                <a:lnTo>
                  <a:pt x="37534" y="3204736"/>
                </a:lnTo>
                <a:cubicBezTo>
                  <a:pt x="16704" y="3204736"/>
                  <a:pt x="0" y="3188033"/>
                  <a:pt x="0" y="3167202"/>
                </a:cubicBezTo>
                <a:lnTo>
                  <a:pt x="0" y="37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D396E-D806-4B7D-A633-6000EE5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875" y="3702572"/>
            <a:ext cx="3690517" cy="853653"/>
          </a:xfrm>
          <a:custGeom xmlns:a="http://schemas.openxmlformats.org/drawingml/2006/main">
            <a:pathLst>
              <a:path w="3690517" h="853653">
                <a:moveTo>
                  <a:pt x="0" y="51683"/>
                </a:moveTo>
                <a:cubicBezTo>
                  <a:pt x="0" y="23189"/>
                  <a:pt x="23189" y="0"/>
                  <a:pt x="51683" y="0"/>
                </a:cubicBezTo>
                <a:lnTo>
                  <a:pt x="3638834" y="0"/>
                </a:lnTo>
                <a:cubicBezTo>
                  <a:pt x="3667328" y="0"/>
                  <a:pt x="3690517" y="23189"/>
                  <a:pt x="3690517" y="51683"/>
                </a:cubicBezTo>
                <a:lnTo>
                  <a:pt x="3690517" y="801970"/>
                </a:lnTo>
                <a:cubicBezTo>
                  <a:pt x="3690517" y="830464"/>
                  <a:pt x="3667328" y="853653"/>
                  <a:pt x="3638834" y="853653"/>
                </a:cubicBezTo>
                <a:lnTo>
                  <a:pt x="51683" y="853653"/>
                </a:lnTo>
                <a:cubicBezTo>
                  <a:pt x="23189" y="853653"/>
                  <a:pt x="0" y="830464"/>
                  <a:pt x="0" y="801970"/>
                </a:cubicBezTo>
                <a:lnTo>
                  <a:pt x="0" y="5168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14262-F812-4DDA-AB6E-0C3F7FD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875" y="3702572"/>
            <a:ext cx="3690517" cy="853653"/>
          </a:xfrm>
          <a:custGeom xmlns:a="http://schemas.openxmlformats.org/drawingml/2006/main">
            <a:pathLst>
              <a:path w="3690517" h="853653" fill="none">
                <a:moveTo>
                  <a:pt x="0" y="51683"/>
                </a:moveTo>
                <a:cubicBezTo>
                  <a:pt x="0" y="23189"/>
                  <a:pt x="23189" y="0"/>
                  <a:pt x="51683" y="0"/>
                </a:cubicBezTo>
                <a:lnTo>
                  <a:pt x="3638834" y="0"/>
                </a:lnTo>
                <a:cubicBezTo>
                  <a:pt x="3667328" y="0"/>
                  <a:pt x="3690517" y="23189"/>
                  <a:pt x="3690517" y="51683"/>
                </a:cubicBezTo>
                <a:lnTo>
                  <a:pt x="3690517" y="801970"/>
                </a:lnTo>
                <a:cubicBezTo>
                  <a:pt x="3690517" y="830464"/>
                  <a:pt x="3667328" y="853653"/>
                  <a:pt x="3638834" y="853653"/>
                </a:cubicBezTo>
                <a:lnTo>
                  <a:pt x="51683" y="853653"/>
                </a:lnTo>
                <a:cubicBezTo>
                  <a:pt x="23189" y="853653"/>
                  <a:pt x="0" y="830464"/>
                  <a:pt x="0" y="801970"/>
                </a:cubicBezTo>
                <a:lnTo>
                  <a:pt x="0" y="516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4A242-3DA3-4C65-A968-B46F9AC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366" y="290318"/>
            <a:ext cx="3044381" cy="1054096"/>
          </a:xfrm>
          <a:custGeom xmlns:a="http://schemas.openxmlformats.org/drawingml/2006/main">
            <a:pathLst>
              <a:path w="3044381" h="1054096">
                <a:moveTo>
                  <a:pt x="0" y="12380"/>
                </a:moveTo>
                <a:cubicBezTo>
                  <a:pt x="0" y="5502"/>
                  <a:pt x="5502" y="0"/>
                  <a:pt x="12380" y="0"/>
                </a:cubicBezTo>
                <a:lnTo>
                  <a:pt x="3032001" y="0"/>
                </a:lnTo>
                <a:cubicBezTo>
                  <a:pt x="3038879" y="0"/>
                  <a:pt x="3044381" y="5502"/>
                  <a:pt x="3044381" y="12380"/>
                </a:cubicBezTo>
                <a:lnTo>
                  <a:pt x="3044381" y="1041716"/>
                </a:lnTo>
                <a:cubicBezTo>
                  <a:pt x="3044381" y="1048594"/>
                  <a:pt x="3038879" y="1054096"/>
                  <a:pt x="3032001" y="1054096"/>
                </a:cubicBezTo>
                <a:lnTo>
                  <a:pt x="12380" y="1054096"/>
                </a:lnTo>
                <a:cubicBezTo>
                  <a:pt x="5502" y="1054096"/>
                  <a:pt x="0" y="1048594"/>
                  <a:pt x="0" y="1041716"/>
                </a:cubicBezTo>
                <a:lnTo>
                  <a:pt x="0" y="1238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FDB01-FE4A-4B15-921B-5BA6F85E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366" y="290318"/>
            <a:ext cx="3044381" cy="1054096"/>
          </a:xfrm>
          <a:custGeom xmlns:a="http://schemas.openxmlformats.org/drawingml/2006/main">
            <a:pathLst>
              <a:path w="3044381" h="1054096" fill="none">
                <a:moveTo>
                  <a:pt x="0" y="12380"/>
                </a:moveTo>
                <a:cubicBezTo>
                  <a:pt x="0" y="5502"/>
                  <a:pt x="5502" y="0"/>
                  <a:pt x="12380" y="0"/>
                </a:cubicBezTo>
                <a:lnTo>
                  <a:pt x="3032001" y="0"/>
                </a:lnTo>
                <a:cubicBezTo>
                  <a:pt x="3038879" y="0"/>
                  <a:pt x="3044381" y="5502"/>
                  <a:pt x="3044381" y="12380"/>
                </a:cubicBezTo>
                <a:lnTo>
                  <a:pt x="3044381" y="1041716"/>
                </a:lnTo>
                <a:cubicBezTo>
                  <a:pt x="3044381" y="1048594"/>
                  <a:pt x="3038879" y="1054096"/>
                  <a:pt x="3032001" y="1054096"/>
                </a:cubicBezTo>
                <a:lnTo>
                  <a:pt x="12380" y="1054096"/>
                </a:lnTo>
                <a:cubicBezTo>
                  <a:pt x="5502" y="1054096"/>
                  <a:pt x="0" y="1048594"/>
                  <a:pt x="0" y="1041716"/>
                </a:cubicBezTo>
                <a:lnTo>
                  <a:pt x="0" y="123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C7D57-67F7-4075-90FF-CF0ED02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446" y="290318"/>
            <a:ext cx="2674347" cy="4254116"/>
          </a:xfrm>
          <a:custGeom xmlns:a="http://schemas.openxmlformats.org/drawingml/2006/main">
            <a:pathLst>
              <a:path w="2674347" h="4254116">
                <a:moveTo>
                  <a:pt x="0" y="31246"/>
                </a:moveTo>
                <a:cubicBezTo>
                  <a:pt x="0" y="13952"/>
                  <a:pt x="13952" y="0"/>
                  <a:pt x="31246" y="0"/>
                </a:cubicBezTo>
                <a:lnTo>
                  <a:pt x="2643102" y="0"/>
                </a:lnTo>
                <a:cubicBezTo>
                  <a:pt x="2660395" y="0"/>
                  <a:pt x="2674347" y="13952"/>
                  <a:pt x="2674347" y="31246"/>
                </a:cubicBezTo>
                <a:lnTo>
                  <a:pt x="2674347" y="4222871"/>
                </a:lnTo>
                <a:cubicBezTo>
                  <a:pt x="2674347" y="4240164"/>
                  <a:pt x="2660395" y="4254116"/>
                  <a:pt x="2643102" y="4254116"/>
                </a:cubicBezTo>
                <a:lnTo>
                  <a:pt x="31246" y="4254116"/>
                </a:lnTo>
                <a:cubicBezTo>
                  <a:pt x="13952" y="4254116"/>
                  <a:pt x="0" y="4240164"/>
                  <a:pt x="0" y="4222871"/>
                </a:cubicBezTo>
                <a:lnTo>
                  <a:pt x="0" y="3124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27B66-BABE-4929-886A-289D7575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446" y="290318"/>
            <a:ext cx="2674347" cy="4254116"/>
          </a:xfrm>
          <a:custGeom xmlns:a="http://schemas.openxmlformats.org/drawingml/2006/main">
            <a:pathLst>
              <a:path w="2674347" h="4254116" fill="none">
                <a:moveTo>
                  <a:pt x="0" y="31246"/>
                </a:moveTo>
                <a:cubicBezTo>
                  <a:pt x="0" y="13952"/>
                  <a:pt x="13952" y="0"/>
                  <a:pt x="31246" y="0"/>
                </a:cubicBezTo>
                <a:lnTo>
                  <a:pt x="2643102" y="0"/>
                </a:lnTo>
                <a:cubicBezTo>
                  <a:pt x="2660395" y="0"/>
                  <a:pt x="2674347" y="13952"/>
                  <a:pt x="2674347" y="31246"/>
                </a:cubicBezTo>
                <a:lnTo>
                  <a:pt x="2674347" y="4222871"/>
                </a:lnTo>
                <a:cubicBezTo>
                  <a:pt x="2674347" y="4240164"/>
                  <a:pt x="2660395" y="4254116"/>
                  <a:pt x="2643102" y="4254116"/>
                </a:cubicBezTo>
                <a:lnTo>
                  <a:pt x="31246" y="4254116"/>
                </a:lnTo>
                <a:cubicBezTo>
                  <a:pt x="13952" y="4254116"/>
                  <a:pt x="0" y="4240164"/>
                  <a:pt x="0" y="4222871"/>
                </a:cubicBezTo>
                <a:lnTo>
                  <a:pt x="0" y="312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C91AC-F33D-4D8C-BFF9-9FF2C037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3314" y="4099037"/>
            <a:ext cx="74864" cy="74950"/>
          </a:xfrm>
          <a:custGeom xmlns:a="http://schemas.openxmlformats.org/drawingml/2006/main">
            <a:pathLst>
              <a:path w="74864" h="74950">
                <a:moveTo>
                  <a:pt x="74864" y="37475"/>
                </a:moveTo>
                <a:cubicBezTo>
                  <a:pt x="74864" y="58175"/>
                  <a:pt x="58108" y="74950"/>
                  <a:pt x="37432" y="74950"/>
                </a:cubicBezTo>
                <a:cubicBezTo>
                  <a:pt x="16761" y="74950"/>
                  <a:pt x="0" y="58175"/>
                  <a:pt x="0" y="37475"/>
                </a:cubicBezTo>
                <a:cubicBezTo>
                  <a:pt x="0" y="16781"/>
                  <a:pt x="16761" y="0"/>
                  <a:pt x="37432" y="0"/>
                </a:cubicBezTo>
                <a:cubicBezTo>
                  <a:pt x="58108" y="0"/>
                  <a:pt x="74864" y="16781"/>
                  <a:pt x="74864" y="37475"/>
                </a:cubicBez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65F10-9998-4208-8538-5F5549AF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419" y="3886704"/>
            <a:ext cx="470408" cy="499644"/>
          </a:xfrm>
          <a:custGeom xmlns:a="http://schemas.openxmlformats.org/drawingml/2006/main">
            <a:pathLst>
              <a:path w="470408" h="499644">
                <a:moveTo>
                  <a:pt x="452940" y="124892"/>
                </a:moveTo>
                <a:cubicBezTo>
                  <a:pt x="442323" y="106779"/>
                  <a:pt x="418616" y="98034"/>
                  <a:pt x="386175" y="98034"/>
                </a:cubicBezTo>
                <a:cubicBezTo>
                  <a:pt x="365588" y="98034"/>
                  <a:pt x="341880" y="101782"/>
                  <a:pt x="315678" y="108652"/>
                </a:cubicBezTo>
                <a:cubicBezTo>
                  <a:pt x="297586" y="43071"/>
                  <a:pt x="267640" y="0"/>
                  <a:pt x="233327" y="0"/>
                </a:cubicBezTo>
                <a:cubicBezTo>
                  <a:pt x="199638" y="0"/>
                  <a:pt x="169069" y="42446"/>
                  <a:pt x="151600" y="107403"/>
                </a:cubicBezTo>
                <a:cubicBezTo>
                  <a:pt x="126646" y="101157"/>
                  <a:pt x="104186" y="97409"/>
                  <a:pt x="84222" y="97409"/>
                </a:cubicBezTo>
                <a:cubicBezTo>
                  <a:pt x="51781" y="97409"/>
                  <a:pt x="28074" y="106154"/>
                  <a:pt x="17468" y="124267"/>
                </a:cubicBezTo>
                <a:cubicBezTo>
                  <a:pt x="0" y="154247"/>
                  <a:pt x="23083" y="202340"/>
                  <a:pt x="71121" y="251058"/>
                </a:cubicBezTo>
                <a:cubicBezTo>
                  <a:pt x="24955" y="298526"/>
                  <a:pt x="3743" y="344746"/>
                  <a:pt x="20588" y="374101"/>
                </a:cubicBezTo>
                <a:cubicBezTo>
                  <a:pt x="31193" y="392214"/>
                  <a:pt x="54901" y="400958"/>
                  <a:pt x="87342" y="400958"/>
                </a:cubicBezTo>
                <a:cubicBezTo>
                  <a:pt x="106058" y="400959"/>
                  <a:pt x="127893" y="397836"/>
                  <a:pt x="151600" y="392214"/>
                </a:cubicBezTo>
                <a:cubicBezTo>
                  <a:pt x="169692" y="457171"/>
                  <a:pt x="199638" y="499644"/>
                  <a:pt x="233327" y="499644"/>
                </a:cubicBezTo>
                <a:cubicBezTo>
                  <a:pt x="267016" y="499644"/>
                  <a:pt x="297586" y="457171"/>
                  <a:pt x="315054" y="392214"/>
                </a:cubicBezTo>
                <a:cubicBezTo>
                  <a:pt x="340009" y="398460"/>
                  <a:pt x="362468" y="402208"/>
                  <a:pt x="382432" y="402208"/>
                </a:cubicBezTo>
                <a:cubicBezTo>
                  <a:pt x="414873" y="402208"/>
                  <a:pt x="438580" y="393464"/>
                  <a:pt x="449186" y="375351"/>
                </a:cubicBezTo>
                <a:cubicBezTo>
                  <a:pt x="466041" y="345995"/>
                  <a:pt x="444819" y="299776"/>
                  <a:pt x="398653" y="252307"/>
                </a:cubicBezTo>
                <a:cubicBezTo>
                  <a:pt x="447938" y="202965"/>
                  <a:pt x="470408" y="154872"/>
                  <a:pt x="452940" y="124892"/>
                </a:cubicBezTo>
                <a:close/>
                <a:moveTo>
                  <a:pt x="386175" y="123018"/>
                </a:moveTo>
                <a:cubicBezTo>
                  <a:pt x="409258" y="123018"/>
                  <a:pt x="426103" y="128639"/>
                  <a:pt x="431094" y="137383"/>
                </a:cubicBezTo>
                <a:cubicBezTo>
                  <a:pt x="440452" y="153622"/>
                  <a:pt x="423607" y="191722"/>
                  <a:pt x="381184" y="234194"/>
                </a:cubicBezTo>
                <a:cubicBezTo>
                  <a:pt x="366211" y="220453"/>
                  <a:pt x="349367" y="206712"/>
                  <a:pt x="330651" y="193596"/>
                </a:cubicBezTo>
                <a:cubicBezTo>
                  <a:pt x="328779" y="172360"/>
                  <a:pt x="325660" y="151749"/>
                  <a:pt x="321293" y="132386"/>
                </a:cubicBezTo>
                <a:cubicBezTo>
                  <a:pt x="345000" y="126141"/>
                  <a:pt x="367459" y="123018"/>
                  <a:pt x="386175" y="123018"/>
                </a:cubicBezTo>
                <a:close/>
                <a:moveTo>
                  <a:pt x="274503" y="314766"/>
                </a:moveTo>
                <a:cubicBezTo>
                  <a:pt x="261401" y="322261"/>
                  <a:pt x="248300" y="329131"/>
                  <a:pt x="235199" y="335377"/>
                </a:cubicBezTo>
                <a:cubicBezTo>
                  <a:pt x="222098" y="329131"/>
                  <a:pt x="208996" y="322261"/>
                  <a:pt x="195895" y="314766"/>
                </a:cubicBezTo>
                <a:cubicBezTo>
                  <a:pt x="183418" y="307271"/>
                  <a:pt x="170940" y="299776"/>
                  <a:pt x="159711" y="292280"/>
                </a:cubicBezTo>
                <a:cubicBezTo>
                  <a:pt x="158463" y="278540"/>
                  <a:pt x="158463" y="264799"/>
                  <a:pt x="158463" y="249809"/>
                </a:cubicBezTo>
                <a:cubicBezTo>
                  <a:pt x="158463" y="236068"/>
                  <a:pt x="159087" y="222951"/>
                  <a:pt x="159711" y="209835"/>
                </a:cubicBezTo>
                <a:cubicBezTo>
                  <a:pt x="172188" y="201091"/>
                  <a:pt x="185289" y="192971"/>
                  <a:pt x="199638" y="184852"/>
                </a:cubicBezTo>
                <a:cubicBezTo>
                  <a:pt x="211492" y="177981"/>
                  <a:pt x="223345" y="171735"/>
                  <a:pt x="235199" y="166114"/>
                </a:cubicBezTo>
                <a:cubicBezTo>
                  <a:pt x="247052" y="171735"/>
                  <a:pt x="258906" y="177981"/>
                  <a:pt x="270759" y="184852"/>
                </a:cubicBezTo>
                <a:cubicBezTo>
                  <a:pt x="283237" y="192347"/>
                  <a:pt x="295714" y="199842"/>
                  <a:pt x="306944" y="207337"/>
                </a:cubicBezTo>
                <a:cubicBezTo>
                  <a:pt x="308192" y="221078"/>
                  <a:pt x="308192" y="234819"/>
                  <a:pt x="308192" y="249809"/>
                </a:cubicBezTo>
                <a:cubicBezTo>
                  <a:pt x="308192" y="265423"/>
                  <a:pt x="307568" y="280413"/>
                  <a:pt x="306320" y="294779"/>
                </a:cubicBezTo>
                <a:cubicBezTo>
                  <a:pt x="296338" y="301649"/>
                  <a:pt x="285732" y="307895"/>
                  <a:pt x="274503" y="314766"/>
                </a:cubicBezTo>
                <a:close/>
                <a:moveTo>
                  <a:pt x="303201" y="326633"/>
                </a:moveTo>
                <a:cubicBezTo>
                  <a:pt x="301329" y="338500"/>
                  <a:pt x="299457" y="350367"/>
                  <a:pt x="297586" y="360985"/>
                </a:cubicBezTo>
                <a:cubicBezTo>
                  <a:pt x="286980" y="357238"/>
                  <a:pt x="275750" y="353490"/>
                  <a:pt x="264521" y="348493"/>
                </a:cubicBezTo>
                <a:cubicBezTo>
                  <a:pt x="272007" y="344746"/>
                  <a:pt x="279494" y="340374"/>
                  <a:pt x="286980" y="336002"/>
                </a:cubicBezTo>
                <a:cubicBezTo>
                  <a:pt x="292595" y="332879"/>
                  <a:pt x="298210" y="329756"/>
                  <a:pt x="303201" y="326633"/>
                </a:cubicBezTo>
                <a:close/>
                <a:moveTo>
                  <a:pt x="205877" y="348493"/>
                </a:moveTo>
                <a:cubicBezTo>
                  <a:pt x="193400" y="353490"/>
                  <a:pt x="181546" y="357862"/>
                  <a:pt x="169692" y="361610"/>
                </a:cubicBezTo>
                <a:cubicBezTo>
                  <a:pt x="167197" y="349742"/>
                  <a:pt x="165325" y="337251"/>
                  <a:pt x="163454" y="324134"/>
                </a:cubicBezTo>
                <a:cubicBezTo>
                  <a:pt x="170316" y="328507"/>
                  <a:pt x="176555" y="332254"/>
                  <a:pt x="184041" y="336626"/>
                </a:cubicBezTo>
                <a:cubicBezTo>
                  <a:pt x="190904" y="340374"/>
                  <a:pt x="198390" y="344746"/>
                  <a:pt x="205877" y="348493"/>
                </a:cubicBezTo>
                <a:close/>
                <a:moveTo>
                  <a:pt x="134132" y="273543"/>
                </a:moveTo>
                <a:cubicBezTo>
                  <a:pt x="124150" y="266048"/>
                  <a:pt x="115416" y="258553"/>
                  <a:pt x="107306" y="251058"/>
                </a:cubicBezTo>
                <a:cubicBezTo>
                  <a:pt x="115416" y="243563"/>
                  <a:pt x="124774" y="236068"/>
                  <a:pt x="134132" y="228573"/>
                </a:cubicBezTo>
                <a:cubicBezTo>
                  <a:pt x="134132" y="235443"/>
                  <a:pt x="133508" y="242314"/>
                  <a:pt x="133508" y="249809"/>
                </a:cubicBezTo>
                <a:cubicBezTo>
                  <a:pt x="133508" y="257928"/>
                  <a:pt x="133508" y="266048"/>
                  <a:pt x="134132" y="273543"/>
                </a:cubicBezTo>
                <a:close/>
                <a:moveTo>
                  <a:pt x="162830" y="177981"/>
                </a:moveTo>
                <a:cubicBezTo>
                  <a:pt x="164702" y="164240"/>
                  <a:pt x="166573" y="151124"/>
                  <a:pt x="169069" y="138632"/>
                </a:cubicBezTo>
                <a:cubicBezTo>
                  <a:pt x="180922" y="142380"/>
                  <a:pt x="193400" y="147376"/>
                  <a:pt x="205877" y="152373"/>
                </a:cubicBezTo>
                <a:cubicBezTo>
                  <a:pt x="199638" y="155496"/>
                  <a:pt x="192776" y="159244"/>
                  <a:pt x="186537" y="162991"/>
                </a:cubicBezTo>
                <a:cubicBezTo>
                  <a:pt x="179051" y="167988"/>
                  <a:pt x="170940" y="172984"/>
                  <a:pt x="162830" y="177981"/>
                </a:cubicBezTo>
                <a:close/>
                <a:moveTo>
                  <a:pt x="263897" y="152373"/>
                </a:moveTo>
                <a:cubicBezTo>
                  <a:pt x="275126" y="147376"/>
                  <a:pt x="286356" y="143629"/>
                  <a:pt x="297586" y="139881"/>
                </a:cubicBezTo>
                <a:cubicBezTo>
                  <a:pt x="300081" y="151124"/>
                  <a:pt x="301953" y="162991"/>
                  <a:pt x="303824" y="175483"/>
                </a:cubicBezTo>
                <a:cubicBezTo>
                  <a:pt x="296962" y="171111"/>
                  <a:pt x="290723" y="167363"/>
                  <a:pt x="283237" y="162991"/>
                </a:cubicBezTo>
                <a:cubicBezTo>
                  <a:pt x="276998" y="159868"/>
                  <a:pt x="270759" y="156121"/>
                  <a:pt x="263897" y="152373"/>
                </a:cubicBezTo>
                <a:close/>
                <a:moveTo>
                  <a:pt x="332522" y="226074"/>
                </a:moveTo>
                <a:cubicBezTo>
                  <a:pt x="343752" y="234819"/>
                  <a:pt x="353734" y="242938"/>
                  <a:pt x="363092" y="251683"/>
                </a:cubicBezTo>
                <a:cubicBezTo>
                  <a:pt x="353734" y="259802"/>
                  <a:pt x="343752" y="268546"/>
                  <a:pt x="332522" y="276666"/>
                </a:cubicBezTo>
                <a:cubicBezTo>
                  <a:pt x="333146" y="267922"/>
                  <a:pt x="333146" y="259178"/>
                  <a:pt x="333146" y="250433"/>
                </a:cubicBezTo>
                <a:cubicBezTo>
                  <a:pt x="333146" y="241689"/>
                  <a:pt x="333146" y="233569"/>
                  <a:pt x="332522" y="226074"/>
                </a:cubicBezTo>
                <a:close/>
                <a:moveTo>
                  <a:pt x="233327" y="24983"/>
                </a:moveTo>
                <a:cubicBezTo>
                  <a:pt x="252043" y="24984"/>
                  <a:pt x="276374" y="58061"/>
                  <a:pt x="291971" y="115523"/>
                </a:cubicBezTo>
                <a:cubicBezTo>
                  <a:pt x="273879" y="121768"/>
                  <a:pt x="254539" y="129263"/>
                  <a:pt x="235199" y="138008"/>
                </a:cubicBezTo>
                <a:cubicBezTo>
                  <a:pt x="214611" y="128639"/>
                  <a:pt x="194647" y="120519"/>
                  <a:pt x="175307" y="114273"/>
                </a:cubicBezTo>
                <a:cubicBezTo>
                  <a:pt x="190904" y="57436"/>
                  <a:pt x="214611" y="24983"/>
                  <a:pt x="233327" y="24983"/>
                </a:cubicBezTo>
                <a:close/>
                <a:moveTo>
                  <a:pt x="38680" y="137383"/>
                </a:moveTo>
                <a:cubicBezTo>
                  <a:pt x="44295" y="128014"/>
                  <a:pt x="60515" y="123017"/>
                  <a:pt x="83599" y="123017"/>
                </a:cubicBezTo>
                <a:cubicBezTo>
                  <a:pt x="101691" y="123017"/>
                  <a:pt x="122278" y="126140"/>
                  <a:pt x="144738" y="131762"/>
                </a:cubicBezTo>
                <a:cubicBezTo>
                  <a:pt x="140371" y="151748"/>
                  <a:pt x="137251" y="173609"/>
                  <a:pt x="135380" y="196094"/>
                </a:cubicBezTo>
                <a:cubicBezTo>
                  <a:pt x="117911" y="208586"/>
                  <a:pt x="102315" y="221078"/>
                  <a:pt x="88589" y="234194"/>
                </a:cubicBezTo>
                <a:cubicBezTo>
                  <a:pt x="46790" y="191722"/>
                  <a:pt x="29322" y="153622"/>
                  <a:pt x="38680" y="137383"/>
                </a:cubicBezTo>
                <a:close/>
                <a:moveTo>
                  <a:pt x="87342" y="376600"/>
                </a:moveTo>
                <a:cubicBezTo>
                  <a:pt x="64259" y="376600"/>
                  <a:pt x="47414" y="370978"/>
                  <a:pt x="42423" y="362234"/>
                </a:cubicBezTo>
                <a:cubicBezTo>
                  <a:pt x="33065" y="345995"/>
                  <a:pt x="49286" y="309769"/>
                  <a:pt x="89213" y="268546"/>
                </a:cubicBezTo>
                <a:cubicBezTo>
                  <a:pt x="103562" y="281038"/>
                  <a:pt x="119159" y="293530"/>
                  <a:pt x="136004" y="306021"/>
                </a:cubicBezTo>
                <a:cubicBezTo>
                  <a:pt x="137875" y="327882"/>
                  <a:pt x="140995" y="349118"/>
                  <a:pt x="145362" y="368480"/>
                </a:cubicBezTo>
                <a:cubicBezTo>
                  <a:pt x="124774" y="374101"/>
                  <a:pt x="104810" y="376600"/>
                  <a:pt x="87342" y="376600"/>
                </a:cubicBezTo>
                <a:close/>
                <a:moveTo>
                  <a:pt x="233327" y="474660"/>
                </a:moveTo>
                <a:cubicBezTo>
                  <a:pt x="214611" y="474660"/>
                  <a:pt x="190904" y="442181"/>
                  <a:pt x="175307" y="385968"/>
                </a:cubicBezTo>
                <a:cubicBezTo>
                  <a:pt x="194647" y="379723"/>
                  <a:pt x="214611" y="372228"/>
                  <a:pt x="235199" y="362859"/>
                </a:cubicBezTo>
                <a:cubicBezTo>
                  <a:pt x="254539" y="371603"/>
                  <a:pt x="273255" y="379098"/>
                  <a:pt x="291347" y="384719"/>
                </a:cubicBezTo>
                <a:cubicBezTo>
                  <a:pt x="275750" y="442181"/>
                  <a:pt x="252043" y="474660"/>
                  <a:pt x="233327" y="474660"/>
                </a:cubicBezTo>
                <a:close/>
                <a:moveTo>
                  <a:pt x="427974" y="362234"/>
                </a:moveTo>
                <a:cubicBezTo>
                  <a:pt x="422360" y="371603"/>
                  <a:pt x="406139" y="376600"/>
                  <a:pt x="383056" y="376600"/>
                </a:cubicBezTo>
                <a:cubicBezTo>
                  <a:pt x="364964" y="376600"/>
                  <a:pt x="343752" y="373477"/>
                  <a:pt x="321917" y="367856"/>
                </a:cubicBezTo>
                <a:cubicBezTo>
                  <a:pt x="325660" y="349118"/>
                  <a:pt x="328779" y="329756"/>
                  <a:pt x="330651" y="308520"/>
                </a:cubicBezTo>
                <a:cubicBezTo>
                  <a:pt x="349367" y="295404"/>
                  <a:pt x="366211" y="282287"/>
                  <a:pt x="381184" y="268546"/>
                </a:cubicBezTo>
                <a:cubicBezTo>
                  <a:pt x="421112" y="309769"/>
                  <a:pt x="437333" y="345995"/>
                  <a:pt x="427974" y="362234"/>
                </a:cubicBezTo>
                <a:close/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BA765-5AE1-46EE-8A97-FC30DA6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37" y="245513"/>
            <a:ext cx="1506863" cy="275904"/>
          </a:xfrm>
          <a:custGeom xmlns:a="http://schemas.openxmlformats.org/drawingml/2006/main">
            <a:pathLst>
              <a:path w="1506863" h="275904" fill="none">
                <a:moveTo>
                  <a:pt x="0" y="275904"/>
                </a:moveTo>
                <a:lnTo>
                  <a:pt x="1506863" y="275904"/>
                </a:lnTo>
                <a:lnTo>
                  <a:pt x="1506863" y="0"/>
                </a:lnTo>
                <a:lnTo>
                  <a:pt x="0" y="0"/>
                </a:lnTo>
                <a:lnTo>
                  <a:pt x="0" y="2759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3" name="Text Sourcecontext">
            <a:extLst xmlns:a="http://schemas.openxmlformats.org/drawingml/2006/main">
              <a:ext uri="{FF2B5EF4-FFF2-40B4-BE49-F238E27FC236}">
                <a16:creationId xmlns:a16="http://schemas.microsoft.com/office/drawing/2014/main" id="{5199C024-CC4C-4AD6-B0A0-0E3640B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47" y="331020"/>
            <a:ext cx="1193457" cy="120643"/>
          </a:xfrm>
          <a:custGeom xmlns:a="http://schemas.openxmlformats.org/drawingml/2006/main">
            <a:pathLst>
              <a:path w="1193457" h="120643">
                <a:moveTo>
                  <a:pt x="11831" y="90158"/>
                </a:moveTo>
                <a:cubicBezTo>
                  <a:pt x="13270" y="97009"/>
                  <a:pt x="15674" y="102119"/>
                  <a:pt x="19042" y="105487"/>
                </a:cubicBezTo>
                <a:cubicBezTo>
                  <a:pt x="22410" y="108855"/>
                  <a:pt x="27347" y="110539"/>
                  <a:pt x="33852" y="110539"/>
                </a:cubicBezTo>
                <a:cubicBezTo>
                  <a:pt x="37249" y="110539"/>
                  <a:pt x="40301" y="109963"/>
                  <a:pt x="43006" y="108811"/>
                </a:cubicBezTo>
                <a:cubicBezTo>
                  <a:pt x="45712" y="107660"/>
                  <a:pt x="47886" y="105803"/>
                  <a:pt x="49526" y="103241"/>
                </a:cubicBezTo>
                <a:cubicBezTo>
                  <a:pt x="51167" y="100679"/>
                  <a:pt x="51988" y="97470"/>
                  <a:pt x="51988" y="93612"/>
                </a:cubicBezTo>
                <a:cubicBezTo>
                  <a:pt x="51988" y="90043"/>
                  <a:pt x="51326" y="86948"/>
                  <a:pt x="50001" y="84329"/>
                </a:cubicBezTo>
                <a:cubicBezTo>
                  <a:pt x="48677" y="81709"/>
                  <a:pt x="46547" y="79219"/>
                  <a:pt x="43611" y="76859"/>
                </a:cubicBezTo>
                <a:cubicBezTo>
                  <a:pt x="40675" y="74498"/>
                  <a:pt x="36587" y="71994"/>
                  <a:pt x="31348" y="69346"/>
                </a:cubicBezTo>
                <a:cubicBezTo>
                  <a:pt x="26857" y="67100"/>
                  <a:pt x="22799" y="64769"/>
                  <a:pt x="19172" y="62351"/>
                </a:cubicBezTo>
                <a:cubicBezTo>
                  <a:pt x="15544" y="59933"/>
                  <a:pt x="12450" y="57270"/>
                  <a:pt x="9888" y="54363"/>
                </a:cubicBezTo>
                <a:cubicBezTo>
                  <a:pt x="7326" y="51455"/>
                  <a:pt x="5340" y="48274"/>
                  <a:pt x="3929" y="44820"/>
                </a:cubicBezTo>
                <a:cubicBezTo>
                  <a:pt x="2519" y="41366"/>
                  <a:pt x="1814" y="37480"/>
                  <a:pt x="1814" y="33162"/>
                </a:cubicBezTo>
                <a:cubicBezTo>
                  <a:pt x="1814" y="26080"/>
                  <a:pt x="3569" y="20064"/>
                  <a:pt x="7081" y="15113"/>
                </a:cubicBezTo>
                <a:cubicBezTo>
                  <a:pt x="10593" y="10161"/>
                  <a:pt x="15674" y="6405"/>
                  <a:pt x="22324" y="3843"/>
                </a:cubicBezTo>
                <a:cubicBezTo>
                  <a:pt x="28973" y="1281"/>
                  <a:pt x="36673" y="0"/>
                  <a:pt x="45424" y="0"/>
                </a:cubicBezTo>
                <a:cubicBezTo>
                  <a:pt x="50548" y="0"/>
                  <a:pt x="55442" y="273"/>
                  <a:pt x="60105" y="820"/>
                </a:cubicBezTo>
                <a:cubicBezTo>
                  <a:pt x="64769" y="1367"/>
                  <a:pt x="70094" y="2332"/>
                  <a:pt x="76082" y="3713"/>
                </a:cubicBezTo>
                <a:lnTo>
                  <a:pt x="76082" y="28757"/>
                </a:lnTo>
                <a:lnTo>
                  <a:pt x="64251" y="28757"/>
                </a:lnTo>
                <a:cubicBezTo>
                  <a:pt x="63157" y="24209"/>
                  <a:pt x="61761" y="20596"/>
                  <a:pt x="60062" y="17919"/>
                </a:cubicBezTo>
                <a:cubicBezTo>
                  <a:pt x="58364" y="15242"/>
                  <a:pt x="56248" y="13270"/>
                  <a:pt x="53715" y="12004"/>
                </a:cubicBezTo>
                <a:cubicBezTo>
                  <a:pt x="51182" y="10737"/>
                  <a:pt x="47986" y="10104"/>
                  <a:pt x="44129" y="10104"/>
                </a:cubicBezTo>
                <a:cubicBezTo>
                  <a:pt x="40847" y="10104"/>
                  <a:pt x="37911" y="10680"/>
                  <a:pt x="35321" y="11831"/>
                </a:cubicBezTo>
                <a:cubicBezTo>
                  <a:pt x="32730" y="12983"/>
                  <a:pt x="30686" y="14695"/>
                  <a:pt x="29189" y="16969"/>
                </a:cubicBezTo>
                <a:cubicBezTo>
                  <a:pt x="27692" y="19244"/>
                  <a:pt x="26944" y="21993"/>
                  <a:pt x="26944" y="25217"/>
                </a:cubicBezTo>
                <a:cubicBezTo>
                  <a:pt x="26944" y="28556"/>
                  <a:pt x="27591" y="31449"/>
                  <a:pt x="28887" y="33896"/>
                </a:cubicBezTo>
                <a:cubicBezTo>
                  <a:pt x="30182" y="36342"/>
                  <a:pt x="32356" y="38732"/>
                  <a:pt x="35407" y="41063"/>
                </a:cubicBezTo>
                <a:cubicBezTo>
                  <a:pt x="38458" y="43395"/>
                  <a:pt x="42891" y="46058"/>
                  <a:pt x="48706" y="49052"/>
                </a:cubicBezTo>
                <a:cubicBezTo>
                  <a:pt x="55787" y="52736"/>
                  <a:pt x="61358" y="56349"/>
                  <a:pt x="65416" y="59889"/>
                </a:cubicBezTo>
                <a:cubicBezTo>
                  <a:pt x="69475" y="63430"/>
                  <a:pt x="72469" y="67288"/>
                  <a:pt x="74398" y="71461"/>
                </a:cubicBezTo>
                <a:cubicBezTo>
                  <a:pt x="76326" y="75635"/>
                  <a:pt x="77291" y="80486"/>
                  <a:pt x="77291" y="86013"/>
                </a:cubicBezTo>
                <a:cubicBezTo>
                  <a:pt x="77291" y="93094"/>
                  <a:pt x="75650" y="99240"/>
                  <a:pt x="72368" y="104450"/>
                </a:cubicBezTo>
                <a:cubicBezTo>
                  <a:pt x="69087" y="109661"/>
                  <a:pt x="64308" y="113662"/>
                  <a:pt x="58033" y="116454"/>
                </a:cubicBezTo>
                <a:cubicBezTo>
                  <a:pt x="51757" y="119246"/>
                  <a:pt x="44503" y="120643"/>
                  <a:pt x="36270" y="120643"/>
                </a:cubicBezTo>
                <a:cubicBezTo>
                  <a:pt x="30398" y="120643"/>
                  <a:pt x="24281" y="120312"/>
                  <a:pt x="17919" y="119649"/>
                </a:cubicBezTo>
                <a:cubicBezTo>
                  <a:pt x="11558" y="118987"/>
                  <a:pt x="5585" y="118023"/>
                  <a:pt x="0" y="116756"/>
                </a:cubicBezTo>
                <a:lnTo>
                  <a:pt x="0" y="90158"/>
                </a:lnTo>
                <a:lnTo>
                  <a:pt x="11831" y="90158"/>
                </a:lnTo>
                <a:close/>
                <a:moveTo>
                  <a:pt x="131726" y="120643"/>
                </a:moveTo>
                <a:cubicBezTo>
                  <a:pt x="123262" y="120643"/>
                  <a:pt x="115965" y="119160"/>
                  <a:pt x="109834" y="116195"/>
                </a:cubicBezTo>
                <a:cubicBezTo>
                  <a:pt x="103702" y="113230"/>
                  <a:pt x="98909" y="108480"/>
                  <a:pt x="95455" y="101946"/>
                </a:cubicBezTo>
                <a:cubicBezTo>
                  <a:pt x="92001" y="95412"/>
                  <a:pt x="90274" y="87107"/>
                  <a:pt x="90274" y="77032"/>
                </a:cubicBezTo>
                <a:cubicBezTo>
                  <a:pt x="90274" y="69317"/>
                  <a:pt x="91339" y="62639"/>
                  <a:pt x="93469" y="56996"/>
                </a:cubicBezTo>
                <a:cubicBezTo>
                  <a:pt x="95599" y="51354"/>
                  <a:pt x="98564" y="46691"/>
                  <a:pt x="102364" y="43006"/>
                </a:cubicBezTo>
                <a:cubicBezTo>
                  <a:pt x="106163" y="39322"/>
                  <a:pt x="110697" y="36602"/>
                  <a:pt x="115965" y="34846"/>
                </a:cubicBezTo>
                <a:cubicBezTo>
                  <a:pt x="121233" y="33090"/>
                  <a:pt x="126947" y="32212"/>
                  <a:pt x="133107" y="32212"/>
                </a:cubicBezTo>
                <a:cubicBezTo>
                  <a:pt x="147040" y="32212"/>
                  <a:pt x="157547" y="35882"/>
                  <a:pt x="164628" y="43222"/>
                </a:cubicBezTo>
                <a:cubicBezTo>
                  <a:pt x="171709" y="50563"/>
                  <a:pt x="175250" y="61314"/>
                  <a:pt x="175250" y="75477"/>
                </a:cubicBezTo>
                <a:cubicBezTo>
                  <a:pt x="175250" y="85495"/>
                  <a:pt x="173494" y="93886"/>
                  <a:pt x="169982" y="100651"/>
                </a:cubicBezTo>
                <a:cubicBezTo>
                  <a:pt x="166470" y="107415"/>
                  <a:pt x="161462" y="112439"/>
                  <a:pt x="154956" y="115720"/>
                </a:cubicBezTo>
                <a:cubicBezTo>
                  <a:pt x="148450" y="119002"/>
                  <a:pt x="140707" y="120643"/>
                  <a:pt x="131726" y="120643"/>
                </a:cubicBezTo>
                <a:moveTo>
                  <a:pt x="116526" y="75132"/>
                </a:moveTo>
                <a:cubicBezTo>
                  <a:pt x="116526" y="87337"/>
                  <a:pt x="117894" y="96477"/>
                  <a:pt x="120628" y="102550"/>
                </a:cubicBezTo>
                <a:cubicBezTo>
                  <a:pt x="123363" y="108624"/>
                  <a:pt x="127494" y="111661"/>
                  <a:pt x="133021" y="111661"/>
                </a:cubicBezTo>
                <a:cubicBezTo>
                  <a:pt x="136072" y="111661"/>
                  <a:pt x="138620" y="110884"/>
                  <a:pt x="140664" y="109330"/>
                </a:cubicBezTo>
                <a:cubicBezTo>
                  <a:pt x="142707" y="107775"/>
                  <a:pt x="144348" y="105530"/>
                  <a:pt x="145586" y="102594"/>
                </a:cubicBezTo>
                <a:cubicBezTo>
                  <a:pt x="146824" y="99657"/>
                  <a:pt x="147702" y="96131"/>
                  <a:pt x="148220" y="92015"/>
                </a:cubicBezTo>
                <a:cubicBezTo>
                  <a:pt x="148738" y="87898"/>
                  <a:pt x="148997" y="83278"/>
                  <a:pt x="148997" y="78154"/>
                </a:cubicBezTo>
                <a:cubicBezTo>
                  <a:pt x="148997" y="65776"/>
                  <a:pt x="147630" y="56522"/>
                  <a:pt x="144895" y="50390"/>
                </a:cubicBezTo>
                <a:cubicBezTo>
                  <a:pt x="142160" y="44259"/>
                  <a:pt x="138116" y="41193"/>
                  <a:pt x="132762" y="41193"/>
                </a:cubicBezTo>
                <a:cubicBezTo>
                  <a:pt x="128847" y="41193"/>
                  <a:pt x="125709" y="42431"/>
                  <a:pt x="123349" y="44906"/>
                </a:cubicBezTo>
                <a:cubicBezTo>
                  <a:pt x="120988" y="47382"/>
                  <a:pt x="119261" y="51095"/>
                  <a:pt x="118167" y="56047"/>
                </a:cubicBezTo>
                <a:cubicBezTo>
                  <a:pt x="117073" y="60998"/>
                  <a:pt x="116526" y="67359"/>
                  <a:pt x="116526" y="75132"/>
                </a:cubicBezTo>
                <a:close/>
                <a:moveTo>
                  <a:pt x="189107" y="33593"/>
                </a:moveTo>
                <a:lnTo>
                  <a:pt x="222700" y="33593"/>
                </a:lnTo>
                <a:lnTo>
                  <a:pt x="222700" y="81522"/>
                </a:lnTo>
                <a:cubicBezTo>
                  <a:pt x="222700" y="87049"/>
                  <a:pt x="222873" y="91367"/>
                  <a:pt x="223218" y="94476"/>
                </a:cubicBezTo>
                <a:cubicBezTo>
                  <a:pt x="223564" y="97585"/>
                  <a:pt x="224226" y="100046"/>
                  <a:pt x="225205" y="101860"/>
                </a:cubicBezTo>
                <a:cubicBezTo>
                  <a:pt x="226183" y="103673"/>
                  <a:pt x="227378" y="104997"/>
                  <a:pt x="228788" y="105832"/>
                </a:cubicBezTo>
                <a:cubicBezTo>
                  <a:pt x="230199" y="106667"/>
                  <a:pt x="231998" y="107084"/>
                  <a:pt x="234186" y="107084"/>
                </a:cubicBezTo>
                <a:cubicBezTo>
                  <a:pt x="236316" y="107084"/>
                  <a:pt x="238561" y="106422"/>
                  <a:pt x="240922" y="105098"/>
                </a:cubicBezTo>
                <a:cubicBezTo>
                  <a:pt x="243282" y="103774"/>
                  <a:pt x="245283" y="101917"/>
                  <a:pt x="246924" y="99528"/>
                </a:cubicBezTo>
                <a:cubicBezTo>
                  <a:pt x="248564" y="97139"/>
                  <a:pt x="249385" y="94591"/>
                  <a:pt x="249385" y="91885"/>
                </a:cubicBezTo>
                <a:lnTo>
                  <a:pt x="249385" y="58551"/>
                </a:lnTo>
                <a:cubicBezTo>
                  <a:pt x="249385" y="54348"/>
                  <a:pt x="249299" y="51225"/>
                  <a:pt x="249126" y="49181"/>
                </a:cubicBezTo>
                <a:cubicBezTo>
                  <a:pt x="248953" y="47137"/>
                  <a:pt x="248622" y="45540"/>
                  <a:pt x="248133" y="44388"/>
                </a:cubicBezTo>
                <a:cubicBezTo>
                  <a:pt x="247643" y="43237"/>
                  <a:pt x="246880" y="42272"/>
                  <a:pt x="245844" y="41495"/>
                </a:cubicBezTo>
                <a:cubicBezTo>
                  <a:pt x="244808" y="40718"/>
                  <a:pt x="243109" y="39984"/>
                  <a:pt x="240749" y="39293"/>
                </a:cubicBezTo>
                <a:lnTo>
                  <a:pt x="240749" y="33593"/>
                </a:lnTo>
                <a:lnTo>
                  <a:pt x="274429" y="33593"/>
                </a:lnTo>
                <a:lnTo>
                  <a:pt x="274429" y="94044"/>
                </a:lnTo>
                <a:cubicBezTo>
                  <a:pt x="274429" y="98420"/>
                  <a:pt x="274501" y="101615"/>
                  <a:pt x="274645" y="103630"/>
                </a:cubicBezTo>
                <a:cubicBezTo>
                  <a:pt x="274789" y="105645"/>
                  <a:pt x="275120" y="107257"/>
                  <a:pt x="275638" y="108466"/>
                </a:cubicBezTo>
                <a:cubicBezTo>
                  <a:pt x="276156" y="109675"/>
                  <a:pt x="276991" y="110668"/>
                  <a:pt x="278142" y="111445"/>
                </a:cubicBezTo>
                <a:cubicBezTo>
                  <a:pt x="279294" y="112223"/>
                  <a:pt x="281222" y="112899"/>
                  <a:pt x="283928" y="113475"/>
                </a:cubicBezTo>
                <a:lnTo>
                  <a:pt x="283928" y="119261"/>
                </a:lnTo>
                <a:lnTo>
                  <a:pt x="260439" y="120038"/>
                </a:lnTo>
                <a:lnTo>
                  <a:pt x="249989" y="120038"/>
                </a:lnTo>
                <a:lnTo>
                  <a:pt x="250767" y="107602"/>
                </a:lnTo>
                <a:lnTo>
                  <a:pt x="249730" y="107343"/>
                </a:lnTo>
                <a:cubicBezTo>
                  <a:pt x="244376" y="112295"/>
                  <a:pt x="239598" y="115749"/>
                  <a:pt x="235395" y="117706"/>
                </a:cubicBezTo>
                <a:cubicBezTo>
                  <a:pt x="231192" y="119664"/>
                  <a:pt x="226960" y="120643"/>
                  <a:pt x="222700" y="120643"/>
                </a:cubicBezTo>
                <a:cubicBezTo>
                  <a:pt x="216597" y="120643"/>
                  <a:pt x="211718" y="119506"/>
                  <a:pt x="208062" y="117231"/>
                </a:cubicBezTo>
                <a:cubicBezTo>
                  <a:pt x="204407" y="114957"/>
                  <a:pt x="201773" y="111618"/>
                  <a:pt x="200161" y="107214"/>
                </a:cubicBezTo>
                <a:cubicBezTo>
                  <a:pt x="198549" y="102810"/>
                  <a:pt x="197743" y="97124"/>
                  <a:pt x="197743" y="90158"/>
                </a:cubicBezTo>
                <a:lnTo>
                  <a:pt x="197743" y="58551"/>
                </a:lnTo>
                <a:cubicBezTo>
                  <a:pt x="197743" y="55327"/>
                  <a:pt x="197699" y="52851"/>
                  <a:pt x="197613" y="51124"/>
                </a:cubicBezTo>
                <a:cubicBezTo>
                  <a:pt x="197527" y="49397"/>
                  <a:pt x="197397" y="48058"/>
                  <a:pt x="197224" y="47108"/>
                </a:cubicBezTo>
                <a:cubicBezTo>
                  <a:pt x="197052" y="46159"/>
                  <a:pt x="196807" y="45295"/>
                  <a:pt x="196490" y="44518"/>
                </a:cubicBezTo>
                <a:cubicBezTo>
                  <a:pt x="196174" y="43740"/>
                  <a:pt x="195742" y="43035"/>
                  <a:pt x="195195" y="42402"/>
                </a:cubicBezTo>
                <a:cubicBezTo>
                  <a:pt x="194648" y="41769"/>
                  <a:pt x="193900" y="41193"/>
                  <a:pt x="192950" y="40675"/>
                </a:cubicBezTo>
                <a:cubicBezTo>
                  <a:pt x="192000" y="40157"/>
                  <a:pt x="190719" y="39696"/>
                  <a:pt x="189107" y="39293"/>
                </a:cubicBezTo>
                <a:lnTo>
                  <a:pt x="189107" y="33593"/>
                </a:lnTo>
                <a:close/>
                <a:moveTo>
                  <a:pt x="329158" y="45943"/>
                </a:moveTo>
                <a:lnTo>
                  <a:pt x="330281" y="46202"/>
                </a:lnTo>
                <a:cubicBezTo>
                  <a:pt x="334484" y="41250"/>
                  <a:pt x="338802" y="37681"/>
                  <a:pt x="343235" y="35493"/>
                </a:cubicBezTo>
                <a:cubicBezTo>
                  <a:pt x="347668" y="33306"/>
                  <a:pt x="352475" y="32212"/>
                  <a:pt x="357657" y="32212"/>
                </a:cubicBezTo>
                <a:cubicBezTo>
                  <a:pt x="361169" y="32212"/>
                  <a:pt x="364853" y="32586"/>
                  <a:pt x="368711" y="33334"/>
                </a:cubicBezTo>
                <a:lnTo>
                  <a:pt x="368711" y="57169"/>
                </a:lnTo>
                <a:lnTo>
                  <a:pt x="353080" y="57169"/>
                </a:lnTo>
                <a:cubicBezTo>
                  <a:pt x="352101" y="53830"/>
                  <a:pt x="350820" y="51268"/>
                  <a:pt x="349237" y="49483"/>
                </a:cubicBezTo>
                <a:cubicBezTo>
                  <a:pt x="347654" y="47699"/>
                  <a:pt x="345538" y="46806"/>
                  <a:pt x="342889" y="46806"/>
                </a:cubicBezTo>
                <a:cubicBezTo>
                  <a:pt x="341623" y="46806"/>
                  <a:pt x="340227" y="47195"/>
                  <a:pt x="338701" y="47972"/>
                </a:cubicBezTo>
                <a:cubicBezTo>
                  <a:pt x="337175" y="48749"/>
                  <a:pt x="335765" y="49843"/>
                  <a:pt x="334470" y="51254"/>
                </a:cubicBezTo>
                <a:cubicBezTo>
                  <a:pt x="333174" y="52664"/>
                  <a:pt x="332253" y="54103"/>
                  <a:pt x="331706" y="55572"/>
                </a:cubicBezTo>
                <a:cubicBezTo>
                  <a:pt x="331159" y="57040"/>
                  <a:pt x="330799" y="58522"/>
                  <a:pt x="330627" y="60019"/>
                </a:cubicBezTo>
                <a:cubicBezTo>
                  <a:pt x="330454" y="61516"/>
                  <a:pt x="330368" y="63761"/>
                  <a:pt x="330368" y="66755"/>
                </a:cubicBezTo>
                <a:lnTo>
                  <a:pt x="330368" y="94303"/>
                </a:lnTo>
                <a:cubicBezTo>
                  <a:pt x="330368" y="99773"/>
                  <a:pt x="330569" y="103601"/>
                  <a:pt x="330972" y="105789"/>
                </a:cubicBezTo>
                <a:cubicBezTo>
                  <a:pt x="331375" y="107977"/>
                  <a:pt x="332181" y="109689"/>
                  <a:pt x="333390" y="110927"/>
                </a:cubicBezTo>
                <a:cubicBezTo>
                  <a:pt x="334599" y="112165"/>
                  <a:pt x="336643" y="113043"/>
                  <a:pt x="339521" y="113561"/>
                </a:cubicBezTo>
                <a:lnTo>
                  <a:pt x="339521" y="119261"/>
                </a:lnTo>
                <a:lnTo>
                  <a:pt x="296947" y="119261"/>
                </a:lnTo>
                <a:lnTo>
                  <a:pt x="296947" y="113561"/>
                </a:lnTo>
                <a:cubicBezTo>
                  <a:pt x="299710" y="112813"/>
                  <a:pt x="301625" y="111834"/>
                  <a:pt x="302690" y="110625"/>
                </a:cubicBezTo>
                <a:cubicBezTo>
                  <a:pt x="303755" y="109416"/>
                  <a:pt x="304474" y="107775"/>
                  <a:pt x="304849" y="105703"/>
                </a:cubicBezTo>
                <a:cubicBezTo>
                  <a:pt x="305223" y="103630"/>
                  <a:pt x="305410" y="99859"/>
                  <a:pt x="305410" y="94390"/>
                </a:cubicBezTo>
                <a:lnTo>
                  <a:pt x="305410" y="58896"/>
                </a:lnTo>
                <a:cubicBezTo>
                  <a:pt x="305410" y="54636"/>
                  <a:pt x="305338" y="51484"/>
                  <a:pt x="305194" y="49440"/>
                </a:cubicBezTo>
                <a:cubicBezTo>
                  <a:pt x="305050" y="47396"/>
                  <a:pt x="304705" y="45756"/>
                  <a:pt x="304158" y="44518"/>
                </a:cubicBezTo>
                <a:cubicBezTo>
                  <a:pt x="303611" y="43280"/>
                  <a:pt x="302776" y="42272"/>
                  <a:pt x="301653" y="41495"/>
                </a:cubicBezTo>
                <a:cubicBezTo>
                  <a:pt x="300531" y="40718"/>
                  <a:pt x="298588" y="40041"/>
                  <a:pt x="295824" y="39466"/>
                </a:cubicBezTo>
                <a:lnTo>
                  <a:pt x="295824" y="33593"/>
                </a:lnTo>
                <a:lnTo>
                  <a:pt x="319486" y="32903"/>
                </a:lnTo>
                <a:lnTo>
                  <a:pt x="330368" y="32903"/>
                </a:lnTo>
                <a:lnTo>
                  <a:pt x="329158" y="45943"/>
                </a:lnTo>
                <a:close/>
                <a:moveTo>
                  <a:pt x="445170" y="97153"/>
                </a:moveTo>
                <a:lnTo>
                  <a:pt x="451819" y="105184"/>
                </a:lnTo>
                <a:cubicBezTo>
                  <a:pt x="446177" y="110711"/>
                  <a:pt x="440722" y="114669"/>
                  <a:pt x="435454" y="117059"/>
                </a:cubicBezTo>
                <a:cubicBezTo>
                  <a:pt x="430186" y="119448"/>
                  <a:pt x="424444" y="120643"/>
                  <a:pt x="418226" y="120643"/>
                </a:cubicBezTo>
                <a:cubicBezTo>
                  <a:pt x="405733" y="120643"/>
                  <a:pt x="396204" y="116972"/>
                  <a:pt x="389641" y="109632"/>
                </a:cubicBezTo>
                <a:cubicBezTo>
                  <a:pt x="383078" y="102291"/>
                  <a:pt x="379796" y="91626"/>
                  <a:pt x="379796" y="77636"/>
                </a:cubicBezTo>
                <a:cubicBezTo>
                  <a:pt x="379796" y="68194"/>
                  <a:pt x="381595" y="60033"/>
                  <a:pt x="385194" y="53154"/>
                </a:cubicBezTo>
                <a:cubicBezTo>
                  <a:pt x="388792" y="46274"/>
                  <a:pt x="393959" y="41063"/>
                  <a:pt x="400695" y="37523"/>
                </a:cubicBezTo>
                <a:cubicBezTo>
                  <a:pt x="407431" y="33982"/>
                  <a:pt x="415146" y="32212"/>
                  <a:pt x="423839" y="32212"/>
                </a:cubicBezTo>
                <a:cubicBezTo>
                  <a:pt x="428502" y="32212"/>
                  <a:pt x="433151" y="32543"/>
                  <a:pt x="437786" y="33205"/>
                </a:cubicBezTo>
                <a:cubicBezTo>
                  <a:pt x="442421" y="33867"/>
                  <a:pt x="446638" y="34774"/>
                  <a:pt x="450437" y="35925"/>
                </a:cubicBezTo>
                <a:lnTo>
                  <a:pt x="450437" y="56737"/>
                </a:lnTo>
                <a:lnTo>
                  <a:pt x="433339" y="56737"/>
                </a:lnTo>
                <a:cubicBezTo>
                  <a:pt x="432475" y="51326"/>
                  <a:pt x="431180" y="47382"/>
                  <a:pt x="429452" y="44906"/>
                </a:cubicBezTo>
                <a:cubicBezTo>
                  <a:pt x="427725" y="42431"/>
                  <a:pt x="425250" y="41193"/>
                  <a:pt x="422026" y="41193"/>
                </a:cubicBezTo>
                <a:cubicBezTo>
                  <a:pt x="419895" y="41193"/>
                  <a:pt x="417866" y="41725"/>
                  <a:pt x="415937" y="42791"/>
                </a:cubicBezTo>
                <a:cubicBezTo>
                  <a:pt x="414009" y="43856"/>
                  <a:pt x="412310" y="45698"/>
                  <a:pt x="410842" y="48317"/>
                </a:cubicBezTo>
                <a:cubicBezTo>
                  <a:pt x="409374" y="50937"/>
                  <a:pt x="408208" y="54449"/>
                  <a:pt x="407345" y="58853"/>
                </a:cubicBezTo>
                <a:cubicBezTo>
                  <a:pt x="406481" y="63257"/>
                  <a:pt x="406049" y="68828"/>
                  <a:pt x="406049" y="75564"/>
                </a:cubicBezTo>
                <a:cubicBezTo>
                  <a:pt x="406049" y="82299"/>
                  <a:pt x="406683" y="87985"/>
                  <a:pt x="407949" y="92619"/>
                </a:cubicBezTo>
                <a:cubicBezTo>
                  <a:pt x="409216" y="97254"/>
                  <a:pt x="411260" y="100823"/>
                  <a:pt x="414081" y="103328"/>
                </a:cubicBezTo>
                <a:cubicBezTo>
                  <a:pt x="416902" y="105832"/>
                  <a:pt x="420615" y="107084"/>
                  <a:pt x="425221" y="107084"/>
                </a:cubicBezTo>
                <a:cubicBezTo>
                  <a:pt x="428560" y="107084"/>
                  <a:pt x="431712" y="106365"/>
                  <a:pt x="434677" y="104925"/>
                </a:cubicBezTo>
                <a:cubicBezTo>
                  <a:pt x="437642" y="103486"/>
                  <a:pt x="441140" y="100895"/>
                  <a:pt x="445170" y="97153"/>
                </a:cubicBezTo>
                <a:close/>
                <a:moveTo>
                  <a:pt x="540467" y="103544"/>
                </a:moveTo>
                <a:cubicBezTo>
                  <a:pt x="534595" y="109761"/>
                  <a:pt x="528780" y="114166"/>
                  <a:pt x="523023" y="116756"/>
                </a:cubicBezTo>
                <a:cubicBezTo>
                  <a:pt x="517265" y="119347"/>
                  <a:pt x="510645" y="120643"/>
                  <a:pt x="503160" y="120643"/>
                </a:cubicBezTo>
                <a:cubicBezTo>
                  <a:pt x="489746" y="120643"/>
                  <a:pt x="479656" y="116972"/>
                  <a:pt x="472892" y="109632"/>
                </a:cubicBezTo>
                <a:cubicBezTo>
                  <a:pt x="466127" y="102291"/>
                  <a:pt x="462744" y="91396"/>
                  <a:pt x="462744" y="76945"/>
                </a:cubicBezTo>
                <a:cubicBezTo>
                  <a:pt x="462744" y="67619"/>
                  <a:pt x="464486" y="59573"/>
                  <a:pt x="467969" y="52808"/>
                </a:cubicBezTo>
                <a:cubicBezTo>
                  <a:pt x="471452" y="46043"/>
                  <a:pt x="476389" y="40919"/>
                  <a:pt x="482780" y="37436"/>
                </a:cubicBezTo>
                <a:cubicBezTo>
                  <a:pt x="489170" y="33953"/>
                  <a:pt x="496597" y="32212"/>
                  <a:pt x="505060" y="32212"/>
                </a:cubicBezTo>
                <a:cubicBezTo>
                  <a:pt x="510299" y="32212"/>
                  <a:pt x="514890" y="32816"/>
                  <a:pt x="518834" y="34025"/>
                </a:cubicBezTo>
                <a:cubicBezTo>
                  <a:pt x="522778" y="35234"/>
                  <a:pt x="526160" y="36918"/>
                  <a:pt x="528981" y="39077"/>
                </a:cubicBezTo>
                <a:cubicBezTo>
                  <a:pt x="531802" y="41236"/>
                  <a:pt x="534134" y="43841"/>
                  <a:pt x="535976" y="46893"/>
                </a:cubicBezTo>
                <a:cubicBezTo>
                  <a:pt x="538164" y="50520"/>
                  <a:pt x="539805" y="54665"/>
                  <a:pt x="540899" y="59328"/>
                </a:cubicBezTo>
                <a:cubicBezTo>
                  <a:pt x="542050" y="64107"/>
                  <a:pt x="542655" y="69893"/>
                  <a:pt x="542712" y="76686"/>
                </a:cubicBezTo>
                <a:lnTo>
                  <a:pt x="487961" y="76686"/>
                </a:lnTo>
                <a:cubicBezTo>
                  <a:pt x="488019" y="87107"/>
                  <a:pt x="489875" y="94778"/>
                  <a:pt x="493531" y="99701"/>
                </a:cubicBezTo>
                <a:cubicBezTo>
                  <a:pt x="497187" y="104623"/>
                  <a:pt x="502757" y="107084"/>
                  <a:pt x="510242" y="107084"/>
                </a:cubicBezTo>
                <a:cubicBezTo>
                  <a:pt x="514617" y="107084"/>
                  <a:pt x="518561" y="106264"/>
                  <a:pt x="522073" y="104623"/>
                </a:cubicBezTo>
                <a:cubicBezTo>
                  <a:pt x="525585" y="102982"/>
                  <a:pt x="529384" y="100089"/>
                  <a:pt x="533472" y="95944"/>
                </a:cubicBezTo>
                <a:lnTo>
                  <a:pt x="540467" y="103544"/>
                </a:lnTo>
                <a:moveTo>
                  <a:pt x="517150" y="67359"/>
                </a:moveTo>
                <a:cubicBezTo>
                  <a:pt x="516920" y="58551"/>
                  <a:pt x="515768" y="51988"/>
                  <a:pt x="513696" y="47670"/>
                </a:cubicBezTo>
                <a:cubicBezTo>
                  <a:pt x="511623" y="43352"/>
                  <a:pt x="508284" y="41193"/>
                  <a:pt x="503678" y="41193"/>
                </a:cubicBezTo>
                <a:cubicBezTo>
                  <a:pt x="499245" y="41193"/>
                  <a:pt x="495719" y="43438"/>
                  <a:pt x="493099" y="47929"/>
                </a:cubicBezTo>
                <a:cubicBezTo>
                  <a:pt x="490480" y="52419"/>
                  <a:pt x="488911" y="58896"/>
                  <a:pt x="488393" y="67359"/>
                </a:cubicBezTo>
                <a:lnTo>
                  <a:pt x="517150" y="67359"/>
                </a:lnTo>
                <a:close/>
                <a:moveTo>
                  <a:pt x="659703" y="97153"/>
                </a:moveTo>
                <a:lnTo>
                  <a:pt x="666352" y="105184"/>
                </a:lnTo>
                <a:cubicBezTo>
                  <a:pt x="660710" y="110711"/>
                  <a:pt x="655255" y="114669"/>
                  <a:pt x="649988" y="117059"/>
                </a:cubicBezTo>
                <a:cubicBezTo>
                  <a:pt x="644720" y="119448"/>
                  <a:pt x="638977" y="120643"/>
                  <a:pt x="632759" y="120643"/>
                </a:cubicBezTo>
                <a:cubicBezTo>
                  <a:pt x="620266" y="120643"/>
                  <a:pt x="610738" y="116972"/>
                  <a:pt x="604174" y="109632"/>
                </a:cubicBezTo>
                <a:cubicBezTo>
                  <a:pt x="597611" y="102291"/>
                  <a:pt x="594330" y="91626"/>
                  <a:pt x="594330" y="77636"/>
                </a:cubicBezTo>
                <a:cubicBezTo>
                  <a:pt x="594330" y="68194"/>
                  <a:pt x="596129" y="60033"/>
                  <a:pt x="599727" y="53154"/>
                </a:cubicBezTo>
                <a:cubicBezTo>
                  <a:pt x="603325" y="46274"/>
                  <a:pt x="608492" y="41063"/>
                  <a:pt x="615228" y="37523"/>
                </a:cubicBezTo>
                <a:cubicBezTo>
                  <a:pt x="621964" y="33982"/>
                  <a:pt x="629679" y="32212"/>
                  <a:pt x="638372" y="32212"/>
                </a:cubicBezTo>
                <a:cubicBezTo>
                  <a:pt x="643036" y="32212"/>
                  <a:pt x="647685" y="32543"/>
                  <a:pt x="652319" y="33205"/>
                </a:cubicBezTo>
                <a:cubicBezTo>
                  <a:pt x="656954" y="33867"/>
                  <a:pt x="661171" y="34774"/>
                  <a:pt x="664971" y="35925"/>
                </a:cubicBezTo>
                <a:lnTo>
                  <a:pt x="664971" y="56737"/>
                </a:lnTo>
                <a:lnTo>
                  <a:pt x="647872" y="56737"/>
                </a:lnTo>
                <a:cubicBezTo>
                  <a:pt x="647008" y="51326"/>
                  <a:pt x="645713" y="47382"/>
                  <a:pt x="643986" y="44906"/>
                </a:cubicBezTo>
                <a:cubicBezTo>
                  <a:pt x="642258" y="42431"/>
                  <a:pt x="639783" y="41193"/>
                  <a:pt x="636559" y="41193"/>
                </a:cubicBezTo>
                <a:cubicBezTo>
                  <a:pt x="634429" y="41193"/>
                  <a:pt x="632399" y="41725"/>
                  <a:pt x="630471" y="42791"/>
                </a:cubicBezTo>
                <a:cubicBezTo>
                  <a:pt x="628542" y="43856"/>
                  <a:pt x="626843" y="45698"/>
                  <a:pt x="625375" y="48317"/>
                </a:cubicBezTo>
                <a:cubicBezTo>
                  <a:pt x="623907" y="50937"/>
                  <a:pt x="622741" y="54449"/>
                  <a:pt x="621878" y="58853"/>
                </a:cubicBezTo>
                <a:cubicBezTo>
                  <a:pt x="621014" y="63257"/>
                  <a:pt x="620582" y="68828"/>
                  <a:pt x="620582" y="75564"/>
                </a:cubicBezTo>
                <a:cubicBezTo>
                  <a:pt x="620582" y="82299"/>
                  <a:pt x="621216" y="87985"/>
                  <a:pt x="622482" y="92619"/>
                </a:cubicBezTo>
                <a:cubicBezTo>
                  <a:pt x="623749" y="97254"/>
                  <a:pt x="625793" y="100823"/>
                  <a:pt x="628614" y="103328"/>
                </a:cubicBezTo>
                <a:cubicBezTo>
                  <a:pt x="631435" y="105832"/>
                  <a:pt x="635148" y="107084"/>
                  <a:pt x="639754" y="107084"/>
                </a:cubicBezTo>
                <a:cubicBezTo>
                  <a:pt x="643093" y="107084"/>
                  <a:pt x="646245" y="106365"/>
                  <a:pt x="649210" y="104925"/>
                </a:cubicBezTo>
                <a:cubicBezTo>
                  <a:pt x="652175" y="103486"/>
                  <a:pt x="655673" y="100895"/>
                  <a:pt x="659703" y="97153"/>
                </a:cubicBezTo>
                <a:close/>
                <a:moveTo>
                  <a:pt x="718730" y="120643"/>
                </a:moveTo>
                <a:cubicBezTo>
                  <a:pt x="710267" y="120643"/>
                  <a:pt x="702969" y="119160"/>
                  <a:pt x="696838" y="116195"/>
                </a:cubicBezTo>
                <a:cubicBezTo>
                  <a:pt x="690706" y="113230"/>
                  <a:pt x="685914" y="108480"/>
                  <a:pt x="682459" y="101946"/>
                </a:cubicBezTo>
                <a:cubicBezTo>
                  <a:pt x="679005" y="95412"/>
                  <a:pt x="677278" y="87107"/>
                  <a:pt x="677278" y="77032"/>
                </a:cubicBezTo>
                <a:cubicBezTo>
                  <a:pt x="677278" y="69317"/>
                  <a:pt x="678343" y="62639"/>
                  <a:pt x="680473" y="56996"/>
                </a:cubicBezTo>
                <a:cubicBezTo>
                  <a:pt x="682603" y="51354"/>
                  <a:pt x="685568" y="46691"/>
                  <a:pt x="689368" y="43006"/>
                </a:cubicBezTo>
                <a:cubicBezTo>
                  <a:pt x="693168" y="39322"/>
                  <a:pt x="697702" y="36602"/>
                  <a:pt x="702969" y="34846"/>
                </a:cubicBezTo>
                <a:cubicBezTo>
                  <a:pt x="708237" y="33090"/>
                  <a:pt x="713951" y="32212"/>
                  <a:pt x="720111" y="32212"/>
                </a:cubicBezTo>
                <a:cubicBezTo>
                  <a:pt x="734044" y="32212"/>
                  <a:pt x="744551" y="35882"/>
                  <a:pt x="751632" y="43222"/>
                </a:cubicBezTo>
                <a:cubicBezTo>
                  <a:pt x="758714" y="50563"/>
                  <a:pt x="762254" y="61314"/>
                  <a:pt x="762254" y="75477"/>
                </a:cubicBezTo>
                <a:cubicBezTo>
                  <a:pt x="762254" y="85495"/>
                  <a:pt x="760498" y="93886"/>
                  <a:pt x="756986" y="100651"/>
                </a:cubicBezTo>
                <a:cubicBezTo>
                  <a:pt x="753475" y="107415"/>
                  <a:pt x="748466" y="112439"/>
                  <a:pt x="741960" y="115720"/>
                </a:cubicBezTo>
                <a:cubicBezTo>
                  <a:pt x="735454" y="119002"/>
                  <a:pt x="727711" y="120643"/>
                  <a:pt x="718730" y="120643"/>
                </a:cubicBezTo>
                <a:moveTo>
                  <a:pt x="703531" y="75132"/>
                </a:moveTo>
                <a:cubicBezTo>
                  <a:pt x="703531" y="87337"/>
                  <a:pt x="704898" y="96477"/>
                  <a:pt x="707633" y="102550"/>
                </a:cubicBezTo>
                <a:cubicBezTo>
                  <a:pt x="710367" y="108624"/>
                  <a:pt x="714498" y="111661"/>
                  <a:pt x="720025" y="111661"/>
                </a:cubicBezTo>
                <a:cubicBezTo>
                  <a:pt x="723076" y="111661"/>
                  <a:pt x="725624" y="110884"/>
                  <a:pt x="727668" y="109330"/>
                </a:cubicBezTo>
                <a:cubicBezTo>
                  <a:pt x="729712" y="107775"/>
                  <a:pt x="731352" y="105530"/>
                  <a:pt x="732590" y="102594"/>
                </a:cubicBezTo>
                <a:cubicBezTo>
                  <a:pt x="733828" y="99657"/>
                  <a:pt x="734706" y="96131"/>
                  <a:pt x="735224" y="92015"/>
                </a:cubicBezTo>
                <a:cubicBezTo>
                  <a:pt x="735742" y="87898"/>
                  <a:pt x="736001" y="83278"/>
                  <a:pt x="736001" y="78154"/>
                </a:cubicBezTo>
                <a:cubicBezTo>
                  <a:pt x="736001" y="65776"/>
                  <a:pt x="734634" y="56522"/>
                  <a:pt x="731899" y="50390"/>
                </a:cubicBezTo>
                <a:cubicBezTo>
                  <a:pt x="729165" y="44259"/>
                  <a:pt x="725120" y="41193"/>
                  <a:pt x="719766" y="41193"/>
                </a:cubicBezTo>
                <a:cubicBezTo>
                  <a:pt x="715851" y="41193"/>
                  <a:pt x="712713" y="42431"/>
                  <a:pt x="710353" y="44906"/>
                </a:cubicBezTo>
                <a:cubicBezTo>
                  <a:pt x="707993" y="47382"/>
                  <a:pt x="706265" y="51095"/>
                  <a:pt x="705172" y="56047"/>
                </a:cubicBezTo>
                <a:cubicBezTo>
                  <a:pt x="704078" y="60998"/>
                  <a:pt x="703531" y="67359"/>
                  <a:pt x="703531" y="75132"/>
                </a:cubicBezTo>
                <a:close/>
                <a:moveTo>
                  <a:pt x="871352" y="119261"/>
                </a:moveTo>
                <a:lnTo>
                  <a:pt x="829468" y="119261"/>
                </a:lnTo>
                <a:lnTo>
                  <a:pt x="829468" y="113561"/>
                </a:lnTo>
                <a:cubicBezTo>
                  <a:pt x="832116" y="112928"/>
                  <a:pt x="833959" y="111992"/>
                  <a:pt x="834995" y="110755"/>
                </a:cubicBezTo>
                <a:cubicBezTo>
                  <a:pt x="836031" y="109517"/>
                  <a:pt x="836736" y="107847"/>
                  <a:pt x="837111" y="105746"/>
                </a:cubicBezTo>
                <a:cubicBezTo>
                  <a:pt x="837485" y="103644"/>
                  <a:pt x="837672" y="99859"/>
                  <a:pt x="837672" y="94390"/>
                </a:cubicBezTo>
                <a:lnTo>
                  <a:pt x="837672" y="71332"/>
                </a:lnTo>
                <a:cubicBezTo>
                  <a:pt x="837672" y="67244"/>
                  <a:pt x="837586" y="63891"/>
                  <a:pt x="837413" y="61271"/>
                </a:cubicBezTo>
                <a:cubicBezTo>
                  <a:pt x="837240" y="58652"/>
                  <a:pt x="836967" y="56507"/>
                  <a:pt x="836593" y="54838"/>
                </a:cubicBezTo>
                <a:cubicBezTo>
                  <a:pt x="836218" y="53168"/>
                  <a:pt x="835700" y="51772"/>
                  <a:pt x="835038" y="50649"/>
                </a:cubicBezTo>
                <a:cubicBezTo>
                  <a:pt x="834376" y="49526"/>
                  <a:pt x="833642" y="48605"/>
                  <a:pt x="832836" y="47886"/>
                </a:cubicBezTo>
                <a:cubicBezTo>
                  <a:pt x="832030" y="47166"/>
                  <a:pt x="831109" y="46633"/>
                  <a:pt x="830072" y="46288"/>
                </a:cubicBezTo>
                <a:cubicBezTo>
                  <a:pt x="829036" y="45943"/>
                  <a:pt x="827712" y="45770"/>
                  <a:pt x="826100" y="45770"/>
                </a:cubicBezTo>
                <a:cubicBezTo>
                  <a:pt x="823912" y="45770"/>
                  <a:pt x="821638" y="46446"/>
                  <a:pt x="819278" y="47799"/>
                </a:cubicBezTo>
                <a:cubicBezTo>
                  <a:pt x="816917" y="49152"/>
                  <a:pt x="814931" y="51023"/>
                  <a:pt x="813319" y="53413"/>
                </a:cubicBezTo>
                <a:cubicBezTo>
                  <a:pt x="811707" y="55802"/>
                  <a:pt x="810901" y="58349"/>
                  <a:pt x="810901" y="61055"/>
                </a:cubicBezTo>
                <a:lnTo>
                  <a:pt x="810901" y="94303"/>
                </a:lnTo>
                <a:cubicBezTo>
                  <a:pt x="810901" y="99773"/>
                  <a:pt x="811074" y="103572"/>
                  <a:pt x="811419" y="105703"/>
                </a:cubicBezTo>
                <a:cubicBezTo>
                  <a:pt x="811764" y="107833"/>
                  <a:pt x="812470" y="109517"/>
                  <a:pt x="813535" y="110755"/>
                </a:cubicBezTo>
                <a:cubicBezTo>
                  <a:pt x="814600" y="111992"/>
                  <a:pt x="816485" y="112928"/>
                  <a:pt x="819191" y="113561"/>
                </a:cubicBezTo>
                <a:lnTo>
                  <a:pt x="819191" y="119261"/>
                </a:lnTo>
                <a:lnTo>
                  <a:pt x="777480" y="119261"/>
                </a:lnTo>
                <a:lnTo>
                  <a:pt x="777480" y="113561"/>
                </a:lnTo>
                <a:cubicBezTo>
                  <a:pt x="780244" y="112813"/>
                  <a:pt x="782158" y="111834"/>
                  <a:pt x="783223" y="110625"/>
                </a:cubicBezTo>
                <a:cubicBezTo>
                  <a:pt x="784288" y="109416"/>
                  <a:pt x="785008" y="107775"/>
                  <a:pt x="785382" y="105703"/>
                </a:cubicBezTo>
                <a:cubicBezTo>
                  <a:pt x="785756" y="103630"/>
                  <a:pt x="785943" y="99859"/>
                  <a:pt x="785943" y="94390"/>
                </a:cubicBezTo>
                <a:lnTo>
                  <a:pt x="785943" y="58896"/>
                </a:lnTo>
                <a:cubicBezTo>
                  <a:pt x="785943" y="54636"/>
                  <a:pt x="785871" y="51484"/>
                  <a:pt x="785727" y="49440"/>
                </a:cubicBezTo>
                <a:cubicBezTo>
                  <a:pt x="785584" y="47396"/>
                  <a:pt x="785238" y="45756"/>
                  <a:pt x="784691" y="44518"/>
                </a:cubicBezTo>
                <a:cubicBezTo>
                  <a:pt x="784144" y="43280"/>
                  <a:pt x="783309" y="42272"/>
                  <a:pt x="782187" y="41495"/>
                </a:cubicBezTo>
                <a:cubicBezTo>
                  <a:pt x="781064" y="40718"/>
                  <a:pt x="779121" y="40041"/>
                  <a:pt x="776358" y="39466"/>
                </a:cubicBezTo>
                <a:lnTo>
                  <a:pt x="776358" y="33593"/>
                </a:lnTo>
                <a:lnTo>
                  <a:pt x="800020" y="32903"/>
                </a:lnTo>
                <a:lnTo>
                  <a:pt x="810901" y="32903"/>
                </a:lnTo>
                <a:lnTo>
                  <a:pt x="809606" y="45338"/>
                </a:lnTo>
                <a:lnTo>
                  <a:pt x="810642" y="45597"/>
                </a:lnTo>
                <a:cubicBezTo>
                  <a:pt x="814211" y="42431"/>
                  <a:pt x="817349" y="39941"/>
                  <a:pt x="820055" y="38127"/>
                </a:cubicBezTo>
                <a:cubicBezTo>
                  <a:pt x="822761" y="36314"/>
                  <a:pt x="825596" y="34874"/>
                  <a:pt x="828561" y="33809"/>
                </a:cubicBezTo>
                <a:cubicBezTo>
                  <a:pt x="831526" y="32744"/>
                  <a:pt x="834649" y="32212"/>
                  <a:pt x="837931" y="32212"/>
                </a:cubicBezTo>
                <a:cubicBezTo>
                  <a:pt x="842652" y="32212"/>
                  <a:pt x="846567" y="32888"/>
                  <a:pt x="849676" y="34241"/>
                </a:cubicBezTo>
                <a:cubicBezTo>
                  <a:pt x="852785" y="35594"/>
                  <a:pt x="855303" y="37566"/>
                  <a:pt x="857232" y="40157"/>
                </a:cubicBezTo>
                <a:cubicBezTo>
                  <a:pt x="859161" y="42747"/>
                  <a:pt x="860543" y="45914"/>
                  <a:pt x="861377" y="49656"/>
                </a:cubicBezTo>
                <a:cubicBezTo>
                  <a:pt x="862212" y="53398"/>
                  <a:pt x="862630" y="57745"/>
                  <a:pt x="862630" y="62696"/>
                </a:cubicBezTo>
                <a:lnTo>
                  <a:pt x="862630" y="94303"/>
                </a:lnTo>
                <a:cubicBezTo>
                  <a:pt x="862630" y="96836"/>
                  <a:pt x="862673" y="99211"/>
                  <a:pt x="862759" y="101428"/>
                </a:cubicBezTo>
                <a:cubicBezTo>
                  <a:pt x="862845" y="103644"/>
                  <a:pt x="863061" y="105415"/>
                  <a:pt x="863407" y="106739"/>
                </a:cubicBezTo>
                <a:cubicBezTo>
                  <a:pt x="863752" y="108063"/>
                  <a:pt x="864227" y="109143"/>
                  <a:pt x="864832" y="109977"/>
                </a:cubicBezTo>
                <a:cubicBezTo>
                  <a:pt x="865436" y="110812"/>
                  <a:pt x="866285" y="111517"/>
                  <a:pt x="867379" y="112093"/>
                </a:cubicBezTo>
                <a:cubicBezTo>
                  <a:pt x="868473" y="112669"/>
                  <a:pt x="869797" y="113158"/>
                  <a:pt x="871352" y="113561"/>
                </a:cubicBezTo>
                <a:lnTo>
                  <a:pt x="871352" y="119261"/>
                </a:lnTo>
                <a:close/>
                <a:moveTo>
                  <a:pt x="943374" y="108898"/>
                </a:moveTo>
                <a:cubicBezTo>
                  <a:pt x="938307" y="113216"/>
                  <a:pt x="933702" y="116253"/>
                  <a:pt x="929556" y="118009"/>
                </a:cubicBezTo>
                <a:cubicBezTo>
                  <a:pt x="925411" y="119765"/>
                  <a:pt x="921036" y="120643"/>
                  <a:pt x="916430" y="120643"/>
                </a:cubicBezTo>
                <a:cubicBezTo>
                  <a:pt x="907852" y="120643"/>
                  <a:pt x="901447" y="118325"/>
                  <a:pt x="897215" y="113691"/>
                </a:cubicBezTo>
                <a:cubicBezTo>
                  <a:pt x="892984" y="109056"/>
                  <a:pt x="890868" y="102047"/>
                  <a:pt x="890868" y="92662"/>
                </a:cubicBezTo>
                <a:lnTo>
                  <a:pt x="890868" y="44388"/>
                </a:lnTo>
                <a:lnTo>
                  <a:pt x="880073" y="44388"/>
                </a:lnTo>
                <a:lnTo>
                  <a:pt x="880073" y="38429"/>
                </a:lnTo>
                <a:cubicBezTo>
                  <a:pt x="883585" y="37854"/>
                  <a:pt x="886176" y="36990"/>
                  <a:pt x="887845" y="35839"/>
                </a:cubicBezTo>
                <a:cubicBezTo>
                  <a:pt x="889515" y="34687"/>
                  <a:pt x="890810" y="33147"/>
                  <a:pt x="891731" y="31219"/>
                </a:cubicBezTo>
                <a:cubicBezTo>
                  <a:pt x="892653" y="29290"/>
                  <a:pt x="893387" y="26771"/>
                  <a:pt x="893934" y="23662"/>
                </a:cubicBezTo>
                <a:cubicBezTo>
                  <a:pt x="894481" y="20553"/>
                  <a:pt x="894898" y="16667"/>
                  <a:pt x="895186" y="12004"/>
                </a:cubicBezTo>
                <a:lnTo>
                  <a:pt x="915825" y="12004"/>
                </a:lnTo>
                <a:lnTo>
                  <a:pt x="915825" y="33593"/>
                </a:lnTo>
                <a:lnTo>
                  <a:pt x="940438" y="33593"/>
                </a:lnTo>
                <a:lnTo>
                  <a:pt x="940438" y="44388"/>
                </a:lnTo>
                <a:lnTo>
                  <a:pt x="915825" y="44388"/>
                </a:lnTo>
                <a:lnTo>
                  <a:pt x="915825" y="83336"/>
                </a:lnTo>
                <a:cubicBezTo>
                  <a:pt x="915825" y="89841"/>
                  <a:pt x="916128" y="94649"/>
                  <a:pt x="916732" y="97758"/>
                </a:cubicBezTo>
                <a:cubicBezTo>
                  <a:pt x="917337" y="100867"/>
                  <a:pt x="918359" y="103155"/>
                  <a:pt x="919798" y="104623"/>
                </a:cubicBezTo>
                <a:cubicBezTo>
                  <a:pt x="921237" y="106091"/>
                  <a:pt x="923022" y="106825"/>
                  <a:pt x="925152" y="106825"/>
                </a:cubicBezTo>
                <a:cubicBezTo>
                  <a:pt x="926764" y="106825"/>
                  <a:pt x="928203" y="106681"/>
                  <a:pt x="929470" y="106393"/>
                </a:cubicBezTo>
                <a:cubicBezTo>
                  <a:pt x="930737" y="106106"/>
                  <a:pt x="932075" y="105587"/>
                  <a:pt x="933486" y="104839"/>
                </a:cubicBezTo>
                <a:cubicBezTo>
                  <a:pt x="934896" y="104091"/>
                  <a:pt x="936379" y="103025"/>
                  <a:pt x="937933" y="101644"/>
                </a:cubicBezTo>
                <a:lnTo>
                  <a:pt x="943374" y="108898"/>
                </a:lnTo>
                <a:close/>
                <a:moveTo>
                  <a:pt x="1025776" y="103544"/>
                </a:moveTo>
                <a:cubicBezTo>
                  <a:pt x="1019903" y="109761"/>
                  <a:pt x="1014088" y="114166"/>
                  <a:pt x="1008331" y="116756"/>
                </a:cubicBezTo>
                <a:cubicBezTo>
                  <a:pt x="1002574" y="119347"/>
                  <a:pt x="995953" y="120643"/>
                  <a:pt x="988469" y="120643"/>
                </a:cubicBezTo>
                <a:cubicBezTo>
                  <a:pt x="975054" y="120643"/>
                  <a:pt x="964965" y="116972"/>
                  <a:pt x="958200" y="109632"/>
                </a:cubicBezTo>
                <a:cubicBezTo>
                  <a:pt x="951435" y="102291"/>
                  <a:pt x="948053" y="91396"/>
                  <a:pt x="948053" y="76945"/>
                </a:cubicBezTo>
                <a:cubicBezTo>
                  <a:pt x="948053" y="67619"/>
                  <a:pt x="949795" y="59573"/>
                  <a:pt x="953278" y="52808"/>
                </a:cubicBezTo>
                <a:cubicBezTo>
                  <a:pt x="956761" y="46043"/>
                  <a:pt x="961698" y="40919"/>
                  <a:pt x="968088" y="37436"/>
                </a:cubicBezTo>
                <a:cubicBezTo>
                  <a:pt x="974479" y="33953"/>
                  <a:pt x="981906" y="32212"/>
                  <a:pt x="990369" y="32212"/>
                </a:cubicBezTo>
                <a:cubicBezTo>
                  <a:pt x="995608" y="32212"/>
                  <a:pt x="1000199" y="32816"/>
                  <a:pt x="1004143" y="34025"/>
                </a:cubicBezTo>
                <a:cubicBezTo>
                  <a:pt x="1008087" y="35234"/>
                  <a:pt x="1011469" y="36918"/>
                  <a:pt x="1014290" y="39077"/>
                </a:cubicBezTo>
                <a:cubicBezTo>
                  <a:pt x="1017111" y="41236"/>
                  <a:pt x="1019443" y="43841"/>
                  <a:pt x="1021285" y="46893"/>
                </a:cubicBezTo>
                <a:cubicBezTo>
                  <a:pt x="1023473" y="50520"/>
                  <a:pt x="1025113" y="54665"/>
                  <a:pt x="1026207" y="59328"/>
                </a:cubicBezTo>
                <a:cubicBezTo>
                  <a:pt x="1027359" y="64107"/>
                  <a:pt x="1027963" y="69893"/>
                  <a:pt x="1028021" y="76686"/>
                </a:cubicBezTo>
                <a:lnTo>
                  <a:pt x="973270" y="76686"/>
                </a:lnTo>
                <a:cubicBezTo>
                  <a:pt x="973327" y="87107"/>
                  <a:pt x="975184" y="94778"/>
                  <a:pt x="978840" y="99701"/>
                </a:cubicBezTo>
                <a:cubicBezTo>
                  <a:pt x="982496" y="104623"/>
                  <a:pt x="988066" y="107084"/>
                  <a:pt x="995550" y="107084"/>
                </a:cubicBezTo>
                <a:cubicBezTo>
                  <a:pt x="999926" y="107084"/>
                  <a:pt x="1003869" y="106264"/>
                  <a:pt x="1007381" y="104623"/>
                </a:cubicBezTo>
                <a:cubicBezTo>
                  <a:pt x="1010893" y="102982"/>
                  <a:pt x="1014693" y="100089"/>
                  <a:pt x="1018781" y="95944"/>
                </a:cubicBezTo>
                <a:lnTo>
                  <a:pt x="1025776" y="103544"/>
                </a:lnTo>
                <a:moveTo>
                  <a:pt x="1002459" y="67359"/>
                </a:moveTo>
                <a:cubicBezTo>
                  <a:pt x="1002229" y="58551"/>
                  <a:pt x="1001077" y="51988"/>
                  <a:pt x="999004" y="47670"/>
                </a:cubicBezTo>
                <a:cubicBezTo>
                  <a:pt x="996932" y="43352"/>
                  <a:pt x="993593" y="41193"/>
                  <a:pt x="988987" y="41193"/>
                </a:cubicBezTo>
                <a:cubicBezTo>
                  <a:pt x="984554" y="41193"/>
                  <a:pt x="981028" y="43438"/>
                  <a:pt x="978408" y="47929"/>
                </a:cubicBezTo>
                <a:cubicBezTo>
                  <a:pt x="975789" y="52419"/>
                  <a:pt x="974220" y="58896"/>
                  <a:pt x="973702" y="67359"/>
                </a:cubicBezTo>
                <a:lnTo>
                  <a:pt x="1002459" y="67359"/>
                </a:lnTo>
                <a:close/>
                <a:moveTo>
                  <a:pt x="1091105" y="71936"/>
                </a:moveTo>
                <a:lnTo>
                  <a:pt x="1111313" y="100607"/>
                </a:lnTo>
                <a:cubicBezTo>
                  <a:pt x="1113213" y="103313"/>
                  <a:pt x="1114897" y="105544"/>
                  <a:pt x="1116365" y="107300"/>
                </a:cubicBezTo>
                <a:cubicBezTo>
                  <a:pt x="1117833" y="109056"/>
                  <a:pt x="1119272" y="110423"/>
                  <a:pt x="1120683" y="111402"/>
                </a:cubicBezTo>
                <a:cubicBezTo>
                  <a:pt x="1122093" y="112381"/>
                  <a:pt x="1123633" y="113101"/>
                  <a:pt x="1125303" y="113561"/>
                </a:cubicBezTo>
                <a:lnTo>
                  <a:pt x="1125303" y="119261"/>
                </a:lnTo>
                <a:lnTo>
                  <a:pt x="1083246" y="119261"/>
                </a:lnTo>
                <a:lnTo>
                  <a:pt x="1083246" y="113561"/>
                </a:lnTo>
                <a:cubicBezTo>
                  <a:pt x="1086816" y="113158"/>
                  <a:pt x="1088600" y="111661"/>
                  <a:pt x="1088600" y="109071"/>
                </a:cubicBezTo>
                <a:cubicBezTo>
                  <a:pt x="1088600" y="108380"/>
                  <a:pt x="1088514" y="107732"/>
                  <a:pt x="1088341" y="107127"/>
                </a:cubicBezTo>
                <a:cubicBezTo>
                  <a:pt x="1088169" y="106523"/>
                  <a:pt x="1087910" y="105918"/>
                  <a:pt x="1087564" y="105314"/>
                </a:cubicBezTo>
                <a:cubicBezTo>
                  <a:pt x="1087219" y="104709"/>
                  <a:pt x="1086528" y="103659"/>
                  <a:pt x="1085492" y="102162"/>
                </a:cubicBezTo>
                <a:lnTo>
                  <a:pt x="1075733" y="88172"/>
                </a:lnTo>
                <a:lnTo>
                  <a:pt x="1066665" y="99312"/>
                </a:lnTo>
                <a:cubicBezTo>
                  <a:pt x="1064708" y="101673"/>
                  <a:pt x="1063485" y="103400"/>
                  <a:pt x="1062995" y="104494"/>
                </a:cubicBezTo>
                <a:cubicBezTo>
                  <a:pt x="1062506" y="105587"/>
                  <a:pt x="1062261" y="106825"/>
                  <a:pt x="1062261" y="108207"/>
                </a:cubicBezTo>
                <a:cubicBezTo>
                  <a:pt x="1062261" y="109589"/>
                  <a:pt x="1062779" y="110769"/>
                  <a:pt x="1063816" y="111748"/>
                </a:cubicBezTo>
                <a:cubicBezTo>
                  <a:pt x="1064852" y="112726"/>
                  <a:pt x="1066493" y="113331"/>
                  <a:pt x="1068738" y="113561"/>
                </a:cubicBezTo>
                <a:lnTo>
                  <a:pt x="1068738" y="119261"/>
                </a:lnTo>
                <a:lnTo>
                  <a:pt x="1035490" y="119261"/>
                </a:lnTo>
                <a:lnTo>
                  <a:pt x="1035490" y="113561"/>
                </a:lnTo>
                <a:cubicBezTo>
                  <a:pt x="1037966" y="113043"/>
                  <a:pt x="1040456" y="111776"/>
                  <a:pt x="1042960" y="109761"/>
                </a:cubicBezTo>
                <a:cubicBezTo>
                  <a:pt x="1045465" y="107746"/>
                  <a:pt x="1048501" y="104695"/>
                  <a:pt x="1052071" y="100607"/>
                </a:cubicBezTo>
                <a:lnTo>
                  <a:pt x="1070120" y="80141"/>
                </a:lnTo>
                <a:lnTo>
                  <a:pt x="1049826" y="51470"/>
                </a:lnTo>
                <a:cubicBezTo>
                  <a:pt x="1048559" y="49627"/>
                  <a:pt x="1047465" y="48116"/>
                  <a:pt x="1046544" y="46936"/>
                </a:cubicBezTo>
                <a:cubicBezTo>
                  <a:pt x="1045623" y="45756"/>
                  <a:pt x="1044673" y="44633"/>
                  <a:pt x="1043694" y="43568"/>
                </a:cubicBezTo>
                <a:cubicBezTo>
                  <a:pt x="1042715" y="42503"/>
                  <a:pt x="1041837" y="41668"/>
                  <a:pt x="1041060" y="41063"/>
                </a:cubicBezTo>
                <a:cubicBezTo>
                  <a:pt x="1040283" y="40459"/>
                  <a:pt x="1039563" y="40027"/>
                  <a:pt x="1038901" y="39768"/>
                </a:cubicBezTo>
                <a:cubicBezTo>
                  <a:pt x="1038239" y="39509"/>
                  <a:pt x="1037592" y="39351"/>
                  <a:pt x="1036958" y="39293"/>
                </a:cubicBezTo>
                <a:lnTo>
                  <a:pt x="1036958" y="33593"/>
                </a:lnTo>
                <a:lnTo>
                  <a:pt x="1078756" y="33593"/>
                </a:lnTo>
                <a:lnTo>
                  <a:pt x="1078756" y="39293"/>
                </a:lnTo>
                <a:cubicBezTo>
                  <a:pt x="1075129" y="40041"/>
                  <a:pt x="1073315" y="41653"/>
                  <a:pt x="1073315" y="44129"/>
                </a:cubicBezTo>
                <a:cubicBezTo>
                  <a:pt x="1073315" y="45108"/>
                  <a:pt x="1073574" y="46130"/>
                  <a:pt x="1074092" y="47195"/>
                </a:cubicBezTo>
                <a:cubicBezTo>
                  <a:pt x="1074610" y="48260"/>
                  <a:pt x="1075445" y="49598"/>
                  <a:pt x="1076597" y="51210"/>
                </a:cubicBezTo>
                <a:lnTo>
                  <a:pt x="1085492" y="63905"/>
                </a:lnTo>
                <a:lnTo>
                  <a:pt x="1094300" y="52938"/>
                </a:lnTo>
                <a:cubicBezTo>
                  <a:pt x="1095682" y="51210"/>
                  <a:pt x="1096646" y="49757"/>
                  <a:pt x="1097193" y="48577"/>
                </a:cubicBezTo>
                <a:cubicBezTo>
                  <a:pt x="1097740" y="47396"/>
                  <a:pt x="1098014" y="46173"/>
                  <a:pt x="1098014" y="44906"/>
                </a:cubicBezTo>
                <a:cubicBezTo>
                  <a:pt x="1098014" y="43294"/>
                  <a:pt x="1097423" y="41985"/>
                  <a:pt x="1096243" y="40977"/>
                </a:cubicBezTo>
                <a:cubicBezTo>
                  <a:pt x="1095063" y="39969"/>
                  <a:pt x="1093465" y="39408"/>
                  <a:pt x="1091450" y="39293"/>
                </a:cubicBezTo>
                <a:lnTo>
                  <a:pt x="1091450" y="33593"/>
                </a:lnTo>
                <a:lnTo>
                  <a:pt x="1124353" y="33593"/>
                </a:lnTo>
                <a:lnTo>
                  <a:pt x="1124353" y="39293"/>
                </a:lnTo>
                <a:cubicBezTo>
                  <a:pt x="1121762" y="39926"/>
                  <a:pt x="1119373" y="41150"/>
                  <a:pt x="1117185" y="42963"/>
                </a:cubicBezTo>
                <a:cubicBezTo>
                  <a:pt x="1114997" y="44777"/>
                  <a:pt x="1111831" y="48188"/>
                  <a:pt x="1107686" y="53197"/>
                </a:cubicBezTo>
                <a:lnTo>
                  <a:pt x="1091105" y="71936"/>
                </a:lnTo>
                <a:close/>
                <a:moveTo>
                  <a:pt x="1193457" y="108898"/>
                </a:moveTo>
                <a:cubicBezTo>
                  <a:pt x="1188391" y="113216"/>
                  <a:pt x="1183785" y="116253"/>
                  <a:pt x="1179640" y="118009"/>
                </a:cubicBezTo>
                <a:cubicBezTo>
                  <a:pt x="1175494" y="119765"/>
                  <a:pt x="1171119" y="120643"/>
                  <a:pt x="1166513" y="120643"/>
                </a:cubicBezTo>
                <a:cubicBezTo>
                  <a:pt x="1157935" y="120643"/>
                  <a:pt x="1151530" y="118325"/>
                  <a:pt x="1147298" y="113691"/>
                </a:cubicBezTo>
                <a:cubicBezTo>
                  <a:pt x="1143067" y="109056"/>
                  <a:pt x="1140951" y="102047"/>
                  <a:pt x="1140951" y="92662"/>
                </a:cubicBezTo>
                <a:lnTo>
                  <a:pt x="1140951" y="44388"/>
                </a:lnTo>
                <a:lnTo>
                  <a:pt x="1130156" y="44388"/>
                </a:lnTo>
                <a:lnTo>
                  <a:pt x="1130156" y="38429"/>
                </a:lnTo>
                <a:cubicBezTo>
                  <a:pt x="1133668" y="37854"/>
                  <a:pt x="1136259" y="36990"/>
                  <a:pt x="1137928" y="35839"/>
                </a:cubicBezTo>
                <a:cubicBezTo>
                  <a:pt x="1139598" y="34687"/>
                  <a:pt x="1140893" y="33147"/>
                  <a:pt x="1141815" y="31219"/>
                </a:cubicBezTo>
                <a:cubicBezTo>
                  <a:pt x="1142736" y="29290"/>
                  <a:pt x="1143470" y="26771"/>
                  <a:pt x="1144017" y="23662"/>
                </a:cubicBezTo>
                <a:cubicBezTo>
                  <a:pt x="1144564" y="20553"/>
                  <a:pt x="1144981" y="16667"/>
                  <a:pt x="1145269" y="12004"/>
                </a:cubicBezTo>
                <a:lnTo>
                  <a:pt x="1165909" y="12004"/>
                </a:lnTo>
                <a:lnTo>
                  <a:pt x="1165909" y="33593"/>
                </a:lnTo>
                <a:lnTo>
                  <a:pt x="1190521" y="33593"/>
                </a:lnTo>
                <a:lnTo>
                  <a:pt x="1190521" y="44388"/>
                </a:lnTo>
                <a:lnTo>
                  <a:pt x="1165909" y="44388"/>
                </a:lnTo>
                <a:lnTo>
                  <a:pt x="1165909" y="83336"/>
                </a:lnTo>
                <a:cubicBezTo>
                  <a:pt x="1165909" y="89841"/>
                  <a:pt x="1166211" y="94649"/>
                  <a:pt x="1166815" y="97758"/>
                </a:cubicBezTo>
                <a:cubicBezTo>
                  <a:pt x="1167420" y="100867"/>
                  <a:pt x="1168442" y="103155"/>
                  <a:pt x="1169881" y="104623"/>
                </a:cubicBezTo>
                <a:cubicBezTo>
                  <a:pt x="1171320" y="106091"/>
                  <a:pt x="1173105" y="106825"/>
                  <a:pt x="1175235" y="106825"/>
                </a:cubicBezTo>
                <a:cubicBezTo>
                  <a:pt x="1176847" y="106825"/>
                  <a:pt x="1178287" y="106681"/>
                  <a:pt x="1179553" y="106393"/>
                </a:cubicBezTo>
                <a:cubicBezTo>
                  <a:pt x="1180820" y="106106"/>
                  <a:pt x="1182158" y="105587"/>
                  <a:pt x="1183569" y="104839"/>
                </a:cubicBezTo>
                <a:cubicBezTo>
                  <a:pt x="1184979" y="104091"/>
                  <a:pt x="1186462" y="103025"/>
                  <a:pt x="1188016" y="101644"/>
                </a:cubicBezTo>
                <a:lnTo>
                  <a:pt x="1193457" y="1088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A68BA-9B13-4559-9E62-DB2930B7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932" y="759592"/>
            <a:ext cx="782908" cy="271188"/>
          </a:xfrm>
          <a:custGeom xmlns:a="http://schemas.openxmlformats.org/drawingml/2006/main">
            <a:pathLst>
              <a:path w="782908" h="271188">
                <a:moveTo>
                  <a:pt x="0" y="131664"/>
                </a:moveTo>
                <a:cubicBezTo>
                  <a:pt x="0" y="58954"/>
                  <a:pt x="58954" y="0"/>
                  <a:pt x="131664" y="0"/>
                </a:cubicBezTo>
                <a:lnTo>
                  <a:pt x="651245" y="0"/>
                </a:lnTo>
                <a:cubicBezTo>
                  <a:pt x="723954" y="0"/>
                  <a:pt x="782908" y="58954"/>
                  <a:pt x="782908" y="131664"/>
                </a:cubicBezTo>
                <a:lnTo>
                  <a:pt x="782908" y="139524"/>
                </a:lnTo>
                <a:cubicBezTo>
                  <a:pt x="782908" y="212234"/>
                  <a:pt x="723954" y="271188"/>
                  <a:pt x="651245" y="271188"/>
                </a:cubicBezTo>
                <a:lnTo>
                  <a:pt x="131664" y="271188"/>
                </a:lnTo>
                <a:cubicBezTo>
                  <a:pt x="58954" y="271188"/>
                  <a:pt x="0" y="212234"/>
                  <a:pt x="0" y="139524"/>
                </a:cubicBezTo>
                <a:lnTo>
                  <a:pt x="0" y="131664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D2A1C-230E-4B83-B7F8-2914353C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932" y="759592"/>
            <a:ext cx="782908" cy="271188"/>
          </a:xfrm>
          <a:custGeom xmlns:a="http://schemas.openxmlformats.org/drawingml/2006/main">
            <a:pathLst>
              <a:path w="782908" h="271188" fill="none">
                <a:moveTo>
                  <a:pt x="0" y="131664"/>
                </a:moveTo>
                <a:cubicBezTo>
                  <a:pt x="0" y="58954"/>
                  <a:pt x="58954" y="0"/>
                  <a:pt x="131664" y="0"/>
                </a:cubicBezTo>
                <a:lnTo>
                  <a:pt x="651245" y="0"/>
                </a:lnTo>
                <a:cubicBezTo>
                  <a:pt x="723954" y="0"/>
                  <a:pt x="782908" y="58954"/>
                  <a:pt x="782908" y="131664"/>
                </a:cubicBezTo>
                <a:lnTo>
                  <a:pt x="782908" y="139524"/>
                </a:lnTo>
                <a:cubicBezTo>
                  <a:pt x="782908" y="212234"/>
                  <a:pt x="723954" y="271188"/>
                  <a:pt x="651245" y="271188"/>
                </a:cubicBezTo>
                <a:lnTo>
                  <a:pt x="131664" y="271188"/>
                </a:lnTo>
                <a:cubicBezTo>
                  <a:pt x="58954" y="271188"/>
                  <a:pt x="0" y="212234"/>
                  <a:pt x="0" y="139524"/>
                </a:cubicBezTo>
                <a:lnTo>
                  <a:pt x="0" y="1316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F7F7F"/>
            </a:solidFill>
            <a:round/>
          </a:ln>
        </p:spPr>
      </p:sp>
      <p:sp>
        <p:nvSpPr>
          <p:cNvPr id="16" name="Text conn">
            <a:extLst xmlns:a="http://schemas.openxmlformats.org/drawingml/2006/main">
              <a:ext uri="{FF2B5EF4-FFF2-40B4-BE49-F238E27FC236}">
                <a16:creationId xmlns:a16="http://schemas.microsoft.com/office/drawing/2014/main" id="{D17B52C0-6B5D-4E0A-A2B8-8FC10E47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388" y="858784"/>
            <a:ext cx="347275" cy="90057"/>
          </a:xfrm>
          <a:custGeom xmlns:a="http://schemas.openxmlformats.org/drawingml/2006/main">
            <a:pathLst>
              <a:path w="347275" h="90057">
                <a:moveTo>
                  <a:pt x="189280" y="1579"/>
                </a:moveTo>
                <a:lnTo>
                  <a:pt x="189280" y="88478"/>
                </a:lnTo>
                <a:lnTo>
                  <a:pt x="203501" y="88478"/>
                </a:lnTo>
                <a:lnTo>
                  <a:pt x="203501" y="33178"/>
                </a:lnTo>
                <a:lnTo>
                  <a:pt x="203510" y="32343"/>
                </a:lnTo>
                <a:lnTo>
                  <a:pt x="203537" y="31525"/>
                </a:lnTo>
                <a:lnTo>
                  <a:pt x="203582" y="30722"/>
                </a:lnTo>
                <a:lnTo>
                  <a:pt x="203644" y="29935"/>
                </a:lnTo>
                <a:lnTo>
                  <a:pt x="203724" y="29164"/>
                </a:lnTo>
                <a:lnTo>
                  <a:pt x="203822" y="28409"/>
                </a:lnTo>
                <a:lnTo>
                  <a:pt x="203938" y="27670"/>
                </a:lnTo>
                <a:lnTo>
                  <a:pt x="204072" y="26946"/>
                </a:lnTo>
                <a:lnTo>
                  <a:pt x="204223" y="26239"/>
                </a:lnTo>
                <a:lnTo>
                  <a:pt x="204392" y="25548"/>
                </a:lnTo>
                <a:lnTo>
                  <a:pt x="204580" y="24872"/>
                </a:lnTo>
                <a:lnTo>
                  <a:pt x="204784" y="24213"/>
                </a:lnTo>
                <a:lnTo>
                  <a:pt x="205007" y="23569"/>
                </a:lnTo>
                <a:lnTo>
                  <a:pt x="205248" y="22941"/>
                </a:lnTo>
                <a:lnTo>
                  <a:pt x="205506" y="22329"/>
                </a:lnTo>
                <a:lnTo>
                  <a:pt x="205782" y="21733"/>
                </a:lnTo>
                <a:lnTo>
                  <a:pt x="206077" y="21153"/>
                </a:lnTo>
                <a:lnTo>
                  <a:pt x="206388" y="20589"/>
                </a:lnTo>
                <a:lnTo>
                  <a:pt x="206718" y="20041"/>
                </a:lnTo>
                <a:lnTo>
                  <a:pt x="207066" y="19509"/>
                </a:lnTo>
                <a:lnTo>
                  <a:pt x="207431" y="18992"/>
                </a:lnTo>
                <a:lnTo>
                  <a:pt x="207814" y="18492"/>
                </a:lnTo>
                <a:lnTo>
                  <a:pt x="208215" y="18007"/>
                </a:lnTo>
                <a:lnTo>
                  <a:pt x="208634" y="17539"/>
                </a:lnTo>
                <a:lnTo>
                  <a:pt x="209068" y="17088"/>
                </a:lnTo>
                <a:lnTo>
                  <a:pt x="209516" y="16655"/>
                </a:lnTo>
                <a:lnTo>
                  <a:pt x="209976" y="16243"/>
                </a:lnTo>
                <a:lnTo>
                  <a:pt x="210449" y="15849"/>
                </a:lnTo>
                <a:lnTo>
                  <a:pt x="210935" y="15475"/>
                </a:lnTo>
                <a:lnTo>
                  <a:pt x="211434" y="15119"/>
                </a:lnTo>
                <a:lnTo>
                  <a:pt x="211945" y="14783"/>
                </a:lnTo>
                <a:lnTo>
                  <a:pt x="212470" y="14466"/>
                </a:lnTo>
                <a:lnTo>
                  <a:pt x="213007" y="14169"/>
                </a:lnTo>
                <a:lnTo>
                  <a:pt x="213558" y="13890"/>
                </a:lnTo>
                <a:lnTo>
                  <a:pt x="214121" y="13631"/>
                </a:lnTo>
                <a:lnTo>
                  <a:pt x="214697" y="13391"/>
                </a:lnTo>
                <a:lnTo>
                  <a:pt x="215286" y="13170"/>
                </a:lnTo>
                <a:lnTo>
                  <a:pt x="215888" y="12969"/>
                </a:lnTo>
                <a:lnTo>
                  <a:pt x="216503" y="12786"/>
                </a:lnTo>
                <a:lnTo>
                  <a:pt x="217131" y="12623"/>
                </a:lnTo>
                <a:lnTo>
                  <a:pt x="217771" y="12479"/>
                </a:lnTo>
                <a:lnTo>
                  <a:pt x="218425" y="12354"/>
                </a:lnTo>
                <a:lnTo>
                  <a:pt x="219091" y="12248"/>
                </a:lnTo>
                <a:lnTo>
                  <a:pt x="219771" y="12162"/>
                </a:lnTo>
                <a:lnTo>
                  <a:pt x="220463" y="12095"/>
                </a:lnTo>
                <a:lnTo>
                  <a:pt x="221168" y="12047"/>
                </a:lnTo>
                <a:lnTo>
                  <a:pt x="221886" y="12018"/>
                </a:lnTo>
                <a:lnTo>
                  <a:pt x="222617" y="12008"/>
                </a:lnTo>
                <a:lnTo>
                  <a:pt x="223322" y="12018"/>
                </a:lnTo>
                <a:lnTo>
                  <a:pt x="224014" y="12045"/>
                </a:lnTo>
                <a:lnTo>
                  <a:pt x="224694" y="12091"/>
                </a:lnTo>
                <a:lnTo>
                  <a:pt x="225362" y="12155"/>
                </a:lnTo>
                <a:lnTo>
                  <a:pt x="226017" y="12238"/>
                </a:lnTo>
                <a:lnTo>
                  <a:pt x="226661" y="12339"/>
                </a:lnTo>
                <a:lnTo>
                  <a:pt x="227291" y="12459"/>
                </a:lnTo>
                <a:lnTo>
                  <a:pt x="227910" y="12596"/>
                </a:lnTo>
                <a:lnTo>
                  <a:pt x="228516" y="12753"/>
                </a:lnTo>
                <a:lnTo>
                  <a:pt x="229109" y="12927"/>
                </a:lnTo>
                <a:lnTo>
                  <a:pt x="229691" y="13120"/>
                </a:lnTo>
                <a:lnTo>
                  <a:pt x="230260" y="13331"/>
                </a:lnTo>
                <a:lnTo>
                  <a:pt x="230816" y="13561"/>
                </a:lnTo>
                <a:lnTo>
                  <a:pt x="231361" y="13809"/>
                </a:lnTo>
                <a:lnTo>
                  <a:pt x="231893" y="14075"/>
                </a:lnTo>
                <a:lnTo>
                  <a:pt x="232412" y="14360"/>
                </a:lnTo>
                <a:lnTo>
                  <a:pt x="232920" y="14663"/>
                </a:lnTo>
                <a:lnTo>
                  <a:pt x="233415" y="14985"/>
                </a:lnTo>
                <a:lnTo>
                  <a:pt x="233897" y="15325"/>
                </a:lnTo>
                <a:lnTo>
                  <a:pt x="234367" y="15683"/>
                </a:lnTo>
                <a:lnTo>
                  <a:pt x="234825" y="16060"/>
                </a:lnTo>
                <a:lnTo>
                  <a:pt x="235271" y="16455"/>
                </a:lnTo>
                <a:lnTo>
                  <a:pt x="235704" y="16868"/>
                </a:lnTo>
                <a:lnTo>
                  <a:pt x="236125" y="17300"/>
                </a:lnTo>
                <a:lnTo>
                  <a:pt x="236531" y="17749"/>
                </a:lnTo>
                <a:lnTo>
                  <a:pt x="236920" y="18215"/>
                </a:lnTo>
                <a:lnTo>
                  <a:pt x="237292" y="18696"/>
                </a:lnTo>
                <a:lnTo>
                  <a:pt x="237646" y="19194"/>
                </a:lnTo>
                <a:lnTo>
                  <a:pt x="237983" y="19707"/>
                </a:lnTo>
                <a:lnTo>
                  <a:pt x="238303" y="20237"/>
                </a:lnTo>
                <a:lnTo>
                  <a:pt x="238605" y="20784"/>
                </a:lnTo>
                <a:lnTo>
                  <a:pt x="238891" y="21346"/>
                </a:lnTo>
                <a:lnTo>
                  <a:pt x="239158" y="21925"/>
                </a:lnTo>
                <a:lnTo>
                  <a:pt x="239409" y="22519"/>
                </a:lnTo>
                <a:lnTo>
                  <a:pt x="239642" y="23130"/>
                </a:lnTo>
                <a:lnTo>
                  <a:pt x="239859" y="23758"/>
                </a:lnTo>
                <a:lnTo>
                  <a:pt x="240057" y="24401"/>
                </a:lnTo>
                <a:lnTo>
                  <a:pt x="240239" y="25060"/>
                </a:lnTo>
                <a:lnTo>
                  <a:pt x="240403" y="25736"/>
                </a:lnTo>
                <a:lnTo>
                  <a:pt x="240550" y="26428"/>
                </a:lnTo>
                <a:lnTo>
                  <a:pt x="240680" y="27136"/>
                </a:lnTo>
                <a:lnTo>
                  <a:pt x="240792" y="27861"/>
                </a:lnTo>
                <a:lnTo>
                  <a:pt x="240887" y="28601"/>
                </a:lnTo>
                <a:lnTo>
                  <a:pt x="240965" y="29358"/>
                </a:lnTo>
                <a:lnTo>
                  <a:pt x="241025" y="30131"/>
                </a:lnTo>
                <a:lnTo>
                  <a:pt x="241069" y="30920"/>
                </a:lnTo>
                <a:lnTo>
                  <a:pt x="241094" y="31725"/>
                </a:lnTo>
                <a:lnTo>
                  <a:pt x="241103" y="32546"/>
                </a:lnTo>
                <a:lnTo>
                  <a:pt x="241103" y="88478"/>
                </a:lnTo>
                <a:lnTo>
                  <a:pt x="255322" y="88478"/>
                </a:lnTo>
                <a:lnTo>
                  <a:pt x="255322" y="30020"/>
                </a:lnTo>
                <a:lnTo>
                  <a:pt x="255309" y="28871"/>
                </a:lnTo>
                <a:lnTo>
                  <a:pt x="255268" y="27743"/>
                </a:lnTo>
                <a:lnTo>
                  <a:pt x="255201" y="26635"/>
                </a:lnTo>
                <a:lnTo>
                  <a:pt x="255107" y="25548"/>
                </a:lnTo>
                <a:lnTo>
                  <a:pt x="254986" y="24480"/>
                </a:lnTo>
                <a:lnTo>
                  <a:pt x="254838" y="23433"/>
                </a:lnTo>
                <a:lnTo>
                  <a:pt x="254664" y="22407"/>
                </a:lnTo>
                <a:lnTo>
                  <a:pt x="254462" y="21400"/>
                </a:lnTo>
                <a:lnTo>
                  <a:pt x="254234" y="20414"/>
                </a:lnTo>
                <a:lnTo>
                  <a:pt x="253978" y="19449"/>
                </a:lnTo>
                <a:lnTo>
                  <a:pt x="253696" y="18503"/>
                </a:lnTo>
                <a:lnTo>
                  <a:pt x="253387" y="17578"/>
                </a:lnTo>
                <a:lnTo>
                  <a:pt x="253051" y="16673"/>
                </a:lnTo>
                <a:lnTo>
                  <a:pt x="252688" y="15789"/>
                </a:lnTo>
                <a:lnTo>
                  <a:pt x="252298" y="14924"/>
                </a:lnTo>
                <a:lnTo>
                  <a:pt x="251882" y="14080"/>
                </a:lnTo>
                <a:lnTo>
                  <a:pt x="251438" y="13257"/>
                </a:lnTo>
                <a:lnTo>
                  <a:pt x="250968" y="12453"/>
                </a:lnTo>
                <a:lnTo>
                  <a:pt x="250471" y="11670"/>
                </a:lnTo>
                <a:lnTo>
                  <a:pt x="249946" y="10907"/>
                </a:lnTo>
                <a:lnTo>
                  <a:pt x="249395" y="10165"/>
                </a:lnTo>
                <a:lnTo>
                  <a:pt x="248817" y="9443"/>
                </a:lnTo>
                <a:lnTo>
                  <a:pt x="248213" y="8741"/>
                </a:lnTo>
                <a:lnTo>
                  <a:pt x="247581" y="8059"/>
                </a:lnTo>
                <a:lnTo>
                  <a:pt x="246927" y="7402"/>
                </a:lnTo>
                <a:lnTo>
                  <a:pt x="246254" y="6772"/>
                </a:lnTo>
                <a:lnTo>
                  <a:pt x="245562" y="6171"/>
                </a:lnTo>
                <a:lnTo>
                  <a:pt x="244851" y="5597"/>
                </a:lnTo>
                <a:lnTo>
                  <a:pt x="244122" y="5051"/>
                </a:lnTo>
                <a:lnTo>
                  <a:pt x="243375" y="4533"/>
                </a:lnTo>
                <a:lnTo>
                  <a:pt x="242608" y="4044"/>
                </a:lnTo>
                <a:lnTo>
                  <a:pt x="241823" y="3582"/>
                </a:lnTo>
                <a:lnTo>
                  <a:pt x="241019" y="3148"/>
                </a:lnTo>
                <a:lnTo>
                  <a:pt x="240197" y="2742"/>
                </a:lnTo>
                <a:lnTo>
                  <a:pt x="239356" y="2365"/>
                </a:lnTo>
                <a:lnTo>
                  <a:pt x="238496" y="2015"/>
                </a:lnTo>
                <a:lnTo>
                  <a:pt x="237618" y="1693"/>
                </a:lnTo>
                <a:lnTo>
                  <a:pt x="236721" y="1399"/>
                </a:lnTo>
                <a:lnTo>
                  <a:pt x="235805" y="1133"/>
                </a:lnTo>
                <a:lnTo>
                  <a:pt x="234871" y="895"/>
                </a:lnTo>
                <a:lnTo>
                  <a:pt x="233918" y="686"/>
                </a:lnTo>
                <a:lnTo>
                  <a:pt x="232947" y="504"/>
                </a:lnTo>
                <a:lnTo>
                  <a:pt x="231956" y="350"/>
                </a:lnTo>
                <a:lnTo>
                  <a:pt x="230947" y="224"/>
                </a:lnTo>
                <a:lnTo>
                  <a:pt x="229920" y="126"/>
                </a:lnTo>
                <a:lnTo>
                  <a:pt x="228873" y="56"/>
                </a:lnTo>
                <a:lnTo>
                  <a:pt x="227808" y="14"/>
                </a:lnTo>
                <a:lnTo>
                  <a:pt x="226725" y="0"/>
                </a:lnTo>
                <a:lnTo>
                  <a:pt x="225825" y="10"/>
                </a:lnTo>
                <a:lnTo>
                  <a:pt x="224941" y="39"/>
                </a:lnTo>
                <a:lnTo>
                  <a:pt x="224074" y="88"/>
                </a:lnTo>
                <a:lnTo>
                  <a:pt x="223223" y="156"/>
                </a:lnTo>
                <a:lnTo>
                  <a:pt x="222388" y="243"/>
                </a:lnTo>
                <a:lnTo>
                  <a:pt x="221570" y="351"/>
                </a:lnTo>
                <a:lnTo>
                  <a:pt x="220769" y="477"/>
                </a:lnTo>
                <a:lnTo>
                  <a:pt x="219984" y="623"/>
                </a:lnTo>
                <a:lnTo>
                  <a:pt x="219215" y="789"/>
                </a:lnTo>
                <a:lnTo>
                  <a:pt x="218463" y="974"/>
                </a:lnTo>
                <a:lnTo>
                  <a:pt x="217727" y="1178"/>
                </a:lnTo>
                <a:lnTo>
                  <a:pt x="217008" y="1403"/>
                </a:lnTo>
                <a:lnTo>
                  <a:pt x="216305" y="1646"/>
                </a:lnTo>
                <a:lnTo>
                  <a:pt x="215619" y="1909"/>
                </a:lnTo>
                <a:lnTo>
                  <a:pt x="214949" y="2191"/>
                </a:lnTo>
                <a:lnTo>
                  <a:pt x="214296" y="2493"/>
                </a:lnTo>
                <a:lnTo>
                  <a:pt x="213659" y="2815"/>
                </a:lnTo>
                <a:lnTo>
                  <a:pt x="213038" y="3156"/>
                </a:lnTo>
                <a:lnTo>
                  <a:pt x="212434" y="3516"/>
                </a:lnTo>
                <a:lnTo>
                  <a:pt x="211847" y="3896"/>
                </a:lnTo>
                <a:lnTo>
                  <a:pt x="211276" y="4295"/>
                </a:lnTo>
                <a:lnTo>
                  <a:pt x="210721" y="4714"/>
                </a:lnTo>
                <a:lnTo>
                  <a:pt x="210183" y="5152"/>
                </a:lnTo>
                <a:lnTo>
                  <a:pt x="209661" y="5610"/>
                </a:lnTo>
                <a:lnTo>
                  <a:pt x="209158" y="6085"/>
                </a:lnTo>
                <a:lnTo>
                  <a:pt x="208677" y="6577"/>
                </a:lnTo>
                <a:lnTo>
                  <a:pt x="208217" y="7085"/>
                </a:lnTo>
                <a:lnTo>
                  <a:pt x="207779" y="7609"/>
                </a:lnTo>
                <a:lnTo>
                  <a:pt x="207362" y="8149"/>
                </a:lnTo>
                <a:lnTo>
                  <a:pt x="206966" y="8705"/>
                </a:lnTo>
                <a:lnTo>
                  <a:pt x="206592" y="9278"/>
                </a:lnTo>
                <a:lnTo>
                  <a:pt x="206239" y="9866"/>
                </a:lnTo>
                <a:lnTo>
                  <a:pt x="205907" y="10471"/>
                </a:lnTo>
                <a:lnTo>
                  <a:pt x="205597" y="11092"/>
                </a:lnTo>
                <a:lnTo>
                  <a:pt x="205309" y="11730"/>
                </a:lnTo>
                <a:lnTo>
                  <a:pt x="205041" y="12383"/>
                </a:lnTo>
                <a:lnTo>
                  <a:pt x="204795" y="13053"/>
                </a:lnTo>
                <a:lnTo>
                  <a:pt x="204571" y="13739"/>
                </a:lnTo>
                <a:lnTo>
                  <a:pt x="204368" y="14441"/>
                </a:lnTo>
                <a:lnTo>
                  <a:pt x="204186" y="15159"/>
                </a:lnTo>
                <a:lnTo>
                  <a:pt x="204025" y="15893"/>
                </a:lnTo>
                <a:lnTo>
                  <a:pt x="203886" y="16644"/>
                </a:lnTo>
                <a:lnTo>
                  <a:pt x="203769" y="17411"/>
                </a:lnTo>
                <a:lnTo>
                  <a:pt x="203676" y="18168"/>
                </a:lnTo>
                <a:lnTo>
                  <a:pt x="203501" y="18168"/>
                </a:lnTo>
                <a:lnTo>
                  <a:pt x="203501" y="1579"/>
                </a:lnTo>
                <a:lnTo>
                  <a:pt x="189280" y="1579"/>
                </a:lnTo>
                <a:close/>
                <a:moveTo>
                  <a:pt x="295454" y="1579"/>
                </a:moveTo>
                <a:lnTo>
                  <a:pt x="281232" y="1579"/>
                </a:lnTo>
                <a:lnTo>
                  <a:pt x="281232" y="88478"/>
                </a:lnTo>
                <a:lnTo>
                  <a:pt x="295454" y="88478"/>
                </a:lnTo>
                <a:lnTo>
                  <a:pt x="295454" y="33178"/>
                </a:lnTo>
                <a:lnTo>
                  <a:pt x="295463" y="32343"/>
                </a:lnTo>
                <a:lnTo>
                  <a:pt x="295490" y="31525"/>
                </a:lnTo>
                <a:lnTo>
                  <a:pt x="295534" y="30722"/>
                </a:lnTo>
                <a:lnTo>
                  <a:pt x="295597" y="29935"/>
                </a:lnTo>
                <a:lnTo>
                  <a:pt x="295677" y="29164"/>
                </a:lnTo>
                <a:lnTo>
                  <a:pt x="295775" y="28409"/>
                </a:lnTo>
                <a:lnTo>
                  <a:pt x="295891" y="27670"/>
                </a:lnTo>
                <a:lnTo>
                  <a:pt x="296024" y="26946"/>
                </a:lnTo>
                <a:lnTo>
                  <a:pt x="296176" y="26239"/>
                </a:lnTo>
                <a:lnTo>
                  <a:pt x="296345" y="25548"/>
                </a:lnTo>
                <a:lnTo>
                  <a:pt x="296532" y="24872"/>
                </a:lnTo>
                <a:lnTo>
                  <a:pt x="296737" y="24213"/>
                </a:lnTo>
                <a:lnTo>
                  <a:pt x="296960" y="23569"/>
                </a:lnTo>
                <a:lnTo>
                  <a:pt x="297200" y="22941"/>
                </a:lnTo>
                <a:lnTo>
                  <a:pt x="297459" y="22329"/>
                </a:lnTo>
                <a:lnTo>
                  <a:pt x="297735" y="21733"/>
                </a:lnTo>
                <a:lnTo>
                  <a:pt x="298029" y="21153"/>
                </a:lnTo>
                <a:lnTo>
                  <a:pt x="298341" y="20589"/>
                </a:lnTo>
                <a:lnTo>
                  <a:pt x="298671" y="20041"/>
                </a:lnTo>
                <a:lnTo>
                  <a:pt x="299018" y="19509"/>
                </a:lnTo>
                <a:lnTo>
                  <a:pt x="299384" y="18992"/>
                </a:lnTo>
                <a:lnTo>
                  <a:pt x="299767" y="18492"/>
                </a:lnTo>
                <a:lnTo>
                  <a:pt x="300168" y="18007"/>
                </a:lnTo>
                <a:lnTo>
                  <a:pt x="300587" y="17539"/>
                </a:lnTo>
                <a:lnTo>
                  <a:pt x="301021" y="17088"/>
                </a:lnTo>
                <a:lnTo>
                  <a:pt x="301468" y="16655"/>
                </a:lnTo>
                <a:lnTo>
                  <a:pt x="301928" y="16243"/>
                </a:lnTo>
                <a:lnTo>
                  <a:pt x="302401" y="15849"/>
                </a:lnTo>
                <a:lnTo>
                  <a:pt x="302887" y="15475"/>
                </a:lnTo>
                <a:lnTo>
                  <a:pt x="303386" y="15119"/>
                </a:lnTo>
                <a:lnTo>
                  <a:pt x="303898" y="14783"/>
                </a:lnTo>
                <a:lnTo>
                  <a:pt x="304423" y="14466"/>
                </a:lnTo>
                <a:lnTo>
                  <a:pt x="304960" y="14169"/>
                </a:lnTo>
                <a:lnTo>
                  <a:pt x="305510" y="13890"/>
                </a:lnTo>
                <a:lnTo>
                  <a:pt x="306074" y="13631"/>
                </a:lnTo>
                <a:lnTo>
                  <a:pt x="306650" y="13391"/>
                </a:lnTo>
                <a:lnTo>
                  <a:pt x="307239" y="13170"/>
                </a:lnTo>
                <a:lnTo>
                  <a:pt x="307841" y="12969"/>
                </a:lnTo>
                <a:lnTo>
                  <a:pt x="308456" y="12786"/>
                </a:lnTo>
                <a:lnTo>
                  <a:pt x="309083" y="12623"/>
                </a:lnTo>
                <a:lnTo>
                  <a:pt x="309724" y="12479"/>
                </a:lnTo>
                <a:lnTo>
                  <a:pt x="310378" y="12354"/>
                </a:lnTo>
                <a:lnTo>
                  <a:pt x="311044" y="12248"/>
                </a:lnTo>
                <a:lnTo>
                  <a:pt x="311723" y="12162"/>
                </a:lnTo>
                <a:lnTo>
                  <a:pt x="312416" y="12095"/>
                </a:lnTo>
                <a:lnTo>
                  <a:pt x="313121" y="12047"/>
                </a:lnTo>
                <a:lnTo>
                  <a:pt x="313839" y="12018"/>
                </a:lnTo>
                <a:lnTo>
                  <a:pt x="314569" y="12008"/>
                </a:lnTo>
                <a:lnTo>
                  <a:pt x="315274" y="12018"/>
                </a:lnTo>
                <a:lnTo>
                  <a:pt x="315967" y="12045"/>
                </a:lnTo>
                <a:lnTo>
                  <a:pt x="316647" y="12091"/>
                </a:lnTo>
                <a:lnTo>
                  <a:pt x="317315" y="12155"/>
                </a:lnTo>
                <a:lnTo>
                  <a:pt x="317970" y="12238"/>
                </a:lnTo>
                <a:lnTo>
                  <a:pt x="318613" y="12339"/>
                </a:lnTo>
                <a:lnTo>
                  <a:pt x="319244" y="12459"/>
                </a:lnTo>
                <a:lnTo>
                  <a:pt x="319862" y="12596"/>
                </a:lnTo>
                <a:lnTo>
                  <a:pt x="320468" y="12753"/>
                </a:lnTo>
                <a:lnTo>
                  <a:pt x="321062" y="12927"/>
                </a:lnTo>
                <a:lnTo>
                  <a:pt x="321643" y="13120"/>
                </a:lnTo>
                <a:lnTo>
                  <a:pt x="322212" y="13331"/>
                </a:lnTo>
                <a:lnTo>
                  <a:pt x="322769" y="13561"/>
                </a:lnTo>
                <a:lnTo>
                  <a:pt x="323313" y="13809"/>
                </a:lnTo>
                <a:lnTo>
                  <a:pt x="323845" y="14075"/>
                </a:lnTo>
                <a:lnTo>
                  <a:pt x="324365" y="14360"/>
                </a:lnTo>
                <a:lnTo>
                  <a:pt x="324872" y="14663"/>
                </a:lnTo>
                <a:lnTo>
                  <a:pt x="325367" y="14985"/>
                </a:lnTo>
                <a:lnTo>
                  <a:pt x="325850" y="15325"/>
                </a:lnTo>
                <a:lnTo>
                  <a:pt x="326320" y="15683"/>
                </a:lnTo>
                <a:lnTo>
                  <a:pt x="326778" y="16060"/>
                </a:lnTo>
                <a:lnTo>
                  <a:pt x="327223" y="16455"/>
                </a:lnTo>
                <a:lnTo>
                  <a:pt x="327657" y="16868"/>
                </a:lnTo>
                <a:lnTo>
                  <a:pt x="328077" y="17300"/>
                </a:lnTo>
                <a:lnTo>
                  <a:pt x="328484" y="17749"/>
                </a:lnTo>
                <a:lnTo>
                  <a:pt x="328873" y="18215"/>
                </a:lnTo>
                <a:lnTo>
                  <a:pt x="329244" y="18696"/>
                </a:lnTo>
                <a:lnTo>
                  <a:pt x="329599" y="19194"/>
                </a:lnTo>
                <a:lnTo>
                  <a:pt x="329936" y="19707"/>
                </a:lnTo>
                <a:lnTo>
                  <a:pt x="330255" y="20237"/>
                </a:lnTo>
                <a:lnTo>
                  <a:pt x="330558" y="20784"/>
                </a:lnTo>
                <a:lnTo>
                  <a:pt x="330843" y="21346"/>
                </a:lnTo>
                <a:lnTo>
                  <a:pt x="331111" y="21925"/>
                </a:lnTo>
                <a:lnTo>
                  <a:pt x="331362" y="22519"/>
                </a:lnTo>
                <a:lnTo>
                  <a:pt x="331595" y="23130"/>
                </a:lnTo>
                <a:lnTo>
                  <a:pt x="331811" y="23758"/>
                </a:lnTo>
                <a:lnTo>
                  <a:pt x="332010" y="24401"/>
                </a:lnTo>
                <a:lnTo>
                  <a:pt x="332191" y="25060"/>
                </a:lnTo>
                <a:lnTo>
                  <a:pt x="332356" y="25736"/>
                </a:lnTo>
                <a:lnTo>
                  <a:pt x="332503" y="26428"/>
                </a:lnTo>
                <a:lnTo>
                  <a:pt x="332632" y="27136"/>
                </a:lnTo>
                <a:lnTo>
                  <a:pt x="332745" y="27861"/>
                </a:lnTo>
                <a:lnTo>
                  <a:pt x="332840" y="28601"/>
                </a:lnTo>
                <a:lnTo>
                  <a:pt x="332917" y="29358"/>
                </a:lnTo>
                <a:lnTo>
                  <a:pt x="332978" y="30131"/>
                </a:lnTo>
                <a:lnTo>
                  <a:pt x="333021" y="30920"/>
                </a:lnTo>
                <a:lnTo>
                  <a:pt x="333047" y="31725"/>
                </a:lnTo>
                <a:lnTo>
                  <a:pt x="333056" y="32546"/>
                </a:lnTo>
                <a:lnTo>
                  <a:pt x="333056" y="88478"/>
                </a:lnTo>
                <a:lnTo>
                  <a:pt x="347275" y="88478"/>
                </a:lnTo>
                <a:lnTo>
                  <a:pt x="347275" y="30020"/>
                </a:lnTo>
                <a:lnTo>
                  <a:pt x="347261" y="28871"/>
                </a:lnTo>
                <a:lnTo>
                  <a:pt x="347221" y="27743"/>
                </a:lnTo>
                <a:lnTo>
                  <a:pt x="347154" y="26635"/>
                </a:lnTo>
                <a:lnTo>
                  <a:pt x="347060" y="25548"/>
                </a:lnTo>
                <a:lnTo>
                  <a:pt x="346939" y="24480"/>
                </a:lnTo>
                <a:lnTo>
                  <a:pt x="346791" y="23433"/>
                </a:lnTo>
                <a:lnTo>
                  <a:pt x="346616" y="22407"/>
                </a:lnTo>
                <a:lnTo>
                  <a:pt x="346415" y="21400"/>
                </a:lnTo>
                <a:lnTo>
                  <a:pt x="346186" y="20414"/>
                </a:lnTo>
                <a:lnTo>
                  <a:pt x="345931" y="19449"/>
                </a:lnTo>
                <a:lnTo>
                  <a:pt x="345649" y="18503"/>
                </a:lnTo>
                <a:lnTo>
                  <a:pt x="345340" y="17578"/>
                </a:lnTo>
                <a:lnTo>
                  <a:pt x="345004" y="16673"/>
                </a:lnTo>
                <a:lnTo>
                  <a:pt x="344641" y="15789"/>
                </a:lnTo>
                <a:lnTo>
                  <a:pt x="344251" y="14924"/>
                </a:lnTo>
                <a:lnTo>
                  <a:pt x="343834" y="14080"/>
                </a:lnTo>
                <a:lnTo>
                  <a:pt x="343391" y="13257"/>
                </a:lnTo>
                <a:lnTo>
                  <a:pt x="342920" y="12453"/>
                </a:lnTo>
                <a:lnTo>
                  <a:pt x="342423" y="11670"/>
                </a:lnTo>
                <a:lnTo>
                  <a:pt x="341899" y="10907"/>
                </a:lnTo>
                <a:lnTo>
                  <a:pt x="341348" y="10165"/>
                </a:lnTo>
                <a:lnTo>
                  <a:pt x="340770" y="9443"/>
                </a:lnTo>
                <a:lnTo>
                  <a:pt x="340165" y="8741"/>
                </a:lnTo>
                <a:lnTo>
                  <a:pt x="339534" y="8059"/>
                </a:lnTo>
                <a:lnTo>
                  <a:pt x="338879" y="7402"/>
                </a:lnTo>
                <a:lnTo>
                  <a:pt x="338206" y="6772"/>
                </a:lnTo>
                <a:lnTo>
                  <a:pt x="337514" y="6171"/>
                </a:lnTo>
                <a:lnTo>
                  <a:pt x="336804" y="5597"/>
                </a:lnTo>
                <a:lnTo>
                  <a:pt x="336075" y="5051"/>
                </a:lnTo>
                <a:lnTo>
                  <a:pt x="335327" y="4533"/>
                </a:lnTo>
                <a:lnTo>
                  <a:pt x="334561" y="4044"/>
                </a:lnTo>
                <a:lnTo>
                  <a:pt x="333776" y="3582"/>
                </a:lnTo>
                <a:lnTo>
                  <a:pt x="332972" y="3148"/>
                </a:lnTo>
                <a:lnTo>
                  <a:pt x="332150" y="2742"/>
                </a:lnTo>
                <a:lnTo>
                  <a:pt x="331309" y="2365"/>
                </a:lnTo>
                <a:lnTo>
                  <a:pt x="330449" y="2015"/>
                </a:lnTo>
                <a:lnTo>
                  <a:pt x="329571" y="1693"/>
                </a:lnTo>
                <a:lnTo>
                  <a:pt x="328674" y="1399"/>
                </a:lnTo>
                <a:lnTo>
                  <a:pt x="327758" y="1133"/>
                </a:lnTo>
                <a:lnTo>
                  <a:pt x="326824" y="895"/>
                </a:lnTo>
                <a:lnTo>
                  <a:pt x="325871" y="686"/>
                </a:lnTo>
                <a:lnTo>
                  <a:pt x="324899" y="504"/>
                </a:lnTo>
                <a:lnTo>
                  <a:pt x="323909" y="350"/>
                </a:lnTo>
                <a:lnTo>
                  <a:pt x="322900" y="224"/>
                </a:lnTo>
                <a:lnTo>
                  <a:pt x="321872" y="126"/>
                </a:lnTo>
                <a:lnTo>
                  <a:pt x="320826" y="56"/>
                </a:lnTo>
                <a:lnTo>
                  <a:pt x="319761" y="14"/>
                </a:lnTo>
                <a:lnTo>
                  <a:pt x="318678" y="0"/>
                </a:lnTo>
                <a:lnTo>
                  <a:pt x="317777" y="10"/>
                </a:lnTo>
                <a:lnTo>
                  <a:pt x="316893" y="39"/>
                </a:lnTo>
                <a:lnTo>
                  <a:pt x="316026" y="88"/>
                </a:lnTo>
                <a:lnTo>
                  <a:pt x="315175" y="156"/>
                </a:lnTo>
                <a:lnTo>
                  <a:pt x="314341" y="243"/>
                </a:lnTo>
                <a:lnTo>
                  <a:pt x="313523" y="351"/>
                </a:lnTo>
                <a:lnTo>
                  <a:pt x="312721" y="477"/>
                </a:lnTo>
                <a:lnTo>
                  <a:pt x="311936" y="623"/>
                </a:lnTo>
                <a:lnTo>
                  <a:pt x="311168" y="789"/>
                </a:lnTo>
                <a:lnTo>
                  <a:pt x="310416" y="974"/>
                </a:lnTo>
                <a:lnTo>
                  <a:pt x="309680" y="1178"/>
                </a:lnTo>
                <a:lnTo>
                  <a:pt x="308961" y="1403"/>
                </a:lnTo>
                <a:lnTo>
                  <a:pt x="308258" y="1646"/>
                </a:lnTo>
                <a:lnTo>
                  <a:pt x="307572" y="1909"/>
                </a:lnTo>
                <a:lnTo>
                  <a:pt x="306902" y="2191"/>
                </a:lnTo>
                <a:lnTo>
                  <a:pt x="306248" y="2493"/>
                </a:lnTo>
                <a:lnTo>
                  <a:pt x="305611" y="2815"/>
                </a:lnTo>
                <a:lnTo>
                  <a:pt x="304991" y="3156"/>
                </a:lnTo>
                <a:lnTo>
                  <a:pt x="304387" y="3516"/>
                </a:lnTo>
                <a:lnTo>
                  <a:pt x="303799" y="3896"/>
                </a:lnTo>
                <a:lnTo>
                  <a:pt x="303228" y="4295"/>
                </a:lnTo>
                <a:lnTo>
                  <a:pt x="302674" y="4714"/>
                </a:lnTo>
                <a:lnTo>
                  <a:pt x="302135" y="5152"/>
                </a:lnTo>
                <a:lnTo>
                  <a:pt x="301614" y="5610"/>
                </a:lnTo>
                <a:lnTo>
                  <a:pt x="301111" y="6085"/>
                </a:lnTo>
                <a:lnTo>
                  <a:pt x="300630" y="6577"/>
                </a:lnTo>
                <a:lnTo>
                  <a:pt x="300170" y="7085"/>
                </a:lnTo>
                <a:lnTo>
                  <a:pt x="299732" y="7609"/>
                </a:lnTo>
                <a:lnTo>
                  <a:pt x="299314" y="8149"/>
                </a:lnTo>
                <a:lnTo>
                  <a:pt x="298919" y="8705"/>
                </a:lnTo>
                <a:lnTo>
                  <a:pt x="298544" y="9278"/>
                </a:lnTo>
                <a:lnTo>
                  <a:pt x="298192" y="9866"/>
                </a:lnTo>
                <a:lnTo>
                  <a:pt x="297860" y="10471"/>
                </a:lnTo>
                <a:lnTo>
                  <a:pt x="297550" y="11092"/>
                </a:lnTo>
                <a:lnTo>
                  <a:pt x="297261" y="11730"/>
                </a:lnTo>
                <a:lnTo>
                  <a:pt x="296994" y="12383"/>
                </a:lnTo>
                <a:lnTo>
                  <a:pt x="296748" y="13053"/>
                </a:lnTo>
                <a:lnTo>
                  <a:pt x="296523" y="13739"/>
                </a:lnTo>
                <a:lnTo>
                  <a:pt x="296320" y="14441"/>
                </a:lnTo>
                <a:lnTo>
                  <a:pt x="296138" y="15159"/>
                </a:lnTo>
                <a:lnTo>
                  <a:pt x="295978" y="15893"/>
                </a:lnTo>
                <a:lnTo>
                  <a:pt x="295839" y="16644"/>
                </a:lnTo>
                <a:lnTo>
                  <a:pt x="295721" y="17411"/>
                </a:lnTo>
                <a:lnTo>
                  <a:pt x="295628" y="18168"/>
                </a:lnTo>
                <a:lnTo>
                  <a:pt x="295454" y="18168"/>
                </a:lnTo>
                <a:lnTo>
                  <a:pt x="295454" y="1579"/>
                </a:lnTo>
                <a:close/>
                <a:moveTo>
                  <a:pt x="130858" y="89677"/>
                </a:moveTo>
                <a:lnTo>
                  <a:pt x="131693" y="89627"/>
                </a:lnTo>
                <a:lnTo>
                  <a:pt x="132519" y="89563"/>
                </a:lnTo>
                <a:lnTo>
                  <a:pt x="133335" y="89484"/>
                </a:lnTo>
                <a:lnTo>
                  <a:pt x="134142" y="89391"/>
                </a:lnTo>
                <a:lnTo>
                  <a:pt x="134939" y="89285"/>
                </a:lnTo>
                <a:lnTo>
                  <a:pt x="135726" y="89163"/>
                </a:lnTo>
                <a:lnTo>
                  <a:pt x="136504" y="89028"/>
                </a:lnTo>
                <a:lnTo>
                  <a:pt x="137272" y="88878"/>
                </a:lnTo>
                <a:lnTo>
                  <a:pt x="138030" y="88714"/>
                </a:lnTo>
                <a:lnTo>
                  <a:pt x="138779" y="88536"/>
                </a:lnTo>
                <a:lnTo>
                  <a:pt x="139518" y="88343"/>
                </a:lnTo>
                <a:lnTo>
                  <a:pt x="140248" y="88136"/>
                </a:lnTo>
                <a:lnTo>
                  <a:pt x="140968" y="87915"/>
                </a:lnTo>
                <a:lnTo>
                  <a:pt x="141679" y="87680"/>
                </a:lnTo>
                <a:lnTo>
                  <a:pt x="142379" y="87430"/>
                </a:lnTo>
                <a:lnTo>
                  <a:pt x="143071" y="87166"/>
                </a:lnTo>
                <a:lnTo>
                  <a:pt x="143752" y="86888"/>
                </a:lnTo>
                <a:lnTo>
                  <a:pt x="144424" y="86596"/>
                </a:lnTo>
                <a:lnTo>
                  <a:pt x="145087" y="86289"/>
                </a:lnTo>
                <a:lnTo>
                  <a:pt x="145740" y="85968"/>
                </a:lnTo>
                <a:lnTo>
                  <a:pt x="146383" y="85633"/>
                </a:lnTo>
                <a:lnTo>
                  <a:pt x="147016" y="85284"/>
                </a:lnTo>
                <a:lnTo>
                  <a:pt x="147636" y="84922"/>
                </a:lnTo>
                <a:lnTo>
                  <a:pt x="148245" y="84548"/>
                </a:lnTo>
                <a:lnTo>
                  <a:pt x="148841" y="84160"/>
                </a:lnTo>
                <a:lnTo>
                  <a:pt x="149426" y="83760"/>
                </a:lnTo>
                <a:lnTo>
                  <a:pt x="149998" y="83347"/>
                </a:lnTo>
                <a:lnTo>
                  <a:pt x="150558" y="82921"/>
                </a:lnTo>
                <a:lnTo>
                  <a:pt x="151106" y="82482"/>
                </a:lnTo>
                <a:lnTo>
                  <a:pt x="151642" y="82030"/>
                </a:lnTo>
                <a:lnTo>
                  <a:pt x="152166" y="81565"/>
                </a:lnTo>
                <a:lnTo>
                  <a:pt x="152678" y="81087"/>
                </a:lnTo>
                <a:lnTo>
                  <a:pt x="153178" y="80597"/>
                </a:lnTo>
                <a:lnTo>
                  <a:pt x="153666" y="80093"/>
                </a:lnTo>
                <a:lnTo>
                  <a:pt x="154142" y="79577"/>
                </a:lnTo>
                <a:lnTo>
                  <a:pt x="154605" y="79048"/>
                </a:lnTo>
                <a:lnTo>
                  <a:pt x="155057" y="78505"/>
                </a:lnTo>
                <a:lnTo>
                  <a:pt x="155496" y="77950"/>
                </a:lnTo>
                <a:lnTo>
                  <a:pt x="155924" y="77382"/>
                </a:lnTo>
                <a:lnTo>
                  <a:pt x="156339" y="76802"/>
                </a:lnTo>
                <a:lnTo>
                  <a:pt x="156742" y="76208"/>
                </a:lnTo>
                <a:lnTo>
                  <a:pt x="157134" y="75601"/>
                </a:lnTo>
                <a:lnTo>
                  <a:pt x="157513" y="74982"/>
                </a:lnTo>
                <a:lnTo>
                  <a:pt x="157880" y="74349"/>
                </a:lnTo>
                <a:lnTo>
                  <a:pt x="158235" y="73704"/>
                </a:lnTo>
                <a:lnTo>
                  <a:pt x="158576" y="73047"/>
                </a:lnTo>
                <a:lnTo>
                  <a:pt x="158904" y="72379"/>
                </a:lnTo>
                <a:lnTo>
                  <a:pt x="159216" y="71701"/>
                </a:lnTo>
                <a:lnTo>
                  <a:pt x="159514" y="71012"/>
                </a:lnTo>
                <a:lnTo>
                  <a:pt x="159798" y="70312"/>
                </a:lnTo>
                <a:lnTo>
                  <a:pt x="160067" y="69601"/>
                </a:lnTo>
                <a:lnTo>
                  <a:pt x="160321" y="68880"/>
                </a:lnTo>
                <a:lnTo>
                  <a:pt x="160561" y="68148"/>
                </a:lnTo>
                <a:lnTo>
                  <a:pt x="160787" y="67405"/>
                </a:lnTo>
                <a:lnTo>
                  <a:pt x="160997" y="66652"/>
                </a:lnTo>
                <a:lnTo>
                  <a:pt x="161194" y="65888"/>
                </a:lnTo>
                <a:lnTo>
                  <a:pt x="161375" y="65113"/>
                </a:lnTo>
                <a:lnTo>
                  <a:pt x="161543" y="64328"/>
                </a:lnTo>
                <a:lnTo>
                  <a:pt x="161695" y="63531"/>
                </a:lnTo>
                <a:lnTo>
                  <a:pt x="161833" y="62725"/>
                </a:lnTo>
                <a:lnTo>
                  <a:pt x="161957" y="61907"/>
                </a:lnTo>
                <a:lnTo>
                  <a:pt x="162066" y="61079"/>
                </a:lnTo>
                <a:lnTo>
                  <a:pt x="162161" y="60240"/>
                </a:lnTo>
                <a:lnTo>
                  <a:pt x="162241" y="59390"/>
                </a:lnTo>
                <a:lnTo>
                  <a:pt x="162306" y="58530"/>
                </a:lnTo>
                <a:lnTo>
                  <a:pt x="162357" y="57659"/>
                </a:lnTo>
                <a:lnTo>
                  <a:pt x="162393" y="56777"/>
                </a:lnTo>
                <a:lnTo>
                  <a:pt x="162415" y="55885"/>
                </a:lnTo>
                <a:lnTo>
                  <a:pt x="162422" y="54982"/>
                </a:lnTo>
                <a:lnTo>
                  <a:pt x="162422" y="35075"/>
                </a:lnTo>
                <a:lnTo>
                  <a:pt x="162415" y="34159"/>
                </a:lnTo>
                <a:lnTo>
                  <a:pt x="162393" y="33255"/>
                </a:lnTo>
                <a:lnTo>
                  <a:pt x="162357" y="32362"/>
                </a:lnTo>
                <a:lnTo>
                  <a:pt x="162306" y="31480"/>
                </a:lnTo>
                <a:lnTo>
                  <a:pt x="162241" y="30611"/>
                </a:lnTo>
                <a:lnTo>
                  <a:pt x="162161" y="29752"/>
                </a:lnTo>
                <a:lnTo>
                  <a:pt x="162066" y="28905"/>
                </a:lnTo>
                <a:lnTo>
                  <a:pt x="161957" y="28070"/>
                </a:lnTo>
                <a:lnTo>
                  <a:pt x="161833" y="27246"/>
                </a:lnTo>
                <a:lnTo>
                  <a:pt x="161695" y="26434"/>
                </a:lnTo>
                <a:lnTo>
                  <a:pt x="161543" y="25633"/>
                </a:lnTo>
                <a:lnTo>
                  <a:pt x="161375" y="24844"/>
                </a:lnTo>
                <a:lnTo>
                  <a:pt x="161194" y="24067"/>
                </a:lnTo>
                <a:lnTo>
                  <a:pt x="160997" y="23300"/>
                </a:lnTo>
                <a:lnTo>
                  <a:pt x="160787" y="22546"/>
                </a:lnTo>
                <a:lnTo>
                  <a:pt x="160561" y="21803"/>
                </a:lnTo>
                <a:lnTo>
                  <a:pt x="160321" y="21071"/>
                </a:lnTo>
                <a:lnTo>
                  <a:pt x="160067" y="20351"/>
                </a:lnTo>
                <a:lnTo>
                  <a:pt x="159798" y="19643"/>
                </a:lnTo>
                <a:lnTo>
                  <a:pt x="159514" y="18946"/>
                </a:lnTo>
                <a:lnTo>
                  <a:pt x="159216" y="18260"/>
                </a:lnTo>
                <a:lnTo>
                  <a:pt x="158904" y="17586"/>
                </a:lnTo>
                <a:lnTo>
                  <a:pt x="158576" y="16924"/>
                </a:lnTo>
                <a:lnTo>
                  <a:pt x="158235" y="16273"/>
                </a:lnTo>
                <a:lnTo>
                  <a:pt x="157880" y="15634"/>
                </a:lnTo>
                <a:lnTo>
                  <a:pt x="157513" y="15008"/>
                </a:lnTo>
                <a:lnTo>
                  <a:pt x="157135" y="14395"/>
                </a:lnTo>
                <a:lnTo>
                  <a:pt x="156745" y="13794"/>
                </a:lnTo>
                <a:lnTo>
                  <a:pt x="156342" y="13205"/>
                </a:lnTo>
                <a:lnTo>
                  <a:pt x="155929" y="12630"/>
                </a:lnTo>
                <a:lnTo>
                  <a:pt x="155503" y="12067"/>
                </a:lnTo>
                <a:lnTo>
                  <a:pt x="155066" y="11516"/>
                </a:lnTo>
                <a:lnTo>
                  <a:pt x="154616" y="10978"/>
                </a:lnTo>
                <a:lnTo>
                  <a:pt x="154155" y="10453"/>
                </a:lnTo>
                <a:lnTo>
                  <a:pt x="153683" y="9940"/>
                </a:lnTo>
                <a:lnTo>
                  <a:pt x="153198" y="9440"/>
                </a:lnTo>
                <a:lnTo>
                  <a:pt x="152702" y="8953"/>
                </a:lnTo>
                <a:lnTo>
                  <a:pt x="152193" y="8478"/>
                </a:lnTo>
                <a:lnTo>
                  <a:pt x="151673" y="8016"/>
                </a:lnTo>
                <a:lnTo>
                  <a:pt x="151142" y="7566"/>
                </a:lnTo>
                <a:lnTo>
                  <a:pt x="150598" y="7129"/>
                </a:lnTo>
                <a:lnTo>
                  <a:pt x="150043" y="6705"/>
                </a:lnTo>
                <a:lnTo>
                  <a:pt x="149475" y="6293"/>
                </a:lnTo>
                <a:lnTo>
                  <a:pt x="148896" y="5894"/>
                </a:lnTo>
                <a:lnTo>
                  <a:pt x="148306" y="5508"/>
                </a:lnTo>
                <a:lnTo>
                  <a:pt x="147703" y="5134"/>
                </a:lnTo>
                <a:lnTo>
                  <a:pt x="147089" y="4773"/>
                </a:lnTo>
                <a:lnTo>
                  <a:pt x="146463" y="4424"/>
                </a:lnTo>
                <a:lnTo>
                  <a:pt x="145826" y="4089"/>
                </a:lnTo>
                <a:lnTo>
                  <a:pt x="145178" y="3768"/>
                </a:lnTo>
                <a:lnTo>
                  <a:pt x="144520" y="3461"/>
                </a:lnTo>
                <a:lnTo>
                  <a:pt x="143852" y="3169"/>
                </a:lnTo>
                <a:lnTo>
                  <a:pt x="143173" y="2890"/>
                </a:lnTo>
                <a:lnTo>
                  <a:pt x="142484" y="2627"/>
                </a:lnTo>
                <a:lnTo>
                  <a:pt x="141784" y="2377"/>
                </a:lnTo>
                <a:lnTo>
                  <a:pt x="141074" y="2142"/>
                </a:lnTo>
                <a:lnTo>
                  <a:pt x="140354" y="1921"/>
                </a:lnTo>
                <a:lnTo>
                  <a:pt x="139623" y="1714"/>
                </a:lnTo>
                <a:lnTo>
                  <a:pt x="138881" y="1521"/>
                </a:lnTo>
                <a:lnTo>
                  <a:pt x="138130" y="1343"/>
                </a:lnTo>
                <a:lnTo>
                  <a:pt x="137367" y="1179"/>
                </a:lnTo>
                <a:lnTo>
                  <a:pt x="136595" y="1029"/>
                </a:lnTo>
                <a:lnTo>
                  <a:pt x="135812" y="894"/>
                </a:lnTo>
                <a:lnTo>
                  <a:pt x="135018" y="772"/>
                </a:lnTo>
                <a:lnTo>
                  <a:pt x="134214" y="665"/>
                </a:lnTo>
                <a:lnTo>
                  <a:pt x="133400" y="573"/>
                </a:lnTo>
                <a:lnTo>
                  <a:pt x="132575" y="494"/>
                </a:lnTo>
                <a:lnTo>
                  <a:pt x="131740" y="430"/>
                </a:lnTo>
                <a:lnTo>
                  <a:pt x="130894" y="380"/>
                </a:lnTo>
                <a:lnTo>
                  <a:pt x="130038" y="344"/>
                </a:lnTo>
                <a:lnTo>
                  <a:pt x="129172" y="323"/>
                </a:lnTo>
                <a:lnTo>
                  <a:pt x="128295" y="316"/>
                </a:lnTo>
                <a:lnTo>
                  <a:pt x="127430" y="323"/>
                </a:lnTo>
                <a:lnTo>
                  <a:pt x="126576" y="344"/>
                </a:lnTo>
                <a:lnTo>
                  <a:pt x="125730" y="380"/>
                </a:lnTo>
                <a:lnTo>
                  <a:pt x="124895" y="430"/>
                </a:lnTo>
                <a:lnTo>
                  <a:pt x="124069" y="494"/>
                </a:lnTo>
                <a:lnTo>
                  <a:pt x="123253" y="573"/>
                </a:lnTo>
                <a:lnTo>
                  <a:pt x="122446" y="665"/>
                </a:lnTo>
                <a:lnTo>
                  <a:pt x="121649" y="772"/>
                </a:lnTo>
                <a:lnTo>
                  <a:pt x="120861" y="894"/>
                </a:lnTo>
                <a:lnTo>
                  <a:pt x="120084" y="1029"/>
                </a:lnTo>
                <a:lnTo>
                  <a:pt x="119315" y="1179"/>
                </a:lnTo>
                <a:lnTo>
                  <a:pt x="118557" y="1343"/>
                </a:lnTo>
                <a:lnTo>
                  <a:pt x="117808" y="1521"/>
                </a:lnTo>
                <a:lnTo>
                  <a:pt x="117068" y="1714"/>
                </a:lnTo>
                <a:lnTo>
                  <a:pt x="116338" y="1921"/>
                </a:lnTo>
                <a:lnTo>
                  <a:pt x="115618" y="2142"/>
                </a:lnTo>
                <a:lnTo>
                  <a:pt x="114907" y="2377"/>
                </a:lnTo>
                <a:lnTo>
                  <a:pt x="114206" y="2627"/>
                </a:lnTo>
                <a:lnTo>
                  <a:pt x="113515" y="2890"/>
                </a:lnTo>
                <a:lnTo>
                  <a:pt x="112833" y="3169"/>
                </a:lnTo>
                <a:lnTo>
                  <a:pt x="112160" y="3461"/>
                </a:lnTo>
                <a:lnTo>
                  <a:pt x="111498" y="3768"/>
                </a:lnTo>
                <a:lnTo>
                  <a:pt x="110845" y="4089"/>
                </a:lnTo>
                <a:lnTo>
                  <a:pt x="110201" y="4424"/>
                </a:lnTo>
                <a:lnTo>
                  <a:pt x="109569" y="4773"/>
                </a:lnTo>
                <a:lnTo>
                  <a:pt x="108948" y="5134"/>
                </a:lnTo>
                <a:lnTo>
                  <a:pt x="108340" y="5508"/>
                </a:lnTo>
                <a:lnTo>
                  <a:pt x="107744" y="5894"/>
                </a:lnTo>
                <a:lnTo>
                  <a:pt x="107160" y="6293"/>
                </a:lnTo>
                <a:lnTo>
                  <a:pt x="106588" y="6705"/>
                </a:lnTo>
                <a:lnTo>
                  <a:pt x="106027" y="7129"/>
                </a:lnTo>
                <a:lnTo>
                  <a:pt x="105479" y="7566"/>
                </a:lnTo>
                <a:lnTo>
                  <a:pt x="104944" y="8016"/>
                </a:lnTo>
                <a:lnTo>
                  <a:pt x="104420" y="8478"/>
                </a:lnTo>
                <a:lnTo>
                  <a:pt x="103908" y="8953"/>
                </a:lnTo>
                <a:lnTo>
                  <a:pt x="103408" y="9440"/>
                </a:lnTo>
                <a:lnTo>
                  <a:pt x="102920" y="9940"/>
                </a:lnTo>
                <a:lnTo>
                  <a:pt x="102445" y="10453"/>
                </a:lnTo>
                <a:lnTo>
                  <a:pt x="101981" y="10978"/>
                </a:lnTo>
                <a:lnTo>
                  <a:pt x="101530" y="11516"/>
                </a:lnTo>
                <a:lnTo>
                  <a:pt x="101090" y="12067"/>
                </a:lnTo>
                <a:lnTo>
                  <a:pt x="100663" y="12630"/>
                </a:lnTo>
                <a:lnTo>
                  <a:pt x="100248" y="13205"/>
                </a:lnTo>
                <a:lnTo>
                  <a:pt x="99844" y="13794"/>
                </a:lnTo>
                <a:lnTo>
                  <a:pt x="99453" y="14395"/>
                </a:lnTo>
                <a:lnTo>
                  <a:pt x="99074" y="15008"/>
                </a:lnTo>
                <a:lnTo>
                  <a:pt x="98707" y="15634"/>
                </a:lnTo>
                <a:lnTo>
                  <a:pt x="98352" y="16273"/>
                </a:lnTo>
                <a:lnTo>
                  <a:pt x="98010" y="16924"/>
                </a:lnTo>
                <a:lnTo>
                  <a:pt x="97684" y="17586"/>
                </a:lnTo>
                <a:lnTo>
                  <a:pt x="97371" y="18260"/>
                </a:lnTo>
                <a:lnTo>
                  <a:pt x="97073" y="18946"/>
                </a:lnTo>
                <a:lnTo>
                  <a:pt x="96790" y="19643"/>
                </a:lnTo>
                <a:lnTo>
                  <a:pt x="96521" y="20351"/>
                </a:lnTo>
                <a:lnTo>
                  <a:pt x="96267" y="21071"/>
                </a:lnTo>
                <a:lnTo>
                  <a:pt x="96027" y="21803"/>
                </a:lnTo>
                <a:lnTo>
                  <a:pt x="95802" y="22546"/>
                </a:lnTo>
                <a:lnTo>
                  <a:pt x="95591" y="23300"/>
                </a:lnTo>
                <a:lnTo>
                  <a:pt x="95395" y="24067"/>
                </a:lnTo>
                <a:lnTo>
                  <a:pt x="95213" y="24844"/>
                </a:lnTo>
                <a:lnTo>
                  <a:pt x="95046" y="25633"/>
                </a:lnTo>
                <a:lnTo>
                  <a:pt x="94893" y="26434"/>
                </a:lnTo>
                <a:lnTo>
                  <a:pt x="94755" y="27246"/>
                </a:lnTo>
                <a:lnTo>
                  <a:pt x="94632" y="28070"/>
                </a:lnTo>
                <a:lnTo>
                  <a:pt x="94523" y="28905"/>
                </a:lnTo>
                <a:lnTo>
                  <a:pt x="94428" y="29752"/>
                </a:lnTo>
                <a:lnTo>
                  <a:pt x="94348" y="30611"/>
                </a:lnTo>
                <a:lnTo>
                  <a:pt x="94283" y="31480"/>
                </a:lnTo>
                <a:lnTo>
                  <a:pt x="94232" y="32362"/>
                </a:lnTo>
                <a:lnTo>
                  <a:pt x="94196" y="33255"/>
                </a:lnTo>
                <a:lnTo>
                  <a:pt x="94174" y="34159"/>
                </a:lnTo>
                <a:lnTo>
                  <a:pt x="94167" y="35075"/>
                </a:lnTo>
                <a:lnTo>
                  <a:pt x="94167" y="54982"/>
                </a:lnTo>
                <a:lnTo>
                  <a:pt x="94174" y="55885"/>
                </a:lnTo>
                <a:lnTo>
                  <a:pt x="94196" y="56777"/>
                </a:lnTo>
                <a:lnTo>
                  <a:pt x="94232" y="57659"/>
                </a:lnTo>
                <a:lnTo>
                  <a:pt x="94283" y="58530"/>
                </a:lnTo>
                <a:lnTo>
                  <a:pt x="94348" y="59390"/>
                </a:lnTo>
                <a:lnTo>
                  <a:pt x="94428" y="60240"/>
                </a:lnTo>
                <a:lnTo>
                  <a:pt x="94523" y="61079"/>
                </a:lnTo>
                <a:lnTo>
                  <a:pt x="94632" y="61907"/>
                </a:lnTo>
                <a:lnTo>
                  <a:pt x="94755" y="62725"/>
                </a:lnTo>
                <a:lnTo>
                  <a:pt x="94893" y="63531"/>
                </a:lnTo>
                <a:lnTo>
                  <a:pt x="95046" y="64328"/>
                </a:lnTo>
                <a:lnTo>
                  <a:pt x="95213" y="65113"/>
                </a:lnTo>
                <a:lnTo>
                  <a:pt x="95395" y="65888"/>
                </a:lnTo>
                <a:lnTo>
                  <a:pt x="95591" y="66652"/>
                </a:lnTo>
                <a:lnTo>
                  <a:pt x="95802" y="67405"/>
                </a:lnTo>
                <a:lnTo>
                  <a:pt x="96027" y="68148"/>
                </a:lnTo>
                <a:lnTo>
                  <a:pt x="96267" y="68880"/>
                </a:lnTo>
                <a:lnTo>
                  <a:pt x="96521" y="69601"/>
                </a:lnTo>
                <a:lnTo>
                  <a:pt x="96790" y="70312"/>
                </a:lnTo>
                <a:lnTo>
                  <a:pt x="97073" y="71012"/>
                </a:lnTo>
                <a:lnTo>
                  <a:pt x="97371" y="71701"/>
                </a:lnTo>
                <a:lnTo>
                  <a:pt x="97684" y="72379"/>
                </a:lnTo>
                <a:lnTo>
                  <a:pt x="98010" y="73047"/>
                </a:lnTo>
                <a:lnTo>
                  <a:pt x="98352" y="73704"/>
                </a:lnTo>
                <a:lnTo>
                  <a:pt x="98707" y="74349"/>
                </a:lnTo>
                <a:lnTo>
                  <a:pt x="99074" y="74982"/>
                </a:lnTo>
                <a:lnTo>
                  <a:pt x="99453" y="75601"/>
                </a:lnTo>
                <a:lnTo>
                  <a:pt x="99844" y="76208"/>
                </a:lnTo>
                <a:lnTo>
                  <a:pt x="100248" y="76802"/>
                </a:lnTo>
                <a:lnTo>
                  <a:pt x="100663" y="77382"/>
                </a:lnTo>
                <a:lnTo>
                  <a:pt x="101090" y="77950"/>
                </a:lnTo>
                <a:lnTo>
                  <a:pt x="101530" y="78505"/>
                </a:lnTo>
                <a:lnTo>
                  <a:pt x="101981" y="79048"/>
                </a:lnTo>
                <a:lnTo>
                  <a:pt x="102445" y="79577"/>
                </a:lnTo>
                <a:lnTo>
                  <a:pt x="102920" y="80093"/>
                </a:lnTo>
                <a:lnTo>
                  <a:pt x="103408" y="80597"/>
                </a:lnTo>
                <a:lnTo>
                  <a:pt x="103908" y="81087"/>
                </a:lnTo>
                <a:lnTo>
                  <a:pt x="104420" y="81565"/>
                </a:lnTo>
                <a:lnTo>
                  <a:pt x="104944" y="82030"/>
                </a:lnTo>
                <a:lnTo>
                  <a:pt x="105479" y="82482"/>
                </a:lnTo>
                <a:lnTo>
                  <a:pt x="106027" y="82921"/>
                </a:lnTo>
                <a:lnTo>
                  <a:pt x="106588" y="83347"/>
                </a:lnTo>
                <a:lnTo>
                  <a:pt x="107160" y="83760"/>
                </a:lnTo>
                <a:lnTo>
                  <a:pt x="107744" y="84160"/>
                </a:lnTo>
                <a:lnTo>
                  <a:pt x="108340" y="84548"/>
                </a:lnTo>
                <a:lnTo>
                  <a:pt x="108948" y="84922"/>
                </a:lnTo>
                <a:lnTo>
                  <a:pt x="109569" y="85284"/>
                </a:lnTo>
                <a:lnTo>
                  <a:pt x="110201" y="85633"/>
                </a:lnTo>
                <a:lnTo>
                  <a:pt x="110845" y="85968"/>
                </a:lnTo>
                <a:lnTo>
                  <a:pt x="111498" y="86289"/>
                </a:lnTo>
                <a:lnTo>
                  <a:pt x="112160" y="86596"/>
                </a:lnTo>
                <a:lnTo>
                  <a:pt x="112833" y="86888"/>
                </a:lnTo>
                <a:lnTo>
                  <a:pt x="113515" y="87166"/>
                </a:lnTo>
                <a:lnTo>
                  <a:pt x="114206" y="87430"/>
                </a:lnTo>
                <a:lnTo>
                  <a:pt x="114907" y="87680"/>
                </a:lnTo>
                <a:lnTo>
                  <a:pt x="115618" y="87915"/>
                </a:lnTo>
                <a:lnTo>
                  <a:pt x="116338" y="88136"/>
                </a:lnTo>
                <a:lnTo>
                  <a:pt x="117068" y="88343"/>
                </a:lnTo>
                <a:lnTo>
                  <a:pt x="117808" y="88536"/>
                </a:lnTo>
                <a:lnTo>
                  <a:pt x="118557" y="88714"/>
                </a:lnTo>
                <a:lnTo>
                  <a:pt x="119315" y="88878"/>
                </a:lnTo>
                <a:lnTo>
                  <a:pt x="120084" y="89028"/>
                </a:lnTo>
                <a:lnTo>
                  <a:pt x="120861" y="89163"/>
                </a:lnTo>
                <a:lnTo>
                  <a:pt x="121649" y="89285"/>
                </a:lnTo>
                <a:lnTo>
                  <a:pt x="122446" y="89391"/>
                </a:lnTo>
                <a:lnTo>
                  <a:pt x="123253" y="89484"/>
                </a:lnTo>
                <a:lnTo>
                  <a:pt x="124069" y="89563"/>
                </a:lnTo>
                <a:lnTo>
                  <a:pt x="124895" y="89627"/>
                </a:lnTo>
                <a:lnTo>
                  <a:pt x="125730" y="89677"/>
                </a:lnTo>
                <a:lnTo>
                  <a:pt x="126576" y="89712"/>
                </a:lnTo>
                <a:lnTo>
                  <a:pt x="127430" y="89734"/>
                </a:lnTo>
                <a:lnTo>
                  <a:pt x="128295" y="89741"/>
                </a:lnTo>
                <a:lnTo>
                  <a:pt x="129159" y="89734"/>
                </a:lnTo>
                <a:lnTo>
                  <a:pt x="130013" y="89712"/>
                </a:lnTo>
                <a:lnTo>
                  <a:pt x="130858" y="89677"/>
                </a:lnTo>
                <a:close/>
                <a:moveTo>
                  <a:pt x="126063" y="77020"/>
                </a:moveTo>
                <a:lnTo>
                  <a:pt x="125345" y="76956"/>
                </a:lnTo>
                <a:lnTo>
                  <a:pt x="124641" y="76875"/>
                </a:lnTo>
                <a:lnTo>
                  <a:pt x="123950" y="76775"/>
                </a:lnTo>
                <a:lnTo>
                  <a:pt x="123272" y="76658"/>
                </a:lnTo>
                <a:lnTo>
                  <a:pt x="122607" y="76522"/>
                </a:lnTo>
                <a:lnTo>
                  <a:pt x="121955" y="76368"/>
                </a:lnTo>
                <a:lnTo>
                  <a:pt x="121316" y="76196"/>
                </a:lnTo>
                <a:lnTo>
                  <a:pt x="120691" y="76006"/>
                </a:lnTo>
                <a:lnTo>
                  <a:pt x="120078" y="75798"/>
                </a:lnTo>
                <a:lnTo>
                  <a:pt x="119479" y="75572"/>
                </a:lnTo>
                <a:lnTo>
                  <a:pt x="118893" y="75327"/>
                </a:lnTo>
                <a:lnTo>
                  <a:pt x="118320" y="75065"/>
                </a:lnTo>
                <a:lnTo>
                  <a:pt x="117761" y="74784"/>
                </a:lnTo>
                <a:lnTo>
                  <a:pt x="117214" y="74486"/>
                </a:lnTo>
                <a:lnTo>
                  <a:pt x="116681" y="74169"/>
                </a:lnTo>
                <a:lnTo>
                  <a:pt x="116161" y="73834"/>
                </a:lnTo>
                <a:lnTo>
                  <a:pt x="115654" y="73481"/>
                </a:lnTo>
                <a:lnTo>
                  <a:pt x="115160" y="73110"/>
                </a:lnTo>
                <a:lnTo>
                  <a:pt x="114679" y="72721"/>
                </a:lnTo>
                <a:lnTo>
                  <a:pt x="114212" y="72314"/>
                </a:lnTo>
                <a:lnTo>
                  <a:pt x="113757" y="71889"/>
                </a:lnTo>
                <a:lnTo>
                  <a:pt x="113319" y="71446"/>
                </a:lnTo>
                <a:lnTo>
                  <a:pt x="112899" y="70986"/>
                </a:lnTo>
                <a:lnTo>
                  <a:pt x="112498" y="70509"/>
                </a:lnTo>
                <a:lnTo>
                  <a:pt x="112116" y="70014"/>
                </a:lnTo>
                <a:lnTo>
                  <a:pt x="111752" y="69503"/>
                </a:lnTo>
                <a:lnTo>
                  <a:pt x="111407" y="68975"/>
                </a:lnTo>
                <a:lnTo>
                  <a:pt x="111081" y="68430"/>
                </a:lnTo>
                <a:lnTo>
                  <a:pt x="110773" y="67868"/>
                </a:lnTo>
                <a:lnTo>
                  <a:pt x="110484" y="67289"/>
                </a:lnTo>
                <a:lnTo>
                  <a:pt x="110214" y="66693"/>
                </a:lnTo>
                <a:lnTo>
                  <a:pt x="109962" y="66080"/>
                </a:lnTo>
                <a:lnTo>
                  <a:pt x="109729" y="65450"/>
                </a:lnTo>
                <a:lnTo>
                  <a:pt x="109514" y="64803"/>
                </a:lnTo>
                <a:lnTo>
                  <a:pt x="109318" y="64139"/>
                </a:lnTo>
                <a:lnTo>
                  <a:pt x="109141" y="63458"/>
                </a:lnTo>
                <a:lnTo>
                  <a:pt x="108983" y="62760"/>
                </a:lnTo>
                <a:lnTo>
                  <a:pt x="108843" y="62045"/>
                </a:lnTo>
                <a:lnTo>
                  <a:pt x="108722" y="61313"/>
                </a:lnTo>
                <a:lnTo>
                  <a:pt x="108619" y="60563"/>
                </a:lnTo>
                <a:lnTo>
                  <a:pt x="108535" y="59797"/>
                </a:lnTo>
                <a:lnTo>
                  <a:pt x="108470" y="59014"/>
                </a:lnTo>
                <a:lnTo>
                  <a:pt x="108423" y="58214"/>
                </a:lnTo>
                <a:lnTo>
                  <a:pt x="108395" y="57397"/>
                </a:lnTo>
                <a:lnTo>
                  <a:pt x="108386" y="56563"/>
                </a:lnTo>
                <a:lnTo>
                  <a:pt x="108386" y="33494"/>
                </a:lnTo>
                <a:lnTo>
                  <a:pt x="108395" y="32660"/>
                </a:lnTo>
                <a:lnTo>
                  <a:pt x="108423" y="31843"/>
                </a:lnTo>
                <a:lnTo>
                  <a:pt x="108470" y="31043"/>
                </a:lnTo>
                <a:lnTo>
                  <a:pt x="108535" y="30259"/>
                </a:lnTo>
                <a:lnTo>
                  <a:pt x="108619" y="29493"/>
                </a:lnTo>
                <a:lnTo>
                  <a:pt x="108722" y="28744"/>
                </a:lnTo>
                <a:lnTo>
                  <a:pt x="108843" y="28012"/>
                </a:lnTo>
                <a:lnTo>
                  <a:pt x="108983" y="27297"/>
                </a:lnTo>
                <a:lnTo>
                  <a:pt x="109141" y="26599"/>
                </a:lnTo>
                <a:lnTo>
                  <a:pt x="109318" y="25918"/>
                </a:lnTo>
                <a:lnTo>
                  <a:pt x="109514" y="25254"/>
                </a:lnTo>
                <a:lnTo>
                  <a:pt x="109729" y="24607"/>
                </a:lnTo>
                <a:lnTo>
                  <a:pt x="109962" y="23977"/>
                </a:lnTo>
                <a:lnTo>
                  <a:pt x="110214" y="23364"/>
                </a:lnTo>
                <a:lnTo>
                  <a:pt x="110484" y="22769"/>
                </a:lnTo>
                <a:lnTo>
                  <a:pt x="110773" y="22190"/>
                </a:lnTo>
                <a:lnTo>
                  <a:pt x="111081" y="21628"/>
                </a:lnTo>
                <a:lnTo>
                  <a:pt x="111407" y="21083"/>
                </a:lnTo>
                <a:lnTo>
                  <a:pt x="111752" y="20555"/>
                </a:lnTo>
                <a:lnTo>
                  <a:pt x="112116" y="20044"/>
                </a:lnTo>
                <a:lnTo>
                  <a:pt x="112498" y="19550"/>
                </a:lnTo>
                <a:lnTo>
                  <a:pt x="112899" y="19073"/>
                </a:lnTo>
                <a:lnTo>
                  <a:pt x="113319" y="18613"/>
                </a:lnTo>
                <a:lnTo>
                  <a:pt x="113757" y="18170"/>
                </a:lnTo>
                <a:lnTo>
                  <a:pt x="114212" y="17745"/>
                </a:lnTo>
                <a:lnTo>
                  <a:pt x="114679" y="17338"/>
                </a:lnTo>
                <a:lnTo>
                  <a:pt x="115160" y="16948"/>
                </a:lnTo>
                <a:lnTo>
                  <a:pt x="115654" y="16577"/>
                </a:lnTo>
                <a:lnTo>
                  <a:pt x="116161" y="16224"/>
                </a:lnTo>
                <a:lnTo>
                  <a:pt x="116681" y="15889"/>
                </a:lnTo>
                <a:lnTo>
                  <a:pt x="117214" y="15572"/>
                </a:lnTo>
                <a:lnTo>
                  <a:pt x="117761" y="15273"/>
                </a:lnTo>
                <a:lnTo>
                  <a:pt x="118320" y="14993"/>
                </a:lnTo>
                <a:lnTo>
                  <a:pt x="118893" y="14730"/>
                </a:lnTo>
                <a:lnTo>
                  <a:pt x="119479" y="14486"/>
                </a:lnTo>
                <a:lnTo>
                  <a:pt x="120078" y="14259"/>
                </a:lnTo>
                <a:lnTo>
                  <a:pt x="120691" y="14051"/>
                </a:lnTo>
                <a:lnTo>
                  <a:pt x="121316" y="13861"/>
                </a:lnTo>
                <a:lnTo>
                  <a:pt x="121955" y="13689"/>
                </a:lnTo>
                <a:lnTo>
                  <a:pt x="122607" y="13535"/>
                </a:lnTo>
                <a:lnTo>
                  <a:pt x="123272" y="13399"/>
                </a:lnTo>
                <a:lnTo>
                  <a:pt x="123950" y="13282"/>
                </a:lnTo>
                <a:lnTo>
                  <a:pt x="124641" y="13182"/>
                </a:lnTo>
                <a:lnTo>
                  <a:pt x="125345" y="13101"/>
                </a:lnTo>
                <a:lnTo>
                  <a:pt x="126063" y="13037"/>
                </a:lnTo>
                <a:lnTo>
                  <a:pt x="126794" y="12992"/>
                </a:lnTo>
                <a:lnTo>
                  <a:pt x="127538" y="12965"/>
                </a:lnTo>
                <a:lnTo>
                  <a:pt x="128295" y="12956"/>
                </a:lnTo>
                <a:lnTo>
                  <a:pt x="129064" y="12965"/>
                </a:lnTo>
                <a:lnTo>
                  <a:pt x="129820" y="12992"/>
                </a:lnTo>
                <a:lnTo>
                  <a:pt x="130562" y="13037"/>
                </a:lnTo>
                <a:lnTo>
                  <a:pt x="131289" y="13101"/>
                </a:lnTo>
                <a:lnTo>
                  <a:pt x="132003" y="13182"/>
                </a:lnTo>
                <a:lnTo>
                  <a:pt x="132703" y="13282"/>
                </a:lnTo>
                <a:lnTo>
                  <a:pt x="133389" y="13399"/>
                </a:lnTo>
                <a:lnTo>
                  <a:pt x="134060" y="13535"/>
                </a:lnTo>
                <a:lnTo>
                  <a:pt x="134718" y="13689"/>
                </a:lnTo>
                <a:lnTo>
                  <a:pt x="135362" y="13861"/>
                </a:lnTo>
                <a:lnTo>
                  <a:pt x="135992" y="14051"/>
                </a:lnTo>
                <a:lnTo>
                  <a:pt x="136608" y="14259"/>
                </a:lnTo>
                <a:lnTo>
                  <a:pt x="137210" y="14486"/>
                </a:lnTo>
                <a:lnTo>
                  <a:pt x="137797" y="14730"/>
                </a:lnTo>
                <a:lnTo>
                  <a:pt x="138371" y="14993"/>
                </a:lnTo>
                <a:lnTo>
                  <a:pt x="138931" y="15273"/>
                </a:lnTo>
                <a:lnTo>
                  <a:pt x="139477" y="15572"/>
                </a:lnTo>
                <a:lnTo>
                  <a:pt x="140009" y="15889"/>
                </a:lnTo>
                <a:lnTo>
                  <a:pt x="140527" y="16224"/>
                </a:lnTo>
                <a:lnTo>
                  <a:pt x="141031" y="16577"/>
                </a:lnTo>
                <a:lnTo>
                  <a:pt x="141521" y="16948"/>
                </a:lnTo>
                <a:lnTo>
                  <a:pt x="141997" y="17338"/>
                </a:lnTo>
                <a:lnTo>
                  <a:pt x="142459" y="17745"/>
                </a:lnTo>
                <a:lnTo>
                  <a:pt x="142907" y="18170"/>
                </a:lnTo>
                <a:lnTo>
                  <a:pt x="143339" y="18613"/>
                </a:lnTo>
                <a:lnTo>
                  <a:pt x="143752" y="19073"/>
                </a:lnTo>
                <a:lnTo>
                  <a:pt x="144147" y="19550"/>
                </a:lnTo>
                <a:lnTo>
                  <a:pt x="144524" y="20044"/>
                </a:lnTo>
                <a:lnTo>
                  <a:pt x="144883" y="20555"/>
                </a:lnTo>
                <a:lnTo>
                  <a:pt x="145223" y="21083"/>
                </a:lnTo>
                <a:lnTo>
                  <a:pt x="145545" y="21628"/>
                </a:lnTo>
                <a:lnTo>
                  <a:pt x="145848" y="22190"/>
                </a:lnTo>
                <a:lnTo>
                  <a:pt x="146133" y="22769"/>
                </a:lnTo>
                <a:lnTo>
                  <a:pt x="146399" y="23364"/>
                </a:lnTo>
                <a:lnTo>
                  <a:pt x="146648" y="23977"/>
                </a:lnTo>
                <a:lnTo>
                  <a:pt x="146877" y="24607"/>
                </a:lnTo>
                <a:lnTo>
                  <a:pt x="147089" y="25254"/>
                </a:lnTo>
                <a:lnTo>
                  <a:pt x="147282" y="25918"/>
                </a:lnTo>
                <a:lnTo>
                  <a:pt x="147456" y="26599"/>
                </a:lnTo>
                <a:lnTo>
                  <a:pt x="147613" y="27297"/>
                </a:lnTo>
                <a:lnTo>
                  <a:pt x="147750" y="28012"/>
                </a:lnTo>
                <a:lnTo>
                  <a:pt x="147870" y="28744"/>
                </a:lnTo>
                <a:lnTo>
                  <a:pt x="147971" y="29493"/>
                </a:lnTo>
                <a:lnTo>
                  <a:pt x="148054" y="30259"/>
                </a:lnTo>
                <a:lnTo>
                  <a:pt x="148118" y="31043"/>
                </a:lnTo>
                <a:lnTo>
                  <a:pt x="148164" y="31843"/>
                </a:lnTo>
                <a:lnTo>
                  <a:pt x="148192" y="32660"/>
                </a:lnTo>
                <a:lnTo>
                  <a:pt x="148201" y="33494"/>
                </a:lnTo>
                <a:lnTo>
                  <a:pt x="148201" y="56563"/>
                </a:lnTo>
                <a:lnTo>
                  <a:pt x="148192" y="57397"/>
                </a:lnTo>
                <a:lnTo>
                  <a:pt x="148164" y="58214"/>
                </a:lnTo>
                <a:lnTo>
                  <a:pt x="148118" y="59014"/>
                </a:lnTo>
                <a:lnTo>
                  <a:pt x="148054" y="59797"/>
                </a:lnTo>
                <a:lnTo>
                  <a:pt x="147971" y="60563"/>
                </a:lnTo>
                <a:lnTo>
                  <a:pt x="147870" y="61313"/>
                </a:lnTo>
                <a:lnTo>
                  <a:pt x="147750" y="62045"/>
                </a:lnTo>
                <a:lnTo>
                  <a:pt x="147613" y="62760"/>
                </a:lnTo>
                <a:lnTo>
                  <a:pt x="147456" y="63458"/>
                </a:lnTo>
                <a:lnTo>
                  <a:pt x="147282" y="64139"/>
                </a:lnTo>
                <a:lnTo>
                  <a:pt x="147089" y="64803"/>
                </a:lnTo>
                <a:lnTo>
                  <a:pt x="146877" y="65450"/>
                </a:lnTo>
                <a:lnTo>
                  <a:pt x="146648" y="66080"/>
                </a:lnTo>
                <a:lnTo>
                  <a:pt x="146399" y="66693"/>
                </a:lnTo>
                <a:lnTo>
                  <a:pt x="146133" y="67289"/>
                </a:lnTo>
                <a:lnTo>
                  <a:pt x="145848" y="67868"/>
                </a:lnTo>
                <a:lnTo>
                  <a:pt x="145545" y="68430"/>
                </a:lnTo>
                <a:lnTo>
                  <a:pt x="145223" y="68975"/>
                </a:lnTo>
                <a:lnTo>
                  <a:pt x="144883" y="69503"/>
                </a:lnTo>
                <a:lnTo>
                  <a:pt x="144524" y="70014"/>
                </a:lnTo>
                <a:lnTo>
                  <a:pt x="144147" y="70509"/>
                </a:lnTo>
                <a:lnTo>
                  <a:pt x="143752" y="70986"/>
                </a:lnTo>
                <a:lnTo>
                  <a:pt x="143339" y="71446"/>
                </a:lnTo>
                <a:lnTo>
                  <a:pt x="142907" y="71889"/>
                </a:lnTo>
                <a:lnTo>
                  <a:pt x="142459" y="72314"/>
                </a:lnTo>
                <a:lnTo>
                  <a:pt x="141997" y="72721"/>
                </a:lnTo>
                <a:lnTo>
                  <a:pt x="141521" y="73110"/>
                </a:lnTo>
                <a:lnTo>
                  <a:pt x="141031" y="73481"/>
                </a:lnTo>
                <a:lnTo>
                  <a:pt x="140527" y="73834"/>
                </a:lnTo>
                <a:lnTo>
                  <a:pt x="140009" y="74169"/>
                </a:lnTo>
                <a:lnTo>
                  <a:pt x="139477" y="74486"/>
                </a:lnTo>
                <a:lnTo>
                  <a:pt x="138931" y="74784"/>
                </a:lnTo>
                <a:lnTo>
                  <a:pt x="138371" y="75065"/>
                </a:lnTo>
                <a:lnTo>
                  <a:pt x="137797" y="75327"/>
                </a:lnTo>
                <a:lnTo>
                  <a:pt x="137210" y="75572"/>
                </a:lnTo>
                <a:lnTo>
                  <a:pt x="136608" y="75798"/>
                </a:lnTo>
                <a:lnTo>
                  <a:pt x="135992" y="76006"/>
                </a:lnTo>
                <a:lnTo>
                  <a:pt x="135362" y="76196"/>
                </a:lnTo>
                <a:lnTo>
                  <a:pt x="134718" y="76368"/>
                </a:lnTo>
                <a:lnTo>
                  <a:pt x="134060" y="76522"/>
                </a:lnTo>
                <a:lnTo>
                  <a:pt x="133389" y="76658"/>
                </a:lnTo>
                <a:lnTo>
                  <a:pt x="132703" y="76775"/>
                </a:lnTo>
                <a:lnTo>
                  <a:pt x="132003" y="76875"/>
                </a:lnTo>
                <a:lnTo>
                  <a:pt x="131289" y="76956"/>
                </a:lnTo>
                <a:lnTo>
                  <a:pt x="130562" y="77020"/>
                </a:lnTo>
                <a:lnTo>
                  <a:pt x="129820" y="77065"/>
                </a:lnTo>
                <a:lnTo>
                  <a:pt x="129064" y="77092"/>
                </a:lnTo>
                <a:lnTo>
                  <a:pt x="128295" y="77101"/>
                </a:lnTo>
                <a:lnTo>
                  <a:pt x="127538" y="77092"/>
                </a:lnTo>
                <a:lnTo>
                  <a:pt x="126794" y="77065"/>
                </a:lnTo>
                <a:lnTo>
                  <a:pt x="126063" y="77020"/>
                </a:lnTo>
                <a:close/>
                <a:moveTo>
                  <a:pt x="38422" y="89931"/>
                </a:moveTo>
                <a:lnTo>
                  <a:pt x="39603" y="89833"/>
                </a:lnTo>
                <a:lnTo>
                  <a:pt x="40763" y="89707"/>
                </a:lnTo>
                <a:lnTo>
                  <a:pt x="41904" y="89553"/>
                </a:lnTo>
                <a:lnTo>
                  <a:pt x="43025" y="89371"/>
                </a:lnTo>
                <a:lnTo>
                  <a:pt x="44125" y="89162"/>
                </a:lnTo>
                <a:lnTo>
                  <a:pt x="45206" y="88924"/>
                </a:lnTo>
                <a:lnTo>
                  <a:pt x="46266" y="88658"/>
                </a:lnTo>
                <a:lnTo>
                  <a:pt x="47307" y="88364"/>
                </a:lnTo>
                <a:lnTo>
                  <a:pt x="48328" y="88043"/>
                </a:lnTo>
                <a:lnTo>
                  <a:pt x="49328" y="87693"/>
                </a:lnTo>
                <a:lnTo>
                  <a:pt x="50309" y="87315"/>
                </a:lnTo>
                <a:lnTo>
                  <a:pt x="51269" y="86910"/>
                </a:lnTo>
                <a:lnTo>
                  <a:pt x="52210" y="86476"/>
                </a:lnTo>
                <a:lnTo>
                  <a:pt x="53130" y="86014"/>
                </a:lnTo>
                <a:lnTo>
                  <a:pt x="54030" y="85525"/>
                </a:lnTo>
                <a:lnTo>
                  <a:pt x="54911" y="85007"/>
                </a:lnTo>
                <a:lnTo>
                  <a:pt x="55771" y="84462"/>
                </a:lnTo>
                <a:lnTo>
                  <a:pt x="56612" y="83888"/>
                </a:lnTo>
                <a:lnTo>
                  <a:pt x="57432" y="83287"/>
                </a:lnTo>
                <a:lnTo>
                  <a:pt x="58232" y="82657"/>
                </a:lnTo>
                <a:lnTo>
                  <a:pt x="59012" y="82000"/>
                </a:lnTo>
                <a:lnTo>
                  <a:pt x="59767" y="81318"/>
                </a:lnTo>
                <a:lnTo>
                  <a:pt x="60492" y="80616"/>
                </a:lnTo>
                <a:lnTo>
                  <a:pt x="61186" y="79894"/>
                </a:lnTo>
                <a:lnTo>
                  <a:pt x="61850" y="79152"/>
                </a:lnTo>
                <a:lnTo>
                  <a:pt x="62483" y="78389"/>
                </a:lnTo>
                <a:lnTo>
                  <a:pt x="63086" y="77606"/>
                </a:lnTo>
                <a:lnTo>
                  <a:pt x="63658" y="76803"/>
                </a:lnTo>
                <a:lnTo>
                  <a:pt x="64200" y="75979"/>
                </a:lnTo>
                <a:lnTo>
                  <a:pt x="64711" y="75135"/>
                </a:lnTo>
                <a:lnTo>
                  <a:pt x="65192" y="74271"/>
                </a:lnTo>
                <a:lnTo>
                  <a:pt x="65643" y="73386"/>
                </a:lnTo>
                <a:lnTo>
                  <a:pt x="66063" y="72481"/>
                </a:lnTo>
                <a:lnTo>
                  <a:pt x="66453" y="71556"/>
                </a:lnTo>
                <a:lnTo>
                  <a:pt x="66812" y="70611"/>
                </a:lnTo>
                <a:lnTo>
                  <a:pt x="67140" y="69645"/>
                </a:lnTo>
                <a:lnTo>
                  <a:pt x="67439" y="68659"/>
                </a:lnTo>
                <a:lnTo>
                  <a:pt x="67706" y="67652"/>
                </a:lnTo>
                <a:lnTo>
                  <a:pt x="67944" y="66626"/>
                </a:lnTo>
                <a:lnTo>
                  <a:pt x="68151" y="65579"/>
                </a:lnTo>
                <a:lnTo>
                  <a:pt x="68327" y="64511"/>
                </a:lnTo>
                <a:lnTo>
                  <a:pt x="68473" y="63424"/>
                </a:lnTo>
                <a:lnTo>
                  <a:pt x="68588" y="62316"/>
                </a:lnTo>
                <a:lnTo>
                  <a:pt x="68674" y="61188"/>
                </a:lnTo>
                <a:lnTo>
                  <a:pt x="68728" y="60039"/>
                </a:lnTo>
                <a:lnTo>
                  <a:pt x="54509" y="60039"/>
                </a:lnTo>
                <a:lnTo>
                  <a:pt x="54461" y="60718"/>
                </a:lnTo>
                <a:lnTo>
                  <a:pt x="54397" y="61383"/>
                </a:lnTo>
                <a:lnTo>
                  <a:pt x="54316" y="62036"/>
                </a:lnTo>
                <a:lnTo>
                  <a:pt x="54219" y="62677"/>
                </a:lnTo>
                <a:lnTo>
                  <a:pt x="54105" y="63304"/>
                </a:lnTo>
                <a:lnTo>
                  <a:pt x="53975" y="63919"/>
                </a:lnTo>
                <a:lnTo>
                  <a:pt x="53829" y="64522"/>
                </a:lnTo>
                <a:lnTo>
                  <a:pt x="53666" y="65112"/>
                </a:lnTo>
                <a:lnTo>
                  <a:pt x="53486" y="65689"/>
                </a:lnTo>
                <a:lnTo>
                  <a:pt x="53290" y="66254"/>
                </a:lnTo>
                <a:lnTo>
                  <a:pt x="53078" y="66806"/>
                </a:lnTo>
                <a:lnTo>
                  <a:pt x="52849" y="67346"/>
                </a:lnTo>
                <a:lnTo>
                  <a:pt x="52604" y="67872"/>
                </a:lnTo>
                <a:lnTo>
                  <a:pt x="52342" y="68387"/>
                </a:lnTo>
                <a:lnTo>
                  <a:pt x="52064" y="68888"/>
                </a:lnTo>
                <a:lnTo>
                  <a:pt x="51769" y="69377"/>
                </a:lnTo>
                <a:lnTo>
                  <a:pt x="51458" y="69854"/>
                </a:lnTo>
                <a:lnTo>
                  <a:pt x="51131" y="70318"/>
                </a:lnTo>
                <a:lnTo>
                  <a:pt x="50786" y="70769"/>
                </a:lnTo>
                <a:lnTo>
                  <a:pt x="50426" y="71208"/>
                </a:lnTo>
                <a:lnTo>
                  <a:pt x="50049" y="71634"/>
                </a:lnTo>
                <a:lnTo>
                  <a:pt x="49656" y="72047"/>
                </a:lnTo>
                <a:lnTo>
                  <a:pt x="49246" y="72448"/>
                </a:lnTo>
                <a:lnTo>
                  <a:pt x="48819" y="72836"/>
                </a:lnTo>
                <a:lnTo>
                  <a:pt x="48379" y="73210"/>
                </a:lnTo>
                <a:lnTo>
                  <a:pt x="47925" y="73568"/>
                </a:lnTo>
                <a:lnTo>
                  <a:pt x="47460" y="73910"/>
                </a:lnTo>
                <a:lnTo>
                  <a:pt x="46981" y="74236"/>
                </a:lnTo>
                <a:lnTo>
                  <a:pt x="46490" y="74546"/>
                </a:lnTo>
                <a:lnTo>
                  <a:pt x="45986" y="74840"/>
                </a:lnTo>
                <a:lnTo>
                  <a:pt x="45470" y="75119"/>
                </a:lnTo>
                <a:lnTo>
                  <a:pt x="44941" y="75381"/>
                </a:lnTo>
                <a:lnTo>
                  <a:pt x="44399" y="75627"/>
                </a:lnTo>
                <a:lnTo>
                  <a:pt x="43845" y="75858"/>
                </a:lnTo>
                <a:lnTo>
                  <a:pt x="43278" y="76073"/>
                </a:lnTo>
                <a:lnTo>
                  <a:pt x="42698" y="76272"/>
                </a:lnTo>
                <a:lnTo>
                  <a:pt x="42106" y="76455"/>
                </a:lnTo>
                <a:lnTo>
                  <a:pt x="41501" y="76622"/>
                </a:lnTo>
                <a:lnTo>
                  <a:pt x="40884" y="76773"/>
                </a:lnTo>
                <a:lnTo>
                  <a:pt x="40254" y="76908"/>
                </a:lnTo>
                <a:lnTo>
                  <a:pt x="39611" y="77027"/>
                </a:lnTo>
                <a:lnTo>
                  <a:pt x="38956" y="77130"/>
                </a:lnTo>
                <a:lnTo>
                  <a:pt x="38288" y="77218"/>
                </a:lnTo>
                <a:lnTo>
                  <a:pt x="37608" y="77290"/>
                </a:lnTo>
                <a:lnTo>
                  <a:pt x="36915" y="77345"/>
                </a:lnTo>
                <a:lnTo>
                  <a:pt x="36209" y="77385"/>
                </a:lnTo>
                <a:lnTo>
                  <a:pt x="35490" y="77409"/>
                </a:lnTo>
                <a:lnTo>
                  <a:pt x="34759" y="77417"/>
                </a:lnTo>
                <a:lnTo>
                  <a:pt x="33989" y="77407"/>
                </a:lnTo>
                <a:lnTo>
                  <a:pt x="33231" y="77379"/>
                </a:lnTo>
                <a:lnTo>
                  <a:pt x="32487" y="77333"/>
                </a:lnTo>
                <a:lnTo>
                  <a:pt x="31755" y="77268"/>
                </a:lnTo>
                <a:lnTo>
                  <a:pt x="31036" y="77184"/>
                </a:lnTo>
                <a:lnTo>
                  <a:pt x="30330" y="77081"/>
                </a:lnTo>
                <a:lnTo>
                  <a:pt x="29637" y="76960"/>
                </a:lnTo>
                <a:lnTo>
                  <a:pt x="28957" y="76820"/>
                </a:lnTo>
                <a:lnTo>
                  <a:pt x="28290" y="76661"/>
                </a:lnTo>
                <a:lnTo>
                  <a:pt x="27635" y="76484"/>
                </a:lnTo>
                <a:lnTo>
                  <a:pt x="26994" y="76288"/>
                </a:lnTo>
                <a:lnTo>
                  <a:pt x="26365" y="76074"/>
                </a:lnTo>
                <a:lnTo>
                  <a:pt x="25749" y="75841"/>
                </a:lnTo>
                <a:lnTo>
                  <a:pt x="25146" y="75589"/>
                </a:lnTo>
                <a:lnTo>
                  <a:pt x="24556" y="75319"/>
                </a:lnTo>
                <a:lnTo>
                  <a:pt x="23979" y="75030"/>
                </a:lnTo>
                <a:lnTo>
                  <a:pt x="23415" y="74722"/>
                </a:lnTo>
                <a:lnTo>
                  <a:pt x="22864" y="74395"/>
                </a:lnTo>
                <a:lnTo>
                  <a:pt x="22325" y="74050"/>
                </a:lnTo>
                <a:lnTo>
                  <a:pt x="21800" y="73687"/>
                </a:lnTo>
                <a:lnTo>
                  <a:pt x="21287" y="73304"/>
                </a:lnTo>
                <a:lnTo>
                  <a:pt x="20787" y="72903"/>
                </a:lnTo>
                <a:lnTo>
                  <a:pt x="20301" y="72484"/>
                </a:lnTo>
                <a:lnTo>
                  <a:pt x="19827" y="72045"/>
                </a:lnTo>
                <a:lnTo>
                  <a:pt x="19369" y="71590"/>
                </a:lnTo>
                <a:lnTo>
                  <a:pt x="18931" y="71119"/>
                </a:lnTo>
                <a:lnTo>
                  <a:pt x="18512" y="70633"/>
                </a:lnTo>
                <a:lnTo>
                  <a:pt x="18113" y="70132"/>
                </a:lnTo>
                <a:lnTo>
                  <a:pt x="17734" y="69615"/>
                </a:lnTo>
                <a:lnTo>
                  <a:pt x="17373" y="69083"/>
                </a:lnTo>
                <a:lnTo>
                  <a:pt x="17033" y="68536"/>
                </a:lnTo>
                <a:lnTo>
                  <a:pt x="16711" y="67973"/>
                </a:lnTo>
                <a:lnTo>
                  <a:pt x="16410" y="67395"/>
                </a:lnTo>
                <a:lnTo>
                  <a:pt x="16127" y="66801"/>
                </a:lnTo>
                <a:lnTo>
                  <a:pt x="15864" y="66192"/>
                </a:lnTo>
                <a:lnTo>
                  <a:pt x="15621" y="65568"/>
                </a:lnTo>
                <a:lnTo>
                  <a:pt x="15397" y="64928"/>
                </a:lnTo>
                <a:lnTo>
                  <a:pt x="15193" y="64274"/>
                </a:lnTo>
                <a:lnTo>
                  <a:pt x="15008" y="63603"/>
                </a:lnTo>
                <a:lnTo>
                  <a:pt x="14842" y="62917"/>
                </a:lnTo>
                <a:lnTo>
                  <a:pt x="14696" y="62216"/>
                </a:lnTo>
                <a:lnTo>
                  <a:pt x="14570" y="61500"/>
                </a:lnTo>
                <a:lnTo>
                  <a:pt x="14462" y="60768"/>
                </a:lnTo>
                <a:lnTo>
                  <a:pt x="14375" y="60021"/>
                </a:lnTo>
                <a:lnTo>
                  <a:pt x="14307" y="59259"/>
                </a:lnTo>
                <a:lnTo>
                  <a:pt x="14258" y="58481"/>
                </a:lnTo>
                <a:lnTo>
                  <a:pt x="14229" y="57687"/>
                </a:lnTo>
                <a:lnTo>
                  <a:pt x="14219" y="56879"/>
                </a:lnTo>
                <a:lnTo>
                  <a:pt x="14219" y="33021"/>
                </a:lnTo>
                <a:lnTo>
                  <a:pt x="14229" y="32213"/>
                </a:lnTo>
                <a:lnTo>
                  <a:pt x="14258" y="31420"/>
                </a:lnTo>
                <a:lnTo>
                  <a:pt x="14307" y="30643"/>
                </a:lnTo>
                <a:lnTo>
                  <a:pt x="14375" y="29881"/>
                </a:lnTo>
                <a:lnTo>
                  <a:pt x="14462" y="29135"/>
                </a:lnTo>
                <a:lnTo>
                  <a:pt x="14570" y="28405"/>
                </a:lnTo>
                <a:lnTo>
                  <a:pt x="14696" y="27690"/>
                </a:lnTo>
                <a:lnTo>
                  <a:pt x="14842" y="26991"/>
                </a:lnTo>
                <a:lnTo>
                  <a:pt x="15008" y="26308"/>
                </a:lnTo>
                <a:lnTo>
                  <a:pt x="15193" y="25640"/>
                </a:lnTo>
                <a:lnTo>
                  <a:pt x="15397" y="24988"/>
                </a:lnTo>
                <a:lnTo>
                  <a:pt x="15621" y="24352"/>
                </a:lnTo>
                <a:lnTo>
                  <a:pt x="15864" y="23731"/>
                </a:lnTo>
                <a:lnTo>
                  <a:pt x="16127" y="23126"/>
                </a:lnTo>
                <a:lnTo>
                  <a:pt x="16410" y="22536"/>
                </a:lnTo>
                <a:lnTo>
                  <a:pt x="16711" y="21962"/>
                </a:lnTo>
                <a:lnTo>
                  <a:pt x="17033" y="21404"/>
                </a:lnTo>
                <a:lnTo>
                  <a:pt x="17373" y="20862"/>
                </a:lnTo>
                <a:lnTo>
                  <a:pt x="17734" y="20335"/>
                </a:lnTo>
                <a:lnTo>
                  <a:pt x="18113" y="19823"/>
                </a:lnTo>
                <a:lnTo>
                  <a:pt x="18512" y="19328"/>
                </a:lnTo>
                <a:lnTo>
                  <a:pt x="18931" y="18847"/>
                </a:lnTo>
                <a:lnTo>
                  <a:pt x="19369" y="18383"/>
                </a:lnTo>
                <a:lnTo>
                  <a:pt x="19827" y="17934"/>
                </a:lnTo>
                <a:lnTo>
                  <a:pt x="20301" y="17502"/>
                </a:lnTo>
                <a:lnTo>
                  <a:pt x="20787" y="17089"/>
                </a:lnTo>
                <a:lnTo>
                  <a:pt x="21287" y="16693"/>
                </a:lnTo>
                <a:lnTo>
                  <a:pt x="21800" y="16317"/>
                </a:lnTo>
                <a:lnTo>
                  <a:pt x="22325" y="15958"/>
                </a:lnTo>
                <a:lnTo>
                  <a:pt x="22864" y="15618"/>
                </a:lnTo>
                <a:lnTo>
                  <a:pt x="23415" y="15296"/>
                </a:lnTo>
                <a:lnTo>
                  <a:pt x="23979" y="14993"/>
                </a:lnTo>
                <a:lnTo>
                  <a:pt x="24556" y="14708"/>
                </a:lnTo>
                <a:lnTo>
                  <a:pt x="25146" y="14442"/>
                </a:lnTo>
                <a:lnTo>
                  <a:pt x="25749" y="14193"/>
                </a:lnTo>
                <a:lnTo>
                  <a:pt x="26365" y="13964"/>
                </a:lnTo>
                <a:lnTo>
                  <a:pt x="26994" y="13752"/>
                </a:lnTo>
                <a:lnTo>
                  <a:pt x="27635" y="13559"/>
                </a:lnTo>
                <a:lnTo>
                  <a:pt x="28290" y="13385"/>
                </a:lnTo>
                <a:lnTo>
                  <a:pt x="28957" y="13228"/>
                </a:lnTo>
                <a:lnTo>
                  <a:pt x="29637" y="13090"/>
                </a:lnTo>
                <a:lnTo>
                  <a:pt x="30330" y="12971"/>
                </a:lnTo>
                <a:lnTo>
                  <a:pt x="31036" y="12870"/>
                </a:lnTo>
                <a:lnTo>
                  <a:pt x="31755" y="12787"/>
                </a:lnTo>
                <a:lnTo>
                  <a:pt x="32487" y="12723"/>
                </a:lnTo>
                <a:lnTo>
                  <a:pt x="33231" y="12677"/>
                </a:lnTo>
                <a:lnTo>
                  <a:pt x="33989" y="12649"/>
                </a:lnTo>
                <a:lnTo>
                  <a:pt x="34759" y="12640"/>
                </a:lnTo>
                <a:lnTo>
                  <a:pt x="35490" y="12648"/>
                </a:lnTo>
                <a:lnTo>
                  <a:pt x="36209" y="12671"/>
                </a:lnTo>
                <a:lnTo>
                  <a:pt x="36915" y="12710"/>
                </a:lnTo>
                <a:lnTo>
                  <a:pt x="37608" y="12765"/>
                </a:lnTo>
                <a:lnTo>
                  <a:pt x="38288" y="12835"/>
                </a:lnTo>
                <a:lnTo>
                  <a:pt x="38956" y="12921"/>
                </a:lnTo>
                <a:lnTo>
                  <a:pt x="39611" y="13023"/>
                </a:lnTo>
                <a:lnTo>
                  <a:pt x="40254" y="13140"/>
                </a:lnTo>
                <a:lnTo>
                  <a:pt x="40884" y="13273"/>
                </a:lnTo>
                <a:lnTo>
                  <a:pt x="41501" y="13422"/>
                </a:lnTo>
                <a:lnTo>
                  <a:pt x="42106" y="13586"/>
                </a:lnTo>
                <a:lnTo>
                  <a:pt x="42698" y="13766"/>
                </a:lnTo>
                <a:lnTo>
                  <a:pt x="43278" y="13961"/>
                </a:lnTo>
                <a:lnTo>
                  <a:pt x="43845" y="14172"/>
                </a:lnTo>
                <a:lnTo>
                  <a:pt x="44399" y="14399"/>
                </a:lnTo>
                <a:lnTo>
                  <a:pt x="44941" y="14642"/>
                </a:lnTo>
                <a:lnTo>
                  <a:pt x="45470" y="14900"/>
                </a:lnTo>
                <a:lnTo>
                  <a:pt x="45986" y="15173"/>
                </a:lnTo>
                <a:lnTo>
                  <a:pt x="46490" y="15462"/>
                </a:lnTo>
                <a:lnTo>
                  <a:pt x="46981" y="15767"/>
                </a:lnTo>
                <a:lnTo>
                  <a:pt x="47460" y="16088"/>
                </a:lnTo>
                <a:lnTo>
                  <a:pt x="47925" y="16424"/>
                </a:lnTo>
                <a:lnTo>
                  <a:pt x="48379" y="16776"/>
                </a:lnTo>
                <a:lnTo>
                  <a:pt x="48819" y="17143"/>
                </a:lnTo>
                <a:lnTo>
                  <a:pt x="49246" y="17525"/>
                </a:lnTo>
                <a:lnTo>
                  <a:pt x="49656" y="17921"/>
                </a:lnTo>
                <a:lnTo>
                  <a:pt x="50049" y="18329"/>
                </a:lnTo>
                <a:lnTo>
                  <a:pt x="50426" y="18751"/>
                </a:lnTo>
                <a:lnTo>
                  <a:pt x="50786" y="19187"/>
                </a:lnTo>
                <a:lnTo>
                  <a:pt x="51131" y="19636"/>
                </a:lnTo>
                <a:lnTo>
                  <a:pt x="51458" y="20099"/>
                </a:lnTo>
                <a:lnTo>
                  <a:pt x="51769" y="20575"/>
                </a:lnTo>
                <a:lnTo>
                  <a:pt x="52064" y="21064"/>
                </a:lnTo>
                <a:lnTo>
                  <a:pt x="52342" y="21567"/>
                </a:lnTo>
                <a:lnTo>
                  <a:pt x="52604" y="22083"/>
                </a:lnTo>
                <a:lnTo>
                  <a:pt x="52849" y="22613"/>
                </a:lnTo>
                <a:lnTo>
                  <a:pt x="53078" y="23156"/>
                </a:lnTo>
                <a:lnTo>
                  <a:pt x="53290" y="23713"/>
                </a:lnTo>
                <a:lnTo>
                  <a:pt x="53486" y="24283"/>
                </a:lnTo>
                <a:lnTo>
                  <a:pt x="53666" y="24867"/>
                </a:lnTo>
                <a:lnTo>
                  <a:pt x="53829" y="25464"/>
                </a:lnTo>
                <a:lnTo>
                  <a:pt x="53975" y="26074"/>
                </a:lnTo>
                <a:lnTo>
                  <a:pt x="54105" y="26698"/>
                </a:lnTo>
                <a:lnTo>
                  <a:pt x="54219" y="27336"/>
                </a:lnTo>
                <a:lnTo>
                  <a:pt x="54316" y="27986"/>
                </a:lnTo>
                <a:lnTo>
                  <a:pt x="54397" y="28651"/>
                </a:lnTo>
                <a:lnTo>
                  <a:pt x="54461" y="29329"/>
                </a:lnTo>
                <a:lnTo>
                  <a:pt x="54509" y="30020"/>
                </a:lnTo>
                <a:lnTo>
                  <a:pt x="68728" y="30020"/>
                </a:lnTo>
                <a:lnTo>
                  <a:pt x="68674" y="28871"/>
                </a:lnTo>
                <a:lnTo>
                  <a:pt x="68588" y="27743"/>
                </a:lnTo>
                <a:lnTo>
                  <a:pt x="68473" y="26635"/>
                </a:lnTo>
                <a:lnTo>
                  <a:pt x="68327" y="25548"/>
                </a:lnTo>
                <a:lnTo>
                  <a:pt x="68151" y="24480"/>
                </a:lnTo>
                <a:lnTo>
                  <a:pt x="67944" y="23433"/>
                </a:lnTo>
                <a:lnTo>
                  <a:pt x="67706" y="22407"/>
                </a:lnTo>
                <a:lnTo>
                  <a:pt x="67439" y="21400"/>
                </a:lnTo>
                <a:lnTo>
                  <a:pt x="67140" y="20414"/>
                </a:lnTo>
                <a:lnTo>
                  <a:pt x="66812" y="19449"/>
                </a:lnTo>
                <a:lnTo>
                  <a:pt x="66453" y="18503"/>
                </a:lnTo>
                <a:lnTo>
                  <a:pt x="66063" y="17578"/>
                </a:lnTo>
                <a:lnTo>
                  <a:pt x="65643" y="16673"/>
                </a:lnTo>
                <a:lnTo>
                  <a:pt x="65192" y="15789"/>
                </a:lnTo>
                <a:lnTo>
                  <a:pt x="64711" y="14924"/>
                </a:lnTo>
                <a:lnTo>
                  <a:pt x="64200" y="14080"/>
                </a:lnTo>
                <a:lnTo>
                  <a:pt x="63658" y="13257"/>
                </a:lnTo>
                <a:lnTo>
                  <a:pt x="63086" y="12453"/>
                </a:lnTo>
                <a:lnTo>
                  <a:pt x="62483" y="11670"/>
                </a:lnTo>
                <a:lnTo>
                  <a:pt x="61850" y="10907"/>
                </a:lnTo>
                <a:lnTo>
                  <a:pt x="61186" y="10165"/>
                </a:lnTo>
                <a:lnTo>
                  <a:pt x="60492" y="9443"/>
                </a:lnTo>
                <a:lnTo>
                  <a:pt x="59767" y="8741"/>
                </a:lnTo>
                <a:lnTo>
                  <a:pt x="59012" y="8059"/>
                </a:lnTo>
                <a:lnTo>
                  <a:pt x="58232" y="7402"/>
                </a:lnTo>
                <a:lnTo>
                  <a:pt x="57432" y="6772"/>
                </a:lnTo>
                <a:lnTo>
                  <a:pt x="56612" y="6171"/>
                </a:lnTo>
                <a:lnTo>
                  <a:pt x="55771" y="5597"/>
                </a:lnTo>
                <a:lnTo>
                  <a:pt x="54911" y="5051"/>
                </a:lnTo>
                <a:lnTo>
                  <a:pt x="54030" y="4533"/>
                </a:lnTo>
                <a:lnTo>
                  <a:pt x="53130" y="4044"/>
                </a:lnTo>
                <a:lnTo>
                  <a:pt x="52210" y="3582"/>
                </a:lnTo>
                <a:lnTo>
                  <a:pt x="51269" y="3148"/>
                </a:lnTo>
                <a:lnTo>
                  <a:pt x="50309" y="2742"/>
                </a:lnTo>
                <a:lnTo>
                  <a:pt x="49328" y="2365"/>
                </a:lnTo>
                <a:lnTo>
                  <a:pt x="48328" y="2015"/>
                </a:lnTo>
                <a:lnTo>
                  <a:pt x="47307" y="1693"/>
                </a:lnTo>
                <a:lnTo>
                  <a:pt x="46266" y="1399"/>
                </a:lnTo>
                <a:lnTo>
                  <a:pt x="45206" y="1133"/>
                </a:lnTo>
                <a:lnTo>
                  <a:pt x="44125" y="895"/>
                </a:lnTo>
                <a:lnTo>
                  <a:pt x="43025" y="686"/>
                </a:lnTo>
                <a:lnTo>
                  <a:pt x="41904" y="504"/>
                </a:lnTo>
                <a:lnTo>
                  <a:pt x="40763" y="350"/>
                </a:lnTo>
                <a:lnTo>
                  <a:pt x="39603" y="224"/>
                </a:lnTo>
                <a:lnTo>
                  <a:pt x="38422" y="126"/>
                </a:lnTo>
                <a:lnTo>
                  <a:pt x="37221" y="56"/>
                </a:lnTo>
                <a:lnTo>
                  <a:pt x="36000" y="14"/>
                </a:lnTo>
                <a:lnTo>
                  <a:pt x="34759" y="0"/>
                </a:lnTo>
                <a:lnTo>
                  <a:pt x="33895" y="7"/>
                </a:lnTo>
                <a:lnTo>
                  <a:pt x="33040" y="27"/>
                </a:lnTo>
                <a:lnTo>
                  <a:pt x="32193" y="62"/>
                </a:lnTo>
                <a:lnTo>
                  <a:pt x="31356" y="110"/>
                </a:lnTo>
                <a:lnTo>
                  <a:pt x="30528" y="171"/>
                </a:lnTo>
                <a:lnTo>
                  <a:pt x="29709" y="247"/>
                </a:lnTo>
                <a:lnTo>
                  <a:pt x="28899" y="336"/>
                </a:lnTo>
                <a:lnTo>
                  <a:pt x="28098" y="439"/>
                </a:lnTo>
                <a:lnTo>
                  <a:pt x="27306" y="556"/>
                </a:lnTo>
                <a:lnTo>
                  <a:pt x="26523" y="686"/>
                </a:lnTo>
                <a:lnTo>
                  <a:pt x="25749" y="830"/>
                </a:lnTo>
                <a:lnTo>
                  <a:pt x="24984" y="988"/>
                </a:lnTo>
                <a:lnTo>
                  <a:pt x="24228" y="1159"/>
                </a:lnTo>
                <a:lnTo>
                  <a:pt x="23482" y="1345"/>
                </a:lnTo>
                <a:lnTo>
                  <a:pt x="22744" y="1544"/>
                </a:lnTo>
                <a:lnTo>
                  <a:pt x="22015" y="1756"/>
                </a:lnTo>
                <a:lnTo>
                  <a:pt x="21296" y="1983"/>
                </a:lnTo>
                <a:lnTo>
                  <a:pt x="20585" y="2223"/>
                </a:lnTo>
                <a:lnTo>
                  <a:pt x="19884" y="2476"/>
                </a:lnTo>
                <a:lnTo>
                  <a:pt x="19191" y="2744"/>
                </a:lnTo>
                <a:lnTo>
                  <a:pt x="18508" y="3025"/>
                </a:lnTo>
                <a:lnTo>
                  <a:pt x="17833" y="3320"/>
                </a:lnTo>
                <a:lnTo>
                  <a:pt x="17168" y="3629"/>
                </a:lnTo>
                <a:lnTo>
                  <a:pt x="16512" y="3951"/>
                </a:lnTo>
                <a:lnTo>
                  <a:pt x="15866" y="4286"/>
                </a:lnTo>
                <a:lnTo>
                  <a:pt x="15232" y="4634"/>
                </a:lnTo>
                <a:lnTo>
                  <a:pt x="14611" y="4993"/>
                </a:lnTo>
                <a:lnTo>
                  <a:pt x="14001" y="5364"/>
                </a:lnTo>
                <a:lnTo>
                  <a:pt x="13404" y="5748"/>
                </a:lnTo>
                <a:lnTo>
                  <a:pt x="12819" y="6143"/>
                </a:lnTo>
                <a:lnTo>
                  <a:pt x="12245" y="6551"/>
                </a:lnTo>
                <a:lnTo>
                  <a:pt x="11684" y="6970"/>
                </a:lnTo>
                <a:lnTo>
                  <a:pt x="11135" y="7402"/>
                </a:lnTo>
                <a:lnTo>
                  <a:pt x="10598" y="7846"/>
                </a:lnTo>
                <a:lnTo>
                  <a:pt x="10073" y="8302"/>
                </a:lnTo>
                <a:lnTo>
                  <a:pt x="9560" y="8769"/>
                </a:lnTo>
                <a:lnTo>
                  <a:pt x="9059" y="9249"/>
                </a:lnTo>
                <a:lnTo>
                  <a:pt x="8570" y="9741"/>
                </a:lnTo>
                <a:lnTo>
                  <a:pt x="8093" y="10246"/>
                </a:lnTo>
                <a:lnTo>
                  <a:pt x="7628" y="10762"/>
                </a:lnTo>
                <a:lnTo>
                  <a:pt x="7175" y="11290"/>
                </a:lnTo>
                <a:lnTo>
                  <a:pt x="6735" y="11830"/>
                </a:lnTo>
                <a:lnTo>
                  <a:pt x="6306" y="12383"/>
                </a:lnTo>
                <a:lnTo>
                  <a:pt x="5890" y="12947"/>
                </a:lnTo>
                <a:lnTo>
                  <a:pt x="5485" y="13524"/>
                </a:lnTo>
                <a:lnTo>
                  <a:pt x="5093" y="14112"/>
                </a:lnTo>
                <a:lnTo>
                  <a:pt x="4713" y="14713"/>
                </a:lnTo>
                <a:lnTo>
                  <a:pt x="4344" y="15326"/>
                </a:lnTo>
                <a:lnTo>
                  <a:pt x="3990" y="15950"/>
                </a:lnTo>
                <a:lnTo>
                  <a:pt x="3650" y="16584"/>
                </a:lnTo>
                <a:lnTo>
                  <a:pt x="3326" y="17229"/>
                </a:lnTo>
                <a:lnTo>
                  <a:pt x="3017" y="17884"/>
                </a:lnTo>
                <a:lnTo>
                  <a:pt x="2723" y="18550"/>
                </a:lnTo>
                <a:lnTo>
                  <a:pt x="2444" y="19226"/>
                </a:lnTo>
                <a:lnTo>
                  <a:pt x="2180" y="19912"/>
                </a:lnTo>
                <a:lnTo>
                  <a:pt x="1931" y="20609"/>
                </a:lnTo>
                <a:lnTo>
                  <a:pt x="1697" y="21317"/>
                </a:lnTo>
                <a:lnTo>
                  <a:pt x="1478" y="22035"/>
                </a:lnTo>
                <a:lnTo>
                  <a:pt x="1275" y="22763"/>
                </a:lnTo>
                <a:lnTo>
                  <a:pt x="1086" y="23501"/>
                </a:lnTo>
                <a:lnTo>
                  <a:pt x="913" y="24250"/>
                </a:lnTo>
                <a:lnTo>
                  <a:pt x="754" y="25010"/>
                </a:lnTo>
                <a:lnTo>
                  <a:pt x="611" y="25780"/>
                </a:lnTo>
                <a:lnTo>
                  <a:pt x="483" y="26560"/>
                </a:lnTo>
                <a:lnTo>
                  <a:pt x="370" y="27351"/>
                </a:lnTo>
                <a:lnTo>
                  <a:pt x="272" y="28152"/>
                </a:lnTo>
                <a:lnTo>
                  <a:pt x="189" y="28964"/>
                </a:lnTo>
                <a:lnTo>
                  <a:pt x="121" y="29786"/>
                </a:lnTo>
                <a:lnTo>
                  <a:pt x="68" y="30618"/>
                </a:lnTo>
                <a:lnTo>
                  <a:pt x="30" y="31461"/>
                </a:lnTo>
                <a:lnTo>
                  <a:pt x="8" y="32314"/>
                </a:lnTo>
                <a:lnTo>
                  <a:pt x="0" y="33178"/>
                </a:lnTo>
                <a:lnTo>
                  <a:pt x="0" y="56879"/>
                </a:lnTo>
                <a:lnTo>
                  <a:pt x="8" y="57730"/>
                </a:lnTo>
                <a:lnTo>
                  <a:pt x="30" y="58571"/>
                </a:lnTo>
                <a:lnTo>
                  <a:pt x="68" y="59403"/>
                </a:lnTo>
                <a:lnTo>
                  <a:pt x="121" y="60225"/>
                </a:lnTo>
                <a:lnTo>
                  <a:pt x="189" y="61038"/>
                </a:lnTo>
                <a:lnTo>
                  <a:pt x="272" y="61841"/>
                </a:lnTo>
                <a:lnTo>
                  <a:pt x="370" y="62635"/>
                </a:lnTo>
                <a:lnTo>
                  <a:pt x="483" y="63418"/>
                </a:lnTo>
                <a:lnTo>
                  <a:pt x="611" y="64193"/>
                </a:lnTo>
                <a:lnTo>
                  <a:pt x="754" y="64957"/>
                </a:lnTo>
                <a:lnTo>
                  <a:pt x="913" y="65712"/>
                </a:lnTo>
                <a:lnTo>
                  <a:pt x="1086" y="66458"/>
                </a:lnTo>
                <a:lnTo>
                  <a:pt x="1275" y="67194"/>
                </a:lnTo>
                <a:lnTo>
                  <a:pt x="1478" y="67920"/>
                </a:lnTo>
                <a:lnTo>
                  <a:pt x="1697" y="68636"/>
                </a:lnTo>
                <a:lnTo>
                  <a:pt x="1931" y="69343"/>
                </a:lnTo>
                <a:lnTo>
                  <a:pt x="2180" y="70041"/>
                </a:lnTo>
                <a:lnTo>
                  <a:pt x="2444" y="70729"/>
                </a:lnTo>
                <a:lnTo>
                  <a:pt x="2723" y="71407"/>
                </a:lnTo>
                <a:lnTo>
                  <a:pt x="3017" y="72075"/>
                </a:lnTo>
                <a:lnTo>
                  <a:pt x="3326" y="72735"/>
                </a:lnTo>
                <a:lnTo>
                  <a:pt x="3650" y="73384"/>
                </a:lnTo>
                <a:lnTo>
                  <a:pt x="3990" y="74024"/>
                </a:lnTo>
                <a:lnTo>
                  <a:pt x="4344" y="74654"/>
                </a:lnTo>
                <a:lnTo>
                  <a:pt x="4713" y="75273"/>
                </a:lnTo>
                <a:lnTo>
                  <a:pt x="5093" y="75880"/>
                </a:lnTo>
                <a:lnTo>
                  <a:pt x="5485" y="76475"/>
                </a:lnTo>
                <a:lnTo>
                  <a:pt x="5890" y="77057"/>
                </a:lnTo>
                <a:lnTo>
                  <a:pt x="6306" y="77627"/>
                </a:lnTo>
                <a:lnTo>
                  <a:pt x="6735" y="78184"/>
                </a:lnTo>
                <a:lnTo>
                  <a:pt x="7175" y="78729"/>
                </a:lnTo>
                <a:lnTo>
                  <a:pt x="7628" y="79262"/>
                </a:lnTo>
                <a:lnTo>
                  <a:pt x="8093" y="79783"/>
                </a:lnTo>
                <a:lnTo>
                  <a:pt x="8570" y="80291"/>
                </a:lnTo>
                <a:lnTo>
                  <a:pt x="9059" y="80786"/>
                </a:lnTo>
                <a:lnTo>
                  <a:pt x="9560" y="81270"/>
                </a:lnTo>
                <a:lnTo>
                  <a:pt x="10073" y="81741"/>
                </a:lnTo>
                <a:lnTo>
                  <a:pt x="10598" y="82200"/>
                </a:lnTo>
                <a:lnTo>
                  <a:pt x="11135" y="82646"/>
                </a:lnTo>
                <a:lnTo>
                  <a:pt x="11684" y="83080"/>
                </a:lnTo>
                <a:lnTo>
                  <a:pt x="12245" y="83502"/>
                </a:lnTo>
                <a:lnTo>
                  <a:pt x="12819" y="83911"/>
                </a:lnTo>
                <a:lnTo>
                  <a:pt x="13404" y="84308"/>
                </a:lnTo>
                <a:lnTo>
                  <a:pt x="14001" y="84693"/>
                </a:lnTo>
                <a:lnTo>
                  <a:pt x="14611" y="85065"/>
                </a:lnTo>
                <a:lnTo>
                  <a:pt x="15232" y="85425"/>
                </a:lnTo>
                <a:lnTo>
                  <a:pt x="15866" y="85773"/>
                </a:lnTo>
                <a:lnTo>
                  <a:pt x="16512" y="86108"/>
                </a:lnTo>
                <a:lnTo>
                  <a:pt x="17168" y="86430"/>
                </a:lnTo>
                <a:lnTo>
                  <a:pt x="17833" y="86739"/>
                </a:lnTo>
                <a:lnTo>
                  <a:pt x="18508" y="87033"/>
                </a:lnTo>
                <a:lnTo>
                  <a:pt x="19191" y="87314"/>
                </a:lnTo>
                <a:lnTo>
                  <a:pt x="19884" y="87582"/>
                </a:lnTo>
                <a:lnTo>
                  <a:pt x="20585" y="87835"/>
                </a:lnTo>
                <a:lnTo>
                  <a:pt x="21296" y="88075"/>
                </a:lnTo>
                <a:lnTo>
                  <a:pt x="22015" y="88302"/>
                </a:lnTo>
                <a:lnTo>
                  <a:pt x="22744" y="88514"/>
                </a:lnTo>
                <a:lnTo>
                  <a:pt x="23482" y="88713"/>
                </a:lnTo>
                <a:lnTo>
                  <a:pt x="24228" y="88898"/>
                </a:lnTo>
                <a:lnTo>
                  <a:pt x="24984" y="89070"/>
                </a:lnTo>
                <a:lnTo>
                  <a:pt x="25749" y="89227"/>
                </a:lnTo>
                <a:lnTo>
                  <a:pt x="26523" y="89371"/>
                </a:lnTo>
                <a:lnTo>
                  <a:pt x="27306" y="89501"/>
                </a:lnTo>
                <a:lnTo>
                  <a:pt x="28098" y="89618"/>
                </a:lnTo>
                <a:lnTo>
                  <a:pt x="28899" y="89721"/>
                </a:lnTo>
                <a:lnTo>
                  <a:pt x="29709" y="89810"/>
                </a:lnTo>
                <a:lnTo>
                  <a:pt x="30528" y="89885"/>
                </a:lnTo>
                <a:lnTo>
                  <a:pt x="31356" y="89947"/>
                </a:lnTo>
                <a:lnTo>
                  <a:pt x="32193" y="89995"/>
                </a:lnTo>
                <a:lnTo>
                  <a:pt x="33040" y="90029"/>
                </a:lnTo>
                <a:lnTo>
                  <a:pt x="33895" y="90050"/>
                </a:lnTo>
                <a:lnTo>
                  <a:pt x="34759" y="90057"/>
                </a:lnTo>
                <a:lnTo>
                  <a:pt x="36000" y="90043"/>
                </a:lnTo>
                <a:lnTo>
                  <a:pt x="37221" y="90001"/>
                </a:lnTo>
                <a:lnTo>
                  <a:pt x="38422" y="899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2C6B5-A854-4BD4-B4A8-A2B0A06A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88" y="599237"/>
            <a:ext cx="3589116" cy="1546951"/>
          </a:xfrm>
          <a:custGeom xmlns:a="http://schemas.openxmlformats.org/drawingml/2006/main">
            <a:pathLst>
              <a:path w="3589116" h="1546951">
                <a:moveTo>
                  <a:pt x="0" y="95702"/>
                </a:moveTo>
                <a:cubicBezTo>
                  <a:pt x="0" y="42840"/>
                  <a:pt x="42840" y="0"/>
                  <a:pt x="95702" y="0"/>
                </a:cubicBezTo>
                <a:lnTo>
                  <a:pt x="3493414" y="0"/>
                </a:lnTo>
                <a:cubicBezTo>
                  <a:pt x="3546276" y="0"/>
                  <a:pt x="3589116" y="42840"/>
                  <a:pt x="3589116" y="95702"/>
                </a:cubicBezTo>
                <a:lnTo>
                  <a:pt x="3589116" y="1451249"/>
                </a:lnTo>
                <a:cubicBezTo>
                  <a:pt x="3589116" y="1504112"/>
                  <a:pt x="3546276" y="1546951"/>
                  <a:pt x="3493414" y="1546951"/>
                </a:cubicBezTo>
                <a:lnTo>
                  <a:pt x="95702" y="1546951"/>
                </a:lnTo>
                <a:cubicBezTo>
                  <a:pt x="42840" y="1546951"/>
                  <a:pt x="0" y="1504112"/>
                  <a:pt x="0" y="1451249"/>
                </a:cubicBezTo>
                <a:lnTo>
                  <a:pt x="0" y="95702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79E55-9032-49BA-9EDA-0B181B5A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88" y="599237"/>
            <a:ext cx="3589116" cy="1546951"/>
          </a:xfrm>
          <a:custGeom xmlns:a="http://schemas.openxmlformats.org/drawingml/2006/main">
            <a:pathLst>
              <a:path w="3589116" h="1546951" fill="none">
                <a:moveTo>
                  <a:pt x="0" y="95702"/>
                </a:moveTo>
                <a:cubicBezTo>
                  <a:pt x="0" y="42840"/>
                  <a:pt x="42840" y="0"/>
                  <a:pt x="95702" y="0"/>
                </a:cubicBezTo>
                <a:lnTo>
                  <a:pt x="3493414" y="0"/>
                </a:lnTo>
                <a:cubicBezTo>
                  <a:pt x="3546276" y="0"/>
                  <a:pt x="3589116" y="42840"/>
                  <a:pt x="3589116" y="95702"/>
                </a:cubicBezTo>
                <a:lnTo>
                  <a:pt x="3589116" y="1451249"/>
                </a:lnTo>
                <a:cubicBezTo>
                  <a:pt x="3589116" y="1504112"/>
                  <a:pt x="3546276" y="1546951"/>
                  <a:pt x="3493414" y="1546951"/>
                </a:cubicBezTo>
                <a:lnTo>
                  <a:pt x="95702" y="1546951"/>
                </a:lnTo>
                <a:cubicBezTo>
                  <a:pt x="42840" y="1546951"/>
                  <a:pt x="0" y="1504112"/>
                  <a:pt x="0" y="1451249"/>
                </a:cubicBezTo>
                <a:lnTo>
                  <a:pt x="0" y="957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19" name="Text defget_data_from_database(">
            <a:extLst xmlns:a="http://schemas.openxmlformats.org/drawingml/2006/main">
              <a:ext uri="{FF2B5EF4-FFF2-40B4-BE49-F238E27FC236}">
                <a16:creationId xmlns:a16="http://schemas.microsoft.com/office/drawing/2014/main" id="{3653F2AD-17BD-4128-B737-D4133CC1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2" y="726311"/>
            <a:ext cx="2492177" cy="161155"/>
          </a:xfrm>
          <a:custGeom xmlns:a="http://schemas.openxmlformats.org/drawingml/2006/main">
            <a:pathLst>
              <a:path w="2492177" h="161155">
                <a:moveTo>
                  <a:pt x="223089" y="57667"/>
                </a:moveTo>
                <a:lnTo>
                  <a:pt x="223089" y="39499"/>
                </a:lnTo>
                <a:lnTo>
                  <a:pt x="223094" y="39121"/>
                </a:lnTo>
                <a:lnTo>
                  <a:pt x="223107" y="38751"/>
                </a:lnTo>
                <a:lnTo>
                  <a:pt x="223130" y="38389"/>
                </a:lnTo>
                <a:lnTo>
                  <a:pt x="223162" y="38035"/>
                </a:lnTo>
                <a:lnTo>
                  <a:pt x="223202" y="37689"/>
                </a:lnTo>
                <a:lnTo>
                  <a:pt x="223252" y="37351"/>
                </a:lnTo>
                <a:lnTo>
                  <a:pt x="223311" y="37021"/>
                </a:lnTo>
                <a:lnTo>
                  <a:pt x="223379" y="36699"/>
                </a:lnTo>
                <a:lnTo>
                  <a:pt x="223456" y="36384"/>
                </a:lnTo>
                <a:lnTo>
                  <a:pt x="223542" y="36078"/>
                </a:lnTo>
                <a:lnTo>
                  <a:pt x="223637" y="35780"/>
                </a:lnTo>
                <a:lnTo>
                  <a:pt x="223741" y="35489"/>
                </a:lnTo>
                <a:lnTo>
                  <a:pt x="223854" y="35207"/>
                </a:lnTo>
                <a:lnTo>
                  <a:pt x="223976" y="34932"/>
                </a:lnTo>
                <a:lnTo>
                  <a:pt x="224107" y="34666"/>
                </a:lnTo>
                <a:lnTo>
                  <a:pt x="224248" y="34407"/>
                </a:lnTo>
                <a:lnTo>
                  <a:pt x="224397" y="34157"/>
                </a:lnTo>
                <a:lnTo>
                  <a:pt x="224555" y="33914"/>
                </a:lnTo>
                <a:lnTo>
                  <a:pt x="224723" y="33680"/>
                </a:lnTo>
                <a:lnTo>
                  <a:pt x="224899" y="33453"/>
                </a:lnTo>
                <a:lnTo>
                  <a:pt x="225085" y="33234"/>
                </a:lnTo>
                <a:lnTo>
                  <a:pt x="225279" y="33023"/>
                </a:lnTo>
                <a:lnTo>
                  <a:pt x="225483" y="32821"/>
                </a:lnTo>
                <a:lnTo>
                  <a:pt x="225695" y="32626"/>
                </a:lnTo>
                <a:lnTo>
                  <a:pt x="225917" y="32439"/>
                </a:lnTo>
                <a:lnTo>
                  <a:pt x="226146" y="32260"/>
                </a:lnTo>
                <a:lnTo>
                  <a:pt x="226383" y="32089"/>
                </a:lnTo>
                <a:lnTo>
                  <a:pt x="226629" y="31926"/>
                </a:lnTo>
                <a:lnTo>
                  <a:pt x="226882" y="31771"/>
                </a:lnTo>
                <a:lnTo>
                  <a:pt x="227143" y="31624"/>
                </a:lnTo>
                <a:lnTo>
                  <a:pt x="227412" y="31485"/>
                </a:lnTo>
                <a:lnTo>
                  <a:pt x="227689" y="31353"/>
                </a:lnTo>
                <a:lnTo>
                  <a:pt x="227974" y="31230"/>
                </a:lnTo>
                <a:lnTo>
                  <a:pt x="228267" y="31115"/>
                </a:lnTo>
                <a:lnTo>
                  <a:pt x="228568" y="31008"/>
                </a:lnTo>
                <a:lnTo>
                  <a:pt x="228877" y="30908"/>
                </a:lnTo>
                <a:lnTo>
                  <a:pt x="229193" y="30817"/>
                </a:lnTo>
                <a:lnTo>
                  <a:pt x="229518" y="30733"/>
                </a:lnTo>
                <a:lnTo>
                  <a:pt x="229851" y="30658"/>
                </a:lnTo>
                <a:lnTo>
                  <a:pt x="230191" y="30590"/>
                </a:lnTo>
                <a:lnTo>
                  <a:pt x="230540" y="30530"/>
                </a:lnTo>
                <a:lnTo>
                  <a:pt x="230897" y="30479"/>
                </a:lnTo>
                <a:lnTo>
                  <a:pt x="231261" y="30435"/>
                </a:lnTo>
                <a:lnTo>
                  <a:pt x="231633" y="30399"/>
                </a:lnTo>
                <a:lnTo>
                  <a:pt x="232014" y="30371"/>
                </a:lnTo>
                <a:lnTo>
                  <a:pt x="232402" y="30351"/>
                </a:lnTo>
                <a:lnTo>
                  <a:pt x="232799" y="30340"/>
                </a:lnTo>
                <a:lnTo>
                  <a:pt x="233203" y="30336"/>
                </a:lnTo>
                <a:lnTo>
                  <a:pt x="258640" y="30336"/>
                </a:lnTo>
                <a:lnTo>
                  <a:pt x="258640" y="17380"/>
                </a:lnTo>
                <a:lnTo>
                  <a:pt x="233203" y="17380"/>
                </a:lnTo>
                <a:lnTo>
                  <a:pt x="232263" y="17390"/>
                </a:lnTo>
                <a:lnTo>
                  <a:pt x="231341" y="17421"/>
                </a:lnTo>
                <a:lnTo>
                  <a:pt x="230435" y="17472"/>
                </a:lnTo>
                <a:lnTo>
                  <a:pt x="229547" y="17544"/>
                </a:lnTo>
                <a:lnTo>
                  <a:pt x="228675" y="17637"/>
                </a:lnTo>
                <a:lnTo>
                  <a:pt x="227821" y="17750"/>
                </a:lnTo>
                <a:lnTo>
                  <a:pt x="226983" y="17884"/>
                </a:lnTo>
                <a:lnTo>
                  <a:pt x="226163" y="18038"/>
                </a:lnTo>
                <a:lnTo>
                  <a:pt x="225359" y="18213"/>
                </a:lnTo>
                <a:lnTo>
                  <a:pt x="224573" y="18409"/>
                </a:lnTo>
                <a:lnTo>
                  <a:pt x="223803" y="18625"/>
                </a:lnTo>
                <a:lnTo>
                  <a:pt x="223051" y="18861"/>
                </a:lnTo>
                <a:lnTo>
                  <a:pt x="222315" y="19118"/>
                </a:lnTo>
                <a:lnTo>
                  <a:pt x="221597" y="19396"/>
                </a:lnTo>
                <a:lnTo>
                  <a:pt x="220895" y="19695"/>
                </a:lnTo>
                <a:lnTo>
                  <a:pt x="220211" y="20013"/>
                </a:lnTo>
                <a:lnTo>
                  <a:pt x="219544" y="20353"/>
                </a:lnTo>
                <a:lnTo>
                  <a:pt x="218893" y="20713"/>
                </a:lnTo>
                <a:lnTo>
                  <a:pt x="218260" y="21094"/>
                </a:lnTo>
                <a:lnTo>
                  <a:pt x="217644" y="21495"/>
                </a:lnTo>
                <a:lnTo>
                  <a:pt x="217044" y="21917"/>
                </a:lnTo>
                <a:lnTo>
                  <a:pt x="216462" y="22359"/>
                </a:lnTo>
                <a:lnTo>
                  <a:pt x="215896" y="22822"/>
                </a:lnTo>
                <a:lnTo>
                  <a:pt x="215348" y="23306"/>
                </a:lnTo>
                <a:lnTo>
                  <a:pt x="214820" y="23807"/>
                </a:lnTo>
                <a:lnTo>
                  <a:pt x="214313" y="24323"/>
                </a:lnTo>
                <a:lnTo>
                  <a:pt x="213830" y="24854"/>
                </a:lnTo>
                <a:lnTo>
                  <a:pt x="213369" y="25401"/>
                </a:lnTo>
                <a:lnTo>
                  <a:pt x="212930" y="25962"/>
                </a:lnTo>
                <a:lnTo>
                  <a:pt x="212514" y="26539"/>
                </a:lnTo>
                <a:lnTo>
                  <a:pt x="212120" y="27131"/>
                </a:lnTo>
                <a:lnTo>
                  <a:pt x="211749" y="27737"/>
                </a:lnTo>
                <a:lnTo>
                  <a:pt x="211401" y="28359"/>
                </a:lnTo>
                <a:lnTo>
                  <a:pt x="211075" y="28996"/>
                </a:lnTo>
                <a:lnTo>
                  <a:pt x="210771" y="29648"/>
                </a:lnTo>
                <a:lnTo>
                  <a:pt x="210490" y="30316"/>
                </a:lnTo>
                <a:lnTo>
                  <a:pt x="210231" y="30998"/>
                </a:lnTo>
                <a:lnTo>
                  <a:pt x="209995" y="31695"/>
                </a:lnTo>
                <a:lnTo>
                  <a:pt x="209781" y="32408"/>
                </a:lnTo>
                <a:lnTo>
                  <a:pt x="209590" y="33135"/>
                </a:lnTo>
                <a:lnTo>
                  <a:pt x="209421" y="33878"/>
                </a:lnTo>
                <a:lnTo>
                  <a:pt x="209275" y="34636"/>
                </a:lnTo>
                <a:lnTo>
                  <a:pt x="209151" y="35409"/>
                </a:lnTo>
                <a:lnTo>
                  <a:pt x="209050" y="36196"/>
                </a:lnTo>
                <a:lnTo>
                  <a:pt x="208971" y="37000"/>
                </a:lnTo>
                <a:lnTo>
                  <a:pt x="208915" y="37818"/>
                </a:lnTo>
                <a:lnTo>
                  <a:pt x="208881" y="38651"/>
                </a:lnTo>
                <a:lnTo>
                  <a:pt x="208870" y="39499"/>
                </a:lnTo>
                <a:lnTo>
                  <a:pt x="208870" y="57667"/>
                </a:lnTo>
                <a:lnTo>
                  <a:pt x="183590" y="57667"/>
                </a:lnTo>
                <a:lnTo>
                  <a:pt x="183590" y="70623"/>
                </a:lnTo>
                <a:lnTo>
                  <a:pt x="208870" y="70623"/>
                </a:lnTo>
                <a:lnTo>
                  <a:pt x="208870" y="132717"/>
                </a:lnTo>
                <a:lnTo>
                  <a:pt x="223089" y="132717"/>
                </a:lnTo>
                <a:lnTo>
                  <a:pt x="223089" y="70623"/>
                </a:lnTo>
                <a:lnTo>
                  <a:pt x="258640" y="70623"/>
                </a:lnTo>
                <a:lnTo>
                  <a:pt x="258640" y="57667"/>
                </a:lnTo>
                <a:lnTo>
                  <a:pt x="223089" y="57667"/>
                </a:lnTo>
                <a:close/>
                <a:moveTo>
                  <a:pt x="51459" y="58250"/>
                </a:moveTo>
                <a:lnTo>
                  <a:pt x="51217" y="57577"/>
                </a:lnTo>
                <a:lnTo>
                  <a:pt x="50952" y="56919"/>
                </a:lnTo>
                <a:lnTo>
                  <a:pt x="50664" y="56274"/>
                </a:lnTo>
                <a:lnTo>
                  <a:pt x="50353" y="55643"/>
                </a:lnTo>
                <a:lnTo>
                  <a:pt x="50019" y="55025"/>
                </a:lnTo>
                <a:lnTo>
                  <a:pt x="49662" y="54421"/>
                </a:lnTo>
                <a:lnTo>
                  <a:pt x="49282" y="53831"/>
                </a:lnTo>
                <a:lnTo>
                  <a:pt x="48878" y="53255"/>
                </a:lnTo>
                <a:lnTo>
                  <a:pt x="48452" y="52692"/>
                </a:lnTo>
                <a:lnTo>
                  <a:pt x="48003" y="52144"/>
                </a:lnTo>
                <a:lnTo>
                  <a:pt x="47530" y="51608"/>
                </a:lnTo>
                <a:lnTo>
                  <a:pt x="47035" y="51087"/>
                </a:lnTo>
                <a:lnTo>
                  <a:pt x="46516" y="50579"/>
                </a:lnTo>
                <a:lnTo>
                  <a:pt x="45975" y="50085"/>
                </a:lnTo>
                <a:lnTo>
                  <a:pt x="45415" y="49608"/>
                </a:lnTo>
                <a:lnTo>
                  <a:pt x="44840" y="49151"/>
                </a:lnTo>
                <a:lnTo>
                  <a:pt x="44252" y="48715"/>
                </a:lnTo>
                <a:lnTo>
                  <a:pt x="43649" y="48299"/>
                </a:lnTo>
                <a:lnTo>
                  <a:pt x="43032" y="47903"/>
                </a:lnTo>
                <a:lnTo>
                  <a:pt x="42401" y="47527"/>
                </a:lnTo>
                <a:lnTo>
                  <a:pt x="41755" y="47172"/>
                </a:lnTo>
                <a:lnTo>
                  <a:pt x="41095" y="46837"/>
                </a:lnTo>
                <a:lnTo>
                  <a:pt x="40421" y="46523"/>
                </a:lnTo>
                <a:lnTo>
                  <a:pt x="39733" y="46228"/>
                </a:lnTo>
                <a:lnTo>
                  <a:pt x="39030" y="45954"/>
                </a:lnTo>
                <a:lnTo>
                  <a:pt x="38313" y="45700"/>
                </a:lnTo>
                <a:lnTo>
                  <a:pt x="37582" y="45467"/>
                </a:lnTo>
                <a:lnTo>
                  <a:pt x="36836" y="45254"/>
                </a:lnTo>
                <a:lnTo>
                  <a:pt x="36077" y="45061"/>
                </a:lnTo>
                <a:lnTo>
                  <a:pt x="35303" y="44888"/>
                </a:lnTo>
                <a:lnTo>
                  <a:pt x="34514" y="44736"/>
                </a:lnTo>
                <a:lnTo>
                  <a:pt x="33712" y="44604"/>
                </a:lnTo>
                <a:lnTo>
                  <a:pt x="32895" y="44493"/>
                </a:lnTo>
                <a:lnTo>
                  <a:pt x="32064" y="44401"/>
                </a:lnTo>
                <a:lnTo>
                  <a:pt x="31219" y="44330"/>
                </a:lnTo>
                <a:lnTo>
                  <a:pt x="30359" y="44279"/>
                </a:lnTo>
                <a:lnTo>
                  <a:pt x="29485" y="44249"/>
                </a:lnTo>
                <a:lnTo>
                  <a:pt x="28597" y="44239"/>
                </a:lnTo>
                <a:lnTo>
                  <a:pt x="27514" y="44254"/>
                </a:lnTo>
                <a:lnTo>
                  <a:pt x="26449" y="44299"/>
                </a:lnTo>
                <a:lnTo>
                  <a:pt x="25403" y="44375"/>
                </a:lnTo>
                <a:lnTo>
                  <a:pt x="24375" y="44480"/>
                </a:lnTo>
                <a:lnTo>
                  <a:pt x="23366" y="44616"/>
                </a:lnTo>
                <a:lnTo>
                  <a:pt x="22376" y="44782"/>
                </a:lnTo>
                <a:lnTo>
                  <a:pt x="21404" y="44978"/>
                </a:lnTo>
                <a:lnTo>
                  <a:pt x="20451" y="45205"/>
                </a:lnTo>
                <a:lnTo>
                  <a:pt x="19517" y="45461"/>
                </a:lnTo>
                <a:lnTo>
                  <a:pt x="18601" y="45748"/>
                </a:lnTo>
                <a:lnTo>
                  <a:pt x="17704" y="46065"/>
                </a:lnTo>
                <a:lnTo>
                  <a:pt x="16826" y="46412"/>
                </a:lnTo>
                <a:lnTo>
                  <a:pt x="15966" y="46789"/>
                </a:lnTo>
                <a:lnTo>
                  <a:pt x="15125" y="47196"/>
                </a:lnTo>
                <a:lnTo>
                  <a:pt x="14303" y="47634"/>
                </a:lnTo>
                <a:lnTo>
                  <a:pt x="13499" y="48102"/>
                </a:lnTo>
                <a:lnTo>
                  <a:pt x="12714" y="48599"/>
                </a:lnTo>
                <a:lnTo>
                  <a:pt x="11948" y="49128"/>
                </a:lnTo>
                <a:lnTo>
                  <a:pt x="11200" y="49686"/>
                </a:lnTo>
                <a:lnTo>
                  <a:pt x="10471" y="50274"/>
                </a:lnTo>
                <a:lnTo>
                  <a:pt x="9760" y="50893"/>
                </a:lnTo>
                <a:lnTo>
                  <a:pt x="9069" y="51542"/>
                </a:lnTo>
                <a:lnTo>
                  <a:pt x="8396" y="52221"/>
                </a:lnTo>
                <a:lnTo>
                  <a:pt x="7741" y="52930"/>
                </a:lnTo>
                <a:lnTo>
                  <a:pt x="7110" y="53665"/>
                </a:lnTo>
                <a:lnTo>
                  <a:pt x="6505" y="54422"/>
                </a:lnTo>
                <a:lnTo>
                  <a:pt x="5927" y="55201"/>
                </a:lnTo>
                <a:lnTo>
                  <a:pt x="5376" y="56002"/>
                </a:lnTo>
                <a:lnTo>
                  <a:pt x="4852" y="56825"/>
                </a:lnTo>
                <a:lnTo>
                  <a:pt x="4354" y="57669"/>
                </a:lnTo>
                <a:lnTo>
                  <a:pt x="3884" y="58536"/>
                </a:lnTo>
                <a:lnTo>
                  <a:pt x="3441" y="59425"/>
                </a:lnTo>
                <a:lnTo>
                  <a:pt x="3024" y="60335"/>
                </a:lnTo>
                <a:lnTo>
                  <a:pt x="2634" y="61268"/>
                </a:lnTo>
                <a:lnTo>
                  <a:pt x="2271" y="62222"/>
                </a:lnTo>
                <a:lnTo>
                  <a:pt x="1935" y="63199"/>
                </a:lnTo>
                <a:lnTo>
                  <a:pt x="1626" y="64197"/>
                </a:lnTo>
                <a:lnTo>
                  <a:pt x="1344" y="65218"/>
                </a:lnTo>
                <a:lnTo>
                  <a:pt x="1089" y="66260"/>
                </a:lnTo>
                <a:lnTo>
                  <a:pt x="860" y="67324"/>
                </a:lnTo>
                <a:lnTo>
                  <a:pt x="659" y="68410"/>
                </a:lnTo>
                <a:lnTo>
                  <a:pt x="484" y="69519"/>
                </a:lnTo>
                <a:lnTo>
                  <a:pt x="336" y="70649"/>
                </a:lnTo>
                <a:lnTo>
                  <a:pt x="215" y="71801"/>
                </a:lnTo>
                <a:lnTo>
                  <a:pt x="121" y="72975"/>
                </a:lnTo>
                <a:lnTo>
                  <a:pt x="54" y="74171"/>
                </a:lnTo>
                <a:lnTo>
                  <a:pt x="13" y="75389"/>
                </a:lnTo>
                <a:lnTo>
                  <a:pt x="0" y="76628"/>
                </a:lnTo>
                <a:lnTo>
                  <a:pt x="0" y="102065"/>
                </a:lnTo>
                <a:lnTo>
                  <a:pt x="14" y="103292"/>
                </a:lnTo>
                <a:lnTo>
                  <a:pt x="54" y="104498"/>
                </a:lnTo>
                <a:lnTo>
                  <a:pt x="122" y="105682"/>
                </a:lnTo>
                <a:lnTo>
                  <a:pt x="217" y="106844"/>
                </a:lnTo>
                <a:lnTo>
                  <a:pt x="339" y="107986"/>
                </a:lnTo>
                <a:lnTo>
                  <a:pt x="489" y="109106"/>
                </a:lnTo>
                <a:lnTo>
                  <a:pt x="665" y="110204"/>
                </a:lnTo>
                <a:lnTo>
                  <a:pt x="869" y="111281"/>
                </a:lnTo>
                <a:lnTo>
                  <a:pt x="1100" y="112337"/>
                </a:lnTo>
                <a:lnTo>
                  <a:pt x="1358" y="113371"/>
                </a:lnTo>
                <a:lnTo>
                  <a:pt x="1643" y="114384"/>
                </a:lnTo>
                <a:lnTo>
                  <a:pt x="1955" y="115376"/>
                </a:lnTo>
                <a:lnTo>
                  <a:pt x="2295" y="116346"/>
                </a:lnTo>
                <a:lnTo>
                  <a:pt x="2661" y="117295"/>
                </a:lnTo>
                <a:lnTo>
                  <a:pt x="3055" y="118222"/>
                </a:lnTo>
                <a:lnTo>
                  <a:pt x="3476" y="119129"/>
                </a:lnTo>
                <a:lnTo>
                  <a:pt x="3924" y="120013"/>
                </a:lnTo>
                <a:lnTo>
                  <a:pt x="4399" y="120876"/>
                </a:lnTo>
                <a:lnTo>
                  <a:pt x="4902" y="121718"/>
                </a:lnTo>
                <a:lnTo>
                  <a:pt x="5431" y="122539"/>
                </a:lnTo>
                <a:lnTo>
                  <a:pt x="5988" y="123338"/>
                </a:lnTo>
                <a:lnTo>
                  <a:pt x="6572" y="124116"/>
                </a:lnTo>
                <a:lnTo>
                  <a:pt x="7183" y="124872"/>
                </a:lnTo>
                <a:lnTo>
                  <a:pt x="7821" y="125607"/>
                </a:lnTo>
                <a:lnTo>
                  <a:pt x="8481" y="126316"/>
                </a:lnTo>
                <a:lnTo>
                  <a:pt x="9160" y="126995"/>
                </a:lnTo>
                <a:lnTo>
                  <a:pt x="9856" y="127643"/>
                </a:lnTo>
                <a:lnTo>
                  <a:pt x="10570" y="128262"/>
                </a:lnTo>
                <a:lnTo>
                  <a:pt x="11302" y="128850"/>
                </a:lnTo>
                <a:lnTo>
                  <a:pt x="12052" y="129408"/>
                </a:lnTo>
                <a:lnTo>
                  <a:pt x="12820" y="129936"/>
                </a:lnTo>
                <a:lnTo>
                  <a:pt x="13605" y="130434"/>
                </a:lnTo>
                <a:lnTo>
                  <a:pt x="14408" y="130902"/>
                </a:lnTo>
                <a:lnTo>
                  <a:pt x="15230" y="131339"/>
                </a:lnTo>
                <a:lnTo>
                  <a:pt x="16068" y="131746"/>
                </a:lnTo>
                <a:lnTo>
                  <a:pt x="16925" y="132123"/>
                </a:lnTo>
                <a:lnTo>
                  <a:pt x="17800" y="132470"/>
                </a:lnTo>
                <a:lnTo>
                  <a:pt x="18692" y="132787"/>
                </a:lnTo>
                <a:lnTo>
                  <a:pt x="19603" y="133074"/>
                </a:lnTo>
                <a:lnTo>
                  <a:pt x="20531" y="133330"/>
                </a:lnTo>
                <a:lnTo>
                  <a:pt x="21477" y="133556"/>
                </a:lnTo>
                <a:lnTo>
                  <a:pt x="22440" y="133753"/>
                </a:lnTo>
                <a:lnTo>
                  <a:pt x="23422" y="133919"/>
                </a:lnTo>
                <a:lnTo>
                  <a:pt x="24421" y="134054"/>
                </a:lnTo>
                <a:lnTo>
                  <a:pt x="25439" y="134160"/>
                </a:lnTo>
                <a:lnTo>
                  <a:pt x="26474" y="134235"/>
                </a:lnTo>
                <a:lnTo>
                  <a:pt x="27527" y="134281"/>
                </a:lnTo>
                <a:lnTo>
                  <a:pt x="28597" y="134296"/>
                </a:lnTo>
                <a:lnTo>
                  <a:pt x="29485" y="134286"/>
                </a:lnTo>
                <a:lnTo>
                  <a:pt x="30358" y="134256"/>
                </a:lnTo>
                <a:lnTo>
                  <a:pt x="31216" y="134206"/>
                </a:lnTo>
                <a:lnTo>
                  <a:pt x="32060" y="134135"/>
                </a:lnTo>
                <a:lnTo>
                  <a:pt x="32888" y="134045"/>
                </a:lnTo>
                <a:lnTo>
                  <a:pt x="33702" y="133935"/>
                </a:lnTo>
                <a:lnTo>
                  <a:pt x="34501" y="133805"/>
                </a:lnTo>
                <a:lnTo>
                  <a:pt x="35285" y="133655"/>
                </a:lnTo>
                <a:lnTo>
                  <a:pt x="36055" y="133485"/>
                </a:lnTo>
                <a:lnTo>
                  <a:pt x="36809" y="133294"/>
                </a:lnTo>
                <a:lnTo>
                  <a:pt x="37549" y="133084"/>
                </a:lnTo>
                <a:lnTo>
                  <a:pt x="38274" y="132854"/>
                </a:lnTo>
                <a:lnTo>
                  <a:pt x="38984" y="132604"/>
                </a:lnTo>
                <a:lnTo>
                  <a:pt x="39679" y="132333"/>
                </a:lnTo>
                <a:lnTo>
                  <a:pt x="40360" y="132043"/>
                </a:lnTo>
                <a:lnTo>
                  <a:pt x="41025" y="131733"/>
                </a:lnTo>
                <a:lnTo>
                  <a:pt x="41676" y="131402"/>
                </a:lnTo>
                <a:lnTo>
                  <a:pt x="42312" y="131052"/>
                </a:lnTo>
                <a:lnTo>
                  <a:pt x="42934" y="130681"/>
                </a:lnTo>
                <a:lnTo>
                  <a:pt x="43540" y="130291"/>
                </a:lnTo>
                <a:lnTo>
                  <a:pt x="44132" y="129880"/>
                </a:lnTo>
                <a:lnTo>
                  <a:pt x="44709" y="129450"/>
                </a:lnTo>
                <a:lnTo>
                  <a:pt x="45271" y="128999"/>
                </a:lnTo>
                <a:lnTo>
                  <a:pt x="45818" y="128529"/>
                </a:lnTo>
                <a:lnTo>
                  <a:pt x="46347" y="128041"/>
                </a:lnTo>
                <a:lnTo>
                  <a:pt x="46853" y="127539"/>
                </a:lnTo>
                <a:lnTo>
                  <a:pt x="47336" y="127022"/>
                </a:lnTo>
                <a:lnTo>
                  <a:pt x="47797" y="126490"/>
                </a:lnTo>
                <a:lnTo>
                  <a:pt x="48236" y="125944"/>
                </a:lnTo>
                <a:lnTo>
                  <a:pt x="48652" y="125384"/>
                </a:lnTo>
                <a:lnTo>
                  <a:pt x="49046" y="124809"/>
                </a:lnTo>
                <a:lnTo>
                  <a:pt x="49417" y="124219"/>
                </a:lnTo>
                <a:lnTo>
                  <a:pt x="49765" y="123615"/>
                </a:lnTo>
                <a:lnTo>
                  <a:pt x="50092" y="122996"/>
                </a:lnTo>
                <a:lnTo>
                  <a:pt x="50395" y="122363"/>
                </a:lnTo>
                <a:lnTo>
                  <a:pt x="50676" y="121715"/>
                </a:lnTo>
                <a:lnTo>
                  <a:pt x="50935" y="121053"/>
                </a:lnTo>
                <a:lnTo>
                  <a:pt x="51171" y="120376"/>
                </a:lnTo>
                <a:lnTo>
                  <a:pt x="51385" y="119685"/>
                </a:lnTo>
                <a:lnTo>
                  <a:pt x="51576" y="118979"/>
                </a:lnTo>
                <a:lnTo>
                  <a:pt x="51745" y="118258"/>
                </a:lnTo>
                <a:lnTo>
                  <a:pt x="51891" y="117523"/>
                </a:lnTo>
                <a:lnTo>
                  <a:pt x="52015" y="116774"/>
                </a:lnTo>
                <a:lnTo>
                  <a:pt x="52100" y="116128"/>
                </a:lnTo>
                <a:lnTo>
                  <a:pt x="52296" y="116128"/>
                </a:lnTo>
                <a:lnTo>
                  <a:pt x="52296" y="132717"/>
                </a:lnTo>
                <a:lnTo>
                  <a:pt x="66515" y="132717"/>
                </a:lnTo>
                <a:lnTo>
                  <a:pt x="66515" y="17380"/>
                </a:lnTo>
                <a:lnTo>
                  <a:pt x="52296" y="17380"/>
                </a:lnTo>
                <a:lnTo>
                  <a:pt x="52296" y="42657"/>
                </a:lnTo>
                <a:lnTo>
                  <a:pt x="52612" y="62407"/>
                </a:lnTo>
                <a:lnTo>
                  <a:pt x="52405" y="62407"/>
                </a:lnTo>
                <a:lnTo>
                  <a:pt x="52324" y="61817"/>
                </a:lnTo>
                <a:lnTo>
                  <a:pt x="52197" y="61076"/>
                </a:lnTo>
                <a:lnTo>
                  <a:pt x="52047" y="60349"/>
                </a:lnTo>
                <a:lnTo>
                  <a:pt x="51874" y="59635"/>
                </a:lnTo>
                <a:lnTo>
                  <a:pt x="51678" y="58936"/>
                </a:lnTo>
                <a:lnTo>
                  <a:pt x="51459" y="58250"/>
                </a:lnTo>
                <a:close/>
                <a:moveTo>
                  <a:pt x="29081" y="121678"/>
                </a:moveTo>
                <a:lnTo>
                  <a:pt x="28419" y="121571"/>
                </a:lnTo>
                <a:lnTo>
                  <a:pt x="27771" y="121447"/>
                </a:lnTo>
                <a:lnTo>
                  <a:pt x="27138" y="121307"/>
                </a:lnTo>
                <a:lnTo>
                  <a:pt x="26517" y="121151"/>
                </a:lnTo>
                <a:lnTo>
                  <a:pt x="25911" y="120978"/>
                </a:lnTo>
                <a:lnTo>
                  <a:pt x="25318" y="120789"/>
                </a:lnTo>
                <a:lnTo>
                  <a:pt x="24739" y="120583"/>
                </a:lnTo>
                <a:lnTo>
                  <a:pt x="24174" y="120361"/>
                </a:lnTo>
                <a:lnTo>
                  <a:pt x="23622" y="120122"/>
                </a:lnTo>
                <a:lnTo>
                  <a:pt x="23084" y="119867"/>
                </a:lnTo>
                <a:lnTo>
                  <a:pt x="22560" y="119596"/>
                </a:lnTo>
                <a:lnTo>
                  <a:pt x="22049" y="119308"/>
                </a:lnTo>
                <a:lnTo>
                  <a:pt x="21553" y="119003"/>
                </a:lnTo>
                <a:lnTo>
                  <a:pt x="21070" y="118682"/>
                </a:lnTo>
                <a:lnTo>
                  <a:pt x="20600" y="118345"/>
                </a:lnTo>
                <a:lnTo>
                  <a:pt x="20145" y="117991"/>
                </a:lnTo>
                <a:lnTo>
                  <a:pt x="19703" y="117621"/>
                </a:lnTo>
                <a:lnTo>
                  <a:pt x="19275" y="117234"/>
                </a:lnTo>
                <a:lnTo>
                  <a:pt x="18862" y="116829"/>
                </a:lnTo>
                <a:lnTo>
                  <a:pt x="18467" y="116403"/>
                </a:lnTo>
                <a:lnTo>
                  <a:pt x="18090" y="115957"/>
                </a:lnTo>
                <a:lnTo>
                  <a:pt x="17730" y="115491"/>
                </a:lnTo>
                <a:lnTo>
                  <a:pt x="17388" y="115005"/>
                </a:lnTo>
                <a:lnTo>
                  <a:pt x="17063" y="114498"/>
                </a:lnTo>
                <a:lnTo>
                  <a:pt x="16756" y="113971"/>
                </a:lnTo>
                <a:lnTo>
                  <a:pt x="16466" y="113423"/>
                </a:lnTo>
                <a:lnTo>
                  <a:pt x="16194" y="112856"/>
                </a:lnTo>
                <a:lnTo>
                  <a:pt x="15939" y="112268"/>
                </a:lnTo>
                <a:lnTo>
                  <a:pt x="15702" y="111660"/>
                </a:lnTo>
                <a:lnTo>
                  <a:pt x="15483" y="111031"/>
                </a:lnTo>
                <a:lnTo>
                  <a:pt x="15281" y="110382"/>
                </a:lnTo>
                <a:lnTo>
                  <a:pt x="15097" y="109713"/>
                </a:lnTo>
                <a:lnTo>
                  <a:pt x="14930" y="109024"/>
                </a:lnTo>
                <a:lnTo>
                  <a:pt x="14781" y="108314"/>
                </a:lnTo>
                <a:lnTo>
                  <a:pt x="14649" y="107584"/>
                </a:lnTo>
                <a:lnTo>
                  <a:pt x="14535" y="106834"/>
                </a:lnTo>
                <a:lnTo>
                  <a:pt x="14439" y="106063"/>
                </a:lnTo>
                <a:lnTo>
                  <a:pt x="14360" y="105272"/>
                </a:lnTo>
                <a:lnTo>
                  <a:pt x="14298" y="104461"/>
                </a:lnTo>
                <a:lnTo>
                  <a:pt x="14254" y="103630"/>
                </a:lnTo>
                <a:lnTo>
                  <a:pt x="14228" y="102778"/>
                </a:lnTo>
                <a:lnTo>
                  <a:pt x="14219" y="101906"/>
                </a:lnTo>
                <a:lnTo>
                  <a:pt x="14219" y="76628"/>
                </a:lnTo>
                <a:lnTo>
                  <a:pt x="14228" y="75744"/>
                </a:lnTo>
                <a:lnTo>
                  <a:pt x="14254" y="74880"/>
                </a:lnTo>
                <a:lnTo>
                  <a:pt x="14298" y="74037"/>
                </a:lnTo>
                <a:lnTo>
                  <a:pt x="14360" y="73216"/>
                </a:lnTo>
                <a:lnTo>
                  <a:pt x="14439" y="72415"/>
                </a:lnTo>
                <a:lnTo>
                  <a:pt x="14535" y="71636"/>
                </a:lnTo>
                <a:lnTo>
                  <a:pt x="14649" y="70878"/>
                </a:lnTo>
                <a:lnTo>
                  <a:pt x="14781" y="70141"/>
                </a:lnTo>
                <a:lnTo>
                  <a:pt x="14930" y="69425"/>
                </a:lnTo>
                <a:lnTo>
                  <a:pt x="15097" y="68731"/>
                </a:lnTo>
                <a:lnTo>
                  <a:pt x="15281" y="68057"/>
                </a:lnTo>
                <a:lnTo>
                  <a:pt x="15483" y="67405"/>
                </a:lnTo>
                <a:lnTo>
                  <a:pt x="15702" y="66773"/>
                </a:lnTo>
                <a:lnTo>
                  <a:pt x="15939" y="66163"/>
                </a:lnTo>
                <a:lnTo>
                  <a:pt x="16194" y="65574"/>
                </a:lnTo>
                <a:lnTo>
                  <a:pt x="16466" y="65006"/>
                </a:lnTo>
                <a:lnTo>
                  <a:pt x="16756" y="64459"/>
                </a:lnTo>
                <a:lnTo>
                  <a:pt x="17063" y="63934"/>
                </a:lnTo>
                <a:lnTo>
                  <a:pt x="17388" y="63429"/>
                </a:lnTo>
                <a:lnTo>
                  <a:pt x="17730" y="62946"/>
                </a:lnTo>
                <a:lnTo>
                  <a:pt x="18090" y="62483"/>
                </a:lnTo>
                <a:lnTo>
                  <a:pt x="18467" y="62042"/>
                </a:lnTo>
                <a:lnTo>
                  <a:pt x="18862" y="61622"/>
                </a:lnTo>
                <a:lnTo>
                  <a:pt x="19275" y="61223"/>
                </a:lnTo>
                <a:lnTo>
                  <a:pt x="19703" y="60843"/>
                </a:lnTo>
                <a:lnTo>
                  <a:pt x="20145" y="60479"/>
                </a:lnTo>
                <a:lnTo>
                  <a:pt x="20600" y="60131"/>
                </a:lnTo>
                <a:lnTo>
                  <a:pt x="21070" y="59799"/>
                </a:lnTo>
                <a:lnTo>
                  <a:pt x="21553" y="59484"/>
                </a:lnTo>
                <a:lnTo>
                  <a:pt x="22049" y="59184"/>
                </a:lnTo>
                <a:lnTo>
                  <a:pt x="22560" y="58901"/>
                </a:lnTo>
                <a:lnTo>
                  <a:pt x="23084" y="58634"/>
                </a:lnTo>
                <a:lnTo>
                  <a:pt x="23622" y="58383"/>
                </a:lnTo>
                <a:lnTo>
                  <a:pt x="24174" y="58149"/>
                </a:lnTo>
                <a:lnTo>
                  <a:pt x="24739" y="57930"/>
                </a:lnTo>
                <a:lnTo>
                  <a:pt x="25318" y="57728"/>
                </a:lnTo>
                <a:lnTo>
                  <a:pt x="25911" y="57542"/>
                </a:lnTo>
                <a:lnTo>
                  <a:pt x="26517" y="57372"/>
                </a:lnTo>
                <a:lnTo>
                  <a:pt x="27138" y="57218"/>
                </a:lnTo>
                <a:lnTo>
                  <a:pt x="27771" y="57081"/>
                </a:lnTo>
                <a:lnTo>
                  <a:pt x="28419" y="56959"/>
                </a:lnTo>
                <a:lnTo>
                  <a:pt x="29081" y="56854"/>
                </a:lnTo>
                <a:lnTo>
                  <a:pt x="29756" y="56765"/>
                </a:lnTo>
                <a:lnTo>
                  <a:pt x="30445" y="56692"/>
                </a:lnTo>
                <a:lnTo>
                  <a:pt x="31147" y="56636"/>
                </a:lnTo>
                <a:lnTo>
                  <a:pt x="31863" y="56595"/>
                </a:lnTo>
                <a:lnTo>
                  <a:pt x="32593" y="56571"/>
                </a:lnTo>
                <a:lnTo>
                  <a:pt x="33337" y="56563"/>
                </a:lnTo>
                <a:lnTo>
                  <a:pt x="34068" y="56573"/>
                </a:lnTo>
                <a:lnTo>
                  <a:pt x="34785" y="56601"/>
                </a:lnTo>
                <a:lnTo>
                  <a:pt x="35490" y="56649"/>
                </a:lnTo>
                <a:lnTo>
                  <a:pt x="36181" y="56717"/>
                </a:lnTo>
                <a:lnTo>
                  <a:pt x="36859" y="56803"/>
                </a:lnTo>
                <a:lnTo>
                  <a:pt x="37524" y="56909"/>
                </a:lnTo>
                <a:lnTo>
                  <a:pt x="38176" y="57034"/>
                </a:lnTo>
                <a:lnTo>
                  <a:pt x="38814" y="57178"/>
                </a:lnTo>
                <a:lnTo>
                  <a:pt x="39440" y="57341"/>
                </a:lnTo>
                <a:lnTo>
                  <a:pt x="40052" y="57523"/>
                </a:lnTo>
                <a:lnTo>
                  <a:pt x="40651" y="57725"/>
                </a:lnTo>
                <a:lnTo>
                  <a:pt x="41237" y="57946"/>
                </a:lnTo>
                <a:lnTo>
                  <a:pt x="41809" y="58186"/>
                </a:lnTo>
                <a:lnTo>
                  <a:pt x="42369" y="58445"/>
                </a:lnTo>
                <a:lnTo>
                  <a:pt x="42915" y="58723"/>
                </a:lnTo>
                <a:lnTo>
                  <a:pt x="43449" y="59021"/>
                </a:lnTo>
                <a:lnTo>
                  <a:pt x="43969" y="59338"/>
                </a:lnTo>
                <a:lnTo>
                  <a:pt x="44476" y="59674"/>
                </a:lnTo>
                <a:lnTo>
                  <a:pt x="44969" y="60029"/>
                </a:lnTo>
                <a:lnTo>
                  <a:pt x="45450" y="60404"/>
                </a:lnTo>
                <a:lnTo>
                  <a:pt x="45917" y="60797"/>
                </a:lnTo>
                <a:lnTo>
                  <a:pt x="46371" y="61210"/>
                </a:lnTo>
                <a:lnTo>
                  <a:pt x="46812" y="61642"/>
                </a:lnTo>
                <a:lnTo>
                  <a:pt x="47240" y="62093"/>
                </a:lnTo>
                <a:lnTo>
                  <a:pt x="47653" y="62562"/>
                </a:lnTo>
                <a:lnTo>
                  <a:pt x="48048" y="63044"/>
                </a:lnTo>
                <a:lnTo>
                  <a:pt x="48425" y="63542"/>
                </a:lnTo>
                <a:lnTo>
                  <a:pt x="48785" y="64055"/>
                </a:lnTo>
                <a:lnTo>
                  <a:pt x="49127" y="64582"/>
                </a:lnTo>
                <a:lnTo>
                  <a:pt x="49452" y="65124"/>
                </a:lnTo>
                <a:lnTo>
                  <a:pt x="49759" y="65681"/>
                </a:lnTo>
                <a:lnTo>
                  <a:pt x="50049" y="66253"/>
                </a:lnTo>
                <a:lnTo>
                  <a:pt x="50321" y="66840"/>
                </a:lnTo>
                <a:lnTo>
                  <a:pt x="50576" y="67441"/>
                </a:lnTo>
                <a:lnTo>
                  <a:pt x="50813" y="68057"/>
                </a:lnTo>
                <a:lnTo>
                  <a:pt x="51032" y="68688"/>
                </a:lnTo>
                <a:lnTo>
                  <a:pt x="51234" y="69334"/>
                </a:lnTo>
                <a:lnTo>
                  <a:pt x="51418" y="69995"/>
                </a:lnTo>
                <a:lnTo>
                  <a:pt x="51585" y="70670"/>
                </a:lnTo>
                <a:lnTo>
                  <a:pt x="51734" y="71361"/>
                </a:lnTo>
                <a:lnTo>
                  <a:pt x="51866" y="72066"/>
                </a:lnTo>
                <a:lnTo>
                  <a:pt x="51980" y="72786"/>
                </a:lnTo>
                <a:lnTo>
                  <a:pt x="52076" y="73521"/>
                </a:lnTo>
                <a:lnTo>
                  <a:pt x="52155" y="74270"/>
                </a:lnTo>
                <a:lnTo>
                  <a:pt x="52217" y="75035"/>
                </a:lnTo>
                <a:lnTo>
                  <a:pt x="52261" y="75814"/>
                </a:lnTo>
                <a:lnTo>
                  <a:pt x="52287" y="76608"/>
                </a:lnTo>
                <a:lnTo>
                  <a:pt x="52296" y="77417"/>
                </a:lnTo>
                <a:lnTo>
                  <a:pt x="52296" y="101118"/>
                </a:lnTo>
                <a:lnTo>
                  <a:pt x="52287" y="101927"/>
                </a:lnTo>
                <a:lnTo>
                  <a:pt x="52261" y="102721"/>
                </a:lnTo>
                <a:lnTo>
                  <a:pt x="52217" y="103500"/>
                </a:lnTo>
                <a:lnTo>
                  <a:pt x="52155" y="104264"/>
                </a:lnTo>
                <a:lnTo>
                  <a:pt x="52076" y="105014"/>
                </a:lnTo>
                <a:lnTo>
                  <a:pt x="51980" y="105749"/>
                </a:lnTo>
                <a:lnTo>
                  <a:pt x="51866" y="106469"/>
                </a:lnTo>
                <a:lnTo>
                  <a:pt x="51734" y="107174"/>
                </a:lnTo>
                <a:lnTo>
                  <a:pt x="51585" y="107864"/>
                </a:lnTo>
                <a:lnTo>
                  <a:pt x="51418" y="108540"/>
                </a:lnTo>
                <a:lnTo>
                  <a:pt x="51234" y="109201"/>
                </a:lnTo>
                <a:lnTo>
                  <a:pt x="51032" y="109847"/>
                </a:lnTo>
                <a:lnTo>
                  <a:pt x="50813" y="110478"/>
                </a:lnTo>
                <a:lnTo>
                  <a:pt x="50576" y="111094"/>
                </a:lnTo>
                <a:lnTo>
                  <a:pt x="50321" y="111696"/>
                </a:lnTo>
                <a:lnTo>
                  <a:pt x="50049" y="112283"/>
                </a:lnTo>
                <a:lnTo>
                  <a:pt x="49759" y="112854"/>
                </a:lnTo>
                <a:lnTo>
                  <a:pt x="49452" y="113412"/>
                </a:lnTo>
                <a:lnTo>
                  <a:pt x="49127" y="113954"/>
                </a:lnTo>
                <a:lnTo>
                  <a:pt x="48785" y="114481"/>
                </a:lnTo>
                <a:lnTo>
                  <a:pt x="48425" y="114994"/>
                </a:lnTo>
                <a:lnTo>
                  <a:pt x="48048" y="115492"/>
                </a:lnTo>
                <a:lnTo>
                  <a:pt x="47653" y="115975"/>
                </a:lnTo>
                <a:lnTo>
                  <a:pt x="47240" y="116443"/>
                </a:lnTo>
                <a:lnTo>
                  <a:pt x="46812" y="116895"/>
                </a:lnTo>
                <a:lnTo>
                  <a:pt x="46371" y="117327"/>
                </a:lnTo>
                <a:lnTo>
                  <a:pt x="45917" y="117740"/>
                </a:lnTo>
                <a:lnTo>
                  <a:pt x="45450" y="118133"/>
                </a:lnTo>
                <a:lnTo>
                  <a:pt x="44969" y="118508"/>
                </a:lnTo>
                <a:lnTo>
                  <a:pt x="44476" y="118863"/>
                </a:lnTo>
                <a:lnTo>
                  <a:pt x="43969" y="119199"/>
                </a:lnTo>
                <a:lnTo>
                  <a:pt x="43449" y="119516"/>
                </a:lnTo>
                <a:lnTo>
                  <a:pt x="42915" y="119814"/>
                </a:lnTo>
                <a:lnTo>
                  <a:pt x="42369" y="120092"/>
                </a:lnTo>
                <a:lnTo>
                  <a:pt x="41809" y="120351"/>
                </a:lnTo>
                <a:lnTo>
                  <a:pt x="41237" y="120591"/>
                </a:lnTo>
                <a:lnTo>
                  <a:pt x="40651" y="120812"/>
                </a:lnTo>
                <a:lnTo>
                  <a:pt x="40052" y="121014"/>
                </a:lnTo>
                <a:lnTo>
                  <a:pt x="39440" y="121196"/>
                </a:lnTo>
                <a:lnTo>
                  <a:pt x="38814" y="121359"/>
                </a:lnTo>
                <a:lnTo>
                  <a:pt x="38176" y="121503"/>
                </a:lnTo>
                <a:lnTo>
                  <a:pt x="37524" y="121628"/>
                </a:lnTo>
                <a:lnTo>
                  <a:pt x="36859" y="121734"/>
                </a:lnTo>
                <a:lnTo>
                  <a:pt x="36181" y="121820"/>
                </a:lnTo>
                <a:lnTo>
                  <a:pt x="35490" y="121887"/>
                </a:lnTo>
                <a:lnTo>
                  <a:pt x="34785" y="121935"/>
                </a:lnTo>
                <a:lnTo>
                  <a:pt x="34068" y="121964"/>
                </a:lnTo>
                <a:lnTo>
                  <a:pt x="33337" y="121974"/>
                </a:lnTo>
                <a:lnTo>
                  <a:pt x="32593" y="121966"/>
                </a:lnTo>
                <a:lnTo>
                  <a:pt x="31863" y="121941"/>
                </a:lnTo>
                <a:lnTo>
                  <a:pt x="31147" y="121900"/>
                </a:lnTo>
                <a:lnTo>
                  <a:pt x="30445" y="121842"/>
                </a:lnTo>
                <a:lnTo>
                  <a:pt x="29756" y="121768"/>
                </a:lnTo>
                <a:lnTo>
                  <a:pt x="29081" y="121678"/>
                </a:lnTo>
                <a:close/>
                <a:moveTo>
                  <a:pt x="799356" y="58250"/>
                </a:moveTo>
                <a:lnTo>
                  <a:pt x="799114" y="57577"/>
                </a:lnTo>
                <a:lnTo>
                  <a:pt x="798849" y="56919"/>
                </a:lnTo>
                <a:lnTo>
                  <a:pt x="798561" y="56274"/>
                </a:lnTo>
                <a:lnTo>
                  <a:pt x="798250" y="55643"/>
                </a:lnTo>
                <a:lnTo>
                  <a:pt x="797916" y="55025"/>
                </a:lnTo>
                <a:lnTo>
                  <a:pt x="797559" y="54421"/>
                </a:lnTo>
                <a:lnTo>
                  <a:pt x="797179" y="53831"/>
                </a:lnTo>
                <a:lnTo>
                  <a:pt x="796775" y="53255"/>
                </a:lnTo>
                <a:lnTo>
                  <a:pt x="796349" y="52692"/>
                </a:lnTo>
                <a:lnTo>
                  <a:pt x="795900" y="52144"/>
                </a:lnTo>
                <a:lnTo>
                  <a:pt x="795427" y="51608"/>
                </a:lnTo>
                <a:lnTo>
                  <a:pt x="794932" y="51087"/>
                </a:lnTo>
                <a:lnTo>
                  <a:pt x="794413" y="50579"/>
                </a:lnTo>
                <a:lnTo>
                  <a:pt x="793872" y="50085"/>
                </a:lnTo>
                <a:lnTo>
                  <a:pt x="793312" y="49608"/>
                </a:lnTo>
                <a:lnTo>
                  <a:pt x="792737" y="49151"/>
                </a:lnTo>
                <a:lnTo>
                  <a:pt x="792149" y="48715"/>
                </a:lnTo>
                <a:lnTo>
                  <a:pt x="791546" y="48299"/>
                </a:lnTo>
                <a:lnTo>
                  <a:pt x="790929" y="47903"/>
                </a:lnTo>
                <a:lnTo>
                  <a:pt x="790297" y="47527"/>
                </a:lnTo>
                <a:lnTo>
                  <a:pt x="789652" y="47172"/>
                </a:lnTo>
                <a:lnTo>
                  <a:pt x="788992" y="46837"/>
                </a:lnTo>
                <a:lnTo>
                  <a:pt x="788318" y="46523"/>
                </a:lnTo>
                <a:lnTo>
                  <a:pt x="787629" y="46228"/>
                </a:lnTo>
                <a:lnTo>
                  <a:pt x="786927" y="45954"/>
                </a:lnTo>
                <a:lnTo>
                  <a:pt x="786210" y="45700"/>
                </a:lnTo>
                <a:lnTo>
                  <a:pt x="785479" y="45467"/>
                </a:lnTo>
                <a:lnTo>
                  <a:pt x="784733" y="45254"/>
                </a:lnTo>
                <a:lnTo>
                  <a:pt x="783974" y="45061"/>
                </a:lnTo>
                <a:lnTo>
                  <a:pt x="783200" y="44888"/>
                </a:lnTo>
                <a:lnTo>
                  <a:pt x="782411" y="44736"/>
                </a:lnTo>
                <a:lnTo>
                  <a:pt x="781609" y="44604"/>
                </a:lnTo>
                <a:lnTo>
                  <a:pt x="780792" y="44493"/>
                </a:lnTo>
                <a:lnTo>
                  <a:pt x="779961" y="44401"/>
                </a:lnTo>
                <a:lnTo>
                  <a:pt x="779116" y="44330"/>
                </a:lnTo>
                <a:lnTo>
                  <a:pt x="778256" y="44279"/>
                </a:lnTo>
                <a:lnTo>
                  <a:pt x="777382" y="44249"/>
                </a:lnTo>
                <a:lnTo>
                  <a:pt x="776494" y="44239"/>
                </a:lnTo>
                <a:lnTo>
                  <a:pt x="775411" y="44254"/>
                </a:lnTo>
                <a:lnTo>
                  <a:pt x="774346" y="44299"/>
                </a:lnTo>
                <a:lnTo>
                  <a:pt x="773299" y="44375"/>
                </a:lnTo>
                <a:lnTo>
                  <a:pt x="772272" y="44480"/>
                </a:lnTo>
                <a:lnTo>
                  <a:pt x="771263" y="44616"/>
                </a:lnTo>
                <a:lnTo>
                  <a:pt x="770273" y="44782"/>
                </a:lnTo>
                <a:lnTo>
                  <a:pt x="769301" y="44978"/>
                </a:lnTo>
                <a:lnTo>
                  <a:pt x="768348" y="45205"/>
                </a:lnTo>
                <a:lnTo>
                  <a:pt x="767414" y="45461"/>
                </a:lnTo>
                <a:lnTo>
                  <a:pt x="766498" y="45748"/>
                </a:lnTo>
                <a:lnTo>
                  <a:pt x="765601" y="46065"/>
                </a:lnTo>
                <a:lnTo>
                  <a:pt x="764723" y="46412"/>
                </a:lnTo>
                <a:lnTo>
                  <a:pt x="763863" y="46789"/>
                </a:lnTo>
                <a:lnTo>
                  <a:pt x="763022" y="47196"/>
                </a:lnTo>
                <a:lnTo>
                  <a:pt x="762200" y="47634"/>
                </a:lnTo>
                <a:lnTo>
                  <a:pt x="761396" y="48102"/>
                </a:lnTo>
                <a:lnTo>
                  <a:pt x="760611" y="48599"/>
                </a:lnTo>
                <a:lnTo>
                  <a:pt x="759845" y="49128"/>
                </a:lnTo>
                <a:lnTo>
                  <a:pt x="759097" y="49686"/>
                </a:lnTo>
                <a:lnTo>
                  <a:pt x="758368" y="50274"/>
                </a:lnTo>
                <a:lnTo>
                  <a:pt x="757657" y="50893"/>
                </a:lnTo>
                <a:lnTo>
                  <a:pt x="756966" y="51542"/>
                </a:lnTo>
                <a:lnTo>
                  <a:pt x="756292" y="52221"/>
                </a:lnTo>
                <a:lnTo>
                  <a:pt x="755638" y="52930"/>
                </a:lnTo>
                <a:lnTo>
                  <a:pt x="755006" y="53665"/>
                </a:lnTo>
                <a:lnTo>
                  <a:pt x="754402" y="54422"/>
                </a:lnTo>
                <a:lnTo>
                  <a:pt x="753824" y="55201"/>
                </a:lnTo>
                <a:lnTo>
                  <a:pt x="753273" y="56002"/>
                </a:lnTo>
                <a:lnTo>
                  <a:pt x="752749" y="56825"/>
                </a:lnTo>
                <a:lnTo>
                  <a:pt x="752251" y="57669"/>
                </a:lnTo>
                <a:lnTo>
                  <a:pt x="751781" y="58536"/>
                </a:lnTo>
                <a:lnTo>
                  <a:pt x="751337" y="59425"/>
                </a:lnTo>
                <a:lnTo>
                  <a:pt x="750921" y="60335"/>
                </a:lnTo>
                <a:lnTo>
                  <a:pt x="750531" y="61268"/>
                </a:lnTo>
                <a:lnTo>
                  <a:pt x="750168" y="62222"/>
                </a:lnTo>
                <a:lnTo>
                  <a:pt x="749832" y="63199"/>
                </a:lnTo>
                <a:lnTo>
                  <a:pt x="749523" y="64197"/>
                </a:lnTo>
                <a:lnTo>
                  <a:pt x="749241" y="65218"/>
                </a:lnTo>
                <a:lnTo>
                  <a:pt x="748985" y="66260"/>
                </a:lnTo>
                <a:lnTo>
                  <a:pt x="748757" y="67324"/>
                </a:lnTo>
                <a:lnTo>
                  <a:pt x="748555" y="68410"/>
                </a:lnTo>
                <a:lnTo>
                  <a:pt x="748381" y="69519"/>
                </a:lnTo>
                <a:lnTo>
                  <a:pt x="748233" y="70649"/>
                </a:lnTo>
                <a:lnTo>
                  <a:pt x="748112" y="71801"/>
                </a:lnTo>
                <a:lnTo>
                  <a:pt x="748018" y="72975"/>
                </a:lnTo>
                <a:lnTo>
                  <a:pt x="747951" y="74171"/>
                </a:lnTo>
                <a:lnTo>
                  <a:pt x="747910" y="75389"/>
                </a:lnTo>
                <a:lnTo>
                  <a:pt x="747897" y="76628"/>
                </a:lnTo>
                <a:lnTo>
                  <a:pt x="747897" y="102065"/>
                </a:lnTo>
                <a:lnTo>
                  <a:pt x="747910" y="103292"/>
                </a:lnTo>
                <a:lnTo>
                  <a:pt x="747951" y="104498"/>
                </a:lnTo>
                <a:lnTo>
                  <a:pt x="748019" y="105682"/>
                </a:lnTo>
                <a:lnTo>
                  <a:pt x="748114" y="106844"/>
                </a:lnTo>
                <a:lnTo>
                  <a:pt x="748236" y="107986"/>
                </a:lnTo>
                <a:lnTo>
                  <a:pt x="748386" y="109106"/>
                </a:lnTo>
                <a:lnTo>
                  <a:pt x="748562" y="110204"/>
                </a:lnTo>
                <a:lnTo>
                  <a:pt x="748766" y="111281"/>
                </a:lnTo>
                <a:lnTo>
                  <a:pt x="748997" y="112337"/>
                </a:lnTo>
                <a:lnTo>
                  <a:pt x="749255" y="113371"/>
                </a:lnTo>
                <a:lnTo>
                  <a:pt x="749540" y="114384"/>
                </a:lnTo>
                <a:lnTo>
                  <a:pt x="749852" y="115376"/>
                </a:lnTo>
                <a:lnTo>
                  <a:pt x="750192" y="116346"/>
                </a:lnTo>
                <a:lnTo>
                  <a:pt x="750558" y="117295"/>
                </a:lnTo>
                <a:lnTo>
                  <a:pt x="750952" y="118222"/>
                </a:lnTo>
                <a:lnTo>
                  <a:pt x="751373" y="119129"/>
                </a:lnTo>
                <a:lnTo>
                  <a:pt x="751821" y="120013"/>
                </a:lnTo>
                <a:lnTo>
                  <a:pt x="752296" y="120876"/>
                </a:lnTo>
                <a:lnTo>
                  <a:pt x="752798" y="121718"/>
                </a:lnTo>
                <a:lnTo>
                  <a:pt x="753328" y="122539"/>
                </a:lnTo>
                <a:lnTo>
                  <a:pt x="753885" y="123338"/>
                </a:lnTo>
                <a:lnTo>
                  <a:pt x="754468" y="124116"/>
                </a:lnTo>
                <a:lnTo>
                  <a:pt x="755079" y="124872"/>
                </a:lnTo>
                <a:lnTo>
                  <a:pt x="755718" y="125607"/>
                </a:lnTo>
                <a:lnTo>
                  <a:pt x="756378" y="126316"/>
                </a:lnTo>
                <a:lnTo>
                  <a:pt x="757057" y="126995"/>
                </a:lnTo>
                <a:lnTo>
                  <a:pt x="757753" y="127643"/>
                </a:lnTo>
                <a:lnTo>
                  <a:pt x="758467" y="128262"/>
                </a:lnTo>
                <a:lnTo>
                  <a:pt x="759199" y="128850"/>
                </a:lnTo>
                <a:lnTo>
                  <a:pt x="759949" y="129408"/>
                </a:lnTo>
                <a:lnTo>
                  <a:pt x="760717" y="129936"/>
                </a:lnTo>
                <a:lnTo>
                  <a:pt x="761502" y="130434"/>
                </a:lnTo>
                <a:lnTo>
                  <a:pt x="762305" y="130902"/>
                </a:lnTo>
                <a:lnTo>
                  <a:pt x="763126" y="131339"/>
                </a:lnTo>
                <a:lnTo>
                  <a:pt x="763965" y="131746"/>
                </a:lnTo>
                <a:lnTo>
                  <a:pt x="764822" y="132123"/>
                </a:lnTo>
                <a:lnTo>
                  <a:pt x="765697" y="132470"/>
                </a:lnTo>
                <a:lnTo>
                  <a:pt x="766589" y="132787"/>
                </a:lnTo>
                <a:lnTo>
                  <a:pt x="767499" y="133074"/>
                </a:lnTo>
                <a:lnTo>
                  <a:pt x="768428" y="133330"/>
                </a:lnTo>
                <a:lnTo>
                  <a:pt x="769373" y="133556"/>
                </a:lnTo>
                <a:lnTo>
                  <a:pt x="770337" y="133753"/>
                </a:lnTo>
                <a:lnTo>
                  <a:pt x="771319" y="133919"/>
                </a:lnTo>
                <a:lnTo>
                  <a:pt x="772318" y="134054"/>
                </a:lnTo>
                <a:lnTo>
                  <a:pt x="773335" y="134160"/>
                </a:lnTo>
                <a:lnTo>
                  <a:pt x="774371" y="134235"/>
                </a:lnTo>
                <a:lnTo>
                  <a:pt x="775423" y="134281"/>
                </a:lnTo>
                <a:lnTo>
                  <a:pt x="776494" y="134296"/>
                </a:lnTo>
                <a:lnTo>
                  <a:pt x="777382" y="134286"/>
                </a:lnTo>
                <a:lnTo>
                  <a:pt x="778255" y="134256"/>
                </a:lnTo>
                <a:lnTo>
                  <a:pt x="779113" y="134206"/>
                </a:lnTo>
                <a:lnTo>
                  <a:pt x="779957" y="134135"/>
                </a:lnTo>
                <a:lnTo>
                  <a:pt x="780785" y="134045"/>
                </a:lnTo>
                <a:lnTo>
                  <a:pt x="781599" y="133935"/>
                </a:lnTo>
                <a:lnTo>
                  <a:pt x="782398" y="133805"/>
                </a:lnTo>
                <a:lnTo>
                  <a:pt x="783182" y="133655"/>
                </a:lnTo>
                <a:lnTo>
                  <a:pt x="783951" y="133485"/>
                </a:lnTo>
                <a:lnTo>
                  <a:pt x="784706" y="133294"/>
                </a:lnTo>
                <a:lnTo>
                  <a:pt x="785446" y="133084"/>
                </a:lnTo>
                <a:lnTo>
                  <a:pt x="786171" y="132854"/>
                </a:lnTo>
                <a:lnTo>
                  <a:pt x="786881" y="132604"/>
                </a:lnTo>
                <a:lnTo>
                  <a:pt x="787576" y="132333"/>
                </a:lnTo>
                <a:lnTo>
                  <a:pt x="788257" y="132043"/>
                </a:lnTo>
                <a:lnTo>
                  <a:pt x="788922" y="131733"/>
                </a:lnTo>
                <a:lnTo>
                  <a:pt x="789573" y="131402"/>
                </a:lnTo>
                <a:lnTo>
                  <a:pt x="790209" y="131052"/>
                </a:lnTo>
                <a:lnTo>
                  <a:pt x="790831" y="130681"/>
                </a:lnTo>
                <a:lnTo>
                  <a:pt x="791437" y="130291"/>
                </a:lnTo>
                <a:lnTo>
                  <a:pt x="792029" y="129880"/>
                </a:lnTo>
                <a:lnTo>
                  <a:pt x="792606" y="129450"/>
                </a:lnTo>
                <a:lnTo>
                  <a:pt x="793168" y="128999"/>
                </a:lnTo>
                <a:lnTo>
                  <a:pt x="793715" y="128529"/>
                </a:lnTo>
                <a:lnTo>
                  <a:pt x="794243" y="128041"/>
                </a:lnTo>
                <a:lnTo>
                  <a:pt x="794749" y="127539"/>
                </a:lnTo>
                <a:lnTo>
                  <a:pt x="795233" y="127022"/>
                </a:lnTo>
                <a:lnTo>
                  <a:pt x="795694" y="126490"/>
                </a:lnTo>
                <a:lnTo>
                  <a:pt x="796133" y="125944"/>
                </a:lnTo>
                <a:lnTo>
                  <a:pt x="796549" y="125384"/>
                </a:lnTo>
                <a:lnTo>
                  <a:pt x="796943" y="124809"/>
                </a:lnTo>
                <a:lnTo>
                  <a:pt x="797314" y="124219"/>
                </a:lnTo>
                <a:lnTo>
                  <a:pt x="797662" y="123615"/>
                </a:lnTo>
                <a:lnTo>
                  <a:pt x="797988" y="122996"/>
                </a:lnTo>
                <a:lnTo>
                  <a:pt x="798292" y="122363"/>
                </a:lnTo>
                <a:lnTo>
                  <a:pt x="798573" y="121715"/>
                </a:lnTo>
                <a:lnTo>
                  <a:pt x="798832" y="121053"/>
                </a:lnTo>
                <a:lnTo>
                  <a:pt x="799068" y="120376"/>
                </a:lnTo>
                <a:lnTo>
                  <a:pt x="799282" y="119685"/>
                </a:lnTo>
                <a:lnTo>
                  <a:pt x="799473" y="118979"/>
                </a:lnTo>
                <a:lnTo>
                  <a:pt x="799642" y="118258"/>
                </a:lnTo>
                <a:lnTo>
                  <a:pt x="799788" y="117523"/>
                </a:lnTo>
                <a:lnTo>
                  <a:pt x="799912" y="116774"/>
                </a:lnTo>
                <a:lnTo>
                  <a:pt x="799997" y="116128"/>
                </a:lnTo>
                <a:lnTo>
                  <a:pt x="800193" y="116128"/>
                </a:lnTo>
                <a:lnTo>
                  <a:pt x="800193" y="132717"/>
                </a:lnTo>
                <a:lnTo>
                  <a:pt x="814412" y="132717"/>
                </a:lnTo>
                <a:lnTo>
                  <a:pt x="814412" y="17380"/>
                </a:lnTo>
                <a:lnTo>
                  <a:pt x="800193" y="17380"/>
                </a:lnTo>
                <a:lnTo>
                  <a:pt x="800193" y="42657"/>
                </a:lnTo>
                <a:lnTo>
                  <a:pt x="800509" y="62407"/>
                </a:lnTo>
                <a:lnTo>
                  <a:pt x="800302" y="62407"/>
                </a:lnTo>
                <a:lnTo>
                  <a:pt x="800220" y="61817"/>
                </a:lnTo>
                <a:lnTo>
                  <a:pt x="800094" y="61076"/>
                </a:lnTo>
                <a:lnTo>
                  <a:pt x="799944" y="60349"/>
                </a:lnTo>
                <a:lnTo>
                  <a:pt x="799771" y="59635"/>
                </a:lnTo>
                <a:lnTo>
                  <a:pt x="799575" y="58936"/>
                </a:lnTo>
                <a:lnTo>
                  <a:pt x="799356" y="58250"/>
                </a:lnTo>
                <a:close/>
                <a:moveTo>
                  <a:pt x="776977" y="121678"/>
                </a:moveTo>
                <a:lnTo>
                  <a:pt x="776316" y="121571"/>
                </a:lnTo>
                <a:lnTo>
                  <a:pt x="775668" y="121447"/>
                </a:lnTo>
                <a:lnTo>
                  <a:pt x="775034" y="121307"/>
                </a:lnTo>
                <a:lnTo>
                  <a:pt x="774414" y="121151"/>
                </a:lnTo>
                <a:lnTo>
                  <a:pt x="773808" y="120978"/>
                </a:lnTo>
                <a:lnTo>
                  <a:pt x="773215" y="120789"/>
                </a:lnTo>
                <a:lnTo>
                  <a:pt x="772636" y="120583"/>
                </a:lnTo>
                <a:lnTo>
                  <a:pt x="772070" y="120361"/>
                </a:lnTo>
                <a:lnTo>
                  <a:pt x="771519" y="120122"/>
                </a:lnTo>
                <a:lnTo>
                  <a:pt x="770981" y="119867"/>
                </a:lnTo>
                <a:lnTo>
                  <a:pt x="770457" y="119596"/>
                </a:lnTo>
                <a:lnTo>
                  <a:pt x="769946" y="119308"/>
                </a:lnTo>
                <a:lnTo>
                  <a:pt x="769449" y="119003"/>
                </a:lnTo>
                <a:lnTo>
                  <a:pt x="768966" y="118682"/>
                </a:lnTo>
                <a:lnTo>
                  <a:pt x="768497" y="118345"/>
                </a:lnTo>
                <a:lnTo>
                  <a:pt x="768042" y="117991"/>
                </a:lnTo>
                <a:lnTo>
                  <a:pt x="767600" y="117621"/>
                </a:lnTo>
                <a:lnTo>
                  <a:pt x="767172" y="117234"/>
                </a:lnTo>
                <a:lnTo>
                  <a:pt x="766759" y="116829"/>
                </a:lnTo>
                <a:lnTo>
                  <a:pt x="766364" y="116403"/>
                </a:lnTo>
                <a:lnTo>
                  <a:pt x="765987" y="115957"/>
                </a:lnTo>
                <a:lnTo>
                  <a:pt x="765627" y="115491"/>
                </a:lnTo>
                <a:lnTo>
                  <a:pt x="765284" y="115005"/>
                </a:lnTo>
                <a:lnTo>
                  <a:pt x="764960" y="114498"/>
                </a:lnTo>
                <a:lnTo>
                  <a:pt x="764653" y="113971"/>
                </a:lnTo>
                <a:lnTo>
                  <a:pt x="764363" y="113423"/>
                </a:lnTo>
                <a:lnTo>
                  <a:pt x="764091" y="112856"/>
                </a:lnTo>
                <a:lnTo>
                  <a:pt x="763836" y="112268"/>
                </a:lnTo>
                <a:lnTo>
                  <a:pt x="763599" y="111660"/>
                </a:lnTo>
                <a:lnTo>
                  <a:pt x="763380" y="111031"/>
                </a:lnTo>
                <a:lnTo>
                  <a:pt x="763178" y="110382"/>
                </a:lnTo>
                <a:lnTo>
                  <a:pt x="762994" y="109713"/>
                </a:lnTo>
                <a:lnTo>
                  <a:pt x="762827" y="109024"/>
                </a:lnTo>
                <a:lnTo>
                  <a:pt x="762678" y="108314"/>
                </a:lnTo>
                <a:lnTo>
                  <a:pt x="762546" y="107584"/>
                </a:lnTo>
                <a:lnTo>
                  <a:pt x="762432" y="106834"/>
                </a:lnTo>
                <a:lnTo>
                  <a:pt x="762335" y="106063"/>
                </a:lnTo>
                <a:lnTo>
                  <a:pt x="762256" y="105272"/>
                </a:lnTo>
                <a:lnTo>
                  <a:pt x="762195" y="104461"/>
                </a:lnTo>
                <a:lnTo>
                  <a:pt x="762151" y="103630"/>
                </a:lnTo>
                <a:lnTo>
                  <a:pt x="762125" y="102778"/>
                </a:lnTo>
                <a:lnTo>
                  <a:pt x="762116" y="101906"/>
                </a:lnTo>
                <a:lnTo>
                  <a:pt x="762116" y="76628"/>
                </a:lnTo>
                <a:lnTo>
                  <a:pt x="762125" y="75744"/>
                </a:lnTo>
                <a:lnTo>
                  <a:pt x="762151" y="74880"/>
                </a:lnTo>
                <a:lnTo>
                  <a:pt x="762195" y="74037"/>
                </a:lnTo>
                <a:lnTo>
                  <a:pt x="762256" y="73216"/>
                </a:lnTo>
                <a:lnTo>
                  <a:pt x="762335" y="72415"/>
                </a:lnTo>
                <a:lnTo>
                  <a:pt x="762432" y="71636"/>
                </a:lnTo>
                <a:lnTo>
                  <a:pt x="762546" y="70878"/>
                </a:lnTo>
                <a:lnTo>
                  <a:pt x="762678" y="70141"/>
                </a:lnTo>
                <a:lnTo>
                  <a:pt x="762827" y="69425"/>
                </a:lnTo>
                <a:lnTo>
                  <a:pt x="762994" y="68731"/>
                </a:lnTo>
                <a:lnTo>
                  <a:pt x="763178" y="68057"/>
                </a:lnTo>
                <a:lnTo>
                  <a:pt x="763380" y="67405"/>
                </a:lnTo>
                <a:lnTo>
                  <a:pt x="763599" y="66773"/>
                </a:lnTo>
                <a:lnTo>
                  <a:pt x="763836" y="66163"/>
                </a:lnTo>
                <a:lnTo>
                  <a:pt x="764091" y="65574"/>
                </a:lnTo>
                <a:lnTo>
                  <a:pt x="764363" y="65006"/>
                </a:lnTo>
                <a:lnTo>
                  <a:pt x="764653" y="64459"/>
                </a:lnTo>
                <a:lnTo>
                  <a:pt x="764960" y="63934"/>
                </a:lnTo>
                <a:lnTo>
                  <a:pt x="765284" y="63429"/>
                </a:lnTo>
                <a:lnTo>
                  <a:pt x="765627" y="62946"/>
                </a:lnTo>
                <a:lnTo>
                  <a:pt x="765987" y="62483"/>
                </a:lnTo>
                <a:lnTo>
                  <a:pt x="766364" y="62042"/>
                </a:lnTo>
                <a:lnTo>
                  <a:pt x="766759" y="61622"/>
                </a:lnTo>
                <a:lnTo>
                  <a:pt x="767172" y="61223"/>
                </a:lnTo>
                <a:lnTo>
                  <a:pt x="767600" y="60843"/>
                </a:lnTo>
                <a:lnTo>
                  <a:pt x="768042" y="60479"/>
                </a:lnTo>
                <a:lnTo>
                  <a:pt x="768497" y="60131"/>
                </a:lnTo>
                <a:lnTo>
                  <a:pt x="768966" y="59799"/>
                </a:lnTo>
                <a:lnTo>
                  <a:pt x="769449" y="59484"/>
                </a:lnTo>
                <a:lnTo>
                  <a:pt x="769946" y="59184"/>
                </a:lnTo>
                <a:lnTo>
                  <a:pt x="770457" y="58901"/>
                </a:lnTo>
                <a:lnTo>
                  <a:pt x="770981" y="58634"/>
                </a:lnTo>
                <a:lnTo>
                  <a:pt x="771519" y="58383"/>
                </a:lnTo>
                <a:lnTo>
                  <a:pt x="772070" y="58149"/>
                </a:lnTo>
                <a:lnTo>
                  <a:pt x="772636" y="57930"/>
                </a:lnTo>
                <a:lnTo>
                  <a:pt x="773215" y="57728"/>
                </a:lnTo>
                <a:lnTo>
                  <a:pt x="773808" y="57542"/>
                </a:lnTo>
                <a:lnTo>
                  <a:pt x="774414" y="57372"/>
                </a:lnTo>
                <a:lnTo>
                  <a:pt x="775034" y="57218"/>
                </a:lnTo>
                <a:lnTo>
                  <a:pt x="775668" y="57081"/>
                </a:lnTo>
                <a:lnTo>
                  <a:pt x="776316" y="56959"/>
                </a:lnTo>
                <a:lnTo>
                  <a:pt x="776977" y="56854"/>
                </a:lnTo>
                <a:lnTo>
                  <a:pt x="777653" y="56765"/>
                </a:lnTo>
                <a:lnTo>
                  <a:pt x="778341" y="56692"/>
                </a:lnTo>
                <a:lnTo>
                  <a:pt x="779044" y="56636"/>
                </a:lnTo>
                <a:lnTo>
                  <a:pt x="779760" y="56595"/>
                </a:lnTo>
                <a:lnTo>
                  <a:pt x="780490" y="56571"/>
                </a:lnTo>
                <a:lnTo>
                  <a:pt x="781234" y="56563"/>
                </a:lnTo>
                <a:lnTo>
                  <a:pt x="781965" y="56573"/>
                </a:lnTo>
                <a:lnTo>
                  <a:pt x="782682" y="56601"/>
                </a:lnTo>
                <a:lnTo>
                  <a:pt x="783387" y="56649"/>
                </a:lnTo>
                <a:lnTo>
                  <a:pt x="784078" y="56717"/>
                </a:lnTo>
                <a:lnTo>
                  <a:pt x="784756" y="56803"/>
                </a:lnTo>
                <a:lnTo>
                  <a:pt x="785421" y="56909"/>
                </a:lnTo>
                <a:lnTo>
                  <a:pt x="786073" y="57034"/>
                </a:lnTo>
                <a:lnTo>
                  <a:pt x="786711" y="57178"/>
                </a:lnTo>
                <a:lnTo>
                  <a:pt x="787336" y="57341"/>
                </a:lnTo>
                <a:lnTo>
                  <a:pt x="787949" y="57523"/>
                </a:lnTo>
                <a:lnTo>
                  <a:pt x="788548" y="57725"/>
                </a:lnTo>
                <a:lnTo>
                  <a:pt x="789134" y="57946"/>
                </a:lnTo>
                <a:lnTo>
                  <a:pt x="789706" y="58186"/>
                </a:lnTo>
                <a:lnTo>
                  <a:pt x="790266" y="58445"/>
                </a:lnTo>
                <a:lnTo>
                  <a:pt x="790812" y="58723"/>
                </a:lnTo>
                <a:lnTo>
                  <a:pt x="791345" y="59021"/>
                </a:lnTo>
                <a:lnTo>
                  <a:pt x="791866" y="59338"/>
                </a:lnTo>
                <a:lnTo>
                  <a:pt x="792372" y="59674"/>
                </a:lnTo>
                <a:lnTo>
                  <a:pt x="792866" y="60029"/>
                </a:lnTo>
                <a:lnTo>
                  <a:pt x="793347" y="60404"/>
                </a:lnTo>
                <a:lnTo>
                  <a:pt x="793814" y="60797"/>
                </a:lnTo>
                <a:lnTo>
                  <a:pt x="794268" y="61210"/>
                </a:lnTo>
                <a:lnTo>
                  <a:pt x="794709" y="61642"/>
                </a:lnTo>
                <a:lnTo>
                  <a:pt x="795137" y="62093"/>
                </a:lnTo>
                <a:lnTo>
                  <a:pt x="795550" y="62562"/>
                </a:lnTo>
                <a:lnTo>
                  <a:pt x="795945" y="63044"/>
                </a:lnTo>
                <a:lnTo>
                  <a:pt x="796322" y="63542"/>
                </a:lnTo>
                <a:lnTo>
                  <a:pt x="796682" y="64055"/>
                </a:lnTo>
                <a:lnTo>
                  <a:pt x="797024" y="64582"/>
                </a:lnTo>
                <a:lnTo>
                  <a:pt x="797349" y="65124"/>
                </a:lnTo>
                <a:lnTo>
                  <a:pt x="797656" y="65681"/>
                </a:lnTo>
                <a:lnTo>
                  <a:pt x="797946" y="66253"/>
                </a:lnTo>
                <a:lnTo>
                  <a:pt x="798218" y="66840"/>
                </a:lnTo>
                <a:lnTo>
                  <a:pt x="798472" y="67441"/>
                </a:lnTo>
                <a:lnTo>
                  <a:pt x="798709" y="68057"/>
                </a:lnTo>
                <a:lnTo>
                  <a:pt x="798929" y="68688"/>
                </a:lnTo>
                <a:lnTo>
                  <a:pt x="799131" y="69334"/>
                </a:lnTo>
                <a:lnTo>
                  <a:pt x="799315" y="69995"/>
                </a:lnTo>
                <a:lnTo>
                  <a:pt x="799482" y="70670"/>
                </a:lnTo>
                <a:lnTo>
                  <a:pt x="799631" y="71361"/>
                </a:lnTo>
                <a:lnTo>
                  <a:pt x="799763" y="72066"/>
                </a:lnTo>
                <a:lnTo>
                  <a:pt x="799877" y="72786"/>
                </a:lnTo>
                <a:lnTo>
                  <a:pt x="799973" y="73521"/>
                </a:lnTo>
                <a:lnTo>
                  <a:pt x="800052" y="74270"/>
                </a:lnTo>
                <a:lnTo>
                  <a:pt x="800114" y="75035"/>
                </a:lnTo>
                <a:lnTo>
                  <a:pt x="800158" y="75814"/>
                </a:lnTo>
                <a:lnTo>
                  <a:pt x="800184" y="76608"/>
                </a:lnTo>
                <a:lnTo>
                  <a:pt x="800193" y="77417"/>
                </a:lnTo>
                <a:lnTo>
                  <a:pt x="800193" y="101118"/>
                </a:lnTo>
                <a:lnTo>
                  <a:pt x="800184" y="101927"/>
                </a:lnTo>
                <a:lnTo>
                  <a:pt x="800158" y="102721"/>
                </a:lnTo>
                <a:lnTo>
                  <a:pt x="800114" y="103500"/>
                </a:lnTo>
                <a:lnTo>
                  <a:pt x="800052" y="104264"/>
                </a:lnTo>
                <a:lnTo>
                  <a:pt x="799973" y="105014"/>
                </a:lnTo>
                <a:lnTo>
                  <a:pt x="799877" y="105749"/>
                </a:lnTo>
                <a:lnTo>
                  <a:pt x="799763" y="106469"/>
                </a:lnTo>
                <a:lnTo>
                  <a:pt x="799631" y="107174"/>
                </a:lnTo>
                <a:lnTo>
                  <a:pt x="799482" y="107864"/>
                </a:lnTo>
                <a:lnTo>
                  <a:pt x="799315" y="108540"/>
                </a:lnTo>
                <a:lnTo>
                  <a:pt x="799131" y="109201"/>
                </a:lnTo>
                <a:lnTo>
                  <a:pt x="798929" y="109847"/>
                </a:lnTo>
                <a:lnTo>
                  <a:pt x="798709" y="110478"/>
                </a:lnTo>
                <a:lnTo>
                  <a:pt x="798472" y="111094"/>
                </a:lnTo>
                <a:lnTo>
                  <a:pt x="798218" y="111696"/>
                </a:lnTo>
                <a:lnTo>
                  <a:pt x="797946" y="112283"/>
                </a:lnTo>
                <a:lnTo>
                  <a:pt x="797656" y="112854"/>
                </a:lnTo>
                <a:lnTo>
                  <a:pt x="797349" y="113412"/>
                </a:lnTo>
                <a:lnTo>
                  <a:pt x="797024" y="113954"/>
                </a:lnTo>
                <a:lnTo>
                  <a:pt x="796682" y="114481"/>
                </a:lnTo>
                <a:lnTo>
                  <a:pt x="796322" y="114994"/>
                </a:lnTo>
                <a:lnTo>
                  <a:pt x="795945" y="115492"/>
                </a:lnTo>
                <a:lnTo>
                  <a:pt x="795550" y="115975"/>
                </a:lnTo>
                <a:lnTo>
                  <a:pt x="795137" y="116443"/>
                </a:lnTo>
                <a:lnTo>
                  <a:pt x="794709" y="116895"/>
                </a:lnTo>
                <a:lnTo>
                  <a:pt x="794268" y="117327"/>
                </a:lnTo>
                <a:lnTo>
                  <a:pt x="793814" y="117740"/>
                </a:lnTo>
                <a:lnTo>
                  <a:pt x="793347" y="118133"/>
                </a:lnTo>
                <a:lnTo>
                  <a:pt x="792866" y="118508"/>
                </a:lnTo>
                <a:lnTo>
                  <a:pt x="792372" y="118863"/>
                </a:lnTo>
                <a:lnTo>
                  <a:pt x="791866" y="119199"/>
                </a:lnTo>
                <a:lnTo>
                  <a:pt x="791345" y="119516"/>
                </a:lnTo>
                <a:lnTo>
                  <a:pt x="790812" y="119814"/>
                </a:lnTo>
                <a:lnTo>
                  <a:pt x="790266" y="120092"/>
                </a:lnTo>
                <a:lnTo>
                  <a:pt x="789706" y="120351"/>
                </a:lnTo>
                <a:lnTo>
                  <a:pt x="789134" y="120591"/>
                </a:lnTo>
                <a:lnTo>
                  <a:pt x="788548" y="120812"/>
                </a:lnTo>
                <a:lnTo>
                  <a:pt x="787949" y="121014"/>
                </a:lnTo>
                <a:lnTo>
                  <a:pt x="787336" y="121196"/>
                </a:lnTo>
                <a:lnTo>
                  <a:pt x="786711" y="121359"/>
                </a:lnTo>
                <a:lnTo>
                  <a:pt x="786073" y="121503"/>
                </a:lnTo>
                <a:lnTo>
                  <a:pt x="785421" y="121628"/>
                </a:lnTo>
                <a:lnTo>
                  <a:pt x="784756" y="121734"/>
                </a:lnTo>
                <a:lnTo>
                  <a:pt x="784078" y="121820"/>
                </a:lnTo>
                <a:lnTo>
                  <a:pt x="783387" y="121887"/>
                </a:lnTo>
                <a:lnTo>
                  <a:pt x="782682" y="121935"/>
                </a:lnTo>
                <a:lnTo>
                  <a:pt x="781965" y="121964"/>
                </a:lnTo>
                <a:lnTo>
                  <a:pt x="781234" y="121974"/>
                </a:lnTo>
                <a:lnTo>
                  <a:pt x="780490" y="121966"/>
                </a:lnTo>
                <a:lnTo>
                  <a:pt x="779760" y="121941"/>
                </a:lnTo>
                <a:lnTo>
                  <a:pt x="779044" y="121900"/>
                </a:lnTo>
                <a:lnTo>
                  <a:pt x="778341" y="121842"/>
                </a:lnTo>
                <a:lnTo>
                  <a:pt x="777653" y="121768"/>
                </a:lnTo>
                <a:lnTo>
                  <a:pt x="776977" y="121678"/>
                </a:lnTo>
                <a:close/>
                <a:moveTo>
                  <a:pt x="603735" y="119741"/>
                </a:moveTo>
                <a:lnTo>
                  <a:pt x="603394" y="119717"/>
                </a:lnTo>
                <a:lnTo>
                  <a:pt x="603058" y="119684"/>
                </a:lnTo>
                <a:lnTo>
                  <a:pt x="602729" y="119641"/>
                </a:lnTo>
                <a:lnTo>
                  <a:pt x="602405" y="119588"/>
                </a:lnTo>
                <a:lnTo>
                  <a:pt x="602087" y="119525"/>
                </a:lnTo>
                <a:lnTo>
                  <a:pt x="601775" y="119453"/>
                </a:lnTo>
                <a:lnTo>
                  <a:pt x="601468" y="119372"/>
                </a:lnTo>
                <a:lnTo>
                  <a:pt x="601168" y="119281"/>
                </a:lnTo>
                <a:lnTo>
                  <a:pt x="600873" y="119180"/>
                </a:lnTo>
                <a:lnTo>
                  <a:pt x="600583" y="119069"/>
                </a:lnTo>
                <a:lnTo>
                  <a:pt x="600300" y="118949"/>
                </a:lnTo>
                <a:lnTo>
                  <a:pt x="600022" y="118820"/>
                </a:lnTo>
                <a:lnTo>
                  <a:pt x="599750" y="118681"/>
                </a:lnTo>
                <a:lnTo>
                  <a:pt x="599484" y="118532"/>
                </a:lnTo>
                <a:lnTo>
                  <a:pt x="599223" y="118373"/>
                </a:lnTo>
                <a:lnTo>
                  <a:pt x="598968" y="118205"/>
                </a:lnTo>
                <a:lnTo>
                  <a:pt x="598719" y="118028"/>
                </a:lnTo>
                <a:lnTo>
                  <a:pt x="598476" y="117840"/>
                </a:lnTo>
                <a:lnTo>
                  <a:pt x="598239" y="117644"/>
                </a:lnTo>
                <a:lnTo>
                  <a:pt x="598007" y="117437"/>
                </a:lnTo>
                <a:lnTo>
                  <a:pt x="597781" y="117221"/>
                </a:lnTo>
                <a:lnTo>
                  <a:pt x="597561" y="116995"/>
                </a:lnTo>
                <a:lnTo>
                  <a:pt x="597348" y="116762"/>
                </a:lnTo>
                <a:lnTo>
                  <a:pt x="597144" y="116523"/>
                </a:lnTo>
                <a:lnTo>
                  <a:pt x="596950" y="116278"/>
                </a:lnTo>
                <a:lnTo>
                  <a:pt x="596764" y="116028"/>
                </a:lnTo>
                <a:lnTo>
                  <a:pt x="596588" y="115771"/>
                </a:lnTo>
                <a:lnTo>
                  <a:pt x="596420" y="115509"/>
                </a:lnTo>
                <a:lnTo>
                  <a:pt x="596262" y="115241"/>
                </a:lnTo>
                <a:lnTo>
                  <a:pt x="596113" y="114968"/>
                </a:lnTo>
                <a:lnTo>
                  <a:pt x="595973" y="114688"/>
                </a:lnTo>
                <a:lnTo>
                  <a:pt x="595841" y="114403"/>
                </a:lnTo>
                <a:lnTo>
                  <a:pt x="595719" y="114112"/>
                </a:lnTo>
                <a:lnTo>
                  <a:pt x="595606" y="113816"/>
                </a:lnTo>
                <a:lnTo>
                  <a:pt x="595502" y="113513"/>
                </a:lnTo>
                <a:lnTo>
                  <a:pt x="595407" y="113205"/>
                </a:lnTo>
                <a:lnTo>
                  <a:pt x="595321" y="112891"/>
                </a:lnTo>
                <a:lnTo>
                  <a:pt x="595244" y="112571"/>
                </a:lnTo>
                <a:lnTo>
                  <a:pt x="595176" y="112246"/>
                </a:lnTo>
                <a:lnTo>
                  <a:pt x="595117" y="111915"/>
                </a:lnTo>
                <a:lnTo>
                  <a:pt x="595068" y="111578"/>
                </a:lnTo>
                <a:lnTo>
                  <a:pt x="595027" y="111235"/>
                </a:lnTo>
                <a:lnTo>
                  <a:pt x="594995" y="110886"/>
                </a:lnTo>
                <a:lnTo>
                  <a:pt x="594973" y="110532"/>
                </a:lnTo>
                <a:lnTo>
                  <a:pt x="594959" y="110172"/>
                </a:lnTo>
                <a:lnTo>
                  <a:pt x="594955" y="109806"/>
                </a:lnTo>
                <a:lnTo>
                  <a:pt x="594955" y="58774"/>
                </a:lnTo>
                <a:lnTo>
                  <a:pt x="630505" y="58774"/>
                </a:lnTo>
                <a:lnTo>
                  <a:pt x="630505" y="45818"/>
                </a:lnTo>
                <a:lnTo>
                  <a:pt x="594955" y="45818"/>
                </a:lnTo>
                <a:lnTo>
                  <a:pt x="594955" y="21329"/>
                </a:lnTo>
                <a:lnTo>
                  <a:pt x="580735" y="21329"/>
                </a:lnTo>
                <a:lnTo>
                  <a:pt x="580735" y="45818"/>
                </a:lnTo>
                <a:lnTo>
                  <a:pt x="555771" y="45818"/>
                </a:lnTo>
                <a:lnTo>
                  <a:pt x="555771" y="58774"/>
                </a:lnTo>
                <a:lnTo>
                  <a:pt x="580735" y="58774"/>
                </a:lnTo>
                <a:lnTo>
                  <a:pt x="580735" y="109806"/>
                </a:lnTo>
                <a:lnTo>
                  <a:pt x="580747" y="110668"/>
                </a:lnTo>
                <a:lnTo>
                  <a:pt x="580780" y="111515"/>
                </a:lnTo>
                <a:lnTo>
                  <a:pt x="580837" y="112348"/>
                </a:lnTo>
                <a:lnTo>
                  <a:pt x="580915" y="113166"/>
                </a:lnTo>
                <a:lnTo>
                  <a:pt x="581017" y="113970"/>
                </a:lnTo>
                <a:lnTo>
                  <a:pt x="581140" y="114759"/>
                </a:lnTo>
                <a:lnTo>
                  <a:pt x="581287" y="115534"/>
                </a:lnTo>
                <a:lnTo>
                  <a:pt x="581455" y="116294"/>
                </a:lnTo>
                <a:lnTo>
                  <a:pt x="581646" y="117039"/>
                </a:lnTo>
                <a:lnTo>
                  <a:pt x="581860" y="117770"/>
                </a:lnTo>
                <a:lnTo>
                  <a:pt x="582096" y="118487"/>
                </a:lnTo>
                <a:lnTo>
                  <a:pt x="582355" y="119189"/>
                </a:lnTo>
                <a:lnTo>
                  <a:pt x="582636" y="119876"/>
                </a:lnTo>
                <a:lnTo>
                  <a:pt x="582940" y="120549"/>
                </a:lnTo>
                <a:lnTo>
                  <a:pt x="583266" y="121207"/>
                </a:lnTo>
                <a:lnTo>
                  <a:pt x="583615" y="121851"/>
                </a:lnTo>
                <a:lnTo>
                  <a:pt x="583986" y="122480"/>
                </a:lnTo>
                <a:lnTo>
                  <a:pt x="584379" y="123095"/>
                </a:lnTo>
                <a:lnTo>
                  <a:pt x="584795" y="123695"/>
                </a:lnTo>
                <a:lnTo>
                  <a:pt x="585234" y="124280"/>
                </a:lnTo>
                <a:lnTo>
                  <a:pt x="585695" y="124851"/>
                </a:lnTo>
                <a:lnTo>
                  <a:pt x="586179" y="125408"/>
                </a:lnTo>
                <a:lnTo>
                  <a:pt x="586685" y="125950"/>
                </a:lnTo>
                <a:lnTo>
                  <a:pt x="587213" y="126477"/>
                </a:lnTo>
                <a:lnTo>
                  <a:pt x="587761" y="126986"/>
                </a:lnTo>
                <a:lnTo>
                  <a:pt x="588323" y="127474"/>
                </a:lnTo>
                <a:lnTo>
                  <a:pt x="588899" y="127940"/>
                </a:lnTo>
                <a:lnTo>
                  <a:pt x="589491" y="128384"/>
                </a:lnTo>
                <a:lnTo>
                  <a:pt x="590098" y="128806"/>
                </a:lnTo>
                <a:lnTo>
                  <a:pt x="590719" y="129207"/>
                </a:lnTo>
                <a:lnTo>
                  <a:pt x="591355" y="129586"/>
                </a:lnTo>
                <a:lnTo>
                  <a:pt x="592006" y="129944"/>
                </a:lnTo>
                <a:lnTo>
                  <a:pt x="592672" y="130279"/>
                </a:lnTo>
                <a:lnTo>
                  <a:pt x="593352" y="130593"/>
                </a:lnTo>
                <a:lnTo>
                  <a:pt x="594047" y="130886"/>
                </a:lnTo>
                <a:lnTo>
                  <a:pt x="594757" y="131157"/>
                </a:lnTo>
                <a:lnTo>
                  <a:pt x="595482" y="131406"/>
                </a:lnTo>
                <a:lnTo>
                  <a:pt x="596222" y="131633"/>
                </a:lnTo>
                <a:lnTo>
                  <a:pt x="596977" y="131839"/>
                </a:lnTo>
                <a:lnTo>
                  <a:pt x="597746" y="132023"/>
                </a:lnTo>
                <a:lnTo>
                  <a:pt x="598530" y="132186"/>
                </a:lnTo>
                <a:lnTo>
                  <a:pt x="599329" y="132327"/>
                </a:lnTo>
                <a:lnTo>
                  <a:pt x="600143" y="132446"/>
                </a:lnTo>
                <a:lnTo>
                  <a:pt x="600972" y="132543"/>
                </a:lnTo>
                <a:lnTo>
                  <a:pt x="601815" y="132619"/>
                </a:lnTo>
                <a:lnTo>
                  <a:pt x="602673" y="132673"/>
                </a:lnTo>
                <a:lnTo>
                  <a:pt x="603546" y="132706"/>
                </a:lnTo>
                <a:lnTo>
                  <a:pt x="604434" y="132717"/>
                </a:lnTo>
                <a:lnTo>
                  <a:pt x="629714" y="132717"/>
                </a:lnTo>
                <a:lnTo>
                  <a:pt x="629714" y="119761"/>
                </a:lnTo>
                <a:lnTo>
                  <a:pt x="604434" y="119761"/>
                </a:lnTo>
                <a:lnTo>
                  <a:pt x="604081" y="119756"/>
                </a:lnTo>
                <a:lnTo>
                  <a:pt x="603735" y="119741"/>
                </a:lnTo>
                <a:close/>
                <a:moveTo>
                  <a:pt x="133979" y="134018"/>
                </a:moveTo>
                <a:lnTo>
                  <a:pt x="135037" y="133896"/>
                </a:lnTo>
                <a:lnTo>
                  <a:pt x="136079" y="133751"/>
                </a:lnTo>
                <a:lnTo>
                  <a:pt x="137105" y="133585"/>
                </a:lnTo>
                <a:lnTo>
                  <a:pt x="138115" y="133396"/>
                </a:lnTo>
                <a:lnTo>
                  <a:pt x="139109" y="133185"/>
                </a:lnTo>
                <a:lnTo>
                  <a:pt x="140088" y="132952"/>
                </a:lnTo>
                <a:lnTo>
                  <a:pt x="141050" y="132696"/>
                </a:lnTo>
                <a:lnTo>
                  <a:pt x="141997" y="132418"/>
                </a:lnTo>
                <a:lnTo>
                  <a:pt x="142927" y="132118"/>
                </a:lnTo>
                <a:lnTo>
                  <a:pt x="143842" y="131796"/>
                </a:lnTo>
                <a:lnTo>
                  <a:pt x="144741" y="131452"/>
                </a:lnTo>
                <a:lnTo>
                  <a:pt x="145624" y="131085"/>
                </a:lnTo>
                <a:lnTo>
                  <a:pt x="146491" y="130697"/>
                </a:lnTo>
                <a:lnTo>
                  <a:pt x="147342" y="130286"/>
                </a:lnTo>
                <a:lnTo>
                  <a:pt x="148177" y="129852"/>
                </a:lnTo>
                <a:lnTo>
                  <a:pt x="148996" y="129397"/>
                </a:lnTo>
                <a:lnTo>
                  <a:pt x="149800" y="128919"/>
                </a:lnTo>
                <a:lnTo>
                  <a:pt x="150587" y="128419"/>
                </a:lnTo>
                <a:lnTo>
                  <a:pt x="151359" y="127897"/>
                </a:lnTo>
                <a:lnTo>
                  <a:pt x="152109" y="127356"/>
                </a:lnTo>
                <a:lnTo>
                  <a:pt x="152833" y="126800"/>
                </a:lnTo>
                <a:lnTo>
                  <a:pt x="153529" y="126227"/>
                </a:lnTo>
                <a:lnTo>
                  <a:pt x="154199" y="125639"/>
                </a:lnTo>
                <a:lnTo>
                  <a:pt x="154842" y="125036"/>
                </a:lnTo>
                <a:lnTo>
                  <a:pt x="155458" y="124417"/>
                </a:lnTo>
                <a:lnTo>
                  <a:pt x="156047" y="123782"/>
                </a:lnTo>
                <a:lnTo>
                  <a:pt x="156609" y="123131"/>
                </a:lnTo>
                <a:lnTo>
                  <a:pt x="157144" y="122465"/>
                </a:lnTo>
                <a:lnTo>
                  <a:pt x="157652" y="121783"/>
                </a:lnTo>
                <a:lnTo>
                  <a:pt x="158134" y="121086"/>
                </a:lnTo>
                <a:lnTo>
                  <a:pt x="158588" y="120373"/>
                </a:lnTo>
                <a:lnTo>
                  <a:pt x="159016" y="119644"/>
                </a:lnTo>
                <a:lnTo>
                  <a:pt x="159417" y="118900"/>
                </a:lnTo>
                <a:lnTo>
                  <a:pt x="159790" y="118140"/>
                </a:lnTo>
                <a:lnTo>
                  <a:pt x="160137" y="117365"/>
                </a:lnTo>
                <a:lnTo>
                  <a:pt x="160457" y="116573"/>
                </a:lnTo>
                <a:lnTo>
                  <a:pt x="160751" y="115767"/>
                </a:lnTo>
                <a:lnTo>
                  <a:pt x="161017" y="114944"/>
                </a:lnTo>
                <a:lnTo>
                  <a:pt x="161256" y="114106"/>
                </a:lnTo>
                <a:lnTo>
                  <a:pt x="161469" y="113252"/>
                </a:lnTo>
                <a:lnTo>
                  <a:pt x="161654" y="112383"/>
                </a:lnTo>
                <a:lnTo>
                  <a:pt x="161813" y="111498"/>
                </a:lnTo>
                <a:lnTo>
                  <a:pt x="161945" y="110597"/>
                </a:lnTo>
                <a:lnTo>
                  <a:pt x="147726" y="110597"/>
                </a:lnTo>
                <a:lnTo>
                  <a:pt x="147626" y="111028"/>
                </a:lnTo>
                <a:lnTo>
                  <a:pt x="147513" y="111451"/>
                </a:lnTo>
                <a:lnTo>
                  <a:pt x="147386" y="111867"/>
                </a:lnTo>
                <a:lnTo>
                  <a:pt x="147245" y="112276"/>
                </a:lnTo>
                <a:lnTo>
                  <a:pt x="147090" y="112677"/>
                </a:lnTo>
                <a:lnTo>
                  <a:pt x="146921" y="113071"/>
                </a:lnTo>
                <a:lnTo>
                  <a:pt x="146737" y="113457"/>
                </a:lnTo>
                <a:lnTo>
                  <a:pt x="146540" y="113836"/>
                </a:lnTo>
                <a:lnTo>
                  <a:pt x="146329" y="114208"/>
                </a:lnTo>
                <a:lnTo>
                  <a:pt x="146104" y="114572"/>
                </a:lnTo>
                <a:lnTo>
                  <a:pt x="145865" y="114929"/>
                </a:lnTo>
                <a:lnTo>
                  <a:pt x="145612" y="115278"/>
                </a:lnTo>
                <a:lnTo>
                  <a:pt x="145345" y="115620"/>
                </a:lnTo>
                <a:lnTo>
                  <a:pt x="145064" y="115955"/>
                </a:lnTo>
                <a:lnTo>
                  <a:pt x="144769" y="116282"/>
                </a:lnTo>
                <a:lnTo>
                  <a:pt x="144460" y="116602"/>
                </a:lnTo>
                <a:lnTo>
                  <a:pt x="144137" y="116914"/>
                </a:lnTo>
                <a:lnTo>
                  <a:pt x="143800" y="117219"/>
                </a:lnTo>
                <a:lnTo>
                  <a:pt x="143449" y="117516"/>
                </a:lnTo>
                <a:lnTo>
                  <a:pt x="143084" y="117807"/>
                </a:lnTo>
                <a:lnTo>
                  <a:pt x="142705" y="118089"/>
                </a:lnTo>
                <a:lnTo>
                  <a:pt x="142312" y="118364"/>
                </a:lnTo>
                <a:lnTo>
                  <a:pt x="141905" y="118632"/>
                </a:lnTo>
                <a:lnTo>
                  <a:pt x="141484" y="118893"/>
                </a:lnTo>
                <a:lnTo>
                  <a:pt x="141051" y="119144"/>
                </a:lnTo>
                <a:lnTo>
                  <a:pt x="140609" y="119385"/>
                </a:lnTo>
                <a:lnTo>
                  <a:pt x="140158" y="119615"/>
                </a:lnTo>
                <a:lnTo>
                  <a:pt x="139696" y="119834"/>
                </a:lnTo>
                <a:lnTo>
                  <a:pt x="139225" y="120043"/>
                </a:lnTo>
                <a:lnTo>
                  <a:pt x="138745" y="120241"/>
                </a:lnTo>
                <a:lnTo>
                  <a:pt x="138254" y="120428"/>
                </a:lnTo>
                <a:lnTo>
                  <a:pt x="137755" y="120604"/>
                </a:lnTo>
                <a:lnTo>
                  <a:pt x="137245" y="120770"/>
                </a:lnTo>
                <a:lnTo>
                  <a:pt x="136726" y="120925"/>
                </a:lnTo>
                <a:lnTo>
                  <a:pt x="136198" y="121070"/>
                </a:lnTo>
                <a:lnTo>
                  <a:pt x="135659" y="121204"/>
                </a:lnTo>
                <a:lnTo>
                  <a:pt x="135112" y="121327"/>
                </a:lnTo>
                <a:lnTo>
                  <a:pt x="134554" y="121439"/>
                </a:lnTo>
                <a:lnTo>
                  <a:pt x="133987" y="121541"/>
                </a:lnTo>
                <a:lnTo>
                  <a:pt x="133410" y="121632"/>
                </a:lnTo>
                <a:lnTo>
                  <a:pt x="132824" y="121712"/>
                </a:lnTo>
                <a:lnTo>
                  <a:pt x="132228" y="121781"/>
                </a:lnTo>
                <a:lnTo>
                  <a:pt x="131623" y="121840"/>
                </a:lnTo>
                <a:lnTo>
                  <a:pt x="131008" y="121888"/>
                </a:lnTo>
                <a:lnTo>
                  <a:pt x="130383" y="121926"/>
                </a:lnTo>
                <a:lnTo>
                  <a:pt x="129748" y="121952"/>
                </a:lnTo>
                <a:lnTo>
                  <a:pt x="129105" y="121968"/>
                </a:lnTo>
                <a:lnTo>
                  <a:pt x="128451" y="121974"/>
                </a:lnTo>
                <a:lnTo>
                  <a:pt x="127694" y="121964"/>
                </a:lnTo>
                <a:lnTo>
                  <a:pt x="126949" y="121935"/>
                </a:lnTo>
                <a:lnTo>
                  <a:pt x="126217" y="121886"/>
                </a:lnTo>
                <a:lnTo>
                  <a:pt x="125497" y="121818"/>
                </a:lnTo>
                <a:lnTo>
                  <a:pt x="124791" y="121730"/>
                </a:lnTo>
                <a:lnTo>
                  <a:pt x="124096" y="121623"/>
                </a:lnTo>
                <a:lnTo>
                  <a:pt x="123415" y="121497"/>
                </a:lnTo>
                <a:lnTo>
                  <a:pt x="122746" y="121351"/>
                </a:lnTo>
                <a:lnTo>
                  <a:pt x="122089" y="121185"/>
                </a:lnTo>
                <a:lnTo>
                  <a:pt x="121445" y="121000"/>
                </a:lnTo>
                <a:lnTo>
                  <a:pt x="120814" y="120795"/>
                </a:lnTo>
                <a:lnTo>
                  <a:pt x="120196" y="120571"/>
                </a:lnTo>
                <a:lnTo>
                  <a:pt x="119590" y="120328"/>
                </a:lnTo>
                <a:lnTo>
                  <a:pt x="118996" y="120065"/>
                </a:lnTo>
                <a:lnTo>
                  <a:pt x="118416" y="119782"/>
                </a:lnTo>
                <a:lnTo>
                  <a:pt x="117848" y="119480"/>
                </a:lnTo>
                <a:lnTo>
                  <a:pt x="117292" y="119159"/>
                </a:lnTo>
                <a:lnTo>
                  <a:pt x="116749" y="118818"/>
                </a:lnTo>
                <a:lnTo>
                  <a:pt x="116219" y="118458"/>
                </a:lnTo>
                <a:lnTo>
                  <a:pt x="115701" y="118078"/>
                </a:lnTo>
                <a:lnTo>
                  <a:pt x="115196" y="117679"/>
                </a:lnTo>
                <a:lnTo>
                  <a:pt x="114704" y="117260"/>
                </a:lnTo>
                <a:lnTo>
                  <a:pt x="114224" y="116822"/>
                </a:lnTo>
                <a:lnTo>
                  <a:pt x="113757" y="116364"/>
                </a:lnTo>
                <a:lnTo>
                  <a:pt x="113306" y="115889"/>
                </a:lnTo>
                <a:lnTo>
                  <a:pt x="112874" y="115401"/>
                </a:lnTo>
                <a:lnTo>
                  <a:pt x="112461" y="114898"/>
                </a:lnTo>
                <a:lnTo>
                  <a:pt x="112067" y="114382"/>
                </a:lnTo>
                <a:lnTo>
                  <a:pt x="111693" y="113852"/>
                </a:lnTo>
                <a:lnTo>
                  <a:pt x="111337" y="113307"/>
                </a:lnTo>
                <a:lnTo>
                  <a:pt x="111001" y="112749"/>
                </a:lnTo>
                <a:lnTo>
                  <a:pt x="110684" y="112176"/>
                </a:lnTo>
                <a:lnTo>
                  <a:pt x="110387" y="111590"/>
                </a:lnTo>
                <a:lnTo>
                  <a:pt x="110108" y="110990"/>
                </a:lnTo>
                <a:lnTo>
                  <a:pt x="109849" y="110376"/>
                </a:lnTo>
                <a:lnTo>
                  <a:pt x="109609" y="109747"/>
                </a:lnTo>
                <a:lnTo>
                  <a:pt x="109388" y="109105"/>
                </a:lnTo>
                <a:lnTo>
                  <a:pt x="109187" y="108449"/>
                </a:lnTo>
                <a:lnTo>
                  <a:pt x="109004" y="107779"/>
                </a:lnTo>
                <a:lnTo>
                  <a:pt x="108841" y="107094"/>
                </a:lnTo>
                <a:lnTo>
                  <a:pt x="108697" y="106396"/>
                </a:lnTo>
                <a:lnTo>
                  <a:pt x="108572" y="105684"/>
                </a:lnTo>
                <a:lnTo>
                  <a:pt x="108467" y="104958"/>
                </a:lnTo>
                <a:lnTo>
                  <a:pt x="108380" y="104218"/>
                </a:lnTo>
                <a:lnTo>
                  <a:pt x="108313" y="103464"/>
                </a:lnTo>
                <a:lnTo>
                  <a:pt x="108265" y="102696"/>
                </a:lnTo>
                <a:lnTo>
                  <a:pt x="108236" y="101914"/>
                </a:lnTo>
                <a:lnTo>
                  <a:pt x="108226" y="101118"/>
                </a:lnTo>
                <a:lnTo>
                  <a:pt x="108226" y="92902"/>
                </a:lnTo>
                <a:lnTo>
                  <a:pt x="162579" y="92902"/>
                </a:lnTo>
                <a:lnTo>
                  <a:pt x="162579" y="77417"/>
                </a:lnTo>
                <a:lnTo>
                  <a:pt x="162571" y="76579"/>
                </a:lnTo>
                <a:lnTo>
                  <a:pt x="162549" y="75750"/>
                </a:lnTo>
                <a:lnTo>
                  <a:pt x="162512" y="74931"/>
                </a:lnTo>
                <a:lnTo>
                  <a:pt x="162460" y="74121"/>
                </a:lnTo>
                <a:lnTo>
                  <a:pt x="162394" y="73320"/>
                </a:lnTo>
                <a:lnTo>
                  <a:pt x="162312" y="72529"/>
                </a:lnTo>
                <a:lnTo>
                  <a:pt x="162216" y="71747"/>
                </a:lnTo>
                <a:lnTo>
                  <a:pt x="162105" y="70974"/>
                </a:lnTo>
                <a:lnTo>
                  <a:pt x="161979" y="70211"/>
                </a:lnTo>
                <a:lnTo>
                  <a:pt x="161838" y="69457"/>
                </a:lnTo>
                <a:lnTo>
                  <a:pt x="161682" y="68712"/>
                </a:lnTo>
                <a:lnTo>
                  <a:pt x="161512" y="67977"/>
                </a:lnTo>
                <a:lnTo>
                  <a:pt x="161327" y="67251"/>
                </a:lnTo>
                <a:lnTo>
                  <a:pt x="161127" y="66534"/>
                </a:lnTo>
                <a:lnTo>
                  <a:pt x="160912" y="65827"/>
                </a:lnTo>
                <a:lnTo>
                  <a:pt x="160682" y="65129"/>
                </a:lnTo>
                <a:lnTo>
                  <a:pt x="160438" y="64440"/>
                </a:lnTo>
                <a:lnTo>
                  <a:pt x="160178" y="63761"/>
                </a:lnTo>
                <a:lnTo>
                  <a:pt x="159904" y="63091"/>
                </a:lnTo>
                <a:lnTo>
                  <a:pt x="159615" y="62430"/>
                </a:lnTo>
                <a:lnTo>
                  <a:pt x="159312" y="61779"/>
                </a:lnTo>
                <a:lnTo>
                  <a:pt x="158993" y="61137"/>
                </a:lnTo>
                <a:lnTo>
                  <a:pt x="158660" y="60504"/>
                </a:lnTo>
                <a:lnTo>
                  <a:pt x="158312" y="59880"/>
                </a:lnTo>
                <a:lnTo>
                  <a:pt x="157950" y="59267"/>
                </a:lnTo>
                <a:lnTo>
                  <a:pt x="157577" y="58666"/>
                </a:lnTo>
                <a:lnTo>
                  <a:pt x="157192" y="58076"/>
                </a:lnTo>
                <a:lnTo>
                  <a:pt x="156796" y="57497"/>
                </a:lnTo>
                <a:lnTo>
                  <a:pt x="156387" y="56930"/>
                </a:lnTo>
                <a:lnTo>
                  <a:pt x="155967" y="56375"/>
                </a:lnTo>
                <a:lnTo>
                  <a:pt x="155535" y="55831"/>
                </a:lnTo>
                <a:lnTo>
                  <a:pt x="155091" y="55299"/>
                </a:lnTo>
                <a:lnTo>
                  <a:pt x="154635" y="54778"/>
                </a:lnTo>
                <a:lnTo>
                  <a:pt x="154167" y="54268"/>
                </a:lnTo>
                <a:lnTo>
                  <a:pt x="153688" y="53771"/>
                </a:lnTo>
                <a:lnTo>
                  <a:pt x="153197" y="53284"/>
                </a:lnTo>
                <a:lnTo>
                  <a:pt x="152694" y="52809"/>
                </a:lnTo>
                <a:lnTo>
                  <a:pt x="152179" y="52346"/>
                </a:lnTo>
                <a:lnTo>
                  <a:pt x="151653" y="51894"/>
                </a:lnTo>
                <a:lnTo>
                  <a:pt x="151114" y="51454"/>
                </a:lnTo>
                <a:lnTo>
                  <a:pt x="150564" y="51025"/>
                </a:lnTo>
                <a:lnTo>
                  <a:pt x="150002" y="50608"/>
                </a:lnTo>
                <a:lnTo>
                  <a:pt x="149429" y="50203"/>
                </a:lnTo>
                <a:lnTo>
                  <a:pt x="148843" y="49808"/>
                </a:lnTo>
                <a:lnTo>
                  <a:pt x="148246" y="49426"/>
                </a:lnTo>
                <a:lnTo>
                  <a:pt x="147637" y="49055"/>
                </a:lnTo>
                <a:lnTo>
                  <a:pt x="147016" y="48695"/>
                </a:lnTo>
                <a:lnTo>
                  <a:pt x="146383" y="48347"/>
                </a:lnTo>
                <a:lnTo>
                  <a:pt x="145740" y="48012"/>
                </a:lnTo>
                <a:lnTo>
                  <a:pt x="145088" y="47691"/>
                </a:lnTo>
                <a:lnTo>
                  <a:pt x="144427" y="47384"/>
                </a:lnTo>
                <a:lnTo>
                  <a:pt x="143756" y="47092"/>
                </a:lnTo>
                <a:lnTo>
                  <a:pt x="143077" y="46814"/>
                </a:lnTo>
                <a:lnTo>
                  <a:pt x="142389" y="46550"/>
                </a:lnTo>
                <a:lnTo>
                  <a:pt x="141692" y="46300"/>
                </a:lnTo>
                <a:lnTo>
                  <a:pt x="140985" y="46065"/>
                </a:lnTo>
                <a:lnTo>
                  <a:pt x="140270" y="45844"/>
                </a:lnTo>
                <a:lnTo>
                  <a:pt x="139545" y="45637"/>
                </a:lnTo>
                <a:lnTo>
                  <a:pt x="138812" y="45444"/>
                </a:lnTo>
                <a:lnTo>
                  <a:pt x="138069" y="45266"/>
                </a:lnTo>
                <a:lnTo>
                  <a:pt x="137317" y="45102"/>
                </a:lnTo>
                <a:lnTo>
                  <a:pt x="136557" y="44952"/>
                </a:lnTo>
                <a:lnTo>
                  <a:pt x="135787" y="44817"/>
                </a:lnTo>
                <a:lnTo>
                  <a:pt x="135008" y="44695"/>
                </a:lnTo>
                <a:lnTo>
                  <a:pt x="134220" y="44588"/>
                </a:lnTo>
                <a:lnTo>
                  <a:pt x="133423" y="44496"/>
                </a:lnTo>
                <a:lnTo>
                  <a:pt x="132617" y="44417"/>
                </a:lnTo>
                <a:lnTo>
                  <a:pt x="131802" y="44353"/>
                </a:lnTo>
                <a:lnTo>
                  <a:pt x="130978" y="44303"/>
                </a:lnTo>
                <a:lnTo>
                  <a:pt x="130145" y="44267"/>
                </a:lnTo>
                <a:lnTo>
                  <a:pt x="129302" y="44246"/>
                </a:lnTo>
                <a:lnTo>
                  <a:pt x="128451" y="44239"/>
                </a:lnTo>
                <a:lnTo>
                  <a:pt x="127600" y="44246"/>
                </a:lnTo>
                <a:lnTo>
                  <a:pt x="126757" y="44268"/>
                </a:lnTo>
                <a:lnTo>
                  <a:pt x="125924" y="44304"/>
                </a:lnTo>
                <a:lnTo>
                  <a:pt x="125100" y="44355"/>
                </a:lnTo>
                <a:lnTo>
                  <a:pt x="124285" y="44421"/>
                </a:lnTo>
                <a:lnTo>
                  <a:pt x="123479" y="44501"/>
                </a:lnTo>
                <a:lnTo>
                  <a:pt x="122682" y="44595"/>
                </a:lnTo>
                <a:lnTo>
                  <a:pt x="121894" y="44704"/>
                </a:lnTo>
                <a:lnTo>
                  <a:pt x="121115" y="44828"/>
                </a:lnTo>
                <a:lnTo>
                  <a:pt x="120345" y="44966"/>
                </a:lnTo>
                <a:lnTo>
                  <a:pt x="119584" y="45119"/>
                </a:lnTo>
                <a:lnTo>
                  <a:pt x="118832" y="45286"/>
                </a:lnTo>
                <a:lnTo>
                  <a:pt x="118090" y="45468"/>
                </a:lnTo>
                <a:lnTo>
                  <a:pt x="117356" y="45664"/>
                </a:lnTo>
                <a:lnTo>
                  <a:pt x="116631" y="45875"/>
                </a:lnTo>
                <a:lnTo>
                  <a:pt x="115916" y="46100"/>
                </a:lnTo>
                <a:lnTo>
                  <a:pt x="115209" y="46340"/>
                </a:lnTo>
                <a:lnTo>
                  <a:pt x="114512" y="46594"/>
                </a:lnTo>
                <a:lnTo>
                  <a:pt x="113823" y="46863"/>
                </a:lnTo>
                <a:lnTo>
                  <a:pt x="113144" y="47147"/>
                </a:lnTo>
                <a:lnTo>
                  <a:pt x="112474" y="47445"/>
                </a:lnTo>
                <a:lnTo>
                  <a:pt x="111812" y="47758"/>
                </a:lnTo>
                <a:lnTo>
                  <a:pt x="111160" y="48085"/>
                </a:lnTo>
                <a:lnTo>
                  <a:pt x="110517" y="48426"/>
                </a:lnTo>
                <a:lnTo>
                  <a:pt x="109884" y="48781"/>
                </a:lnTo>
                <a:lnTo>
                  <a:pt x="109263" y="49149"/>
                </a:lnTo>
                <a:lnTo>
                  <a:pt x="108654" y="49528"/>
                </a:lnTo>
                <a:lnTo>
                  <a:pt x="108057" y="49920"/>
                </a:lnTo>
                <a:lnTo>
                  <a:pt x="107472" y="50325"/>
                </a:lnTo>
                <a:lnTo>
                  <a:pt x="106898" y="50741"/>
                </a:lnTo>
                <a:lnTo>
                  <a:pt x="106336" y="51171"/>
                </a:lnTo>
                <a:lnTo>
                  <a:pt x="105786" y="51612"/>
                </a:lnTo>
                <a:lnTo>
                  <a:pt x="105248" y="52066"/>
                </a:lnTo>
                <a:lnTo>
                  <a:pt x="104721" y="52532"/>
                </a:lnTo>
                <a:lnTo>
                  <a:pt x="104207" y="53010"/>
                </a:lnTo>
                <a:lnTo>
                  <a:pt x="103704" y="53501"/>
                </a:lnTo>
                <a:lnTo>
                  <a:pt x="103213" y="54004"/>
                </a:lnTo>
                <a:lnTo>
                  <a:pt x="102733" y="54520"/>
                </a:lnTo>
                <a:lnTo>
                  <a:pt x="102266" y="55048"/>
                </a:lnTo>
                <a:lnTo>
                  <a:pt x="101810" y="55588"/>
                </a:lnTo>
                <a:lnTo>
                  <a:pt x="101366" y="56141"/>
                </a:lnTo>
                <a:lnTo>
                  <a:pt x="100934" y="56706"/>
                </a:lnTo>
                <a:lnTo>
                  <a:pt x="100513" y="57283"/>
                </a:lnTo>
                <a:lnTo>
                  <a:pt x="100105" y="57873"/>
                </a:lnTo>
                <a:lnTo>
                  <a:pt x="99708" y="58475"/>
                </a:lnTo>
                <a:lnTo>
                  <a:pt x="99323" y="59089"/>
                </a:lnTo>
                <a:lnTo>
                  <a:pt x="98949" y="59716"/>
                </a:lnTo>
                <a:lnTo>
                  <a:pt x="98588" y="60355"/>
                </a:lnTo>
                <a:lnTo>
                  <a:pt x="98240" y="61006"/>
                </a:lnTo>
                <a:lnTo>
                  <a:pt x="97907" y="61667"/>
                </a:lnTo>
                <a:lnTo>
                  <a:pt x="97588" y="62340"/>
                </a:lnTo>
                <a:lnTo>
                  <a:pt x="97285" y="63023"/>
                </a:lnTo>
                <a:lnTo>
                  <a:pt x="96996" y="63718"/>
                </a:lnTo>
                <a:lnTo>
                  <a:pt x="96722" y="64423"/>
                </a:lnTo>
                <a:lnTo>
                  <a:pt x="96463" y="65140"/>
                </a:lnTo>
                <a:lnTo>
                  <a:pt x="96219" y="65867"/>
                </a:lnTo>
                <a:lnTo>
                  <a:pt x="95989" y="66606"/>
                </a:lnTo>
                <a:lnTo>
                  <a:pt x="95774" y="67355"/>
                </a:lnTo>
                <a:lnTo>
                  <a:pt x="95574" y="68115"/>
                </a:lnTo>
                <a:lnTo>
                  <a:pt x="95389" y="68887"/>
                </a:lnTo>
                <a:lnTo>
                  <a:pt x="95219" y="69669"/>
                </a:lnTo>
                <a:lnTo>
                  <a:pt x="95064" y="70462"/>
                </a:lnTo>
                <a:lnTo>
                  <a:pt x="94923" y="71266"/>
                </a:lnTo>
                <a:lnTo>
                  <a:pt x="94797" y="72082"/>
                </a:lnTo>
                <a:lnTo>
                  <a:pt x="94686" y="72908"/>
                </a:lnTo>
                <a:lnTo>
                  <a:pt x="94590" y="73745"/>
                </a:lnTo>
                <a:lnTo>
                  <a:pt x="94508" y="74593"/>
                </a:lnTo>
                <a:lnTo>
                  <a:pt x="94442" y="75452"/>
                </a:lnTo>
                <a:lnTo>
                  <a:pt x="94390" y="76322"/>
                </a:lnTo>
                <a:lnTo>
                  <a:pt x="94353" y="77203"/>
                </a:lnTo>
                <a:lnTo>
                  <a:pt x="94331" y="78095"/>
                </a:lnTo>
                <a:lnTo>
                  <a:pt x="94323" y="78998"/>
                </a:lnTo>
                <a:lnTo>
                  <a:pt x="94323" y="99536"/>
                </a:lnTo>
                <a:lnTo>
                  <a:pt x="94331" y="100427"/>
                </a:lnTo>
                <a:lnTo>
                  <a:pt x="94353" y="101307"/>
                </a:lnTo>
                <a:lnTo>
                  <a:pt x="94390" y="102177"/>
                </a:lnTo>
                <a:lnTo>
                  <a:pt x="94442" y="103037"/>
                </a:lnTo>
                <a:lnTo>
                  <a:pt x="94508" y="103886"/>
                </a:lnTo>
                <a:lnTo>
                  <a:pt x="94590" y="104726"/>
                </a:lnTo>
                <a:lnTo>
                  <a:pt x="94686" y="105555"/>
                </a:lnTo>
                <a:lnTo>
                  <a:pt x="94797" y="106375"/>
                </a:lnTo>
                <a:lnTo>
                  <a:pt x="94923" y="107184"/>
                </a:lnTo>
                <a:lnTo>
                  <a:pt x="95064" y="107983"/>
                </a:lnTo>
                <a:lnTo>
                  <a:pt x="95219" y="108772"/>
                </a:lnTo>
                <a:lnTo>
                  <a:pt x="95389" y="109550"/>
                </a:lnTo>
                <a:lnTo>
                  <a:pt x="95574" y="110319"/>
                </a:lnTo>
                <a:lnTo>
                  <a:pt x="95774" y="111077"/>
                </a:lnTo>
                <a:lnTo>
                  <a:pt x="95989" y="111825"/>
                </a:lnTo>
                <a:lnTo>
                  <a:pt x="96219" y="112563"/>
                </a:lnTo>
                <a:lnTo>
                  <a:pt x="96463" y="113291"/>
                </a:lnTo>
                <a:lnTo>
                  <a:pt x="96722" y="114009"/>
                </a:lnTo>
                <a:lnTo>
                  <a:pt x="96996" y="114716"/>
                </a:lnTo>
                <a:lnTo>
                  <a:pt x="97285" y="115414"/>
                </a:lnTo>
                <a:lnTo>
                  <a:pt x="97588" y="116101"/>
                </a:lnTo>
                <a:lnTo>
                  <a:pt x="97907" y="116778"/>
                </a:lnTo>
                <a:lnTo>
                  <a:pt x="98240" y="117445"/>
                </a:lnTo>
                <a:lnTo>
                  <a:pt x="98588" y="118102"/>
                </a:lnTo>
                <a:lnTo>
                  <a:pt x="98949" y="118747"/>
                </a:lnTo>
                <a:lnTo>
                  <a:pt x="99323" y="119380"/>
                </a:lnTo>
                <a:lnTo>
                  <a:pt x="99708" y="120000"/>
                </a:lnTo>
                <a:lnTo>
                  <a:pt x="100105" y="120608"/>
                </a:lnTo>
                <a:lnTo>
                  <a:pt x="100513" y="121203"/>
                </a:lnTo>
                <a:lnTo>
                  <a:pt x="100934" y="121785"/>
                </a:lnTo>
                <a:lnTo>
                  <a:pt x="101366" y="122355"/>
                </a:lnTo>
                <a:lnTo>
                  <a:pt x="101810" y="122912"/>
                </a:lnTo>
                <a:lnTo>
                  <a:pt x="102266" y="123457"/>
                </a:lnTo>
                <a:lnTo>
                  <a:pt x="102733" y="123989"/>
                </a:lnTo>
                <a:lnTo>
                  <a:pt x="103213" y="124508"/>
                </a:lnTo>
                <a:lnTo>
                  <a:pt x="103704" y="125015"/>
                </a:lnTo>
                <a:lnTo>
                  <a:pt x="104207" y="125509"/>
                </a:lnTo>
                <a:lnTo>
                  <a:pt x="104721" y="125990"/>
                </a:lnTo>
                <a:lnTo>
                  <a:pt x="105248" y="126459"/>
                </a:lnTo>
                <a:lnTo>
                  <a:pt x="105786" y="126915"/>
                </a:lnTo>
                <a:lnTo>
                  <a:pt x="106336" y="127359"/>
                </a:lnTo>
                <a:lnTo>
                  <a:pt x="106898" y="127790"/>
                </a:lnTo>
                <a:lnTo>
                  <a:pt x="107472" y="128208"/>
                </a:lnTo>
                <a:lnTo>
                  <a:pt x="108057" y="128614"/>
                </a:lnTo>
                <a:lnTo>
                  <a:pt x="108654" y="129007"/>
                </a:lnTo>
                <a:lnTo>
                  <a:pt x="109263" y="129387"/>
                </a:lnTo>
                <a:lnTo>
                  <a:pt x="109884" y="129755"/>
                </a:lnTo>
                <a:lnTo>
                  <a:pt x="110517" y="130110"/>
                </a:lnTo>
                <a:lnTo>
                  <a:pt x="111160" y="130452"/>
                </a:lnTo>
                <a:lnTo>
                  <a:pt x="111812" y="130779"/>
                </a:lnTo>
                <a:lnTo>
                  <a:pt x="112474" y="131091"/>
                </a:lnTo>
                <a:lnTo>
                  <a:pt x="113144" y="131389"/>
                </a:lnTo>
                <a:lnTo>
                  <a:pt x="113823" y="131673"/>
                </a:lnTo>
                <a:lnTo>
                  <a:pt x="114512" y="131941"/>
                </a:lnTo>
                <a:lnTo>
                  <a:pt x="115209" y="132196"/>
                </a:lnTo>
                <a:lnTo>
                  <a:pt x="115916" y="132436"/>
                </a:lnTo>
                <a:lnTo>
                  <a:pt x="116631" y="132661"/>
                </a:lnTo>
                <a:lnTo>
                  <a:pt x="117356" y="132871"/>
                </a:lnTo>
                <a:lnTo>
                  <a:pt x="118090" y="133068"/>
                </a:lnTo>
                <a:lnTo>
                  <a:pt x="118832" y="133249"/>
                </a:lnTo>
                <a:lnTo>
                  <a:pt x="119584" y="133416"/>
                </a:lnTo>
                <a:lnTo>
                  <a:pt x="120345" y="133569"/>
                </a:lnTo>
                <a:lnTo>
                  <a:pt x="121115" y="133707"/>
                </a:lnTo>
                <a:lnTo>
                  <a:pt x="121894" y="133831"/>
                </a:lnTo>
                <a:lnTo>
                  <a:pt x="122682" y="133940"/>
                </a:lnTo>
                <a:lnTo>
                  <a:pt x="123479" y="134034"/>
                </a:lnTo>
                <a:lnTo>
                  <a:pt x="124285" y="134114"/>
                </a:lnTo>
                <a:lnTo>
                  <a:pt x="125100" y="134179"/>
                </a:lnTo>
                <a:lnTo>
                  <a:pt x="125924" y="134230"/>
                </a:lnTo>
                <a:lnTo>
                  <a:pt x="126757" y="134267"/>
                </a:lnTo>
                <a:lnTo>
                  <a:pt x="127600" y="134288"/>
                </a:lnTo>
                <a:lnTo>
                  <a:pt x="128451" y="134296"/>
                </a:lnTo>
                <a:lnTo>
                  <a:pt x="129588" y="134285"/>
                </a:lnTo>
                <a:lnTo>
                  <a:pt x="130710" y="134251"/>
                </a:lnTo>
                <a:lnTo>
                  <a:pt x="131815" y="134196"/>
                </a:lnTo>
                <a:lnTo>
                  <a:pt x="132905" y="134118"/>
                </a:lnTo>
                <a:lnTo>
                  <a:pt x="133979" y="134018"/>
                </a:lnTo>
                <a:close/>
                <a:moveTo>
                  <a:pt x="108309" y="74923"/>
                </a:moveTo>
                <a:lnTo>
                  <a:pt x="108373" y="74124"/>
                </a:lnTo>
                <a:lnTo>
                  <a:pt x="108456" y="73341"/>
                </a:lnTo>
                <a:lnTo>
                  <a:pt x="108557" y="72574"/>
                </a:lnTo>
                <a:lnTo>
                  <a:pt x="108677" y="71824"/>
                </a:lnTo>
                <a:lnTo>
                  <a:pt x="108814" y="71089"/>
                </a:lnTo>
                <a:lnTo>
                  <a:pt x="108971" y="70371"/>
                </a:lnTo>
                <a:lnTo>
                  <a:pt x="109145" y="69669"/>
                </a:lnTo>
                <a:lnTo>
                  <a:pt x="109338" y="68984"/>
                </a:lnTo>
                <a:lnTo>
                  <a:pt x="109549" y="68314"/>
                </a:lnTo>
                <a:lnTo>
                  <a:pt x="109779" y="67661"/>
                </a:lnTo>
                <a:lnTo>
                  <a:pt x="110027" y="67023"/>
                </a:lnTo>
                <a:lnTo>
                  <a:pt x="110294" y="66402"/>
                </a:lnTo>
                <a:lnTo>
                  <a:pt x="110578" y="65798"/>
                </a:lnTo>
                <a:lnTo>
                  <a:pt x="110882" y="65209"/>
                </a:lnTo>
                <a:lnTo>
                  <a:pt x="111203" y="64636"/>
                </a:lnTo>
                <a:lnTo>
                  <a:pt x="111543" y="64080"/>
                </a:lnTo>
                <a:lnTo>
                  <a:pt x="111901" y="63540"/>
                </a:lnTo>
                <a:lnTo>
                  <a:pt x="112278" y="63016"/>
                </a:lnTo>
                <a:lnTo>
                  <a:pt x="112673" y="62508"/>
                </a:lnTo>
                <a:lnTo>
                  <a:pt x="113086" y="62017"/>
                </a:lnTo>
                <a:lnTo>
                  <a:pt x="113518" y="61541"/>
                </a:lnTo>
                <a:lnTo>
                  <a:pt x="113967" y="61084"/>
                </a:lnTo>
                <a:lnTo>
                  <a:pt x="114431" y="60645"/>
                </a:lnTo>
                <a:lnTo>
                  <a:pt x="114910" y="60227"/>
                </a:lnTo>
                <a:lnTo>
                  <a:pt x="115404" y="59827"/>
                </a:lnTo>
                <a:lnTo>
                  <a:pt x="115913" y="59447"/>
                </a:lnTo>
                <a:lnTo>
                  <a:pt x="116437" y="59087"/>
                </a:lnTo>
                <a:lnTo>
                  <a:pt x="116976" y="58746"/>
                </a:lnTo>
                <a:lnTo>
                  <a:pt x="117530" y="58425"/>
                </a:lnTo>
                <a:lnTo>
                  <a:pt x="118100" y="58123"/>
                </a:lnTo>
                <a:lnTo>
                  <a:pt x="118684" y="57840"/>
                </a:lnTo>
                <a:lnTo>
                  <a:pt x="119284" y="57577"/>
                </a:lnTo>
                <a:lnTo>
                  <a:pt x="119899" y="57334"/>
                </a:lnTo>
                <a:lnTo>
                  <a:pt x="120528" y="57110"/>
                </a:lnTo>
                <a:lnTo>
                  <a:pt x="121173" y="56905"/>
                </a:lnTo>
                <a:lnTo>
                  <a:pt x="121833" y="56720"/>
                </a:lnTo>
                <a:lnTo>
                  <a:pt x="122508" y="56555"/>
                </a:lnTo>
                <a:lnTo>
                  <a:pt x="123198" y="56409"/>
                </a:lnTo>
                <a:lnTo>
                  <a:pt x="123903" y="56282"/>
                </a:lnTo>
                <a:lnTo>
                  <a:pt x="124623" y="56175"/>
                </a:lnTo>
                <a:lnTo>
                  <a:pt x="125359" y="56087"/>
                </a:lnTo>
                <a:lnTo>
                  <a:pt x="126109" y="56019"/>
                </a:lnTo>
                <a:lnTo>
                  <a:pt x="126875" y="55970"/>
                </a:lnTo>
                <a:lnTo>
                  <a:pt x="127655" y="55941"/>
                </a:lnTo>
                <a:lnTo>
                  <a:pt x="128451" y="55931"/>
                </a:lnTo>
                <a:lnTo>
                  <a:pt x="129246" y="55941"/>
                </a:lnTo>
                <a:lnTo>
                  <a:pt x="130027" y="55970"/>
                </a:lnTo>
                <a:lnTo>
                  <a:pt x="130792" y="56019"/>
                </a:lnTo>
                <a:lnTo>
                  <a:pt x="131542" y="56087"/>
                </a:lnTo>
                <a:lnTo>
                  <a:pt x="132277" y="56175"/>
                </a:lnTo>
                <a:lnTo>
                  <a:pt x="132998" y="56282"/>
                </a:lnTo>
                <a:lnTo>
                  <a:pt x="133702" y="56409"/>
                </a:lnTo>
                <a:lnTo>
                  <a:pt x="134392" y="56555"/>
                </a:lnTo>
                <a:lnTo>
                  <a:pt x="135067" y="56720"/>
                </a:lnTo>
                <a:lnTo>
                  <a:pt x="135727" y="56905"/>
                </a:lnTo>
                <a:lnTo>
                  <a:pt x="136371" y="57110"/>
                </a:lnTo>
                <a:lnTo>
                  <a:pt x="137001" y="57334"/>
                </a:lnTo>
                <a:lnTo>
                  <a:pt x="137615" y="57577"/>
                </a:lnTo>
                <a:lnTo>
                  <a:pt x="138215" y="57840"/>
                </a:lnTo>
                <a:lnTo>
                  <a:pt x="138799" y="58123"/>
                </a:lnTo>
                <a:lnTo>
                  <a:pt x="139368" y="58425"/>
                </a:lnTo>
                <a:lnTo>
                  <a:pt x="139922" y="58746"/>
                </a:lnTo>
                <a:lnTo>
                  <a:pt x="140461" y="59087"/>
                </a:lnTo>
                <a:lnTo>
                  <a:pt x="140985" y="59447"/>
                </a:lnTo>
                <a:lnTo>
                  <a:pt x="141494" y="59827"/>
                </a:lnTo>
                <a:lnTo>
                  <a:pt x="141988" y="60227"/>
                </a:lnTo>
                <a:lnTo>
                  <a:pt x="142467" y="60645"/>
                </a:lnTo>
                <a:lnTo>
                  <a:pt x="142930" y="61084"/>
                </a:lnTo>
                <a:lnTo>
                  <a:pt x="143379" y="61541"/>
                </a:lnTo>
                <a:lnTo>
                  <a:pt x="143811" y="62017"/>
                </a:lnTo>
                <a:lnTo>
                  <a:pt x="144224" y="62508"/>
                </a:lnTo>
                <a:lnTo>
                  <a:pt x="144620" y="63016"/>
                </a:lnTo>
                <a:lnTo>
                  <a:pt x="144997" y="63540"/>
                </a:lnTo>
                <a:lnTo>
                  <a:pt x="145355" y="64080"/>
                </a:lnTo>
                <a:lnTo>
                  <a:pt x="145695" y="64636"/>
                </a:lnTo>
                <a:lnTo>
                  <a:pt x="146017" y="65209"/>
                </a:lnTo>
                <a:lnTo>
                  <a:pt x="146320" y="65798"/>
                </a:lnTo>
                <a:lnTo>
                  <a:pt x="146605" y="66402"/>
                </a:lnTo>
                <a:lnTo>
                  <a:pt x="146872" y="67023"/>
                </a:lnTo>
                <a:lnTo>
                  <a:pt x="147120" y="67661"/>
                </a:lnTo>
                <a:lnTo>
                  <a:pt x="147350" y="68314"/>
                </a:lnTo>
                <a:lnTo>
                  <a:pt x="147561" y="68984"/>
                </a:lnTo>
                <a:lnTo>
                  <a:pt x="147754" y="69669"/>
                </a:lnTo>
                <a:lnTo>
                  <a:pt x="147929" y="70371"/>
                </a:lnTo>
                <a:lnTo>
                  <a:pt x="148085" y="71089"/>
                </a:lnTo>
                <a:lnTo>
                  <a:pt x="148223" y="71824"/>
                </a:lnTo>
                <a:lnTo>
                  <a:pt x="148342" y="72574"/>
                </a:lnTo>
                <a:lnTo>
                  <a:pt x="148443" y="73341"/>
                </a:lnTo>
                <a:lnTo>
                  <a:pt x="148526" y="74124"/>
                </a:lnTo>
                <a:lnTo>
                  <a:pt x="148590" y="74923"/>
                </a:lnTo>
                <a:lnTo>
                  <a:pt x="148636" y="75738"/>
                </a:lnTo>
                <a:lnTo>
                  <a:pt x="148664" y="76569"/>
                </a:lnTo>
                <a:lnTo>
                  <a:pt x="148673" y="77417"/>
                </a:lnTo>
                <a:lnTo>
                  <a:pt x="148673" y="81841"/>
                </a:lnTo>
                <a:lnTo>
                  <a:pt x="108226" y="81841"/>
                </a:lnTo>
                <a:lnTo>
                  <a:pt x="108226" y="77417"/>
                </a:lnTo>
                <a:lnTo>
                  <a:pt x="108236" y="76569"/>
                </a:lnTo>
                <a:lnTo>
                  <a:pt x="108263" y="75738"/>
                </a:lnTo>
                <a:lnTo>
                  <a:pt x="108309" y="74923"/>
                </a:lnTo>
                <a:close/>
                <a:moveTo>
                  <a:pt x="507533" y="133896"/>
                </a:moveTo>
                <a:lnTo>
                  <a:pt x="508575" y="133751"/>
                </a:lnTo>
                <a:lnTo>
                  <a:pt x="509601" y="133585"/>
                </a:lnTo>
                <a:lnTo>
                  <a:pt x="510611" y="133396"/>
                </a:lnTo>
                <a:lnTo>
                  <a:pt x="511606" y="133185"/>
                </a:lnTo>
                <a:lnTo>
                  <a:pt x="512584" y="132952"/>
                </a:lnTo>
                <a:lnTo>
                  <a:pt x="513546" y="132696"/>
                </a:lnTo>
                <a:lnTo>
                  <a:pt x="514493" y="132418"/>
                </a:lnTo>
                <a:lnTo>
                  <a:pt x="515424" y="132118"/>
                </a:lnTo>
                <a:lnTo>
                  <a:pt x="516338" y="131796"/>
                </a:lnTo>
                <a:lnTo>
                  <a:pt x="517237" y="131452"/>
                </a:lnTo>
                <a:lnTo>
                  <a:pt x="518120" y="131085"/>
                </a:lnTo>
                <a:lnTo>
                  <a:pt x="518987" y="130697"/>
                </a:lnTo>
                <a:lnTo>
                  <a:pt x="519838" y="130286"/>
                </a:lnTo>
                <a:lnTo>
                  <a:pt x="520673" y="129852"/>
                </a:lnTo>
                <a:lnTo>
                  <a:pt x="521493" y="129397"/>
                </a:lnTo>
                <a:lnTo>
                  <a:pt x="522296" y="128919"/>
                </a:lnTo>
                <a:lnTo>
                  <a:pt x="523084" y="128419"/>
                </a:lnTo>
                <a:lnTo>
                  <a:pt x="523855" y="127897"/>
                </a:lnTo>
                <a:lnTo>
                  <a:pt x="524606" y="127356"/>
                </a:lnTo>
                <a:lnTo>
                  <a:pt x="525329" y="126800"/>
                </a:lnTo>
                <a:lnTo>
                  <a:pt x="526026" y="126227"/>
                </a:lnTo>
                <a:lnTo>
                  <a:pt x="526695" y="125639"/>
                </a:lnTo>
                <a:lnTo>
                  <a:pt x="527338" y="125036"/>
                </a:lnTo>
                <a:lnTo>
                  <a:pt x="527954" y="124417"/>
                </a:lnTo>
                <a:lnTo>
                  <a:pt x="528543" y="123782"/>
                </a:lnTo>
                <a:lnTo>
                  <a:pt x="529105" y="123131"/>
                </a:lnTo>
                <a:lnTo>
                  <a:pt x="529640" y="122465"/>
                </a:lnTo>
                <a:lnTo>
                  <a:pt x="530149" y="121783"/>
                </a:lnTo>
                <a:lnTo>
                  <a:pt x="530630" y="121086"/>
                </a:lnTo>
                <a:lnTo>
                  <a:pt x="531085" y="120373"/>
                </a:lnTo>
                <a:lnTo>
                  <a:pt x="531512" y="119644"/>
                </a:lnTo>
                <a:lnTo>
                  <a:pt x="531913" y="118900"/>
                </a:lnTo>
                <a:lnTo>
                  <a:pt x="532287" y="118140"/>
                </a:lnTo>
                <a:lnTo>
                  <a:pt x="532634" y="117365"/>
                </a:lnTo>
                <a:lnTo>
                  <a:pt x="532954" y="116573"/>
                </a:lnTo>
                <a:lnTo>
                  <a:pt x="533247" y="115767"/>
                </a:lnTo>
                <a:lnTo>
                  <a:pt x="533513" y="114944"/>
                </a:lnTo>
                <a:lnTo>
                  <a:pt x="533753" y="114106"/>
                </a:lnTo>
                <a:lnTo>
                  <a:pt x="533965" y="113252"/>
                </a:lnTo>
                <a:lnTo>
                  <a:pt x="534151" y="112383"/>
                </a:lnTo>
                <a:lnTo>
                  <a:pt x="534309" y="111498"/>
                </a:lnTo>
                <a:lnTo>
                  <a:pt x="534441" y="110597"/>
                </a:lnTo>
                <a:lnTo>
                  <a:pt x="520222" y="110597"/>
                </a:lnTo>
                <a:lnTo>
                  <a:pt x="520123" y="111028"/>
                </a:lnTo>
                <a:lnTo>
                  <a:pt x="520010" y="111451"/>
                </a:lnTo>
                <a:lnTo>
                  <a:pt x="519882" y="111867"/>
                </a:lnTo>
                <a:lnTo>
                  <a:pt x="519741" y="112276"/>
                </a:lnTo>
                <a:lnTo>
                  <a:pt x="519586" y="112677"/>
                </a:lnTo>
                <a:lnTo>
                  <a:pt x="519417" y="113071"/>
                </a:lnTo>
                <a:lnTo>
                  <a:pt x="519234" y="113457"/>
                </a:lnTo>
                <a:lnTo>
                  <a:pt x="519037" y="113836"/>
                </a:lnTo>
                <a:lnTo>
                  <a:pt x="518826" y="114208"/>
                </a:lnTo>
                <a:lnTo>
                  <a:pt x="518601" y="114572"/>
                </a:lnTo>
                <a:lnTo>
                  <a:pt x="518361" y="114929"/>
                </a:lnTo>
                <a:lnTo>
                  <a:pt x="518108" y="115278"/>
                </a:lnTo>
                <a:lnTo>
                  <a:pt x="517841" y="115620"/>
                </a:lnTo>
                <a:lnTo>
                  <a:pt x="517560" y="115955"/>
                </a:lnTo>
                <a:lnTo>
                  <a:pt x="517265" y="116282"/>
                </a:lnTo>
                <a:lnTo>
                  <a:pt x="516956" y="116602"/>
                </a:lnTo>
                <a:lnTo>
                  <a:pt x="516633" y="116914"/>
                </a:lnTo>
                <a:lnTo>
                  <a:pt x="516296" y="117219"/>
                </a:lnTo>
                <a:lnTo>
                  <a:pt x="515945" y="117516"/>
                </a:lnTo>
                <a:lnTo>
                  <a:pt x="515580" y="117807"/>
                </a:lnTo>
                <a:lnTo>
                  <a:pt x="515201" y="118089"/>
                </a:lnTo>
                <a:lnTo>
                  <a:pt x="514808" y="118364"/>
                </a:lnTo>
                <a:lnTo>
                  <a:pt x="514401" y="118632"/>
                </a:lnTo>
                <a:lnTo>
                  <a:pt x="513980" y="118893"/>
                </a:lnTo>
                <a:lnTo>
                  <a:pt x="513548" y="119144"/>
                </a:lnTo>
                <a:lnTo>
                  <a:pt x="513106" y="119385"/>
                </a:lnTo>
                <a:lnTo>
                  <a:pt x="512654" y="119615"/>
                </a:lnTo>
                <a:lnTo>
                  <a:pt x="512193" y="119834"/>
                </a:lnTo>
                <a:lnTo>
                  <a:pt x="511722" y="120043"/>
                </a:lnTo>
                <a:lnTo>
                  <a:pt x="511241" y="120241"/>
                </a:lnTo>
                <a:lnTo>
                  <a:pt x="510751" y="120428"/>
                </a:lnTo>
                <a:lnTo>
                  <a:pt x="510251" y="120604"/>
                </a:lnTo>
                <a:lnTo>
                  <a:pt x="509742" y="120770"/>
                </a:lnTo>
                <a:lnTo>
                  <a:pt x="509223" y="120925"/>
                </a:lnTo>
                <a:lnTo>
                  <a:pt x="508694" y="121070"/>
                </a:lnTo>
                <a:lnTo>
                  <a:pt x="508156" y="121204"/>
                </a:lnTo>
                <a:lnTo>
                  <a:pt x="507608" y="121327"/>
                </a:lnTo>
                <a:lnTo>
                  <a:pt x="507051" y="121439"/>
                </a:lnTo>
                <a:lnTo>
                  <a:pt x="506483" y="121541"/>
                </a:lnTo>
                <a:lnTo>
                  <a:pt x="505907" y="121632"/>
                </a:lnTo>
                <a:lnTo>
                  <a:pt x="505320" y="121712"/>
                </a:lnTo>
                <a:lnTo>
                  <a:pt x="504725" y="121781"/>
                </a:lnTo>
                <a:lnTo>
                  <a:pt x="504119" y="121840"/>
                </a:lnTo>
                <a:lnTo>
                  <a:pt x="503504" y="121888"/>
                </a:lnTo>
                <a:lnTo>
                  <a:pt x="502879" y="121926"/>
                </a:lnTo>
                <a:lnTo>
                  <a:pt x="502245" y="121952"/>
                </a:lnTo>
                <a:lnTo>
                  <a:pt x="501601" y="121968"/>
                </a:lnTo>
                <a:lnTo>
                  <a:pt x="500947" y="121974"/>
                </a:lnTo>
                <a:lnTo>
                  <a:pt x="500190" y="121964"/>
                </a:lnTo>
                <a:lnTo>
                  <a:pt x="499445" y="121935"/>
                </a:lnTo>
                <a:lnTo>
                  <a:pt x="498713" y="121886"/>
                </a:lnTo>
                <a:lnTo>
                  <a:pt x="497994" y="121818"/>
                </a:lnTo>
                <a:lnTo>
                  <a:pt x="497287" y="121730"/>
                </a:lnTo>
                <a:lnTo>
                  <a:pt x="496593" y="121623"/>
                </a:lnTo>
                <a:lnTo>
                  <a:pt x="495911" y="121497"/>
                </a:lnTo>
                <a:lnTo>
                  <a:pt x="495242" y="121351"/>
                </a:lnTo>
                <a:lnTo>
                  <a:pt x="494586" y="121185"/>
                </a:lnTo>
                <a:lnTo>
                  <a:pt x="493942" y="121000"/>
                </a:lnTo>
                <a:lnTo>
                  <a:pt x="493311" y="120795"/>
                </a:lnTo>
                <a:lnTo>
                  <a:pt x="492692" y="120571"/>
                </a:lnTo>
                <a:lnTo>
                  <a:pt x="492086" y="120328"/>
                </a:lnTo>
                <a:lnTo>
                  <a:pt x="491493" y="120065"/>
                </a:lnTo>
                <a:lnTo>
                  <a:pt x="490912" y="119782"/>
                </a:lnTo>
                <a:lnTo>
                  <a:pt x="490344" y="119480"/>
                </a:lnTo>
                <a:lnTo>
                  <a:pt x="489789" y="119159"/>
                </a:lnTo>
                <a:lnTo>
                  <a:pt x="489246" y="118818"/>
                </a:lnTo>
                <a:lnTo>
                  <a:pt x="488715" y="118458"/>
                </a:lnTo>
                <a:lnTo>
                  <a:pt x="488198" y="118078"/>
                </a:lnTo>
                <a:lnTo>
                  <a:pt x="487693" y="117679"/>
                </a:lnTo>
                <a:lnTo>
                  <a:pt x="487200" y="117260"/>
                </a:lnTo>
                <a:lnTo>
                  <a:pt x="486721" y="116822"/>
                </a:lnTo>
                <a:lnTo>
                  <a:pt x="486253" y="116364"/>
                </a:lnTo>
                <a:lnTo>
                  <a:pt x="485802" y="115889"/>
                </a:lnTo>
                <a:lnTo>
                  <a:pt x="485370" y="115401"/>
                </a:lnTo>
                <a:lnTo>
                  <a:pt x="484957" y="114898"/>
                </a:lnTo>
                <a:lnTo>
                  <a:pt x="484563" y="114382"/>
                </a:lnTo>
                <a:lnTo>
                  <a:pt x="484189" y="113852"/>
                </a:lnTo>
                <a:lnTo>
                  <a:pt x="483834" y="113307"/>
                </a:lnTo>
                <a:lnTo>
                  <a:pt x="483498" y="112749"/>
                </a:lnTo>
                <a:lnTo>
                  <a:pt x="483181" y="112176"/>
                </a:lnTo>
                <a:lnTo>
                  <a:pt x="482883" y="111590"/>
                </a:lnTo>
                <a:lnTo>
                  <a:pt x="482605" y="110990"/>
                </a:lnTo>
                <a:lnTo>
                  <a:pt x="482346" y="110376"/>
                </a:lnTo>
                <a:lnTo>
                  <a:pt x="482106" y="109747"/>
                </a:lnTo>
                <a:lnTo>
                  <a:pt x="481885" y="109105"/>
                </a:lnTo>
                <a:lnTo>
                  <a:pt x="481683" y="108449"/>
                </a:lnTo>
                <a:lnTo>
                  <a:pt x="481501" y="107779"/>
                </a:lnTo>
                <a:lnTo>
                  <a:pt x="481337" y="107094"/>
                </a:lnTo>
                <a:lnTo>
                  <a:pt x="481193" y="106396"/>
                </a:lnTo>
                <a:lnTo>
                  <a:pt x="481069" y="105684"/>
                </a:lnTo>
                <a:lnTo>
                  <a:pt x="480963" y="104958"/>
                </a:lnTo>
                <a:lnTo>
                  <a:pt x="480877" y="104218"/>
                </a:lnTo>
                <a:lnTo>
                  <a:pt x="480809" y="103464"/>
                </a:lnTo>
                <a:lnTo>
                  <a:pt x="480761" y="102696"/>
                </a:lnTo>
                <a:lnTo>
                  <a:pt x="480733" y="101914"/>
                </a:lnTo>
                <a:lnTo>
                  <a:pt x="480723" y="101118"/>
                </a:lnTo>
                <a:lnTo>
                  <a:pt x="480723" y="92902"/>
                </a:lnTo>
                <a:lnTo>
                  <a:pt x="535075" y="92902"/>
                </a:lnTo>
                <a:lnTo>
                  <a:pt x="535075" y="77417"/>
                </a:lnTo>
                <a:lnTo>
                  <a:pt x="535068" y="76579"/>
                </a:lnTo>
                <a:lnTo>
                  <a:pt x="535046" y="75750"/>
                </a:lnTo>
                <a:lnTo>
                  <a:pt x="535009" y="74931"/>
                </a:lnTo>
                <a:lnTo>
                  <a:pt x="534957" y="74121"/>
                </a:lnTo>
                <a:lnTo>
                  <a:pt x="534890" y="73320"/>
                </a:lnTo>
                <a:lnTo>
                  <a:pt x="534809" y="72529"/>
                </a:lnTo>
                <a:lnTo>
                  <a:pt x="534712" y="71747"/>
                </a:lnTo>
                <a:lnTo>
                  <a:pt x="534601" y="70974"/>
                </a:lnTo>
                <a:lnTo>
                  <a:pt x="534475" y="70211"/>
                </a:lnTo>
                <a:lnTo>
                  <a:pt x="534334" y="69457"/>
                </a:lnTo>
                <a:lnTo>
                  <a:pt x="534179" y="68712"/>
                </a:lnTo>
                <a:lnTo>
                  <a:pt x="534008" y="67977"/>
                </a:lnTo>
                <a:lnTo>
                  <a:pt x="533823" y="67251"/>
                </a:lnTo>
                <a:lnTo>
                  <a:pt x="533623" y="66534"/>
                </a:lnTo>
                <a:lnTo>
                  <a:pt x="533408" y="65827"/>
                </a:lnTo>
                <a:lnTo>
                  <a:pt x="533179" y="65129"/>
                </a:lnTo>
                <a:lnTo>
                  <a:pt x="532934" y="64440"/>
                </a:lnTo>
                <a:lnTo>
                  <a:pt x="532675" y="63761"/>
                </a:lnTo>
                <a:lnTo>
                  <a:pt x="532401" y="63091"/>
                </a:lnTo>
                <a:lnTo>
                  <a:pt x="532112" y="62430"/>
                </a:lnTo>
                <a:lnTo>
                  <a:pt x="531808" y="61779"/>
                </a:lnTo>
                <a:lnTo>
                  <a:pt x="531490" y="61137"/>
                </a:lnTo>
                <a:lnTo>
                  <a:pt x="531156" y="60504"/>
                </a:lnTo>
                <a:lnTo>
                  <a:pt x="530808" y="59880"/>
                </a:lnTo>
                <a:lnTo>
                  <a:pt x="530447" y="59267"/>
                </a:lnTo>
                <a:lnTo>
                  <a:pt x="530074" y="58666"/>
                </a:lnTo>
                <a:lnTo>
                  <a:pt x="529689" y="58076"/>
                </a:lnTo>
                <a:lnTo>
                  <a:pt x="529292" y="57497"/>
                </a:lnTo>
                <a:lnTo>
                  <a:pt x="528883" y="56930"/>
                </a:lnTo>
                <a:lnTo>
                  <a:pt x="528463" y="56375"/>
                </a:lnTo>
                <a:lnTo>
                  <a:pt x="528031" y="55831"/>
                </a:lnTo>
                <a:lnTo>
                  <a:pt x="527587" y="55299"/>
                </a:lnTo>
                <a:lnTo>
                  <a:pt x="527131" y="54778"/>
                </a:lnTo>
                <a:lnTo>
                  <a:pt x="526664" y="54268"/>
                </a:lnTo>
                <a:lnTo>
                  <a:pt x="526185" y="53771"/>
                </a:lnTo>
                <a:lnTo>
                  <a:pt x="525693" y="53284"/>
                </a:lnTo>
                <a:lnTo>
                  <a:pt x="525190" y="52809"/>
                </a:lnTo>
                <a:lnTo>
                  <a:pt x="524676" y="52346"/>
                </a:lnTo>
                <a:lnTo>
                  <a:pt x="524149" y="51894"/>
                </a:lnTo>
                <a:lnTo>
                  <a:pt x="523611" y="51454"/>
                </a:lnTo>
                <a:lnTo>
                  <a:pt x="523061" y="51025"/>
                </a:lnTo>
                <a:lnTo>
                  <a:pt x="522499" y="50608"/>
                </a:lnTo>
                <a:lnTo>
                  <a:pt x="521925" y="50203"/>
                </a:lnTo>
                <a:lnTo>
                  <a:pt x="521339" y="49808"/>
                </a:lnTo>
                <a:lnTo>
                  <a:pt x="520742" y="49426"/>
                </a:lnTo>
                <a:lnTo>
                  <a:pt x="520133" y="49055"/>
                </a:lnTo>
                <a:lnTo>
                  <a:pt x="519512" y="48695"/>
                </a:lnTo>
                <a:lnTo>
                  <a:pt x="518879" y="48347"/>
                </a:lnTo>
                <a:lnTo>
                  <a:pt x="518236" y="48012"/>
                </a:lnTo>
                <a:lnTo>
                  <a:pt x="517584" y="47691"/>
                </a:lnTo>
                <a:lnTo>
                  <a:pt x="516923" y="47384"/>
                </a:lnTo>
                <a:lnTo>
                  <a:pt x="516253" y="47092"/>
                </a:lnTo>
                <a:lnTo>
                  <a:pt x="515574" y="46814"/>
                </a:lnTo>
                <a:lnTo>
                  <a:pt x="514885" y="46550"/>
                </a:lnTo>
                <a:lnTo>
                  <a:pt x="514188" y="46300"/>
                </a:lnTo>
                <a:lnTo>
                  <a:pt x="513482" y="46065"/>
                </a:lnTo>
                <a:lnTo>
                  <a:pt x="512766" y="45844"/>
                </a:lnTo>
                <a:lnTo>
                  <a:pt x="512042" y="45637"/>
                </a:lnTo>
                <a:lnTo>
                  <a:pt x="511308" y="45444"/>
                </a:lnTo>
                <a:lnTo>
                  <a:pt x="510565" y="45266"/>
                </a:lnTo>
                <a:lnTo>
                  <a:pt x="509814" y="45102"/>
                </a:lnTo>
                <a:lnTo>
                  <a:pt x="509053" y="44952"/>
                </a:lnTo>
                <a:lnTo>
                  <a:pt x="508283" y="44817"/>
                </a:lnTo>
                <a:lnTo>
                  <a:pt x="507504" y="44695"/>
                </a:lnTo>
                <a:lnTo>
                  <a:pt x="506716" y="44588"/>
                </a:lnTo>
                <a:lnTo>
                  <a:pt x="505919" y="44496"/>
                </a:lnTo>
                <a:lnTo>
                  <a:pt x="505113" y="44417"/>
                </a:lnTo>
                <a:lnTo>
                  <a:pt x="504298" y="44353"/>
                </a:lnTo>
                <a:lnTo>
                  <a:pt x="503474" y="44303"/>
                </a:lnTo>
                <a:lnTo>
                  <a:pt x="502641" y="44267"/>
                </a:lnTo>
                <a:lnTo>
                  <a:pt x="501799" y="44246"/>
                </a:lnTo>
                <a:lnTo>
                  <a:pt x="500947" y="44239"/>
                </a:lnTo>
                <a:lnTo>
                  <a:pt x="500096" y="44246"/>
                </a:lnTo>
                <a:lnTo>
                  <a:pt x="499254" y="44268"/>
                </a:lnTo>
                <a:lnTo>
                  <a:pt x="498421" y="44304"/>
                </a:lnTo>
                <a:lnTo>
                  <a:pt x="497596" y="44355"/>
                </a:lnTo>
                <a:lnTo>
                  <a:pt x="496781" y="44421"/>
                </a:lnTo>
                <a:lnTo>
                  <a:pt x="495975" y="44501"/>
                </a:lnTo>
                <a:lnTo>
                  <a:pt x="495178" y="44595"/>
                </a:lnTo>
                <a:lnTo>
                  <a:pt x="494390" y="44704"/>
                </a:lnTo>
                <a:lnTo>
                  <a:pt x="493611" y="44828"/>
                </a:lnTo>
                <a:lnTo>
                  <a:pt x="492841" y="44966"/>
                </a:lnTo>
                <a:lnTo>
                  <a:pt x="492081" y="45119"/>
                </a:lnTo>
                <a:lnTo>
                  <a:pt x="491329" y="45286"/>
                </a:lnTo>
                <a:lnTo>
                  <a:pt x="490586" y="45468"/>
                </a:lnTo>
                <a:lnTo>
                  <a:pt x="489852" y="45664"/>
                </a:lnTo>
                <a:lnTo>
                  <a:pt x="489128" y="45875"/>
                </a:lnTo>
                <a:lnTo>
                  <a:pt x="488412" y="46100"/>
                </a:lnTo>
                <a:lnTo>
                  <a:pt x="487706" y="46340"/>
                </a:lnTo>
                <a:lnTo>
                  <a:pt x="487008" y="46594"/>
                </a:lnTo>
                <a:lnTo>
                  <a:pt x="486320" y="46863"/>
                </a:lnTo>
                <a:lnTo>
                  <a:pt x="485640" y="47147"/>
                </a:lnTo>
                <a:lnTo>
                  <a:pt x="484970" y="47445"/>
                </a:lnTo>
                <a:lnTo>
                  <a:pt x="484309" y="47758"/>
                </a:lnTo>
                <a:lnTo>
                  <a:pt x="483656" y="48085"/>
                </a:lnTo>
                <a:lnTo>
                  <a:pt x="483013" y="48426"/>
                </a:lnTo>
                <a:lnTo>
                  <a:pt x="482381" y="48781"/>
                </a:lnTo>
                <a:lnTo>
                  <a:pt x="481760" y="49149"/>
                </a:lnTo>
                <a:lnTo>
                  <a:pt x="481151" y="49528"/>
                </a:lnTo>
                <a:lnTo>
                  <a:pt x="480554" y="49920"/>
                </a:lnTo>
                <a:lnTo>
                  <a:pt x="479968" y="50325"/>
                </a:lnTo>
                <a:lnTo>
                  <a:pt x="479395" y="50741"/>
                </a:lnTo>
                <a:lnTo>
                  <a:pt x="478833" y="51171"/>
                </a:lnTo>
                <a:lnTo>
                  <a:pt x="478283" y="51612"/>
                </a:lnTo>
                <a:lnTo>
                  <a:pt x="477744" y="52066"/>
                </a:lnTo>
                <a:lnTo>
                  <a:pt x="477218" y="52532"/>
                </a:lnTo>
                <a:lnTo>
                  <a:pt x="476703" y="53010"/>
                </a:lnTo>
                <a:lnTo>
                  <a:pt x="476200" y="53501"/>
                </a:lnTo>
                <a:lnTo>
                  <a:pt x="475709" y="54004"/>
                </a:lnTo>
                <a:lnTo>
                  <a:pt x="475230" y="54520"/>
                </a:lnTo>
                <a:lnTo>
                  <a:pt x="474762" y="55048"/>
                </a:lnTo>
                <a:lnTo>
                  <a:pt x="474306" y="55588"/>
                </a:lnTo>
                <a:lnTo>
                  <a:pt x="473862" y="56141"/>
                </a:lnTo>
                <a:lnTo>
                  <a:pt x="473430" y="56706"/>
                </a:lnTo>
                <a:lnTo>
                  <a:pt x="473010" y="57283"/>
                </a:lnTo>
                <a:lnTo>
                  <a:pt x="472601" y="57873"/>
                </a:lnTo>
                <a:lnTo>
                  <a:pt x="472204" y="58475"/>
                </a:lnTo>
                <a:lnTo>
                  <a:pt x="471819" y="59089"/>
                </a:lnTo>
                <a:lnTo>
                  <a:pt x="471446" y="59716"/>
                </a:lnTo>
                <a:lnTo>
                  <a:pt x="471084" y="60355"/>
                </a:lnTo>
                <a:lnTo>
                  <a:pt x="470736" y="61006"/>
                </a:lnTo>
                <a:lnTo>
                  <a:pt x="470403" y="61667"/>
                </a:lnTo>
                <a:lnTo>
                  <a:pt x="470085" y="62340"/>
                </a:lnTo>
                <a:lnTo>
                  <a:pt x="469781" y="63023"/>
                </a:lnTo>
                <a:lnTo>
                  <a:pt x="469492" y="63718"/>
                </a:lnTo>
                <a:lnTo>
                  <a:pt x="469219" y="64423"/>
                </a:lnTo>
                <a:lnTo>
                  <a:pt x="468959" y="65140"/>
                </a:lnTo>
                <a:lnTo>
                  <a:pt x="468715" y="65867"/>
                </a:lnTo>
                <a:lnTo>
                  <a:pt x="468486" y="66606"/>
                </a:lnTo>
                <a:lnTo>
                  <a:pt x="468271" y="67355"/>
                </a:lnTo>
                <a:lnTo>
                  <a:pt x="468071" y="68115"/>
                </a:lnTo>
                <a:lnTo>
                  <a:pt x="467886" y="68887"/>
                </a:lnTo>
                <a:lnTo>
                  <a:pt x="467716" y="69669"/>
                </a:lnTo>
                <a:lnTo>
                  <a:pt x="467560" y="70462"/>
                </a:lnTo>
                <a:lnTo>
                  <a:pt x="467419" y="71266"/>
                </a:lnTo>
                <a:lnTo>
                  <a:pt x="467293" y="72082"/>
                </a:lnTo>
                <a:lnTo>
                  <a:pt x="467182" y="72908"/>
                </a:lnTo>
                <a:lnTo>
                  <a:pt x="467086" y="73745"/>
                </a:lnTo>
                <a:lnTo>
                  <a:pt x="467005" y="74593"/>
                </a:lnTo>
                <a:lnTo>
                  <a:pt x="466938" y="75452"/>
                </a:lnTo>
                <a:lnTo>
                  <a:pt x="466886" y="76322"/>
                </a:lnTo>
                <a:lnTo>
                  <a:pt x="466849" y="77203"/>
                </a:lnTo>
                <a:lnTo>
                  <a:pt x="466827" y="78095"/>
                </a:lnTo>
                <a:lnTo>
                  <a:pt x="466820" y="78998"/>
                </a:lnTo>
                <a:lnTo>
                  <a:pt x="466820" y="99536"/>
                </a:lnTo>
                <a:lnTo>
                  <a:pt x="466827" y="100427"/>
                </a:lnTo>
                <a:lnTo>
                  <a:pt x="466849" y="101307"/>
                </a:lnTo>
                <a:lnTo>
                  <a:pt x="466886" y="102177"/>
                </a:lnTo>
                <a:lnTo>
                  <a:pt x="466938" y="103037"/>
                </a:lnTo>
                <a:lnTo>
                  <a:pt x="467005" y="103886"/>
                </a:lnTo>
                <a:lnTo>
                  <a:pt x="467086" y="104726"/>
                </a:lnTo>
                <a:lnTo>
                  <a:pt x="467182" y="105555"/>
                </a:lnTo>
                <a:lnTo>
                  <a:pt x="467293" y="106375"/>
                </a:lnTo>
                <a:lnTo>
                  <a:pt x="467419" y="107184"/>
                </a:lnTo>
                <a:lnTo>
                  <a:pt x="467560" y="107983"/>
                </a:lnTo>
                <a:lnTo>
                  <a:pt x="467716" y="108772"/>
                </a:lnTo>
                <a:lnTo>
                  <a:pt x="467886" y="109550"/>
                </a:lnTo>
                <a:lnTo>
                  <a:pt x="468071" y="110319"/>
                </a:lnTo>
                <a:lnTo>
                  <a:pt x="468271" y="111077"/>
                </a:lnTo>
                <a:lnTo>
                  <a:pt x="468486" y="111825"/>
                </a:lnTo>
                <a:lnTo>
                  <a:pt x="468715" y="112563"/>
                </a:lnTo>
                <a:lnTo>
                  <a:pt x="468959" y="113291"/>
                </a:lnTo>
                <a:lnTo>
                  <a:pt x="469219" y="114009"/>
                </a:lnTo>
                <a:lnTo>
                  <a:pt x="469492" y="114716"/>
                </a:lnTo>
                <a:lnTo>
                  <a:pt x="469781" y="115414"/>
                </a:lnTo>
                <a:lnTo>
                  <a:pt x="470085" y="116101"/>
                </a:lnTo>
                <a:lnTo>
                  <a:pt x="470403" y="116778"/>
                </a:lnTo>
                <a:lnTo>
                  <a:pt x="470736" y="117445"/>
                </a:lnTo>
                <a:lnTo>
                  <a:pt x="471084" y="118102"/>
                </a:lnTo>
                <a:lnTo>
                  <a:pt x="471446" y="118747"/>
                </a:lnTo>
                <a:lnTo>
                  <a:pt x="471819" y="119380"/>
                </a:lnTo>
                <a:lnTo>
                  <a:pt x="472204" y="120000"/>
                </a:lnTo>
                <a:lnTo>
                  <a:pt x="472601" y="120608"/>
                </a:lnTo>
                <a:lnTo>
                  <a:pt x="473010" y="121203"/>
                </a:lnTo>
                <a:lnTo>
                  <a:pt x="473430" y="121785"/>
                </a:lnTo>
                <a:lnTo>
                  <a:pt x="473862" y="122355"/>
                </a:lnTo>
                <a:lnTo>
                  <a:pt x="474306" y="122912"/>
                </a:lnTo>
                <a:lnTo>
                  <a:pt x="474762" y="123457"/>
                </a:lnTo>
                <a:lnTo>
                  <a:pt x="475230" y="123989"/>
                </a:lnTo>
                <a:lnTo>
                  <a:pt x="475709" y="124508"/>
                </a:lnTo>
                <a:lnTo>
                  <a:pt x="476200" y="125015"/>
                </a:lnTo>
                <a:lnTo>
                  <a:pt x="476703" y="125509"/>
                </a:lnTo>
                <a:lnTo>
                  <a:pt x="477218" y="125990"/>
                </a:lnTo>
                <a:lnTo>
                  <a:pt x="477744" y="126459"/>
                </a:lnTo>
                <a:lnTo>
                  <a:pt x="478283" y="126915"/>
                </a:lnTo>
                <a:lnTo>
                  <a:pt x="478833" y="127359"/>
                </a:lnTo>
                <a:lnTo>
                  <a:pt x="479395" y="127790"/>
                </a:lnTo>
                <a:lnTo>
                  <a:pt x="479968" y="128208"/>
                </a:lnTo>
                <a:lnTo>
                  <a:pt x="480554" y="128614"/>
                </a:lnTo>
                <a:lnTo>
                  <a:pt x="481151" y="129007"/>
                </a:lnTo>
                <a:lnTo>
                  <a:pt x="481760" y="129387"/>
                </a:lnTo>
                <a:lnTo>
                  <a:pt x="482381" y="129755"/>
                </a:lnTo>
                <a:lnTo>
                  <a:pt x="483013" y="130110"/>
                </a:lnTo>
                <a:lnTo>
                  <a:pt x="483656" y="130452"/>
                </a:lnTo>
                <a:lnTo>
                  <a:pt x="484309" y="130779"/>
                </a:lnTo>
                <a:lnTo>
                  <a:pt x="484970" y="131091"/>
                </a:lnTo>
                <a:lnTo>
                  <a:pt x="485640" y="131389"/>
                </a:lnTo>
                <a:lnTo>
                  <a:pt x="486320" y="131673"/>
                </a:lnTo>
                <a:lnTo>
                  <a:pt x="487008" y="131941"/>
                </a:lnTo>
                <a:lnTo>
                  <a:pt x="487706" y="132196"/>
                </a:lnTo>
                <a:lnTo>
                  <a:pt x="488412" y="132436"/>
                </a:lnTo>
                <a:lnTo>
                  <a:pt x="489128" y="132661"/>
                </a:lnTo>
                <a:lnTo>
                  <a:pt x="489852" y="132871"/>
                </a:lnTo>
                <a:lnTo>
                  <a:pt x="490586" y="133068"/>
                </a:lnTo>
                <a:lnTo>
                  <a:pt x="491329" y="133249"/>
                </a:lnTo>
                <a:lnTo>
                  <a:pt x="492081" y="133416"/>
                </a:lnTo>
                <a:lnTo>
                  <a:pt x="492841" y="133569"/>
                </a:lnTo>
                <a:lnTo>
                  <a:pt x="493611" y="133707"/>
                </a:lnTo>
                <a:lnTo>
                  <a:pt x="494390" y="133831"/>
                </a:lnTo>
                <a:lnTo>
                  <a:pt x="495178" y="133940"/>
                </a:lnTo>
                <a:lnTo>
                  <a:pt x="495975" y="134034"/>
                </a:lnTo>
                <a:lnTo>
                  <a:pt x="496781" y="134114"/>
                </a:lnTo>
                <a:lnTo>
                  <a:pt x="497596" y="134179"/>
                </a:lnTo>
                <a:lnTo>
                  <a:pt x="498421" y="134230"/>
                </a:lnTo>
                <a:lnTo>
                  <a:pt x="499254" y="134267"/>
                </a:lnTo>
                <a:lnTo>
                  <a:pt x="500096" y="134288"/>
                </a:lnTo>
                <a:lnTo>
                  <a:pt x="500947" y="134296"/>
                </a:lnTo>
                <a:lnTo>
                  <a:pt x="502085" y="134285"/>
                </a:lnTo>
                <a:lnTo>
                  <a:pt x="503206" y="134251"/>
                </a:lnTo>
                <a:lnTo>
                  <a:pt x="504312" y="134196"/>
                </a:lnTo>
                <a:lnTo>
                  <a:pt x="505402" y="134118"/>
                </a:lnTo>
                <a:lnTo>
                  <a:pt x="506475" y="134018"/>
                </a:lnTo>
                <a:lnTo>
                  <a:pt x="507533" y="133896"/>
                </a:lnTo>
                <a:close/>
                <a:moveTo>
                  <a:pt x="480806" y="74923"/>
                </a:moveTo>
                <a:lnTo>
                  <a:pt x="480870" y="74124"/>
                </a:lnTo>
                <a:lnTo>
                  <a:pt x="480953" y="73341"/>
                </a:lnTo>
                <a:lnTo>
                  <a:pt x="481054" y="72574"/>
                </a:lnTo>
                <a:lnTo>
                  <a:pt x="481173" y="71824"/>
                </a:lnTo>
                <a:lnTo>
                  <a:pt x="481311" y="71089"/>
                </a:lnTo>
                <a:lnTo>
                  <a:pt x="481467" y="70371"/>
                </a:lnTo>
                <a:lnTo>
                  <a:pt x="481642" y="69669"/>
                </a:lnTo>
                <a:lnTo>
                  <a:pt x="481835" y="68984"/>
                </a:lnTo>
                <a:lnTo>
                  <a:pt x="482046" y="68314"/>
                </a:lnTo>
                <a:lnTo>
                  <a:pt x="482276" y="67661"/>
                </a:lnTo>
                <a:lnTo>
                  <a:pt x="482524" y="67023"/>
                </a:lnTo>
                <a:lnTo>
                  <a:pt x="482790" y="66402"/>
                </a:lnTo>
                <a:lnTo>
                  <a:pt x="483075" y="65798"/>
                </a:lnTo>
                <a:lnTo>
                  <a:pt x="483378" y="65209"/>
                </a:lnTo>
                <a:lnTo>
                  <a:pt x="483700" y="64636"/>
                </a:lnTo>
                <a:lnTo>
                  <a:pt x="484039" y="64080"/>
                </a:lnTo>
                <a:lnTo>
                  <a:pt x="484398" y="63540"/>
                </a:lnTo>
                <a:lnTo>
                  <a:pt x="484774" y="63016"/>
                </a:lnTo>
                <a:lnTo>
                  <a:pt x="485169" y="62508"/>
                </a:lnTo>
                <a:lnTo>
                  <a:pt x="485583" y="62017"/>
                </a:lnTo>
                <a:lnTo>
                  <a:pt x="486015" y="61541"/>
                </a:lnTo>
                <a:lnTo>
                  <a:pt x="486463" y="61084"/>
                </a:lnTo>
                <a:lnTo>
                  <a:pt x="486927" y="60645"/>
                </a:lnTo>
                <a:lnTo>
                  <a:pt x="487406" y="60227"/>
                </a:lnTo>
                <a:lnTo>
                  <a:pt x="487900" y="59827"/>
                </a:lnTo>
                <a:lnTo>
                  <a:pt x="488409" y="59447"/>
                </a:lnTo>
                <a:lnTo>
                  <a:pt x="488933" y="59087"/>
                </a:lnTo>
                <a:lnTo>
                  <a:pt x="489473" y="58746"/>
                </a:lnTo>
                <a:lnTo>
                  <a:pt x="490027" y="58425"/>
                </a:lnTo>
                <a:lnTo>
                  <a:pt x="490596" y="58123"/>
                </a:lnTo>
                <a:lnTo>
                  <a:pt x="491181" y="57840"/>
                </a:lnTo>
                <a:lnTo>
                  <a:pt x="491780" y="57577"/>
                </a:lnTo>
                <a:lnTo>
                  <a:pt x="492395" y="57334"/>
                </a:lnTo>
                <a:lnTo>
                  <a:pt x="493025" y="57110"/>
                </a:lnTo>
                <a:lnTo>
                  <a:pt x="493670" y="56905"/>
                </a:lnTo>
                <a:lnTo>
                  <a:pt x="494329" y="56720"/>
                </a:lnTo>
                <a:lnTo>
                  <a:pt x="495004" y="56555"/>
                </a:lnTo>
                <a:lnTo>
                  <a:pt x="495695" y="56409"/>
                </a:lnTo>
                <a:lnTo>
                  <a:pt x="496400" y="56282"/>
                </a:lnTo>
                <a:lnTo>
                  <a:pt x="497120" y="56175"/>
                </a:lnTo>
                <a:lnTo>
                  <a:pt x="497855" y="56087"/>
                </a:lnTo>
                <a:lnTo>
                  <a:pt x="498606" y="56019"/>
                </a:lnTo>
                <a:lnTo>
                  <a:pt x="499371" y="55970"/>
                </a:lnTo>
                <a:lnTo>
                  <a:pt x="500152" y="55941"/>
                </a:lnTo>
                <a:lnTo>
                  <a:pt x="500947" y="55931"/>
                </a:lnTo>
                <a:lnTo>
                  <a:pt x="501743" y="55941"/>
                </a:lnTo>
                <a:lnTo>
                  <a:pt x="502523" y="55970"/>
                </a:lnTo>
                <a:lnTo>
                  <a:pt x="503289" y="56019"/>
                </a:lnTo>
                <a:lnTo>
                  <a:pt x="504039" y="56087"/>
                </a:lnTo>
                <a:lnTo>
                  <a:pt x="504774" y="56175"/>
                </a:lnTo>
                <a:lnTo>
                  <a:pt x="505494" y="56282"/>
                </a:lnTo>
                <a:lnTo>
                  <a:pt x="506199" y="56409"/>
                </a:lnTo>
                <a:lnTo>
                  <a:pt x="506889" y="56555"/>
                </a:lnTo>
                <a:lnTo>
                  <a:pt x="507564" y="56720"/>
                </a:lnTo>
                <a:lnTo>
                  <a:pt x="508223" y="56905"/>
                </a:lnTo>
                <a:lnTo>
                  <a:pt x="508868" y="57110"/>
                </a:lnTo>
                <a:lnTo>
                  <a:pt x="509497" y="57334"/>
                </a:lnTo>
                <a:lnTo>
                  <a:pt x="510112" y="57577"/>
                </a:lnTo>
                <a:lnTo>
                  <a:pt x="510711" y="57840"/>
                </a:lnTo>
                <a:lnTo>
                  <a:pt x="511296" y="58123"/>
                </a:lnTo>
                <a:lnTo>
                  <a:pt x="511865" y="58425"/>
                </a:lnTo>
                <a:lnTo>
                  <a:pt x="512419" y="58746"/>
                </a:lnTo>
                <a:lnTo>
                  <a:pt x="512958" y="59087"/>
                </a:lnTo>
                <a:lnTo>
                  <a:pt x="513482" y="59447"/>
                </a:lnTo>
                <a:lnTo>
                  <a:pt x="513991" y="59827"/>
                </a:lnTo>
                <a:lnTo>
                  <a:pt x="514484" y="60227"/>
                </a:lnTo>
                <a:lnTo>
                  <a:pt x="514963" y="60645"/>
                </a:lnTo>
                <a:lnTo>
                  <a:pt x="515427" y="61084"/>
                </a:lnTo>
                <a:lnTo>
                  <a:pt x="515875" y="61541"/>
                </a:lnTo>
                <a:lnTo>
                  <a:pt x="516307" y="62017"/>
                </a:lnTo>
                <a:lnTo>
                  <a:pt x="516721" y="62508"/>
                </a:lnTo>
                <a:lnTo>
                  <a:pt x="517116" y="63016"/>
                </a:lnTo>
                <a:lnTo>
                  <a:pt x="517493" y="63540"/>
                </a:lnTo>
                <a:lnTo>
                  <a:pt x="517851" y="64080"/>
                </a:lnTo>
                <a:lnTo>
                  <a:pt x="518192" y="64636"/>
                </a:lnTo>
                <a:lnTo>
                  <a:pt x="518513" y="65209"/>
                </a:lnTo>
                <a:lnTo>
                  <a:pt x="518817" y="65798"/>
                </a:lnTo>
                <a:lnTo>
                  <a:pt x="519101" y="66402"/>
                </a:lnTo>
                <a:lnTo>
                  <a:pt x="519368" y="67023"/>
                </a:lnTo>
                <a:lnTo>
                  <a:pt x="519616" y="67661"/>
                </a:lnTo>
                <a:lnTo>
                  <a:pt x="519846" y="68314"/>
                </a:lnTo>
                <a:lnTo>
                  <a:pt x="520057" y="68984"/>
                </a:lnTo>
                <a:lnTo>
                  <a:pt x="520250" y="69669"/>
                </a:lnTo>
                <a:lnTo>
                  <a:pt x="520425" y="70371"/>
                </a:lnTo>
                <a:lnTo>
                  <a:pt x="520581" y="71089"/>
                </a:lnTo>
                <a:lnTo>
                  <a:pt x="520719" y="71824"/>
                </a:lnTo>
                <a:lnTo>
                  <a:pt x="520839" y="72574"/>
                </a:lnTo>
                <a:lnTo>
                  <a:pt x="520940" y="73341"/>
                </a:lnTo>
                <a:lnTo>
                  <a:pt x="521022" y="74124"/>
                </a:lnTo>
                <a:lnTo>
                  <a:pt x="521087" y="74923"/>
                </a:lnTo>
                <a:lnTo>
                  <a:pt x="521133" y="75738"/>
                </a:lnTo>
                <a:lnTo>
                  <a:pt x="521160" y="76569"/>
                </a:lnTo>
                <a:lnTo>
                  <a:pt x="521169" y="77417"/>
                </a:lnTo>
                <a:lnTo>
                  <a:pt x="521169" y="81841"/>
                </a:lnTo>
                <a:lnTo>
                  <a:pt x="480723" y="81841"/>
                </a:lnTo>
                <a:lnTo>
                  <a:pt x="480723" y="77417"/>
                </a:lnTo>
                <a:lnTo>
                  <a:pt x="480732" y="76569"/>
                </a:lnTo>
                <a:lnTo>
                  <a:pt x="480760" y="75738"/>
                </a:lnTo>
                <a:lnTo>
                  <a:pt x="480806" y="74923"/>
                </a:lnTo>
                <a:close/>
                <a:moveTo>
                  <a:pt x="909151" y="70770"/>
                </a:moveTo>
                <a:lnTo>
                  <a:pt x="909078" y="69690"/>
                </a:lnTo>
                <a:lnTo>
                  <a:pt x="908975" y="68631"/>
                </a:lnTo>
                <a:lnTo>
                  <a:pt x="908843" y="67592"/>
                </a:lnTo>
                <a:lnTo>
                  <a:pt x="908682" y="66574"/>
                </a:lnTo>
                <a:lnTo>
                  <a:pt x="908491" y="65578"/>
                </a:lnTo>
                <a:lnTo>
                  <a:pt x="908271" y="64602"/>
                </a:lnTo>
                <a:lnTo>
                  <a:pt x="908021" y="63647"/>
                </a:lnTo>
                <a:lnTo>
                  <a:pt x="907743" y="62713"/>
                </a:lnTo>
                <a:lnTo>
                  <a:pt x="907434" y="61799"/>
                </a:lnTo>
                <a:lnTo>
                  <a:pt x="907097" y="60907"/>
                </a:lnTo>
                <a:lnTo>
                  <a:pt x="906730" y="60035"/>
                </a:lnTo>
                <a:lnTo>
                  <a:pt x="906334" y="59184"/>
                </a:lnTo>
                <a:lnTo>
                  <a:pt x="905908" y="58354"/>
                </a:lnTo>
                <a:lnTo>
                  <a:pt x="905453" y="57545"/>
                </a:lnTo>
                <a:lnTo>
                  <a:pt x="904969" y="56757"/>
                </a:lnTo>
                <a:lnTo>
                  <a:pt x="904456" y="55990"/>
                </a:lnTo>
                <a:lnTo>
                  <a:pt x="903913" y="55243"/>
                </a:lnTo>
                <a:lnTo>
                  <a:pt x="903340" y="54518"/>
                </a:lnTo>
                <a:lnTo>
                  <a:pt x="902739" y="53813"/>
                </a:lnTo>
                <a:lnTo>
                  <a:pt x="902108" y="53129"/>
                </a:lnTo>
                <a:lnTo>
                  <a:pt x="901447" y="52466"/>
                </a:lnTo>
                <a:lnTo>
                  <a:pt x="900758" y="51823"/>
                </a:lnTo>
                <a:lnTo>
                  <a:pt x="900040" y="51204"/>
                </a:lnTo>
                <a:lnTo>
                  <a:pt x="899298" y="50612"/>
                </a:lnTo>
                <a:lnTo>
                  <a:pt x="898530" y="50046"/>
                </a:lnTo>
                <a:lnTo>
                  <a:pt x="897736" y="49506"/>
                </a:lnTo>
                <a:lnTo>
                  <a:pt x="896917" y="48992"/>
                </a:lnTo>
                <a:lnTo>
                  <a:pt x="896072" y="48505"/>
                </a:lnTo>
                <a:lnTo>
                  <a:pt x="895202" y="48044"/>
                </a:lnTo>
                <a:lnTo>
                  <a:pt x="894306" y="47610"/>
                </a:lnTo>
                <a:lnTo>
                  <a:pt x="893385" y="47202"/>
                </a:lnTo>
                <a:lnTo>
                  <a:pt x="892438" y="46820"/>
                </a:lnTo>
                <a:lnTo>
                  <a:pt x="891466" y="46464"/>
                </a:lnTo>
                <a:lnTo>
                  <a:pt x="890468" y="46135"/>
                </a:lnTo>
                <a:lnTo>
                  <a:pt x="889445" y="45832"/>
                </a:lnTo>
                <a:lnTo>
                  <a:pt x="888396" y="45556"/>
                </a:lnTo>
                <a:lnTo>
                  <a:pt x="887322" y="45305"/>
                </a:lnTo>
                <a:lnTo>
                  <a:pt x="886222" y="45082"/>
                </a:lnTo>
                <a:lnTo>
                  <a:pt x="885097" y="44884"/>
                </a:lnTo>
                <a:lnTo>
                  <a:pt x="883946" y="44713"/>
                </a:lnTo>
                <a:lnTo>
                  <a:pt x="882769" y="44568"/>
                </a:lnTo>
                <a:lnTo>
                  <a:pt x="881567" y="44450"/>
                </a:lnTo>
                <a:lnTo>
                  <a:pt x="880340" y="44357"/>
                </a:lnTo>
                <a:lnTo>
                  <a:pt x="879087" y="44292"/>
                </a:lnTo>
                <a:lnTo>
                  <a:pt x="877809" y="44252"/>
                </a:lnTo>
                <a:lnTo>
                  <a:pt x="876505" y="44239"/>
                </a:lnTo>
                <a:lnTo>
                  <a:pt x="875303" y="44250"/>
                </a:lnTo>
                <a:lnTo>
                  <a:pt x="874122" y="44285"/>
                </a:lnTo>
                <a:lnTo>
                  <a:pt x="872961" y="44344"/>
                </a:lnTo>
                <a:lnTo>
                  <a:pt x="871820" y="44425"/>
                </a:lnTo>
                <a:lnTo>
                  <a:pt x="870699" y="44530"/>
                </a:lnTo>
                <a:lnTo>
                  <a:pt x="869598" y="44658"/>
                </a:lnTo>
                <a:lnTo>
                  <a:pt x="868516" y="44810"/>
                </a:lnTo>
                <a:lnTo>
                  <a:pt x="867455" y="44985"/>
                </a:lnTo>
                <a:lnTo>
                  <a:pt x="866414" y="45183"/>
                </a:lnTo>
                <a:lnTo>
                  <a:pt x="865393" y="45404"/>
                </a:lnTo>
                <a:lnTo>
                  <a:pt x="864392" y="45649"/>
                </a:lnTo>
                <a:lnTo>
                  <a:pt x="863411" y="45917"/>
                </a:lnTo>
                <a:lnTo>
                  <a:pt x="862450" y="46209"/>
                </a:lnTo>
                <a:lnTo>
                  <a:pt x="861509" y="46524"/>
                </a:lnTo>
                <a:lnTo>
                  <a:pt x="860589" y="46862"/>
                </a:lnTo>
                <a:lnTo>
                  <a:pt x="859688" y="47223"/>
                </a:lnTo>
                <a:lnTo>
                  <a:pt x="858807" y="47608"/>
                </a:lnTo>
                <a:lnTo>
                  <a:pt x="857946" y="48016"/>
                </a:lnTo>
                <a:lnTo>
                  <a:pt x="857105" y="48447"/>
                </a:lnTo>
                <a:lnTo>
                  <a:pt x="856284" y="48901"/>
                </a:lnTo>
                <a:lnTo>
                  <a:pt x="855484" y="49379"/>
                </a:lnTo>
                <a:lnTo>
                  <a:pt x="854703" y="49881"/>
                </a:lnTo>
                <a:lnTo>
                  <a:pt x="853942" y="50405"/>
                </a:lnTo>
                <a:lnTo>
                  <a:pt x="853201" y="50953"/>
                </a:lnTo>
                <a:lnTo>
                  <a:pt x="852485" y="51519"/>
                </a:lnTo>
                <a:lnTo>
                  <a:pt x="851795" y="52097"/>
                </a:lnTo>
                <a:lnTo>
                  <a:pt x="851134" y="52687"/>
                </a:lnTo>
                <a:lnTo>
                  <a:pt x="850500" y="53290"/>
                </a:lnTo>
                <a:lnTo>
                  <a:pt x="849894" y="53905"/>
                </a:lnTo>
                <a:lnTo>
                  <a:pt x="849316" y="54532"/>
                </a:lnTo>
                <a:lnTo>
                  <a:pt x="848765" y="55172"/>
                </a:lnTo>
                <a:lnTo>
                  <a:pt x="848242" y="55824"/>
                </a:lnTo>
                <a:lnTo>
                  <a:pt x="847747" y="56489"/>
                </a:lnTo>
                <a:lnTo>
                  <a:pt x="847280" y="57166"/>
                </a:lnTo>
                <a:lnTo>
                  <a:pt x="846840" y="57855"/>
                </a:lnTo>
                <a:lnTo>
                  <a:pt x="846428" y="58556"/>
                </a:lnTo>
                <a:lnTo>
                  <a:pt x="846043" y="59270"/>
                </a:lnTo>
                <a:lnTo>
                  <a:pt x="845686" y="59996"/>
                </a:lnTo>
                <a:lnTo>
                  <a:pt x="845357" y="60735"/>
                </a:lnTo>
                <a:lnTo>
                  <a:pt x="845056" y="61486"/>
                </a:lnTo>
                <a:lnTo>
                  <a:pt x="844782" y="62249"/>
                </a:lnTo>
                <a:lnTo>
                  <a:pt x="844536" y="63025"/>
                </a:lnTo>
                <a:lnTo>
                  <a:pt x="844318" y="63812"/>
                </a:lnTo>
                <a:lnTo>
                  <a:pt x="844128" y="64613"/>
                </a:lnTo>
                <a:lnTo>
                  <a:pt x="843965" y="65425"/>
                </a:lnTo>
                <a:lnTo>
                  <a:pt x="843830" y="66250"/>
                </a:lnTo>
                <a:lnTo>
                  <a:pt x="843722" y="67088"/>
                </a:lnTo>
                <a:lnTo>
                  <a:pt x="843642" y="67937"/>
                </a:lnTo>
                <a:lnTo>
                  <a:pt x="857862" y="67937"/>
                </a:lnTo>
                <a:lnTo>
                  <a:pt x="857896" y="67494"/>
                </a:lnTo>
                <a:lnTo>
                  <a:pt x="857947" y="67059"/>
                </a:lnTo>
                <a:lnTo>
                  <a:pt x="858015" y="66632"/>
                </a:lnTo>
                <a:lnTo>
                  <a:pt x="858099" y="66213"/>
                </a:lnTo>
                <a:lnTo>
                  <a:pt x="858199" y="65802"/>
                </a:lnTo>
                <a:lnTo>
                  <a:pt x="858316" y="65400"/>
                </a:lnTo>
                <a:lnTo>
                  <a:pt x="858449" y="65006"/>
                </a:lnTo>
                <a:lnTo>
                  <a:pt x="858599" y="64620"/>
                </a:lnTo>
                <a:lnTo>
                  <a:pt x="858765" y="64242"/>
                </a:lnTo>
                <a:lnTo>
                  <a:pt x="858948" y="63873"/>
                </a:lnTo>
                <a:lnTo>
                  <a:pt x="859147" y="63511"/>
                </a:lnTo>
                <a:lnTo>
                  <a:pt x="859362" y="63158"/>
                </a:lnTo>
                <a:lnTo>
                  <a:pt x="859594" y="62814"/>
                </a:lnTo>
                <a:lnTo>
                  <a:pt x="859843" y="62477"/>
                </a:lnTo>
                <a:lnTo>
                  <a:pt x="860108" y="62149"/>
                </a:lnTo>
                <a:lnTo>
                  <a:pt x="860389" y="61829"/>
                </a:lnTo>
                <a:lnTo>
                  <a:pt x="860687" y="61517"/>
                </a:lnTo>
                <a:lnTo>
                  <a:pt x="861001" y="61213"/>
                </a:lnTo>
                <a:lnTo>
                  <a:pt x="861332" y="60918"/>
                </a:lnTo>
                <a:lnTo>
                  <a:pt x="861679" y="60631"/>
                </a:lnTo>
                <a:lnTo>
                  <a:pt x="862043" y="60352"/>
                </a:lnTo>
                <a:lnTo>
                  <a:pt x="862423" y="60081"/>
                </a:lnTo>
                <a:lnTo>
                  <a:pt x="862820" y="59819"/>
                </a:lnTo>
                <a:lnTo>
                  <a:pt x="863233" y="59565"/>
                </a:lnTo>
                <a:lnTo>
                  <a:pt x="863660" y="59320"/>
                </a:lnTo>
                <a:lnTo>
                  <a:pt x="864097" y="59085"/>
                </a:lnTo>
                <a:lnTo>
                  <a:pt x="864546" y="58861"/>
                </a:lnTo>
                <a:lnTo>
                  <a:pt x="865006" y="58647"/>
                </a:lnTo>
                <a:lnTo>
                  <a:pt x="865477" y="58444"/>
                </a:lnTo>
                <a:lnTo>
                  <a:pt x="865958" y="58251"/>
                </a:lnTo>
                <a:lnTo>
                  <a:pt x="866451" y="58069"/>
                </a:lnTo>
                <a:lnTo>
                  <a:pt x="866954" y="57897"/>
                </a:lnTo>
                <a:lnTo>
                  <a:pt x="867469" y="57735"/>
                </a:lnTo>
                <a:lnTo>
                  <a:pt x="867995" y="57584"/>
                </a:lnTo>
                <a:lnTo>
                  <a:pt x="868531" y="57444"/>
                </a:lnTo>
                <a:lnTo>
                  <a:pt x="869079" y="57313"/>
                </a:lnTo>
                <a:lnTo>
                  <a:pt x="869637" y="57194"/>
                </a:lnTo>
                <a:lnTo>
                  <a:pt x="870207" y="57084"/>
                </a:lnTo>
                <a:lnTo>
                  <a:pt x="870787" y="56985"/>
                </a:lnTo>
                <a:lnTo>
                  <a:pt x="871378" y="56897"/>
                </a:lnTo>
                <a:lnTo>
                  <a:pt x="871981" y="56818"/>
                </a:lnTo>
                <a:lnTo>
                  <a:pt x="872594" y="56751"/>
                </a:lnTo>
                <a:lnTo>
                  <a:pt x="873218" y="56693"/>
                </a:lnTo>
                <a:lnTo>
                  <a:pt x="873854" y="56646"/>
                </a:lnTo>
                <a:lnTo>
                  <a:pt x="874500" y="56610"/>
                </a:lnTo>
                <a:lnTo>
                  <a:pt x="875157" y="56584"/>
                </a:lnTo>
                <a:lnTo>
                  <a:pt x="875825" y="56568"/>
                </a:lnTo>
                <a:lnTo>
                  <a:pt x="876505" y="56563"/>
                </a:lnTo>
                <a:lnTo>
                  <a:pt x="877273" y="56570"/>
                </a:lnTo>
                <a:lnTo>
                  <a:pt x="878025" y="56592"/>
                </a:lnTo>
                <a:lnTo>
                  <a:pt x="878761" y="56628"/>
                </a:lnTo>
                <a:lnTo>
                  <a:pt x="879480" y="56679"/>
                </a:lnTo>
                <a:lnTo>
                  <a:pt x="880183" y="56745"/>
                </a:lnTo>
                <a:lnTo>
                  <a:pt x="880870" y="56825"/>
                </a:lnTo>
                <a:lnTo>
                  <a:pt x="881539" y="56919"/>
                </a:lnTo>
                <a:lnTo>
                  <a:pt x="882193" y="57028"/>
                </a:lnTo>
                <a:lnTo>
                  <a:pt x="882830" y="57152"/>
                </a:lnTo>
                <a:lnTo>
                  <a:pt x="883450" y="57290"/>
                </a:lnTo>
                <a:lnTo>
                  <a:pt x="884054" y="57443"/>
                </a:lnTo>
                <a:lnTo>
                  <a:pt x="884642" y="57610"/>
                </a:lnTo>
                <a:lnTo>
                  <a:pt x="885213" y="57792"/>
                </a:lnTo>
                <a:lnTo>
                  <a:pt x="885767" y="57988"/>
                </a:lnTo>
                <a:lnTo>
                  <a:pt x="886306" y="58199"/>
                </a:lnTo>
                <a:lnTo>
                  <a:pt x="886827" y="58424"/>
                </a:lnTo>
                <a:lnTo>
                  <a:pt x="887332" y="58664"/>
                </a:lnTo>
                <a:lnTo>
                  <a:pt x="887821" y="58919"/>
                </a:lnTo>
                <a:lnTo>
                  <a:pt x="888293" y="59188"/>
                </a:lnTo>
                <a:lnTo>
                  <a:pt x="888749" y="59471"/>
                </a:lnTo>
                <a:lnTo>
                  <a:pt x="889189" y="59769"/>
                </a:lnTo>
                <a:lnTo>
                  <a:pt x="889612" y="60082"/>
                </a:lnTo>
                <a:lnTo>
                  <a:pt x="890018" y="60409"/>
                </a:lnTo>
                <a:lnTo>
                  <a:pt x="890408" y="60751"/>
                </a:lnTo>
                <a:lnTo>
                  <a:pt x="890782" y="61107"/>
                </a:lnTo>
                <a:lnTo>
                  <a:pt x="891140" y="61478"/>
                </a:lnTo>
                <a:lnTo>
                  <a:pt x="891482" y="61865"/>
                </a:lnTo>
                <a:lnTo>
                  <a:pt x="891808" y="62266"/>
                </a:lnTo>
                <a:lnTo>
                  <a:pt x="892119" y="62683"/>
                </a:lnTo>
                <a:lnTo>
                  <a:pt x="892413" y="63115"/>
                </a:lnTo>
                <a:lnTo>
                  <a:pt x="892691" y="63562"/>
                </a:lnTo>
                <a:lnTo>
                  <a:pt x="892954" y="64024"/>
                </a:lnTo>
                <a:lnTo>
                  <a:pt x="893201" y="64501"/>
                </a:lnTo>
                <a:lnTo>
                  <a:pt x="893431" y="64993"/>
                </a:lnTo>
                <a:lnTo>
                  <a:pt x="893646" y="65500"/>
                </a:lnTo>
                <a:lnTo>
                  <a:pt x="893845" y="66023"/>
                </a:lnTo>
                <a:lnTo>
                  <a:pt x="894028" y="66560"/>
                </a:lnTo>
                <a:lnTo>
                  <a:pt x="894195" y="67113"/>
                </a:lnTo>
                <a:lnTo>
                  <a:pt x="894346" y="67680"/>
                </a:lnTo>
                <a:lnTo>
                  <a:pt x="894482" y="68263"/>
                </a:lnTo>
                <a:lnTo>
                  <a:pt x="894601" y="68861"/>
                </a:lnTo>
                <a:lnTo>
                  <a:pt x="894704" y="69474"/>
                </a:lnTo>
                <a:lnTo>
                  <a:pt x="894792" y="70102"/>
                </a:lnTo>
                <a:lnTo>
                  <a:pt x="894864" y="70745"/>
                </a:lnTo>
                <a:lnTo>
                  <a:pt x="894919" y="71403"/>
                </a:lnTo>
                <a:lnTo>
                  <a:pt x="894959" y="72076"/>
                </a:lnTo>
                <a:lnTo>
                  <a:pt x="894983" y="72764"/>
                </a:lnTo>
                <a:lnTo>
                  <a:pt x="894991" y="73468"/>
                </a:lnTo>
                <a:lnTo>
                  <a:pt x="894991" y="80262"/>
                </a:lnTo>
                <a:lnTo>
                  <a:pt x="868132" y="80262"/>
                </a:lnTo>
                <a:lnTo>
                  <a:pt x="867437" y="80267"/>
                </a:lnTo>
                <a:lnTo>
                  <a:pt x="866749" y="80285"/>
                </a:lnTo>
                <a:lnTo>
                  <a:pt x="866068" y="80315"/>
                </a:lnTo>
                <a:lnTo>
                  <a:pt x="865393" y="80356"/>
                </a:lnTo>
                <a:lnTo>
                  <a:pt x="864725" y="80409"/>
                </a:lnTo>
                <a:lnTo>
                  <a:pt x="864064" y="80474"/>
                </a:lnTo>
                <a:lnTo>
                  <a:pt x="863409" y="80551"/>
                </a:lnTo>
                <a:lnTo>
                  <a:pt x="862760" y="80639"/>
                </a:lnTo>
                <a:lnTo>
                  <a:pt x="862119" y="80739"/>
                </a:lnTo>
                <a:lnTo>
                  <a:pt x="861483" y="80851"/>
                </a:lnTo>
                <a:lnTo>
                  <a:pt x="860855" y="80975"/>
                </a:lnTo>
                <a:lnTo>
                  <a:pt x="860233" y="81111"/>
                </a:lnTo>
                <a:lnTo>
                  <a:pt x="859617" y="81258"/>
                </a:lnTo>
                <a:lnTo>
                  <a:pt x="859008" y="81417"/>
                </a:lnTo>
                <a:lnTo>
                  <a:pt x="858406" y="81588"/>
                </a:lnTo>
                <a:lnTo>
                  <a:pt x="857810" y="81771"/>
                </a:lnTo>
                <a:lnTo>
                  <a:pt x="857221" y="81966"/>
                </a:lnTo>
                <a:lnTo>
                  <a:pt x="856638" y="82172"/>
                </a:lnTo>
                <a:lnTo>
                  <a:pt x="856062" y="82390"/>
                </a:lnTo>
                <a:lnTo>
                  <a:pt x="855493" y="82620"/>
                </a:lnTo>
                <a:lnTo>
                  <a:pt x="854930" y="82862"/>
                </a:lnTo>
                <a:lnTo>
                  <a:pt x="854374" y="83116"/>
                </a:lnTo>
                <a:lnTo>
                  <a:pt x="853824" y="83381"/>
                </a:lnTo>
                <a:lnTo>
                  <a:pt x="853281" y="83658"/>
                </a:lnTo>
                <a:lnTo>
                  <a:pt x="852746" y="83946"/>
                </a:lnTo>
                <a:lnTo>
                  <a:pt x="852221" y="84243"/>
                </a:lnTo>
                <a:lnTo>
                  <a:pt x="851706" y="84548"/>
                </a:lnTo>
                <a:lnTo>
                  <a:pt x="851201" y="84863"/>
                </a:lnTo>
                <a:lnTo>
                  <a:pt x="850705" y="85187"/>
                </a:lnTo>
                <a:lnTo>
                  <a:pt x="850220" y="85520"/>
                </a:lnTo>
                <a:lnTo>
                  <a:pt x="849744" y="85862"/>
                </a:lnTo>
                <a:lnTo>
                  <a:pt x="849278" y="86213"/>
                </a:lnTo>
                <a:lnTo>
                  <a:pt x="848822" y="86573"/>
                </a:lnTo>
                <a:lnTo>
                  <a:pt x="848376" y="86942"/>
                </a:lnTo>
                <a:lnTo>
                  <a:pt x="847940" y="87320"/>
                </a:lnTo>
                <a:lnTo>
                  <a:pt x="847514" y="87707"/>
                </a:lnTo>
                <a:lnTo>
                  <a:pt x="847097" y="88104"/>
                </a:lnTo>
                <a:lnTo>
                  <a:pt x="846691" y="88509"/>
                </a:lnTo>
                <a:lnTo>
                  <a:pt x="846294" y="88923"/>
                </a:lnTo>
                <a:lnTo>
                  <a:pt x="845907" y="89347"/>
                </a:lnTo>
                <a:lnTo>
                  <a:pt x="845530" y="89779"/>
                </a:lnTo>
                <a:lnTo>
                  <a:pt x="845163" y="90221"/>
                </a:lnTo>
                <a:lnTo>
                  <a:pt x="844806" y="90672"/>
                </a:lnTo>
                <a:lnTo>
                  <a:pt x="844458" y="91131"/>
                </a:lnTo>
                <a:lnTo>
                  <a:pt x="844121" y="91600"/>
                </a:lnTo>
                <a:lnTo>
                  <a:pt x="843793" y="92078"/>
                </a:lnTo>
                <a:lnTo>
                  <a:pt x="843475" y="92565"/>
                </a:lnTo>
                <a:lnTo>
                  <a:pt x="843168" y="93061"/>
                </a:lnTo>
                <a:lnTo>
                  <a:pt x="842871" y="93564"/>
                </a:lnTo>
                <a:lnTo>
                  <a:pt x="842587" y="94075"/>
                </a:lnTo>
                <a:lnTo>
                  <a:pt x="842316" y="94594"/>
                </a:lnTo>
                <a:lnTo>
                  <a:pt x="842057" y="95119"/>
                </a:lnTo>
                <a:lnTo>
                  <a:pt x="841811" y="95651"/>
                </a:lnTo>
                <a:lnTo>
                  <a:pt x="841578" y="96191"/>
                </a:lnTo>
                <a:lnTo>
                  <a:pt x="841357" y="96737"/>
                </a:lnTo>
                <a:lnTo>
                  <a:pt x="841149" y="97291"/>
                </a:lnTo>
                <a:lnTo>
                  <a:pt x="840954" y="97852"/>
                </a:lnTo>
                <a:lnTo>
                  <a:pt x="840771" y="98420"/>
                </a:lnTo>
                <a:lnTo>
                  <a:pt x="840600" y="98995"/>
                </a:lnTo>
                <a:lnTo>
                  <a:pt x="840443" y="99577"/>
                </a:lnTo>
                <a:lnTo>
                  <a:pt x="840298" y="100167"/>
                </a:lnTo>
                <a:lnTo>
                  <a:pt x="840165" y="100763"/>
                </a:lnTo>
                <a:lnTo>
                  <a:pt x="840045" y="101367"/>
                </a:lnTo>
                <a:lnTo>
                  <a:pt x="839938" y="101978"/>
                </a:lnTo>
                <a:lnTo>
                  <a:pt x="839843" y="102595"/>
                </a:lnTo>
                <a:lnTo>
                  <a:pt x="839762" y="103221"/>
                </a:lnTo>
                <a:lnTo>
                  <a:pt x="839692" y="103853"/>
                </a:lnTo>
                <a:lnTo>
                  <a:pt x="839635" y="104492"/>
                </a:lnTo>
                <a:lnTo>
                  <a:pt x="839591" y="105139"/>
                </a:lnTo>
                <a:lnTo>
                  <a:pt x="839560" y="105792"/>
                </a:lnTo>
                <a:lnTo>
                  <a:pt x="839541" y="106453"/>
                </a:lnTo>
                <a:lnTo>
                  <a:pt x="839534" y="107121"/>
                </a:lnTo>
                <a:lnTo>
                  <a:pt x="839548" y="108126"/>
                </a:lnTo>
                <a:lnTo>
                  <a:pt x="839589" y="109116"/>
                </a:lnTo>
                <a:lnTo>
                  <a:pt x="839658" y="110089"/>
                </a:lnTo>
                <a:lnTo>
                  <a:pt x="839754" y="111046"/>
                </a:lnTo>
                <a:lnTo>
                  <a:pt x="839877" y="111987"/>
                </a:lnTo>
                <a:lnTo>
                  <a:pt x="840028" y="112912"/>
                </a:lnTo>
                <a:lnTo>
                  <a:pt x="840207" y="113821"/>
                </a:lnTo>
                <a:lnTo>
                  <a:pt x="840412" y="114713"/>
                </a:lnTo>
                <a:lnTo>
                  <a:pt x="840645" y="115589"/>
                </a:lnTo>
                <a:lnTo>
                  <a:pt x="840906" y="116449"/>
                </a:lnTo>
                <a:lnTo>
                  <a:pt x="841194" y="117293"/>
                </a:lnTo>
                <a:lnTo>
                  <a:pt x="841510" y="118121"/>
                </a:lnTo>
                <a:lnTo>
                  <a:pt x="841852" y="118932"/>
                </a:lnTo>
                <a:lnTo>
                  <a:pt x="842223" y="119728"/>
                </a:lnTo>
                <a:lnTo>
                  <a:pt x="842620" y="120507"/>
                </a:lnTo>
                <a:lnTo>
                  <a:pt x="843046" y="121270"/>
                </a:lnTo>
                <a:lnTo>
                  <a:pt x="843498" y="122016"/>
                </a:lnTo>
                <a:lnTo>
                  <a:pt x="843978" y="122747"/>
                </a:lnTo>
                <a:lnTo>
                  <a:pt x="844486" y="123461"/>
                </a:lnTo>
                <a:lnTo>
                  <a:pt x="845021" y="124160"/>
                </a:lnTo>
                <a:lnTo>
                  <a:pt x="845583" y="124842"/>
                </a:lnTo>
                <a:lnTo>
                  <a:pt x="846173" y="125508"/>
                </a:lnTo>
                <a:lnTo>
                  <a:pt x="846790" y="126157"/>
                </a:lnTo>
                <a:lnTo>
                  <a:pt x="847435" y="126791"/>
                </a:lnTo>
                <a:lnTo>
                  <a:pt x="848103" y="127403"/>
                </a:lnTo>
                <a:lnTo>
                  <a:pt x="848790" y="127989"/>
                </a:lnTo>
                <a:lnTo>
                  <a:pt x="849496" y="128550"/>
                </a:lnTo>
                <a:lnTo>
                  <a:pt x="850222" y="129084"/>
                </a:lnTo>
                <a:lnTo>
                  <a:pt x="850966" y="129592"/>
                </a:lnTo>
                <a:lnTo>
                  <a:pt x="851730" y="130074"/>
                </a:lnTo>
                <a:lnTo>
                  <a:pt x="852514" y="130530"/>
                </a:lnTo>
                <a:lnTo>
                  <a:pt x="853316" y="130960"/>
                </a:lnTo>
                <a:lnTo>
                  <a:pt x="854137" y="131364"/>
                </a:lnTo>
                <a:lnTo>
                  <a:pt x="854978" y="131742"/>
                </a:lnTo>
                <a:lnTo>
                  <a:pt x="855838" y="132094"/>
                </a:lnTo>
                <a:lnTo>
                  <a:pt x="856717" y="132419"/>
                </a:lnTo>
                <a:lnTo>
                  <a:pt x="857615" y="132719"/>
                </a:lnTo>
                <a:lnTo>
                  <a:pt x="858533" y="132993"/>
                </a:lnTo>
                <a:lnTo>
                  <a:pt x="859470" y="133240"/>
                </a:lnTo>
                <a:lnTo>
                  <a:pt x="860425" y="133462"/>
                </a:lnTo>
                <a:lnTo>
                  <a:pt x="861400" y="133657"/>
                </a:lnTo>
                <a:lnTo>
                  <a:pt x="862395" y="133827"/>
                </a:lnTo>
                <a:lnTo>
                  <a:pt x="863408" y="133970"/>
                </a:lnTo>
                <a:lnTo>
                  <a:pt x="864441" y="134087"/>
                </a:lnTo>
                <a:lnTo>
                  <a:pt x="865493" y="134178"/>
                </a:lnTo>
                <a:lnTo>
                  <a:pt x="866564" y="134244"/>
                </a:lnTo>
                <a:lnTo>
                  <a:pt x="867654" y="134283"/>
                </a:lnTo>
                <a:lnTo>
                  <a:pt x="868763" y="134296"/>
                </a:lnTo>
                <a:lnTo>
                  <a:pt x="869444" y="134291"/>
                </a:lnTo>
                <a:lnTo>
                  <a:pt x="870116" y="134278"/>
                </a:lnTo>
                <a:lnTo>
                  <a:pt x="870780" y="134256"/>
                </a:lnTo>
                <a:lnTo>
                  <a:pt x="871436" y="134225"/>
                </a:lnTo>
                <a:lnTo>
                  <a:pt x="872084" y="134186"/>
                </a:lnTo>
                <a:lnTo>
                  <a:pt x="872723" y="134138"/>
                </a:lnTo>
                <a:lnTo>
                  <a:pt x="873355" y="134081"/>
                </a:lnTo>
                <a:lnTo>
                  <a:pt x="873978" y="134015"/>
                </a:lnTo>
                <a:lnTo>
                  <a:pt x="874592" y="133940"/>
                </a:lnTo>
                <a:lnTo>
                  <a:pt x="875199" y="133857"/>
                </a:lnTo>
                <a:lnTo>
                  <a:pt x="875797" y="133765"/>
                </a:lnTo>
                <a:lnTo>
                  <a:pt x="876387" y="133664"/>
                </a:lnTo>
                <a:lnTo>
                  <a:pt x="876969" y="133554"/>
                </a:lnTo>
                <a:lnTo>
                  <a:pt x="877542" y="133436"/>
                </a:lnTo>
                <a:lnTo>
                  <a:pt x="878108" y="133309"/>
                </a:lnTo>
                <a:lnTo>
                  <a:pt x="878665" y="133173"/>
                </a:lnTo>
                <a:lnTo>
                  <a:pt x="879214" y="133028"/>
                </a:lnTo>
                <a:lnTo>
                  <a:pt x="879755" y="132874"/>
                </a:lnTo>
                <a:lnTo>
                  <a:pt x="880287" y="132712"/>
                </a:lnTo>
                <a:lnTo>
                  <a:pt x="880811" y="132541"/>
                </a:lnTo>
                <a:lnTo>
                  <a:pt x="881327" y="132361"/>
                </a:lnTo>
                <a:lnTo>
                  <a:pt x="881835" y="132173"/>
                </a:lnTo>
                <a:lnTo>
                  <a:pt x="882335" y="131975"/>
                </a:lnTo>
                <a:lnTo>
                  <a:pt x="882826" y="131769"/>
                </a:lnTo>
                <a:lnTo>
                  <a:pt x="883308" y="131555"/>
                </a:lnTo>
                <a:lnTo>
                  <a:pt x="883782" y="131333"/>
                </a:lnTo>
                <a:lnTo>
                  <a:pt x="884245" y="131105"/>
                </a:lnTo>
                <a:lnTo>
                  <a:pt x="884700" y="130869"/>
                </a:lnTo>
                <a:lnTo>
                  <a:pt x="885145" y="130626"/>
                </a:lnTo>
                <a:lnTo>
                  <a:pt x="885581" y="130376"/>
                </a:lnTo>
                <a:lnTo>
                  <a:pt x="886007" y="130119"/>
                </a:lnTo>
                <a:lnTo>
                  <a:pt x="886425" y="129855"/>
                </a:lnTo>
                <a:lnTo>
                  <a:pt x="886833" y="129584"/>
                </a:lnTo>
                <a:lnTo>
                  <a:pt x="887231" y="129305"/>
                </a:lnTo>
                <a:lnTo>
                  <a:pt x="887620" y="129020"/>
                </a:lnTo>
                <a:lnTo>
                  <a:pt x="888000" y="128727"/>
                </a:lnTo>
                <a:lnTo>
                  <a:pt x="888371" y="128427"/>
                </a:lnTo>
                <a:lnTo>
                  <a:pt x="888732" y="128120"/>
                </a:lnTo>
                <a:lnTo>
                  <a:pt x="889084" y="127806"/>
                </a:lnTo>
                <a:lnTo>
                  <a:pt x="889426" y="127485"/>
                </a:lnTo>
                <a:lnTo>
                  <a:pt x="889759" y="127157"/>
                </a:lnTo>
                <a:lnTo>
                  <a:pt x="890083" y="126822"/>
                </a:lnTo>
                <a:lnTo>
                  <a:pt x="890398" y="126479"/>
                </a:lnTo>
                <a:lnTo>
                  <a:pt x="890703" y="126129"/>
                </a:lnTo>
                <a:lnTo>
                  <a:pt x="890999" y="125773"/>
                </a:lnTo>
                <a:lnTo>
                  <a:pt x="891285" y="125409"/>
                </a:lnTo>
                <a:lnTo>
                  <a:pt x="891562" y="125038"/>
                </a:lnTo>
                <a:lnTo>
                  <a:pt x="891830" y="124660"/>
                </a:lnTo>
                <a:lnTo>
                  <a:pt x="892088" y="124275"/>
                </a:lnTo>
                <a:lnTo>
                  <a:pt x="892335" y="123884"/>
                </a:lnTo>
                <a:lnTo>
                  <a:pt x="892571" y="123487"/>
                </a:lnTo>
                <a:lnTo>
                  <a:pt x="892796" y="123084"/>
                </a:lnTo>
                <a:lnTo>
                  <a:pt x="893010" y="122675"/>
                </a:lnTo>
                <a:lnTo>
                  <a:pt x="893213" y="122260"/>
                </a:lnTo>
                <a:lnTo>
                  <a:pt x="893405" y="121838"/>
                </a:lnTo>
                <a:lnTo>
                  <a:pt x="893586" y="121411"/>
                </a:lnTo>
                <a:lnTo>
                  <a:pt x="893756" y="120978"/>
                </a:lnTo>
                <a:lnTo>
                  <a:pt x="893915" y="120539"/>
                </a:lnTo>
                <a:lnTo>
                  <a:pt x="894064" y="120094"/>
                </a:lnTo>
                <a:lnTo>
                  <a:pt x="894201" y="119643"/>
                </a:lnTo>
                <a:lnTo>
                  <a:pt x="894327" y="119185"/>
                </a:lnTo>
                <a:lnTo>
                  <a:pt x="894442" y="118722"/>
                </a:lnTo>
                <a:lnTo>
                  <a:pt x="894546" y="118253"/>
                </a:lnTo>
                <a:lnTo>
                  <a:pt x="894640" y="117777"/>
                </a:lnTo>
                <a:lnTo>
                  <a:pt x="894722" y="117296"/>
                </a:lnTo>
                <a:lnTo>
                  <a:pt x="894778" y="116916"/>
                </a:lnTo>
                <a:lnTo>
                  <a:pt x="895150" y="116916"/>
                </a:lnTo>
                <a:lnTo>
                  <a:pt x="895150" y="132717"/>
                </a:lnTo>
                <a:lnTo>
                  <a:pt x="909210" y="132717"/>
                </a:lnTo>
                <a:lnTo>
                  <a:pt x="909210" y="72993"/>
                </a:lnTo>
                <a:lnTo>
                  <a:pt x="909195" y="71871"/>
                </a:lnTo>
                <a:lnTo>
                  <a:pt x="909151" y="70770"/>
                </a:lnTo>
                <a:close/>
                <a:moveTo>
                  <a:pt x="868206" y="122028"/>
                </a:moveTo>
                <a:lnTo>
                  <a:pt x="867579" y="121933"/>
                </a:lnTo>
                <a:lnTo>
                  <a:pt x="866964" y="121824"/>
                </a:lnTo>
                <a:lnTo>
                  <a:pt x="866363" y="121701"/>
                </a:lnTo>
                <a:lnTo>
                  <a:pt x="865774" y="121563"/>
                </a:lnTo>
                <a:lnTo>
                  <a:pt x="865199" y="121410"/>
                </a:lnTo>
                <a:lnTo>
                  <a:pt x="864636" y="121243"/>
                </a:lnTo>
                <a:lnTo>
                  <a:pt x="864086" y="121061"/>
                </a:lnTo>
                <a:lnTo>
                  <a:pt x="863549" y="120865"/>
                </a:lnTo>
                <a:lnTo>
                  <a:pt x="863025" y="120654"/>
                </a:lnTo>
                <a:lnTo>
                  <a:pt x="862514" y="120428"/>
                </a:lnTo>
                <a:lnTo>
                  <a:pt x="862016" y="120189"/>
                </a:lnTo>
                <a:lnTo>
                  <a:pt x="861530" y="119934"/>
                </a:lnTo>
                <a:lnTo>
                  <a:pt x="861058" y="119665"/>
                </a:lnTo>
                <a:lnTo>
                  <a:pt x="860598" y="119382"/>
                </a:lnTo>
                <a:lnTo>
                  <a:pt x="860151" y="119084"/>
                </a:lnTo>
                <a:lnTo>
                  <a:pt x="859718" y="118771"/>
                </a:lnTo>
                <a:lnTo>
                  <a:pt x="859297" y="118444"/>
                </a:lnTo>
                <a:lnTo>
                  <a:pt x="858889" y="118102"/>
                </a:lnTo>
                <a:lnTo>
                  <a:pt x="858495" y="117748"/>
                </a:lnTo>
                <a:lnTo>
                  <a:pt x="858119" y="117383"/>
                </a:lnTo>
                <a:lnTo>
                  <a:pt x="857759" y="117007"/>
                </a:lnTo>
                <a:lnTo>
                  <a:pt x="857416" y="116621"/>
                </a:lnTo>
                <a:lnTo>
                  <a:pt x="857090" y="116224"/>
                </a:lnTo>
                <a:lnTo>
                  <a:pt x="856780" y="115816"/>
                </a:lnTo>
                <a:lnTo>
                  <a:pt x="856487" y="115397"/>
                </a:lnTo>
                <a:lnTo>
                  <a:pt x="856211" y="114968"/>
                </a:lnTo>
                <a:lnTo>
                  <a:pt x="855952" y="114528"/>
                </a:lnTo>
                <a:lnTo>
                  <a:pt x="855709" y="114078"/>
                </a:lnTo>
                <a:lnTo>
                  <a:pt x="855483" y="113617"/>
                </a:lnTo>
                <a:lnTo>
                  <a:pt x="855274" y="113145"/>
                </a:lnTo>
                <a:lnTo>
                  <a:pt x="855082" y="112662"/>
                </a:lnTo>
                <a:lnTo>
                  <a:pt x="854906" y="112169"/>
                </a:lnTo>
                <a:lnTo>
                  <a:pt x="854747" y="111665"/>
                </a:lnTo>
                <a:lnTo>
                  <a:pt x="854605" y="111150"/>
                </a:lnTo>
                <a:lnTo>
                  <a:pt x="854479" y="110625"/>
                </a:lnTo>
                <a:lnTo>
                  <a:pt x="854371" y="110089"/>
                </a:lnTo>
                <a:lnTo>
                  <a:pt x="854279" y="109542"/>
                </a:lnTo>
                <a:lnTo>
                  <a:pt x="854203" y="108985"/>
                </a:lnTo>
                <a:lnTo>
                  <a:pt x="854145" y="108417"/>
                </a:lnTo>
                <a:lnTo>
                  <a:pt x="854103" y="107838"/>
                </a:lnTo>
                <a:lnTo>
                  <a:pt x="854078" y="107248"/>
                </a:lnTo>
                <a:lnTo>
                  <a:pt x="854069" y="106648"/>
                </a:lnTo>
                <a:lnTo>
                  <a:pt x="854077" y="106074"/>
                </a:lnTo>
                <a:lnTo>
                  <a:pt x="854100" y="105509"/>
                </a:lnTo>
                <a:lnTo>
                  <a:pt x="854137" y="104953"/>
                </a:lnTo>
                <a:lnTo>
                  <a:pt x="854190" y="104407"/>
                </a:lnTo>
                <a:lnTo>
                  <a:pt x="854258" y="103871"/>
                </a:lnTo>
                <a:lnTo>
                  <a:pt x="854341" y="103345"/>
                </a:lnTo>
                <a:lnTo>
                  <a:pt x="854439" y="102828"/>
                </a:lnTo>
                <a:lnTo>
                  <a:pt x="854552" y="102320"/>
                </a:lnTo>
                <a:lnTo>
                  <a:pt x="854680" y="101823"/>
                </a:lnTo>
                <a:lnTo>
                  <a:pt x="854824" y="101335"/>
                </a:lnTo>
                <a:lnTo>
                  <a:pt x="854982" y="100856"/>
                </a:lnTo>
                <a:lnTo>
                  <a:pt x="855155" y="100387"/>
                </a:lnTo>
                <a:lnTo>
                  <a:pt x="855344" y="99928"/>
                </a:lnTo>
                <a:lnTo>
                  <a:pt x="855548" y="99478"/>
                </a:lnTo>
                <a:lnTo>
                  <a:pt x="855766" y="99038"/>
                </a:lnTo>
                <a:lnTo>
                  <a:pt x="856000" y="98608"/>
                </a:lnTo>
                <a:lnTo>
                  <a:pt x="856249" y="98187"/>
                </a:lnTo>
                <a:lnTo>
                  <a:pt x="856513" y="97776"/>
                </a:lnTo>
                <a:lnTo>
                  <a:pt x="856792" y="97374"/>
                </a:lnTo>
                <a:lnTo>
                  <a:pt x="857086" y="96982"/>
                </a:lnTo>
                <a:lnTo>
                  <a:pt x="857395" y="96600"/>
                </a:lnTo>
                <a:lnTo>
                  <a:pt x="857720" y="96227"/>
                </a:lnTo>
                <a:lnTo>
                  <a:pt x="858059" y="95864"/>
                </a:lnTo>
                <a:lnTo>
                  <a:pt x="858414" y="95510"/>
                </a:lnTo>
                <a:lnTo>
                  <a:pt x="858780" y="95168"/>
                </a:lnTo>
                <a:lnTo>
                  <a:pt x="859156" y="94841"/>
                </a:lnTo>
                <a:lnTo>
                  <a:pt x="859541" y="94529"/>
                </a:lnTo>
                <a:lnTo>
                  <a:pt x="859935" y="94231"/>
                </a:lnTo>
                <a:lnTo>
                  <a:pt x="860338" y="93947"/>
                </a:lnTo>
                <a:lnTo>
                  <a:pt x="860750" y="93678"/>
                </a:lnTo>
                <a:lnTo>
                  <a:pt x="861171" y="93424"/>
                </a:lnTo>
                <a:lnTo>
                  <a:pt x="861601" y="93184"/>
                </a:lnTo>
                <a:lnTo>
                  <a:pt x="862040" y="92958"/>
                </a:lnTo>
                <a:lnTo>
                  <a:pt x="862488" y="92747"/>
                </a:lnTo>
                <a:lnTo>
                  <a:pt x="862945" y="92551"/>
                </a:lnTo>
                <a:lnTo>
                  <a:pt x="863411" y="92369"/>
                </a:lnTo>
                <a:lnTo>
                  <a:pt x="863887" y="92202"/>
                </a:lnTo>
                <a:lnTo>
                  <a:pt x="864371" y="92049"/>
                </a:lnTo>
                <a:lnTo>
                  <a:pt x="864864" y="91911"/>
                </a:lnTo>
                <a:lnTo>
                  <a:pt x="865367" y="91788"/>
                </a:lnTo>
                <a:lnTo>
                  <a:pt x="865878" y="91679"/>
                </a:lnTo>
                <a:lnTo>
                  <a:pt x="866398" y="91584"/>
                </a:lnTo>
                <a:lnTo>
                  <a:pt x="866928" y="91504"/>
                </a:lnTo>
                <a:lnTo>
                  <a:pt x="867466" y="91439"/>
                </a:lnTo>
                <a:lnTo>
                  <a:pt x="868014" y="91388"/>
                </a:lnTo>
                <a:lnTo>
                  <a:pt x="868571" y="91352"/>
                </a:lnTo>
                <a:lnTo>
                  <a:pt x="869136" y="91330"/>
                </a:lnTo>
                <a:lnTo>
                  <a:pt x="869711" y="91322"/>
                </a:lnTo>
                <a:lnTo>
                  <a:pt x="894991" y="91322"/>
                </a:lnTo>
                <a:lnTo>
                  <a:pt x="894991" y="103488"/>
                </a:lnTo>
                <a:lnTo>
                  <a:pt x="894980" y="104205"/>
                </a:lnTo>
                <a:lnTo>
                  <a:pt x="894948" y="104910"/>
                </a:lnTo>
                <a:lnTo>
                  <a:pt x="894895" y="105603"/>
                </a:lnTo>
                <a:lnTo>
                  <a:pt x="894820" y="106283"/>
                </a:lnTo>
                <a:lnTo>
                  <a:pt x="894723" y="106950"/>
                </a:lnTo>
                <a:lnTo>
                  <a:pt x="894606" y="107605"/>
                </a:lnTo>
                <a:lnTo>
                  <a:pt x="894467" y="108247"/>
                </a:lnTo>
                <a:lnTo>
                  <a:pt x="894306" y="108877"/>
                </a:lnTo>
                <a:lnTo>
                  <a:pt x="894124" y="109493"/>
                </a:lnTo>
                <a:lnTo>
                  <a:pt x="893921" y="110098"/>
                </a:lnTo>
                <a:lnTo>
                  <a:pt x="893696" y="110689"/>
                </a:lnTo>
                <a:lnTo>
                  <a:pt x="893450" y="111269"/>
                </a:lnTo>
                <a:lnTo>
                  <a:pt x="893183" y="111835"/>
                </a:lnTo>
                <a:lnTo>
                  <a:pt x="892894" y="112389"/>
                </a:lnTo>
                <a:lnTo>
                  <a:pt x="892584" y="112930"/>
                </a:lnTo>
                <a:lnTo>
                  <a:pt x="892252" y="113459"/>
                </a:lnTo>
                <a:lnTo>
                  <a:pt x="891899" y="113975"/>
                </a:lnTo>
                <a:lnTo>
                  <a:pt x="891525" y="114478"/>
                </a:lnTo>
                <a:lnTo>
                  <a:pt x="891129" y="114969"/>
                </a:lnTo>
                <a:lnTo>
                  <a:pt x="890712" y="115447"/>
                </a:lnTo>
                <a:lnTo>
                  <a:pt x="890273" y="115913"/>
                </a:lnTo>
                <a:lnTo>
                  <a:pt x="889813" y="116366"/>
                </a:lnTo>
                <a:lnTo>
                  <a:pt x="889332" y="116806"/>
                </a:lnTo>
                <a:lnTo>
                  <a:pt x="888829" y="117234"/>
                </a:lnTo>
                <a:lnTo>
                  <a:pt x="888308" y="117647"/>
                </a:lnTo>
                <a:lnTo>
                  <a:pt x="887772" y="118042"/>
                </a:lnTo>
                <a:lnTo>
                  <a:pt x="887222" y="118419"/>
                </a:lnTo>
                <a:lnTo>
                  <a:pt x="886656" y="118779"/>
                </a:lnTo>
                <a:lnTo>
                  <a:pt x="886076" y="119121"/>
                </a:lnTo>
                <a:lnTo>
                  <a:pt x="885481" y="119446"/>
                </a:lnTo>
                <a:lnTo>
                  <a:pt x="884871" y="119753"/>
                </a:lnTo>
                <a:lnTo>
                  <a:pt x="884247" y="120043"/>
                </a:lnTo>
                <a:lnTo>
                  <a:pt x="883607" y="120315"/>
                </a:lnTo>
                <a:lnTo>
                  <a:pt x="882953" y="120569"/>
                </a:lnTo>
                <a:lnTo>
                  <a:pt x="882284" y="120806"/>
                </a:lnTo>
                <a:lnTo>
                  <a:pt x="881601" y="121026"/>
                </a:lnTo>
                <a:lnTo>
                  <a:pt x="880902" y="121228"/>
                </a:lnTo>
                <a:lnTo>
                  <a:pt x="880188" y="121412"/>
                </a:lnTo>
                <a:lnTo>
                  <a:pt x="879460" y="121579"/>
                </a:lnTo>
                <a:lnTo>
                  <a:pt x="878717" y="121728"/>
                </a:lnTo>
                <a:lnTo>
                  <a:pt x="877959" y="121860"/>
                </a:lnTo>
                <a:lnTo>
                  <a:pt x="877187" y="121974"/>
                </a:lnTo>
                <a:lnTo>
                  <a:pt x="876399" y="122070"/>
                </a:lnTo>
                <a:lnTo>
                  <a:pt x="875597" y="122149"/>
                </a:lnTo>
                <a:lnTo>
                  <a:pt x="874780" y="122211"/>
                </a:lnTo>
                <a:lnTo>
                  <a:pt x="873948" y="122255"/>
                </a:lnTo>
                <a:lnTo>
                  <a:pt x="873101" y="122281"/>
                </a:lnTo>
                <a:lnTo>
                  <a:pt x="872240" y="122290"/>
                </a:lnTo>
                <a:lnTo>
                  <a:pt x="871535" y="122282"/>
                </a:lnTo>
                <a:lnTo>
                  <a:pt x="870844" y="122261"/>
                </a:lnTo>
                <a:lnTo>
                  <a:pt x="870165" y="122224"/>
                </a:lnTo>
                <a:lnTo>
                  <a:pt x="869499" y="122173"/>
                </a:lnTo>
                <a:lnTo>
                  <a:pt x="868846" y="122108"/>
                </a:lnTo>
                <a:lnTo>
                  <a:pt x="868206" y="122028"/>
                </a:lnTo>
                <a:close/>
                <a:moveTo>
                  <a:pt x="427450" y="133881"/>
                </a:moveTo>
                <a:lnTo>
                  <a:pt x="427413" y="134448"/>
                </a:lnTo>
                <a:lnTo>
                  <a:pt x="427361" y="135005"/>
                </a:lnTo>
                <a:lnTo>
                  <a:pt x="427294" y="135552"/>
                </a:lnTo>
                <a:lnTo>
                  <a:pt x="427213" y="136089"/>
                </a:lnTo>
                <a:lnTo>
                  <a:pt x="427116" y="136615"/>
                </a:lnTo>
                <a:lnTo>
                  <a:pt x="427005" y="137132"/>
                </a:lnTo>
                <a:lnTo>
                  <a:pt x="426879" y="137638"/>
                </a:lnTo>
                <a:lnTo>
                  <a:pt x="426739" y="138134"/>
                </a:lnTo>
                <a:lnTo>
                  <a:pt x="426583" y="138620"/>
                </a:lnTo>
                <a:lnTo>
                  <a:pt x="426413" y="139096"/>
                </a:lnTo>
                <a:lnTo>
                  <a:pt x="426227" y="139561"/>
                </a:lnTo>
                <a:lnTo>
                  <a:pt x="426027" y="140017"/>
                </a:lnTo>
                <a:lnTo>
                  <a:pt x="425813" y="140462"/>
                </a:lnTo>
                <a:lnTo>
                  <a:pt x="425583" y="140897"/>
                </a:lnTo>
                <a:lnTo>
                  <a:pt x="425338" y="141322"/>
                </a:lnTo>
                <a:lnTo>
                  <a:pt x="425079" y="141737"/>
                </a:lnTo>
                <a:lnTo>
                  <a:pt x="424805" y="142142"/>
                </a:lnTo>
                <a:lnTo>
                  <a:pt x="424516" y="142537"/>
                </a:lnTo>
                <a:lnTo>
                  <a:pt x="424212" y="142921"/>
                </a:lnTo>
                <a:lnTo>
                  <a:pt x="423894" y="143295"/>
                </a:lnTo>
                <a:lnTo>
                  <a:pt x="423561" y="143660"/>
                </a:lnTo>
                <a:lnTo>
                  <a:pt x="423212" y="144014"/>
                </a:lnTo>
                <a:lnTo>
                  <a:pt x="422851" y="144355"/>
                </a:lnTo>
                <a:lnTo>
                  <a:pt x="422480" y="144683"/>
                </a:lnTo>
                <a:lnTo>
                  <a:pt x="422097" y="144995"/>
                </a:lnTo>
                <a:lnTo>
                  <a:pt x="421703" y="145293"/>
                </a:lnTo>
                <a:lnTo>
                  <a:pt x="421298" y="145577"/>
                </a:lnTo>
                <a:lnTo>
                  <a:pt x="420882" y="145846"/>
                </a:lnTo>
                <a:lnTo>
                  <a:pt x="420455" y="146100"/>
                </a:lnTo>
                <a:lnTo>
                  <a:pt x="420018" y="146340"/>
                </a:lnTo>
                <a:lnTo>
                  <a:pt x="419569" y="146566"/>
                </a:lnTo>
                <a:lnTo>
                  <a:pt x="419109" y="146776"/>
                </a:lnTo>
                <a:lnTo>
                  <a:pt x="418638" y="146973"/>
                </a:lnTo>
                <a:lnTo>
                  <a:pt x="418157" y="147154"/>
                </a:lnTo>
                <a:lnTo>
                  <a:pt x="417664" y="147322"/>
                </a:lnTo>
                <a:lnTo>
                  <a:pt x="417160" y="147474"/>
                </a:lnTo>
                <a:lnTo>
                  <a:pt x="416646" y="147612"/>
                </a:lnTo>
                <a:lnTo>
                  <a:pt x="416120" y="147736"/>
                </a:lnTo>
                <a:lnTo>
                  <a:pt x="415584" y="147845"/>
                </a:lnTo>
                <a:lnTo>
                  <a:pt x="415036" y="147940"/>
                </a:lnTo>
                <a:lnTo>
                  <a:pt x="414477" y="148020"/>
                </a:lnTo>
                <a:lnTo>
                  <a:pt x="413908" y="148085"/>
                </a:lnTo>
                <a:lnTo>
                  <a:pt x="413327" y="148136"/>
                </a:lnTo>
                <a:lnTo>
                  <a:pt x="412736" y="148172"/>
                </a:lnTo>
                <a:lnTo>
                  <a:pt x="412133" y="148194"/>
                </a:lnTo>
                <a:lnTo>
                  <a:pt x="411520" y="148201"/>
                </a:lnTo>
                <a:lnTo>
                  <a:pt x="387030" y="148201"/>
                </a:lnTo>
                <a:lnTo>
                  <a:pt x="387030" y="161155"/>
                </a:lnTo>
                <a:lnTo>
                  <a:pt x="411363" y="161155"/>
                </a:lnTo>
                <a:lnTo>
                  <a:pt x="412525" y="161141"/>
                </a:lnTo>
                <a:lnTo>
                  <a:pt x="413666" y="161102"/>
                </a:lnTo>
                <a:lnTo>
                  <a:pt x="414786" y="161035"/>
                </a:lnTo>
                <a:lnTo>
                  <a:pt x="415886" y="160942"/>
                </a:lnTo>
                <a:lnTo>
                  <a:pt x="416965" y="160822"/>
                </a:lnTo>
                <a:lnTo>
                  <a:pt x="418024" y="160676"/>
                </a:lnTo>
                <a:lnTo>
                  <a:pt x="419062" y="160503"/>
                </a:lnTo>
                <a:lnTo>
                  <a:pt x="420080" y="160303"/>
                </a:lnTo>
                <a:lnTo>
                  <a:pt x="421077" y="160077"/>
                </a:lnTo>
                <a:lnTo>
                  <a:pt x="422053" y="159824"/>
                </a:lnTo>
                <a:lnTo>
                  <a:pt x="423009" y="159545"/>
                </a:lnTo>
                <a:lnTo>
                  <a:pt x="423944" y="159239"/>
                </a:lnTo>
                <a:lnTo>
                  <a:pt x="424859" y="158906"/>
                </a:lnTo>
                <a:lnTo>
                  <a:pt x="425753" y="158547"/>
                </a:lnTo>
                <a:lnTo>
                  <a:pt x="426626" y="158161"/>
                </a:lnTo>
                <a:lnTo>
                  <a:pt x="427479" y="157749"/>
                </a:lnTo>
                <a:lnTo>
                  <a:pt x="428312" y="157309"/>
                </a:lnTo>
                <a:lnTo>
                  <a:pt x="429123" y="156844"/>
                </a:lnTo>
                <a:lnTo>
                  <a:pt x="429915" y="156351"/>
                </a:lnTo>
                <a:lnTo>
                  <a:pt x="430685" y="155832"/>
                </a:lnTo>
                <a:lnTo>
                  <a:pt x="431435" y="155287"/>
                </a:lnTo>
                <a:lnTo>
                  <a:pt x="432165" y="154715"/>
                </a:lnTo>
                <a:lnTo>
                  <a:pt x="432874" y="154116"/>
                </a:lnTo>
                <a:lnTo>
                  <a:pt x="433562" y="153491"/>
                </a:lnTo>
                <a:lnTo>
                  <a:pt x="434226" y="152843"/>
                </a:lnTo>
                <a:lnTo>
                  <a:pt x="434862" y="152176"/>
                </a:lnTo>
                <a:lnTo>
                  <a:pt x="435469" y="151490"/>
                </a:lnTo>
                <a:lnTo>
                  <a:pt x="436048" y="150785"/>
                </a:lnTo>
                <a:lnTo>
                  <a:pt x="436599" y="150062"/>
                </a:lnTo>
                <a:lnTo>
                  <a:pt x="437122" y="149319"/>
                </a:lnTo>
                <a:lnTo>
                  <a:pt x="437616" y="148558"/>
                </a:lnTo>
                <a:lnTo>
                  <a:pt x="438082" y="147777"/>
                </a:lnTo>
                <a:lnTo>
                  <a:pt x="438520" y="146978"/>
                </a:lnTo>
                <a:lnTo>
                  <a:pt x="438930" y="146160"/>
                </a:lnTo>
                <a:lnTo>
                  <a:pt x="439311" y="145322"/>
                </a:lnTo>
                <a:lnTo>
                  <a:pt x="439664" y="144466"/>
                </a:lnTo>
                <a:lnTo>
                  <a:pt x="439989" y="143591"/>
                </a:lnTo>
                <a:lnTo>
                  <a:pt x="440286" y="142697"/>
                </a:lnTo>
                <a:lnTo>
                  <a:pt x="440554" y="141784"/>
                </a:lnTo>
                <a:lnTo>
                  <a:pt x="440795" y="140853"/>
                </a:lnTo>
                <a:lnTo>
                  <a:pt x="441006" y="139902"/>
                </a:lnTo>
                <a:lnTo>
                  <a:pt x="441190" y="138932"/>
                </a:lnTo>
                <a:lnTo>
                  <a:pt x="441345" y="137943"/>
                </a:lnTo>
                <a:lnTo>
                  <a:pt x="441473" y="136936"/>
                </a:lnTo>
                <a:lnTo>
                  <a:pt x="441571" y="135909"/>
                </a:lnTo>
                <a:lnTo>
                  <a:pt x="441642" y="134864"/>
                </a:lnTo>
                <a:lnTo>
                  <a:pt x="441684" y="133800"/>
                </a:lnTo>
                <a:lnTo>
                  <a:pt x="441699" y="132717"/>
                </a:lnTo>
                <a:lnTo>
                  <a:pt x="441699" y="45818"/>
                </a:lnTo>
                <a:lnTo>
                  <a:pt x="427636" y="45818"/>
                </a:lnTo>
                <a:lnTo>
                  <a:pt x="427636" y="60828"/>
                </a:lnTo>
                <a:lnTo>
                  <a:pt x="427333" y="60828"/>
                </a:lnTo>
                <a:lnTo>
                  <a:pt x="427241" y="60285"/>
                </a:lnTo>
                <a:lnTo>
                  <a:pt x="427098" y="59584"/>
                </a:lnTo>
                <a:lnTo>
                  <a:pt x="426934" y="58897"/>
                </a:lnTo>
                <a:lnTo>
                  <a:pt x="426747" y="58224"/>
                </a:lnTo>
                <a:lnTo>
                  <a:pt x="426539" y="57564"/>
                </a:lnTo>
                <a:lnTo>
                  <a:pt x="426308" y="56918"/>
                </a:lnTo>
                <a:lnTo>
                  <a:pt x="426056" y="56286"/>
                </a:lnTo>
                <a:lnTo>
                  <a:pt x="425782" y="55667"/>
                </a:lnTo>
                <a:lnTo>
                  <a:pt x="425485" y="55062"/>
                </a:lnTo>
                <a:lnTo>
                  <a:pt x="425167" y="54471"/>
                </a:lnTo>
                <a:lnTo>
                  <a:pt x="424827" y="53894"/>
                </a:lnTo>
                <a:lnTo>
                  <a:pt x="424465" y="53330"/>
                </a:lnTo>
                <a:lnTo>
                  <a:pt x="424081" y="52780"/>
                </a:lnTo>
                <a:lnTo>
                  <a:pt x="423674" y="52244"/>
                </a:lnTo>
                <a:lnTo>
                  <a:pt x="423246" y="51722"/>
                </a:lnTo>
                <a:lnTo>
                  <a:pt x="422797" y="51213"/>
                </a:lnTo>
                <a:lnTo>
                  <a:pt x="422325" y="50718"/>
                </a:lnTo>
                <a:lnTo>
                  <a:pt x="421831" y="50237"/>
                </a:lnTo>
                <a:lnTo>
                  <a:pt x="421315" y="49769"/>
                </a:lnTo>
                <a:lnTo>
                  <a:pt x="420781" y="49318"/>
                </a:lnTo>
                <a:lnTo>
                  <a:pt x="420232" y="48886"/>
                </a:lnTo>
                <a:lnTo>
                  <a:pt x="419669" y="48473"/>
                </a:lnTo>
                <a:lnTo>
                  <a:pt x="419090" y="48079"/>
                </a:lnTo>
                <a:lnTo>
                  <a:pt x="418497" y="47705"/>
                </a:lnTo>
                <a:lnTo>
                  <a:pt x="417889" y="47350"/>
                </a:lnTo>
                <a:lnTo>
                  <a:pt x="417266" y="47014"/>
                </a:lnTo>
                <a:lnTo>
                  <a:pt x="416628" y="46697"/>
                </a:lnTo>
                <a:lnTo>
                  <a:pt x="415976" y="46399"/>
                </a:lnTo>
                <a:lnTo>
                  <a:pt x="415308" y="46121"/>
                </a:lnTo>
                <a:lnTo>
                  <a:pt x="414626" y="45861"/>
                </a:lnTo>
                <a:lnTo>
                  <a:pt x="413929" y="45621"/>
                </a:lnTo>
                <a:lnTo>
                  <a:pt x="413218" y="45401"/>
                </a:lnTo>
                <a:lnTo>
                  <a:pt x="412491" y="45199"/>
                </a:lnTo>
                <a:lnTo>
                  <a:pt x="411750" y="45017"/>
                </a:lnTo>
                <a:lnTo>
                  <a:pt x="410993" y="44853"/>
                </a:lnTo>
                <a:lnTo>
                  <a:pt x="410222" y="44709"/>
                </a:lnTo>
                <a:lnTo>
                  <a:pt x="409436" y="44584"/>
                </a:lnTo>
                <a:lnTo>
                  <a:pt x="408636" y="44479"/>
                </a:lnTo>
                <a:lnTo>
                  <a:pt x="407820" y="44392"/>
                </a:lnTo>
                <a:lnTo>
                  <a:pt x="406990" y="44325"/>
                </a:lnTo>
                <a:lnTo>
                  <a:pt x="406145" y="44277"/>
                </a:lnTo>
                <a:lnTo>
                  <a:pt x="405285" y="44248"/>
                </a:lnTo>
                <a:lnTo>
                  <a:pt x="404410" y="44239"/>
                </a:lnTo>
                <a:lnTo>
                  <a:pt x="403301" y="44254"/>
                </a:lnTo>
                <a:lnTo>
                  <a:pt x="402212" y="44299"/>
                </a:lnTo>
                <a:lnTo>
                  <a:pt x="401142" y="44375"/>
                </a:lnTo>
                <a:lnTo>
                  <a:pt x="400092" y="44480"/>
                </a:lnTo>
                <a:lnTo>
                  <a:pt x="399062" y="44616"/>
                </a:lnTo>
                <a:lnTo>
                  <a:pt x="398051" y="44782"/>
                </a:lnTo>
                <a:lnTo>
                  <a:pt x="397061" y="44978"/>
                </a:lnTo>
                <a:lnTo>
                  <a:pt x="396090" y="45205"/>
                </a:lnTo>
                <a:lnTo>
                  <a:pt x="395138" y="45461"/>
                </a:lnTo>
                <a:lnTo>
                  <a:pt x="394207" y="45748"/>
                </a:lnTo>
                <a:lnTo>
                  <a:pt x="393295" y="46065"/>
                </a:lnTo>
                <a:lnTo>
                  <a:pt x="392403" y="46412"/>
                </a:lnTo>
                <a:lnTo>
                  <a:pt x="391531" y="46789"/>
                </a:lnTo>
                <a:lnTo>
                  <a:pt x="390678" y="47196"/>
                </a:lnTo>
                <a:lnTo>
                  <a:pt x="389845" y="47634"/>
                </a:lnTo>
                <a:lnTo>
                  <a:pt x="389032" y="48102"/>
                </a:lnTo>
                <a:lnTo>
                  <a:pt x="388239" y="48599"/>
                </a:lnTo>
                <a:lnTo>
                  <a:pt x="387465" y="49128"/>
                </a:lnTo>
                <a:lnTo>
                  <a:pt x="386711" y="49686"/>
                </a:lnTo>
                <a:lnTo>
                  <a:pt x="385977" y="50274"/>
                </a:lnTo>
                <a:lnTo>
                  <a:pt x="385263" y="50893"/>
                </a:lnTo>
                <a:lnTo>
                  <a:pt x="384568" y="51542"/>
                </a:lnTo>
                <a:lnTo>
                  <a:pt x="383893" y="52221"/>
                </a:lnTo>
                <a:lnTo>
                  <a:pt x="383238" y="52930"/>
                </a:lnTo>
                <a:lnTo>
                  <a:pt x="382607" y="53665"/>
                </a:lnTo>
                <a:lnTo>
                  <a:pt x="382002" y="54421"/>
                </a:lnTo>
                <a:lnTo>
                  <a:pt x="381424" y="55198"/>
                </a:lnTo>
                <a:lnTo>
                  <a:pt x="380873" y="55997"/>
                </a:lnTo>
                <a:lnTo>
                  <a:pt x="380349" y="56818"/>
                </a:lnTo>
                <a:lnTo>
                  <a:pt x="379851" y="57659"/>
                </a:lnTo>
                <a:lnTo>
                  <a:pt x="379381" y="58522"/>
                </a:lnTo>
                <a:lnTo>
                  <a:pt x="378938" y="59407"/>
                </a:lnTo>
                <a:lnTo>
                  <a:pt x="378521" y="60313"/>
                </a:lnTo>
                <a:lnTo>
                  <a:pt x="378131" y="61240"/>
                </a:lnTo>
                <a:lnTo>
                  <a:pt x="377768" y="62189"/>
                </a:lnTo>
                <a:lnTo>
                  <a:pt x="377432" y="63159"/>
                </a:lnTo>
                <a:lnTo>
                  <a:pt x="377123" y="64151"/>
                </a:lnTo>
                <a:lnTo>
                  <a:pt x="376841" y="65163"/>
                </a:lnTo>
                <a:lnTo>
                  <a:pt x="376586" y="66198"/>
                </a:lnTo>
                <a:lnTo>
                  <a:pt x="376357" y="67253"/>
                </a:lnTo>
                <a:lnTo>
                  <a:pt x="376156" y="68331"/>
                </a:lnTo>
                <a:lnTo>
                  <a:pt x="375981" y="69429"/>
                </a:lnTo>
                <a:lnTo>
                  <a:pt x="375833" y="70549"/>
                </a:lnTo>
                <a:lnTo>
                  <a:pt x="375712" y="71690"/>
                </a:lnTo>
                <a:lnTo>
                  <a:pt x="375618" y="72853"/>
                </a:lnTo>
                <a:lnTo>
                  <a:pt x="375551" y="74037"/>
                </a:lnTo>
                <a:lnTo>
                  <a:pt x="375510" y="75242"/>
                </a:lnTo>
                <a:lnTo>
                  <a:pt x="375497" y="76469"/>
                </a:lnTo>
                <a:lnTo>
                  <a:pt x="375497" y="94796"/>
                </a:lnTo>
                <a:lnTo>
                  <a:pt x="375510" y="96023"/>
                </a:lnTo>
                <a:lnTo>
                  <a:pt x="375551" y="97228"/>
                </a:lnTo>
                <a:lnTo>
                  <a:pt x="375618" y="98411"/>
                </a:lnTo>
                <a:lnTo>
                  <a:pt x="375712" y="99572"/>
                </a:lnTo>
                <a:lnTo>
                  <a:pt x="375833" y="100711"/>
                </a:lnTo>
                <a:lnTo>
                  <a:pt x="375981" y="101828"/>
                </a:lnTo>
                <a:lnTo>
                  <a:pt x="376156" y="102923"/>
                </a:lnTo>
                <a:lnTo>
                  <a:pt x="376357" y="103996"/>
                </a:lnTo>
                <a:lnTo>
                  <a:pt x="376586" y="105047"/>
                </a:lnTo>
                <a:lnTo>
                  <a:pt x="376841" y="106077"/>
                </a:lnTo>
                <a:lnTo>
                  <a:pt x="377123" y="107084"/>
                </a:lnTo>
                <a:lnTo>
                  <a:pt x="377432" y="108069"/>
                </a:lnTo>
                <a:lnTo>
                  <a:pt x="377768" y="109033"/>
                </a:lnTo>
                <a:lnTo>
                  <a:pt x="378131" y="109974"/>
                </a:lnTo>
                <a:lnTo>
                  <a:pt x="378521" y="110894"/>
                </a:lnTo>
                <a:lnTo>
                  <a:pt x="378938" y="111791"/>
                </a:lnTo>
                <a:lnTo>
                  <a:pt x="379381" y="112667"/>
                </a:lnTo>
                <a:lnTo>
                  <a:pt x="379851" y="113521"/>
                </a:lnTo>
                <a:lnTo>
                  <a:pt x="380349" y="114352"/>
                </a:lnTo>
                <a:lnTo>
                  <a:pt x="380873" y="115162"/>
                </a:lnTo>
                <a:lnTo>
                  <a:pt x="381424" y="115950"/>
                </a:lnTo>
                <a:lnTo>
                  <a:pt x="382002" y="116716"/>
                </a:lnTo>
                <a:lnTo>
                  <a:pt x="382607" y="117460"/>
                </a:lnTo>
                <a:lnTo>
                  <a:pt x="383238" y="118182"/>
                </a:lnTo>
                <a:lnTo>
                  <a:pt x="383893" y="118878"/>
                </a:lnTo>
                <a:lnTo>
                  <a:pt x="384568" y="119544"/>
                </a:lnTo>
                <a:lnTo>
                  <a:pt x="385263" y="120181"/>
                </a:lnTo>
                <a:lnTo>
                  <a:pt x="385977" y="120789"/>
                </a:lnTo>
                <a:lnTo>
                  <a:pt x="386711" y="121366"/>
                </a:lnTo>
                <a:lnTo>
                  <a:pt x="387465" y="121914"/>
                </a:lnTo>
                <a:lnTo>
                  <a:pt x="388239" y="122433"/>
                </a:lnTo>
                <a:lnTo>
                  <a:pt x="389032" y="122922"/>
                </a:lnTo>
                <a:lnTo>
                  <a:pt x="389845" y="123381"/>
                </a:lnTo>
                <a:lnTo>
                  <a:pt x="390678" y="123810"/>
                </a:lnTo>
                <a:lnTo>
                  <a:pt x="391531" y="124210"/>
                </a:lnTo>
                <a:lnTo>
                  <a:pt x="392403" y="124581"/>
                </a:lnTo>
                <a:lnTo>
                  <a:pt x="393295" y="124921"/>
                </a:lnTo>
                <a:lnTo>
                  <a:pt x="394207" y="125232"/>
                </a:lnTo>
                <a:lnTo>
                  <a:pt x="395138" y="125514"/>
                </a:lnTo>
                <a:lnTo>
                  <a:pt x="396090" y="125766"/>
                </a:lnTo>
                <a:lnTo>
                  <a:pt x="397061" y="125988"/>
                </a:lnTo>
                <a:lnTo>
                  <a:pt x="398051" y="126180"/>
                </a:lnTo>
                <a:lnTo>
                  <a:pt x="399062" y="126343"/>
                </a:lnTo>
                <a:lnTo>
                  <a:pt x="400092" y="126477"/>
                </a:lnTo>
                <a:lnTo>
                  <a:pt x="401142" y="126580"/>
                </a:lnTo>
                <a:lnTo>
                  <a:pt x="402212" y="126654"/>
                </a:lnTo>
                <a:lnTo>
                  <a:pt x="403301" y="126699"/>
                </a:lnTo>
                <a:lnTo>
                  <a:pt x="404410" y="126714"/>
                </a:lnTo>
                <a:lnTo>
                  <a:pt x="405285" y="126704"/>
                </a:lnTo>
                <a:lnTo>
                  <a:pt x="406145" y="126677"/>
                </a:lnTo>
                <a:lnTo>
                  <a:pt x="406990" y="126631"/>
                </a:lnTo>
                <a:lnTo>
                  <a:pt x="407820" y="126567"/>
                </a:lnTo>
                <a:lnTo>
                  <a:pt x="408636" y="126484"/>
                </a:lnTo>
                <a:lnTo>
                  <a:pt x="409436" y="126383"/>
                </a:lnTo>
                <a:lnTo>
                  <a:pt x="410222" y="126263"/>
                </a:lnTo>
                <a:lnTo>
                  <a:pt x="410993" y="126126"/>
                </a:lnTo>
                <a:lnTo>
                  <a:pt x="411750" y="125969"/>
                </a:lnTo>
                <a:lnTo>
                  <a:pt x="412491" y="125795"/>
                </a:lnTo>
                <a:lnTo>
                  <a:pt x="413218" y="125602"/>
                </a:lnTo>
                <a:lnTo>
                  <a:pt x="413929" y="125391"/>
                </a:lnTo>
                <a:lnTo>
                  <a:pt x="414626" y="125161"/>
                </a:lnTo>
                <a:lnTo>
                  <a:pt x="415308" y="124913"/>
                </a:lnTo>
                <a:lnTo>
                  <a:pt x="415976" y="124646"/>
                </a:lnTo>
                <a:lnTo>
                  <a:pt x="416628" y="124362"/>
                </a:lnTo>
                <a:lnTo>
                  <a:pt x="417266" y="124058"/>
                </a:lnTo>
                <a:lnTo>
                  <a:pt x="417889" y="123737"/>
                </a:lnTo>
                <a:lnTo>
                  <a:pt x="418497" y="123397"/>
                </a:lnTo>
                <a:lnTo>
                  <a:pt x="419090" y="123039"/>
                </a:lnTo>
                <a:lnTo>
                  <a:pt x="419669" y="122662"/>
                </a:lnTo>
                <a:lnTo>
                  <a:pt x="420232" y="122267"/>
                </a:lnTo>
                <a:lnTo>
                  <a:pt x="420781" y="121854"/>
                </a:lnTo>
                <a:lnTo>
                  <a:pt x="421315" y="121422"/>
                </a:lnTo>
                <a:lnTo>
                  <a:pt x="421831" y="120973"/>
                </a:lnTo>
                <a:lnTo>
                  <a:pt x="422325" y="120510"/>
                </a:lnTo>
                <a:lnTo>
                  <a:pt x="422797" y="120033"/>
                </a:lnTo>
                <a:lnTo>
                  <a:pt x="423246" y="119541"/>
                </a:lnTo>
                <a:lnTo>
                  <a:pt x="423674" y="119034"/>
                </a:lnTo>
                <a:lnTo>
                  <a:pt x="424081" y="118513"/>
                </a:lnTo>
                <a:lnTo>
                  <a:pt x="424465" y="117977"/>
                </a:lnTo>
                <a:lnTo>
                  <a:pt x="424827" y="117427"/>
                </a:lnTo>
                <a:lnTo>
                  <a:pt x="425167" y="116863"/>
                </a:lnTo>
                <a:lnTo>
                  <a:pt x="425485" y="116283"/>
                </a:lnTo>
                <a:lnTo>
                  <a:pt x="425782" y="115690"/>
                </a:lnTo>
                <a:lnTo>
                  <a:pt x="426056" y="115081"/>
                </a:lnTo>
                <a:lnTo>
                  <a:pt x="426308" y="114458"/>
                </a:lnTo>
                <a:lnTo>
                  <a:pt x="426539" y="113821"/>
                </a:lnTo>
                <a:lnTo>
                  <a:pt x="426747" y="113169"/>
                </a:lnTo>
                <a:lnTo>
                  <a:pt x="426934" y="112503"/>
                </a:lnTo>
                <a:lnTo>
                  <a:pt x="427098" y="111822"/>
                </a:lnTo>
                <a:lnTo>
                  <a:pt x="427241" y="111126"/>
                </a:lnTo>
                <a:lnTo>
                  <a:pt x="427331" y="110597"/>
                </a:lnTo>
                <a:lnTo>
                  <a:pt x="427795" y="110597"/>
                </a:lnTo>
                <a:lnTo>
                  <a:pt x="427479" y="124816"/>
                </a:lnTo>
                <a:lnTo>
                  <a:pt x="427479" y="132717"/>
                </a:lnTo>
                <a:lnTo>
                  <a:pt x="427472" y="133304"/>
                </a:lnTo>
                <a:lnTo>
                  <a:pt x="427450" y="133881"/>
                </a:lnTo>
                <a:close/>
                <a:moveTo>
                  <a:pt x="405099" y="114636"/>
                </a:moveTo>
                <a:lnTo>
                  <a:pt x="404426" y="114536"/>
                </a:lnTo>
                <a:lnTo>
                  <a:pt x="403766" y="114418"/>
                </a:lnTo>
                <a:lnTo>
                  <a:pt x="403120" y="114283"/>
                </a:lnTo>
                <a:lnTo>
                  <a:pt x="402489" y="114129"/>
                </a:lnTo>
                <a:lnTo>
                  <a:pt x="401871" y="113957"/>
                </a:lnTo>
                <a:lnTo>
                  <a:pt x="401267" y="113767"/>
                </a:lnTo>
                <a:lnTo>
                  <a:pt x="400678" y="113559"/>
                </a:lnTo>
                <a:lnTo>
                  <a:pt x="400102" y="113333"/>
                </a:lnTo>
                <a:lnTo>
                  <a:pt x="399540" y="113088"/>
                </a:lnTo>
                <a:lnTo>
                  <a:pt x="398992" y="112826"/>
                </a:lnTo>
                <a:lnTo>
                  <a:pt x="398459" y="112545"/>
                </a:lnTo>
                <a:lnTo>
                  <a:pt x="397939" y="112247"/>
                </a:lnTo>
                <a:lnTo>
                  <a:pt x="397433" y="111930"/>
                </a:lnTo>
                <a:lnTo>
                  <a:pt x="396941" y="111595"/>
                </a:lnTo>
                <a:lnTo>
                  <a:pt x="396463" y="111242"/>
                </a:lnTo>
                <a:lnTo>
                  <a:pt x="396000" y="110871"/>
                </a:lnTo>
                <a:lnTo>
                  <a:pt x="395550" y="110482"/>
                </a:lnTo>
                <a:lnTo>
                  <a:pt x="395114" y="110075"/>
                </a:lnTo>
                <a:lnTo>
                  <a:pt x="394692" y="109650"/>
                </a:lnTo>
                <a:lnTo>
                  <a:pt x="394286" y="109209"/>
                </a:lnTo>
                <a:lnTo>
                  <a:pt x="393897" y="108755"/>
                </a:lnTo>
                <a:lnTo>
                  <a:pt x="393526" y="108289"/>
                </a:lnTo>
                <a:lnTo>
                  <a:pt x="393172" y="107811"/>
                </a:lnTo>
                <a:lnTo>
                  <a:pt x="392835" y="107319"/>
                </a:lnTo>
                <a:lnTo>
                  <a:pt x="392515" y="106815"/>
                </a:lnTo>
                <a:lnTo>
                  <a:pt x="392213" y="106299"/>
                </a:lnTo>
                <a:lnTo>
                  <a:pt x="391928" y="105770"/>
                </a:lnTo>
                <a:lnTo>
                  <a:pt x="391660" y="105228"/>
                </a:lnTo>
                <a:lnTo>
                  <a:pt x="391409" y="104673"/>
                </a:lnTo>
                <a:lnTo>
                  <a:pt x="391176" y="104106"/>
                </a:lnTo>
                <a:lnTo>
                  <a:pt x="390960" y="103527"/>
                </a:lnTo>
                <a:lnTo>
                  <a:pt x="390761" y="102934"/>
                </a:lnTo>
                <a:lnTo>
                  <a:pt x="390580" y="102330"/>
                </a:lnTo>
                <a:lnTo>
                  <a:pt x="390416" y="101712"/>
                </a:lnTo>
                <a:lnTo>
                  <a:pt x="390269" y="101082"/>
                </a:lnTo>
                <a:lnTo>
                  <a:pt x="390139" y="100439"/>
                </a:lnTo>
                <a:lnTo>
                  <a:pt x="390027" y="99784"/>
                </a:lnTo>
                <a:lnTo>
                  <a:pt x="389932" y="99116"/>
                </a:lnTo>
                <a:lnTo>
                  <a:pt x="389854" y="98436"/>
                </a:lnTo>
                <a:lnTo>
                  <a:pt x="389794" y="97742"/>
                </a:lnTo>
                <a:lnTo>
                  <a:pt x="389751" y="97037"/>
                </a:lnTo>
                <a:lnTo>
                  <a:pt x="389725" y="96318"/>
                </a:lnTo>
                <a:lnTo>
                  <a:pt x="389716" y="95587"/>
                </a:lnTo>
                <a:lnTo>
                  <a:pt x="389716" y="75838"/>
                </a:lnTo>
                <a:lnTo>
                  <a:pt x="389725" y="75107"/>
                </a:lnTo>
                <a:lnTo>
                  <a:pt x="389751" y="74388"/>
                </a:lnTo>
                <a:lnTo>
                  <a:pt x="389794" y="73683"/>
                </a:lnTo>
                <a:lnTo>
                  <a:pt x="389854" y="72989"/>
                </a:lnTo>
                <a:lnTo>
                  <a:pt x="389932" y="72309"/>
                </a:lnTo>
                <a:lnTo>
                  <a:pt x="390027" y="71641"/>
                </a:lnTo>
                <a:lnTo>
                  <a:pt x="390139" y="70986"/>
                </a:lnTo>
                <a:lnTo>
                  <a:pt x="390269" y="70343"/>
                </a:lnTo>
                <a:lnTo>
                  <a:pt x="390416" y="69713"/>
                </a:lnTo>
                <a:lnTo>
                  <a:pt x="390580" y="69096"/>
                </a:lnTo>
                <a:lnTo>
                  <a:pt x="390761" y="68491"/>
                </a:lnTo>
                <a:lnTo>
                  <a:pt x="390960" y="67899"/>
                </a:lnTo>
                <a:lnTo>
                  <a:pt x="391176" y="67319"/>
                </a:lnTo>
                <a:lnTo>
                  <a:pt x="391409" y="66752"/>
                </a:lnTo>
                <a:lnTo>
                  <a:pt x="391660" y="66198"/>
                </a:lnTo>
                <a:lnTo>
                  <a:pt x="391928" y="65656"/>
                </a:lnTo>
                <a:lnTo>
                  <a:pt x="392213" y="65127"/>
                </a:lnTo>
                <a:lnTo>
                  <a:pt x="392515" y="64611"/>
                </a:lnTo>
                <a:lnTo>
                  <a:pt x="392835" y="64107"/>
                </a:lnTo>
                <a:lnTo>
                  <a:pt x="393172" y="63616"/>
                </a:lnTo>
                <a:lnTo>
                  <a:pt x="393526" y="63138"/>
                </a:lnTo>
                <a:lnTo>
                  <a:pt x="393897" y="62672"/>
                </a:lnTo>
                <a:lnTo>
                  <a:pt x="394286" y="62218"/>
                </a:lnTo>
                <a:lnTo>
                  <a:pt x="394692" y="61778"/>
                </a:lnTo>
                <a:lnTo>
                  <a:pt x="395114" y="61352"/>
                </a:lnTo>
                <a:lnTo>
                  <a:pt x="395550" y="60945"/>
                </a:lnTo>
                <a:lnTo>
                  <a:pt x="396000" y="60555"/>
                </a:lnTo>
                <a:lnTo>
                  <a:pt x="396463" y="60184"/>
                </a:lnTo>
                <a:lnTo>
                  <a:pt x="396941" y="59831"/>
                </a:lnTo>
                <a:lnTo>
                  <a:pt x="397433" y="59496"/>
                </a:lnTo>
                <a:lnTo>
                  <a:pt x="397939" y="59179"/>
                </a:lnTo>
                <a:lnTo>
                  <a:pt x="398459" y="58881"/>
                </a:lnTo>
                <a:lnTo>
                  <a:pt x="398992" y="58600"/>
                </a:lnTo>
                <a:lnTo>
                  <a:pt x="399540" y="58337"/>
                </a:lnTo>
                <a:lnTo>
                  <a:pt x="400102" y="58093"/>
                </a:lnTo>
                <a:lnTo>
                  <a:pt x="400678" y="57867"/>
                </a:lnTo>
                <a:lnTo>
                  <a:pt x="401267" y="57658"/>
                </a:lnTo>
                <a:lnTo>
                  <a:pt x="401871" y="57468"/>
                </a:lnTo>
                <a:lnTo>
                  <a:pt x="402489" y="57296"/>
                </a:lnTo>
                <a:lnTo>
                  <a:pt x="403120" y="57142"/>
                </a:lnTo>
                <a:lnTo>
                  <a:pt x="403766" y="57007"/>
                </a:lnTo>
                <a:lnTo>
                  <a:pt x="404426" y="56889"/>
                </a:lnTo>
                <a:lnTo>
                  <a:pt x="405099" y="56789"/>
                </a:lnTo>
                <a:lnTo>
                  <a:pt x="405787" y="56708"/>
                </a:lnTo>
                <a:lnTo>
                  <a:pt x="406489" y="56645"/>
                </a:lnTo>
                <a:lnTo>
                  <a:pt x="407204" y="56599"/>
                </a:lnTo>
                <a:lnTo>
                  <a:pt x="407934" y="56572"/>
                </a:lnTo>
                <a:lnTo>
                  <a:pt x="408677" y="56563"/>
                </a:lnTo>
                <a:lnTo>
                  <a:pt x="409408" y="56573"/>
                </a:lnTo>
                <a:lnTo>
                  <a:pt x="410126" y="56601"/>
                </a:lnTo>
                <a:lnTo>
                  <a:pt x="410830" y="56649"/>
                </a:lnTo>
                <a:lnTo>
                  <a:pt x="411521" y="56717"/>
                </a:lnTo>
                <a:lnTo>
                  <a:pt x="412199" y="56803"/>
                </a:lnTo>
                <a:lnTo>
                  <a:pt x="412864" y="56909"/>
                </a:lnTo>
                <a:lnTo>
                  <a:pt x="413516" y="57034"/>
                </a:lnTo>
                <a:lnTo>
                  <a:pt x="414155" y="57178"/>
                </a:lnTo>
                <a:lnTo>
                  <a:pt x="414780" y="57341"/>
                </a:lnTo>
                <a:lnTo>
                  <a:pt x="415392" y="57523"/>
                </a:lnTo>
                <a:lnTo>
                  <a:pt x="415991" y="57725"/>
                </a:lnTo>
                <a:lnTo>
                  <a:pt x="416577" y="57946"/>
                </a:lnTo>
                <a:lnTo>
                  <a:pt x="417150" y="58186"/>
                </a:lnTo>
                <a:lnTo>
                  <a:pt x="417709" y="58445"/>
                </a:lnTo>
                <a:lnTo>
                  <a:pt x="418256" y="58723"/>
                </a:lnTo>
                <a:lnTo>
                  <a:pt x="418789" y="59021"/>
                </a:lnTo>
                <a:lnTo>
                  <a:pt x="419309" y="59338"/>
                </a:lnTo>
                <a:lnTo>
                  <a:pt x="419816" y="59674"/>
                </a:lnTo>
                <a:lnTo>
                  <a:pt x="420310" y="60029"/>
                </a:lnTo>
                <a:lnTo>
                  <a:pt x="420790" y="60404"/>
                </a:lnTo>
                <a:lnTo>
                  <a:pt x="421258" y="60797"/>
                </a:lnTo>
                <a:lnTo>
                  <a:pt x="421712" y="61210"/>
                </a:lnTo>
                <a:lnTo>
                  <a:pt x="422153" y="61642"/>
                </a:lnTo>
                <a:lnTo>
                  <a:pt x="422581" y="62093"/>
                </a:lnTo>
                <a:lnTo>
                  <a:pt x="422993" y="62562"/>
                </a:lnTo>
                <a:lnTo>
                  <a:pt x="423388" y="63044"/>
                </a:lnTo>
                <a:lnTo>
                  <a:pt x="423766" y="63542"/>
                </a:lnTo>
                <a:lnTo>
                  <a:pt x="424125" y="64055"/>
                </a:lnTo>
                <a:lnTo>
                  <a:pt x="424468" y="64582"/>
                </a:lnTo>
                <a:lnTo>
                  <a:pt x="424792" y="65124"/>
                </a:lnTo>
                <a:lnTo>
                  <a:pt x="425100" y="65681"/>
                </a:lnTo>
                <a:lnTo>
                  <a:pt x="425389" y="66253"/>
                </a:lnTo>
                <a:lnTo>
                  <a:pt x="425661" y="66840"/>
                </a:lnTo>
                <a:lnTo>
                  <a:pt x="425916" y="67441"/>
                </a:lnTo>
                <a:lnTo>
                  <a:pt x="426153" y="68057"/>
                </a:lnTo>
                <a:lnTo>
                  <a:pt x="426372" y="68688"/>
                </a:lnTo>
                <a:lnTo>
                  <a:pt x="426574" y="69334"/>
                </a:lnTo>
                <a:lnTo>
                  <a:pt x="426759" y="69995"/>
                </a:lnTo>
                <a:lnTo>
                  <a:pt x="426925" y="70670"/>
                </a:lnTo>
                <a:lnTo>
                  <a:pt x="427074" y="71361"/>
                </a:lnTo>
                <a:lnTo>
                  <a:pt x="427206" y="72066"/>
                </a:lnTo>
                <a:lnTo>
                  <a:pt x="427320" y="72786"/>
                </a:lnTo>
                <a:lnTo>
                  <a:pt x="427417" y="73521"/>
                </a:lnTo>
                <a:lnTo>
                  <a:pt x="427496" y="74270"/>
                </a:lnTo>
                <a:lnTo>
                  <a:pt x="427557" y="75035"/>
                </a:lnTo>
                <a:lnTo>
                  <a:pt x="427601" y="75814"/>
                </a:lnTo>
                <a:lnTo>
                  <a:pt x="427627" y="76608"/>
                </a:lnTo>
                <a:lnTo>
                  <a:pt x="427636" y="77417"/>
                </a:lnTo>
                <a:lnTo>
                  <a:pt x="427636" y="94008"/>
                </a:lnTo>
                <a:lnTo>
                  <a:pt x="427627" y="94817"/>
                </a:lnTo>
                <a:lnTo>
                  <a:pt x="427601" y="95611"/>
                </a:lnTo>
                <a:lnTo>
                  <a:pt x="427557" y="96390"/>
                </a:lnTo>
                <a:lnTo>
                  <a:pt x="427496" y="97155"/>
                </a:lnTo>
                <a:lnTo>
                  <a:pt x="427417" y="97904"/>
                </a:lnTo>
                <a:lnTo>
                  <a:pt x="427320" y="98639"/>
                </a:lnTo>
                <a:lnTo>
                  <a:pt x="427206" y="99359"/>
                </a:lnTo>
                <a:lnTo>
                  <a:pt x="427074" y="100064"/>
                </a:lnTo>
                <a:lnTo>
                  <a:pt x="426925" y="100755"/>
                </a:lnTo>
                <a:lnTo>
                  <a:pt x="426759" y="101430"/>
                </a:lnTo>
                <a:lnTo>
                  <a:pt x="426574" y="102091"/>
                </a:lnTo>
                <a:lnTo>
                  <a:pt x="426372" y="102737"/>
                </a:lnTo>
                <a:lnTo>
                  <a:pt x="426153" y="103368"/>
                </a:lnTo>
                <a:lnTo>
                  <a:pt x="425916" y="103985"/>
                </a:lnTo>
                <a:lnTo>
                  <a:pt x="425661" y="104586"/>
                </a:lnTo>
                <a:lnTo>
                  <a:pt x="425389" y="105173"/>
                </a:lnTo>
                <a:lnTo>
                  <a:pt x="425100" y="105745"/>
                </a:lnTo>
                <a:lnTo>
                  <a:pt x="424792" y="106302"/>
                </a:lnTo>
                <a:lnTo>
                  <a:pt x="424468" y="106844"/>
                </a:lnTo>
                <a:lnTo>
                  <a:pt x="424125" y="107372"/>
                </a:lnTo>
                <a:lnTo>
                  <a:pt x="423766" y="107885"/>
                </a:lnTo>
                <a:lnTo>
                  <a:pt x="423388" y="108382"/>
                </a:lnTo>
                <a:lnTo>
                  <a:pt x="422993" y="108866"/>
                </a:lnTo>
                <a:lnTo>
                  <a:pt x="422581" y="109334"/>
                </a:lnTo>
                <a:lnTo>
                  <a:pt x="422153" y="109785"/>
                </a:lnTo>
                <a:lnTo>
                  <a:pt x="421712" y="110217"/>
                </a:lnTo>
                <a:lnTo>
                  <a:pt x="421258" y="110629"/>
                </a:lnTo>
                <a:lnTo>
                  <a:pt x="420790" y="111023"/>
                </a:lnTo>
                <a:lnTo>
                  <a:pt x="420310" y="111397"/>
                </a:lnTo>
                <a:lnTo>
                  <a:pt x="419816" y="111752"/>
                </a:lnTo>
                <a:lnTo>
                  <a:pt x="419309" y="112088"/>
                </a:lnTo>
                <a:lnTo>
                  <a:pt x="418789" y="112405"/>
                </a:lnTo>
                <a:lnTo>
                  <a:pt x="418256" y="112702"/>
                </a:lnTo>
                <a:lnTo>
                  <a:pt x="417709" y="112981"/>
                </a:lnTo>
                <a:lnTo>
                  <a:pt x="417150" y="113240"/>
                </a:lnTo>
                <a:lnTo>
                  <a:pt x="416577" y="113480"/>
                </a:lnTo>
                <a:lnTo>
                  <a:pt x="415991" y="113701"/>
                </a:lnTo>
                <a:lnTo>
                  <a:pt x="415392" y="113902"/>
                </a:lnTo>
                <a:lnTo>
                  <a:pt x="414780" y="114084"/>
                </a:lnTo>
                <a:lnTo>
                  <a:pt x="414155" y="114248"/>
                </a:lnTo>
                <a:lnTo>
                  <a:pt x="413516" y="114392"/>
                </a:lnTo>
                <a:lnTo>
                  <a:pt x="412864" y="114516"/>
                </a:lnTo>
                <a:lnTo>
                  <a:pt x="412199" y="114622"/>
                </a:lnTo>
                <a:lnTo>
                  <a:pt x="411521" y="114708"/>
                </a:lnTo>
                <a:lnTo>
                  <a:pt x="410830" y="114775"/>
                </a:lnTo>
                <a:lnTo>
                  <a:pt x="410126" y="114823"/>
                </a:lnTo>
                <a:lnTo>
                  <a:pt x="409408" y="114852"/>
                </a:lnTo>
                <a:lnTo>
                  <a:pt x="408677" y="114862"/>
                </a:lnTo>
                <a:lnTo>
                  <a:pt x="407934" y="114853"/>
                </a:lnTo>
                <a:lnTo>
                  <a:pt x="407204" y="114826"/>
                </a:lnTo>
                <a:lnTo>
                  <a:pt x="406489" y="114780"/>
                </a:lnTo>
                <a:lnTo>
                  <a:pt x="405787" y="114717"/>
                </a:lnTo>
                <a:lnTo>
                  <a:pt x="405099" y="114636"/>
                </a:lnTo>
                <a:close/>
                <a:moveTo>
                  <a:pt x="727513" y="136665"/>
                </a:moveTo>
                <a:lnTo>
                  <a:pt x="651675" y="136665"/>
                </a:lnTo>
                <a:lnTo>
                  <a:pt x="651675" y="148517"/>
                </a:lnTo>
                <a:lnTo>
                  <a:pt x="727513" y="148517"/>
                </a:lnTo>
                <a:lnTo>
                  <a:pt x="727513" y="136665"/>
                </a:lnTo>
                <a:close/>
                <a:moveTo>
                  <a:pt x="1534110" y="56563"/>
                </a:moveTo>
                <a:lnTo>
                  <a:pt x="1534088" y="56483"/>
                </a:lnTo>
                <a:lnTo>
                  <a:pt x="1533896" y="55870"/>
                </a:lnTo>
                <a:lnTo>
                  <a:pt x="1533688" y="55269"/>
                </a:lnTo>
                <a:lnTo>
                  <a:pt x="1533466" y="54681"/>
                </a:lnTo>
                <a:lnTo>
                  <a:pt x="1533228" y="54104"/>
                </a:lnTo>
                <a:lnTo>
                  <a:pt x="1532974" y="53539"/>
                </a:lnTo>
                <a:lnTo>
                  <a:pt x="1532705" y="52987"/>
                </a:lnTo>
                <a:lnTo>
                  <a:pt x="1532421" y="52447"/>
                </a:lnTo>
                <a:lnTo>
                  <a:pt x="1532122" y="51918"/>
                </a:lnTo>
                <a:lnTo>
                  <a:pt x="1531807" y="51402"/>
                </a:lnTo>
                <a:lnTo>
                  <a:pt x="1531476" y="50898"/>
                </a:lnTo>
                <a:lnTo>
                  <a:pt x="1531131" y="50406"/>
                </a:lnTo>
                <a:lnTo>
                  <a:pt x="1530770" y="49926"/>
                </a:lnTo>
                <a:lnTo>
                  <a:pt x="1530396" y="49462"/>
                </a:lnTo>
                <a:lnTo>
                  <a:pt x="1530011" y="49018"/>
                </a:lnTo>
                <a:lnTo>
                  <a:pt x="1529615" y="48593"/>
                </a:lnTo>
                <a:lnTo>
                  <a:pt x="1529207" y="48188"/>
                </a:lnTo>
                <a:lnTo>
                  <a:pt x="1528789" y="47803"/>
                </a:lnTo>
                <a:lnTo>
                  <a:pt x="1528360" y="47438"/>
                </a:lnTo>
                <a:lnTo>
                  <a:pt x="1527920" y="47092"/>
                </a:lnTo>
                <a:lnTo>
                  <a:pt x="1527469" y="46766"/>
                </a:lnTo>
                <a:lnTo>
                  <a:pt x="1527008" y="46460"/>
                </a:lnTo>
                <a:lnTo>
                  <a:pt x="1526535" y="46174"/>
                </a:lnTo>
                <a:lnTo>
                  <a:pt x="1526051" y="45907"/>
                </a:lnTo>
                <a:lnTo>
                  <a:pt x="1525556" y="45661"/>
                </a:lnTo>
                <a:lnTo>
                  <a:pt x="1525050" y="45434"/>
                </a:lnTo>
                <a:lnTo>
                  <a:pt x="1524533" y="45226"/>
                </a:lnTo>
                <a:lnTo>
                  <a:pt x="1524005" y="45039"/>
                </a:lnTo>
                <a:lnTo>
                  <a:pt x="1523467" y="44871"/>
                </a:lnTo>
                <a:lnTo>
                  <a:pt x="1522917" y="44723"/>
                </a:lnTo>
                <a:lnTo>
                  <a:pt x="1522356" y="44594"/>
                </a:lnTo>
                <a:lnTo>
                  <a:pt x="1521785" y="44486"/>
                </a:lnTo>
                <a:lnTo>
                  <a:pt x="1521202" y="44397"/>
                </a:lnTo>
                <a:lnTo>
                  <a:pt x="1520608" y="44328"/>
                </a:lnTo>
                <a:lnTo>
                  <a:pt x="1520004" y="44278"/>
                </a:lnTo>
                <a:lnTo>
                  <a:pt x="1519388" y="44249"/>
                </a:lnTo>
                <a:lnTo>
                  <a:pt x="1518762" y="44239"/>
                </a:lnTo>
                <a:lnTo>
                  <a:pt x="1518213" y="44247"/>
                </a:lnTo>
                <a:lnTo>
                  <a:pt x="1517674" y="44270"/>
                </a:lnTo>
                <a:lnTo>
                  <a:pt x="1517144" y="44308"/>
                </a:lnTo>
                <a:lnTo>
                  <a:pt x="1516622" y="44362"/>
                </a:lnTo>
                <a:lnTo>
                  <a:pt x="1516110" y="44431"/>
                </a:lnTo>
                <a:lnTo>
                  <a:pt x="1515607" y="44515"/>
                </a:lnTo>
                <a:lnTo>
                  <a:pt x="1515113" y="44615"/>
                </a:lnTo>
                <a:lnTo>
                  <a:pt x="1514628" y="44730"/>
                </a:lnTo>
                <a:lnTo>
                  <a:pt x="1514152" y="44861"/>
                </a:lnTo>
                <a:lnTo>
                  <a:pt x="1513685" y="45007"/>
                </a:lnTo>
                <a:lnTo>
                  <a:pt x="1513227" y="45168"/>
                </a:lnTo>
                <a:lnTo>
                  <a:pt x="1512778" y="45345"/>
                </a:lnTo>
                <a:lnTo>
                  <a:pt x="1512339" y="45537"/>
                </a:lnTo>
                <a:lnTo>
                  <a:pt x="1511908" y="45744"/>
                </a:lnTo>
                <a:lnTo>
                  <a:pt x="1511486" y="45967"/>
                </a:lnTo>
                <a:lnTo>
                  <a:pt x="1511074" y="46205"/>
                </a:lnTo>
                <a:lnTo>
                  <a:pt x="1510670" y="46458"/>
                </a:lnTo>
                <a:lnTo>
                  <a:pt x="1510276" y="46727"/>
                </a:lnTo>
                <a:lnTo>
                  <a:pt x="1509890" y="47011"/>
                </a:lnTo>
                <a:lnTo>
                  <a:pt x="1509514" y="47311"/>
                </a:lnTo>
                <a:lnTo>
                  <a:pt x="1509146" y="47626"/>
                </a:lnTo>
                <a:lnTo>
                  <a:pt x="1508788" y="47956"/>
                </a:lnTo>
                <a:lnTo>
                  <a:pt x="1508439" y="48302"/>
                </a:lnTo>
                <a:lnTo>
                  <a:pt x="1508098" y="48663"/>
                </a:lnTo>
                <a:lnTo>
                  <a:pt x="1507770" y="49036"/>
                </a:lnTo>
                <a:lnTo>
                  <a:pt x="1507455" y="49418"/>
                </a:lnTo>
                <a:lnTo>
                  <a:pt x="1507154" y="49808"/>
                </a:lnTo>
                <a:lnTo>
                  <a:pt x="1506867" y="50208"/>
                </a:lnTo>
                <a:lnTo>
                  <a:pt x="1506595" y="50616"/>
                </a:lnTo>
                <a:lnTo>
                  <a:pt x="1506336" y="51033"/>
                </a:lnTo>
                <a:lnTo>
                  <a:pt x="1506091" y="51458"/>
                </a:lnTo>
                <a:lnTo>
                  <a:pt x="1505860" y="51893"/>
                </a:lnTo>
                <a:lnTo>
                  <a:pt x="1505644" y="52336"/>
                </a:lnTo>
                <a:lnTo>
                  <a:pt x="1505441" y="52788"/>
                </a:lnTo>
                <a:lnTo>
                  <a:pt x="1505252" y="53249"/>
                </a:lnTo>
                <a:lnTo>
                  <a:pt x="1505077" y="53718"/>
                </a:lnTo>
                <a:lnTo>
                  <a:pt x="1504916" y="54197"/>
                </a:lnTo>
                <a:lnTo>
                  <a:pt x="1504769" y="54684"/>
                </a:lnTo>
                <a:lnTo>
                  <a:pt x="1504636" y="55180"/>
                </a:lnTo>
                <a:lnTo>
                  <a:pt x="1504517" y="55684"/>
                </a:lnTo>
                <a:lnTo>
                  <a:pt x="1504413" y="56198"/>
                </a:lnTo>
                <a:lnTo>
                  <a:pt x="1504322" y="56720"/>
                </a:lnTo>
                <a:lnTo>
                  <a:pt x="1504245" y="57251"/>
                </a:lnTo>
                <a:lnTo>
                  <a:pt x="1504233" y="57351"/>
                </a:lnTo>
                <a:lnTo>
                  <a:pt x="1503911" y="57351"/>
                </a:lnTo>
                <a:lnTo>
                  <a:pt x="1503911" y="45818"/>
                </a:lnTo>
                <a:lnTo>
                  <a:pt x="1491587" y="45818"/>
                </a:lnTo>
                <a:lnTo>
                  <a:pt x="1491587" y="132717"/>
                </a:lnTo>
                <a:lnTo>
                  <a:pt x="1504858" y="132717"/>
                </a:lnTo>
                <a:lnTo>
                  <a:pt x="1504858" y="66358"/>
                </a:lnTo>
                <a:lnTo>
                  <a:pt x="1504863" y="65928"/>
                </a:lnTo>
                <a:lnTo>
                  <a:pt x="1504876" y="65505"/>
                </a:lnTo>
                <a:lnTo>
                  <a:pt x="1504898" y="65089"/>
                </a:lnTo>
                <a:lnTo>
                  <a:pt x="1504928" y="64682"/>
                </a:lnTo>
                <a:lnTo>
                  <a:pt x="1504968" y="64282"/>
                </a:lnTo>
                <a:lnTo>
                  <a:pt x="1505016" y="63889"/>
                </a:lnTo>
                <a:lnTo>
                  <a:pt x="1505073" y="63505"/>
                </a:lnTo>
                <a:lnTo>
                  <a:pt x="1505139" y="63128"/>
                </a:lnTo>
                <a:lnTo>
                  <a:pt x="1505214" y="62759"/>
                </a:lnTo>
                <a:lnTo>
                  <a:pt x="1505297" y="62397"/>
                </a:lnTo>
                <a:lnTo>
                  <a:pt x="1505389" y="62043"/>
                </a:lnTo>
                <a:lnTo>
                  <a:pt x="1505490" y="61697"/>
                </a:lnTo>
                <a:lnTo>
                  <a:pt x="1505600" y="61358"/>
                </a:lnTo>
                <a:lnTo>
                  <a:pt x="1505718" y="61028"/>
                </a:lnTo>
                <a:lnTo>
                  <a:pt x="1505845" y="60704"/>
                </a:lnTo>
                <a:lnTo>
                  <a:pt x="1505981" y="60389"/>
                </a:lnTo>
                <a:lnTo>
                  <a:pt x="1506126" y="60081"/>
                </a:lnTo>
                <a:lnTo>
                  <a:pt x="1506279" y="59781"/>
                </a:lnTo>
                <a:lnTo>
                  <a:pt x="1506442" y="59489"/>
                </a:lnTo>
                <a:lnTo>
                  <a:pt x="1506613" y="59204"/>
                </a:lnTo>
                <a:lnTo>
                  <a:pt x="1506793" y="58927"/>
                </a:lnTo>
                <a:lnTo>
                  <a:pt x="1506981" y="58658"/>
                </a:lnTo>
                <a:lnTo>
                  <a:pt x="1507179" y="58396"/>
                </a:lnTo>
                <a:lnTo>
                  <a:pt x="1507385" y="58142"/>
                </a:lnTo>
                <a:lnTo>
                  <a:pt x="1507599" y="57897"/>
                </a:lnTo>
                <a:lnTo>
                  <a:pt x="1507819" y="57663"/>
                </a:lnTo>
                <a:lnTo>
                  <a:pt x="1508047" y="57439"/>
                </a:lnTo>
                <a:lnTo>
                  <a:pt x="1508280" y="57225"/>
                </a:lnTo>
                <a:lnTo>
                  <a:pt x="1508521" y="57022"/>
                </a:lnTo>
                <a:lnTo>
                  <a:pt x="1508768" y="56829"/>
                </a:lnTo>
                <a:lnTo>
                  <a:pt x="1509021" y="56647"/>
                </a:lnTo>
                <a:lnTo>
                  <a:pt x="1509281" y="56475"/>
                </a:lnTo>
                <a:lnTo>
                  <a:pt x="1509548" y="56313"/>
                </a:lnTo>
                <a:lnTo>
                  <a:pt x="1509821" y="56162"/>
                </a:lnTo>
                <a:lnTo>
                  <a:pt x="1510101" y="56021"/>
                </a:lnTo>
                <a:lnTo>
                  <a:pt x="1510387" y="55891"/>
                </a:lnTo>
                <a:lnTo>
                  <a:pt x="1510680" y="55771"/>
                </a:lnTo>
                <a:lnTo>
                  <a:pt x="1510980" y="55662"/>
                </a:lnTo>
                <a:lnTo>
                  <a:pt x="1511286" y="55563"/>
                </a:lnTo>
                <a:lnTo>
                  <a:pt x="1511599" y="55474"/>
                </a:lnTo>
                <a:lnTo>
                  <a:pt x="1511918" y="55396"/>
                </a:lnTo>
                <a:lnTo>
                  <a:pt x="1512244" y="55328"/>
                </a:lnTo>
                <a:lnTo>
                  <a:pt x="1512577" y="55271"/>
                </a:lnTo>
                <a:lnTo>
                  <a:pt x="1512916" y="55224"/>
                </a:lnTo>
                <a:lnTo>
                  <a:pt x="1513261" y="55188"/>
                </a:lnTo>
                <a:lnTo>
                  <a:pt x="1513613" y="55161"/>
                </a:lnTo>
                <a:lnTo>
                  <a:pt x="1513972" y="55146"/>
                </a:lnTo>
                <a:lnTo>
                  <a:pt x="1514338" y="55141"/>
                </a:lnTo>
                <a:lnTo>
                  <a:pt x="1514690" y="55146"/>
                </a:lnTo>
                <a:lnTo>
                  <a:pt x="1515037" y="55162"/>
                </a:lnTo>
                <a:lnTo>
                  <a:pt x="1515377" y="55189"/>
                </a:lnTo>
                <a:lnTo>
                  <a:pt x="1515712" y="55226"/>
                </a:lnTo>
                <a:lnTo>
                  <a:pt x="1516040" y="55274"/>
                </a:lnTo>
                <a:lnTo>
                  <a:pt x="1516362" y="55333"/>
                </a:lnTo>
                <a:lnTo>
                  <a:pt x="1516679" y="55403"/>
                </a:lnTo>
                <a:lnTo>
                  <a:pt x="1516989" y="55483"/>
                </a:lnTo>
                <a:lnTo>
                  <a:pt x="1517293" y="55574"/>
                </a:lnTo>
                <a:lnTo>
                  <a:pt x="1517591" y="55676"/>
                </a:lnTo>
                <a:lnTo>
                  <a:pt x="1517884" y="55788"/>
                </a:lnTo>
                <a:lnTo>
                  <a:pt x="1518170" y="55911"/>
                </a:lnTo>
                <a:lnTo>
                  <a:pt x="1518450" y="56045"/>
                </a:lnTo>
                <a:lnTo>
                  <a:pt x="1518724" y="56189"/>
                </a:lnTo>
                <a:lnTo>
                  <a:pt x="1518992" y="56344"/>
                </a:lnTo>
                <a:lnTo>
                  <a:pt x="1519254" y="56510"/>
                </a:lnTo>
                <a:lnTo>
                  <a:pt x="1519509" y="56687"/>
                </a:lnTo>
                <a:lnTo>
                  <a:pt x="1519759" y="56874"/>
                </a:lnTo>
                <a:lnTo>
                  <a:pt x="1520003" y="57072"/>
                </a:lnTo>
                <a:lnTo>
                  <a:pt x="1520241" y="57280"/>
                </a:lnTo>
                <a:lnTo>
                  <a:pt x="1520473" y="57500"/>
                </a:lnTo>
                <a:lnTo>
                  <a:pt x="1520698" y="57730"/>
                </a:lnTo>
                <a:lnTo>
                  <a:pt x="1520918" y="57970"/>
                </a:lnTo>
                <a:lnTo>
                  <a:pt x="1521131" y="58222"/>
                </a:lnTo>
                <a:lnTo>
                  <a:pt x="1521338" y="58482"/>
                </a:lnTo>
                <a:lnTo>
                  <a:pt x="1521535" y="58750"/>
                </a:lnTo>
                <a:lnTo>
                  <a:pt x="1521724" y="59025"/>
                </a:lnTo>
                <a:lnTo>
                  <a:pt x="1521904" y="59308"/>
                </a:lnTo>
                <a:lnTo>
                  <a:pt x="1522075" y="59598"/>
                </a:lnTo>
                <a:lnTo>
                  <a:pt x="1522238" y="59895"/>
                </a:lnTo>
                <a:lnTo>
                  <a:pt x="1522391" y="60200"/>
                </a:lnTo>
                <a:lnTo>
                  <a:pt x="1522536" y="60513"/>
                </a:lnTo>
                <a:lnTo>
                  <a:pt x="1522672" y="60832"/>
                </a:lnTo>
                <a:lnTo>
                  <a:pt x="1522800" y="61159"/>
                </a:lnTo>
                <a:lnTo>
                  <a:pt x="1522918" y="61494"/>
                </a:lnTo>
                <a:lnTo>
                  <a:pt x="1523028" y="61836"/>
                </a:lnTo>
                <a:lnTo>
                  <a:pt x="1523129" y="62185"/>
                </a:lnTo>
                <a:lnTo>
                  <a:pt x="1523221" y="62541"/>
                </a:lnTo>
                <a:lnTo>
                  <a:pt x="1523305" y="62905"/>
                </a:lnTo>
                <a:lnTo>
                  <a:pt x="1523379" y="63277"/>
                </a:lnTo>
                <a:lnTo>
                  <a:pt x="1523445" y="63656"/>
                </a:lnTo>
                <a:lnTo>
                  <a:pt x="1523502" y="64042"/>
                </a:lnTo>
                <a:lnTo>
                  <a:pt x="1523551" y="64436"/>
                </a:lnTo>
                <a:lnTo>
                  <a:pt x="1523590" y="64837"/>
                </a:lnTo>
                <a:lnTo>
                  <a:pt x="1523621" y="65245"/>
                </a:lnTo>
                <a:lnTo>
                  <a:pt x="1523643" y="65661"/>
                </a:lnTo>
                <a:lnTo>
                  <a:pt x="1523656" y="66084"/>
                </a:lnTo>
                <a:lnTo>
                  <a:pt x="1523660" y="66515"/>
                </a:lnTo>
                <a:lnTo>
                  <a:pt x="1523660" y="132717"/>
                </a:lnTo>
                <a:lnTo>
                  <a:pt x="1535353" y="132717"/>
                </a:lnTo>
                <a:lnTo>
                  <a:pt x="1535353" y="66358"/>
                </a:lnTo>
                <a:lnTo>
                  <a:pt x="1535357" y="65928"/>
                </a:lnTo>
                <a:lnTo>
                  <a:pt x="1535370" y="65505"/>
                </a:lnTo>
                <a:lnTo>
                  <a:pt x="1535392" y="65089"/>
                </a:lnTo>
                <a:lnTo>
                  <a:pt x="1535423" y="64682"/>
                </a:lnTo>
                <a:lnTo>
                  <a:pt x="1535463" y="64282"/>
                </a:lnTo>
                <a:lnTo>
                  <a:pt x="1535511" y="63889"/>
                </a:lnTo>
                <a:lnTo>
                  <a:pt x="1535568" y="63505"/>
                </a:lnTo>
                <a:lnTo>
                  <a:pt x="1535634" y="63128"/>
                </a:lnTo>
                <a:lnTo>
                  <a:pt x="1535708" y="62759"/>
                </a:lnTo>
                <a:lnTo>
                  <a:pt x="1535792" y="62397"/>
                </a:lnTo>
                <a:lnTo>
                  <a:pt x="1535884" y="62043"/>
                </a:lnTo>
                <a:lnTo>
                  <a:pt x="1535985" y="61697"/>
                </a:lnTo>
                <a:lnTo>
                  <a:pt x="1536094" y="61358"/>
                </a:lnTo>
                <a:lnTo>
                  <a:pt x="1536213" y="61028"/>
                </a:lnTo>
                <a:lnTo>
                  <a:pt x="1536340" y="60704"/>
                </a:lnTo>
                <a:lnTo>
                  <a:pt x="1536476" y="60389"/>
                </a:lnTo>
                <a:lnTo>
                  <a:pt x="1536621" y="60081"/>
                </a:lnTo>
                <a:lnTo>
                  <a:pt x="1536774" y="59781"/>
                </a:lnTo>
                <a:lnTo>
                  <a:pt x="1536936" y="59489"/>
                </a:lnTo>
                <a:lnTo>
                  <a:pt x="1537107" y="59204"/>
                </a:lnTo>
                <a:lnTo>
                  <a:pt x="1537287" y="58927"/>
                </a:lnTo>
                <a:lnTo>
                  <a:pt x="1537476" y="58658"/>
                </a:lnTo>
                <a:lnTo>
                  <a:pt x="1537673" y="58396"/>
                </a:lnTo>
                <a:lnTo>
                  <a:pt x="1537879" y="58142"/>
                </a:lnTo>
                <a:lnTo>
                  <a:pt x="1538093" y="57897"/>
                </a:lnTo>
                <a:lnTo>
                  <a:pt x="1538313" y="57663"/>
                </a:lnTo>
                <a:lnTo>
                  <a:pt x="1538539" y="57439"/>
                </a:lnTo>
                <a:lnTo>
                  <a:pt x="1538771" y="57225"/>
                </a:lnTo>
                <a:lnTo>
                  <a:pt x="1539009" y="57022"/>
                </a:lnTo>
                <a:lnTo>
                  <a:pt x="1539252" y="56829"/>
                </a:lnTo>
                <a:lnTo>
                  <a:pt x="1539502" y="56647"/>
                </a:lnTo>
                <a:lnTo>
                  <a:pt x="1539758" y="56475"/>
                </a:lnTo>
                <a:lnTo>
                  <a:pt x="1540020" y="56313"/>
                </a:lnTo>
                <a:lnTo>
                  <a:pt x="1540288" y="56162"/>
                </a:lnTo>
                <a:lnTo>
                  <a:pt x="1540562" y="56021"/>
                </a:lnTo>
                <a:lnTo>
                  <a:pt x="1540842" y="55891"/>
                </a:lnTo>
                <a:lnTo>
                  <a:pt x="1541128" y="55771"/>
                </a:lnTo>
                <a:lnTo>
                  <a:pt x="1541421" y="55662"/>
                </a:lnTo>
                <a:lnTo>
                  <a:pt x="1541719" y="55563"/>
                </a:lnTo>
                <a:lnTo>
                  <a:pt x="1542023" y="55474"/>
                </a:lnTo>
                <a:lnTo>
                  <a:pt x="1542333" y="55396"/>
                </a:lnTo>
                <a:lnTo>
                  <a:pt x="1542649" y="55328"/>
                </a:lnTo>
                <a:lnTo>
                  <a:pt x="1542972" y="55271"/>
                </a:lnTo>
                <a:lnTo>
                  <a:pt x="1543300" y="55224"/>
                </a:lnTo>
                <a:lnTo>
                  <a:pt x="1543634" y="55188"/>
                </a:lnTo>
                <a:lnTo>
                  <a:pt x="1543974" y="55161"/>
                </a:lnTo>
                <a:lnTo>
                  <a:pt x="1544321" y="55146"/>
                </a:lnTo>
                <a:lnTo>
                  <a:pt x="1544673" y="55141"/>
                </a:lnTo>
                <a:lnTo>
                  <a:pt x="1545039" y="55146"/>
                </a:lnTo>
                <a:lnTo>
                  <a:pt x="1545397" y="55162"/>
                </a:lnTo>
                <a:lnTo>
                  <a:pt x="1545750" y="55189"/>
                </a:lnTo>
                <a:lnTo>
                  <a:pt x="1546095" y="55226"/>
                </a:lnTo>
                <a:lnTo>
                  <a:pt x="1546434" y="55274"/>
                </a:lnTo>
                <a:lnTo>
                  <a:pt x="1546767" y="55333"/>
                </a:lnTo>
                <a:lnTo>
                  <a:pt x="1547092" y="55403"/>
                </a:lnTo>
                <a:lnTo>
                  <a:pt x="1547412" y="55483"/>
                </a:lnTo>
                <a:lnTo>
                  <a:pt x="1547724" y="55574"/>
                </a:lnTo>
                <a:lnTo>
                  <a:pt x="1548030" y="55676"/>
                </a:lnTo>
                <a:lnTo>
                  <a:pt x="1548330" y="55788"/>
                </a:lnTo>
                <a:lnTo>
                  <a:pt x="1548623" y="55911"/>
                </a:lnTo>
                <a:lnTo>
                  <a:pt x="1548909" y="56045"/>
                </a:lnTo>
                <a:lnTo>
                  <a:pt x="1549189" y="56189"/>
                </a:lnTo>
                <a:lnTo>
                  <a:pt x="1549462" y="56344"/>
                </a:lnTo>
                <a:lnTo>
                  <a:pt x="1549728" y="56510"/>
                </a:lnTo>
                <a:lnTo>
                  <a:pt x="1549988" y="56687"/>
                </a:lnTo>
                <a:lnTo>
                  <a:pt x="1550242" y="56874"/>
                </a:lnTo>
                <a:lnTo>
                  <a:pt x="1550489" y="57072"/>
                </a:lnTo>
                <a:lnTo>
                  <a:pt x="1550729" y="57280"/>
                </a:lnTo>
                <a:lnTo>
                  <a:pt x="1550962" y="57500"/>
                </a:lnTo>
                <a:lnTo>
                  <a:pt x="1551189" y="57730"/>
                </a:lnTo>
                <a:lnTo>
                  <a:pt x="1551410" y="57970"/>
                </a:lnTo>
                <a:lnTo>
                  <a:pt x="1551624" y="58222"/>
                </a:lnTo>
                <a:lnTo>
                  <a:pt x="1551830" y="58482"/>
                </a:lnTo>
                <a:lnTo>
                  <a:pt x="1552028" y="58750"/>
                </a:lnTo>
                <a:lnTo>
                  <a:pt x="1552216" y="59025"/>
                </a:lnTo>
                <a:lnTo>
                  <a:pt x="1552396" y="59308"/>
                </a:lnTo>
                <a:lnTo>
                  <a:pt x="1552568" y="59598"/>
                </a:lnTo>
                <a:lnTo>
                  <a:pt x="1552730" y="59895"/>
                </a:lnTo>
                <a:lnTo>
                  <a:pt x="1552884" y="60200"/>
                </a:lnTo>
                <a:lnTo>
                  <a:pt x="1553029" y="60513"/>
                </a:lnTo>
                <a:lnTo>
                  <a:pt x="1553165" y="60832"/>
                </a:lnTo>
                <a:lnTo>
                  <a:pt x="1553292" y="61159"/>
                </a:lnTo>
                <a:lnTo>
                  <a:pt x="1553411" y="61494"/>
                </a:lnTo>
                <a:lnTo>
                  <a:pt x="1553520" y="61836"/>
                </a:lnTo>
                <a:lnTo>
                  <a:pt x="1553621" y="62185"/>
                </a:lnTo>
                <a:lnTo>
                  <a:pt x="1553714" y="62541"/>
                </a:lnTo>
                <a:lnTo>
                  <a:pt x="1553797" y="62905"/>
                </a:lnTo>
                <a:lnTo>
                  <a:pt x="1553872" y="63277"/>
                </a:lnTo>
                <a:lnTo>
                  <a:pt x="1553937" y="63656"/>
                </a:lnTo>
                <a:lnTo>
                  <a:pt x="1553995" y="64042"/>
                </a:lnTo>
                <a:lnTo>
                  <a:pt x="1554043" y="64436"/>
                </a:lnTo>
                <a:lnTo>
                  <a:pt x="1554082" y="64837"/>
                </a:lnTo>
                <a:lnTo>
                  <a:pt x="1554113" y="65245"/>
                </a:lnTo>
                <a:lnTo>
                  <a:pt x="1554135" y="65661"/>
                </a:lnTo>
                <a:lnTo>
                  <a:pt x="1554148" y="66084"/>
                </a:lnTo>
                <a:lnTo>
                  <a:pt x="1554153" y="66515"/>
                </a:lnTo>
                <a:lnTo>
                  <a:pt x="1554153" y="132717"/>
                </a:lnTo>
                <a:lnTo>
                  <a:pt x="1567424" y="132717"/>
                </a:lnTo>
                <a:lnTo>
                  <a:pt x="1567424" y="66674"/>
                </a:lnTo>
                <a:lnTo>
                  <a:pt x="1567416" y="65851"/>
                </a:lnTo>
                <a:lnTo>
                  <a:pt x="1567390" y="65041"/>
                </a:lnTo>
                <a:lnTo>
                  <a:pt x="1567346" y="64244"/>
                </a:lnTo>
                <a:lnTo>
                  <a:pt x="1567286" y="63459"/>
                </a:lnTo>
                <a:lnTo>
                  <a:pt x="1567208" y="62688"/>
                </a:lnTo>
                <a:lnTo>
                  <a:pt x="1567113" y="61929"/>
                </a:lnTo>
                <a:lnTo>
                  <a:pt x="1567001" y="61183"/>
                </a:lnTo>
                <a:lnTo>
                  <a:pt x="1566871" y="60451"/>
                </a:lnTo>
                <a:lnTo>
                  <a:pt x="1566725" y="59731"/>
                </a:lnTo>
                <a:lnTo>
                  <a:pt x="1566560" y="59024"/>
                </a:lnTo>
                <a:lnTo>
                  <a:pt x="1566379" y="58330"/>
                </a:lnTo>
                <a:lnTo>
                  <a:pt x="1566180" y="57649"/>
                </a:lnTo>
                <a:lnTo>
                  <a:pt x="1565964" y="56980"/>
                </a:lnTo>
                <a:lnTo>
                  <a:pt x="1565731" y="56325"/>
                </a:lnTo>
                <a:lnTo>
                  <a:pt x="1565481" y="55682"/>
                </a:lnTo>
                <a:lnTo>
                  <a:pt x="1565213" y="55053"/>
                </a:lnTo>
                <a:lnTo>
                  <a:pt x="1564928" y="54436"/>
                </a:lnTo>
                <a:lnTo>
                  <a:pt x="1564625" y="53832"/>
                </a:lnTo>
                <a:lnTo>
                  <a:pt x="1564306" y="53241"/>
                </a:lnTo>
                <a:lnTo>
                  <a:pt x="1563969" y="52663"/>
                </a:lnTo>
                <a:lnTo>
                  <a:pt x="1563615" y="52098"/>
                </a:lnTo>
                <a:lnTo>
                  <a:pt x="1563243" y="51546"/>
                </a:lnTo>
                <a:lnTo>
                  <a:pt x="1562854" y="51007"/>
                </a:lnTo>
                <a:lnTo>
                  <a:pt x="1562448" y="50480"/>
                </a:lnTo>
                <a:lnTo>
                  <a:pt x="1562028" y="49971"/>
                </a:lnTo>
                <a:lnTo>
                  <a:pt x="1561595" y="49484"/>
                </a:lnTo>
                <a:lnTo>
                  <a:pt x="1561151" y="49018"/>
                </a:lnTo>
                <a:lnTo>
                  <a:pt x="1560695" y="48573"/>
                </a:lnTo>
                <a:lnTo>
                  <a:pt x="1560227" y="48151"/>
                </a:lnTo>
                <a:lnTo>
                  <a:pt x="1559748" y="47750"/>
                </a:lnTo>
                <a:lnTo>
                  <a:pt x="1559256" y="47371"/>
                </a:lnTo>
                <a:lnTo>
                  <a:pt x="1558753" y="47013"/>
                </a:lnTo>
                <a:lnTo>
                  <a:pt x="1558238" y="46677"/>
                </a:lnTo>
                <a:lnTo>
                  <a:pt x="1557711" y="46363"/>
                </a:lnTo>
                <a:lnTo>
                  <a:pt x="1557173" y="46070"/>
                </a:lnTo>
                <a:lnTo>
                  <a:pt x="1556622" y="45799"/>
                </a:lnTo>
                <a:lnTo>
                  <a:pt x="1556060" y="45550"/>
                </a:lnTo>
                <a:lnTo>
                  <a:pt x="1555486" y="45322"/>
                </a:lnTo>
                <a:lnTo>
                  <a:pt x="1554900" y="45117"/>
                </a:lnTo>
                <a:lnTo>
                  <a:pt x="1554303" y="44932"/>
                </a:lnTo>
                <a:lnTo>
                  <a:pt x="1553693" y="44770"/>
                </a:lnTo>
                <a:lnTo>
                  <a:pt x="1553072" y="44629"/>
                </a:lnTo>
                <a:lnTo>
                  <a:pt x="1552439" y="44510"/>
                </a:lnTo>
                <a:lnTo>
                  <a:pt x="1551794" y="44412"/>
                </a:lnTo>
                <a:lnTo>
                  <a:pt x="1551138" y="44336"/>
                </a:lnTo>
                <a:lnTo>
                  <a:pt x="1550469" y="44282"/>
                </a:lnTo>
                <a:lnTo>
                  <a:pt x="1549789" y="44250"/>
                </a:lnTo>
                <a:lnTo>
                  <a:pt x="1549097" y="44239"/>
                </a:lnTo>
                <a:lnTo>
                  <a:pt x="1548536" y="44246"/>
                </a:lnTo>
                <a:lnTo>
                  <a:pt x="1547983" y="44268"/>
                </a:lnTo>
                <a:lnTo>
                  <a:pt x="1547441" y="44306"/>
                </a:lnTo>
                <a:lnTo>
                  <a:pt x="1546907" y="44357"/>
                </a:lnTo>
                <a:lnTo>
                  <a:pt x="1546383" y="44424"/>
                </a:lnTo>
                <a:lnTo>
                  <a:pt x="1545868" y="44506"/>
                </a:lnTo>
                <a:lnTo>
                  <a:pt x="1545363" y="44602"/>
                </a:lnTo>
                <a:lnTo>
                  <a:pt x="1544866" y="44713"/>
                </a:lnTo>
                <a:lnTo>
                  <a:pt x="1544379" y="44839"/>
                </a:lnTo>
                <a:lnTo>
                  <a:pt x="1543902" y="44980"/>
                </a:lnTo>
                <a:lnTo>
                  <a:pt x="1543434" y="45135"/>
                </a:lnTo>
                <a:lnTo>
                  <a:pt x="1542975" y="45306"/>
                </a:lnTo>
                <a:lnTo>
                  <a:pt x="1542525" y="45491"/>
                </a:lnTo>
                <a:lnTo>
                  <a:pt x="1542085" y="45691"/>
                </a:lnTo>
                <a:lnTo>
                  <a:pt x="1541654" y="45906"/>
                </a:lnTo>
                <a:lnTo>
                  <a:pt x="1541232" y="46135"/>
                </a:lnTo>
                <a:lnTo>
                  <a:pt x="1540820" y="46380"/>
                </a:lnTo>
                <a:lnTo>
                  <a:pt x="1540417" y="46639"/>
                </a:lnTo>
                <a:lnTo>
                  <a:pt x="1540024" y="46913"/>
                </a:lnTo>
                <a:lnTo>
                  <a:pt x="1539639" y="47202"/>
                </a:lnTo>
                <a:lnTo>
                  <a:pt x="1539264" y="47506"/>
                </a:lnTo>
                <a:lnTo>
                  <a:pt x="1538899" y="47824"/>
                </a:lnTo>
                <a:lnTo>
                  <a:pt x="1538542" y="48158"/>
                </a:lnTo>
                <a:lnTo>
                  <a:pt x="1538195" y="48506"/>
                </a:lnTo>
                <a:lnTo>
                  <a:pt x="1537860" y="48867"/>
                </a:lnTo>
                <a:lnTo>
                  <a:pt x="1537538" y="49238"/>
                </a:lnTo>
                <a:lnTo>
                  <a:pt x="1537230" y="49619"/>
                </a:lnTo>
                <a:lnTo>
                  <a:pt x="1536936" y="50011"/>
                </a:lnTo>
                <a:lnTo>
                  <a:pt x="1536655" y="50413"/>
                </a:lnTo>
                <a:lnTo>
                  <a:pt x="1536388" y="50826"/>
                </a:lnTo>
                <a:lnTo>
                  <a:pt x="1536135" y="51249"/>
                </a:lnTo>
                <a:lnTo>
                  <a:pt x="1535896" y="51683"/>
                </a:lnTo>
                <a:lnTo>
                  <a:pt x="1535670" y="52127"/>
                </a:lnTo>
                <a:lnTo>
                  <a:pt x="1535458" y="52581"/>
                </a:lnTo>
                <a:lnTo>
                  <a:pt x="1535260" y="53046"/>
                </a:lnTo>
                <a:lnTo>
                  <a:pt x="1535075" y="53521"/>
                </a:lnTo>
                <a:lnTo>
                  <a:pt x="1534904" y="54007"/>
                </a:lnTo>
                <a:lnTo>
                  <a:pt x="1534747" y="54503"/>
                </a:lnTo>
                <a:lnTo>
                  <a:pt x="1534604" y="55009"/>
                </a:lnTo>
                <a:lnTo>
                  <a:pt x="1534474" y="55526"/>
                </a:lnTo>
                <a:lnTo>
                  <a:pt x="1534358" y="56054"/>
                </a:lnTo>
                <a:lnTo>
                  <a:pt x="1534261" y="56563"/>
                </a:lnTo>
                <a:lnTo>
                  <a:pt x="1534110" y="56563"/>
                </a:lnTo>
                <a:close/>
                <a:moveTo>
                  <a:pt x="1249219" y="39499"/>
                </a:moveTo>
                <a:lnTo>
                  <a:pt x="1249223" y="39121"/>
                </a:lnTo>
                <a:lnTo>
                  <a:pt x="1249237" y="38751"/>
                </a:lnTo>
                <a:lnTo>
                  <a:pt x="1249259" y="38389"/>
                </a:lnTo>
                <a:lnTo>
                  <a:pt x="1249291" y="38035"/>
                </a:lnTo>
                <a:lnTo>
                  <a:pt x="1249332" y="37689"/>
                </a:lnTo>
                <a:lnTo>
                  <a:pt x="1249381" y="37351"/>
                </a:lnTo>
                <a:lnTo>
                  <a:pt x="1249440" y="37021"/>
                </a:lnTo>
                <a:lnTo>
                  <a:pt x="1249508" y="36699"/>
                </a:lnTo>
                <a:lnTo>
                  <a:pt x="1249585" y="36384"/>
                </a:lnTo>
                <a:lnTo>
                  <a:pt x="1249671" y="36078"/>
                </a:lnTo>
                <a:lnTo>
                  <a:pt x="1249766" y="35780"/>
                </a:lnTo>
                <a:lnTo>
                  <a:pt x="1249870" y="35489"/>
                </a:lnTo>
                <a:lnTo>
                  <a:pt x="1249983" y="35207"/>
                </a:lnTo>
                <a:lnTo>
                  <a:pt x="1250105" y="34932"/>
                </a:lnTo>
                <a:lnTo>
                  <a:pt x="1250237" y="34666"/>
                </a:lnTo>
                <a:lnTo>
                  <a:pt x="1250377" y="34407"/>
                </a:lnTo>
                <a:lnTo>
                  <a:pt x="1250526" y="34157"/>
                </a:lnTo>
                <a:lnTo>
                  <a:pt x="1250685" y="33914"/>
                </a:lnTo>
                <a:lnTo>
                  <a:pt x="1250852" y="33680"/>
                </a:lnTo>
                <a:lnTo>
                  <a:pt x="1251028" y="33453"/>
                </a:lnTo>
                <a:lnTo>
                  <a:pt x="1251214" y="33234"/>
                </a:lnTo>
                <a:lnTo>
                  <a:pt x="1251408" y="33023"/>
                </a:lnTo>
                <a:lnTo>
                  <a:pt x="1251612" y="32821"/>
                </a:lnTo>
                <a:lnTo>
                  <a:pt x="1251825" y="32626"/>
                </a:lnTo>
                <a:lnTo>
                  <a:pt x="1252046" y="32439"/>
                </a:lnTo>
                <a:lnTo>
                  <a:pt x="1252275" y="32260"/>
                </a:lnTo>
                <a:lnTo>
                  <a:pt x="1252513" y="32089"/>
                </a:lnTo>
                <a:lnTo>
                  <a:pt x="1252758" y="31926"/>
                </a:lnTo>
                <a:lnTo>
                  <a:pt x="1253011" y="31771"/>
                </a:lnTo>
                <a:lnTo>
                  <a:pt x="1253272" y="31624"/>
                </a:lnTo>
                <a:lnTo>
                  <a:pt x="1253541" y="31485"/>
                </a:lnTo>
                <a:lnTo>
                  <a:pt x="1253818" y="31353"/>
                </a:lnTo>
                <a:lnTo>
                  <a:pt x="1254103" y="31230"/>
                </a:lnTo>
                <a:lnTo>
                  <a:pt x="1254396" y="31115"/>
                </a:lnTo>
                <a:lnTo>
                  <a:pt x="1254697" y="31008"/>
                </a:lnTo>
                <a:lnTo>
                  <a:pt x="1255006" y="30908"/>
                </a:lnTo>
                <a:lnTo>
                  <a:pt x="1255323" y="30817"/>
                </a:lnTo>
                <a:lnTo>
                  <a:pt x="1255647" y="30733"/>
                </a:lnTo>
                <a:lnTo>
                  <a:pt x="1255980" y="30658"/>
                </a:lnTo>
                <a:lnTo>
                  <a:pt x="1256321" y="30590"/>
                </a:lnTo>
                <a:lnTo>
                  <a:pt x="1256669" y="30530"/>
                </a:lnTo>
                <a:lnTo>
                  <a:pt x="1257026" y="30479"/>
                </a:lnTo>
                <a:lnTo>
                  <a:pt x="1257390" y="30435"/>
                </a:lnTo>
                <a:lnTo>
                  <a:pt x="1257763" y="30399"/>
                </a:lnTo>
                <a:lnTo>
                  <a:pt x="1258143" y="30371"/>
                </a:lnTo>
                <a:lnTo>
                  <a:pt x="1258531" y="30351"/>
                </a:lnTo>
                <a:lnTo>
                  <a:pt x="1258928" y="30340"/>
                </a:lnTo>
                <a:lnTo>
                  <a:pt x="1259332" y="30336"/>
                </a:lnTo>
                <a:lnTo>
                  <a:pt x="1284769" y="30336"/>
                </a:lnTo>
                <a:lnTo>
                  <a:pt x="1284769" y="17380"/>
                </a:lnTo>
                <a:lnTo>
                  <a:pt x="1259332" y="17380"/>
                </a:lnTo>
                <a:lnTo>
                  <a:pt x="1258393" y="17390"/>
                </a:lnTo>
                <a:lnTo>
                  <a:pt x="1257470" y="17421"/>
                </a:lnTo>
                <a:lnTo>
                  <a:pt x="1256564" y="17472"/>
                </a:lnTo>
                <a:lnTo>
                  <a:pt x="1255676" y="17544"/>
                </a:lnTo>
                <a:lnTo>
                  <a:pt x="1254804" y="17637"/>
                </a:lnTo>
                <a:lnTo>
                  <a:pt x="1253950" y="17750"/>
                </a:lnTo>
                <a:lnTo>
                  <a:pt x="1253112" y="17884"/>
                </a:lnTo>
                <a:lnTo>
                  <a:pt x="1252292" y="18038"/>
                </a:lnTo>
                <a:lnTo>
                  <a:pt x="1251488" y="18213"/>
                </a:lnTo>
                <a:lnTo>
                  <a:pt x="1250702" y="18409"/>
                </a:lnTo>
                <a:lnTo>
                  <a:pt x="1249932" y="18625"/>
                </a:lnTo>
                <a:lnTo>
                  <a:pt x="1249180" y="18861"/>
                </a:lnTo>
                <a:lnTo>
                  <a:pt x="1248445" y="19118"/>
                </a:lnTo>
                <a:lnTo>
                  <a:pt x="1247726" y="19396"/>
                </a:lnTo>
                <a:lnTo>
                  <a:pt x="1247025" y="19695"/>
                </a:lnTo>
                <a:lnTo>
                  <a:pt x="1246340" y="20013"/>
                </a:lnTo>
                <a:lnTo>
                  <a:pt x="1245673" y="20353"/>
                </a:lnTo>
                <a:lnTo>
                  <a:pt x="1245023" y="20713"/>
                </a:lnTo>
                <a:lnTo>
                  <a:pt x="1244389" y="21094"/>
                </a:lnTo>
                <a:lnTo>
                  <a:pt x="1243773" y="21495"/>
                </a:lnTo>
                <a:lnTo>
                  <a:pt x="1243173" y="21917"/>
                </a:lnTo>
                <a:lnTo>
                  <a:pt x="1242591" y="22359"/>
                </a:lnTo>
                <a:lnTo>
                  <a:pt x="1242026" y="22822"/>
                </a:lnTo>
                <a:lnTo>
                  <a:pt x="1241477" y="23306"/>
                </a:lnTo>
                <a:lnTo>
                  <a:pt x="1240949" y="23807"/>
                </a:lnTo>
                <a:lnTo>
                  <a:pt x="1240443" y="24323"/>
                </a:lnTo>
                <a:lnTo>
                  <a:pt x="1239959" y="24854"/>
                </a:lnTo>
                <a:lnTo>
                  <a:pt x="1239498" y="25401"/>
                </a:lnTo>
                <a:lnTo>
                  <a:pt x="1239059" y="25962"/>
                </a:lnTo>
                <a:lnTo>
                  <a:pt x="1238643" y="26539"/>
                </a:lnTo>
                <a:lnTo>
                  <a:pt x="1238250" y="27131"/>
                </a:lnTo>
                <a:lnTo>
                  <a:pt x="1237879" y="27737"/>
                </a:lnTo>
                <a:lnTo>
                  <a:pt x="1237530" y="28359"/>
                </a:lnTo>
                <a:lnTo>
                  <a:pt x="1237204" y="28996"/>
                </a:lnTo>
                <a:lnTo>
                  <a:pt x="1236900" y="29648"/>
                </a:lnTo>
                <a:lnTo>
                  <a:pt x="1236619" y="30316"/>
                </a:lnTo>
                <a:lnTo>
                  <a:pt x="1236360" y="30998"/>
                </a:lnTo>
                <a:lnTo>
                  <a:pt x="1236124" y="31695"/>
                </a:lnTo>
                <a:lnTo>
                  <a:pt x="1235910" y="32408"/>
                </a:lnTo>
                <a:lnTo>
                  <a:pt x="1235719" y="33135"/>
                </a:lnTo>
                <a:lnTo>
                  <a:pt x="1235551" y="33878"/>
                </a:lnTo>
                <a:lnTo>
                  <a:pt x="1235404" y="34636"/>
                </a:lnTo>
                <a:lnTo>
                  <a:pt x="1235281" y="35409"/>
                </a:lnTo>
                <a:lnTo>
                  <a:pt x="1235179" y="36196"/>
                </a:lnTo>
                <a:lnTo>
                  <a:pt x="1235101" y="37000"/>
                </a:lnTo>
                <a:lnTo>
                  <a:pt x="1235044" y="37818"/>
                </a:lnTo>
                <a:lnTo>
                  <a:pt x="1235011" y="38651"/>
                </a:lnTo>
                <a:lnTo>
                  <a:pt x="1234999" y="39499"/>
                </a:lnTo>
                <a:lnTo>
                  <a:pt x="1234999" y="57667"/>
                </a:lnTo>
                <a:lnTo>
                  <a:pt x="1209719" y="57667"/>
                </a:lnTo>
                <a:lnTo>
                  <a:pt x="1209719" y="70623"/>
                </a:lnTo>
                <a:lnTo>
                  <a:pt x="1234999" y="70623"/>
                </a:lnTo>
                <a:lnTo>
                  <a:pt x="1234999" y="132717"/>
                </a:lnTo>
                <a:lnTo>
                  <a:pt x="1249219" y="132717"/>
                </a:lnTo>
                <a:lnTo>
                  <a:pt x="1249219" y="70623"/>
                </a:lnTo>
                <a:lnTo>
                  <a:pt x="1284769" y="70623"/>
                </a:lnTo>
                <a:lnTo>
                  <a:pt x="1284769" y="57667"/>
                </a:lnTo>
                <a:lnTo>
                  <a:pt x="1249219" y="57667"/>
                </a:lnTo>
                <a:lnTo>
                  <a:pt x="1249219" y="39499"/>
                </a:lnTo>
                <a:close/>
                <a:moveTo>
                  <a:pt x="1733591" y="58250"/>
                </a:moveTo>
                <a:lnTo>
                  <a:pt x="1733349" y="57577"/>
                </a:lnTo>
                <a:lnTo>
                  <a:pt x="1733084" y="56919"/>
                </a:lnTo>
                <a:lnTo>
                  <a:pt x="1732796" y="56274"/>
                </a:lnTo>
                <a:lnTo>
                  <a:pt x="1732485" y="55643"/>
                </a:lnTo>
                <a:lnTo>
                  <a:pt x="1732151" y="55025"/>
                </a:lnTo>
                <a:lnTo>
                  <a:pt x="1731794" y="54421"/>
                </a:lnTo>
                <a:lnTo>
                  <a:pt x="1731414" y="53831"/>
                </a:lnTo>
                <a:lnTo>
                  <a:pt x="1731010" y="53255"/>
                </a:lnTo>
                <a:lnTo>
                  <a:pt x="1730584" y="52692"/>
                </a:lnTo>
                <a:lnTo>
                  <a:pt x="1730135" y="52144"/>
                </a:lnTo>
                <a:lnTo>
                  <a:pt x="1729662" y="51608"/>
                </a:lnTo>
                <a:lnTo>
                  <a:pt x="1729167" y="51087"/>
                </a:lnTo>
                <a:lnTo>
                  <a:pt x="1728648" y="50579"/>
                </a:lnTo>
                <a:lnTo>
                  <a:pt x="1728107" y="50085"/>
                </a:lnTo>
                <a:lnTo>
                  <a:pt x="1727547" y="49608"/>
                </a:lnTo>
                <a:lnTo>
                  <a:pt x="1726972" y="49151"/>
                </a:lnTo>
                <a:lnTo>
                  <a:pt x="1726384" y="48715"/>
                </a:lnTo>
                <a:lnTo>
                  <a:pt x="1725781" y="48299"/>
                </a:lnTo>
                <a:lnTo>
                  <a:pt x="1725164" y="47903"/>
                </a:lnTo>
                <a:lnTo>
                  <a:pt x="1724533" y="47527"/>
                </a:lnTo>
                <a:lnTo>
                  <a:pt x="1723887" y="47172"/>
                </a:lnTo>
                <a:lnTo>
                  <a:pt x="1723227" y="46837"/>
                </a:lnTo>
                <a:lnTo>
                  <a:pt x="1722553" y="46523"/>
                </a:lnTo>
                <a:lnTo>
                  <a:pt x="1721865" y="46228"/>
                </a:lnTo>
                <a:lnTo>
                  <a:pt x="1721162" y="45954"/>
                </a:lnTo>
                <a:lnTo>
                  <a:pt x="1720445" y="45700"/>
                </a:lnTo>
                <a:lnTo>
                  <a:pt x="1719714" y="45467"/>
                </a:lnTo>
                <a:lnTo>
                  <a:pt x="1718968" y="45254"/>
                </a:lnTo>
                <a:lnTo>
                  <a:pt x="1718209" y="45061"/>
                </a:lnTo>
                <a:lnTo>
                  <a:pt x="1717435" y="44888"/>
                </a:lnTo>
                <a:lnTo>
                  <a:pt x="1716646" y="44736"/>
                </a:lnTo>
                <a:lnTo>
                  <a:pt x="1715844" y="44604"/>
                </a:lnTo>
                <a:lnTo>
                  <a:pt x="1715027" y="44493"/>
                </a:lnTo>
                <a:lnTo>
                  <a:pt x="1714196" y="44401"/>
                </a:lnTo>
                <a:lnTo>
                  <a:pt x="1713351" y="44330"/>
                </a:lnTo>
                <a:lnTo>
                  <a:pt x="1712491" y="44279"/>
                </a:lnTo>
                <a:lnTo>
                  <a:pt x="1711617" y="44249"/>
                </a:lnTo>
                <a:lnTo>
                  <a:pt x="1710729" y="44239"/>
                </a:lnTo>
                <a:lnTo>
                  <a:pt x="1709646" y="44254"/>
                </a:lnTo>
                <a:lnTo>
                  <a:pt x="1708581" y="44299"/>
                </a:lnTo>
                <a:lnTo>
                  <a:pt x="1707534" y="44375"/>
                </a:lnTo>
                <a:lnTo>
                  <a:pt x="1706507" y="44480"/>
                </a:lnTo>
                <a:lnTo>
                  <a:pt x="1705498" y="44616"/>
                </a:lnTo>
                <a:lnTo>
                  <a:pt x="1704508" y="44782"/>
                </a:lnTo>
                <a:lnTo>
                  <a:pt x="1703536" y="44978"/>
                </a:lnTo>
                <a:lnTo>
                  <a:pt x="1702583" y="45205"/>
                </a:lnTo>
                <a:lnTo>
                  <a:pt x="1701649" y="45461"/>
                </a:lnTo>
                <a:lnTo>
                  <a:pt x="1700733" y="45748"/>
                </a:lnTo>
                <a:lnTo>
                  <a:pt x="1699836" y="46065"/>
                </a:lnTo>
                <a:lnTo>
                  <a:pt x="1698958" y="46412"/>
                </a:lnTo>
                <a:lnTo>
                  <a:pt x="1698098" y="46789"/>
                </a:lnTo>
                <a:lnTo>
                  <a:pt x="1697257" y="47196"/>
                </a:lnTo>
                <a:lnTo>
                  <a:pt x="1696435" y="47634"/>
                </a:lnTo>
                <a:lnTo>
                  <a:pt x="1695631" y="48102"/>
                </a:lnTo>
                <a:lnTo>
                  <a:pt x="1694846" y="48599"/>
                </a:lnTo>
                <a:lnTo>
                  <a:pt x="1694080" y="49128"/>
                </a:lnTo>
                <a:lnTo>
                  <a:pt x="1693332" y="49686"/>
                </a:lnTo>
                <a:lnTo>
                  <a:pt x="1692603" y="50274"/>
                </a:lnTo>
                <a:lnTo>
                  <a:pt x="1691892" y="50893"/>
                </a:lnTo>
                <a:lnTo>
                  <a:pt x="1691201" y="51542"/>
                </a:lnTo>
                <a:lnTo>
                  <a:pt x="1690528" y="52221"/>
                </a:lnTo>
                <a:lnTo>
                  <a:pt x="1689873" y="52930"/>
                </a:lnTo>
                <a:lnTo>
                  <a:pt x="1689241" y="53665"/>
                </a:lnTo>
                <a:lnTo>
                  <a:pt x="1688637" y="54422"/>
                </a:lnTo>
                <a:lnTo>
                  <a:pt x="1688059" y="55201"/>
                </a:lnTo>
                <a:lnTo>
                  <a:pt x="1687508" y="56002"/>
                </a:lnTo>
                <a:lnTo>
                  <a:pt x="1686984" y="56825"/>
                </a:lnTo>
                <a:lnTo>
                  <a:pt x="1686486" y="57669"/>
                </a:lnTo>
                <a:lnTo>
                  <a:pt x="1686016" y="58536"/>
                </a:lnTo>
                <a:lnTo>
                  <a:pt x="1685572" y="59425"/>
                </a:lnTo>
                <a:lnTo>
                  <a:pt x="1685156" y="60335"/>
                </a:lnTo>
                <a:lnTo>
                  <a:pt x="1684766" y="61268"/>
                </a:lnTo>
                <a:lnTo>
                  <a:pt x="1684403" y="62222"/>
                </a:lnTo>
                <a:lnTo>
                  <a:pt x="1684067" y="63199"/>
                </a:lnTo>
                <a:lnTo>
                  <a:pt x="1683758" y="64197"/>
                </a:lnTo>
                <a:lnTo>
                  <a:pt x="1683476" y="65218"/>
                </a:lnTo>
                <a:lnTo>
                  <a:pt x="1683221" y="66260"/>
                </a:lnTo>
                <a:lnTo>
                  <a:pt x="1682992" y="67324"/>
                </a:lnTo>
                <a:lnTo>
                  <a:pt x="1682790" y="68410"/>
                </a:lnTo>
                <a:lnTo>
                  <a:pt x="1682616" y="69519"/>
                </a:lnTo>
                <a:lnTo>
                  <a:pt x="1682468" y="70649"/>
                </a:lnTo>
                <a:lnTo>
                  <a:pt x="1682347" y="71801"/>
                </a:lnTo>
                <a:lnTo>
                  <a:pt x="1682253" y="72975"/>
                </a:lnTo>
                <a:lnTo>
                  <a:pt x="1682186" y="74171"/>
                </a:lnTo>
                <a:lnTo>
                  <a:pt x="1682145" y="75389"/>
                </a:lnTo>
                <a:lnTo>
                  <a:pt x="1682132" y="76628"/>
                </a:lnTo>
                <a:lnTo>
                  <a:pt x="1682132" y="102065"/>
                </a:lnTo>
                <a:lnTo>
                  <a:pt x="1682146" y="103292"/>
                </a:lnTo>
                <a:lnTo>
                  <a:pt x="1682186" y="104498"/>
                </a:lnTo>
                <a:lnTo>
                  <a:pt x="1682254" y="105682"/>
                </a:lnTo>
                <a:lnTo>
                  <a:pt x="1682349" y="106844"/>
                </a:lnTo>
                <a:lnTo>
                  <a:pt x="1682471" y="107986"/>
                </a:lnTo>
                <a:lnTo>
                  <a:pt x="1682621" y="109106"/>
                </a:lnTo>
                <a:lnTo>
                  <a:pt x="1682797" y="110204"/>
                </a:lnTo>
                <a:lnTo>
                  <a:pt x="1683001" y="111281"/>
                </a:lnTo>
                <a:lnTo>
                  <a:pt x="1683232" y="112337"/>
                </a:lnTo>
                <a:lnTo>
                  <a:pt x="1683490" y="113371"/>
                </a:lnTo>
                <a:lnTo>
                  <a:pt x="1683775" y="114384"/>
                </a:lnTo>
                <a:lnTo>
                  <a:pt x="1684087" y="115376"/>
                </a:lnTo>
                <a:lnTo>
                  <a:pt x="1684427" y="116346"/>
                </a:lnTo>
                <a:lnTo>
                  <a:pt x="1684793" y="117295"/>
                </a:lnTo>
                <a:lnTo>
                  <a:pt x="1685187" y="118222"/>
                </a:lnTo>
                <a:lnTo>
                  <a:pt x="1685608" y="119129"/>
                </a:lnTo>
                <a:lnTo>
                  <a:pt x="1686056" y="120013"/>
                </a:lnTo>
                <a:lnTo>
                  <a:pt x="1686531" y="120876"/>
                </a:lnTo>
                <a:lnTo>
                  <a:pt x="1687033" y="121718"/>
                </a:lnTo>
                <a:lnTo>
                  <a:pt x="1687563" y="122539"/>
                </a:lnTo>
                <a:lnTo>
                  <a:pt x="1688120" y="123338"/>
                </a:lnTo>
                <a:lnTo>
                  <a:pt x="1688704" y="124116"/>
                </a:lnTo>
                <a:lnTo>
                  <a:pt x="1689315" y="124872"/>
                </a:lnTo>
                <a:lnTo>
                  <a:pt x="1689953" y="125607"/>
                </a:lnTo>
                <a:lnTo>
                  <a:pt x="1690613" y="126316"/>
                </a:lnTo>
                <a:lnTo>
                  <a:pt x="1691292" y="126995"/>
                </a:lnTo>
                <a:lnTo>
                  <a:pt x="1691988" y="127643"/>
                </a:lnTo>
                <a:lnTo>
                  <a:pt x="1692702" y="128262"/>
                </a:lnTo>
                <a:lnTo>
                  <a:pt x="1693434" y="128850"/>
                </a:lnTo>
                <a:lnTo>
                  <a:pt x="1694184" y="129408"/>
                </a:lnTo>
                <a:lnTo>
                  <a:pt x="1694952" y="129936"/>
                </a:lnTo>
                <a:lnTo>
                  <a:pt x="1695737" y="130434"/>
                </a:lnTo>
                <a:lnTo>
                  <a:pt x="1696540" y="130902"/>
                </a:lnTo>
                <a:lnTo>
                  <a:pt x="1697361" y="131339"/>
                </a:lnTo>
                <a:lnTo>
                  <a:pt x="1698200" y="131746"/>
                </a:lnTo>
                <a:lnTo>
                  <a:pt x="1699057" y="132123"/>
                </a:lnTo>
                <a:lnTo>
                  <a:pt x="1699932" y="132470"/>
                </a:lnTo>
                <a:lnTo>
                  <a:pt x="1700824" y="132787"/>
                </a:lnTo>
                <a:lnTo>
                  <a:pt x="1701735" y="133074"/>
                </a:lnTo>
                <a:lnTo>
                  <a:pt x="1702663" y="133330"/>
                </a:lnTo>
                <a:lnTo>
                  <a:pt x="1703609" y="133556"/>
                </a:lnTo>
                <a:lnTo>
                  <a:pt x="1704572" y="133753"/>
                </a:lnTo>
                <a:lnTo>
                  <a:pt x="1705554" y="133919"/>
                </a:lnTo>
                <a:lnTo>
                  <a:pt x="1706553" y="134054"/>
                </a:lnTo>
                <a:lnTo>
                  <a:pt x="1707571" y="134160"/>
                </a:lnTo>
                <a:lnTo>
                  <a:pt x="1708606" y="134235"/>
                </a:lnTo>
                <a:lnTo>
                  <a:pt x="1709659" y="134281"/>
                </a:lnTo>
                <a:lnTo>
                  <a:pt x="1710729" y="134296"/>
                </a:lnTo>
                <a:lnTo>
                  <a:pt x="1711617" y="134286"/>
                </a:lnTo>
                <a:lnTo>
                  <a:pt x="1712490" y="134256"/>
                </a:lnTo>
                <a:lnTo>
                  <a:pt x="1713348" y="134206"/>
                </a:lnTo>
                <a:lnTo>
                  <a:pt x="1714192" y="134135"/>
                </a:lnTo>
                <a:lnTo>
                  <a:pt x="1715020" y="134045"/>
                </a:lnTo>
                <a:lnTo>
                  <a:pt x="1715834" y="133935"/>
                </a:lnTo>
                <a:lnTo>
                  <a:pt x="1716633" y="133805"/>
                </a:lnTo>
                <a:lnTo>
                  <a:pt x="1717417" y="133655"/>
                </a:lnTo>
                <a:lnTo>
                  <a:pt x="1718187" y="133485"/>
                </a:lnTo>
                <a:lnTo>
                  <a:pt x="1718941" y="133294"/>
                </a:lnTo>
                <a:lnTo>
                  <a:pt x="1719681" y="133084"/>
                </a:lnTo>
                <a:lnTo>
                  <a:pt x="1720406" y="132854"/>
                </a:lnTo>
                <a:lnTo>
                  <a:pt x="1721116" y="132604"/>
                </a:lnTo>
                <a:lnTo>
                  <a:pt x="1721811" y="132333"/>
                </a:lnTo>
                <a:lnTo>
                  <a:pt x="1722492" y="132043"/>
                </a:lnTo>
                <a:lnTo>
                  <a:pt x="1723157" y="131733"/>
                </a:lnTo>
                <a:lnTo>
                  <a:pt x="1723808" y="131402"/>
                </a:lnTo>
                <a:lnTo>
                  <a:pt x="1724444" y="131052"/>
                </a:lnTo>
                <a:lnTo>
                  <a:pt x="1725066" y="130681"/>
                </a:lnTo>
                <a:lnTo>
                  <a:pt x="1725672" y="130291"/>
                </a:lnTo>
                <a:lnTo>
                  <a:pt x="1726264" y="129880"/>
                </a:lnTo>
                <a:lnTo>
                  <a:pt x="1726841" y="129450"/>
                </a:lnTo>
                <a:lnTo>
                  <a:pt x="1727403" y="128999"/>
                </a:lnTo>
                <a:lnTo>
                  <a:pt x="1727950" y="128529"/>
                </a:lnTo>
                <a:lnTo>
                  <a:pt x="1728478" y="128041"/>
                </a:lnTo>
                <a:lnTo>
                  <a:pt x="1728985" y="127539"/>
                </a:lnTo>
                <a:lnTo>
                  <a:pt x="1729468" y="127022"/>
                </a:lnTo>
                <a:lnTo>
                  <a:pt x="1729929" y="126490"/>
                </a:lnTo>
                <a:lnTo>
                  <a:pt x="1730368" y="125944"/>
                </a:lnTo>
                <a:lnTo>
                  <a:pt x="1730784" y="125384"/>
                </a:lnTo>
                <a:lnTo>
                  <a:pt x="1731178" y="124809"/>
                </a:lnTo>
                <a:lnTo>
                  <a:pt x="1731549" y="124219"/>
                </a:lnTo>
                <a:lnTo>
                  <a:pt x="1731897" y="123615"/>
                </a:lnTo>
                <a:lnTo>
                  <a:pt x="1732223" y="122996"/>
                </a:lnTo>
                <a:lnTo>
                  <a:pt x="1732527" y="122363"/>
                </a:lnTo>
                <a:lnTo>
                  <a:pt x="1732808" y="121715"/>
                </a:lnTo>
                <a:lnTo>
                  <a:pt x="1733067" y="121053"/>
                </a:lnTo>
                <a:lnTo>
                  <a:pt x="1733303" y="120376"/>
                </a:lnTo>
                <a:lnTo>
                  <a:pt x="1733517" y="119685"/>
                </a:lnTo>
                <a:lnTo>
                  <a:pt x="1733708" y="118979"/>
                </a:lnTo>
                <a:lnTo>
                  <a:pt x="1733877" y="118258"/>
                </a:lnTo>
                <a:lnTo>
                  <a:pt x="1734023" y="117523"/>
                </a:lnTo>
                <a:lnTo>
                  <a:pt x="1734147" y="116774"/>
                </a:lnTo>
                <a:lnTo>
                  <a:pt x="1734232" y="116128"/>
                </a:lnTo>
                <a:lnTo>
                  <a:pt x="1734428" y="116128"/>
                </a:lnTo>
                <a:lnTo>
                  <a:pt x="1734428" y="132717"/>
                </a:lnTo>
                <a:lnTo>
                  <a:pt x="1748647" y="132717"/>
                </a:lnTo>
                <a:lnTo>
                  <a:pt x="1748647" y="17380"/>
                </a:lnTo>
                <a:lnTo>
                  <a:pt x="1734428" y="17380"/>
                </a:lnTo>
                <a:lnTo>
                  <a:pt x="1734428" y="42657"/>
                </a:lnTo>
                <a:lnTo>
                  <a:pt x="1734744" y="62407"/>
                </a:lnTo>
                <a:lnTo>
                  <a:pt x="1734537" y="62407"/>
                </a:lnTo>
                <a:lnTo>
                  <a:pt x="1734456" y="61817"/>
                </a:lnTo>
                <a:lnTo>
                  <a:pt x="1734329" y="61076"/>
                </a:lnTo>
                <a:lnTo>
                  <a:pt x="1734179" y="60349"/>
                </a:lnTo>
                <a:lnTo>
                  <a:pt x="1734006" y="59635"/>
                </a:lnTo>
                <a:lnTo>
                  <a:pt x="1733810" y="58936"/>
                </a:lnTo>
                <a:lnTo>
                  <a:pt x="1733591" y="58250"/>
                </a:lnTo>
                <a:close/>
                <a:moveTo>
                  <a:pt x="1711212" y="121678"/>
                </a:moveTo>
                <a:lnTo>
                  <a:pt x="1710551" y="121571"/>
                </a:lnTo>
                <a:lnTo>
                  <a:pt x="1709903" y="121447"/>
                </a:lnTo>
                <a:lnTo>
                  <a:pt x="1709269" y="121307"/>
                </a:lnTo>
                <a:lnTo>
                  <a:pt x="1708649" y="121151"/>
                </a:lnTo>
                <a:lnTo>
                  <a:pt x="1708043" y="120978"/>
                </a:lnTo>
                <a:lnTo>
                  <a:pt x="1707450" y="120789"/>
                </a:lnTo>
                <a:lnTo>
                  <a:pt x="1706871" y="120583"/>
                </a:lnTo>
                <a:lnTo>
                  <a:pt x="1706305" y="120361"/>
                </a:lnTo>
                <a:lnTo>
                  <a:pt x="1705754" y="120122"/>
                </a:lnTo>
                <a:lnTo>
                  <a:pt x="1705216" y="119867"/>
                </a:lnTo>
                <a:lnTo>
                  <a:pt x="1704692" y="119596"/>
                </a:lnTo>
                <a:lnTo>
                  <a:pt x="1704181" y="119308"/>
                </a:lnTo>
                <a:lnTo>
                  <a:pt x="1703685" y="119003"/>
                </a:lnTo>
                <a:lnTo>
                  <a:pt x="1703201" y="118682"/>
                </a:lnTo>
                <a:lnTo>
                  <a:pt x="1702732" y="118345"/>
                </a:lnTo>
                <a:lnTo>
                  <a:pt x="1702277" y="117991"/>
                </a:lnTo>
                <a:lnTo>
                  <a:pt x="1701835" y="117621"/>
                </a:lnTo>
                <a:lnTo>
                  <a:pt x="1701407" y="117234"/>
                </a:lnTo>
                <a:lnTo>
                  <a:pt x="1700994" y="116829"/>
                </a:lnTo>
                <a:lnTo>
                  <a:pt x="1700599" y="116403"/>
                </a:lnTo>
                <a:lnTo>
                  <a:pt x="1700222" y="115957"/>
                </a:lnTo>
                <a:lnTo>
                  <a:pt x="1699862" y="115491"/>
                </a:lnTo>
                <a:lnTo>
                  <a:pt x="1699520" y="115005"/>
                </a:lnTo>
                <a:lnTo>
                  <a:pt x="1699195" y="114498"/>
                </a:lnTo>
                <a:lnTo>
                  <a:pt x="1698888" y="113971"/>
                </a:lnTo>
                <a:lnTo>
                  <a:pt x="1698598" y="113423"/>
                </a:lnTo>
                <a:lnTo>
                  <a:pt x="1698326" y="112856"/>
                </a:lnTo>
                <a:lnTo>
                  <a:pt x="1698071" y="112268"/>
                </a:lnTo>
                <a:lnTo>
                  <a:pt x="1697834" y="111660"/>
                </a:lnTo>
                <a:lnTo>
                  <a:pt x="1697615" y="111031"/>
                </a:lnTo>
                <a:lnTo>
                  <a:pt x="1697413" y="110382"/>
                </a:lnTo>
                <a:lnTo>
                  <a:pt x="1697229" y="109713"/>
                </a:lnTo>
                <a:lnTo>
                  <a:pt x="1697062" y="109024"/>
                </a:lnTo>
                <a:lnTo>
                  <a:pt x="1696913" y="108314"/>
                </a:lnTo>
                <a:lnTo>
                  <a:pt x="1696781" y="107584"/>
                </a:lnTo>
                <a:lnTo>
                  <a:pt x="1696667" y="106834"/>
                </a:lnTo>
                <a:lnTo>
                  <a:pt x="1696570" y="106063"/>
                </a:lnTo>
                <a:lnTo>
                  <a:pt x="1696491" y="105272"/>
                </a:lnTo>
                <a:lnTo>
                  <a:pt x="1696430" y="104461"/>
                </a:lnTo>
                <a:lnTo>
                  <a:pt x="1696386" y="103630"/>
                </a:lnTo>
                <a:lnTo>
                  <a:pt x="1696360" y="102778"/>
                </a:lnTo>
                <a:lnTo>
                  <a:pt x="1696351" y="101906"/>
                </a:lnTo>
                <a:lnTo>
                  <a:pt x="1696351" y="76628"/>
                </a:lnTo>
                <a:lnTo>
                  <a:pt x="1696360" y="75744"/>
                </a:lnTo>
                <a:lnTo>
                  <a:pt x="1696386" y="74880"/>
                </a:lnTo>
                <a:lnTo>
                  <a:pt x="1696430" y="74037"/>
                </a:lnTo>
                <a:lnTo>
                  <a:pt x="1696491" y="73216"/>
                </a:lnTo>
                <a:lnTo>
                  <a:pt x="1696570" y="72415"/>
                </a:lnTo>
                <a:lnTo>
                  <a:pt x="1696667" y="71636"/>
                </a:lnTo>
                <a:lnTo>
                  <a:pt x="1696781" y="70878"/>
                </a:lnTo>
                <a:lnTo>
                  <a:pt x="1696913" y="70141"/>
                </a:lnTo>
                <a:lnTo>
                  <a:pt x="1697062" y="69425"/>
                </a:lnTo>
                <a:lnTo>
                  <a:pt x="1697229" y="68731"/>
                </a:lnTo>
                <a:lnTo>
                  <a:pt x="1697413" y="68057"/>
                </a:lnTo>
                <a:lnTo>
                  <a:pt x="1697615" y="67405"/>
                </a:lnTo>
                <a:lnTo>
                  <a:pt x="1697834" y="66773"/>
                </a:lnTo>
                <a:lnTo>
                  <a:pt x="1698071" y="66163"/>
                </a:lnTo>
                <a:lnTo>
                  <a:pt x="1698326" y="65574"/>
                </a:lnTo>
                <a:lnTo>
                  <a:pt x="1698598" y="65006"/>
                </a:lnTo>
                <a:lnTo>
                  <a:pt x="1698888" y="64459"/>
                </a:lnTo>
                <a:lnTo>
                  <a:pt x="1699195" y="63934"/>
                </a:lnTo>
                <a:lnTo>
                  <a:pt x="1699520" y="63429"/>
                </a:lnTo>
                <a:lnTo>
                  <a:pt x="1699862" y="62946"/>
                </a:lnTo>
                <a:lnTo>
                  <a:pt x="1700222" y="62483"/>
                </a:lnTo>
                <a:lnTo>
                  <a:pt x="1700599" y="62042"/>
                </a:lnTo>
                <a:lnTo>
                  <a:pt x="1700994" y="61622"/>
                </a:lnTo>
                <a:lnTo>
                  <a:pt x="1701407" y="61223"/>
                </a:lnTo>
                <a:lnTo>
                  <a:pt x="1701835" y="60843"/>
                </a:lnTo>
                <a:lnTo>
                  <a:pt x="1702277" y="60479"/>
                </a:lnTo>
                <a:lnTo>
                  <a:pt x="1702732" y="60131"/>
                </a:lnTo>
                <a:lnTo>
                  <a:pt x="1703201" y="59799"/>
                </a:lnTo>
                <a:lnTo>
                  <a:pt x="1703685" y="59484"/>
                </a:lnTo>
                <a:lnTo>
                  <a:pt x="1704181" y="59184"/>
                </a:lnTo>
                <a:lnTo>
                  <a:pt x="1704692" y="58901"/>
                </a:lnTo>
                <a:lnTo>
                  <a:pt x="1705216" y="58634"/>
                </a:lnTo>
                <a:lnTo>
                  <a:pt x="1705754" y="58383"/>
                </a:lnTo>
                <a:lnTo>
                  <a:pt x="1706305" y="58149"/>
                </a:lnTo>
                <a:lnTo>
                  <a:pt x="1706871" y="57930"/>
                </a:lnTo>
                <a:lnTo>
                  <a:pt x="1707450" y="57728"/>
                </a:lnTo>
                <a:lnTo>
                  <a:pt x="1708043" y="57542"/>
                </a:lnTo>
                <a:lnTo>
                  <a:pt x="1708649" y="57372"/>
                </a:lnTo>
                <a:lnTo>
                  <a:pt x="1709269" y="57218"/>
                </a:lnTo>
                <a:lnTo>
                  <a:pt x="1709903" y="57081"/>
                </a:lnTo>
                <a:lnTo>
                  <a:pt x="1710551" y="56959"/>
                </a:lnTo>
                <a:lnTo>
                  <a:pt x="1711212" y="56854"/>
                </a:lnTo>
                <a:lnTo>
                  <a:pt x="1711888" y="56765"/>
                </a:lnTo>
                <a:lnTo>
                  <a:pt x="1712576" y="56692"/>
                </a:lnTo>
                <a:lnTo>
                  <a:pt x="1713279" y="56636"/>
                </a:lnTo>
                <a:lnTo>
                  <a:pt x="1713995" y="56595"/>
                </a:lnTo>
                <a:lnTo>
                  <a:pt x="1714725" y="56571"/>
                </a:lnTo>
                <a:lnTo>
                  <a:pt x="1715469" y="56563"/>
                </a:lnTo>
                <a:lnTo>
                  <a:pt x="1716200" y="56573"/>
                </a:lnTo>
                <a:lnTo>
                  <a:pt x="1716917" y="56601"/>
                </a:lnTo>
                <a:lnTo>
                  <a:pt x="1717622" y="56649"/>
                </a:lnTo>
                <a:lnTo>
                  <a:pt x="1718313" y="56717"/>
                </a:lnTo>
                <a:lnTo>
                  <a:pt x="1718991" y="56803"/>
                </a:lnTo>
                <a:lnTo>
                  <a:pt x="1719656" y="56909"/>
                </a:lnTo>
                <a:lnTo>
                  <a:pt x="1720308" y="57034"/>
                </a:lnTo>
                <a:lnTo>
                  <a:pt x="1720946" y="57178"/>
                </a:lnTo>
                <a:lnTo>
                  <a:pt x="1721572" y="57341"/>
                </a:lnTo>
                <a:lnTo>
                  <a:pt x="1722184" y="57523"/>
                </a:lnTo>
                <a:lnTo>
                  <a:pt x="1722783" y="57725"/>
                </a:lnTo>
                <a:lnTo>
                  <a:pt x="1723369" y="57946"/>
                </a:lnTo>
                <a:lnTo>
                  <a:pt x="1723941" y="58186"/>
                </a:lnTo>
                <a:lnTo>
                  <a:pt x="1724501" y="58445"/>
                </a:lnTo>
                <a:lnTo>
                  <a:pt x="1725047" y="58723"/>
                </a:lnTo>
                <a:lnTo>
                  <a:pt x="1725581" y="59021"/>
                </a:lnTo>
                <a:lnTo>
                  <a:pt x="1726101" y="59338"/>
                </a:lnTo>
                <a:lnTo>
                  <a:pt x="1726607" y="59674"/>
                </a:lnTo>
                <a:lnTo>
                  <a:pt x="1727101" y="60029"/>
                </a:lnTo>
                <a:lnTo>
                  <a:pt x="1727582" y="60404"/>
                </a:lnTo>
                <a:lnTo>
                  <a:pt x="1728049" y="60797"/>
                </a:lnTo>
                <a:lnTo>
                  <a:pt x="1728503" y="61210"/>
                </a:lnTo>
                <a:lnTo>
                  <a:pt x="1728944" y="61642"/>
                </a:lnTo>
                <a:lnTo>
                  <a:pt x="1729372" y="62093"/>
                </a:lnTo>
                <a:lnTo>
                  <a:pt x="1729785" y="62562"/>
                </a:lnTo>
                <a:lnTo>
                  <a:pt x="1730180" y="63044"/>
                </a:lnTo>
                <a:lnTo>
                  <a:pt x="1730557" y="63542"/>
                </a:lnTo>
                <a:lnTo>
                  <a:pt x="1730917" y="64055"/>
                </a:lnTo>
                <a:lnTo>
                  <a:pt x="1731259" y="64582"/>
                </a:lnTo>
                <a:lnTo>
                  <a:pt x="1731584" y="65124"/>
                </a:lnTo>
                <a:lnTo>
                  <a:pt x="1731891" y="65681"/>
                </a:lnTo>
                <a:lnTo>
                  <a:pt x="1732181" y="66253"/>
                </a:lnTo>
                <a:lnTo>
                  <a:pt x="1732453" y="66840"/>
                </a:lnTo>
                <a:lnTo>
                  <a:pt x="1732707" y="67441"/>
                </a:lnTo>
                <a:lnTo>
                  <a:pt x="1732944" y="68057"/>
                </a:lnTo>
                <a:lnTo>
                  <a:pt x="1733164" y="68688"/>
                </a:lnTo>
                <a:lnTo>
                  <a:pt x="1733366" y="69334"/>
                </a:lnTo>
                <a:lnTo>
                  <a:pt x="1733550" y="69995"/>
                </a:lnTo>
                <a:lnTo>
                  <a:pt x="1733717" y="70670"/>
                </a:lnTo>
                <a:lnTo>
                  <a:pt x="1733866" y="71361"/>
                </a:lnTo>
                <a:lnTo>
                  <a:pt x="1733998" y="72066"/>
                </a:lnTo>
                <a:lnTo>
                  <a:pt x="1734112" y="72786"/>
                </a:lnTo>
                <a:lnTo>
                  <a:pt x="1734208" y="73521"/>
                </a:lnTo>
                <a:lnTo>
                  <a:pt x="1734287" y="74270"/>
                </a:lnTo>
                <a:lnTo>
                  <a:pt x="1734349" y="75035"/>
                </a:lnTo>
                <a:lnTo>
                  <a:pt x="1734393" y="75814"/>
                </a:lnTo>
                <a:lnTo>
                  <a:pt x="1734419" y="76608"/>
                </a:lnTo>
                <a:lnTo>
                  <a:pt x="1734428" y="77417"/>
                </a:lnTo>
                <a:lnTo>
                  <a:pt x="1734428" y="101118"/>
                </a:lnTo>
                <a:lnTo>
                  <a:pt x="1734419" y="101927"/>
                </a:lnTo>
                <a:lnTo>
                  <a:pt x="1734393" y="102721"/>
                </a:lnTo>
                <a:lnTo>
                  <a:pt x="1734349" y="103500"/>
                </a:lnTo>
                <a:lnTo>
                  <a:pt x="1734287" y="104264"/>
                </a:lnTo>
                <a:lnTo>
                  <a:pt x="1734208" y="105014"/>
                </a:lnTo>
                <a:lnTo>
                  <a:pt x="1734112" y="105749"/>
                </a:lnTo>
                <a:lnTo>
                  <a:pt x="1733998" y="106469"/>
                </a:lnTo>
                <a:lnTo>
                  <a:pt x="1733866" y="107174"/>
                </a:lnTo>
                <a:lnTo>
                  <a:pt x="1733717" y="107864"/>
                </a:lnTo>
                <a:lnTo>
                  <a:pt x="1733550" y="108540"/>
                </a:lnTo>
                <a:lnTo>
                  <a:pt x="1733366" y="109201"/>
                </a:lnTo>
                <a:lnTo>
                  <a:pt x="1733164" y="109847"/>
                </a:lnTo>
                <a:lnTo>
                  <a:pt x="1732944" y="110478"/>
                </a:lnTo>
                <a:lnTo>
                  <a:pt x="1732707" y="111094"/>
                </a:lnTo>
                <a:lnTo>
                  <a:pt x="1732453" y="111696"/>
                </a:lnTo>
                <a:lnTo>
                  <a:pt x="1732181" y="112283"/>
                </a:lnTo>
                <a:lnTo>
                  <a:pt x="1731891" y="112854"/>
                </a:lnTo>
                <a:lnTo>
                  <a:pt x="1731584" y="113412"/>
                </a:lnTo>
                <a:lnTo>
                  <a:pt x="1731259" y="113954"/>
                </a:lnTo>
                <a:lnTo>
                  <a:pt x="1730917" y="114481"/>
                </a:lnTo>
                <a:lnTo>
                  <a:pt x="1730557" y="114994"/>
                </a:lnTo>
                <a:lnTo>
                  <a:pt x="1730180" y="115492"/>
                </a:lnTo>
                <a:lnTo>
                  <a:pt x="1729785" y="115975"/>
                </a:lnTo>
                <a:lnTo>
                  <a:pt x="1729372" y="116443"/>
                </a:lnTo>
                <a:lnTo>
                  <a:pt x="1728944" y="116895"/>
                </a:lnTo>
                <a:lnTo>
                  <a:pt x="1728503" y="117327"/>
                </a:lnTo>
                <a:lnTo>
                  <a:pt x="1728049" y="117740"/>
                </a:lnTo>
                <a:lnTo>
                  <a:pt x="1727582" y="118133"/>
                </a:lnTo>
                <a:lnTo>
                  <a:pt x="1727101" y="118508"/>
                </a:lnTo>
                <a:lnTo>
                  <a:pt x="1726607" y="118863"/>
                </a:lnTo>
                <a:lnTo>
                  <a:pt x="1726101" y="119199"/>
                </a:lnTo>
                <a:lnTo>
                  <a:pt x="1725581" y="119516"/>
                </a:lnTo>
                <a:lnTo>
                  <a:pt x="1725047" y="119814"/>
                </a:lnTo>
                <a:lnTo>
                  <a:pt x="1724501" y="120092"/>
                </a:lnTo>
                <a:lnTo>
                  <a:pt x="1723941" y="120351"/>
                </a:lnTo>
                <a:lnTo>
                  <a:pt x="1723369" y="120591"/>
                </a:lnTo>
                <a:lnTo>
                  <a:pt x="1722783" y="120812"/>
                </a:lnTo>
                <a:lnTo>
                  <a:pt x="1722184" y="121014"/>
                </a:lnTo>
                <a:lnTo>
                  <a:pt x="1721572" y="121196"/>
                </a:lnTo>
                <a:lnTo>
                  <a:pt x="1720946" y="121359"/>
                </a:lnTo>
                <a:lnTo>
                  <a:pt x="1720308" y="121503"/>
                </a:lnTo>
                <a:lnTo>
                  <a:pt x="1719656" y="121628"/>
                </a:lnTo>
                <a:lnTo>
                  <a:pt x="1718991" y="121734"/>
                </a:lnTo>
                <a:lnTo>
                  <a:pt x="1718313" y="121820"/>
                </a:lnTo>
                <a:lnTo>
                  <a:pt x="1717622" y="121887"/>
                </a:lnTo>
                <a:lnTo>
                  <a:pt x="1716917" y="121935"/>
                </a:lnTo>
                <a:lnTo>
                  <a:pt x="1716200" y="121964"/>
                </a:lnTo>
                <a:lnTo>
                  <a:pt x="1715469" y="121974"/>
                </a:lnTo>
                <a:lnTo>
                  <a:pt x="1714725" y="121966"/>
                </a:lnTo>
                <a:lnTo>
                  <a:pt x="1713995" y="121941"/>
                </a:lnTo>
                <a:lnTo>
                  <a:pt x="1713279" y="121900"/>
                </a:lnTo>
                <a:lnTo>
                  <a:pt x="1712576" y="121842"/>
                </a:lnTo>
                <a:lnTo>
                  <a:pt x="1711888" y="121768"/>
                </a:lnTo>
                <a:lnTo>
                  <a:pt x="1711212" y="121678"/>
                </a:lnTo>
                <a:close/>
                <a:moveTo>
                  <a:pt x="975817" y="119741"/>
                </a:moveTo>
                <a:lnTo>
                  <a:pt x="975476" y="119717"/>
                </a:lnTo>
                <a:lnTo>
                  <a:pt x="975141" y="119684"/>
                </a:lnTo>
                <a:lnTo>
                  <a:pt x="974811" y="119641"/>
                </a:lnTo>
                <a:lnTo>
                  <a:pt x="974488" y="119588"/>
                </a:lnTo>
                <a:lnTo>
                  <a:pt x="974170" y="119525"/>
                </a:lnTo>
                <a:lnTo>
                  <a:pt x="973857" y="119453"/>
                </a:lnTo>
                <a:lnTo>
                  <a:pt x="973551" y="119372"/>
                </a:lnTo>
                <a:lnTo>
                  <a:pt x="973250" y="119281"/>
                </a:lnTo>
                <a:lnTo>
                  <a:pt x="972955" y="119180"/>
                </a:lnTo>
                <a:lnTo>
                  <a:pt x="972666" y="119069"/>
                </a:lnTo>
                <a:lnTo>
                  <a:pt x="972382" y="118949"/>
                </a:lnTo>
                <a:lnTo>
                  <a:pt x="972105" y="118820"/>
                </a:lnTo>
                <a:lnTo>
                  <a:pt x="971833" y="118681"/>
                </a:lnTo>
                <a:lnTo>
                  <a:pt x="971566" y="118532"/>
                </a:lnTo>
                <a:lnTo>
                  <a:pt x="971306" y="118373"/>
                </a:lnTo>
                <a:lnTo>
                  <a:pt x="971051" y="118205"/>
                </a:lnTo>
                <a:lnTo>
                  <a:pt x="970802" y="118028"/>
                </a:lnTo>
                <a:lnTo>
                  <a:pt x="970559" y="117840"/>
                </a:lnTo>
                <a:lnTo>
                  <a:pt x="970321" y="117644"/>
                </a:lnTo>
                <a:lnTo>
                  <a:pt x="970090" y="117437"/>
                </a:lnTo>
                <a:lnTo>
                  <a:pt x="969864" y="117221"/>
                </a:lnTo>
                <a:lnTo>
                  <a:pt x="969643" y="116995"/>
                </a:lnTo>
                <a:lnTo>
                  <a:pt x="969431" y="116762"/>
                </a:lnTo>
                <a:lnTo>
                  <a:pt x="969227" y="116523"/>
                </a:lnTo>
                <a:lnTo>
                  <a:pt x="969032" y="116278"/>
                </a:lnTo>
                <a:lnTo>
                  <a:pt x="968847" y="116028"/>
                </a:lnTo>
                <a:lnTo>
                  <a:pt x="968670" y="115771"/>
                </a:lnTo>
                <a:lnTo>
                  <a:pt x="968503" y="115509"/>
                </a:lnTo>
                <a:lnTo>
                  <a:pt x="968345" y="115241"/>
                </a:lnTo>
                <a:lnTo>
                  <a:pt x="968195" y="114968"/>
                </a:lnTo>
                <a:lnTo>
                  <a:pt x="968055" y="114688"/>
                </a:lnTo>
                <a:lnTo>
                  <a:pt x="967924" y="114403"/>
                </a:lnTo>
                <a:lnTo>
                  <a:pt x="967802" y="114112"/>
                </a:lnTo>
                <a:lnTo>
                  <a:pt x="967689" y="113816"/>
                </a:lnTo>
                <a:lnTo>
                  <a:pt x="967585" y="113513"/>
                </a:lnTo>
                <a:lnTo>
                  <a:pt x="967490" y="113205"/>
                </a:lnTo>
                <a:lnTo>
                  <a:pt x="967404" y="112891"/>
                </a:lnTo>
                <a:lnTo>
                  <a:pt x="967327" y="112571"/>
                </a:lnTo>
                <a:lnTo>
                  <a:pt x="967259" y="112246"/>
                </a:lnTo>
                <a:lnTo>
                  <a:pt x="967200" y="111915"/>
                </a:lnTo>
                <a:lnTo>
                  <a:pt x="967150" y="111578"/>
                </a:lnTo>
                <a:lnTo>
                  <a:pt x="967110" y="111235"/>
                </a:lnTo>
                <a:lnTo>
                  <a:pt x="967078" y="110886"/>
                </a:lnTo>
                <a:lnTo>
                  <a:pt x="967055" y="110532"/>
                </a:lnTo>
                <a:lnTo>
                  <a:pt x="967042" y="110172"/>
                </a:lnTo>
                <a:lnTo>
                  <a:pt x="967037" y="109806"/>
                </a:lnTo>
                <a:lnTo>
                  <a:pt x="967037" y="58774"/>
                </a:lnTo>
                <a:lnTo>
                  <a:pt x="1002587" y="58774"/>
                </a:lnTo>
                <a:lnTo>
                  <a:pt x="1002587" y="45818"/>
                </a:lnTo>
                <a:lnTo>
                  <a:pt x="967037" y="45818"/>
                </a:lnTo>
                <a:lnTo>
                  <a:pt x="967037" y="21329"/>
                </a:lnTo>
                <a:lnTo>
                  <a:pt x="952818" y="21329"/>
                </a:lnTo>
                <a:lnTo>
                  <a:pt x="952818" y="45818"/>
                </a:lnTo>
                <a:lnTo>
                  <a:pt x="927854" y="45818"/>
                </a:lnTo>
                <a:lnTo>
                  <a:pt x="927854" y="58774"/>
                </a:lnTo>
                <a:lnTo>
                  <a:pt x="952818" y="58774"/>
                </a:lnTo>
                <a:lnTo>
                  <a:pt x="952818" y="109806"/>
                </a:lnTo>
                <a:lnTo>
                  <a:pt x="952829" y="110668"/>
                </a:lnTo>
                <a:lnTo>
                  <a:pt x="952863" y="111515"/>
                </a:lnTo>
                <a:lnTo>
                  <a:pt x="952919" y="112348"/>
                </a:lnTo>
                <a:lnTo>
                  <a:pt x="952998" y="113166"/>
                </a:lnTo>
                <a:lnTo>
                  <a:pt x="953099" y="113970"/>
                </a:lnTo>
                <a:lnTo>
                  <a:pt x="953223" y="114759"/>
                </a:lnTo>
                <a:lnTo>
                  <a:pt x="953369" y="115534"/>
                </a:lnTo>
                <a:lnTo>
                  <a:pt x="953538" y="116294"/>
                </a:lnTo>
                <a:lnTo>
                  <a:pt x="953729" y="117039"/>
                </a:lnTo>
                <a:lnTo>
                  <a:pt x="953943" y="117770"/>
                </a:lnTo>
                <a:lnTo>
                  <a:pt x="954179" y="118487"/>
                </a:lnTo>
                <a:lnTo>
                  <a:pt x="954438" y="119189"/>
                </a:lnTo>
                <a:lnTo>
                  <a:pt x="954719" y="119876"/>
                </a:lnTo>
                <a:lnTo>
                  <a:pt x="955022" y="120549"/>
                </a:lnTo>
                <a:lnTo>
                  <a:pt x="955348" y="121207"/>
                </a:lnTo>
                <a:lnTo>
                  <a:pt x="955697" y="121851"/>
                </a:lnTo>
                <a:lnTo>
                  <a:pt x="956068" y="122480"/>
                </a:lnTo>
                <a:lnTo>
                  <a:pt x="956462" y="123095"/>
                </a:lnTo>
                <a:lnTo>
                  <a:pt x="956878" y="123695"/>
                </a:lnTo>
                <a:lnTo>
                  <a:pt x="957317" y="124280"/>
                </a:lnTo>
                <a:lnTo>
                  <a:pt x="957778" y="124851"/>
                </a:lnTo>
                <a:lnTo>
                  <a:pt x="958261" y="125408"/>
                </a:lnTo>
                <a:lnTo>
                  <a:pt x="958767" y="125950"/>
                </a:lnTo>
                <a:lnTo>
                  <a:pt x="959296" y="126477"/>
                </a:lnTo>
                <a:lnTo>
                  <a:pt x="959843" y="126986"/>
                </a:lnTo>
                <a:lnTo>
                  <a:pt x="960405" y="127474"/>
                </a:lnTo>
                <a:lnTo>
                  <a:pt x="960982" y="127940"/>
                </a:lnTo>
                <a:lnTo>
                  <a:pt x="961574" y="128384"/>
                </a:lnTo>
                <a:lnTo>
                  <a:pt x="962180" y="128806"/>
                </a:lnTo>
                <a:lnTo>
                  <a:pt x="962801" y="129207"/>
                </a:lnTo>
                <a:lnTo>
                  <a:pt x="963438" y="129586"/>
                </a:lnTo>
                <a:lnTo>
                  <a:pt x="964088" y="129944"/>
                </a:lnTo>
                <a:lnTo>
                  <a:pt x="964754" y="130279"/>
                </a:lnTo>
                <a:lnTo>
                  <a:pt x="965435" y="130593"/>
                </a:lnTo>
                <a:lnTo>
                  <a:pt x="966130" y="130886"/>
                </a:lnTo>
                <a:lnTo>
                  <a:pt x="966840" y="131157"/>
                </a:lnTo>
                <a:lnTo>
                  <a:pt x="967565" y="131406"/>
                </a:lnTo>
                <a:lnTo>
                  <a:pt x="968305" y="131633"/>
                </a:lnTo>
                <a:lnTo>
                  <a:pt x="969059" y="131839"/>
                </a:lnTo>
                <a:lnTo>
                  <a:pt x="969829" y="132023"/>
                </a:lnTo>
                <a:lnTo>
                  <a:pt x="970613" y="132186"/>
                </a:lnTo>
                <a:lnTo>
                  <a:pt x="971412" y="132327"/>
                </a:lnTo>
                <a:lnTo>
                  <a:pt x="972226" y="132446"/>
                </a:lnTo>
                <a:lnTo>
                  <a:pt x="973054" y="132543"/>
                </a:lnTo>
                <a:lnTo>
                  <a:pt x="973898" y="132619"/>
                </a:lnTo>
                <a:lnTo>
                  <a:pt x="974756" y="132673"/>
                </a:lnTo>
                <a:lnTo>
                  <a:pt x="975629" y="132706"/>
                </a:lnTo>
                <a:lnTo>
                  <a:pt x="976517" y="132717"/>
                </a:lnTo>
                <a:lnTo>
                  <a:pt x="1001797" y="132717"/>
                </a:lnTo>
                <a:lnTo>
                  <a:pt x="1001797" y="119761"/>
                </a:lnTo>
                <a:lnTo>
                  <a:pt x="976517" y="119761"/>
                </a:lnTo>
                <a:lnTo>
                  <a:pt x="976164" y="119756"/>
                </a:lnTo>
                <a:lnTo>
                  <a:pt x="975817" y="119741"/>
                </a:lnTo>
                <a:close/>
                <a:moveTo>
                  <a:pt x="1327743" y="77417"/>
                </a:moveTo>
                <a:lnTo>
                  <a:pt x="1327752" y="76582"/>
                </a:lnTo>
                <a:lnTo>
                  <a:pt x="1327777" y="75765"/>
                </a:lnTo>
                <a:lnTo>
                  <a:pt x="1327820" y="74963"/>
                </a:lnTo>
                <a:lnTo>
                  <a:pt x="1327880" y="74178"/>
                </a:lnTo>
                <a:lnTo>
                  <a:pt x="1327956" y="73410"/>
                </a:lnTo>
                <a:lnTo>
                  <a:pt x="1328050" y="72657"/>
                </a:lnTo>
                <a:lnTo>
                  <a:pt x="1328160" y="71922"/>
                </a:lnTo>
                <a:lnTo>
                  <a:pt x="1328288" y="71203"/>
                </a:lnTo>
                <a:lnTo>
                  <a:pt x="1328432" y="70500"/>
                </a:lnTo>
                <a:lnTo>
                  <a:pt x="1328594" y="69814"/>
                </a:lnTo>
                <a:lnTo>
                  <a:pt x="1328773" y="69144"/>
                </a:lnTo>
                <a:lnTo>
                  <a:pt x="1328968" y="68491"/>
                </a:lnTo>
                <a:lnTo>
                  <a:pt x="1329181" y="67854"/>
                </a:lnTo>
                <a:lnTo>
                  <a:pt x="1329410" y="67233"/>
                </a:lnTo>
                <a:lnTo>
                  <a:pt x="1329657" y="66629"/>
                </a:lnTo>
                <a:lnTo>
                  <a:pt x="1329921" y="66042"/>
                </a:lnTo>
                <a:lnTo>
                  <a:pt x="1330201" y="65471"/>
                </a:lnTo>
                <a:lnTo>
                  <a:pt x="1330499" y="64916"/>
                </a:lnTo>
                <a:lnTo>
                  <a:pt x="1330814" y="64378"/>
                </a:lnTo>
                <a:lnTo>
                  <a:pt x="1331145" y="63856"/>
                </a:lnTo>
                <a:lnTo>
                  <a:pt x="1331494" y="63351"/>
                </a:lnTo>
                <a:lnTo>
                  <a:pt x="1331860" y="62863"/>
                </a:lnTo>
                <a:lnTo>
                  <a:pt x="1332243" y="62390"/>
                </a:lnTo>
                <a:lnTo>
                  <a:pt x="1332642" y="61934"/>
                </a:lnTo>
                <a:lnTo>
                  <a:pt x="1333058" y="61496"/>
                </a:lnTo>
                <a:lnTo>
                  <a:pt x="1333489" y="61076"/>
                </a:lnTo>
                <a:lnTo>
                  <a:pt x="1333936" y="60675"/>
                </a:lnTo>
                <a:lnTo>
                  <a:pt x="1334398" y="60293"/>
                </a:lnTo>
                <a:lnTo>
                  <a:pt x="1334875" y="59929"/>
                </a:lnTo>
                <a:lnTo>
                  <a:pt x="1335368" y="59584"/>
                </a:lnTo>
                <a:lnTo>
                  <a:pt x="1335876" y="59258"/>
                </a:lnTo>
                <a:lnTo>
                  <a:pt x="1336399" y="58950"/>
                </a:lnTo>
                <a:lnTo>
                  <a:pt x="1336938" y="58661"/>
                </a:lnTo>
                <a:lnTo>
                  <a:pt x="1337492" y="58391"/>
                </a:lnTo>
                <a:lnTo>
                  <a:pt x="1338062" y="58139"/>
                </a:lnTo>
                <a:lnTo>
                  <a:pt x="1338646" y="57906"/>
                </a:lnTo>
                <a:lnTo>
                  <a:pt x="1339247" y="57691"/>
                </a:lnTo>
                <a:lnTo>
                  <a:pt x="1339862" y="57496"/>
                </a:lnTo>
                <a:lnTo>
                  <a:pt x="1340493" y="57318"/>
                </a:lnTo>
                <a:lnTo>
                  <a:pt x="1341139" y="57160"/>
                </a:lnTo>
                <a:lnTo>
                  <a:pt x="1341801" y="57020"/>
                </a:lnTo>
                <a:lnTo>
                  <a:pt x="1342478" y="56899"/>
                </a:lnTo>
                <a:lnTo>
                  <a:pt x="1343170" y="56796"/>
                </a:lnTo>
                <a:lnTo>
                  <a:pt x="1343877" y="56712"/>
                </a:lnTo>
                <a:lnTo>
                  <a:pt x="1344600" y="56647"/>
                </a:lnTo>
                <a:lnTo>
                  <a:pt x="1345339" y="56600"/>
                </a:lnTo>
                <a:lnTo>
                  <a:pt x="1346092" y="56572"/>
                </a:lnTo>
                <a:lnTo>
                  <a:pt x="1346861" y="56563"/>
                </a:lnTo>
                <a:lnTo>
                  <a:pt x="1347605" y="56571"/>
                </a:lnTo>
                <a:lnTo>
                  <a:pt x="1348333" y="56595"/>
                </a:lnTo>
                <a:lnTo>
                  <a:pt x="1349046" y="56636"/>
                </a:lnTo>
                <a:lnTo>
                  <a:pt x="1349745" y="56692"/>
                </a:lnTo>
                <a:lnTo>
                  <a:pt x="1350429" y="56765"/>
                </a:lnTo>
                <a:lnTo>
                  <a:pt x="1351098" y="56854"/>
                </a:lnTo>
                <a:lnTo>
                  <a:pt x="1351752" y="56959"/>
                </a:lnTo>
                <a:lnTo>
                  <a:pt x="1352392" y="57081"/>
                </a:lnTo>
                <a:lnTo>
                  <a:pt x="1353016" y="57218"/>
                </a:lnTo>
                <a:lnTo>
                  <a:pt x="1353626" y="57372"/>
                </a:lnTo>
                <a:lnTo>
                  <a:pt x="1354221" y="57542"/>
                </a:lnTo>
                <a:lnTo>
                  <a:pt x="1354801" y="57728"/>
                </a:lnTo>
                <a:lnTo>
                  <a:pt x="1355367" y="57930"/>
                </a:lnTo>
                <a:lnTo>
                  <a:pt x="1355917" y="58149"/>
                </a:lnTo>
                <a:lnTo>
                  <a:pt x="1356453" y="58383"/>
                </a:lnTo>
                <a:lnTo>
                  <a:pt x="1356974" y="58634"/>
                </a:lnTo>
                <a:lnTo>
                  <a:pt x="1357480" y="58901"/>
                </a:lnTo>
                <a:lnTo>
                  <a:pt x="1357971" y="59184"/>
                </a:lnTo>
                <a:lnTo>
                  <a:pt x="1358448" y="59484"/>
                </a:lnTo>
                <a:lnTo>
                  <a:pt x="1358910" y="59799"/>
                </a:lnTo>
                <a:lnTo>
                  <a:pt x="1359356" y="60131"/>
                </a:lnTo>
                <a:lnTo>
                  <a:pt x="1359788" y="60479"/>
                </a:lnTo>
                <a:lnTo>
                  <a:pt x="1360206" y="60843"/>
                </a:lnTo>
                <a:lnTo>
                  <a:pt x="1360608" y="61223"/>
                </a:lnTo>
                <a:lnTo>
                  <a:pt x="1360995" y="61620"/>
                </a:lnTo>
                <a:lnTo>
                  <a:pt x="1361365" y="62034"/>
                </a:lnTo>
                <a:lnTo>
                  <a:pt x="1361719" y="62466"/>
                </a:lnTo>
                <a:lnTo>
                  <a:pt x="1362056" y="62915"/>
                </a:lnTo>
                <a:lnTo>
                  <a:pt x="1362377" y="63381"/>
                </a:lnTo>
                <a:lnTo>
                  <a:pt x="1362682" y="63864"/>
                </a:lnTo>
                <a:lnTo>
                  <a:pt x="1362970" y="64365"/>
                </a:lnTo>
                <a:lnTo>
                  <a:pt x="1363241" y="64883"/>
                </a:lnTo>
                <a:lnTo>
                  <a:pt x="1363496" y="65418"/>
                </a:lnTo>
                <a:lnTo>
                  <a:pt x="1363735" y="65971"/>
                </a:lnTo>
                <a:lnTo>
                  <a:pt x="1363957" y="66541"/>
                </a:lnTo>
                <a:lnTo>
                  <a:pt x="1364163" y="67128"/>
                </a:lnTo>
                <a:lnTo>
                  <a:pt x="1364352" y="67732"/>
                </a:lnTo>
                <a:lnTo>
                  <a:pt x="1364525" y="68354"/>
                </a:lnTo>
                <a:lnTo>
                  <a:pt x="1364681" y="68993"/>
                </a:lnTo>
                <a:lnTo>
                  <a:pt x="1364821" y="69649"/>
                </a:lnTo>
                <a:lnTo>
                  <a:pt x="1364944" y="70323"/>
                </a:lnTo>
                <a:lnTo>
                  <a:pt x="1365051" y="71014"/>
                </a:lnTo>
                <a:lnTo>
                  <a:pt x="1365142" y="71722"/>
                </a:lnTo>
                <a:lnTo>
                  <a:pt x="1365216" y="72447"/>
                </a:lnTo>
                <a:lnTo>
                  <a:pt x="1365274" y="73190"/>
                </a:lnTo>
                <a:lnTo>
                  <a:pt x="1365315" y="73950"/>
                </a:lnTo>
                <a:lnTo>
                  <a:pt x="1365339" y="74727"/>
                </a:lnTo>
                <a:lnTo>
                  <a:pt x="1365348" y="75522"/>
                </a:lnTo>
                <a:lnTo>
                  <a:pt x="1365348" y="82947"/>
                </a:lnTo>
                <a:lnTo>
                  <a:pt x="1379567" y="82947"/>
                </a:lnTo>
                <a:lnTo>
                  <a:pt x="1379567" y="75522"/>
                </a:lnTo>
                <a:lnTo>
                  <a:pt x="1379554" y="74283"/>
                </a:lnTo>
                <a:lnTo>
                  <a:pt x="1379516" y="73068"/>
                </a:lnTo>
                <a:lnTo>
                  <a:pt x="1379452" y="71877"/>
                </a:lnTo>
                <a:lnTo>
                  <a:pt x="1379363" y="70709"/>
                </a:lnTo>
                <a:lnTo>
                  <a:pt x="1379248" y="69566"/>
                </a:lnTo>
                <a:lnTo>
                  <a:pt x="1379108" y="68447"/>
                </a:lnTo>
                <a:lnTo>
                  <a:pt x="1378942" y="67351"/>
                </a:lnTo>
                <a:lnTo>
                  <a:pt x="1378750" y="66279"/>
                </a:lnTo>
                <a:lnTo>
                  <a:pt x="1378533" y="65231"/>
                </a:lnTo>
                <a:lnTo>
                  <a:pt x="1378291" y="64207"/>
                </a:lnTo>
                <a:lnTo>
                  <a:pt x="1378023" y="63207"/>
                </a:lnTo>
                <a:lnTo>
                  <a:pt x="1377730" y="62230"/>
                </a:lnTo>
                <a:lnTo>
                  <a:pt x="1377411" y="61278"/>
                </a:lnTo>
                <a:lnTo>
                  <a:pt x="1377066" y="60349"/>
                </a:lnTo>
                <a:lnTo>
                  <a:pt x="1376696" y="59444"/>
                </a:lnTo>
                <a:lnTo>
                  <a:pt x="1376301" y="58563"/>
                </a:lnTo>
                <a:lnTo>
                  <a:pt x="1375880" y="57706"/>
                </a:lnTo>
                <a:lnTo>
                  <a:pt x="1375433" y="56873"/>
                </a:lnTo>
                <a:lnTo>
                  <a:pt x="1374961" y="56064"/>
                </a:lnTo>
                <a:lnTo>
                  <a:pt x="1374464" y="55279"/>
                </a:lnTo>
                <a:lnTo>
                  <a:pt x="1373941" y="54517"/>
                </a:lnTo>
                <a:lnTo>
                  <a:pt x="1373392" y="53779"/>
                </a:lnTo>
                <a:lnTo>
                  <a:pt x="1372818" y="53065"/>
                </a:lnTo>
                <a:lnTo>
                  <a:pt x="1372219" y="52375"/>
                </a:lnTo>
                <a:lnTo>
                  <a:pt x="1371596" y="51711"/>
                </a:lnTo>
                <a:lnTo>
                  <a:pt x="1370951" y="51076"/>
                </a:lnTo>
                <a:lnTo>
                  <a:pt x="1370285" y="50468"/>
                </a:lnTo>
                <a:lnTo>
                  <a:pt x="1369597" y="49889"/>
                </a:lnTo>
                <a:lnTo>
                  <a:pt x="1368887" y="49338"/>
                </a:lnTo>
                <a:lnTo>
                  <a:pt x="1368156" y="48816"/>
                </a:lnTo>
                <a:lnTo>
                  <a:pt x="1367403" y="48321"/>
                </a:lnTo>
                <a:lnTo>
                  <a:pt x="1366628" y="47855"/>
                </a:lnTo>
                <a:lnTo>
                  <a:pt x="1365831" y="47417"/>
                </a:lnTo>
                <a:lnTo>
                  <a:pt x="1365013" y="47008"/>
                </a:lnTo>
                <a:lnTo>
                  <a:pt x="1364174" y="46626"/>
                </a:lnTo>
                <a:lnTo>
                  <a:pt x="1363312" y="46273"/>
                </a:lnTo>
                <a:lnTo>
                  <a:pt x="1362429" y="45948"/>
                </a:lnTo>
                <a:lnTo>
                  <a:pt x="1361525" y="45651"/>
                </a:lnTo>
                <a:lnTo>
                  <a:pt x="1360598" y="45383"/>
                </a:lnTo>
                <a:lnTo>
                  <a:pt x="1359650" y="45143"/>
                </a:lnTo>
                <a:lnTo>
                  <a:pt x="1358680" y="44931"/>
                </a:lnTo>
                <a:lnTo>
                  <a:pt x="1357689" y="44747"/>
                </a:lnTo>
                <a:lnTo>
                  <a:pt x="1356676" y="44592"/>
                </a:lnTo>
                <a:lnTo>
                  <a:pt x="1355641" y="44465"/>
                </a:lnTo>
                <a:lnTo>
                  <a:pt x="1354585" y="44366"/>
                </a:lnTo>
                <a:lnTo>
                  <a:pt x="1353506" y="44295"/>
                </a:lnTo>
                <a:lnTo>
                  <a:pt x="1352407" y="44253"/>
                </a:lnTo>
                <a:lnTo>
                  <a:pt x="1351285" y="44239"/>
                </a:lnTo>
                <a:lnTo>
                  <a:pt x="1350372" y="44249"/>
                </a:lnTo>
                <a:lnTo>
                  <a:pt x="1349476" y="44280"/>
                </a:lnTo>
                <a:lnTo>
                  <a:pt x="1348596" y="44331"/>
                </a:lnTo>
                <a:lnTo>
                  <a:pt x="1347733" y="44403"/>
                </a:lnTo>
                <a:lnTo>
                  <a:pt x="1346887" y="44496"/>
                </a:lnTo>
                <a:lnTo>
                  <a:pt x="1346057" y="44609"/>
                </a:lnTo>
                <a:lnTo>
                  <a:pt x="1345244" y="44743"/>
                </a:lnTo>
                <a:lnTo>
                  <a:pt x="1344448" y="44897"/>
                </a:lnTo>
                <a:lnTo>
                  <a:pt x="1343669" y="45072"/>
                </a:lnTo>
                <a:lnTo>
                  <a:pt x="1342906" y="45268"/>
                </a:lnTo>
                <a:lnTo>
                  <a:pt x="1342160" y="45484"/>
                </a:lnTo>
                <a:lnTo>
                  <a:pt x="1341431" y="45720"/>
                </a:lnTo>
                <a:lnTo>
                  <a:pt x="1340718" y="45977"/>
                </a:lnTo>
                <a:lnTo>
                  <a:pt x="1340023" y="46255"/>
                </a:lnTo>
                <a:lnTo>
                  <a:pt x="1339344" y="46554"/>
                </a:lnTo>
                <a:lnTo>
                  <a:pt x="1338681" y="46873"/>
                </a:lnTo>
                <a:lnTo>
                  <a:pt x="1338036" y="47212"/>
                </a:lnTo>
                <a:lnTo>
                  <a:pt x="1337407" y="47572"/>
                </a:lnTo>
                <a:lnTo>
                  <a:pt x="1336795" y="47953"/>
                </a:lnTo>
                <a:lnTo>
                  <a:pt x="1336199" y="48354"/>
                </a:lnTo>
                <a:lnTo>
                  <a:pt x="1335621" y="48776"/>
                </a:lnTo>
                <a:lnTo>
                  <a:pt x="1335059" y="49218"/>
                </a:lnTo>
                <a:lnTo>
                  <a:pt x="1334514" y="49681"/>
                </a:lnTo>
                <a:lnTo>
                  <a:pt x="1333985" y="50165"/>
                </a:lnTo>
                <a:lnTo>
                  <a:pt x="1333476" y="50666"/>
                </a:lnTo>
                <a:lnTo>
                  <a:pt x="1332988" y="51181"/>
                </a:lnTo>
                <a:lnTo>
                  <a:pt x="1332522" y="51711"/>
                </a:lnTo>
                <a:lnTo>
                  <a:pt x="1332078" y="52255"/>
                </a:lnTo>
                <a:lnTo>
                  <a:pt x="1331655" y="52815"/>
                </a:lnTo>
                <a:lnTo>
                  <a:pt x="1331254" y="53388"/>
                </a:lnTo>
                <a:lnTo>
                  <a:pt x="1330875" y="53976"/>
                </a:lnTo>
                <a:lnTo>
                  <a:pt x="1330518" y="54579"/>
                </a:lnTo>
                <a:lnTo>
                  <a:pt x="1330182" y="55196"/>
                </a:lnTo>
                <a:lnTo>
                  <a:pt x="1329867" y="55828"/>
                </a:lnTo>
                <a:lnTo>
                  <a:pt x="1329575" y="56474"/>
                </a:lnTo>
                <a:lnTo>
                  <a:pt x="1329304" y="57135"/>
                </a:lnTo>
                <a:lnTo>
                  <a:pt x="1329055" y="57810"/>
                </a:lnTo>
                <a:lnTo>
                  <a:pt x="1328827" y="58500"/>
                </a:lnTo>
                <a:lnTo>
                  <a:pt x="1328621" y="59205"/>
                </a:lnTo>
                <a:lnTo>
                  <a:pt x="1328437" y="59924"/>
                </a:lnTo>
                <a:lnTo>
                  <a:pt x="1328274" y="60657"/>
                </a:lnTo>
                <a:lnTo>
                  <a:pt x="1328134" y="61405"/>
                </a:lnTo>
                <a:lnTo>
                  <a:pt x="1328014" y="62168"/>
                </a:lnTo>
                <a:lnTo>
                  <a:pt x="1327984" y="62407"/>
                </a:lnTo>
                <a:lnTo>
                  <a:pt x="1327743" y="62407"/>
                </a:lnTo>
                <a:lnTo>
                  <a:pt x="1327743" y="45818"/>
                </a:lnTo>
                <a:lnTo>
                  <a:pt x="1313524" y="45818"/>
                </a:lnTo>
                <a:lnTo>
                  <a:pt x="1313524" y="132717"/>
                </a:lnTo>
                <a:lnTo>
                  <a:pt x="1327743" y="132717"/>
                </a:lnTo>
                <a:lnTo>
                  <a:pt x="1327743" y="77417"/>
                </a:lnTo>
                <a:close/>
                <a:moveTo>
                  <a:pt x="1438933" y="133802"/>
                </a:moveTo>
                <a:lnTo>
                  <a:pt x="1439749" y="133723"/>
                </a:lnTo>
                <a:lnTo>
                  <a:pt x="1440556" y="133630"/>
                </a:lnTo>
                <a:lnTo>
                  <a:pt x="1441352" y="133523"/>
                </a:lnTo>
                <a:lnTo>
                  <a:pt x="1442140" y="133402"/>
                </a:lnTo>
                <a:lnTo>
                  <a:pt x="1442917" y="133267"/>
                </a:lnTo>
                <a:lnTo>
                  <a:pt x="1443686" y="133117"/>
                </a:lnTo>
                <a:lnTo>
                  <a:pt x="1444444" y="132953"/>
                </a:lnTo>
                <a:lnTo>
                  <a:pt x="1445193" y="132774"/>
                </a:lnTo>
                <a:lnTo>
                  <a:pt x="1445932" y="132582"/>
                </a:lnTo>
                <a:lnTo>
                  <a:pt x="1446662" y="132375"/>
                </a:lnTo>
                <a:lnTo>
                  <a:pt x="1447382" y="132154"/>
                </a:lnTo>
                <a:lnTo>
                  <a:pt x="1448092" y="131919"/>
                </a:lnTo>
                <a:lnTo>
                  <a:pt x="1448793" y="131669"/>
                </a:lnTo>
                <a:lnTo>
                  <a:pt x="1449485" y="131405"/>
                </a:lnTo>
                <a:lnTo>
                  <a:pt x="1450166" y="131127"/>
                </a:lnTo>
                <a:lnTo>
                  <a:pt x="1450838" y="130835"/>
                </a:lnTo>
                <a:lnTo>
                  <a:pt x="1451501" y="130528"/>
                </a:lnTo>
                <a:lnTo>
                  <a:pt x="1452154" y="130207"/>
                </a:lnTo>
                <a:lnTo>
                  <a:pt x="1452797" y="129872"/>
                </a:lnTo>
                <a:lnTo>
                  <a:pt x="1453430" y="129523"/>
                </a:lnTo>
                <a:lnTo>
                  <a:pt x="1454050" y="129161"/>
                </a:lnTo>
                <a:lnTo>
                  <a:pt x="1454659" y="128787"/>
                </a:lnTo>
                <a:lnTo>
                  <a:pt x="1455255" y="128399"/>
                </a:lnTo>
                <a:lnTo>
                  <a:pt x="1455839" y="127999"/>
                </a:lnTo>
                <a:lnTo>
                  <a:pt x="1456412" y="127586"/>
                </a:lnTo>
                <a:lnTo>
                  <a:pt x="1456972" y="127160"/>
                </a:lnTo>
                <a:lnTo>
                  <a:pt x="1457520" y="126721"/>
                </a:lnTo>
                <a:lnTo>
                  <a:pt x="1458056" y="126269"/>
                </a:lnTo>
                <a:lnTo>
                  <a:pt x="1458580" y="125804"/>
                </a:lnTo>
                <a:lnTo>
                  <a:pt x="1459092" y="125326"/>
                </a:lnTo>
                <a:lnTo>
                  <a:pt x="1459592" y="124836"/>
                </a:lnTo>
                <a:lnTo>
                  <a:pt x="1460080" y="124332"/>
                </a:lnTo>
                <a:lnTo>
                  <a:pt x="1460555" y="123816"/>
                </a:lnTo>
                <a:lnTo>
                  <a:pt x="1461019" y="123286"/>
                </a:lnTo>
                <a:lnTo>
                  <a:pt x="1461471" y="122744"/>
                </a:lnTo>
                <a:lnTo>
                  <a:pt x="1461910" y="122189"/>
                </a:lnTo>
                <a:lnTo>
                  <a:pt x="1462338" y="121621"/>
                </a:lnTo>
                <a:lnTo>
                  <a:pt x="1462753" y="121040"/>
                </a:lnTo>
                <a:lnTo>
                  <a:pt x="1463156" y="120447"/>
                </a:lnTo>
                <a:lnTo>
                  <a:pt x="1463547" y="119840"/>
                </a:lnTo>
                <a:lnTo>
                  <a:pt x="1463927" y="119221"/>
                </a:lnTo>
                <a:lnTo>
                  <a:pt x="1464294" y="118588"/>
                </a:lnTo>
                <a:lnTo>
                  <a:pt x="1464649" y="117943"/>
                </a:lnTo>
                <a:lnTo>
                  <a:pt x="1464990" y="117286"/>
                </a:lnTo>
                <a:lnTo>
                  <a:pt x="1465318" y="116618"/>
                </a:lnTo>
                <a:lnTo>
                  <a:pt x="1465630" y="115940"/>
                </a:lnTo>
                <a:lnTo>
                  <a:pt x="1465928" y="115250"/>
                </a:lnTo>
                <a:lnTo>
                  <a:pt x="1466212" y="114551"/>
                </a:lnTo>
                <a:lnTo>
                  <a:pt x="1466481" y="113840"/>
                </a:lnTo>
                <a:lnTo>
                  <a:pt x="1466735" y="113119"/>
                </a:lnTo>
                <a:lnTo>
                  <a:pt x="1466975" y="112387"/>
                </a:lnTo>
                <a:lnTo>
                  <a:pt x="1467200" y="111644"/>
                </a:lnTo>
                <a:lnTo>
                  <a:pt x="1467411" y="110891"/>
                </a:lnTo>
                <a:lnTo>
                  <a:pt x="1467608" y="110127"/>
                </a:lnTo>
                <a:lnTo>
                  <a:pt x="1467789" y="109352"/>
                </a:lnTo>
                <a:lnTo>
                  <a:pt x="1467957" y="108566"/>
                </a:lnTo>
                <a:lnTo>
                  <a:pt x="1468109" y="107770"/>
                </a:lnTo>
                <a:lnTo>
                  <a:pt x="1468247" y="106963"/>
                </a:lnTo>
                <a:lnTo>
                  <a:pt x="1468371" y="106146"/>
                </a:lnTo>
                <a:lnTo>
                  <a:pt x="1468480" y="105318"/>
                </a:lnTo>
                <a:lnTo>
                  <a:pt x="1468575" y="104479"/>
                </a:lnTo>
                <a:lnTo>
                  <a:pt x="1468655" y="103629"/>
                </a:lnTo>
                <a:lnTo>
                  <a:pt x="1468720" y="102769"/>
                </a:lnTo>
                <a:lnTo>
                  <a:pt x="1468771" y="101898"/>
                </a:lnTo>
                <a:lnTo>
                  <a:pt x="1468807" y="101016"/>
                </a:lnTo>
                <a:lnTo>
                  <a:pt x="1468829" y="100124"/>
                </a:lnTo>
                <a:lnTo>
                  <a:pt x="1468836" y="99220"/>
                </a:lnTo>
                <a:lnTo>
                  <a:pt x="1468836" y="79314"/>
                </a:lnTo>
                <a:lnTo>
                  <a:pt x="1468829" y="78398"/>
                </a:lnTo>
                <a:lnTo>
                  <a:pt x="1468807" y="77494"/>
                </a:lnTo>
                <a:lnTo>
                  <a:pt x="1468771" y="76601"/>
                </a:lnTo>
                <a:lnTo>
                  <a:pt x="1468720" y="75719"/>
                </a:lnTo>
                <a:lnTo>
                  <a:pt x="1468655" y="74849"/>
                </a:lnTo>
                <a:lnTo>
                  <a:pt x="1468575" y="73991"/>
                </a:lnTo>
                <a:lnTo>
                  <a:pt x="1468480" y="73144"/>
                </a:lnTo>
                <a:lnTo>
                  <a:pt x="1468371" y="72309"/>
                </a:lnTo>
                <a:lnTo>
                  <a:pt x="1468247" y="71485"/>
                </a:lnTo>
                <a:lnTo>
                  <a:pt x="1468109" y="70673"/>
                </a:lnTo>
                <a:lnTo>
                  <a:pt x="1467957" y="69872"/>
                </a:lnTo>
                <a:lnTo>
                  <a:pt x="1467789" y="69083"/>
                </a:lnTo>
                <a:lnTo>
                  <a:pt x="1467608" y="68305"/>
                </a:lnTo>
                <a:lnTo>
                  <a:pt x="1467411" y="67539"/>
                </a:lnTo>
                <a:lnTo>
                  <a:pt x="1467200" y="66785"/>
                </a:lnTo>
                <a:lnTo>
                  <a:pt x="1466975" y="66042"/>
                </a:lnTo>
                <a:lnTo>
                  <a:pt x="1466735" y="65310"/>
                </a:lnTo>
                <a:lnTo>
                  <a:pt x="1466481" y="64590"/>
                </a:lnTo>
                <a:lnTo>
                  <a:pt x="1466212" y="63882"/>
                </a:lnTo>
                <a:lnTo>
                  <a:pt x="1465928" y="63185"/>
                </a:lnTo>
                <a:lnTo>
                  <a:pt x="1465630" y="62499"/>
                </a:lnTo>
                <a:lnTo>
                  <a:pt x="1465318" y="61825"/>
                </a:lnTo>
                <a:lnTo>
                  <a:pt x="1464990" y="61163"/>
                </a:lnTo>
                <a:lnTo>
                  <a:pt x="1464649" y="60512"/>
                </a:lnTo>
                <a:lnTo>
                  <a:pt x="1464294" y="59873"/>
                </a:lnTo>
                <a:lnTo>
                  <a:pt x="1463927" y="59247"/>
                </a:lnTo>
                <a:lnTo>
                  <a:pt x="1463549" y="58633"/>
                </a:lnTo>
                <a:lnTo>
                  <a:pt x="1463158" y="58033"/>
                </a:lnTo>
                <a:lnTo>
                  <a:pt x="1462756" y="57444"/>
                </a:lnTo>
                <a:lnTo>
                  <a:pt x="1462343" y="56868"/>
                </a:lnTo>
                <a:lnTo>
                  <a:pt x="1461917" y="56305"/>
                </a:lnTo>
                <a:lnTo>
                  <a:pt x="1461479" y="55755"/>
                </a:lnTo>
                <a:lnTo>
                  <a:pt x="1461030" y="55217"/>
                </a:lnTo>
                <a:lnTo>
                  <a:pt x="1460569" y="54692"/>
                </a:lnTo>
                <a:lnTo>
                  <a:pt x="1460096" y="54179"/>
                </a:lnTo>
                <a:lnTo>
                  <a:pt x="1459612" y="53679"/>
                </a:lnTo>
                <a:lnTo>
                  <a:pt x="1459115" y="53192"/>
                </a:lnTo>
                <a:lnTo>
                  <a:pt x="1458607" y="52717"/>
                </a:lnTo>
                <a:lnTo>
                  <a:pt x="1458087" y="52255"/>
                </a:lnTo>
                <a:lnTo>
                  <a:pt x="1457555" y="51805"/>
                </a:lnTo>
                <a:lnTo>
                  <a:pt x="1457012" y="51368"/>
                </a:lnTo>
                <a:lnTo>
                  <a:pt x="1456456" y="50944"/>
                </a:lnTo>
                <a:lnTo>
                  <a:pt x="1455889" y="50532"/>
                </a:lnTo>
                <a:lnTo>
                  <a:pt x="1455310" y="50133"/>
                </a:lnTo>
                <a:lnTo>
                  <a:pt x="1454720" y="49747"/>
                </a:lnTo>
                <a:lnTo>
                  <a:pt x="1454117" y="49373"/>
                </a:lnTo>
                <a:lnTo>
                  <a:pt x="1453503" y="49011"/>
                </a:lnTo>
                <a:lnTo>
                  <a:pt x="1452877" y="48663"/>
                </a:lnTo>
                <a:lnTo>
                  <a:pt x="1452239" y="48328"/>
                </a:lnTo>
                <a:lnTo>
                  <a:pt x="1451592" y="48007"/>
                </a:lnTo>
                <a:lnTo>
                  <a:pt x="1450934" y="47700"/>
                </a:lnTo>
                <a:lnTo>
                  <a:pt x="1450266" y="47407"/>
                </a:lnTo>
                <a:lnTo>
                  <a:pt x="1449587" y="47129"/>
                </a:lnTo>
                <a:lnTo>
                  <a:pt x="1448898" y="46865"/>
                </a:lnTo>
                <a:lnTo>
                  <a:pt x="1448198" y="46616"/>
                </a:lnTo>
                <a:lnTo>
                  <a:pt x="1447488" y="46380"/>
                </a:lnTo>
                <a:lnTo>
                  <a:pt x="1446768" y="46159"/>
                </a:lnTo>
                <a:lnTo>
                  <a:pt x="1446037" y="45953"/>
                </a:lnTo>
                <a:lnTo>
                  <a:pt x="1445295" y="45760"/>
                </a:lnTo>
                <a:lnTo>
                  <a:pt x="1444543" y="45582"/>
                </a:lnTo>
                <a:lnTo>
                  <a:pt x="1443781" y="45418"/>
                </a:lnTo>
                <a:lnTo>
                  <a:pt x="1443009" y="45268"/>
                </a:lnTo>
                <a:lnTo>
                  <a:pt x="1442226" y="45132"/>
                </a:lnTo>
                <a:lnTo>
                  <a:pt x="1441432" y="45011"/>
                </a:lnTo>
                <a:lnTo>
                  <a:pt x="1440628" y="44904"/>
                </a:lnTo>
                <a:lnTo>
                  <a:pt x="1439814" y="44811"/>
                </a:lnTo>
                <a:lnTo>
                  <a:pt x="1438989" y="44733"/>
                </a:lnTo>
                <a:lnTo>
                  <a:pt x="1438154" y="44669"/>
                </a:lnTo>
                <a:lnTo>
                  <a:pt x="1437308" y="44619"/>
                </a:lnTo>
                <a:lnTo>
                  <a:pt x="1436452" y="44583"/>
                </a:lnTo>
                <a:lnTo>
                  <a:pt x="1435585" y="44562"/>
                </a:lnTo>
                <a:lnTo>
                  <a:pt x="1434708" y="44555"/>
                </a:lnTo>
                <a:lnTo>
                  <a:pt x="1433844" y="44562"/>
                </a:lnTo>
                <a:lnTo>
                  <a:pt x="1432989" y="44583"/>
                </a:lnTo>
                <a:lnTo>
                  <a:pt x="1432144" y="44619"/>
                </a:lnTo>
                <a:lnTo>
                  <a:pt x="1431309" y="44669"/>
                </a:lnTo>
                <a:lnTo>
                  <a:pt x="1430483" y="44733"/>
                </a:lnTo>
                <a:lnTo>
                  <a:pt x="1429667" y="44811"/>
                </a:lnTo>
                <a:lnTo>
                  <a:pt x="1428860" y="44904"/>
                </a:lnTo>
                <a:lnTo>
                  <a:pt x="1428063" y="45011"/>
                </a:lnTo>
                <a:lnTo>
                  <a:pt x="1427275" y="45132"/>
                </a:lnTo>
                <a:lnTo>
                  <a:pt x="1426497" y="45268"/>
                </a:lnTo>
                <a:lnTo>
                  <a:pt x="1425729" y="45418"/>
                </a:lnTo>
                <a:lnTo>
                  <a:pt x="1424971" y="45582"/>
                </a:lnTo>
                <a:lnTo>
                  <a:pt x="1424221" y="45760"/>
                </a:lnTo>
                <a:lnTo>
                  <a:pt x="1423482" y="45953"/>
                </a:lnTo>
                <a:lnTo>
                  <a:pt x="1422752" y="46159"/>
                </a:lnTo>
                <a:lnTo>
                  <a:pt x="1422032" y="46380"/>
                </a:lnTo>
                <a:lnTo>
                  <a:pt x="1421321" y="46616"/>
                </a:lnTo>
                <a:lnTo>
                  <a:pt x="1420620" y="46865"/>
                </a:lnTo>
                <a:lnTo>
                  <a:pt x="1419929" y="47129"/>
                </a:lnTo>
                <a:lnTo>
                  <a:pt x="1419247" y="47407"/>
                </a:lnTo>
                <a:lnTo>
                  <a:pt x="1418574" y="47700"/>
                </a:lnTo>
                <a:lnTo>
                  <a:pt x="1417912" y="48007"/>
                </a:lnTo>
                <a:lnTo>
                  <a:pt x="1417259" y="48328"/>
                </a:lnTo>
                <a:lnTo>
                  <a:pt x="1416615" y="48663"/>
                </a:lnTo>
                <a:lnTo>
                  <a:pt x="1415983" y="49011"/>
                </a:lnTo>
                <a:lnTo>
                  <a:pt x="1415362" y="49373"/>
                </a:lnTo>
                <a:lnTo>
                  <a:pt x="1414754" y="49747"/>
                </a:lnTo>
                <a:lnTo>
                  <a:pt x="1414158" y="50133"/>
                </a:lnTo>
                <a:lnTo>
                  <a:pt x="1413574" y="50532"/>
                </a:lnTo>
                <a:lnTo>
                  <a:pt x="1413001" y="50944"/>
                </a:lnTo>
                <a:lnTo>
                  <a:pt x="1412441" y="51368"/>
                </a:lnTo>
                <a:lnTo>
                  <a:pt x="1411893" y="51805"/>
                </a:lnTo>
                <a:lnTo>
                  <a:pt x="1411357" y="52255"/>
                </a:lnTo>
                <a:lnTo>
                  <a:pt x="1410834" y="52717"/>
                </a:lnTo>
                <a:lnTo>
                  <a:pt x="1410322" y="53192"/>
                </a:lnTo>
                <a:lnTo>
                  <a:pt x="1409822" y="53679"/>
                </a:lnTo>
                <a:lnTo>
                  <a:pt x="1409334" y="54179"/>
                </a:lnTo>
                <a:lnTo>
                  <a:pt x="1408859" y="54692"/>
                </a:lnTo>
                <a:lnTo>
                  <a:pt x="1408395" y="55217"/>
                </a:lnTo>
                <a:lnTo>
                  <a:pt x="1407944" y="55755"/>
                </a:lnTo>
                <a:lnTo>
                  <a:pt x="1407504" y="56305"/>
                </a:lnTo>
                <a:lnTo>
                  <a:pt x="1407077" y="56868"/>
                </a:lnTo>
                <a:lnTo>
                  <a:pt x="1406662" y="57444"/>
                </a:lnTo>
                <a:lnTo>
                  <a:pt x="1406258" y="58033"/>
                </a:lnTo>
                <a:lnTo>
                  <a:pt x="1405867" y="58633"/>
                </a:lnTo>
                <a:lnTo>
                  <a:pt x="1405488" y="59247"/>
                </a:lnTo>
                <a:lnTo>
                  <a:pt x="1405121" y="59873"/>
                </a:lnTo>
                <a:lnTo>
                  <a:pt x="1404766" y="60512"/>
                </a:lnTo>
                <a:lnTo>
                  <a:pt x="1404424" y="61163"/>
                </a:lnTo>
                <a:lnTo>
                  <a:pt x="1404097" y="61825"/>
                </a:lnTo>
                <a:lnTo>
                  <a:pt x="1403785" y="62499"/>
                </a:lnTo>
                <a:lnTo>
                  <a:pt x="1403487" y="63185"/>
                </a:lnTo>
                <a:lnTo>
                  <a:pt x="1403204" y="63882"/>
                </a:lnTo>
                <a:lnTo>
                  <a:pt x="1402935" y="64590"/>
                </a:lnTo>
                <a:lnTo>
                  <a:pt x="1402681" y="65310"/>
                </a:lnTo>
                <a:lnTo>
                  <a:pt x="1402441" y="66042"/>
                </a:lnTo>
                <a:lnTo>
                  <a:pt x="1402216" y="66785"/>
                </a:lnTo>
                <a:lnTo>
                  <a:pt x="1402005" y="67539"/>
                </a:lnTo>
                <a:lnTo>
                  <a:pt x="1401809" y="68305"/>
                </a:lnTo>
                <a:lnTo>
                  <a:pt x="1401627" y="69083"/>
                </a:lnTo>
                <a:lnTo>
                  <a:pt x="1401460" y="69872"/>
                </a:lnTo>
                <a:lnTo>
                  <a:pt x="1401307" y="70673"/>
                </a:lnTo>
                <a:lnTo>
                  <a:pt x="1401169" y="71485"/>
                </a:lnTo>
                <a:lnTo>
                  <a:pt x="1401046" y="72309"/>
                </a:lnTo>
                <a:lnTo>
                  <a:pt x="1400937" y="73144"/>
                </a:lnTo>
                <a:lnTo>
                  <a:pt x="1400842" y="73991"/>
                </a:lnTo>
                <a:lnTo>
                  <a:pt x="1400762" y="74849"/>
                </a:lnTo>
                <a:lnTo>
                  <a:pt x="1400697" y="75719"/>
                </a:lnTo>
                <a:lnTo>
                  <a:pt x="1400646" y="76601"/>
                </a:lnTo>
                <a:lnTo>
                  <a:pt x="1400610" y="77494"/>
                </a:lnTo>
                <a:lnTo>
                  <a:pt x="1400588" y="78398"/>
                </a:lnTo>
                <a:lnTo>
                  <a:pt x="1400581" y="79314"/>
                </a:lnTo>
                <a:lnTo>
                  <a:pt x="1400581" y="99220"/>
                </a:lnTo>
                <a:lnTo>
                  <a:pt x="1400588" y="100124"/>
                </a:lnTo>
                <a:lnTo>
                  <a:pt x="1400610" y="101016"/>
                </a:lnTo>
                <a:lnTo>
                  <a:pt x="1400646" y="101898"/>
                </a:lnTo>
                <a:lnTo>
                  <a:pt x="1400697" y="102769"/>
                </a:lnTo>
                <a:lnTo>
                  <a:pt x="1400762" y="103629"/>
                </a:lnTo>
                <a:lnTo>
                  <a:pt x="1400842" y="104479"/>
                </a:lnTo>
                <a:lnTo>
                  <a:pt x="1400937" y="105318"/>
                </a:lnTo>
                <a:lnTo>
                  <a:pt x="1401046" y="106146"/>
                </a:lnTo>
                <a:lnTo>
                  <a:pt x="1401169" y="106963"/>
                </a:lnTo>
                <a:lnTo>
                  <a:pt x="1401307" y="107770"/>
                </a:lnTo>
                <a:lnTo>
                  <a:pt x="1401460" y="108566"/>
                </a:lnTo>
                <a:lnTo>
                  <a:pt x="1401627" y="109352"/>
                </a:lnTo>
                <a:lnTo>
                  <a:pt x="1401809" y="110127"/>
                </a:lnTo>
                <a:lnTo>
                  <a:pt x="1402005" y="110891"/>
                </a:lnTo>
                <a:lnTo>
                  <a:pt x="1402216" y="111644"/>
                </a:lnTo>
                <a:lnTo>
                  <a:pt x="1402441" y="112387"/>
                </a:lnTo>
                <a:lnTo>
                  <a:pt x="1402681" y="113119"/>
                </a:lnTo>
                <a:lnTo>
                  <a:pt x="1402935" y="113840"/>
                </a:lnTo>
                <a:lnTo>
                  <a:pt x="1403204" y="114551"/>
                </a:lnTo>
                <a:lnTo>
                  <a:pt x="1403487" y="115250"/>
                </a:lnTo>
                <a:lnTo>
                  <a:pt x="1403785" y="115940"/>
                </a:lnTo>
                <a:lnTo>
                  <a:pt x="1404097" y="116618"/>
                </a:lnTo>
                <a:lnTo>
                  <a:pt x="1404424" y="117286"/>
                </a:lnTo>
                <a:lnTo>
                  <a:pt x="1404766" y="117943"/>
                </a:lnTo>
                <a:lnTo>
                  <a:pt x="1405121" y="118588"/>
                </a:lnTo>
                <a:lnTo>
                  <a:pt x="1405488" y="119221"/>
                </a:lnTo>
                <a:lnTo>
                  <a:pt x="1405867" y="119840"/>
                </a:lnTo>
                <a:lnTo>
                  <a:pt x="1406258" y="120447"/>
                </a:lnTo>
                <a:lnTo>
                  <a:pt x="1406662" y="121040"/>
                </a:lnTo>
                <a:lnTo>
                  <a:pt x="1407077" y="121621"/>
                </a:lnTo>
                <a:lnTo>
                  <a:pt x="1407504" y="122189"/>
                </a:lnTo>
                <a:lnTo>
                  <a:pt x="1407944" y="122744"/>
                </a:lnTo>
                <a:lnTo>
                  <a:pt x="1408395" y="123286"/>
                </a:lnTo>
                <a:lnTo>
                  <a:pt x="1408859" y="123816"/>
                </a:lnTo>
                <a:lnTo>
                  <a:pt x="1409334" y="124332"/>
                </a:lnTo>
                <a:lnTo>
                  <a:pt x="1409822" y="124836"/>
                </a:lnTo>
                <a:lnTo>
                  <a:pt x="1410322" y="125326"/>
                </a:lnTo>
                <a:lnTo>
                  <a:pt x="1410834" y="125804"/>
                </a:lnTo>
                <a:lnTo>
                  <a:pt x="1411357" y="126269"/>
                </a:lnTo>
                <a:lnTo>
                  <a:pt x="1411893" y="126721"/>
                </a:lnTo>
                <a:lnTo>
                  <a:pt x="1412441" y="127160"/>
                </a:lnTo>
                <a:lnTo>
                  <a:pt x="1413001" y="127586"/>
                </a:lnTo>
                <a:lnTo>
                  <a:pt x="1413574" y="127999"/>
                </a:lnTo>
                <a:lnTo>
                  <a:pt x="1414158" y="128399"/>
                </a:lnTo>
                <a:lnTo>
                  <a:pt x="1414754" y="128787"/>
                </a:lnTo>
                <a:lnTo>
                  <a:pt x="1415362" y="129161"/>
                </a:lnTo>
                <a:lnTo>
                  <a:pt x="1415983" y="129523"/>
                </a:lnTo>
                <a:lnTo>
                  <a:pt x="1416615" y="129872"/>
                </a:lnTo>
                <a:lnTo>
                  <a:pt x="1417259" y="130207"/>
                </a:lnTo>
                <a:lnTo>
                  <a:pt x="1417912" y="130528"/>
                </a:lnTo>
                <a:lnTo>
                  <a:pt x="1418574" y="130835"/>
                </a:lnTo>
                <a:lnTo>
                  <a:pt x="1419247" y="131127"/>
                </a:lnTo>
                <a:lnTo>
                  <a:pt x="1419929" y="131405"/>
                </a:lnTo>
                <a:lnTo>
                  <a:pt x="1420620" y="131669"/>
                </a:lnTo>
                <a:lnTo>
                  <a:pt x="1421321" y="131919"/>
                </a:lnTo>
                <a:lnTo>
                  <a:pt x="1422032" y="132154"/>
                </a:lnTo>
                <a:lnTo>
                  <a:pt x="1422752" y="132375"/>
                </a:lnTo>
                <a:lnTo>
                  <a:pt x="1423482" y="132582"/>
                </a:lnTo>
                <a:lnTo>
                  <a:pt x="1424221" y="132774"/>
                </a:lnTo>
                <a:lnTo>
                  <a:pt x="1424971" y="132953"/>
                </a:lnTo>
                <a:lnTo>
                  <a:pt x="1425729" y="133117"/>
                </a:lnTo>
                <a:lnTo>
                  <a:pt x="1426497" y="133267"/>
                </a:lnTo>
                <a:lnTo>
                  <a:pt x="1427275" y="133402"/>
                </a:lnTo>
                <a:lnTo>
                  <a:pt x="1428063" y="133523"/>
                </a:lnTo>
                <a:lnTo>
                  <a:pt x="1428860" y="133630"/>
                </a:lnTo>
                <a:lnTo>
                  <a:pt x="1429667" y="133723"/>
                </a:lnTo>
                <a:lnTo>
                  <a:pt x="1430483" y="133802"/>
                </a:lnTo>
                <a:lnTo>
                  <a:pt x="1431309" y="133866"/>
                </a:lnTo>
                <a:lnTo>
                  <a:pt x="1432144" y="133916"/>
                </a:lnTo>
                <a:lnTo>
                  <a:pt x="1432989" y="133951"/>
                </a:lnTo>
                <a:lnTo>
                  <a:pt x="1433844" y="133973"/>
                </a:lnTo>
                <a:lnTo>
                  <a:pt x="1434708" y="133980"/>
                </a:lnTo>
                <a:lnTo>
                  <a:pt x="1435573" y="133973"/>
                </a:lnTo>
                <a:lnTo>
                  <a:pt x="1436427" y="133951"/>
                </a:lnTo>
                <a:lnTo>
                  <a:pt x="1437272" y="133916"/>
                </a:lnTo>
                <a:lnTo>
                  <a:pt x="1438107" y="133866"/>
                </a:lnTo>
                <a:lnTo>
                  <a:pt x="1438933" y="133802"/>
                </a:lnTo>
                <a:close/>
                <a:moveTo>
                  <a:pt x="1431055" y="121114"/>
                </a:moveTo>
                <a:lnTo>
                  <a:pt x="1430364" y="121014"/>
                </a:lnTo>
                <a:lnTo>
                  <a:pt x="1429685" y="120896"/>
                </a:lnTo>
                <a:lnTo>
                  <a:pt x="1429021" y="120761"/>
                </a:lnTo>
                <a:lnTo>
                  <a:pt x="1428369" y="120607"/>
                </a:lnTo>
                <a:lnTo>
                  <a:pt x="1427730" y="120435"/>
                </a:lnTo>
                <a:lnTo>
                  <a:pt x="1427105" y="120245"/>
                </a:lnTo>
                <a:lnTo>
                  <a:pt x="1426492" y="120037"/>
                </a:lnTo>
                <a:lnTo>
                  <a:pt x="1425893" y="119811"/>
                </a:lnTo>
                <a:lnTo>
                  <a:pt x="1425307" y="119566"/>
                </a:lnTo>
                <a:lnTo>
                  <a:pt x="1424734" y="119304"/>
                </a:lnTo>
                <a:lnTo>
                  <a:pt x="1424175" y="119023"/>
                </a:lnTo>
                <a:lnTo>
                  <a:pt x="1423628" y="118725"/>
                </a:lnTo>
                <a:lnTo>
                  <a:pt x="1423095" y="118408"/>
                </a:lnTo>
                <a:lnTo>
                  <a:pt x="1422575" y="118073"/>
                </a:lnTo>
                <a:lnTo>
                  <a:pt x="1422068" y="117720"/>
                </a:lnTo>
                <a:lnTo>
                  <a:pt x="1421574" y="117349"/>
                </a:lnTo>
                <a:lnTo>
                  <a:pt x="1421093" y="116960"/>
                </a:lnTo>
                <a:lnTo>
                  <a:pt x="1420626" y="116553"/>
                </a:lnTo>
                <a:lnTo>
                  <a:pt x="1420171" y="116128"/>
                </a:lnTo>
                <a:lnTo>
                  <a:pt x="1419733" y="115685"/>
                </a:lnTo>
                <a:lnTo>
                  <a:pt x="1419313" y="115224"/>
                </a:lnTo>
                <a:lnTo>
                  <a:pt x="1418912" y="114747"/>
                </a:lnTo>
                <a:lnTo>
                  <a:pt x="1418530" y="114253"/>
                </a:lnTo>
                <a:lnTo>
                  <a:pt x="1418166" y="113742"/>
                </a:lnTo>
                <a:lnTo>
                  <a:pt x="1417821" y="113214"/>
                </a:lnTo>
                <a:lnTo>
                  <a:pt x="1417495" y="112669"/>
                </a:lnTo>
                <a:lnTo>
                  <a:pt x="1417187" y="112107"/>
                </a:lnTo>
                <a:lnTo>
                  <a:pt x="1416898" y="111528"/>
                </a:lnTo>
                <a:lnTo>
                  <a:pt x="1416628" y="110932"/>
                </a:lnTo>
                <a:lnTo>
                  <a:pt x="1416376" y="110319"/>
                </a:lnTo>
                <a:lnTo>
                  <a:pt x="1416143" y="109689"/>
                </a:lnTo>
                <a:lnTo>
                  <a:pt x="1415928" y="109042"/>
                </a:lnTo>
                <a:lnTo>
                  <a:pt x="1415732" y="108378"/>
                </a:lnTo>
                <a:lnTo>
                  <a:pt x="1415555" y="107697"/>
                </a:lnTo>
                <a:lnTo>
                  <a:pt x="1415397" y="106999"/>
                </a:lnTo>
                <a:lnTo>
                  <a:pt x="1415257" y="106283"/>
                </a:lnTo>
                <a:lnTo>
                  <a:pt x="1415136" y="105551"/>
                </a:lnTo>
                <a:lnTo>
                  <a:pt x="1415033" y="104802"/>
                </a:lnTo>
                <a:lnTo>
                  <a:pt x="1414949" y="104036"/>
                </a:lnTo>
                <a:lnTo>
                  <a:pt x="1414884" y="103253"/>
                </a:lnTo>
                <a:lnTo>
                  <a:pt x="1414837" y="102453"/>
                </a:lnTo>
                <a:lnTo>
                  <a:pt x="1414809" y="101636"/>
                </a:lnTo>
                <a:lnTo>
                  <a:pt x="1414800" y="100802"/>
                </a:lnTo>
                <a:lnTo>
                  <a:pt x="1414800" y="77733"/>
                </a:lnTo>
                <a:lnTo>
                  <a:pt x="1414809" y="76899"/>
                </a:lnTo>
                <a:lnTo>
                  <a:pt x="1414837" y="76081"/>
                </a:lnTo>
                <a:lnTo>
                  <a:pt x="1414884" y="75281"/>
                </a:lnTo>
                <a:lnTo>
                  <a:pt x="1414949" y="74498"/>
                </a:lnTo>
                <a:lnTo>
                  <a:pt x="1415033" y="73732"/>
                </a:lnTo>
                <a:lnTo>
                  <a:pt x="1415136" y="72983"/>
                </a:lnTo>
                <a:lnTo>
                  <a:pt x="1415257" y="72251"/>
                </a:lnTo>
                <a:lnTo>
                  <a:pt x="1415397" y="71536"/>
                </a:lnTo>
                <a:lnTo>
                  <a:pt x="1415555" y="70838"/>
                </a:lnTo>
                <a:lnTo>
                  <a:pt x="1415732" y="70157"/>
                </a:lnTo>
                <a:lnTo>
                  <a:pt x="1415928" y="69493"/>
                </a:lnTo>
                <a:lnTo>
                  <a:pt x="1416143" y="68846"/>
                </a:lnTo>
                <a:lnTo>
                  <a:pt x="1416376" y="68216"/>
                </a:lnTo>
                <a:lnTo>
                  <a:pt x="1416628" y="67603"/>
                </a:lnTo>
                <a:lnTo>
                  <a:pt x="1416898" y="67007"/>
                </a:lnTo>
                <a:lnTo>
                  <a:pt x="1417187" y="66428"/>
                </a:lnTo>
                <a:lnTo>
                  <a:pt x="1417495" y="65867"/>
                </a:lnTo>
                <a:lnTo>
                  <a:pt x="1417821" y="65322"/>
                </a:lnTo>
                <a:lnTo>
                  <a:pt x="1418166" y="64794"/>
                </a:lnTo>
                <a:lnTo>
                  <a:pt x="1418530" y="64283"/>
                </a:lnTo>
                <a:lnTo>
                  <a:pt x="1418912" y="63789"/>
                </a:lnTo>
                <a:lnTo>
                  <a:pt x="1419313" y="63312"/>
                </a:lnTo>
                <a:lnTo>
                  <a:pt x="1419733" y="62852"/>
                </a:lnTo>
                <a:lnTo>
                  <a:pt x="1420171" y="62409"/>
                </a:lnTo>
                <a:lnTo>
                  <a:pt x="1420626" y="61984"/>
                </a:lnTo>
                <a:lnTo>
                  <a:pt x="1421093" y="61576"/>
                </a:lnTo>
                <a:lnTo>
                  <a:pt x="1421574" y="61187"/>
                </a:lnTo>
                <a:lnTo>
                  <a:pt x="1422068" y="60816"/>
                </a:lnTo>
                <a:lnTo>
                  <a:pt x="1422575" y="60463"/>
                </a:lnTo>
                <a:lnTo>
                  <a:pt x="1423095" y="60128"/>
                </a:lnTo>
                <a:lnTo>
                  <a:pt x="1423628" y="59811"/>
                </a:lnTo>
                <a:lnTo>
                  <a:pt x="1424175" y="59512"/>
                </a:lnTo>
                <a:lnTo>
                  <a:pt x="1424734" y="59232"/>
                </a:lnTo>
                <a:lnTo>
                  <a:pt x="1425307" y="58969"/>
                </a:lnTo>
                <a:lnTo>
                  <a:pt x="1425893" y="58725"/>
                </a:lnTo>
                <a:lnTo>
                  <a:pt x="1426492" y="58498"/>
                </a:lnTo>
                <a:lnTo>
                  <a:pt x="1427105" y="58290"/>
                </a:lnTo>
                <a:lnTo>
                  <a:pt x="1427730" y="58100"/>
                </a:lnTo>
                <a:lnTo>
                  <a:pt x="1428369" y="57928"/>
                </a:lnTo>
                <a:lnTo>
                  <a:pt x="1429021" y="57774"/>
                </a:lnTo>
                <a:lnTo>
                  <a:pt x="1429685" y="57638"/>
                </a:lnTo>
                <a:lnTo>
                  <a:pt x="1430364" y="57521"/>
                </a:lnTo>
                <a:lnTo>
                  <a:pt x="1431055" y="57421"/>
                </a:lnTo>
                <a:lnTo>
                  <a:pt x="1431759" y="57340"/>
                </a:lnTo>
                <a:lnTo>
                  <a:pt x="1432477" y="57276"/>
                </a:lnTo>
                <a:lnTo>
                  <a:pt x="1433208" y="57231"/>
                </a:lnTo>
                <a:lnTo>
                  <a:pt x="1433951" y="57204"/>
                </a:lnTo>
                <a:lnTo>
                  <a:pt x="1434708" y="57195"/>
                </a:lnTo>
                <a:lnTo>
                  <a:pt x="1435478" y="57204"/>
                </a:lnTo>
                <a:lnTo>
                  <a:pt x="1436234" y="57231"/>
                </a:lnTo>
                <a:lnTo>
                  <a:pt x="1436976" y="57276"/>
                </a:lnTo>
                <a:lnTo>
                  <a:pt x="1437703" y="57340"/>
                </a:lnTo>
                <a:lnTo>
                  <a:pt x="1438417" y="57421"/>
                </a:lnTo>
                <a:lnTo>
                  <a:pt x="1439117" y="57521"/>
                </a:lnTo>
                <a:lnTo>
                  <a:pt x="1439803" y="57638"/>
                </a:lnTo>
                <a:lnTo>
                  <a:pt x="1440474" y="57774"/>
                </a:lnTo>
                <a:lnTo>
                  <a:pt x="1441132" y="57928"/>
                </a:lnTo>
                <a:lnTo>
                  <a:pt x="1441776" y="58100"/>
                </a:lnTo>
                <a:lnTo>
                  <a:pt x="1442406" y="58290"/>
                </a:lnTo>
                <a:lnTo>
                  <a:pt x="1443022" y="58498"/>
                </a:lnTo>
                <a:lnTo>
                  <a:pt x="1443623" y="58725"/>
                </a:lnTo>
                <a:lnTo>
                  <a:pt x="1444211" y="58969"/>
                </a:lnTo>
                <a:lnTo>
                  <a:pt x="1444785" y="59232"/>
                </a:lnTo>
                <a:lnTo>
                  <a:pt x="1445345" y="59512"/>
                </a:lnTo>
                <a:lnTo>
                  <a:pt x="1445891" y="59811"/>
                </a:lnTo>
                <a:lnTo>
                  <a:pt x="1446423" y="60128"/>
                </a:lnTo>
                <a:lnTo>
                  <a:pt x="1446941" y="60463"/>
                </a:lnTo>
                <a:lnTo>
                  <a:pt x="1447445" y="60816"/>
                </a:lnTo>
                <a:lnTo>
                  <a:pt x="1447935" y="61187"/>
                </a:lnTo>
                <a:lnTo>
                  <a:pt x="1448411" y="61576"/>
                </a:lnTo>
                <a:lnTo>
                  <a:pt x="1448873" y="61984"/>
                </a:lnTo>
                <a:lnTo>
                  <a:pt x="1449321" y="62409"/>
                </a:lnTo>
                <a:lnTo>
                  <a:pt x="1449753" y="62852"/>
                </a:lnTo>
                <a:lnTo>
                  <a:pt x="1450166" y="63312"/>
                </a:lnTo>
                <a:lnTo>
                  <a:pt x="1450561" y="63789"/>
                </a:lnTo>
                <a:lnTo>
                  <a:pt x="1450938" y="64283"/>
                </a:lnTo>
                <a:lnTo>
                  <a:pt x="1451297" y="64794"/>
                </a:lnTo>
                <a:lnTo>
                  <a:pt x="1451637" y="65322"/>
                </a:lnTo>
                <a:lnTo>
                  <a:pt x="1451958" y="65867"/>
                </a:lnTo>
                <a:lnTo>
                  <a:pt x="1452262" y="66428"/>
                </a:lnTo>
                <a:lnTo>
                  <a:pt x="1452547" y="67007"/>
                </a:lnTo>
                <a:lnTo>
                  <a:pt x="1452813" y="67603"/>
                </a:lnTo>
                <a:lnTo>
                  <a:pt x="1453061" y="68216"/>
                </a:lnTo>
                <a:lnTo>
                  <a:pt x="1453291" y="68846"/>
                </a:lnTo>
                <a:lnTo>
                  <a:pt x="1453503" y="69493"/>
                </a:lnTo>
                <a:lnTo>
                  <a:pt x="1453696" y="70157"/>
                </a:lnTo>
                <a:lnTo>
                  <a:pt x="1453870" y="70838"/>
                </a:lnTo>
                <a:lnTo>
                  <a:pt x="1454027" y="71536"/>
                </a:lnTo>
                <a:lnTo>
                  <a:pt x="1454164" y="72251"/>
                </a:lnTo>
                <a:lnTo>
                  <a:pt x="1454284" y="72983"/>
                </a:lnTo>
                <a:lnTo>
                  <a:pt x="1454385" y="73732"/>
                </a:lnTo>
                <a:lnTo>
                  <a:pt x="1454468" y="74498"/>
                </a:lnTo>
                <a:lnTo>
                  <a:pt x="1454532" y="75281"/>
                </a:lnTo>
                <a:lnTo>
                  <a:pt x="1454578" y="76081"/>
                </a:lnTo>
                <a:lnTo>
                  <a:pt x="1454606" y="76899"/>
                </a:lnTo>
                <a:lnTo>
                  <a:pt x="1454615" y="77733"/>
                </a:lnTo>
                <a:lnTo>
                  <a:pt x="1454615" y="100802"/>
                </a:lnTo>
                <a:lnTo>
                  <a:pt x="1454606" y="101636"/>
                </a:lnTo>
                <a:lnTo>
                  <a:pt x="1454578" y="102453"/>
                </a:lnTo>
                <a:lnTo>
                  <a:pt x="1454532" y="103253"/>
                </a:lnTo>
                <a:lnTo>
                  <a:pt x="1454468" y="104036"/>
                </a:lnTo>
                <a:lnTo>
                  <a:pt x="1454385" y="104802"/>
                </a:lnTo>
                <a:lnTo>
                  <a:pt x="1454284" y="105551"/>
                </a:lnTo>
                <a:lnTo>
                  <a:pt x="1454164" y="106283"/>
                </a:lnTo>
                <a:lnTo>
                  <a:pt x="1454027" y="106999"/>
                </a:lnTo>
                <a:lnTo>
                  <a:pt x="1453870" y="107697"/>
                </a:lnTo>
                <a:lnTo>
                  <a:pt x="1453696" y="108378"/>
                </a:lnTo>
                <a:lnTo>
                  <a:pt x="1453503" y="109042"/>
                </a:lnTo>
                <a:lnTo>
                  <a:pt x="1453291" y="109689"/>
                </a:lnTo>
                <a:lnTo>
                  <a:pt x="1453061" y="110319"/>
                </a:lnTo>
                <a:lnTo>
                  <a:pt x="1452813" y="110932"/>
                </a:lnTo>
                <a:lnTo>
                  <a:pt x="1452547" y="111528"/>
                </a:lnTo>
                <a:lnTo>
                  <a:pt x="1452262" y="112107"/>
                </a:lnTo>
                <a:lnTo>
                  <a:pt x="1451958" y="112669"/>
                </a:lnTo>
                <a:lnTo>
                  <a:pt x="1451637" y="113214"/>
                </a:lnTo>
                <a:lnTo>
                  <a:pt x="1451297" y="113742"/>
                </a:lnTo>
                <a:lnTo>
                  <a:pt x="1450938" y="114253"/>
                </a:lnTo>
                <a:lnTo>
                  <a:pt x="1450561" y="114747"/>
                </a:lnTo>
                <a:lnTo>
                  <a:pt x="1450166" y="115224"/>
                </a:lnTo>
                <a:lnTo>
                  <a:pt x="1449753" y="115685"/>
                </a:lnTo>
                <a:lnTo>
                  <a:pt x="1449321" y="116128"/>
                </a:lnTo>
                <a:lnTo>
                  <a:pt x="1448873" y="116553"/>
                </a:lnTo>
                <a:lnTo>
                  <a:pt x="1448411" y="116960"/>
                </a:lnTo>
                <a:lnTo>
                  <a:pt x="1447935" y="117349"/>
                </a:lnTo>
                <a:lnTo>
                  <a:pt x="1447445" y="117720"/>
                </a:lnTo>
                <a:lnTo>
                  <a:pt x="1446941" y="118073"/>
                </a:lnTo>
                <a:lnTo>
                  <a:pt x="1446423" y="118408"/>
                </a:lnTo>
                <a:lnTo>
                  <a:pt x="1445891" y="118725"/>
                </a:lnTo>
                <a:lnTo>
                  <a:pt x="1445345" y="119023"/>
                </a:lnTo>
                <a:lnTo>
                  <a:pt x="1444785" y="119304"/>
                </a:lnTo>
                <a:lnTo>
                  <a:pt x="1444211" y="119566"/>
                </a:lnTo>
                <a:lnTo>
                  <a:pt x="1443623" y="119811"/>
                </a:lnTo>
                <a:lnTo>
                  <a:pt x="1443022" y="120037"/>
                </a:lnTo>
                <a:lnTo>
                  <a:pt x="1442406" y="120245"/>
                </a:lnTo>
                <a:lnTo>
                  <a:pt x="1441776" y="120435"/>
                </a:lnTo>
                <a:lnTo>
                  <a:pt x="1441132" y="120607"/>
                </a:lnTo>
                <a:lnTo>
                  <a:pt x="1440474" y="120761"/>
                </a:lnTo>
                <a:lnTo>
                  <a:pt x="1439803" y="120896"/>
                </a:lnTo>
                <a:lnTo>
                  <a:pt x="1439117" y="121014"/>
                </a:lnTo>
                <a:lnTo>
                  <a:pt x="1438417" y="121114"/>
                </a:lnTo>
                <a:lnTo>
                  <a:pt x="1437703" y="121195"/>
                </a:lnTo>
                <a:lnTo>
                  <a:pt x="1436976" y="121258"/>
                </a:lnTo>
                <a:lnTo>
                  <a:pt x="1436234" y="121304"/>
                </a:lnTo>
                <a:lnTo>
                  <a:pt x="1435478" y="121331"/>
                </a:lnTo>
                <a:lnTo>
                  <a:pt x="1434708" y="121340"/>
                </a:lnTo>
                <a:lnTo>
                  <a:pt x="1433951" y="121331"/>
                </a:lnTo>
                <a:lnTo>
                  <a:pt x="1433208" y="121304"/>
                </a:lnTo>
                <a:lnTo>
                  <a:pt x="1432477" y="121258"/>
                </a:lnTo>
                <a:lnTo>
                  <a:pt x="1431759" y="121195"/>
                </a:lnTo>
                <a:lnTo>
                  <a:pt x="1431055" y="121114"/>
                </a:lnTo>
                <a:close/>
                <a:moveTo>
                  <a:pt x="1095429" y="70770"/>
                </a:moveTo>
                <a:lnTo>
                  <a:pt x="1095356" y="69690"/>
                </a:lnTo>
                <a:lnTo>
                  <a:pt x="1095253" y="68631"/>
                </a:lnTo>
                <a:lnTo>
                  <a:pt x="1095121" y="67592"/>
                </a:lnTo>
                <a:lnTo>
                  <a:pt x="1094960" y="66574"/>
                </a:lnTo>
                <a:lnTo>
                  <a:pt x="1094769" y="65578"/>
                </a:lnTo>
                <a:lnTo>
                  <a:pt x="1094549" y="64602"/>
                </a:lnTo>
                <a:lnTo>
                  <a:pt x="1094300" y="63647"/>
                </a:lnTo>
                <a:lnTo>
                  <a:pt x="1094021" y="62713"/>
                </a:lnTo>
                <a:lnTo>
                  <a:pt x="1093713" y="61799"/>
                </a:lnTo>
                <a:lnTo>
                  <a:pt x="1093375" y="60907"/>
                </a:lnTo>
                <a:lnTo>
                  <a:pt x="1093008" y="60035"/>
                </a:lnTo>
                <a:lnTo>
                  <a:pt x="1092612" y="59184"/>
                </a:lnTo>
                <a:lnTo>
                  <a:pt x="1092186" y="58354"/>
                </a:lnTo>
                <a:lnTo>
                  <a:pt x="1091732" y="57545"/>
                </a:lnTo>
                <a:lnTo>
                  <a:pt x="1091247" y="56757"/>
                </a:lnTo>
                <a:lnTo>
                  <a:pt x="1090734" y="55990"/>
                </a:lnTo>
                <a:lnTo>
                  <a:pt x="1090191" y="55243"/>
                </a:lnTo>
                <a:lnTo>
                  <a:pt x="1089618" y="54518"/>
                </a:lnTo>
                <a:lnTo>
                  <a:pt x="1089017" y="53813"/>
                </a:lnTo>
                <a:lnTo>
                  <a:pt x="1088386" y="53129"/>
                </a:lnTo>
                <a:lnTo>
                  <a:pt x="1087725" y="52466"/>
                </a:lnTo>
                <a:lnTo>
                  <a:pt x="1087036" y="51823"/>
                </a:lnTo>
                <a:lnTo>
                  <a:pt x="1086319" y="51204"/>
                </a:lnTo>
                <a:lnTo>
                  <a:pt x="1085576" y="50612"/>
                </a:lnTo>
                <a:lnTo>
                  <a:pt x="1084808" y="50046"/>
                </a:lnTo>
                <a:lnTo>
                  <a:pt x="1084014" y="49506"/>
                </a:lnTo>
                <a:lnTo>
                  <a:pt x="1083195" y="48992"/>
                </a:lnTo>
                <a:lnTo>
                  <a:pt x="1082350" y="48505"/>
                </a:lnTo>
                <a:lnTo>
                  <a:pt x="1081480" y="48044"/>
                </a:lnTo>
                <a:lnTo>
                  <a:pt x="1080584" y="47610"/>
                </a:lnTo>
                <a:lnTo>
                  <a:pt x="1079663" y="47202"/>
                </a:lnTo>
                <a:lnTo>
                  <a:pt x="1078716" y="46820"/>
                </a:lnTo>
                <a:lnTo>
                  <a:pt x="1077744" y="46464"/>
                </a:lnTo>
                <a:lnTo>
                  <a:pt x="1076746" y="46135"/>
                </a:lnTo>
                <a:lnTo>
                  <a:pt x="1075723" y="45832"/>
                </a:lnTo>
                <a:lnTo>
                  <a:pt x="1074674" y="45556"/>
                </a:lnTo>
                <a:lnTo>
                  <a:pt x="1073600" y="45305"/>
                </a:lnTo>
                <a:lnTo>
                  <a:pt x="1072500" y="45082"/>
                </a:lnTo>
                <a:lnTo>
                  <a:pt x="1071375" y="44884"/>
                </a:lnTo>
                <a:lnTo>
                  <a:pt x="1070224" y="44713"/>
                </a:lnTo>
                <a:lnTo>
                  <a:pt x="1069047" y="44568"/>
                </a:lnTo>
                <a:lnTo>
                  <a:pt x="1067845" y="44450"/>
                </a:lnTo>
                <a:lnTo>
                  <a:pt x="1066618" y="44357"/>
                </a:lnTo>
                <a:lnTo>
                  <a:pt x="1065365" y="44292"/>
                </a:lnTo>
                <a:lnTo>
                  <a:pt x="1064087" y="44252"/>
                </a:lnTo>
                <a:lnTo>
                  <a:pt x="1062783" y="44239"/>
                </a:lnTo>
                <a:lnTo>
                  <a:pt x="1061582" y="44250"/>
                </a:lnTo>
                <a:lnTo>
                  <a:pt x="1060400" y="44285"/>
                </a:lnTo>
                <a:lnTo>
                  <a:pt x="1059239" y="44344"/>
                </a:lnTo>
                <a:lnTo>
                  <a:pt x="1058098" y="44425"/>
                </a:lnTo>
                <a:lnTo>
                  <a:pt x="1056977" y="44530"/>
                </a:lnTo>
                <a:lnTo>
                  <a:pt x="1055876" y="44658"/>
                </a:lnTo>
                <a:lnTo>
                  <a:pt x="1054795" y="44810"/>
                </a:lnTo>
                <a:lnTo>
                  <a:pt x="1053734" y="44985"/>
                </a:lnTo>
                <a:lnTo>
                  <a:pt x="1052692" y="45183"/>
                </a:lnTo>
                <a:lnTo>
                  <a:pt x="1051671" y="45404"/>
                </a:lnTo>
                <a:lnTo>
                  <a:pt x="1050670" y="45649"/>
                </a:lnTo>
                <a:lnTo>
                  <a:pt x="1049689" y="45917"/>
                </a:lnTo>
                <a:lnTo>
                  <a:pt x="1048729" y="46209"/>
                </a:lnTo>
                <a:lnTo>
                  <a:pt x="1047788" y="46524"/>
                </a:lnTo>
                <a:lnTo>
                  <a:pt x="1046867" y="46862"/>
                </a:lnTo>
                <a:lnTo>
                  <a:pt x="1045966" y="47223"/>
                </a:lnTo>
                <a:lnTo>
                  <a:pt x="1045085" y="47608"/>
                </a:lnTo>
                <a:lnTo>
                  <a:pt x="1044224" y="48016"/>
                </a:lnTo>
                <a:lnTo>
                  <a:pt x="1043383" y="48447"/>
                </a:lnTo>
                <a:lnTo>
                  <a:pt x="1042563" y="48901"/>
                </a:lnTo>
                <a:lnTo>
                  <a:pt x="1041762" y="49379"/>
                </a:lnTo>
                <a:lnTo>
                  <a:pt x="1040981" y="49881"/>
                </a:lnTo>
                <a:lnTo>
                  <a:pt x="1040220" y="50405"/>
                </a:lnTo>
                <a:lnTo>
                  <a:pt x="1039480" y="50953"/>
                </a:lnTo>
                <a:lnTo>
                  <a:pt x="1038763" y="51519"/>
                </a:lnTo>
                <a:lnTo>
                  <a:pt x="1038074" y="52097"/>
                </a:lnTo>
                <a:lnTo>
                  <a:pt x="1037412" y="52687"/>
                </a:lnTo>
                <a:lnTo>
                  <a:pt x="1036778" y="53290"/>
                </a:lnTo>
                <a:lnTo>
                  <a:pt x="1036172" y="53905"/>
                </a:lnTo>
                <a:lnTo>
                  <a:pt x="1035594" y="54532"/>
                </a:lnTo>
                <a:lnTo>
                  <a:pt x="1035043" y="55172"/>
                </a:lnTo>
                <a:lnTo>
                  <a:pt x="1034521" y="55824"/>
                </a:lnTo>
                <a:lnTo>
                  <a:pt x="1034025" y="56489"/>
                </a:lnTo>
                <a:lnTo>
                  <a:pt x="1033558" y="57166"/>
                </a:lnTo>
                <a:lnTo>
                  <a:pt x="1033118" y="57855"/>
                </a:lnTo>
                <a:lnTo>
                  <a:pt x="1032706" y="58556"/>
                </a:lnTo>
                <a:lnTo>
                  <a:pt x="1032321" y="59270"/>
                </a:lnTo>
                <a:lnTo>
                  <a:pt x="1031965" y="59996"/>
                </a:lnTo>
                <a:lnTo>
                  <a:pt x="1031636" y="60735"/>
                </a:lnTo>
                <a:lnTo>
                  <a:pt x="1031334" y="61486"/>
                </a:lnTo>
                <a:lnTo>
                  <a:pt x="1031061" y="62249"/>
                </a:lnTo>
                <a:lnTo>
                  <a:pt x="1030815" y="63025"/>
                </a:lnTo>
                <a:lnTo>
                  <a:pt x="1030596" y="63812"/>
                </a:lnTo>
                <a:lnTo>
                  <a:pt x="1030406" y="64613"/>
                </a:lnTo>
                <a:lnTo>
                  <a:pt x="1030243" y="65425"/>
                </a:lnTo>
                <a:lnTo>
                  <a:pt x="1030108" y="66250"/>
                </a:lnTo>
                <a:lnTo>
                  <a:pt x="1030000" y="67088"/>
                </a:lnTo>
                <a:lnTo>
                  <a:pt x="1029921" y="67937"/>
                </a:lnTo>
                <a:lnTo>
                  <a:pt x="1044140" y="67937"/>
                </a:lnTo>
                <a:lnTo>
                  <a:pt x="1044174" y="67494"/>
                </a:lnTo>
                <a:lnTo>
                  <a:pt x="1044225" y="67059"/>
                </a:lnTo>
                <a:lnTo>
                  <a:pt x="1044293" y="66632"/>
                </a:lnTo>
                <a:lnTo>
                  <a:pt x="1044377" y="66213"/>
                </a:lnTo>
                <a:lnTo>
                  <a:pt x="1044477" y="65802"/>
                </a:lnTo>
                <a:lnTo>
                  <a:pt x="1044594" y="65400"/>
                </a:lnTo>
                <a:lnTo>
                  <a:pt x="1044727" y="65006"/>
                </a:lnTo>
                <a:lnTo>
                  <a:pt x="1044877" y="64620"/>
                </a:lnTo>
                <a:lnTo>
                  <a:pt x="1045043" y="64242"/>
                </a:lnTo>
                <a:lnTo>
                  <a:pt x="1045226" y="63873"/>
                </a:lnTo>
                <a:lnTo>
                  <a:pt x="1045425" y="63511"/>
                </a:lnTo>
                <a:lnTo>
                  <a:pt x="1045640" y="63158"/>
                </a:lnTo>
                <a:lnTo>
                  <a:pt x="1045873" y="62814"/>
                </a:lnTo>
                <a:lnTo>
                  <a:pt x="1046121" y="62477"/>
                </a:lnTo>
                <a:lnTo>
                  <a:pt x="1046386" y="62149"/>
                </a:lnTo>
                <a:lnTo>
                  <a:pt x="1046667" y="61829"/>
                </a:lnTo>
                <a:lnTo>
                  <a:pt x="1046965" y="61517"/>
                </a:lnTo>
                <a:lnTo>
                  <a:pt x="1047280" y="61213"/>
                </a:lnTo>
                <a:lnTo>
                  <a:pt x="1047610" y="60918"/>
                </a:lnTo>
                <a:lnTo>
                  <a:pt x="1047958" y="60631"/>
                </a:lnTo>
                <a:lnTo>
                  <a:pt x="1048321" y="60352"/>
                </a:lnTo>
                <a:lnTo>
                  <a:pt x="1048701" y="60081"/>
                </a:lnTo>
                <a:lnTo>
                  <a:pt x="1049098" y="59819"/>
                </a:lnTo>
                <a:lnTo>
                  <a:pt x="1049511" y="59565"/>
                </a:lnTo>
                <a:lnTo>
                  <a:pt x="1049938" y="59320"/>
                </a:lnTo>
                <a:lnTo>
                  <a:pt x="1050376" y="59085"/>
                </a:lnTo>
                <a:lnTo>
                  <a:pt x="1050824" y="58861"/>
                </a:lnTo>
                <a:lnTo>
                  <a:pt x="1051284" y="58647"/>
                </a:lnTo>
                <a:lnTo>
                  <a:pt x="1051755" y="58444"/>
                </a:lnTo>
                <a:lnTo>
                  <a:pt x="1052236" y="58251"/>
                </a:lnTo>
                <a:lnTo>
                  <a:pt x="1052729" y="58069"/>
                </a:lnTo>
                <a:lnTo>
                  <a:pt x="1053233" y="57897"/>
                </a:lnTo>
                <a:lnTo>
                  <a:pt x="1053747" y="57735"/>
                </a:lnTo>
                <a:lnTo>
                  <a:pt x="1054273" y="57584"/>
                </a:lnTo>
                <a:lnTo>
                  <a:pt x="1054809" y="57444"/>
                </a:lnTo>
                <a:lnTo>
                  <a:pt x="1055357" y="57313"/>
                </a:lnTo>
                <a:lnTo>
                  <a:pt x="1055915" y="57194"/>
                </a:lnTo>
                <a:lnTo>
                  <a:pt x="1056485" y="57084"/>
                </a:lnTo>
                <a:lnTo>
                  <a:pt x="1057065" y="56985"/>
                </a:lnTo>
                <a:lnTo>
                  <a:pt x="1057656" y="56897"/>
                </a:lnTo>
                <a:lnTo>
                  <a:pt x="1058259" y="56818"/>
                </a:lnTo>
                <a:lnTo>
                  <a:pt x="1058872" y="56751"/>
                </a:lnTo>
                <a:lnTo>
                  <a:pt x="1059497" y="56693"/>
                </a:lnTo>
                <a:lnTo>
                  <a:pt x="1060132" y="56646"/>
                </a:lnTo>
                <a:lnTo>
                  <a:pt x="1060778" y="56610"/>
                </a:lnTo>
                <a:lnTo>
                  <a:pt x="1061435" y="56584"/>
                </a:lnTo>
                <a:lnTo>
                  <a:pt x="1062104" y="56568"/>
                </a:lnTo>
                <a:lnTo>
                  <a:pt x="1062783" y="56563"/>
                </a:lnTo>
                <a:lnTo>
                  <a:pt x="1063551" y="56570"/>
                </a:lnTo>
                <a:lnTo>
                  <a:pt x="1064304" y="56592"/>
                </a:lnTo>
                <a:lnTo>
                  <a:pt x="1065039" y="56628"/>
                </a:lnTo>
                <a:lnTo>
                  <a:pt x="1065759" y="56679"/>
                </a:lnTo>
                <a:lnTo>
                  <a:pt x="1066461" y="56745"/>
                </a:lnTo>
                <a:lnTo>
                  <a:pt x="1067148" y="56825"/>
                </a:lnTo>
                <a:lnTo>
                  <a:pt x="1067818" y="56919"/>
                </a:lnTo>
                <a:lnTo>
                  <a:pt x="1068471" y="57028"/>
                </a:lnTo>
                <a:lnTo>
                  <a:pt x="1069108" y="57152"/>
                </a:lnTo>
                <a:lnTo>
                  <a:pt x="1069728" y="57290"/>
                </a:lnTo>
                <a:lnTo>
                  <a:pt x="1070332" y="57443"/>
                </a:lnTo>
                <a:lnTo>
                  <a:pt x="1070920" y="57610"/>
                </a:lnTo>
                <a:lnTo>
                  <a:pt x="1071491" y="57792"/>
                </a:lnTo>
                <a:lnTo>
                  <a:pt x="1072046" y="57988"/>
                </a:lnTo>
                <a:lnTo>
                  <a:pt x="1072584" y="58199"/>
                </a:lnTo>
                <a:lnTo>
                  <a:pt x="1073105" y="58424"/>
                </a:lnTo>
                <a:lnTo>
                  <a:pt x="1073611" y="58664"/>
                </a:lnTo>
                <a:lnTo>
                  <a:pt x="1074099" y="58919"/>
                </a:lnTo>
                <a:lnTo>
                  <a:pt x="1074572" y="59188"/>
                </a:lnTo>
                <a:lnTo>
                  <a:pt x="1075027" y="59471"/>
                </a:lnTo>
                <a:lnTo>
                  <a:pt x="1075467" y="59769"/>
                </a:lnTo>
                <a:lnTo>
                  <a:pt x="1075890" y="60082"/>
                </a:lnTo>
                <a:lnTo>
                  <a:pt x="1076296" y="60409"/>
                </a:lnTo>
                <a:lnTo>
                  <a:pt x="1076686" y="60751"/>
                </a:lnTo>
                <a:lnTo>
                  <a:pt x="1077060" y="61107"/>
                </a:lnTo>
                <a:lnTo>
                  <a:pt x="1077418" y="61478"/>
                </a:lnTo>
                <a:lnTo>
                  <a:pt x="1077760" y="61865"/>
                </a:lnTo>
                <a:lnTo>
                  <a:pt x="1078086" y="62266"/>
                </a:lnTo>
                <a:lnTo>
                  <a:pt x="1078397" y="62683"/>
                </a:lnTo>
                <a:lnTo>
                  <a:pt x="1078691" y="63115"/>
                </a:lnTo>
                <a:lnTo>
                  <a:pt x="1078970" y="63562"/>
                </a:lnTo>
                <a:lnTo>
                  <a:pt x="1079232" y="64024"/>
                </a:lnTo>
                <a:lnTo>
                  <a:pt x="1079479" y="64501"/>
                </a:lnTo>
                <a:lnTo>
                  <a:pt x="1079710" y="64993"/>
                </a:lnTo>
                <a:lnTo>
                  <a:pt x="1079924" y="65500"/>
                </a:lnTo>
                <a:lnTo>
                  <a:pt x="1080123" y="66023"/>
                </a:lnTo>
                <a:lnTo>
                  <a:pt x="1080306" y="66560"/>
                </a:lnTo>
                <a:lnTo>
                  <a:pt x="1080473" y="67113"/>
                </a:lnTo>
                <a:lnTo>
                  <a:pt x="1080625" y="67680"/>
                </a:lnTo>
                <a:lnTo>
                  <a:pt x="1080760" y="68263"/>
                </a:lnTo>
                <a:lnTo>
                  <a:pt x="1080879" y="68861"/>
                </a:lnTo>
                <a:lnTo>
                  <a:pt x="1080983" y="69474"/>
                </a:lnTo>
                <a:lnTo>
                  <a:pt x="1081070" y="70102"/>
                </a:lnTo>
                <a:lnTo>
                  <a:pt x="1081142" y="70745"/>
                </a:lnTo>
                <a:lnTo>
                  <a:pt x="1081197" y="71403"/>
                </a:lnTo>
                <a:lnTo>
                  <a:pt x="1081237" y="72076"/>
                </a:lnTo>
                <a:lnTo>
                  <a:pt x="1081261" y="72764"/>
                </a:lnTo>
                <a:lnTo>
                  <a:pt x="1081269" y="73468"/>
                </a:lnTo>
                <a:lnTo>
                  <a:pt x="1081269" y="80262"/>
                </a:lnTo>
                <a:lnTo>
                  <a:pt x="1054410" y="80262"/>
                </a:lnTo>
                <a:lnTo>
                  <a:pt x="1053715" y="80267"/>
                </a:lnTo>
                <a:lnTo>
                  <a:pt x="1053028" y="80285"/>
                </a:lnTo>
                <a:lnTo>
                  <a:pt x="1052346" y="80315"/>
                </a:lnTo>
                <a:lnTo>
                  <a:pt x="1051672" y="80356"/>
                </a:lnTo>
                <a:lnTo>
                  <a:pt x="1051003" y="80409"/>
                </a:lnTo>
                <a:lnTo>
                  <a:pt x="1050342" y="80474"/>
                </a:lnTo>
                <a:lnTo>
                  <a:pt x="1049687" y="80551"/>
                </a:lnTo>
                <a:lnTo>
                  <a:pt x="1049039" y="80639"/>
                </a:lnTo>
                <a:lnTo>
                  <a:pt x="1048397" y="80739"/>
                </a:lnTo>
                <a:lnTo>
                  <a:pt x="1047762" y="80851"/>
                </a:lnTo>
                <a:lnTo>
                  <a:pt x="1047133" y="80975"/>
                </a:lnTo>
                <a:lnTo>
                  <a:pt x="1046511" y="81111"/>
                </a:lnTo>
                <a:lnTo>
                  <a:pt x="1045895" y="81258"/>
                </a:lnTo>
                <a:lnTo>
                  <a:pt x="1045286" y="81417"/>
                </a:lnTo>
                <a:lnTo>
                  <a:pt x="1044684" y="81588"/>
                </a:lnTo>
                <a:lnTo>
                  <a:pt x="1044088" y="81771"/>
                </a:lnTo>
                <a:lnTo>
                  <a:pt x="1043499" y="81966"/>
                </a:lnTo>
                <a:lnTo>
                  <a:pt x="1042917" y="82172"/>
                </a:lnTo>
                <a:lnTo>
                  <a:pt x="1042341" y="82390"/>
                </a:lnTo>
                <a:lnTo>
                  <a:pt x="1041771" y="82620"/>
                </a:lnTo>
                <a:lnTo>
                  <a:pt x="1041208" y="82862"/>
                </a:lnTo>
                <a:lnTo>
                  <a:pt x="1040652" y="83116"/>
                </a:lnTo>
                <a:lnTo>
                  <a:pt x="1040102" y="83381"/>
                </a:lnTo>
                <a:lnTo>
                  <a:pt x="1039559" y="83658"/>
                </a:lnTo>
                <a:lnTo>
                  <a:pt x="1039024" y="83946"/>
                </a:lnTo>
                <a:lnTo>
                  <a:pt x="1038499" y="84243"/>
                </a:lnTo>
                <a:lnTo>
                  <a:pt x="1037984" y="84548"/>
                </a:lnTo>
                <a:lnTo>
                  <a:pt x="1037479" y="84863"/>
                </a:lnTo>
                <a:lnTo>
                  <a:pt x="1036983" y="85187"/>
                </a:lnTo>
                <a:lnTo>
                  <a:pt x="1036498" y="85520"/>
                </a:lnTo>
                <a:lnTo>
                  <a:pt x="1036022" y="85862"/>
                </a:lnTo>
                <a:lnTo>
                  <a:pt x="1035556" y="86213"/>
                </a:lnTo>
                <a:lnTo>
                  <a:pt x="1035100" y="86573"/>
                </a:lnTo>
                <a:lnTo>
                  <a:pt x="1034654" y="86942"/>
                </a:lnTo>
                <a:lnTo>
                  <a:pt x="1034218" y="87320"/>
                </a:lnTo>
                <a:lnTo>
                  <a:pt x="1033792" y="87707"/>
                </a:lnTo>
                <a:lnTo>
                  <a:pt x="1033375" y="88104"/>
                </a:lnTo>
                <a:lnTo>
                  <a:pt x="1032969" y="88509"/>
                </a:lnTo>
                <a:lnTo>
                  <a:pt x="1032572" y="88923"/>
                </a:lnTo>
                <a:lnTo>
                  <a:pt x="1032185" y="89347"/>
                </a:lnTo>
                <a:lnTo>
                  <a:pt x="1031808" y="89779"/>
                </a:lnTo>
                <a:lnTo>
                  <a:pt x="1031441" y="90221"/>
                </a:lnTo>
                <a:lnTo>
                  <a:pt x="1031084" y="90672"/>
                </a:lnTo>
                <a:lnTo>
                  <a:pt x="1030737" y="91131"/>
                </a:lnTo>
                <a:lnTo>
                  <a:pt x="1030399" y="91600"/>
                </a:lnTo>
                <a:lnTo>
                  <a:pt x="1030071" y="92078"/>
                </a:lnTo>
                <a:lnTo>
                  <a:pt x="1029754" y="92565"/>
                </a:lnTo>
                <a:lnTo>
                  <a:pt x="1029446" y="93061"/>
                </a:lnTo>
                <a:lnTo>
                  <a:pt x="1029149" y="93564"/>
                </a:lnTo>
                <a:lnTo>
                  <a:pt x="1028865" y="94075"/>
                </a:lnTo>
                <a:lnTo>
                  <a:pt x="1028594" y="94594"/>
                </a:lnTo>
                <a:lnTo>
                  <a:pt x="1028336" y="95119"/>
                </a:lnTo>
                <a:lnTo>
                  <a:pt x="1028090" y="95651"/>
                </a:lnTo>
                <a:lnTo>
                  <a:pt x="1027856" y="96191"/>
                </a:lnTo>
                <a:lnTo>
                  <a:pt x="1027635" y="96737"/>
                </a:lnTo>
                <a:lnTo>
                  <a:pt x="1027427" y="97291"/>
                </a:lnTo>
                <a:lnTo>
                  <a:pt x="1027232" y="97852"/>
                </a:lnTo>
                <a:lnTo>
                  <a:pt x="1027049" y="98420"/>
                </a:lnTo>
                <a:lnTo>
                  <a:pt x="1026879" y="98995"/>
                </a:lnTo>
                <a:lnTo>
                  <a:pt x="1026721" y="99577"/>
                </a:lnTo>
                <a:lnTo>
                  <a:pt x="1026576" y="100167"/>
                </a:lnTo>
                <a:lnTo>
                  <a:pt x="1026443" y="100763"/>
                </a:lnTo>
                <a:lnTo>
                  <a:pt x="1026323" y="101367"/>
                </a:lnTo>
                <a:lnTo>
                  <a:pt x="1026216" y="101978"/>
                </a:lnTo>
                <a:lnTo>
                  <a:pt x="1026122" y="102595"/>
                </a:lnTo>
                <a:lnTo>
                  <a:pt x="1026040" y="103221"/>
                </a:lnTo>
                <a:lnTo>
                  <a:pt x="1025970" y="103853"/>
                </a:lnTo>
                <a:lnTo>
                  <a:pt x="1025913" y="104492"/>
                </a:lnTo>
                <a:lnTo>
                  <a:pt x="1025869" y="105139"/>
                </a:lnTo>
                <a:lnTo>
                  <a:pt x="1025838" y="105792"/>
                </a:lnTo>
                <a:lnTo>
                  <a:pt x="1025819" y="106453"/>
                </a:lnTo>
                <a:lnTo>
                  <a:pt x="1025813" y="107121"/>
                </a:lnTo>
                <a:lnTo>
                  <a:pt x="1025826" y="108126"/>
                </a:lnTo>
                <a:lnTo>
                  <a:pt x="1025867" y="109116"/>
                </a:lnTo>
                <a:lnTo>
                  <a:pt x="1025936" y="110089"/>
                </a:lnTo>
                <a:lnTo>
                  <a:pt x="1026032" y="111046"/>
                </a:lnTo>
                <a:lnTo>
                  <a:pt x="1026155" y="111987"/>
                </a:lnTo>
                <a:lnTo>
                  <a:pt x="1026306" y="112912"/>
                </a:lnTo>
                <a:lnTo>
                  <a:pt x="1026485" y="113821"/>
                </a:lnTo>
                <a:lnTo>
                  <a:pt x="1026690" y="114713"/>
                </a:lnTo>
                <a:lnTo>
                  <a:pt x="1026924" y="115589"/>
                </a:lnTo>
                <a:lnTo>
                  <a:pt x="1027184" y="116449"/>
                </a:lnTo>
                <a:lnTo>
                  <a:pt x="1027472" y="117293"/>
                </a:lnTo>
                <a:lnTo>
                  <a:pt x="1027788" y="118121"/>
                </a:lnTo>
                <a:lnTo>
                  <a:pt x="1028131" y="118932"/>
                </a:lnTo>
                <a:lnTo>
                  <a:pt x="1028501" y="119728"/>
                </a:lnTo>
                <a:lnTo>
                  <a:pt x="1028899" y="120507"/>
                </a:lnTo>
                <a:lnTo>
                  <a:pt x="1029324" y="121270"/>
                </a:lnTo>
                <a:lnTo>
                  <a:pt x="1029776" y="122016"/>
                </a:lnTo>
                <a:lnTo>
                  <a:pt x="1030256" y="122747"/>
                </a:lnTo>
                <a:lnTo>
                  <a:pt x="1030764" y="123461"/>
                </a:lnTo>
                <a:lnTo>
                  <a:pt x="1031299" y="124160"/>
                </a:lnTo>
                <a:lnTo>
                  <a:pt x="1031861" y="124842"/>
                </a:lnTo>
                <a:lnTo>
                  <a:pt x="1032451" y="125508"/>
                </a:lnTo>
                <a:lnTo>
                  <a:pt x="1033068" y="126157"/>
                </a:lnTo>
                <a:lnTo>
                  <a:pt x="1033713" y="126791"/>
                </a:lnTo>
                <a:lnTo>
                  <a:pt x="1034381" y="127403"/>
                </a:lnTo>
                <a:lnTo>
                  <a:pt x="1035068" y="127989"/>
                </a:lnTo>
                <a:lnTo>
                  <a:pt x="1035774" y="128550"/>
                </a:lnTo>
                <a:lnTo>
                  <a:pt x="1036500" y="129084"/>
                </a:lnTo>
                <a:lnTo>
                  <a:pt x="1037245" y="129592"/>
                </a:lnTo>
                <a:lnTo>
                  <a:pt x="1038009" y="130074"/>
                </a:lnTo>
                <a:lnTo>
                  <a:pt x="1038792" y="130530"/>
                </a:lnTo>
                <a:lnTo>
                  <a:pt x="1039594" y="130960"/>
                </a:lnTo>
                <a:lnTo>
                  <a:pt x="1040415" y="131364"/>
                </a:lnTo>
                <a:lnTo>
                  <a:pt x="1041256" y="131742"/>
                </a:lnTo>
                <a:lnTo>
                  <a:pt x="1042116" y="132094"/>
                </a:lnTo>
                <a:lnTo>
                  <a:pt x="1042995" y="132419"/>
                </a:lnTo>
                <a:lnTo>
                  <a:pt x="1043893" y="132719"/>
                </a:lnTo>
                <a:lnTo>
                  <a:pt x="1044811" y="132993"/>
                </a:lnTo>
                <a:lnTo>
                  <a:pt x="1045748" y="133240"/>
                </a:lnTo>
                <a:lnTo>
                  <a:pt x="1046704" y="133462"/>
                </a:lnTo>
                <a:lnTo>
                  <a:pt x="1047679" y="133657"/>
                </a:lnTo>
                <a:lnTo>
                  <a:pt x="1048673" y="133827"/>
                </a:lnTo>
                <a:lnTo>
                  <a:pt x="1049686" y="133970"/>
                </a:lnTo>
                <a:lnTo>
                  <a:pt x="1050719" y="134087"/>
                </a:lnTo>
                <a:lnTo>
                  <a:pt x="1051771" y="134178"/>
                </a:lnTo>
                <a:lnTo>
                  <a:pt x="1052842" y="134244"/>
                </a:lnTo>
                <a:lnTo>
                  <a:pt x="1053932" y="134283"/>
                </a:lnTo>
                <a:lnTo>
                  <a:pt x="1055042" y="134296"/>
                </a:lnTo>
                <a:lnTo>
                  <a:pt x="1055722" y="134291"/>
                </a:lnTo>
                <a:lnTo>
                  <a:pt x="1056394" y="134278"/>
                </a:lnTo>
                <a:lnTo>
                  <a:pt x="1057059" y="134256"/>
                </a:lnTo>
                <a:lnTo>
                  <a:pt x="1057714" y="134225"/>
                </a:lnTo>
                <a:lnTo>
                  <a:pt x="1058362" y="134186"/>
                </a:lnTo>
                <a:lnTo>
                  <a:pt x="1059001" y="134138"/>
                </a:lnTo>
                <a:lnTo>
                  <a:pt x="1059633" y="134081"/>
                </a:lnTo>
                <a:lnTo>
                  <a:pt x="1060256" y="134015"/>
                </a:lnTo>
                <a:lnTo>
                  <a:pt x="1060870" y="133940"/>
                </a:lnTo>
                <a:lnTo>
                  <a:pt x="1061477" y="133857"/>
                </a:lnTo>
                <a:lnTo>
                  <a:pt x="1062075" y="133765"/>
                </a:lnTo>
                <a:lnTo>
                  <a:pt x="1062665" y="133664"/>
                </a:lnTo>
                <a:lnTo>
                  <a:pt x="1063247" y="133554"/>
                </a:lnTo>
                <a:lnTo>
                  <a:pt x="1063821" y="133436"/>
                </a:lnTo>
                <a:lnTo>
                  <a:pt x="1064386" y="133309"/>
                </a:lnTo>
                <a:lnTo>
                  <a:pt x="1064943" y="133173"/>
                </a:lnTo>
                <a:lnTo>
                  <a:pt x="1065492" y="133028"/>
                </a:lnTo>
                <a:lnTo>
                  <a:pt x="1066033" y="132874"/>
                </a:lnTo>
                <a:lnTo>
                  <a:pt x="1066565" y="132712"/>
                </a:lnTo>
                <a:lnTo>
                  <a:pt x="1067089" y="132541"/>
                </a:lnTo>
                <a:lnTo>
                  <a:pt x="1067605" y="132361"/>
                </a:lnTo>
                <a:lnTo>
                  <a:pt x="1068113" y="132173"/>
                </a:lnTo>
                <a:lnTo>
                  <a:pt x="1068613" y="131975"/>
                </a:lnTo>
                <a:lnTo>
                  <a:pt x="1069104" y="131769"/>
                </a:lnTo>
                <a:lnTo>
                  <a:pt x="1069586" y="131555"/>
                </a:lnTo>
                <a:lnTo>
                  <a:pt x="1070060" y="131333"/>
                </a:lnTo>
                <a:lnTo>
                  <a:pt x="1070524" y="131105"/>
                </a:lnTo>
                <a:lnTo>
                  <a:pt x="1070978" y="130869"/>
                </a:lnTo>
                <a:lnTo>
                  <a:pt x="1071423" y="130626"/>
                </a:lnTo>
                <a:lnTo>
                  <a:pt x="1071859" y="130376"/>
                </a:lnTo>
                <a:lnTo>
                  <a:pt x="1072286" y="130119"/>
                </a:lnTo>
                <a:lnTo>
                  <a:pt x="1072703" y="129855"/>
                </a:lnTo>
                <a:lnTo>
                  <a:pt x="1073111" y="129584"/>
                </a:lnTo>
                <a:lnTo>
                  <a:pt x="1073509" y="129305"/>
                </a:lnTo>
                <a:lnTo>
                  <a:pt x="1073898" y="129020"/>
                </a:lnTo>
                <a:lnTo>
                  <a:pt x="1074278" y="128727"/>
                </a:lnTo>
                <a:lnTo>
                  <a:pt x="1074649" y="128427"/>
                </a:lnTo>
                <a:lnTo>
                  <a:pt x="1075010" y="128120"/>
                </a:lnTo>
                <a:lnTo>
                  <a:pt x="1075362" y="127806"/>
                </a:lnTo>
                <a:lnTo>
                  <a:pt x="1075704" y="127485"/>
                </a:lnTo>
                <a:lnTo>
                  <a:pt x="1076037" y="127157"/>
                </a:lnTo>
                <a:lnTo>
                  <a:pt x="1076361" y="126822"/>
                </a:lnTo>
                <a:lnTo>
                  <a:pt x="1076676" y="126479"/>
                </a:lnTo>
                <a:lnTo>
                  <a:pt x="1076981" y="126129"/>
                </a:lnTo>
                <a:lnTo>
                  <a:pt x="1077277" y="125773"/>
                </a:lnTo>
                <a:lnTo>
                  <a:pt x="1077563" y="125409"/>
                </a:lnTo>
                <a:lnTo>
                  <a:pt x="1077841" y="125038"/>
                </a:lnTo>
                <a:lnTo>
                  <a:pt x="1078108" y="124660"/>
                </a:lnTo>
                <a:lnTo>
                  <a:pt x="1078366" y="124275"/>
                </a:lnTo>
                <a:lnTo>
                  <a:pt x="1078613" y="123884"/>
                </a:lnTo>
                <a:lnTo>
                  <a:pt x="1078849" y="123487"/>
                </a:lnTo>
                <a:lnTo>
                  <a:pt x="1079074" y="123084"/>
                </a:lnTo>
                <a:lnTo>
                  <a:pt x="1079288" y="122675"/>
                </a:lnTo>
                <a:lnTo>
                  <a:pt x="1079491" y="122260"/>
                </a:lnTo>
                <a:lnTo>
                  <a:pt x="1079683" y="121838"/>
                </a:lnTo>
                <a:lnTo>
                  <a:pt x="1079864" y="121411"/>
                </a:lnTo>
                <a:lnTo>
                  <a:pt x="1080034" y="120978"/>
                </a:lnTo>
                <a:lnTo>
                  <a:pt x="1080194" y="120539"/>
                </a:lnTo>
                <a:lnTo>
                  <a:pt x="1080342" y="120094"/>
                </a:lnTo>
                <a:lnTo>
                  <a:pt x="1080479" y="119643"/>
                </a:lnTo>
                <a:lnTo>
                  <a:pt x="1080605" y="119185"/>
                </a:lnTo>
                <a:lnTo>
                  <a:pt x="1080720" y="118722"/>
                </a:lnTo>
                <a:lnTo>
                  <a:pt x="1080825" y="118253"/>
                </a:lnTo>
                <a:lnTo>
                  <a:pt x="1080918" y="117777"/>
                </a:lnTo>
                <a:lnTo>
                  <a:pt x="1081000" y="117296"/>
                </a:lnTo>
                <a:lnTo>
                  <a:pt x="1081056" y="116916"/>
                </a:lnTo>
                <a:lnTo>
                  <a:pt x="1081428" y="116916"/>
                </a:lnTo>
                <a:lnTo>
                  <a:pt x="1081428" y="132717"/>
                </a:lnTo>
                <a:lnTo>
                  <a:pt x="1095488" y="132717"/>
                </a:lnTo>
                <a:lnTo>
                  <a:pt x="1095488" y="72993"/>
                </a:lnTo>
                <a:lnTo>
                  <a:pt x="1095473" y="71871"/>
                </a:lnTo>
                <a:lnTo>
                  <a:pt x="1095429" y="70770"/>
                </a:lnTo>
                <a:close/>
                <a:moveTo>
                  <a:pt x="1054484" y="122028"/>
                </a:moveTo>
                <a:lnTo>
                  <a:pt x="1053857" y="121933"/>
                </a:lnTo>
                <a:lnTo>
                  <a:pt x="1053243" y="121824"/>
                </a:lnTo>
                <a:lnTo>
                  <a:pt x="1052641" y="121701"/>
                </a:lnTo>
                <a:lnTo>
                  <a:pt x="1052053" y="121563"/>
                </a:lnTo>
                <a:lnTo>
                  <a:pt x="1051477" y="121410"/>
                </a:lnTo>
                <a:lnTo>
                  <a:pt x="1050914" y="121243"/>
                </a:lnTo>
                <a:lnTo>
                  <a:pt x="1050364" y="121061"/>
                </a:lnTo>
                <a:lnTo>
                  <a:pt x="1049827" y="120865"/>
                </a:lnTo>
                <a:lnTo>
                  <a:pt x="1049303" y="120654"/>
                </a:lnTo>
                <a:lnTo>
                  <a:pt x="1048792" y="120428"/>
                </a:lnTo>
                <a:lnTo>
                  <a:pt x="1048294" y="120189"/>
                </a:lnTo>
                <a:lnTo>
                  <a:pt x="1047808" y="119934"/>
                </a:lnTo>
                <a:lnTo>
                  <a:pt x="1047336" y="119665"/>
                </a:lnTo>
                <a:lnTo>
                  <a:pt x="1046876" y="119382"/>
                </a:lnTo>
                <a:lnTo>
                  <a:pt x="1046430" y="119084"/>
                </a:lnTo>
                <a:lnTo>
                  <a:pt x="1045996" y="118771"/>
                </a:lnTo>
                <a:lnTo>
                  <a:pt x="1045575" y="118444"/>
                </a:lnTo>
                <a:lnTo>
                  <a:pt x="1045167" y="118102"/>
                </a:lnTo>
                <a:lnTo>
                  <a:pt x="1044774" y="117748"/>
                </a:lnTo>
                <a:lnTo>
                  <a:pt x="1044397" y="117383"/>
                </a:lnTo>
                <a:lnTo>
                  <a:pt x="1044037" y="117007"/>
                </a:lnTo>
                <a:lnTo>
                  <a:pt x="1043694" y="116621"/>
                </a:lnTo>
                <a:lnTo>
                  <a:pt x="1043368" y="116224"/>
                </a:lnTo>
                <a:lnTo>
                  <a:pt x="1043058" y="115816"/>
                </a:lnTo>
                <a:lnTo>
                  <a:pt x="1042765" y="115397"/>
                </a:lnTo>
                <a:lnTo>
                  <a:pt x="1042489" y="114968"/>
                </a:lnTo>
                <a:lnTo>
                  <a:pt x="1042230" y="114528"/>
                </a:lnTo>
                <a:lnTo>
                  <a:pt x="1041987" y="114078"/>
                </a:lnTo>
                <a:lnTo>
                  <a:pt x="1041761" y="113617"/>
                </a:lnTo>
                <a:lnTo>
                  <a:pt x="1041552" y="113145"/>
                </a:lnTo>
                <a:lnTo>
                  <a:pt x="1041360" y="112662"/>
                </a:lnTo>
                <a:lnTo>
                  <a:pt x="1041184" y="112169"/>
                </a:lnTo>
                <a:lnTo>
                  <a:pt x="1041025" y="111665"/>
                </a:lnTo>
                <a:lnTo>
                  <a:pt x="1040883" y="111150"/>
                </a:lnTo>
                <a:lnTo>
                  <a:pt x="1040757" y="110625"/>
                </a:lnTo>
                <a:lnTo>
                  <a:pt x="1040649" y="110089"/>
                </a:lnTo>
                <a:lnTo>
                  <a:pt x="1040557" y="109542"/>
                </a:lnTo>
                <a:lnTo>
                  <a:pt x="1040481" y="108985"/>
                </a:lnTo>
                <a:lnTo>
                  <a:pt x="1040423" y="108417"/>
                </a:lnTo>
                <a:lnTo>
                  <a:pt x="1040381" y="107838"/>
                </a:lnTo>
                <a:lnTo>
                  <a:pt x="1040356" y="107248"/>
                </a:lnTo>
                <a:lnTo>
                  <a:pt x="1040348" y="106648"/>
                </a:lnTo>
                <a:lnTo>
                  <a:pt x="1040355" y="106074"/>
                </a:lnTo>
                <a:lnTo>
                  <a:pt x="1040378" y="105509"/>
                </a:lnTo>
                <a:lnTo>
                  <a:pt x="1040415" y="104953"/>
                </a:lnTo>
                <a:lnTo>
                  <a:pt x="1040468" y="104407"/>
                </a:lnTo>
                <a:lnTo>
                  <a:pt x="1040536" y="103871"/>
                </a:lnTo>
                <a:lnTo>
                  <a:pt x="1040619" y="103345"/>
                </a:lnTo>
                <a:lnTo>
                  <a:pt x="1040717" y="102828"/>
                </a:lnTo>
                <a:lnTo>
                  <a:pt x="1040830" y="102320"/>
                </a:lnTo>
                <a:lnTo>
                  <a:pt x="1040958" y="101823"/>
                </a:lnTo>
                <a:lnTo>
                  <a:pt x="1041102" y="101335"/>
                </a:lnTo>
                <a:lnTo>
                  <a:pt x="1041260" y="100856"/>
                </a:lnTo>
                <a:lnTo>
                  <a:pt x="1041434" y="100387"/>
                </a:lnTo>
                <a:lnTo>
                  <a:pt x="1041622" y="99928"/>
                </a:lnTo>
                <a:lnTo>
                  <a:pt x="1041826" y="99478"/>
                </a:lnTo>
                <a:lnTo>
                  <a:pt x="1042045" y="99038"/>
                </a:lnTo>
                <a:lnTo>
                  <a:pt x="1042278" y="98608"/>
                </a:lnTo>
                <a:lnTo>
                  <a:pt x="1042527" y="98187"/>
                </a:lnTo>
                <a:lnTo>
                  <a:pt x="1042791" y="97776"/>
                </a:lnTo>
                <a:lnTo>
                  <a:pt x="1043070" y="97374"/>
                </a:lnTo>
                <a:lnTo>
                  <a:pt x="1043364" y="96982"/>
                </a:lnTo>
                <a:lnTo>
                  <a:pt x="1043674" y="96600"/>
                </a:lnTo>
                <a:lnTo>
                  <a:pt x="1043998" y="96227"/>
                </a:lnTo>
                <a:lnTo>
                  <a:pt x="1044337" y="95864"/>
                </a:lnTo>
                <a:lnTo>
                  <a:pt x="1044692" y="95510"/>
                </a:lnTo>
                <a:lnTo>
                  <a:pt x="1045059" y="95168"/>
                </a:lnTo>
                <a:lnTo>
                  <a:pt x="1045434" y="94841"/>
                </a:lnTo>
                <a:lnTo>
                  <a:pt x="1045819" y="94529"/>
                </a:lnTo>
                <a:lnTo>
                  <a:pt x="1046213" y="94231"/>
                </a:lnTo>
                <a:lnTo>
                  <a:pt x="1046616" y="93947"/>
                </a:lnTo>
                <a:lnTo>
                  <a:pt x="1047028" y="93678"/>
                </a:lnTo>
                <a:lnTo>
                  <a:pt x="1047449" y="93424"/>
                </a:lnTo>
                <a:lnTo>
                  <a:pt x="1047879" y="93184"/>
                </a:lnTo>
                <a:lnTo>
                  <a:pt x="1048318" y="92958"/>
                </a:lnTo>
                <a:lnTo>
                  <a:pt x="1048766" y="92747"/>
                </a:lnTo>
                <a:lnTo>
                  <a:pt x="1049223" y="92551"/>
                </a:lnTo>
                <a:lnTo>
                  <a:pt x="1049689" y="92369"/>
                </a:lnTo>
                <a:lnTo>
                  <a:pt x="1050165" y="92202"/>
                </a:lnTo>
                <a:lnTo>
                  <a:pt x="1050649" y="92049"/>
                </a:lnTo>
                <a:lnTo>
                  <a:pt x="1051142" y="91911"/>
                </a:lnTo>
                <a:lnTo>
                  <a:pt x="1051645" y="91788"/>
                </a:lnTo>
                <a:lnTo>
                  <a:pt x="1052156" y="91679"/>
                </a:lnTo>
                <a:lnTo>
                  <a:pt x="1052677" y="91584"/>
                </a:lnTo>
                <a:lnTo>
                  <a:pt x="1053206" y="91504"/>
                </a:lnTo>
                <a:lnTo>
                  <a:pt x="1053745" y="91439"/>
                </a:lnTo>
                <a:lnTo>
                  <a:pt x="1054292" y="91388"/>
                </a:lnTo>
                <a:lnTo>
                  <a:pt x="1054849" y="91352"/>
                </a:lnTo>
                <a:lnTo>
                  <a:pt x="1055414" y="91330"/>
                </a:lnTo>
                <a:lnTo>
                  <a:pt x="1055989" y="91322"/>
                </a:lnTo>
                <a:lnTo>
                  <a:pt x="1081269" y="91322"/>
                </a:lnTo>
                <a:lnTo>
                  <a:pt x="1081269" y="103488"/>
                </a:lnTo>
                <a:lnTo>
                  <a:pt x="1081258" y="104205"/>
                </a:lnTo>
                <a:lnTo>
                  <a:pt x="1081226" y="104910"/>
                </a:lnTo>
                <a:lnTo>
                  <a:pt x="1081173" y="105603"/>
                </a:lnTo>
                <a:lnTo>
                  <a:pt x="1081098" y="106283"/>
                </a:lnTo>
                <a:lnTo>
                  <a:pt x="1081002" y="106950"/>
                </a:lnTo>
                <a:lnTo>
                  <a:pt x="1080884" y="107605"/>
                </a:lnTo>
                <a:lnTo>
                  <a:pt x="1080745" y="108247"/>
                </a:lnTo>
                <a:lnTo>
                  <a:pt x="1080584" y="108877"/>
                </a:lnTo>
                <a:lnTo>
                  <a:pt x="1080402" y="109493"/>
                </a:lnTo>
                <a:lnTo>
                  <a:pt x="1080199" y="110098"/>
                </a:lnTo>
                <a:lnTo>
                  <a:pt x="1079975" y="110689"/>
                </a:lnTo>
                <a:lnTo>
                  <a:pt x="1079729" y="111269"/>
                </a:lnTo>
                <a:lnTo>
                  <a:pt x="1079461" y="111835"/>
                </a:lnTo>
                <a:lnTo>
                  <a:pt x="1079172" y="112389"/>
                </a:lnTo>
                <a:lnTo>
                  <a:pt x="1078862" y="112930"/>
                </a:lnTo>
                <a:lnTo>
                  <a:pt x="1078530" y="113459"/>
                </a:lnTo>
                <a:lnTo>
                  <a:pt x="1078177" y="113975"/>
                </a:lnTo>
                <a:lnTo>
                  <a:pt x="1077803" y="114478"/>
                </a:lnTo>
                <a:lnTo>
                  <a:pt x="1077407" y="114969"/>
                </a:lnTo>
                <a:lnTo>
                  <a:pt x="1076990" y="115447"/>
                </a:lnTo>
                <a:lnTo>
                  <a:pt x="1076551" y="115913"/>
                </a:lnTo>
                <a:lnTo>
                  <a:pt x="1076091" y="116366"/>
                </a:lnTo>
                <a:lnTo>
                  <a:pt x="1075610" y="116806"/>
                </a:lnTo>
                <a:lnTo>
                  <a:pt x="1075107" y="117234"/>
                </a:lnTo>
                <a:lnTo>
                  <a:pt x="1074586" y="117647"/>
                </a:lnTo>
                <a:lnTo>
                  <a:pt x="1074050" y="118042"/>
                </a:lnTo>
                <a:lnTo>
                  <a:pt x="1073500" y="118419"/>
                </a:lnTo>
                <a:lnTo>
                  <a:pt x="1072934" y="118779"/>
                </a:lnTo>
                <a:lnTo>
                  <a:pt x="1072354" y="119121"/>
                </a:lnTo>
                <a:lnTo>
                  <a:pt x="1071759" y="119446"/>
                </a:lnTo>
                <a:lnTo>
                  <a:pt x="1071150" y="119753"/>
                </a:lnTo>
                <a:lnTo>
                  <a:pt x="1070525" y="120043"/>
                </a:lnTo>
                <a:lnTo>
                  <a:pt x="1069886" y="120315"/>
                </a:lnTo>
                <a:lnTo>
                  <a:pt x="1069231" y="120569"/>
                </a:lnTo>
                <a:lnTo>
                  <a:pt x="1068562" y="120806"/>
                </a:lnTo>
                <a:lnTo>
                  <a:pt x="1067879" y="121026"/>
                </a:lnTo>
                <a:lnTo>
                  <a:pt x="1067180" y="121228"/>
                </a:lnTo>
                <a:lnTo>
                  <a:pt x="1066467" y="121412"/>
                </a:lnTo>
                <a:lnTo>
                  <a:pt x="1065738" y="121579"/>
                </a:lnTo>
                <a:lnTo>
                  <a:pt x="1064995" y="121728"/>
                </a:lnTo>
                <a:lnTo>
                  <a:pt x="1064238" y="121860"/>
                </a:lnTo>
                <a:lnTo>
                  <a:pt x="1063465" y="121974"/>
                </a:lnTo>
                <a:lnTo>
                  <a:pt x="1062677" y="122070"/>
                </a:lnTo>
                <a:lnTo>
                  <a:pt x="1061875" y="122149"/>
                </a:lnTo>
                <a:lnTo>
                  <a:pt x="1061058" y="122211"/>
                </a:lnTo>
                <a:lnTo>
                  <a:pt x="1060226" y="122255"/>
                </a:lnTo>
                <a:lnTo>
                  <a:pt x="1059379" y="122281"/>
                </a:lnTo>
                <a:lnTo>
                  <a:pt x="1058518" y="122290"/>
                </a:lnTo>
                <a:lnTo>
                  <a:pt x="1057813" y="122282"/>
                </a:lnTo>
                <a:lnTo>
                  <a:pt x="1057122" y="122261"/>
                </a:lnTo>
                <a:lnTo>
                  <a:pt x="1056443" y="122224"/>
                </a:lnTo>
                <a:lnTo>
                  <a:pt x="1055777" y="122173"/>
                </a:lnTo>
                <a:lnTo>
                  <a:pt x="1055124" y="122108"/>
                </a:lnTo>
                <a:lnTo>
                  <a:pt x="1054484" y="122028"/>
                </a:lnTo>
                <a:close/>
                <a:moveTo>
                  <a:pt x="1194394" y="136665"/>
                </a:moveTo>
                <a:lnTo>
                  <a:pt x="1118556" y="136665"/>
                </a:lnTo>
                <a:lnTo>
                  <a:pt x="1118556" y="148517"/>
                </a:lnTo>
                <a:lnTo>
                  <a:pt x="1194394" y="148517"/>
                </a:lnTo>
                <a:lnTo>
                  <a:pt x="1194394" y="136665"/>
                </a:lnTo>
                <a:close/>
                <a:moveTo>
                  <a:pt x="1658904" y="136665"/>
                </a:moveTo>
                <a:lnTo>
                  <a:pt x="1583067" y="136665"/>
                </a:lnTo>
                <a:lnTo>
                  <a:pt x="1583067" y="148517"/>
                </a:lnTo>
                <a:lnTo>
                  <a:pt x="1658904" y="148517"/>
                </a:lnTo>
                <a:lnTo>
                  <a:pt x="1658904" y="136665"/>
                </a:lnTo>
                <a:close/>
                <a:moveTo>
                  <a:pt x="2488077" y="136759"/>
                </a:moveTo>
                <a:lnTo>
                  <a:pt x="2487284" y="136480"/>
                </a:lnTo>
                <a:lnTo>
                  <a:pt x="2486500" y="136186"/>
                </a:lnTo>
                <a:lnTo>
                  <a:pt x="2485726" y="135877"/>
                </a:lnTo>
                <a:lnTo>
                  <a:pt x="2484960" y="135554"/>
                </a:lnTo>
                <a:lnTo>
                  <a:pt x="2484203" y="135216"/>
                </a:lnTo>
                <a:lnTo>
                  <a:pt x="2483456" y="134863"/>
                </a:lnTo>
                <a:lnTo>
                  <a:pt x="2482717" y="134495"/>
                </a:lnTo>
                <a:lnTo>
                  <a:pt x="2481988" y="134113"/>
                </a:lnTo>
                <a:lnTo>
                  <a:pt x="2481267" y="133715"/>
                </a:lnTo>
                <a:lnTo>
                  <a:pt x="2480556" y="133303"/>
                </a:lnTo>
                <a:lnTo>
                  <a:pt x="2479854" y="132876"/>
                </a:lnTo>
                <a:lnTo>
                  <a:pt x="2479160" y="132434"/>
                </a:lnTo>
                <a:lnTo>
                  <a:pt x="2478476" y="131977"/>
                </a:lnTo>
                <a:lnTo>
                  <a:pt x="2477801" y="131506"/>
                </a:lnTo>
                <a:lnTo>
                  <a:pt x="2477135" y="131020"/>
                </a:lnTo>
                <a:lnTo>
                  <a:pt x="2476478" y="130519"/>
                </a:lnTo>
                <a:lnTo>
                  <a:pt x="2475830" y="130003"/>
                </a:lnTo>
                <a:lnTo>
                  <a:pt x="2475191" y="129472"/>
                </a:lnTo>
                <a:lnTo>
                  <a:pt x="2474561" y="128927"/>
                </a:lnTo>
                <a:lnTo>
                  <a:pt x="2473942" y="128368"/>
                </a:lnTo>
                <a:lnTo>
                  <a:pt x="2473334" y="127797"/>
                </a:lnTo>
                <a:lnTo>
                  <a:pt x="2472739" y="127216"/>
                </a:lnTo>
                <a:lnTo>
                  <a:pt x="2472156" y="126622"/>
                </a:lnTo>
                <a:lnTo>
                  <a:pt x="2471585" y="126017"/>
                </a:lnTo>
                <a:lnTo>
                  <a:pt x="2471026" y="125401"/>
                </a:lnTo>
                <a:lnTo>
                  <a:pt x="2470479" y="124773"/>
                </a:lnTo>
                <a:lnTo>
                  <a:pt x="2469944" y="124133"/>
                </a:lnTo>
                <a:lnTo>
                  <a:pt x="2469421" y="123482"/>
                </a:lnTo>
                <a:lnTo>
                  <a:pt x="2468910" y="122820"/>
                </a:lnTo>
                <a:lnTo>
                  <a:pt x="2468411" y="122146"/>
                </a:lnTo>
                <a:lnTo>
                  <a:pt x="2467924" y="121460"/>
                </a:lnTo>
                <a:lnTo>
                  <a:pt x="2467450" y="120763"/>
                </a:lnTo>
                <a:lnTo>
                  <a:pt x="2466987" y="120055"/>
                </a:lnTo>
                <a:lnTo>
                  <a:pt x="2466537" y="119335"/>
                </a:lnTo>
                <a:lnTo>
                  <a:pt x="2466098" y="118603"/>
                </a:lnTo>
                <a:lnTo>
                  <a:pt x="2465672" y="117860"/>
                </a:lnTo>
                <a:lnTo>
                  <a:pt x="2465258" y="117105"/>
                </a:lnTo>
                <a:lnTo>
                  <a:pt x="2464855" y="116339"/>
                </a:lnTo>
                <a:lnTo>
                  <a:pt x="2464465" y="115561"/>
                </a:lnTo>
                <a:lnTo>
                  <a:pt x="2464087" y="114772"/>
                </a:lnTo>
                <a:lnTo>
                  <a:pt x="2463721" y="113971"/>
                </a:lnTo>
                <a:lnTo>
                  <a:pt x="2463367" y="113159"/>
                </a:lnTo>
                <a:lnTo>
                  <a:pt x="2463025" y="112335"/>
                </a:lnTo>
                <a:lnTo>
                  <a:pt x="2462696" y="111502"/>
                </a:lnTo>
                <a:lnTo>
                  <a:pt x="2462382" y="110660"/>
                </a:lnTo>
                <a:lnTo>
                  <a:pt x="2462081" y="109810"/>
                </a:lnTo>
                <a:lnTo>
                  <a:pt x="2461794" y="108951"/>
                </a:lnTo>
                <a:lnTo>
                  <a:pt x="2461521" y="108085"/>
                </a:lnTo>
                <a:lnTo>
                  <a:pt x="2461263" y="107210"/>
                </a:lnTo>
                <a:lnTo>
                  <a:pt x="2461018" y="106327"/>
                </a:lnTo>
                <a:lnTo>
                  <a:pt x="2460787" y="105436"/>
                </a:lnTo>
                <a:lnTo>
                  <a:pt x="2460570" y="104536"/>
                </a:lnTo>
                <a:lnTo>
                  <a:pt x="2460367" y="103629"/>
                </a:lnTo>
                <a:lnTo>
                  <a:pt x="2460179" y="102713"/>
                </a:lnTo>
                <a:lnTo>
                  <a:pt x="2460004" y="101789"/>
                </a:lnTo>
                <a:lnTo>
                  <a:pt x="2459843" y="100856"/>
                </a:lnTo>
                <a:lnTo>
                  <a:pt x="2459696" y="99916"/>
                </a:lnTo>
                <a:lnTo>
                  <a:pt x="2459563" y="98967"/>
                </a:lnTo>
                <a:lnTo>
                  <a:pt x="2459444" y="98010"/>
                </a:lnTo>
                <a:lnTo>
                  <a:pt x="2459339" y="97044"/>
                </a:lnTo>
                <a:lnTo>
                  <a:pt x="2459248" y="96071"/>
                </a:lnTo>
                <a:lnTo>
                  <a:pt x="2459171" y="95089"/>
                </a:lnTo>
                <a:lnTo>
                  <a:pt x="2459108" y="94099"/>
                </a:lnTo>
                <a:lnTo>
                  <a:pt x="2459059" y="93101"/>
                </a:lnTo>
                <a:lnTo>
                  <a:pt x="2459025" y="92094"/>
                </a:lnTo>
                <a:lnTo>
                  <a:pt x="2459004" y="91080"/>
                </a:lnTo>
                <a:lnTo>
                  <a:pt x="2458997" y="90057"/>
                </a:lnTo>
                <a:lnTo>
                  <a:pt x="2458997" y="61619"/>
                </a:lnTo>
                <a:lnTo>
                  <a:pt x="2459004" y="60583"/>
                </a:lnTo>
                <a:lnTo>
                  <a:pt x="2459025" y="59556"/>
                </a:lnTo>
                <a:lnTo>
                  <a:pt x="2459059" y="58538"/>
                </a:lnTo>
                <a:lnTo>
                  <a:pt x="2459108" y="57530"/>
                </a:lnTo>
                <a:lnTo>
                  <a:pt x="2459171" y="56530"/>
                </a:lnTo>
                <a:lnTo>
                  <a:pt x="2459248" y="55540"/>
                </a:lnTo>
                <a:lnTo>
                  <a:pt x="2459339" y="54559"/>
                </a:lnTo>
                <a:lnTo>
                  <a:pt x="2459444" y="53586"/>
                </a:lnTo>
                <a:lnTo>
                  <a:pt x="2459563" y="52623"/>
                </a:lnTo>
                <a:lnTo>
                  <a:pt x="2459696" y="51669"/>
                </a:lnTo>
                <a:lnTo>
                  <a:pt x="2459843" y="50723"/>
                </a:lnTo>
                <a:lnTo>
                  <a:pt x="2460004" y="49787"/>
                </a:lnTo>
                <a:lnTo>
                  <a:pt x="2460179" y="48860"/>
                </a:lnTo>
                <a:lnTo>
                  <a:pt x="2460367" y="47942"/>
                </a:lnTo>
                <a:lnTo>
                  <a:pt x="2460570" y="47033"/>
                </a:lnTo>
                <a:lnTo>
                  <a:pt x="2460787" y="46133"/>
                </a:lnTo>
                <a:lnTo>
                  <a:pt x="2461018" y="45243"/>
                </a:lnTo>
                <a:lnTo>
                  <a:pt x="2461263" y="44361"/>
                </a:lnTo>
                <a:lnTo>
                  <a:pt x="2461521" y="43488"/>
                </a:lnTo>
                <a:lnTo>
                  <a:pt x="2461794" y="42625"/>
                </a:lnTo>
                <a:lnTo>
                  <a:pt x="2462081" y="41770"/>
                </a:lnTo>
                <a:lnTo>
                  <a:pt x="2462382" y="40924"/>
                </a:lnTo>
                <a:lnTo>
                  <a:pt x="2462696" y="40088"/>
                </a:lnTo>
                <a:lnTo>
                  <a:pt x="2463025" y="39260"/>
                </a:lnTo>
                <a:lnTo>
                  <a:pt x="2463367" y="38443"/>
                </a:lnTo>
                <a:lnTo>
                  <a:pt x="2463721" y="37637"/>
                </a:lnTo>
                <a:lnTo>
                  <a:pt x="2464087" y="36842"/>
                </a:lnTo>
                <a:lnTo>
                  <a:pt x="2464465" y="36059"/>
                </a:lnTo>
                <a:lnTo>
                  <a:pt x="2464855" y="35287"/>
                </a:lnTo>
                <a:lnTo>
                  <a:pt x="2465258" y="34526"/>
                </a:lnTo>
                <a:lnTo>
                  <a:pt x="2465672" y="33776"/>
                </a:lnTo>
                <a:lnTo>
                  <a:pt x="2466098" y="33037"/>
                </a:lnTo>
                <a:lnTo>
                  <a:pt x="2466537" y="32310"/>
                </a:lnTo>
                <a:lnTo>
                  <a:pt x="2466987" y="31594"/>
                </a:lnTo>
                <a:lnTo>
                  <a:pt x="2467450" y="30889"/>
                </a:lnTo>
                <a:lnTo>
                  <a:pt x="2467924" y="30196"/>
                </a:lnTo>
                <a:lnTo>
                  <a:pt x="2468411" y="29513"/>
                </a:lnTo>
                <a:lnTo>
                  <a:pt x="2468910" y="28842"/>
                </a:lnTo>
                <a:lnTo>
                  <a:pt x="2469421" y="28183"/>
                </a:lnTo>
                <a:lnTo>
                  <a:pt x="2469944" y="27534"/>
                </a:lnTo>
                <a:lnTo>
                  <a:pt x="2470479" y="26897"/>
                </a:lnTo>
                <a:lnTo>
                  <a:pt x="2471026" y="26271"/>
                </a:lnTo>
                <a:lnTo>
                  <a:pt x="2471585" y="25656"/>
                </a:lnTo>
                <a:lnTo>
                  <a:pt x="2472156" y="25053"/>
                </a:lnTo>
                <a:lnTo>
                  <a:pt x="2472739" y="24460"/>
                </a:lnTo>
                <a:lnTo>
                  <a:pt x="2473334" y="23879"/>
                </a:lnTo>
                <a:lnTo>
                  <a:pt x="2473942" y="23310"/>
                </a:lnTo>
                <a:lnTo>
                  <a:pt x="2474561" y="22751"/>
                </a:lnTo>
                <a:lnTo>
                  <a:pt x="2475191" y="22205"/>
                </a:lnTo>
                <a:lnTo>
                  <a:pt x="2475830" y="21675"/>
                </a:lnTo>
                <a:lnTo>
                  <a:pt x="2476478" y="21158"/>
                </a:lnTo>
                <a:lnTo>
                  <a:pt x="2477135" y="20657"/>
                </a:lnTo>
                <a:lnTo>
                  <a:pt x="2477801" y="20171"/>
                </a:lnTo>
                <a:lnTo>
                  <a:pt x="2478476" y="19699"/>
                </a:lnTo>
                <a:lnTo>
                  <a:pt x="2479160" y="19242"/>
                </a:lnTo>
                <a:lnTo>
                  <a:pt x="2479854" y="18801"/>
                </a:lnTo>
                <a:lnTo>
                  <a:pt x="2480556" y="18373"/>
                </a:lnTo>
                <a:lnTo>
                  <a:pt x="2481267" y="17961"/>
                </a:lnTo>
                <a:lnTo>
                  <a:pt x="2481988" y="17564"/>
                </a:lnTo>
                <a:lnTo>
                  <a:pt x="2482717" y="17181"/>
                </a:lnTo>
                <a:lnTo>
                  <a:pt x="2483456" y="16813"/>
                </a:lnTo>
                <a:lnTo>
                  <a:pt x="2484203" y="16460"/>
                </a:lnTo>
                <a:lnTo>
                  <a:pt x="2484960" y="16122"/>
                </a:lnTo>
                <a:lnTo>
                  <a:pt x="2485726" y="15798"/>
                </a:lnTo>
                <a:lnTo>
                  <a:pt x="2486500" y="15490"/>
                </a:lnTo>
                <a:lnTo>
                  <a:pt x="2487284" y="15196"/>
                </a:lnTo>
                <a:lnTo>
                  <a:pt x="2488077" y="14917"/>
                </a:lnTo>
                <a:lnTo>
                  <a:pt x="2488879" y="14653"/>
                </a:lnTo>
                <a:lnTo>
                  <a:pt x="2489690" y="14403"/>
                </a:lnTo>
                <a:lnTo>
                  <a:pt x="2490510" y="14169"/>
                </a:lnTo>
                <a:lnTo>
                  <a:pt x="2491339" y="13949"/>
                </a:lnTo>
                <a:lnTo>
                  <a:pt x="2492177" y="13744"/>
                </a:lnTo>
                <a:lnTo>
                  <a:pt x="2492177" y="0"/>
                </a:lnTo>
                <a:lnTo>
                  <a:pt x="2490312" y="440"/>
                </a:lnTo>
                <a:lnTo>
                  <a:pt x="2488482" y="919"/>
                </a:lnTo>
                <a:lnTo>
                  <a:pt x="2486688" y="1437"/>
                </a:lnTo>
                <a:lnTo>
                  <a:pt x="2484929" y="1992"/>
                </a:lnTo>
                <a:lnTo>
                  <a:pt x="2483205" y="2587"/>
                </a:lnTo>
                <a:lnTo>
                  <a:pt x="2481517" y="3219"/>
                </a:lnTo>
                <a:lnTo>
                  <a:pt x="2479864" y="3890"/>
                </a:lnTo>
                <a:lnTo>
                  <a:pt x="2478246" y="4599"/>
                </a:lnTo>
                <a:lnTo>
                  <a:pt x="2476664" y="5347"/>
                </a:lnTo>
                <a:lnTo>
                  <a:pt x="2475117" y="6133"/>
                </a:lnTo>
                <a:lnTo>
                  <a:pt x="2473606" y="6958"/>
                </a:lnTo>
                <a:lnTo>
                  <a:pt x="2472130" y="7821"/>
                </a:lnTo>
                <a:lnTo>
                  <a:pt x="2470690" y="8722"/>
                </a:lnTo>
                <a:lnTo>
                  <a:pt x="2469284" y="9662"/>
                </a:lnTo>
                <a:lnTo>
                  <a:pt x="2467915" y="10640"/>
                </a:lnTo>
                <a:lnTo>
                  <a:pt x="2466580" y="11657"/>
                </a:lnTo>
                <a:lnTo>
                  <a:pt x="2465281" y="12712"/>
                </a:lnTo>
                <a:lnTo>
                  <a:pt x="2464018" y="13805"/>
                </a:lnTo>
                <a:lnTo>
                  <a:pt x="2462789" y="14937"/>
                </a:lnTo>
                <a:lnTo>
                  <a:pt x="2461596" y="16107"/>
                </a:lnTo>
                <a:lnTo>
                  <a:pt x="2460439" y="17316"/>
                </a:lnTo>
                <a:lnTo>
                  <a:pt x="2459317" y="18563"/>
                </a:lnTo>
                <a:lnTo>
                  <a:pt x="2458230" y="19848"/>
                </a:lnTo>
                <a:lnTo>
                  <a:pt x="2457179" y="21172"/>
                </a:lnTo>
                <a:lnTo>
                  <a:pt x="2456167" y="22529"/>
                </a:lnTo>
                <a:lnTo>
                  <a:pt x="2455198" y="23915"/>
                </a:lnTo>
                <a:lnTo>
                  <a:pt x="2454272" y="25329"/>
                </a:lnTo>
                <a:lnTo>
                  <a:pt x="2453389" y="26772"/>
                </a:lnTo>
                <a:lnTo>
                  <a:pt x="2452550" y="28243"/>
                </a:lnTo>
                <a:lnTo>
                  <a:pt x="2451753" y="29743"/>
                </a:lnTo>
                <a:lnTo>
                  <a:pt x="2451000" y="31271"/>
                </a:lnTo>
                <a:lnTo>
                  <a:pt x="2450289" y="32828"/>
                </a:lnTo>
                <a:lnTo>
                  <a:pt x="2449622" y="34413"/>
                </a:lnTo>
                <a:lnTo>
                  <a:pt x="2448997" y="36027"/>
                </a:lnTo>
                <a:lnTo>
                  <a:pt x="2448416" y="37670"/>
                </a:lnTo>
                <a:lnTo>
                  <a:pt x="2447878" y="39341"/>
                </a:lnTo>
                <a:lnTo>
                  <a:pt x="2447383" y="41040"/>
                </a:lnTo>
                <a:lnTo>
                  <a:pt x="2446930" y="42768"/>
                </a:lnTo>
                <a:lnTo>
                  <a:pt x="2446521" y="44525"/>
                </a:lnTo>
                <a:lnTo>
                  <a:pt x="2446155" y="46310"/>
                </a:lnTo>
                <a:lnTo>
                  <a:pt x="2445832" y="48124"/>
                </a:lnTo>
                <a:lnTo>
                  <a:pt x="2445553" y="49966"/>
                </a:lnTo>
                <a:lnTo>
                  <a:pt x="2445316" y="51837"/>
                </a:lnTo>
                <a:lnTo>
                  <a:pt x="2445122" y="53736"/>
                </a:lnTo>
                <a:lnTo>
                  <a:pt x="2444971" y="55664"/>
                </a:lnTo>
                <a:lnTo>
                  <a:pt x="2444864" y="57620"/>
                </a:lnTo>
                <a:lnTo>
                  <a:pt x="2444799" y="59605"/>
                </a:lnTo>
                <a:lnTo>
                  <a:pt x="2444777" y="61619"/>
                </a:lnTo>
                <a:lnTo>
                  <a:pt x="2444777" y="90057"/>
                </a:lnTo>
                <a:lnTo>
                  <a:pt x="2444799" y="92070"/>
                </a:lnTo>
                <a:lnTo>
                  <a:pt x="2444864" y="94055"/>
                </a:lnTo>
                <a:lnTo>
                  <a:pt x="2444971" y="96012"/>
                </a:lnTo>
                <a:lnTo>
                  <a:pt x="2445122" y="97939"/>
                </a:lnTo>
                <a:lnTo>
                  <a:pt x="2445316" y="99839"/>
                </a:lnTo>
                <a:lnTo>
                  <a:pt x="2445553" y="101710"/>
                </a:lnTo>
                <a:lnTo>
                  <a:pt x="2445832" y="103552"/>
                </a:lnTo>
                <a:lnTo>
                  <a:pt x="2446155" y="105366"/>
                </a:lnTo>
                <a:lnTo>
                  <a:pt x="2446521" y="107151"/>
                </a:lnTo>
                <a:lnTo>
                  <a:pt x="2446930" y="108908"/>
                </a:lnTo>
                <a:lnTo>
                  <a:pt x="2447383" y="110636"/>
                </a:lnTo>
                <a:lnTo>
                  <a:pt x="2447878" y="112335"/>
                </a:lnTo>
                <a:lnTo>
                  <a:pt x="2448416" y="114006"/>
                </a:lnTo>
                <a:lnTo>
                  <a:pt x="2448997" y="115649"/>
                </a:lnTo>
                <a:lnTo>
                  <a:pt x="2449622" y="117263"/>
                </a:lnTo>
                <a:lnTo>
                  <a:pt x="2450289" y="118849"/>
                </a:lnTo>
                <a:lnTo>
                  <a:pt x="2451000" y="120406"/>
                </a:lnTo>
                <a:lnTo>
                  <a:pt x="2451753" y="121934"/>
                </a:lnTo>
                <a:lnTo>
                  <a:pt x="2452550" y="123434"/>
                </a:lnTo>
                <a:lnTo>
                  <a:pt x="2453389" y="124905"/>
                </a:lnTo>
                <a:lnTo>
                  <a:pt x="2454272" y="126348"/>
                </a:lnTo>
                <a:lnTo>
                  <a:pt x="2455198" y="127763"/>
                </a:lnTo>
                <a:lnTo>
                  <a:pt x="2456167" y="129148"/>
                </a:lnTo>
                <a:lnTo>
                  <a:pt x="2457179" y="130506"/>
                </a:lnTo>
                <a:lnTo>
                  <a:pt x="2458230" y="131829"/>
                </a:lnTo>
                <a:lnTo>
                  <a:pt x="2459317" y="133115"/>
                </a:lnTo>
                <a:lnTo>
                  <a:pt x="2460439" y="134362"/>
                </a:lnTo>
                <a:lnTo>
                  <a:pt x="2461596" y="135570"/>
                </a:lnTo>
                <a:lnTo>
                  <a:pt x="2462789" y="136740"/>
                </a:lnTo>
                <a:lnTo>
                  <a:pt x="2464018" y="137872"/>
                </a:lnTo>
                <a:lnTo>
                  <a:pt x="2465281" y="138965"/>
                </a:lnTo>
                <a:lnTo>
                  <a:pt x="2466580" y="140020"/>
                </a:lnTo>
                <a:lnTo>
                  <a:pt x="2467915" y="141036"/>
                </a:lnTo>
                <a:lnTo>
                  <a:pt x="2469284" y="142014"/>
                </a:lnTo>
                <a:lnTo>
                  <a:pt x="2470690" y="142954"/>
                </a:lnTo>
                <a:lnTo>
                  <a:pt x="2472130" y="143855"/>
                </a:lnTo>
                <a:lnTo>
                  <a:pt x="2473606" y="144718"/>
                </a:lnTo>
                <a:lnTo>
                  <a:pt x="2475117" y="145543"/>
                </a:lnTo>
                <a:lnTo>
                  <a:pt x="2476664" y="146329"/>
                </a:lnTo>
                <a:lnTo>
                  <a:pt x="2478246" y="147076"/>
                </a:lnTo>
                <a:lnTo>
                  <a:pt x="2479864" y="147786"/>
                </a:lnTo>
                <a:lnTo>
                  <a:pt x="2481517" y="148456"/>
                </a:lnTo>
                <a:lnTo>
                  <a:pt x="2483205" y="149089"/>
                </a:lnTo>
                <a:lnTo>
                  <a:pt x="2484929" y="149683"/>
                </a:lnTo>
                <a:lnTo>
                  <a:pt x="2486688" y="150239"/>
                </a:lnTo>
                <a:lnTo>
                  <a:pt x="2488482" y="150756"/>
                </a:lnTo>
                <a:lnTo>
                  <a:pt x="2490312" y="151235"/>
                </a:lnTo>
                <a:lnTo>
                  <a:pt x="2492177" y="151675"/>
                </a:lnTo>
                <a:lnTo>
                  <a:pt x="2492177" y="137931"/>
                </a:lnTo>
                <a:lnTo>
                  <a:pt x="2491339" y="137726"/>
                </a:lnTo>
                <a:lnTo>
                  <a:pt x="2490510" y="137507"/>
                </a:lnTo>
                <a:lnTo>
                  <a:pt x="2489690" y="137272"/>
                </a:lnTo>
                <a:lnTo>
                  <a:pt x="2488879" y="137023"/>
                </a:lnTo>
                <a:lnTo>
                  <a:pt x="2488077" y="136759"/>
                </a:lnTo>
                <a:close/>
                <a:moveTo>
                  <a:pt x="2070135" y="119685"/>
                </a:moveTo>
                <a:lnTo>
                  <a:pt x="2070349" y="120376"/>
                </a:lnTo>
                <a:lnTo>
                  <a:pt x="2070585" y="121053"/>
                </a:lnTo>
                <a:lnTo>
                  <a:pt x="2070844" y="121715"/>
                </a:lnTo>
                <a:lnTo>
                  <a:pt x="2071125" y="122363"/>
                </a:lnTo>
                <a:lnTo>
                  <a:pt x="2071428" y="122996"/>
                </a:lnTo>
                <a:lnTo>
                  <a:pt x="2071754" y="123615"/>
                </a:lnTo>
                <a:lnTo>
                  <a:pt x="2072103" y="124219"/>
                </a:lnTo>
                <a:lnTo>
                  <a:pt x="2072474" y="124809"/>
                </a:lnTo>
                <a:lnTo>
                  <a:pt x="2072868" y="125384"/>
                </a:lnTo>
                <a:lnTo>
                  <a:pt x="2073284" y="125944"/>
                </a:lnTo>
                <a:lnTo>
                  <a:pt x="2073723" y="126490"/>
                </a:lnTo>
                <a:lnTo>
                  <a:pt x="2074184" y="127022"/>
                </a:lnTo>
                <a:lnTo>
                  <a:pt x="2074667" y="127539"/>
                </a:lnTo>
                <a:lnTo>
                  <a:pt x="2075173" y="128041"/>
                </a:lnTo>
                <a:lnTo>
                  <a:pt x="2075702" y="128529"/>
                </a:lnTo>
                <a:lnTo>
                  <a:pt x="2076249" y="128999"/>
                </a:lnTo>
                <a:lnTo>
                  <a:pt x="2076811" y="129450"/>
                </a:lnTo>
                <a:lnTo>
                  <a:pt x="2077388" y="129880"/>
                </a:lnTo>
                <a:lnTo>
                  <a:pt x="2077980" y="130291"/>
                </a:lnTo>
                <a:lnTo>
                  <a:pt x="2078586" y="130681"/>
                </a:lnTo>
                <a:lnTo>
                  <a:pt x="2079207" y="131052"/>
                </a:lnTo>
                <a:lnTo>
                  <a:pt x="2079844" y="131402"/>
                </a:lnTo>
                <a:lnTo>
                  <a:pt x="2080494" y="131733"/>
                </a:lnTo>
                <a:lnTo>
                  <a:pt x="2081160" y="132043"/>
                </a:lnTo>
                <a:lnTo>
                  <a:pt x="2081841" y="132333"/>
                </a:lnTo>
                <a:lnTo>
                  <a:pt x="2082536" y="132604"/>
                </a:lnTo>
                <a:lnTo>
                  <a:pt x="2083246" y="132854"/>
                </a:lnTo>
                <a:lnTo>
                  <a:pt x="2083971" y="133084"/>
                </a:lnTo>
                <a:lnTo>
                  <a:pt x="2084711" y="133294"/>
                </a:lnTo>
                <a:lnTo>
                  <a:pt x="2085465" y="133485"/>
                </a:lnTo>
                <a:lnTo>
                  <a:pt x="2086235" y="133655"/>
                </a:lnTo>
                <a:lnTo>
                  <a:pt x="2087019" y="133805"/>
                </a:lnTo>
                <a:lnTo>
                  <a:pt x="2087818" y="133935"/>
                </a:lnTo>
                <a:lnTo>
                  <a:pt x="2088632" y="134045"/>
                </a:lnTo>
                <a:lnTo>
                  <a:pt x="2089460" y="134135"/>
                </a:lnTo>
                <a:lnTo>
                  <a:pt x="2090304" y="134206"/>
                </a:lnTo>
                <a:lnTo>
                  <a:pt x="2091162" y="134256"/>
                </a:lnTo>
                <a:lnTo>
                  <a:pt x="2092035" y="134286"/>
                </a:lnTo>
                <a:lnTo>
                  <a:pt x="2092923" y="134296"/>
                </a:lnTo>
                <a:lnTo>
                  <a:pt x="2094006" y="134281"/>
                </a:lnTo>
                <a:lnTo>
                  <a:pt x="2095071" y="134235"/>
                </a:lnTo>
                <a:lnTo>
                  <a:pt x="2096117" y="134160"/>
                </a:lnTo>
                <a:lnTo>
                  <a:pt x="2097144" y="134054"/>
                </a:lnTo>
                <a:lnTo>
                  <a:pt x="2098153" y="133919"/>
                </a:lnTo>
                <a:lnTo>
                  <a:pt x="2099143" y="133753"/>
                </a:lnTo>
                <a:lnTo>
                  <a:pt x="2100115" y="133556"/>
                </a:lnTo>
                <a:lnTo>
                  <a:pt x="2101067" y="133330"/>
                </a:lnTo>
                <a:lnTo>
                  <a:pt x="2102002" y="133074"/>
                </a:lnTo>
                <a:lnTo>
                  <a:pt x="2102917" y="132787"/>
                </a:lnTo>
                <a:lnTo>
                  <a:pt x="2103814" y="132470"/>
                </a:lnTo>
                <a:lnTo>
                  <a:pt x="2104692" y="132123"/>
                </a:lnTo>
                <a:lnTo>
                  <a:pt x="2105552" y="131746"/>
                </a:lnTo>
                <a:lnTo>
                  <a:pt x="2106393" y="131339"/>
                </a:lnTo>
                <a:lnTo>
                  <a:pt x="2107215" y="130902"/>
                </a:lnTo>
                <a:lnTo>
                  <a:pt x="2108019" y="130434"/>
                </a:lnTo>
                <a:lnTo>
                  <a:pt x="2108804" y="129936"/>
                </a:lnTo>
                <a:lnTo>
                  <a:pt x="2109570" y="129408"/>
                </a:lnTo>
                <a:lnTo>
                  <a:pt x="2110318" y="128850"/>
                </a:lnTo>
                <a:lnTo>
                  <a:pt x="2111047" y="128262"/>
                </a:lnTo>
                <a:lnTo>
                  <a:pt x="2111757" y="127643"/>
                </a:lnTo>
                <a:lnTo>
                  <a:pt x="2112449" y="126995"/>
                </a:lnTo>
                <a:lnTo>
                  <a:pt x="2113122" y="126316"/>
                </a:lnTo>
                <a:lnTo>
                  <a:pt x="2113776" y="125607"/>
                </a:lnTo>
                <a:lnTo>
                  <a:pt x="2114408" y="124872"/>
                </a:lnTo>
                <a:lnTo>
                  <a:pt x="2115013" y="124116"/>
                </a:lnTo>
                <a:lnTo>
                  <a:pt x="2115591" y="123338"/>
                </a:lnTo>
                <a:lnTo>
                  <a:pt x="2116142" y="122539"/>
                </a:lnTo>
                <a:lnTo>
                  <a:pt x="2116667" y="121718"/>
                </a:lnTo>
                <a:lnTo>
                  <a:pt x="2117164" y="120876"/>
                </a:lnTo>
                <a:lnTo>
                  <a:pt x="2117635" y="120013"/>
                </a:lnTo>
                <a:lnTo>
                  <a:pt x="2118078" y="119129"/>
                </a:lnTo>
                <a:lnTo>
                  <a:pt x="2118495" y="118222"/>
                </a:lnTo>
                <a:lnTo>
                  <a:pt x="2118885" y="117295"/>
                </a:lnTo>
                <a:lnTo>
                  <a:pt x="2119248" y="116346"/>
                </a:lnTo>
                <a:lnTo>
                  <a:pt x="2119584" y="115376"/>
                </a:lnTo>
                <a:lnTo>
                  <a:pt x="2119893" y="114384"/>
                </a:lnTo>
                <a:lnTo>
                  <a:pt x="2120176" y="113371"/>
                </a:lnTo>
                <a:lnTo>
                  <a:pt x="2120431" y="112337"/>
                </a:lnTo>
                <a:lnTo>
                  <a:pt x="2120659" y="111281"/>
                </a:lnTo>
                <a:lnTo>
                  <a:pt x="2120861" y="110204"/>
                </a:lnTo>
                <a:lnTo>
                  <a:pt x="2121036" y="109106"/>
                </a:lnTo>
                <a:lnTo>
                  <a:pt x="2121184" y="107986"/>
                </a:lnTo>
                <a:lnTo>
                  <a:pt x="2121305" y="106844"/>
                </a:lnTo>
                <a:lnTo>
                  <a:pt x="2121399" y="105682"/>
                </a:lnTo>
                <a:lnTo>
                  <a:pt x="2121466" y="104498"/>
                </a:lnTo>
                <a:lnTo>
                  <a:pt x="2121506" y="103292"/>
                </a:lnTo>
                <a:lnTo>
                  <a:pt x="2121520" y="102065"/>
                </a:lnTo>
                <a:lnTo>
                  <a:pt x="2121520" y="76628"/>
                </a:lnTo>
                <a:lnTo>
                  <a:pt x="2121506" y="75389"/>
                </a:lnTo>
                <a:lnTo>
                  <a:pt x="2121466" y="74171"/>
                </a:lnTo>
                <a:lnTo>
                  <a:pt x="2121399" y="72975"/>
                </a:lnTo>
                <a:lnTo>
                  <a:pt x="2121305" y="71801"/>
                </a:lnTo>
                <a:lnTo>
                  <a:pt x="2121184" y="70649"/>
                </a:lnTo>
                <a:lnTo>
                  <a:pt x="2121036" y="69519"/>
                </a:lnTo>
                <a:lnTo>
                  <a:pt x="2120861" y="68410"/>
                </a:lnTo>
                <a:lnTo>
                  <a:pt x="2120659" y="67324"/>
                </a:lnTo>
                <a:lnTo>
                  <a:pt x="2120431" y="66260"/>
                </a:lnTo>
                <a:lnTo>
                  <a:pt x="2120176" y="65218"/>
                </a:lnTo>
                <a:lnTo>
                  <a:pt x="2119893" y="64197"/>
                </a:lnTo>
                <a:lnTo>
                  <a:pt x="2119584" y="63199"/>
                </a:lnTo>
                <a:lnTo>
                  <a:pt x="2119248" y="62222"/>
                </a:lnTo>
                <a:lnTo>
                  <a:pt x="2118885" y="61268"/>
                </a:lnTo>
                <a:lnTo>
                  <a:pt x="2118495" y="60335"/>
                </a:lnTo>
                <a:lnTo>
                  <a:pt x="2118078" y="59425"/>
                </a:lnTo>
                <a:lnTo>
                  <a:pt x="2117635" y="58536"/>
                </a:lnTo>
                <a:lnTo>
                  <a:pt x="2117164" y="57669"/>
                </a:lnTo>
                <a:lnTo>
                  <a:pt x="2116667" y="56825"/>
                </a:lnTo>
                <a:lnTo>
                  <a:pt x="2116142" y="56002"/>
                </a:lnTo>
                <a:lnTo>
                  <a:pt x="2115591" y="55201"/>
                </a:lnTo>
                <a:lnTo>
                  <a:pt x="2115013" y="54422"/>
                </a:lnTo>
                <a:lnTo>
                  <a:pt x="2114408" y="53665"/>
                </a:lnTo>
                <a:lnTo>
                  <a:pt x="2113776" y="52930"/>
                </a:lnTo>
                <a:lnTo>
                  <a:pt x="2113122" y="52221"/>
                </a:lnTo>
                <a:lnTo>
                  <a:pt x="2112449" y="51542"/>
                </a:lnTo>
                <a:lnTo>
                  <a:pt x="2111757" y="50893"/>
                </a:lnTo>
                <a:lnTo>
                  <a:pt x="2111047" y="50274"/>
                </a:lnTo>
                <a:lnTo>
                  <a:pt x="2110318" y="49686"/>
                </a:lnTo>
                <a:lnTo>
                  <a:pt x="2109570" y="49128"/>
                </a:lnTo>
                <a:lnTo>
                  <a:pt x="2108804" y="48599"/>
                </a:lnTo>
                <a:lnTo>
                  <a:pt x="2108019" y="48102"/>
                </a:lnTo>
                <a:lnTo>
                  <a:pt x="2107215" y="47634"/>
                </a:lnTo>
                <a:lnTo>
                  <a:pt x="2106393" y="47196"/>
                </a:lnTo>
                <a:lnTo>
                  <a:pt x="2105552" y="46789"/>
                </a:lnTo>
                <a:lnTo>
                  <a:pt x="2104692" y="46412"/>
                </a:lnTo>
                <a:lnTo>
                  <a:pt x="2103814" y="46065"/>
                </a:lnTo>
                <a:lnTo>
                  <a:pt x="2102917" y="45748"/>
                </a:lnTo>
                <a:lnTo>
                  <a:pt x="2102002" y="45461"/>
                </a:lnTo>
                <a:lnTo>
                  <a:pt x="2101067" y="45205"/>
                </a:lnTo>
                <a:lnTo>
                  <a:pt x="2100115" y="44978"/>
                </a:lnTo>
                <a:lnTo>
                  <a:pt x="2099143" y="44782"/>
                </a:lnTo>
                <a:lnTo>
                  <a:pt x="2098153" y="44616"/>
                </a:lnTo>
                <a:lnTo>
                  <a:pt x="2097144" y="44480"/>
                </a:lnTo>
                <a:lnTo>
                  <a:pt x="2096117" y="44375"/>
                </a:lnTo>
                <a:lnTo>
                  <a:pt x="2095071" y="44299"/>
                </a:lnTo>
                <a:lnTo>
                  <a:pt x="2094006" y="44254"/>
                </a:lnTo>
                <a:lnTo>
                  <a:pt x="2092923" y="44239"/>
                </a:lnTo>
                <a:lnTo>
                  <a:pt x="2092047" y="44249"/>
                </a:lnTo>
                <a:lnTo>
                  <a:pt x="2091185" y="44279"/>
                </a:lnTo>
                <a:lnTo>
                  <a:pt x="2090337" y="44330"/>
                </a:lnTo>
                <a:lnTo>
                  <a:pt x="2089501" y="44401"/>
                </a:lnTo>
                <a:lnTo>
                  <a:pt x="2088680" y="44493"/>
                </a:lnTo>
                <a:lnTo>
                  <a:pt x="2087871" y="44604"/>
                </a:lnTo>
                <a:lnTo>
                  <a:pt x="2087077" y="44736"/>
                </a:lnTo>
                <a:lnTo>
                  <a:pt x="2086295" y="44888"/>
                </a:lnTo>
                <a:lnTo>
                  <a:pt x="2085527" y="45061"/>
                </a:lnTo>
                <a:lnTo>
                  <a:pt x="2084773" y="45254"/>
                </a:lnTo>
                <a:lnTo>
                  <a:pt x="2084032" y="45467"/>
                </a:lnTo>
                <a:lnTo>
                  <a:pt x="2083304" y="45700"/>
                </a:lnTo>
                <a:lnTo>
                  <a:pt x="2082590" y="45954"/>
                </a:lnTo>
                <a:lnTo>
                  <a:pt x="2081889" y="46228"/>
                </a:lnTo>
                <a:lnTo>
                  <a:pt x="2081202" y="46523"/>
                </a:lnTo>
                <a:lnTo>
                  <a:pt x="2080528" y="46837"/>
                </a:lnTo>
                <a:lnTo>
                  <a:pt x="2079867" y="47172"/>
                </a:lnTo>
                <a:lnTo>
                  <a:pt x="2079220" y="47527"/>
                </a:lnTo>
                <a:lnTo>
                  <a:pt x="2078587" y="47903"/>
                </a:lnTo>
                <a:lnTo>
                  <a:pt x="2077966" y="48299"/>
                </a:lnTo>
                <a:lnTo>
                  <a:pt x="2077360" y="48715"/>
                </a:lnTo>
                <a:lnTo>
                  <a:pt x="2076766" y="49151"/>
                </a:lnTo>
                <a:lnTo>
                  <a:pt x="2076186" y="49608"/>
                </a:lnTo>
                <a:lnTo>
                  <a:pt x="2075620" y="50085"/>
                </a:lnTo>
                <a:lnTo>
                  <a:pt x="2075072" y="50579"/>
                </a:lnTo>
                <a:lnTo>
                  <a:pt x="2074548" y="51087"/>
                </a:lnTo>
                <a:lnTo>
                  <a:pt x="2074046" y="51608"/>
                </a:lnTo>
                <a:lnTo>
                  <a:pt x="2073568" y="52144"/>
                </a:lnTo>
                <a:lnTo>
                  <a:pt x="2073114" y="52692"/>
                </a:lnTo>
                <a:lnTo>
                  <a:pt x="2072683" y="53255"/>
                </a:lnTo>
                <a:lnTo>
                  <a:pt x="2072275" y="53831"/>
                </a:lnTo>
                <a:lnTo>
                  <a:pt x="2071890" y="54421"/>
                </a:lnTo>
                <a:lnTo>
                  <a:pt x="2071529" y="55025"/>
                </a:lnTo>
                <a:lnTo>
                  <a:pt x="2071190" y="55643"/>
                </a:lnTo>
                <a:lnTo>
                  <a:pt x="2070876" y="56274"/>
                </a:lnTo>
                <a:lnTo>
                  <a:pt x="2070584" y="56919"/>
                </a:lnTo>
                <a:lnTo>
                  <a:pt x="2070316" y="57577"/>
                </a:lnTo>
                <a:lnTo>
                  <a:pt x="2070071" y="58250"/>
                </a:lnTo>
                <a:lnTo>
                  <a:pt x="2069850" y="58936"/>
                </a:lnTo>
                <a:lnTo>
                  <a:pt x="2069652" y="59635"/>
                </a:lnTo>
                <a:lnTo>
                  <a:pt x="2069477" y="60349"/>
                </a:lnTo>
                <a:lnTo>
                  <a:pt x="2069325" y="61076"/>
                </a:lnTo>
                <a:lnTo>
                  <a:pt x="2069197" y="61817"/>
                </a:lnTo>
                <a:lnTo>
                  <a:pt x="2069115" y="62407"/>
                </a:lnTo>
                <a:lnTo>
                  <a:pt x="2068906" y="62407"/>
                </a:lnTo>
                <a:lnTo>
                  <a:pt x="2069224" y="42657"/>
                </a:lnTo>
                <a:lnTo>
                  <a:pt x="2069224" y="17380"/>
                </a:lnTo>
                <a:lnTo>
                  <a:pt x="2055003" y="17380"/>
                </a:lnTo>
                <a:lnTo>
                  <a:pt x="2055003" y="132717"/>
                </a:lnTo>
                <a:lnTo>
                  <a:pt x="2069224" y="132717"/>
                </a:lnTo>
                <a:lnTo>
                  <a:pt x="2069224" y="116128"/>
                </a:lnTo>
                <a:lnTo>
                  <a:pt x="2069420" y="116128"/>
                </a:lnTo>
                <a:lnTo>
                  <a:pt x="2069505" y="116774"/>
                </a:lnTo>
                <a:lnTo>
                  <a:pt x="2069629" y="117523"/>
                </a:lnTo>
                <a:lnTo>
                  <a:pt x="2069775" y="118258"/>
                </a:lnTo>
                <a:lnTo>
                  <a:pt x="2069944" y="118979"/>
                </a:lnTo>
                <a:lnTo>
                  <a:pt x="2070135" y="119685"/>
                </a:lnTo>
                <a:close/>
                <a:moveTo>
                  <a:pt x="2084716" y="121734"/>
                </a:moveTo>
                <a:lnTo>
                  <a:pt x="2084060" y="121628"/>
                </a:lnTo>
                <a:lnTo>
                  <a:pt x="2083416" y="121503"/>
                </a:lnTo>
                <a:lnTo>
                  <a:pt x="2082784" y="121359"/>
                </a:lnTo>
                <a:lnTo>
                  <a:pt x="2082165" y="121196"/>
                </a:lnTo>
                <a:lnTo>
                  <a:pt x="2081558" y="121014"/>
                </a:lnTo>
                <a:lnTo>
                  <a:pt x="2080963" y="120812"/>
                </a:lnTo>
                <a:lnTo>
                  <a:pt x="2080381" y="120591"/>
                </a:lnTo>
                <a:lnTo>
                  <a:pt x="2079811" y="120351"/>
                </a:lnTo>
                <a:lnTo>
                  <a:pt x="2079253" y="120092"/>
                </a:lnTo>
                <a:lnTo>
                  <a:pt x="2078708" y="119814"/>
                </a:lnTo>
                <a:lnTo>
                  <a:pt x="2078175" y="119516"/>
                </a:lnTo>
                <a:lnTo>
                  <a:pt x="2077655" y="119199"/>
                </a:lnTo>
                <a:lnTo>
                  <a:pt x="2077146" y="118863"/>
                </a:lnTo>
                <a:lnTo>
                  <a:pt x="2076651" y="118508"/>
                </a:lnTo>
                <a:lnTo>
                  <a:pt x="2076167" y="118133"/>
                </a:lnTo>
                <a:lnTo>
                  <a:pt x="2075696" y="117740"/>
                </a:lnTo>
                <a:lnTo>
                  <a:pt x="2075237" y="117327"/>
                </a:lnTo>
                <a:lnTo>
                  <a:pt x="2074791" y="116895"/>
                </a:lnTo>
                <a:lnTo>
                  <a:pt x="2074357" y="116443"/>
                </a:lnTo>
                <a:lnTo>
                  <a:pt x="2073938" y="115975"/>
                </a:lnTo>
                <a:lnTo>
                  <a:pt x="2073537" y="115492"/>
                </a:lnTo>
                <a:lnTo>
                  <a:pt x="2073154" y="114994"/>
                </a:lnTo>
                <a:lnTo>
                  <a:pt x="2072788" y="114481"/>
                </a:lnTo>
                <a:lnTo>
                  <a:pt x="2072441" y="113954"/>
                </a:lnTo>
                <a:lnTo>
                  <a:pt x="2072111" y="113412"/>
                </a:lnTo>
                <a:lnTo>
                  <a:pt x="2071799" y="112854"/>
                </a:lnTo>
                <a:lnTo>
                  <a:pt x="2071505" y="112283"/>
                </a:lnTo>
                <a:lnTo>
                  <a:pt x="2071229" y="111696"/>
                </a:lnTo>
                <a:lnTo>
                  <a:pt x="2070971" y="111094"/>
                </a:lnTo>
                <a:lnTo>
                  <a:pt x="2070730" y="110478"/>
                </a:lnTo>
                <a:lnTo>
                  <a:pt x="2070507" y="109847"/>
                </a:lnTo>
                <a:lnTo>
                  <a:pt x="2070302" y="109201"/>
                </a:lnTo>
                <a:lnTo>
                  <a:pt x="2070115" y="108540"/>
                </a:lnTo>
                <a:lnTo>
                  <a:pt x="2069946" y="107864"/>
                </a:lnTo>
                <a:lnTo>
                  <a:pt x="2069794" y="107174"/>
                </a:lnTo>
                <a:lnTo>
                  <a:pt x="2069661" y="106469"/>
                </a:lnTo>
                <a:lnTo>
                  <a:pt x="2069545" y="105749"/>
                </a:lnTo>
                <a:lnTo>
                  <a:pt x="2069447" y="105014"/>
                </a:lnTo>
                <a:lnTo>
                  <a:pt x="2069367" y="104264"/>
                </a:lnTo>
                <a:lnTo>
                  <a:pt x="2069304" y="103500"/>
                </a:lnTo>
                <a:lnTo>
                  <a:pt x="2069260" y="102721"/>
                </a:lnTo>
                <a:lnTo>
                  <a:pt x="2069233" y="101927"/>
                </a:lnTo>
                <a:lnTo>
                  <a:pt x="2069224" y="101118"/>
                </a:lnTo>
                <a:lnTo>
                  <a:pt x="2069224" y="77417"/>
                </a:lnTo>
                <a:lnTo>
                  <a:pt x="2069233" y="76608"/>
                </a:lnTo>
                <a:lnTo>
                  <a:pt x="2069260" y="75814"/>
                </a:lnTo>
                <a:lnTo>
                  <a:pt x="2069304" y="75035"/>
                </a:lnTo>
                <a:lnTo>
                  <a:pt x="2069367" y="74270"/>
                </a:lnTo>
                <a:lnTo>
                  <a:pt x="2069447" y="73521"/>
                </a:lnTo>
                <a:lnTo>
                  <a:pt x="2069545" y="72786"/>
                </a:lnTo>
                <a:lnTo>
                  <a:pt x="2069661" y="72066"/>
                </a:lnTo>
                <a:lnTo>
                  <a:pt x="2069794" y="71361"/>
                </a:lnTo>
                <a:lnTo>
                  <a:pt x="2069946" y="70670"/>
                </a:lnTo>
                <a:lnTo>
                  <a:pt x="2070115" y="69995"/>
                </a:lnTo>
                <a:lnTo>
                  <a:pt x="2070302" y="69334"/>
                </a:lnTo>
                <a:lnTo>
                  <a:pt x="2070507" y="68688"/>
                </a:lnTo>
                <a:lnTo>
                  <a:pt x="2070730" y="68057"/>
                </a:lnTo>
                <a:lnTo>
                  <a:pt x="2070971" y="67441"/>
                </a:lnTo>
                <a:lnTo>
                  <a:pt x="2071229" y="66840"/>
                </a:lnTo>
                <a:lnTo>
                  <a:pt x="2071505" y="66253"/>
                </a:lnTo>
                <a:lnTo>
                  <a:pt x="2071799" y="65681"/>
                </a:lnTo>
                <a:lnTo>
                  <a:pt x="2072111" y="65124"/>
                </a:lnTo>
                <a:lnTo>
                  <a:pt x="2072441" y="64582"/>
                </a:lnTo>
                <a:lnTo>
                  <a:pt x="2072788" y="64055"/>
                </a:lnTo>
                <a:lnTo>
                  <a:pt x="2073154" y="63542"/>
                </a:lnTo>
                <a:lnTo>
                  <a:pt x="2073537" y="63044"/>
                </a:lnTo>
                <a:lnTo>
                  <a:pt x="2073938" y="62562"/>
                </a:lnTo>
                <a:lnTo>
                  <a:pt x="2074357" y="62093"/>
                </a:lnTo>
                <a:lnTo>
                  <a:pt x="2074791" y="61642"/>
                </a:lnTo>
                <a:lnTo>
                  <a:pt x="2075237" y="61210"/>
                </a:lnTo>
                <a:lnTo>
                  <a:pt x="2075696" y="60797"/>
                </a:lnTo>
                <a:lnTo>
                  <a:pt x="2076167" y="60404"/>
                </a:lnTo>
                <a:lnTo>
                  <a:pt x="2076651" y="60029"/>
                </a:lnTo>
                <a:lnTo>
                  <a:pt x="2077146" y="59674"/>
                </a:lnTo>
                <a:lnTo>
                  <a:pt x="2077655" y="59338"/>
                </a:lnTo>
                <a:lnTo>
                  <a:pt x="2078175" y="59021"/>
                </a:lnTo>
                <a:lnTo>
                  <a:pt x="2078708" y="58723"/>
                </a:lnTo>
                <a:lnTo>
                  <a:pt x="2079253" y="58445"/>
                </a:lnTo>
                <a:lnTo>
                  <a:pt x="2079811" y="58186"/>
                </a:lnTo>
                <a:lnTo>
                  <a:pt x="2080381" y="57946"/>
                </a:lnTo>
                <a:lnTo>
                  <a:pt x="2080963" y="57725"/>
                </a:lnTo>
                <a:lnTo>
                  <a:pt x="2081558" y="57523"/>
                </a:lnTo>
                <a:lnTo>
                  <a:pt x="2082165" y="57341"/>
                </a:lnTo>
                <a:lnTo>
                  <a:pt x="2082784" y="57178"/>
                </a:lnTo>
                <a:lnTo>
                  <a:pt x="2083416" y="57034"/>
                </a:lnTo>
                <a:lnTo>
                  <a:pt x="2084060" y="56909"/>
                </a:lnTo>
                <a:lnTo>
                  <a:pt x="2084716" y="56803"/>
                </a:lnTo>
                <a:lnTo>
                  <a:pt x="2085385" y="56717"/>
                </a:lnTo>
                <a:lnTo>
                  <a:pt x="2086066" y="56649"/>
                </a:lnTo>
                <a:lnTo>
                  <a:pt x="2086759" y="56601"/>
                </a:lnTo>
                <a:lnTo>
                  <a:pt x="2087465" y="56573"/>
                </a:lnTo>
                <a:lnTo>
                  <a:pt x="2088183" y="56563"/>
                </a:lnTo>
                <a:lnTo>
                  <a:pt x="2088926" y="56571"/>
                </a:lnTo>
                <a:lnTo>
                  <a:pt x="2089656" y="56595"/>
                </a:lnTo>
                <a:lnTo>
                  <a:pt x="2090372" y="56636"/>
                </a:lnTo>
                <a:lnTo>
                  <a:pt x="2091075" y="56692"/>
                </a:lnTo>
                <a:lnTo>
                  <a:pt x="2091763" y="56765"/>
                </a:lnTo>
                <a:lnTo>
                  <a:pt x="2092438" y="56854"/>
                </a:lnTo>
                <a:lnTo>
                  <a:pt x="2093100" y="56959"/>
                </a:lnTo>
                <a:lnTo>
                  <a:pt x="2093747" y="57081"/>
                </a:lnTo>
                <a:lnTo>
                  <a:pt x="2094381" y="57218"/>
                </a:lnTo>
                <a:lnTo>
                  <a:pt x="2095001" y="57372"/>
                </a:lnTo>
                <a:lnTo>
                  <a:pt x="2095607" y="57542"/>
                </a:lnTo>
                <a:lnTo>
                  <a:pt x="2096200" y="57728"/>
                </a:lnTo>
                <a:lnTo>
                  <a:pt x="2096779" y="57930"/>
                </a:lnTo>
                <a:lnTo>
                  <a:pt x="2097344" y="58149"/>
                </a:lnTo>
                <a:lnTo>
                  <a:pt x="2097896" y="58383"/>
                </a:lnTo>
                <a:lnTo>
                  <a:pt x="2098434" y="58634"/>
                </a:lnTo>
                <a:lnTo>
                  <a:pt x="2098958" y="58901"/>
                </a:lnTo>
                <a:lnTo>
                  <a:pt x="2099468" y="59184"/>
                </a:lnTo>
                <a:lnTo>
                  <a:pt x="2099965" y="59484"/>
                </a:lnTo>
                <a:lnTo>
                  <a:pt x="2100448" y="59799"/>
                </a:lnTo>
                <a:lnTo>
                  <a:pt x="2100917" y="60131"/>
                </a:lnTo>
                <a:lnTo>
                  <a:pt x="2101373" y="60479"/>
                </a:lnTo>
                <a:lnTo>
                  <a:pt x="2101815" y="60843"/>
                </a:lnTo>
                <a:lnTo>
                  <a:pt x="2102243" y="61223"/>
                </a:lnTo>
                <a:lnTo>
                  <a:pt x="2102656" y="61622"/>
                </a:lnTo>
                <a:lnTo>
                  <a:pt x="2103051" y="62042"/>
                </a:lnTo>
                <a:lnTo>
                  <a:pt x="2103428" y="62483"/>
                </a:lnTo>
                <a:lnTo>
                  <a:pt x="2103788" y="62946"/>
                </a:lnTo>
                <a:lnTo>
                  <a:pt x="2104131" y="63429"/>
                </a:lnTo>
                <a:lnTo>
                  <a:pt x="2104456" y="63934"/>
                </a:lnTo>
                <a:lnTo>
                  <a:pt x="2104763" y="64459"/>
                </a:lnTo>
                <a:lnTo>
                  <a:pt x="2105053" y="65006"/>
                </a:lnTo>
                <a:lnTo>
                  <a:pt x="2105325" y="65574"/>
                </a:lnTo>
                <a:lnTo>
                  <a:pt x="2105580" y="66163"/>
                </a:lnTo>
                <a:lnTo>
                  <a:pt x="2105817" y="66773"/>
                </a:lnTo>
                <a:lnTo>
                  <a:pt x="2106036" y="67405"/>
                </a:lnTo>
                <a:lnTo>
                  <a:pt x="2106238" y="68057"/>
                </a:lnTo>
                <a:lnTo>
                  <a:pt x="2106423" y="68731"/>
                </a:lnTo>
                <a:lnTo>
                  <a:pt x="2106590" y="69425"/>
                </a:lnTo>
                <a:lnTo>
                  <a:pt x="2106739" y="70141"/>
                </a:lnTo>
                <a:lnTo>
                  <a:pt x="2106871" y="70878"/>
                </a:lnTo>
                <a:lnTo>
                  <a:pt x="2106985" y="71636"/>
                </a:lnTo>
                <a:lnTo>
                  <a:pt x="2107081" y="72415"/>
                </a:lnTo>
                <a:lnTo>
                  <a:pt x="2107160" y="73216"/>
                </a:lnTo>
                <a:lnTo>
                  <a:pt x="2107222" y="74037"/>
                </a:lnTo>
                <a:lnTo>
                  <a:pt x="2107266" y="74880"/>
                </a:lnTo>
                <a:lnTo>
                  <a:pt x="2107292" y="75744"/>
                </a:lnTo>
                <a:lnTo>
                  <a:pt x="2107301" y="76628"/>
                </a:lnTo>
                <a:lnTo>
                  <a:pt x="2107301" y="101906"/>
                </a:lnTo>
                <a:lnTo>
                  <a:pt x="2107292" y="102778"/>
                </a:lnTo>
                <a:lnTo>
                  <a:pt x="2107266" y="103630"/>
                </a:lnTo>
                <a:lnTo>
                  <a:pt x="2107222" y="104461"/>
                </a:lnTo>
                <a:lnTo>
                  <a:pt x="2107160" y="105272"/>
                </a:lnTo>
                <a:lnTo>
                  <a:pt x="2107081" y="106063"/>
                </a:lnTo>
                <a:lnTo>
                  <a:pt x="2106985" y="106834"/>
                </a:lnTo>
                <a:lnTo>
                  <a:pt x="2106871" y="107584"/>
                </a:lnTo>
                <a:lnTo>
                  <a:pt x="2106739" y="108314"/>
                </a:lnTo>
                <a:lnTo>
                  <a:pt x="2106590" y="109024"/>
                </a:lnTo>
                <a:lnTo>
                  <a:pt x="2106423" y="109713"/>
                </a:lnTo>
                <a:lnTo>
                  <a:pt x="2106238" y="110382"/>
                </a:lnTo>
                <a:lnTo>
                  <a:pt x="2106036" y="111031"/>
                </a:lnTo>
                <a:lnTo>
                  <a:pt x="2105817" y="111660"/>
                </a:lnTo>
                <a:lnTo>
                  <a:pt x="2105580" y="112268"/>
                </a:lnTo>
                <a:lnTo>
                  <a:pt x="2105325" y="112856"/>
                </a:lnTo>
                <a:lnTo>
                  <a:pt x="2105053" y="113423"/>
                </a:lnTo>
                <a:lnTo>
                  <a:pt x="2104763" y="113971"/>
                </a:lnTo>
                <a:lnTo>
                  <a:pt x="2104456" y="114498"/>
                </a:lnTo>
                <a:lnTo>
                  <a:pt x="2104131" y="115005"/>
                </a:lnTo>
                <a:lnTo>
                  <a:pt x="2103788" y="115491"/>
                </a:lnTo>
                <a:lnTo>
                  <a:pt x="2103428" y="115957"/>
                </a:lnTo>
                <a:lnTo>
                  <a:pt x="2103051" y="116403"/>
                </a:lnTo>
                <a:lnTo>
                  <a:pt x="2102656" y="116829"/>
                </a:lnTo>
                <a:lnTo>
                  <a:pt x="2102243" y="117234"/>
                </a:lnTo>
                <a:lnTo>
                  <a:pt x="2101815" y="117621"/>
                </a:lnTo>
                <a:lnTo>
                  <a:pt x="2101373" y="117991"/>
                </a:lnTo>
                <a:lnTo>
                  <a:pt x="2100917" y="118345"/>
                </a:lnTo>
                <a:lnTo>
                  <a:pt x="2100448" y="118682"/>
                </a:lnTo>
                <a:lnTo>
                  <a:pt x="2099965" y="119003"/>
                </a:lnTo>
                <a:lnTo>
                  <a:pt x="2099468" y="119308"/>
                </a:lnTo>
                <a:lnTo>
                  <a:pt x="2098958" y="119596"/>
                </a:lnTo>
                <a:lnTo>
                  <a:pt x="2098434" y="119867"/>
                </a:lnTo>
                <a:lnTo>
                  <a:pt x="2097896" y="120122"/>
                </a:lnTo>
                <a:lnTo>
                  <a:pt x="2097344" y="120361"/>
                </a:lnTo>
                <a:lnTo>
                  <a:pt x="2096779" y="120583"/>
                </a:lnTo>
                <a:lnTo>
                  <a:pt x="2096200" y="120789"/>
                </a:lnTo>
                <a:lnTo>
                  <a:pt x="2095607" y="120978"/>
                </a:lnTo>
                <a:lnTo>
                  <a:pt x="2095001" y="121151"/>
                </a:lnTo>
                <a:lnTo>
                  <a:pt x="2094381" y="121307"/>
                </a:lnTo>
                <a:lnTo>
                  <a:pt x="2093747" y="121447"/>
                </a:lnTo>
                <a:lnTo>
                  <a:pt x="2093100" y="121571"/>
                </a:lnTo>
                <a:lnTo>
                  <a:pt x="2092438" y="121678"/>
                </a:lnTo>
                <a:lnTo>
                  <a:pt x="2091763" y="121768"/>
                </a:lnTo>
                <a:lnTo>
                  <a:pt x="2091075" y="121842"/>
                </a:lnTo>
                <a:lnTo>
                  <a:pt x="2090372" y="121900"/>
                </a:lnTo>
                <a:lnTo>
                  <a:pt x="2089656" y="121941"/>
                </a:lnTo>
                <a:lnTo>
                  <a:pt x="2088926" y="121966"/>
                </a:lnTo>
                <a:lnTo>
                  <a:pt x="2088183" y="121974"/>
                </a:lnTo>
                <a:lnTo>
                  <a:pt x="2087465" y="121964"/>
                </a:lnTo>
                <a:lnTo>
                  <a:pt x="2086759" y="121935"/>
                </a:lnTo>
                <a:lnTo>
                  <a:pt x="2086066" y="121887"/>
                </a:lnTo>
                <a:lnTo>
                  <a:pt x="2085385" y="121820"/>
                </a:lnTo>
                <a:lnTo>
                  <a:pt x="2084716" y="121734"/>
                </a:lnTo>
                <a:close/>
                <a:moveTo>
                  <a:pt x="1909237" y="119717"/>
                </a:moveTo>
                <a:lnTo>
                  <a:pt x="1908902" y="119684"/>
                </a:lnTo>
                <a:lnTo>
                  <a:pt x="1908572" y="119641"/>
                </a:lnTo>
                <a:lnTo>
                  <a:pt x="1908249" y="119588"/>
                </a:lnTo>
                <a:lnTo>
                  <a:pt x="1907931" y="119525"/>
                </a:lnTo>
                <a:lnTo>
                  <a:pt x="1907618" y="119453"/>
                </a:lnTo>
                <a:lnTo>
                  <a:pt x="1907312" y="119372"/>
                </a:lnTo>
                <a:lnTo>
                  <a:pt x="1907011" y="119281"/>
                </a:lnTo>
                <a:lnTo>
                  <a:pt x="1906716" y="119180"/>
                </a:lnTo>
                <a:lnTo>
                  <a:pt x="1906427" y="119069"/>
                </a:lnTo>
                <a:lnTo>
                  <a:pt x="1906143" y="118949"/>
                </a:lnTo>
                <a:lnTo>
                  <a:pt x="1905866" y="118820"/>
                </a:lnTo>
                <a:lnTo>
                  <a:pt x="1905594" y="118681"/>
                </a:lnTo>
                <a:lnTo>
                  <a:pt x="1905327" y="118532"/>
                </a:lnTo>
                <a:lnTo>
                  <a:pt x="1905067" y="118373"/>
                </a:lnTo>
                <a:lnTo>
                  <a:pt x="1904812" y="118205"/>
                </a:lnTo>
                <a:lnTo>
                  <a:pt x="1904563" y="118028"/>
                </a:lnTo>
                <a:lnTo>
                  <a:pt x="1904320" y="117840"/>
                </a:lnTo>
                <a:lnTo>
                  <a:pt x="1904082" y="117644"/>
                </a:lnTo>
                <a:lnTo>
                  <a:pt x="1903851" y="117437"/>
                </a:lnTo>
                <a:lnTo>
                  <a:pt x="1903625" y="117221"/>
                </a:lnTo>
                <a:lnTo>
                  <a:pt x="1903404" y="116995"/>
                </a:lnTo>
                <a:lnTo>
                  <a:pt x="1903192" y="116762"/>
                </a:lnTo>
                <a:lnTo>
                  <a:pt x="1902988" y="116523"/>
                </a:lnTo>
                <a:lnTo>
                  <a:pt x="1902793" y="116278"/>
                </a:lnTo>
                <a:lnTo>
                  <a:pt x="1902608" y="116028"/>
                </a:lnTo>
                <a:lnTo>
                  <a:pt x="1902431" y="115771"/>
                </a:lnTo>
                <a:lnTo>
                  <a:pt x="1902264" y="115509"/>
                </a:lnTo>
                <a:lnTo>
                  <a:pt x="1902106" y="115241"/>
                </a:lnTo>
                <a:lnTo>
                  <a:pt x="1901956" y="114968"/>
                </a:lnTo>
                <a:lnTo>
                  <a:pt x="1901816" y="114688"/>
                </a:lnTo>
                <a:lnTo>
                  <a:pt x="1901685" y="114403"/>
                </a:lnTo>
                <a:lnTo>
                  <a:pt x="1901563" y="114112"/>
                </a:lnTo>
                <a:lnTo>
                  <a:pt x="1901450" y="113816"/>
                </a:lnTo>
                <a:lnTo>
                  <a:pt x="1901346" y="113513"/>
                </a:lnTo>
                <a:lnTo>
                  <a:pt x="1901251" y="113205"/>
                </a:lnTo>
                <a:lnTo>
                  <a:pt x="1901165" y="112891"/>
                </a:lnTo>
                <a:lnTo>
                  <a:pt x="1901088" y="112571"/>
                </a:lnTo>
                <a:lnTo>
                  <a:pt x="1901020" y="112246"/>
                </a:lnTo>
                <a:lnTo>
                  <a:pt x="1900961" y="111915"/>
                </a:lnTo>
                <a:lnTo>
                  <a:pt x="1900911" y="111578"/>
                </a:lnTo>
                <a:lnTo>
                  <a:pt x="1900871" y="111235"/>
                </a:lnTo>
                <a:lnTo>
                  <a:pt x="1900839" y="110886"/>
                </a:lnTo>
                <a:lnTo>
                  <a:pt x="1900816" y="110532"/>
                </a:lnTo>
                <a:lnTo>
                  <a:pt x="1900803" y="110172"/>
                </a:lnTo>
                <a:lnTo>
                  <a:pt x="1900798" y="109806"/>
                </a:lnTo>
                <a:lnTo>
                  <a:pt x="1900798" y="58774"/>
                </a:lnTo>
                <a:lnTo>
                  <a:pt x="1936348" y="58774"/>
                </a:lnTo>
                <a:lnTo>
                  <a:pt x="1936348" y="45818"/>
                </a:lnTo>
                <a:lnTo>
                  <a:pt x="1900798" y="45818"/>
                </a:lnTo>
                <a:lnTo>
                  <a:pt x="1900798" y="21329"/>
                </a:lnTo>
                <a:lnTo>
                  <a:pt x="1886579" y="21329"/>
                </a:lnTo>
                <a:lnTo>
                  <a:pt x="1886579" y="45818"/>
                </a:lnTo>
                <a:lnTo>
                  <a:pt x="1861615" y="45818"/>
                </a:lnTo>
                <a:lnTo>
                  <a:pt x="1861615" y="58774"/>
                </a:lnTo>
                <a:lnTo>
                  <a:pt x="1886579" y="58774"/>
                </a:lnTo>
                <a:lnTo>
                  <a:pt x="1886579" y="109806"/>
                </a:lnTo>
                <a:lnTo>
                  <a:pt x="1886590" y="110668"/>
                </a:lnTo>
                <a:lnTo>
                  <a:pt x="1886624" y="111515"/>
                </a:lnTo>
                <a:lnTo>
                  <a:pt x="1886680" y="112348"/>
                </a:lnTo>
                <a:lnTo>
                  <a:pt x="1886759" y="113166"/>
                </a:lnTo>
                <a:lnTo>
                  <a:pt x="1886860" y="113970"/>
                </a:lnTo>
                <a:lnTo>
                  <a:pt x="1886984" y="114759"/>
                </a:lnTo>
                <a:lnTo>
                  <a:pt x="1887130" y="115534"/>
                </a:lnTo>
                <a:lnTo>
                  <a:pt x="1887299" y="116294"/>
                </a:lnTo>
                <a:lnTo>
                  <a:pt x="1887490" y="117039"/>
                </a:lnTo>
                <a:lnTo>
                  <a:pt x="1887704" y="117770"/>
                </a:lnTo>
                <a:lnTo>
                  <a:pt x="1887940" y="118487"/>
                </a:lnTo>
                <a:lnTo>
                  <a:pt x="1888199" y="119189"/>
                </a:lnTo>
                <a:lnTo>
                  <a:pt x="1888480" y="119876"/>
                </a:lnTo>
                <a:lnTo>
                  <a:pt x="1888783" y="120549"/>
                </a:lnTo>
                <a:lnTo>
                  <a:pt x="1889109" y="121207"/>
                </a:lnTo>
                <a:lnTo>
                  <a:pt x="1889458" y="121851"/>
                </a:lnTo>
                <a:lnTo>
                  <a:pt x="1889829" y="122480"/>
                </a:lnTo>
                <a:lnTo>
                  <a:pt x="1890223" y="123095"/>
                </a:lnTo>
                <a:lnTo>
                  <a:pt x="1890639" y="123695"/>
                </a:lnTo>
                <a:lnTo>
                  <a:pt x="1891078" y="124280"/>
                </a:lnTo>
                <a:lnTo>
                  <a:pt x="1891539" y="124851"/>
                </a:lnTo>
                <a:lnTo>
                  <a:pt x="1892022" y="125408"/>
                </a:lnTo>
                <a:lnTo>
                  <a:pt x="1892528" y="125950"/>
                </a:lnTo>
                <a:lnTo>
                  <a:pt x="1893057" y="126477"/>
                </a:lnTo>
                <a:lnTo>
                  <a:pt x="1893604" y="126986"/>
                </a:lnTo>
                <a:lnTo>
                  <a:pt x="1894166" y="127474"/>
                </a:lnTo>
                <a:lnTo>
                  <a:pt x="1894743" y="127940"/>
                </a:lnTo>
                <a:lnTo>
                  <a:pt x="1895335" y="128384"/>
                </a:lnTo>
                <a:lnTo>
                  <a:pt x="1895941" y="128806"/>
                </a:lnTo>
                <a:lnTo>
                  <a:pt x="1896562" y="129207"/>
                </a:lnTo>
                <a:lnTo>
                  <a:pt x="1897199" y="129586"/>
                </a:lnTo>
                <a:lnTo>
                  <a:pt x="1897849" y="129944"/>
                </a:lnTo>
                <a:lnTo>
                  <a:pt x="1898515" y="130279"/>
                </a:lnTo>
                <a:lnTo>
                  <a:pt x="1899196" y="130593"/>
                </a:lnTo>
                <a:lnTo>
                  <a:pt x="1899891" y="130886"/>
                </a:lnTo>
                <a:lnTo>
                  <a:pt x="1900601" y="131157"/>
                </a:lnTo>
                <a:lnTo>
                  <a:pt x="1901326" y="131406"/>
                </a:lnTo>
                <a:lnTo>
                  <a:pt x="1902066" y="131633"/>
                </a:lnTo>
                <a:lnTo>
                  <a:pt x="1902820" y="131839"/>
                </a:lnTo>
                <a:lnTo>
                  <a:pt x="1903590" y="132023"/>
                </a:lnTo>
                <a:lnTo>
                  <a:pt x="1904374" y="132186"/>
                </a:lnTo>
                <a:lnTo>
                  <a:pt x="1905173" y="132327"/>
                </a:lnTo>
                <a:lnTo>
                  <a:pt x="1905987" y="132446"/>
                </a:lnTo>
                <a:lnTo>
                  <a:pt x="1906815" y="132543"/>
                </a:lnTo>
                <a:lnTo>
                  <a:pt x="1907659" y="132619"/>
                </a:lnTo>
                <a:lnTo>
                  <a:pt x="1908517" y="132673"/>
                </a:lnTo>
                <a:lnTo>
                  <a:pt x="1909390" y="132706"/>
                </a:lnTo>
                <a:lnTo>
                  <a:pt x="1910278" y="132717"/>
                </a:lnTo>
                <a:lnTo>
                  <a:pt x="1935558" y="132717"/>
                </a:lnTo>
                <a:lnTo>
                  <a:pt x="1935558" y="119761"/>
                </a:lnTo>
                <a:lnTo>
                  <a:pt x="1910278" y="119761"/>
                </a:lnTo>
                <a:lnTo>
                  <a:pt x="1909925" y="119756"/>
                </a:lnTo>
                <a:lnTo>
                  <a:pt x="1909578" y="119741"/>
                </a:lnTo>
                <a:lnTo>
                  <a:pt x="1909237" y="119717"/>
                </a:lnTo>
                <a:close/>
                <a:moveTo>
                  <a:pt x="2284654" y="133793"/>
                </a:moveTo>
                <a:lnTo>
                  <a:pt x="2285763" y="133688"/>
                </a:lnTo>
                <a:lnTo>
                  <a:pt x="2286849" y="133560"/>
                </a:lnTo>
                <a:lnTo>
                  <a:pt x="2287912" y="133409"/>
                </a:lnTo>
                <a:lnTo>
                  <a:pt x="2288953" y="133234"/>
                </a:lnTo>
                <a:lnTo>
                  <a:pt x="2289970" y="133036"/>
                </a:lnTo>
                <a:lnTo>
                  <a:pt x="2290965" y="132814"/>
                </a:lnTo>
                <a:lnTo>
                  <a:pt x="2291937" y="132569"/>
                </a:lnTo>
                <a:lnTo>
                  <a:pt x="2292887" y="132301"/>
                </a:lnTo>
                <a:lnTo>
                  <a:pt x="2293814" y="132010"/>
                </a:lnTo>
                <a:lnTo>
                  <a:pt x="2294717" y="131695"/>
                </a:lnTo>
                <a:lnTo>
                  <a:pt x="2295598" y="131357"/>
                </a:lnTo>
                <a:lnTo>
                  <a:pt x="2296457" y="130996"/>
                </a:lnTo>
                <a:lnTo>
                  <a:pt x="2297292" y="130611"/>
                </a:lnTo>
                <a:lnTo>
                  <a:pt x="2298105" y="130203"/>
                </a:lnTo>
                <a:lnTo>
                  <a:pt x="2298895" y="129772"/>
                </a:lnTo>
                <a:lnTo>
                  <a:pt x="2299662" y="129317"/>
                </a:lnTo>
                <a:lnTo>
                  <a:pt x="2300407" y="128839"/>
                </a:lnTo>
                <a:lnTo>
                  <a:pt x="2301129" y="128338"/>
                </a:lnTo>
                <a:lnTo>
                  <a:pt x="2301828" y="127813"/>
                </a:lnTo>
                <a:lnTo>
                  <a:pt x="2302504" y="127266"/>
                </a:lnTo>
                <a:lnTo>
                  <a:pt x="2303155" y="126697"/>
                </a:lnTo>
                <a:lnTo>
                  <a:pt x="2303778" y="126109"/>
                </a:lnTo>
                <a:lnTo>
                  <a:pt x="2304374" y="125502"/>
                </a:lnTo>
                <a:lnTo>
                  <a:pt x="2304942" y="124876"/>
                </a:lnTo>
                <a:lnTo>
                  <a:pt x="2305482" y="124231"/>
                </a:lnTo>
                <a:lnTo>
                  <a:pt x="2305995" y="123568"/>
                </a:lnTo>
                <a:lnTo>
                  <a:pt x="2306480" y="122885"/>
                </a:lnTo>
                <a:lnTo>
                  <a:pt x="2306937" y="122184"/>
                </a:lnTo>
                <a:lnTo>
                  <a:pt x="2307366" y="121463"/>
                </a:lnTo>
                <a:lnTo>
                  <a:pt x="2307768" y="120724"/>
                </a:lnTo>
                <a:lnTo>
                  <a:pt x="2308142" y="119965"/>
                </a:lnTo>
                <a:lnTo>
                  <a:pt x="2308489" y="119188"/>
                </a:lnTo>
                <a:lnTo>
                  <a:pt x="2308807" y="118392"/>
                </a:lnTo>
                <a:lnTo>
                  <a:pt x="2309098" y="117577"/>
                </a:lnTo>
                <a:lnTo>
                  <a:pt x="2309361" y="116743"/>
                </a:lnTo>
                <a:lnTo>
                  <a:pt x="2309597" y="115890"/>
                </a:lnTo>
                <a:lnTo>
                  <a:pt x="2309805" y="115018"/>
                </a:lnTo>
                <a:lnTo>
                  <a:pt x="2309985" y="114127"/>
                </a:lnTo>
                <a:lnTo>
                  <a:pt x="2310137" y="113217"/>
                </a:lnTo>
                <a:lnTo>
                  <a:pt x="2310262" y="112288"/>
                </a:lnTo>
                <a:lnTo>
                  <a:pt x="2310359" y="111341"/>
                </a:lnTo>
                <a:lnTo>
                  <a:pt x="2310428" y="110374"/>
                </a:lnTo>
                <a:lnTo>
                  <a:pt x="2310470" y="109388"/>
                </a:lnTo>
                <a:lnTo>
                  <a:pt x="2310484" y="108384"/>
                </a:lnTo>
                <a:lnTo>
                  <a:pt x="2310474" y="107445"/>
                </a:lnTo>
                <a:lnTo>
                  <a:pt x="2310445" y="106522"/>
                </a:lnTo>
                <a:lnTo>
                  <a:pt x="2310397" y="105617"/>
                </a:lnTo>
                <a:lnTo>
                  <a:pt x="2310330" y="104729"/>
                </a:lnTo>
                <a:lnTo>
                  <a:pt x="2310244" y="103857"/>
                </a:lnTo>
                <a:lnTo>
                  <a:pt x="2310138" y="103003"/>
                </a:lnTo>
                <a:lnTo>
                  <a:pt x="2310013" y="102165"/>
                </a:lnTo>
                <a:lnTo>
                  <a:pt x="2309869" y="101345"/>
                </a:lnTo>
                <a:lnTo>
                  <a:pt x="2309706" y="100542"/>
                </a:lnTo>
                <a:lnTo>
                  <a:pt x="2309523" y="99755"/>
                </a:lnTo>
                <a:lnTo>
                  <a:pt x="2309322" y="98986"/>
                </a:lnTo>
                <a:lnTo>
                  <a:pt x="2309101" y="98234"/>
                </a:lnTo>
                <a:lnTo>
                  <a:pt x="2308861" y="97498"/>
                </a:lnTo>
                <a:lnTo>
                  <a:pt x="2308602" y="96780"/>
                </a:lnTo>
                <a:lnTo>
                  <a:pt x="2308323" y="96079"/>
                </a:lnTo>
                <a:lnTo>
                  <a:pt x="2308026" y="95394"/>
                </a:lnTo>
                <a:lnTo>
                  <a:pt x="2307709" y="94727"/>
                </a:lnTo>
                <a:lnTo>
                  <a:pt x="2307373" y="94077"/>
                </a:lnTo>
                <a:lnTo>
                  <a:pt x="2307017" y="93443"/>
                </a:lnTo>
                <a:lnTo>
                  <a:pt x="2306643" y="92827"/>
                </a:lnTo>
                <a:lnTo>
                  <a:pt x="2306249" y="92228"/>
                </a:lnTo>
                <a:lnTo>
                  <a:pt x="2305836" y="91645"/>
                </a:lnTo>
                <a:lnTo>
                  <a:pt x="2305404" y="91080"/>
                </a:lnTo>
                <a:lnTo>
                  <a:pt x="2304953" y="90532"/>
                </a:lnTo>
                <a:lnTo>
                  <a:pt x="2304483" y="90000"/>
                </a:lnTo>
                <a:lnTo>
                  <a:pt x="2303993" y="89486"/>
                </a:lnTo>
                <a:lnTo>
                  <a:pt x="2303485" y="88989"/>
                </a:lnTo>
                <a:lnTo>
                  <a:pt x="2302957" y="88508"/>
                </a:lnTo>
                <a:lnTo>
                  <a:pt x="2302410" y="88045"/>
                </a:lnTo>
                <a:lnTo>
                  <a:pt x="2301843" y="87599"/>
                </a:lnTo>
                <a:lnTo>
                  <a:pt x="2301258" y="87170"/>
                </a:lnTo>
                <a:lnTo>
                  <a:pt x="2300653" y="86757"/>
                </a:lnTo>
                <a:lnTo>
                  <a:pt x="2300029" y="86362"/>
                </a:lnTo>
                <a:lnTo>
                  <a:pt x="2299386" y="85984"/>
                </a:lnTo>
                <a:lnTo>
                  <a:pt x="2298723" y="85623"/>
                </a:lnTo>
                <a:lnTo>
                  <a:pt x="2298042" y="85279"/>
                </a:lnTo>
                <a:lnTo>
                  <a:pt x="2297341" y="84951"/>
                </a:lnTo>
                <a:lnTo>
                  <a:pt x="2296621" y="84641"/>
                </a:lnTo>
                <a:lnTo>
                  <a:pt x="2295882" y="84348"/>
                </a:lnTo>
                <a:lnTo>
                  <a:pt x="2295123" y="84072"/>
                </a:lnTo>
                <a:lnTo>
                  <a:pt x="2294346" y="83813"/>
                </a:lnTo>
                <a:lnTo>
                  <a:pt x="2293549" y="83570"/>
                </a:lnTo>
                <a:lnTo>
                  <a:pt x="2292733" y="83345"/>
                </a:lnTo>
                <a:lnTo>
                  <a:pt x="2291897" y="83137"/>
                </a:lnTo>
                <a:lnTo>
                  <a:pt x="2291043" y="82946"/>
                </a:lnTo>
                <a:lnTo>
                  <a:pt x="2290169" y="82772"/>
                </a:lnTo>
                <a:lnTo>
                  <a:pt x="2289276" y="82615"/>
                </a:lnTo>
                <a:lnTo>
                  <a:pt x="2288364" y="82475"/>
                </a:lnTo>
                <a:lnTo>
                  <a:pt x="2265929" y="79314"/>
                </a:lnTo>
                <a:lnTo>
                  <a:pt x="2265590" y="79258"/>
                </a:lnTo>
                <a:lnTo>
                  <a:pt x="2265258" y="79195"/>
                </a:lnTo>
                <a:lnTo>
                  <a:pt x="2264933" y="79124"/>
                </a:lnTo>
                <a:lnTo>
                  <a:pt x="2264614" y="79046"/>
                </a:lnTo>
                <a:lnTo>
                  <a:pt x="2264303" y="78962"/>
                </a:lnTo>
                <a:lnTo>
                  <a:pt x="2263998" y="78870"/>
                </a:lnTo>
                <a:lnTo>
                  <a:pt x="2263701" y="78771"/>
                </a:lnTo>
                <a:lnTo>
                  <a:pt x="2263410" y="78665"/>
                </a:lnTo>
                <a:lnTo>
                  <a:pt x="2263126" y="78552"/>
                </a:lnTo>
                <a:lnTo>
                  <a:pt x="2262848" y="78431"/>
                </a:lnTo>
                <a:lnTo>
                  <a:pt x="2262578" y="78304"/>
                </a:lnTo>
                <a:lnTo>
                  <a:pt x="2262314" y="78169"/>
                </a:lnTo>
                <a:lnTo>
                  <a:pt x="2262058" y="78027"/>
                </a:lnTo>
                <a:lnTo>
                  <a:pt x="2261808" y="77878"/>
                </a:lnTo>
                <a:lnTo>
                  <a:pt x="2261565" y="77722"/>
                </a:lnTo>
                <a:lnTo>
                  <a:pt x="2261329" y="77559"/>
                </a:lnTo>
                <a:lnTo>
                  <a:pt x="2261100" y="77389"/>
                </a:lnTo>
                <a:lnTo>
                  <a:pt x="2260877" y="77211"/>
                </a:lnTo>
                <a:lnTo>
                  <a:pt x="2260662" y="77027"/>
                </a:lnTo>
                <a:lnTo>
                  <a:pt x="2260453" y="76835"/>
                </a:lnTo>
                <a:lnTo>
                  <a:pt x="2260252" y="76636"/>
                </a:lnTo>
                <a:lnTo>
                  <a:pt x="2260057" y="76430"/>
                </a:lnTo>
                <a:lnTo>
                  <a:pt x="2259868" y="76217"/>
                </a:lnTo>
                <a:lnTo>
                  <a:pt x="2259687" y="75997"/>
                </a:lnTo>
                <a:lnTo>
                  <a:pt x="2259513" y="75770"/>
                </a:lnTo>
                <a:lnTo>
                  <a:pt x="2259346" y="75537"/>
                </a:lnTo>
                <a:lnTo>
                  <a:pt x="2259187" y="75298"/>
                </a:lnTo>
                <a:lnTo>
                  <a:pt x="2259035" y="75053"/>
                </a:lnTo>
                <a:lnTo>
                  <a:pt x="2258891" y="74801"/>
                </a:lnTo>
                <a:lnTo>
                  <a:pt x="2258754" y="74544"/>
                </a:lnTo>
                <a:lnTo>
                  <a:pt x="2258624" y="74281"/>
                </a:lnTo>
                <a:lnTo>
                  <a:pt x="2258502" y="74012"/>
                </a:lnTo>
                <a:lnTo>
                  <a:pt x="2258387" y="73737"/>
                </a:lnTo>
                <a:lnTo>
                  <a:pt x="2258280" y="73455"/>
                </a:lnTo>
                <a:lnTo>
                  <a:pt x="2258180" y="73168"/>
                </a:lnTo>
                <a:lnTo>
                  <a:pt x="2258087" y="72875"/>
                </a:lnTo>
                <a:lnTo>
                  <a:pt x="2258002" y="72575"/>
                </a:lnTo>
                <a:lnTo>
                  <a:pt x="2257924" y="72270"/>
                </a:lnTo>
                <a:lnTo>
                  <a:pt x="2257854" y="71959"/>
                </a:lnTo>
                <a:lnTo>
                  <a:pt x="2257791" y="71641"/>
                </a:lnTo>
                <a:lnTo>
                  <a:pt x="2257735" y="71318"/>
                </a:lnTo>
                <a:lnTo>
                  <a:pt x="2257687" y="70988"/>
                </a:lnTo>
                <a:lnTo>
                  <a:pt x="2257646" y="70653"/>
                </a:lnTo>
                <a:lnTo>
                  <a:pt x="2257613" y="70311"/>
                </a:lnTo>
                <a:lnTo>
                  <a:pt x="2257587" y="69964"/>
                </a:lnTo>
                <a:lnTo>
                  <a:pt x="2257568" y="69610"/>
                </a:lnTo>
                <a:lnTo>
                  <a:pt x="2257557" y="69250"/>
                </a:lnTo>
                <a:lnTo>
                  <a:pt x="2257554" y="68885"/>
                </a:lnTo>
                <a:lnTo>
                  <a:pt x="2257561" y="68415"/>
                </a:lnTo>
                <a:lnTo>
                  <a:pt x="2257582" y="67953"/>
                </a:lnTo>
                <a:lnTo>
                  <a:pt x="2257618" y="67500"/>
                </a:lnTo>
                <a:lnTo>
                  <a:pt x="2257668" y="67055"/>
                </a:lnTo>
                <a:lnTo>
                  <a:pt x="2257732" y="66618"/>
                </a:lnTo>
                <a:lnTo>
                  <a:pt x="2257810" y="66189"/>
                </a:lnTo>
                <a:lnTo>
                  <a:pt x="2257903" y="65769"/>
                </a:lnTo>
                <a:lnTo>
                  <a:pt x="2258010" y="65357"/>
                </a:lnTo>
                <a:lnTo>
                  <a:pt x="2258131" y="64953"/>
                </a:lnTo>
                <a:lnTo>
                  <a:pt x="2258267" y="64557"/>
                </a:lnTo>
                <a:lnTo>
                  <a:pt x="2258417" y="64169"/>
                </a:lnTo>
                <a:lnTo>
                  <a:pt x="2258581" y="63790"/>
                </a:lnTo>
                <a:lnTo>
                  <a:pt x="2258759" y="63419"/>
                </a:lnTo>
                <a:lnTo>
                  <a:pt x="2258952" y="63056"/>
                </a:lnTo>
                <a:lnTo>
                  <a:pt x="2259158" y="62702"/>
                </a:lnTo>
                <a:lnTo>
                  <a:pt x="2259379" y="62355"/>
                </a:lnTo>
                <a:lnTo>
                  <a:pt x="2259615" y="62017"/>
                </a:lnTo>
                <a:lnTo>
                  <a:pt x="2259864" y="61687"/>
                </a:lnTo>
                <a:lnTo>
                  <a:pt x="2260128" y="61365"/>
                </a:lnTo>
                <a:lnTo>
                  <a:pt x="2260406" y="61052"/>
                </a:lnTo>
                <a:lnTo>
                  <a:pt x="2260699" y="60747"/>
                </a:lnTo>
                <a:lnTo>
                  <a:pt x="2261006" y="60450"/>
                </a:lnTo>
                <a:lnTo>
                  <a:pt x="2261327" y="60161"/>
                </a:lnTo>
                <a:lnTo>
                  <a:pt x="2261662" y="59880"/>
                </a:lnTo>
                <a:lnTo>
                  <a:pt x="2262010" y="59610"/>
                </a:lnTo>
                <a:lnTo>
                  <a:pt x="2262368" y="59350"/>
                </a:lnTo>
                <a:lnTo>
                  <a:pt x="2262738" y="59103"/>
                </a:lnTo>
                <a:lnTo>
                  <a:pt x="2263119" y="58867"/>
                </a:lnTo>
                <a:lnTo>
                  <a:pt x="2263511" y="58642"/>
                </a:lnTo>
                <a:lnTo>
                  <a:pt x="2263913" y="58429"/>
                </a:lnTo>
                <a:lnTo>
                  <a:pt x="2264327" y="58227"/>
                </a:lnTo>
                <a:lnTo>
                  <a:pt x="2264752" y="58037"/>
                </a:lnTo>
                <a:lnTo>
                  <a:pt x="2265187" y="57859"/>
                </a:lnTo>
                <a:lnTo>
                  <a:pt x="2265634" y="57692"/>
                </a:lnTo>
                <a:lnTo>
                  <a:pt x="2266091" y="57536"/>
                </a:lnTo>
                <a:lnTo>
                  <a:pt x="2266560" y="57392"/>
                </a:lnTo>
                <a:lnTo>
                  <a:pt x="2267039" y="57260"/>
                </a:lnTo>
                <a:lnTo>
                  <a:pt x="2267530" y="57139"/>
                </a:lnTo>
                <a:lnTo>
                  <a:pt x="2268031" y="57030"/>
                </a:lnTo>
                <a:lnTo>
                  <a:pt x="2268544" y="56932"/>
                </a:lnTo>
                <a:lnTo>
                  <a:pt x="2269067" y="56845"/>
                </a:lnTo>
                <a:lnTo>
                  <a:pt x="2269602" y="56770"/>
                </a:lnTo>
                <a:lnTo>
                  <a:pt x="2270147" y="56707"/>
                </a:lnTo>
                <a:lnTo>
                  <a:pt x="2270703" y="56655"/>
                </a:lnTo>
                <a:lnTo>
                  <a:pt x="2271271" y="56615"/>
                </a:lnTo>
                <a:lnTo>
                  <a:pt x="2271849" y="56586"/>
                </a:lnTo>
                <a:lnTo>
                  <a:pt x="2272438" y="56569"/>
                </a:lnTo>
                <a:lnTo>
                  <a:pt x="2273038" y="56563"/>
                </a:lnTo>
                <a:lnTo>
                  <a:pt x="2279991" y="56563"/>
                </a:lnTo>
                <a:lnTo>
                  <a:pt x="2280527" y="56568"/>
                </a:lnTo>
                <a:lnTo>
                  <a:pt x="2281054" y="56584"/>
                </a:lnTo>
                <a:lnTo>
                  <a:pt x="2281573" y="56610"/>
                </a:lnTo>
                <a:lnTo>
                  <a:pt x="2282083" y="56646"/>
                </a:lnTo>
                <a:lnTo>
                  <a:pt x="2282584" y="56693"/>
                </a:lnTo>
                <a:lnTo>
                  <a:pt x="2283077" y="56751"/>
                </a:lnTo>
                <a:lnTo>
                  <a:pt x="2283562" y="56818"/>
                </a:lnTo>
                <a:lnTo>
                  <a:pt x="2284038" y="56897"/>
                </a:lnTo>
                <a:lnTo>
                  <a:pt x="2284505" y="56985"/>
                </a:lnTo>
                <a:lnTo>
                  <a:pt x="2284964" y="57084"/>
                </a:lnTo>
                <a:lnTo>
                  <a:pt x="2285415" y="57194"/>
                </a:lnTo>
                <a:lnTo>
                  <a:pt x="2285857" y="57313"/>
                </a:lnTo>
                <a:lnTo>
                  <a:pt x="2286290" y="57444"/>
                </a:lnTo>
                <a:lnTo>
                  <a:pt x="2286715" y="57584"/>
                </a:lnTo>
                <a:lnTo>
                  <a:pt x="2287132" y="57735"/>
                </a:lnTo>
                <a:lnTo>
                  <a:pt x="2287540" y="57897"/>
                </a:lnTo>
                <a:lnTo>
                  <a:pt x="2287939" y="58069"/>
                </a:lnTo>
                <a:lnTo>
                  <a:pt x="2288330" y="58251"/>
                </a:lnTo>
                <a:lnTo>
                  <a:pt x="2288713" y="58444"/>
                </a:lnTo>
                <a:lnTo>
                  <a:pt x="2289087" y="58647"/>
                </a:lnTo>
                <a:lnTo>
                  <a:pt x="2289452" y="58861"/>
                </a:lnTo>
                <a:lnTo>
                  <a:pt x="2289809" y="59085"/>
                </a:lnTo>
                <a:lnTo>
                  <a:pt x="2290158" y="59320"/>
                </a:lnTo>
                <a:lnTo>
                  <a:pt x="2290498" y="59565"/>
                </a:lnTo>
                <a:lnTo>
                  <a:pt x="2290827" y="59817"/>
                </a:lnTo>
                <a:lnTo>
                  <a:pt x="2291143" y="60076"/>
                </a:lnTo>
                <a:lnTo>
                  <a:pt x="2291447" y="60340"/>
                </a:lnTo>
                <a:lnTo>
                  <a:pt x="2291737" y="60609"/>
                </a:lnTo>
                <a:lnTo>
                  <a:pt x="2292015" y="60884"/>
                </a:lnTo>
                <a:lnTo>
                  <a:pt x="2292280" y="61164"/>
                </a:lnTo>
                <a:lnTo>
                  <a:pt x="2292532" y="61450"/>
                </a:lnTo>
                <a:lnTo>
                  <a:pt x="2292771" y="61741"/>
                </a:lnTo>
                <a:lnTo>
                  <a:pt x="2292997" y="62038"/>
                </a:lnTo>
                <a:lnTo>
                  <a:pt x="2293210" y="62340"/>
                </a:lnTo>
                <a:lnTo>
                  <a:pt x="2293411" y="62648"/>
                </a:lnTo>
                <a:lnTo>
                  <a:pt x="2293598" y="62961"/>
                </a:lnTo>
                <a:lnTo>
                  <a:pt x="2293773" y="63280"/>
                </a:lnTo>
                <a:lnTo>
                  <a:pt x="2293934" y="63604"/>
                </a:lnTo>
                <a:lnTo>
                  <a:pt x="2294083" y="63934"/>
                </a:lnTo>
                <a:lnTo>
                  <a:pt x="2294219" y="64269"/>
                </a:lnTo>
                <a:lnTo>
                  <a:pt x="2294342" y="64610"/>
                </a:lnTo>
                <a:lnTo>
                  <a:pt x="2294452" y="64956"/>
                </a:lnTo>
                <a:lnTo>
                  <a:pt x="2294549" y="65308"/>
                </a:lnTo>
                <a:lnTo>
                  <a:pt x="2294634" y="65665"/>
                </a:lnTo>
                <a:lnTo>
                  <a:pt x="2294705" y="66028"/>
                </a:lnTo>
                <a:lnTo>
                  <a:pt x="2294764" y="66396"/>
                </a:lnTo>
                <a:lnTo>
                  <a:pt x="2294809" y="66770"/>
                </a:lnTo>
                <a:lnTo>
                  <a:pt x="2294842" y="67149"/>
                </a:lnTo>
                <a:lnTo>
                  <a:pt x="2309220" y="67149"/>
                </a:lnTo>
                <a:lnTo>
                  <a:pt x="2309155" y="66313"/>
                </a:lnTo>
                <a:lnTo>
                  <a:pt x="2309064" y="65490"/>
                </a:lnTo>
                <a:lnTo>
                  <a:pt x="2308948" y="64681"/>
                </a:lnTo>
                <a:lnTo>
                  <a:pt x="2308806" y="63885"/>
                </a:lnTo>
                <a:lnTo>
                  <a:pt x="2308638" y="63103"/>
                </a:lnTo>
                <a:lnTo>
                  <a:pt x="2308445" y="62334"/>
                </a:lnTo>
                <a:lnTo>
                  <a:pt x="2308227" y="61579"/>
                </a:lnTo>
                <a:lnTo>
                  <a:pt x="2307983" y="60837"/>
                </a:lnTo>
                <a:lnTo>
                  <a:pt x="2307713" y="60109"/>
                </a:lnTo>
                <a:lnTo>
                  <a:pt x="2307418" y="59394"/>
                </a:lnTo>
                <a:lnTo>
                  <a:pt x="2307098" y="58692"/>
                </a:lnTo>
                <a:lnTo>
                  <a:pt x="2306752" y="58004"/>
                </a:lnTo>
                <a:lnTo>
                  <a:pt x="2306380" y="57329"/>
                </a:lnTo>
                <a:lnTo>
                  <a:pt x="2305983" y="56668"/>
                </a:lnTo>
                <a:lnTo>
                  <a:pt x="2305560" y="56021"/>
                </a:lnTo>
                <a:lnTo>
                  <a:pt x="2305112" y="55386"/>
                </a:lnTo>
                <a:lnTo>
                  <a:pt x="2304639" y="54765"/>
                </a:lnTo>
                <a:lnTo>
                  <a:pt x="2304139" y="54158"/>
                </a:lnTo>
                <a:lnTo>
                  <a:pt x="2303615" y="53564"/>
                </a:lnTo>
                <a:lnTo>
                  <a:pt x="2303065" y="52984"/>
                </a:lnTo>
                <a:lnTo>
                  <a:pt x="2302489" y="52417"/>
                </a:lnTo>
                <a:lnTo>
                  <a:pt x="2301888" y="51863"/>
                </a:lnTo>
                <a:lnTo>
                  <a:pt x="2301261" y="51323"/>
                </a:lnTo>
                <a:lnTo>
                  <a:pt x="2300609" y="50796"/>
                </a:lnTo>
                <a:lnTo>
                  <a:pt x="2299936" y="50287"/>
                </a:lnTo>
                <a:lnTo>
                  <a:pt x="2299246" y="49799"/>
                </a:lnTo>
                <a:lnTo>
                  <a:pt x="2298541" y="49333"/>
                </a:lnTo>
                <a:lnTo>
                  <a:pt x="2297819" y="48889"/>
                </a:lnTo>
                <a:lnTo>
                  <a:pt x="2297082" y="48467"/>
                </a:lnTo>
                <a:lnTo>
                  <a:pt x="2296328" y="48066"/>
                </a:lnTo>
                <a:lnTo>
                  <a:pt x="2295558" y="47686"/>
                </a:lnTo>
                <a:lnTo>
                  <a:pt x="2294771" y="47329"/>
                </a:lnTo>
                <a:lnTo>
                  <a:pt x="2293969" y="46993"/>
                </a:lnTo>
                <a:lnTo>
                  <a:pt x="2293150" y="46679"/>
                </a:lnTo>
                <a:lnTo>
                  <a:pt x="2292315" y="46386"/>
                </a:lnTo>
                <a:lnTo>
                  <a:pt x="2291464" y="46115"/>
                </a:lnTo>
                <a:lnTo>
                  <a:pt x="2290597" y="45866"/>
                </a:lnTo>
                <a:lnTo>
                  <a:pt x="2289714" y="45638"/>
                </a:lnTo>
                <a:lnTo>
                  <a:pt x="2288815" y="45432"/>
                </a:lnTo>
                <a:lnTo>
                  <a:pt x="2287899" y="45248"/>
                </a:lnTo>
                <a:lnTo>
                  <a:pt x="2286967" y="45086"/>
                </a:lnTo>
                <a:lnTo>
                  <a:pt x="2286019" y="44945"/>
                </a:lnTo>
                <a:lnTo>
                  <a:pt x="2285055" y="44826"/>
                </a:lnTo>
                <a:lnTo>
                  <a:pt x="2284074" y="44728"/>
                </a:lnTo>
                <a:lnTo>
                  <a:pt x="2283078" y="44652"/>
                </a:lnTo>
                <a:lnTo>
                  <a:pt x="2282065" y="44598"/>
                </a:lnTo>
                <a:lnTo>
                  <a:pt x="2281036" y="44565"/>
                </a:lnTo>
                <a:lnTo>
                  <a:pt x="2279991" y="44555"/>
                </a:lnTo>
                <a:lnTo>
                  <a:pt x="2273038" y="44555"/>
                </a:lnTo>
                <a:lnTo>
                  <a:pt x="2271903" y="44566"/>
                </a:lnTo>
                <a:lnTo>
                  <a:pt x="2270789" y="44600"/>
                </a:lnTo>
                <a:lnTo>
                  <a:pt x="2269694" y="44656"/>
                </a:lnTo>
                <a:lnTo>
                  <a:pt x="2268621" y="44735"/>
                </a:lnTo>
                <a:lnTo>
                  <a:pt x="2267568" y="44836"/>
                </a:lnTo>
                <a:lnTo>
                  <a:pt x="2266536" y="44960"/>
                </a:lnTo>
                <a:lnTo>
                  <a:pt x="2265524" y="45106"/>
                </a:lnTo>
                <a:lnTo>
                  <a:pt x="2264533" y="45274"/>
                </a:lnTo>
                <a:lnTo>
                  <a:pt x="2263562" y="45466"/>
                </a:lnTo>
                <a:lnTo>
                  <a:pt x="2262612" y="45679"/>
                </a:lnTo>
                <a:lnTo>
                  <a:pt x="2261682" y="45915"/>
                </a:lnTo>
                <a:lnTo>
                  <a:pt x="2260773" y="46174"/>
                </a:lnTo>
                <a:lnTo>
                  <a:pt x="2259885" y="46455"/>
                </a:lnTo>
                <a:lnTo>
                  <a:pt x="2259017" y="46759"/>
                </a:lnTo>
                <a:lnTo>
                  <a:pt x="2258170" y="47085"/>
                </a:lnTo>
                <a:lnTo>
                  <a:pt x="2257343" y="47434"/>
                </a:lnTo>
                <a:lnTo>
                  <a:pt x="2256537" y="47805"/>
                </a:lnTo>
                <a:lnTo>
                  <a:pt x="2255752" y="48198"/>
                </a:lnTo>
                <a:lnTo>
                  <a:pt x="2254987" y="48615"/>
                </a:lnTo>
                <a:lnTo>
                  <a:pt x="2254243" y="49053"/>
                </a:lnTo>
                <a:lnTo>
                  <a:pt x="2253519" y="49514"/>
                </a:lnTo>
                <a:lnTo>
                  <a:pt x="2252816" y="49998"/>
                </a:lnTo>
                <a:lnTo>
                  <a:pt x="2252133" y="50504"/>
                </a:lnTo>
                <a:lnTo>
                  <a:pt x="2251471" y="51033"/>
                </a:lnTo>
                <a:lnTo>
                  <a:pt x="2250833" y="51581"/>
                </a:lnTo>
                <a:lnTo>
                  <a:pt x="2250222" y="52146"/>
                </a:lnTo>
                <a:lnTo>
                  <a:pt x="2249638" y="52729"/>
                </a:lnTo>
                <a:lnTo>
                  <a:pt x="2249081" y="53328"/>
                </a:lnTo>
                <a:lnTo>
                  <a:pt x="2248552" y="53944"/>
                </a:lnTo>
                <a:lnTo>
                  <a:pt x="2248050" y="54578"/>
                </a:lnTo>
                <a:lnTo>
                  <a:pt x="2247574" y="55228"/>
                </a:lnTo>
                <a:lnTo>
                  <a:pt x="2247126" y="55895"/>
                </a:lnTo>
                <a:lnTo>
                  <a:pt x="2246705" y="56580"/>
                </a:lnTo>
                <a:lnTo>
                  <a:pt x="2246312" y="57281"/>
                </a:lnTo>
                <a:lnTo>
                  <a:pt x="2245945" y="57999"/>
                </a:lnTo>
                <a:lnTo>
                  <a:pt x="2245606" y="58735"/>
                </a:lnTo>
                <a:lnTo>
                  <a:pt x="2245293" y="59487"/>
                </a:lnTo>
                <a:lnTo>
                  <a:pt x="2245008" y="60256"/>
                </a:lnTo>
                <a:lnTo>
                  <a:pt x="2244750" y="61043"/>
                </a:lnTo>
                <a:lnTo>
                  <a:pt x="2244519" y="61846"/>
                </a:lnTo>
                <a:lnTo>
                  <a:pt x="2244316" y="62666"/>
                </a:lnTo>
                <a:lnTo>
                  <a:pt x="2244139" y="63504"/>
                </a:lnTo>
                <a:lnTo>
                  <a:pt x="2243990" y="64358"/>
                </a:lnTo>
                <a:lnTo>
                  <a:pt x="2243868" y="65229"/>
                </a:lnTo>
                <a:lnTo>
                  <a:pt x="2243773" y="66118"/>
                </a:lnTo>
                <a:lnTo>
                  <a:pt x="2243705" y="67023"/>
                </a:lnTo>
                <a:lnTo>
                  <a:pt x="2243664" y="67945"/>
                </a:lnTo>
                <a:lnTo>
                  <a:pt x="2243650" y="68885"/>
                </a:lnTo>
                <a:lnTo>
                  <a:pt x="2243659" y="69708"/>
                </a:lnTo>
                <a:lnTo>
                  <a:pt x="2243684" y="70517"/>
                </a:lnTo>
                <a:lnTo>
                  <a:pt x="2243727" y="71313"/>
                </a:lnTo>
                <a:lnTo>
                  <a:pt x="2243786" y="72095"/>
                </a:lnTo>
                <a:lnTo>
                  <a:pt x="2243863" y="72864"/>
                </a:lnTo>
                <a:lnTo>
                  <a:pt x="2243957" y="73620"/>
                </a:lnTo>
                <a:lnTo>
                  <a:pt x="2244067" y="74362"/>
                </a:lnTo>
                <a:lnTo>
                  <a:pt x="2244195" y="75091"/>
                </a:lnTo>
                <a:lnTo>
                  <a:pt x="2244339" y="75806"/>
                </a:lnTo>
                <a:lnTo>
                  <a:pt x="2244501" y="76508"/>
                </a:lnTo>
                <a:lnTo>
                  <a:pt x="2244679" y="77196"/>
                </a:lnTo>
                <a:lnTo>
                  <a:pt x="2244875" y="77871"/>
                </a:lnTo>
                <a:lnTo>
                  <a:pt x="2245088" y="78533"/>
                </a:lnTo>
                <a:lnTo>
                  <a:pt x="2245317" y="79181"/>
                </a:lnTo>
                <a:lnTo>
                  <a:pt x="2245564" y="79815"/>
                </a:lnTo>
                <a:lnTo>
                  <a:pt x="2245828" y="80436"/>
                </a:lnTo>
                <a:lnTo>
                  <a:pt x="2246108" y="81044"/>
                </a:lnTo>
                <a:lnTo>
                  <a:pt x="2246406" y="81638"/>
                </a:lnTo>
                <a:lnTo>
                  <a:pt x="2246721" y="82219"/>
                </a:lnTo>
                <a:lnTo>
                  <a:pt x="2247052" y="82787"/>
                </a:lnTo>
                <a:lnTo>
                  <a:pt x="2247401" y="83341"/>
                </a:lnTo>
                <a:lnTo>
                  <a:pt x="2247767" y="83881"/>
                </a:lnTo>
                <a:lnTo>
                  <a:pt x="2248149" y="84408"/>
                </a:lnTo>
                <a:lnTo>
                  <a:pt x="2248549" y="84922"/>
                </a:lnTo>
                <a:lnTo>
                  <a:pt x="2248964" y="85420"/>
                </a:lnTo>
                <a:lnTo>
                  <a:pt x="2249393" y="85902"/>
                </a:lnTo>
                <a:lnTo>
                  <a:pt x="2249836" y="86367"/>
                </a:lnTo>
                <a:lnTo>
                  <a:pt x="2250292" y="86815"/>
                </a:lnTo>
                <a:lnTo>
                  <a:pt x="2250762" y="87247"/>
                </a:lnTo>
                <a:lnTo>
                  <a:pt x="2251245" y="87662"/>
                </a:lnTo>
                <a:lnTo>
                  <a:pt x="2251743" y="88060"/>
                </a:lnTo>
                <a:lnTo>
                  <a:pt x="2252254" y="88442"/>
                </a:lnTo>
                <a:lnTo>
                  <a:pt x="2252779" y="88806"/>
                </a:lnTo>
                <a:lnTo>
                  <a:pt x="2253317" y="89154"/>
                </a:lnTo>
                <a:lnTo>
                  <a:pt x="2253869" y="89485"/>
                </a:lnTo>
                <a:lnTo>
                  <a:pt x="2254435" y="89800"/>
                </a:lnTo>
                <a:lnTo>
                  <a:pt x="2255015" y="90098"/>
                </a:lnTo>
                <a:lnTo>
                  <a:pt x="2255608" y="90379"/>
                </a:lnTo>
                <a:lnTo>
                  <a:pt x="2256215" y="90643"/>
                </a:lnTo>
                <a:lnTo>
                  <a:pt x="2256836" y="90891"/>
                </a:lnTo>
                <a:lnTo>
                  <a:pt x="2257471" y="91122"/>
                </a:lnTo>
                <a:lnTo>
                  <a:pt x="2258119" y="91336"/>
                </a:lnTo>
                <a:lnTo>
                  <a:pt x="2258781" y="91533"/>
                </a:lnTo>
                <a:lnTo>
                  <a:pt x="2259456" y="91714"/>
                </a:lnTo>
                <a:lnTo>
                  <a:pt x="2260146" y="91878"/>
                </a:lnTo>
                <a:lnTo>
                  <a:pt x="2260849" y="92026"/>
                </a:lnTo>
                <a:lnTo>
                  <a:pt x="2261565" y="92156"/>
                </a:lnTo>
                <a:lnTo>
                  <a:pt x="2262296" y="92270"/>
                </a:lnTo>
                <a:lnTo>
                  <a:pt x="2286310" y="95746"/>
                </a:lnTo>
                <a:lnTo>
                  <a:pt x="2286740" y="95803"/>
                </a:lnTo>
                <a:lnTo>
                  <a:pt x="2287161" y="95869"/>
                </a:lnTo>
                <a:lnTo>
                  <a:pt x="2287572" y="95944"/>
                </a:lnTo>
                <a:lnTo>
                  <a:pt x="2287974" y="96027"/>
                </a:lnTo>
                <a:lnTo>
                  <a:pt x="2288366" y="96119"/>
                </a:lnTo>
                <a:lnTo>
                  <a:pt x="2288749" y="96220"/>
                </a:lnTo>
                <a:lnTo>
                  <a:pt x="2289123" y="96330"/>
                </a:lnTo>
                <a:lnTo>
                  <a:pt x="2289488" y="96448"/>
                </a:lnTo>
                <a:lnTo>
                  <a:pt x="2289843" y="96576"/>
                </a:lnTo>
                <a:lnTo>
                  <a:pt x="2290189" y="96712"/>
                </a:lnTo>
                <a:lnTo>
                  <a:pt x="2290526" y="96857"/>
                </a:lnTo>
                <a:lnTo>
                  <a:pt x="2290853" y="97010"/>
                </a:lnTo>
                <a:lnTo>
                  <a:pt x="2291171" y="97173"/>
                </a:lnTo>
                <a:lnTo>
                  <a:pt x="2291479" y="97344"/>
                </a:lnTo>
                <a:lnTo>
                  <a:pt x="2291778" y="97524"/>
                </a:lnTo>
                <a:lnTo>
                  <a:pt x="2292068" y="97713"/>
                </a:lnTo>
                <a:lnTo>
                  <a:pt x="2292349" y="97910"/>
                </a:lnTo>
                <a:lnTo>
                  <a:pt x="2292620" y="98116"/>
                </a:lnTo>
                <a:lnTo>
                  <a:pt x="2292882" y="98331"/>
                </a:lnTo>
                <a:lnTo>
                  <a:pt x="2293134" y="98555"/>
                </a:lnTo>
                <a:lnTo>
                  <a:pt x="2293378" y="98788"/>
                </a:lnTo>
                <a:lnTo>
                  <a:pt x="2293612" y="99029"/>
                </a:lnTo>
                <a:lnTo>
                  <a:pt x="2293836" y="99280"/>
                </a:lnTo>
                <a:lnTo>
                  <a:pt x="2294051" y="99539"/>
                </a:lnTo>
                <a:lnTo>
                  <a:pt x="2294258" y="99806"/>
                </a:lnTo>
                <a:lnTo>
                  <a:pt x="2294455" y="100083"/>
                </a:lnTo>
                <a:lnTo>
                  <a:pt x="2294644" y="100368"/>
                </a:lnTo>
                <a:lnTo>
                  <a:pt x="2294824" y="100662"/>
                </a:lnTo>
                <a:lnTo>
                  <a:pt x="2294995" y="100964"/>
                </a:lnTo>
                <a:lnTo>
                  <a:pt x="2295158" y="101276"/>
                </a:lnTo>
                <a:lnTo>
                  <a:pt x="2295311" y="101596"/>
                </a:lnTo>
                <a:lnTo>
                  <a:pt x="2295456" y="101925"/>
                </a:lnTo>
                <a:lnTo>
                  <a:pt x="2295592" y="102263"/>
                </a:lnTo>
                <a:lnTo>
                  <a:pt x="2295720" y="102609"/>
                </a:lnTo>
                <a:lnTo>
                  <a:pt x="2295838" y="102965"/>
                </a:lnTo>
                <a:lnTo>
                  <a:pt x="2295948" y="103329"/>
                </a:lnTo>
                <a:lnTo>
                  <a:pt x="2296049" y="103702"/>
                </a:lnTo>
                <a:lnTo>
                  <a:pt x="2296141" y="104084"/>
                </a:lnTo>
                <a:lnTo>
                  <a:pt x="2296225" y="104474"/>
                </a:lnTo>
                <a:lnTo>
                  <a:pt x="2296299" y="104874"/>
                </a:lnTo>
                <a:lnTo>
                  <a:pt x="2296365" y="105282"/>
                </a:lnTo>
                <a:lnTo>
                  <a:pt x="2296422" y="105698"/>
                </a:lnTo>
                <a:lnTo>
                  <a:pt x="2296471" y="106124"/>
                </a:lnTo>
                <a:lnTo>
                  <a:pt x="2296510" y="106558"/>
                </a:lnTo>
                <a:lnTo>
                  <a:pt x="2296541" y="107002"/>
                </a:lnTo>
                <a:lnTo>
                  <a:pt x="2296563" y="107454"/>
                </a:lnTo>
                <a:lnTo>
                  <a:pt x="2296576" y="107914"/>
                </a:lnTo>
                <a:lnTo>
                  <a:pt x="2296580" y="108384"/>
                </a:lnTo>
                <a:lnTo>
                  <a:pt x="2296573" y="108906"/>
                </a:lnTo>
                <a:lnTo>
                  <a:pt x="2296550" y="109418"/>
                </a:lnTo>
                <a:lnTo>
                  <a:pt x="2296512" y="109920"/>
                </a:lnTo>
                <a:lnTo>
                  <a:pt x="2296460" y="110412"/>
                </a:lnTo>
                <a:lnTo>
                  <a:pt x="2296392" y="110894"/>
                </a:lnTo>
                <a:lnTo>
                  <a:pt x="2296309" y="111367"/>
                </a:lnTo>
                <a:lnTo>
                  <a:pt x="2296211" y="111829"/>
                </a:lnTo>
                <a:lnTo>
                  <a:pt x="2296097" y="112282"/>
                </a:lnTo>
                <a:lnTo>
                  <a:pt x="2295969" y="112725"/>
                </a:lnTo>
                <a:lnTo>
                  <a:pt x="2295826" y="113158"/>
                </a:lnTo>
                <a:lnTo>
                  <a:pt x="2295667" y="113581"/>
                </a:lnTo>
                <a:lnTo>
                  <a:pt x="2295494" y="113994"/>
                </a:lnTo>
                <a:lnTo>
                  <a:pt x="2295305" y="114397"/>
                </a:lnTo>
                <a:lnTo>
                  <a:pt x="2295101" y="114791"/>
                </a:lnTo>
                <a:lnTo>
                  <a:pt x="2294882" y="115174"/>
                </a:lnTo>
                <a:lnTo>
                  <a:pt x="2294648" y="115548"/>
                </a:lnTo>
                <a:lnTo>
                  <a:pt x="2294399" y="115912"/>
                </a:lnTo>
                <a:lnTo>
                  <a:pt x="2294135" y="116266"/>
                </a:lnTo>
                <a:lnTo>
                  <a:pt x="2293856" y="116610"/>
                </a:lnTo>
                <a:lnTo>
                  <a:pt x="2293562" y="116944"/>
                </a:lnTo>
                <a:lnTo>
                  <a:pt x="2293252" y="117268"/>
                </a:lnTo>
                <a:lnTo>
                  <a:pt x="2292928" y="117582"/>
                </a:lnTo>
                <a:lnTo>
                  <a:pt x="2292588" y="117887"/>
                </a:lnTo>
                <a:lnTo>
                  <a:pt x="2292234" y="118182"/>
                </a:lnTo>
                <a:lnTo>
                  <a:pt x="2291865" y="118465"/>
                </a:lnTo>
                <a:lnTo>
                  <a:pt x="2291485" y="118736"/>
                </a:lnTo>
                <a:lnTo>
                  <a:pt x="2291092" y="118996"/>
                </a:lnTo>
                <a:lnTo>
                  <a:pt x="2290687" y="119243"/>
                </a:lnTo>
                <a:lnTo>
                  <a:pt x="2290269" y="119478"/>
                </a:lnTo>
                <a:lnTo>
                  <a:pt x="2289839" y="119701"/>
                </a:lnTo>
                <a:lnTo>
                  <a:pt x="2289397" y="119913"/>
                </a:lnTo>
                <a:lnTo>
                  <a:pt x="2288942" y="120112"/>
                </a:lnTo>
                <a:lnTo>
                  <a:pt x="2288476" y="120299"/>
                </a:lnTo>
                <a:lnTo>
                  <a:pt x="2287996" y="120473"/>
                </a:lnTo>
                <a:lnTo>
                  <a:pt x="2287505" y="120636"/>
                </a:lnTo>
                <a:lnTo>
                  <a:pt x="2287001" y="120787"/>
                </a:lnTo>
                <a:lnTo>
                  <a:pt x="2286485" y="120926"/>
                </a:lnTo>
                <a:lnTo>
                  <a:pt x="2285956" y="121052"/>
                </a:lnTo>
                <a:lnTo>
                  <a:pt x="2285415" y="121167"/>
                </a:lnTo>
                <a:lnTo>
                  <a:pt x="2284862" y="121270"/>
                </a:lnTo>
                <a:lnTo>
                  <a:pt x="2284296" y="121360"/>
                </a:lnTo>
                <a:lnTo>
                  <a:pt x="2283718" y="121438"/>
                </a:lnTo>
                <a:lnTo>
                  <a:pt x="2283128" y="121505"/>
                </a:lnTo>
                <a:lnTo>
                  <a:pt x="2282525" y="121559"/>
                </a:lnTo>
                <a:lnTo>
                  <a:pt x="2281910" y="121601"/>
                </a:lnTo>
                <a:lnTo>
                  <a:pt x="2281283" y="121631"/>
                </a:lnTo>
                <a:lnTo>
                  <a:pt x="2280643" y="121650"/>
                </a:lnTo>
                <a:lnTo>
                  <a:pt x="2279991" y="121656"/>
                </a:lnTo>
                <a:lnTo>
                  <a:pt x="2273038" y="121656"/>
                </a:lnTo>
                <a:lnTo>
                  <a:pt x="2272399" y="121650"/>
                </a:lnTo>
                <a:lnTo>
                  <a:pt x="2271772" y="121632"/>
                </a:lnTo>
                <a:lnTo>
                  <a:pt x="2271157" y="121603"/>
                </a:lnTo>
                <a:lnTo>
                  <a:pt x="2270555" y="121561"/>
                </a:lnTo>
                <a:lnTo>
                  <a:pt x="2269964" y="121508"/>
                </a:lnTo>
                <a:lnTo>
                  <a:pt x="2269385" y="121443"/>
                </a:lnTo>
                <a:lnTo>
                  <a:pt x="2268818" y="121367"/>
                </a:lnTo>
                <a:lnTo>
                  <a:pt x="2268264" y="121278"/>
                </a:lnTo>
                <a:lnTo>
                  <a:pt x="2267721" y="121178"/>
                </a:lnTo>
                <a:lnTo>
                  <a:pt x="2267191" y="121066"/>
                </a:lnTo>
                <a:lnTo>
                  <a:pt x="2266672" y="120942"/>
                </a:lnTo>
                <a:lnTo>
                  <a:pt x="2266166" y="120806"/>
                </a:lnTo>
                <a:lnTo>
                  <a:pt x="2265671" y="120659"/>
                </a:lnTo>
                <a:lnTo>
                  <a:pt x="2265189" y="120500"/>
                </a:lnTo>
                <a:lnTo>
                  <a:pt x="2264719" y="120329"/>
                </a:lnTo>
                <a:lnTo>
                  <a:pt x="2264261" y="120146"/>
                </a:lnTo>
                <a:lnTo>
                  <a:pt x="2263815" y="119951"/>
                </a:lnTo>
                <a:lnTo>
                  <a:pt x="2263381" y="119745"/>
                </a:lnTo>
                <a:lnTo>
                  <a:pt x="2262959" y="119527"/>
                </a:lnTo>
                <a:lnTo>
                  <a:pt x="2262549" y="119297"/>
                </a:lnTo>
                <a:lnTo>
                  <a:pt x="2262151" y="119055"/>
                </a:lnTo>
                <a:lnTo>
                  <a:pt x="2261765" y="118801"/>
                </a:lnTo>
                <a:lnTo>
                  <a:pt x="2261392" y="118536"/>
                </a:lnTo>
                <a:lnTo>
                  <a:pt x="2261030" y="118259"/>
                </a:lnTo>
                <a:lnTo>
                  <a:pt x="2260682" y="117971"/>
                </a:lnTo>
                <a:lnTo>
                  <a:pt x="2260349" y="117674"/>
                </a:lnTo>
                <a:lnTo>
                  <a:pt x="2260031" y="117369"/>
                </a:lnTo>
                <a:lnTo>
                  <a:pt x="2259727" y="117054"/>
                </a:lnTo>
                <a:lnTo>
                  <a:pt x="2259438" y="116730"/>
                </a:lnTo>
                <a:lnTo>
                  <a:pt x="2259164" y="116397"/>
                </a:lnTo>
                <a:lnTo>
                  <a:pt x="2258905" y="116056"/>
                </a:lnTo>
                <a:lnTo>
                  <a:pt x="2258661" y="115705"/>
                </a:lnTo>
                <a:lnTo>
                  <a:pt x="2258431" y="115345"/>
                </a:lnTo>
                <a:lnTo>
                  <a:pt x="2258217" y="114976"/>
                </a:lnTo>
                <a:lnTo>
                  <a:pt x="2258017" y="114597"/>
                </a:lnTo>
                <a:lnTo>
                  <a:pt x="2257832" y="114210"/>
                </a:lnTo>
                <a:lnTo>
                  <a:pt x="2257661" y="113814"/>
                </a:lnTo>
                <a:lnTo>
                  <a:pt x="2257506" y="113409"/>
                </a:lnTo>
                <a:lnTo>
                  <a:pt x="2257365" y="112995"/>
                </a:lnTo>
                <a:lnTo>
                  <a:pt x="2257239" y="112571"/>
                </a:lnTo>
                <a:lnTo>
                  <a:pt x="2257128" y="112139"/>
                </a:lnTo>
                <a:lnTo>
                  <a:pt x="2257032" y="111697"/>
                </a:lnTo>
                <a:lnTo>
                  <a:pt x="2256950" y="111247"/>
                </a:lnTo>
                <a:lnTo>
                  <a:pt x="2256884" y="110787"/>
                </a:lnTo>
                <a:lnTo>
                  <a:pt x="2256832" y="110319"/>
                </a:lnTo>
                <a:lnTo>
                  <a:pt x="2256795" y="109841"/>
                </a:lnTo>
                <a:lnTo>
                  <a:pt x="2256773" y="109355"/>
                </a:lnTo>
                <a:lnTo>
                  <a:pt x="2256765" y="108859"/>
                </a:lnTo>
                <a:lnTo>
                  <a:pt x="2242546" y="108859"/>
                </a:lnTo>
                <a:lnTo>
                  <a:pt x="2242552" y="109526"/>
                </a:lnTo>
                <a:lnTo>
                  <a:pt x="2242571" y="110185"/>
                </a:lnTo>
                <a:lnTo>
                  <a:pt x="2242602" y="110835"/>
                </a:lnTo>
                <a:lnTo>
                  <a:pt x="2242645" y="111477"/>
                </a:lnTo>
                <a:lnTo>
                  <a:pt x="2242700" y="112110"/>
                </a:lnTo>
                <a:lnTo>
                  <a:pt x="2242768" y="112734"/>
                </a:lnTo>
                <a:lnTo>
                  <a:pt x="2242849" y="113351"/>
                </a:lnTo>
                <a:lnTo>
                  <a:pt x="2242941" y="113958"/>
                </a:lnTo>
                <a:lnTo>
                  <a:pt x="2243046" y="114558"/>
                </a:lnTo>
                <a:lnTo>
                  <a:pt x="2243163" y="115148"/>
                </a:lnTo>
                <a:lnTo>
                  <a:pt x="2243293" y="115730"/>
                </a:lnTo>
                <a:lnTo>
                  <a:pt x="2243435" y="116304"/>
                </a:lnTo>
                <a:lnTo>
                  <a:pt x="2243589" y="116869"/>
                </a:lnTo>
                <a:lnTo>
                  <a:pt x="2243755" y="117426"/>
                </a:lnTo>
                <a:lnTo>
                  <a:pt x="2243934" y="117974"/>
                </a:lnTo>
                <a:lnTo>
                  <a:pt x="2244126" y="118514"/>
                </a:lnTo>
                <a:lnTo>
                  <a:pt x="2244329" y="119045"/>
                </a:lnTo>
                <a:lnTo>
                  <a:pt x="2244545" y="119568"/>
                </a:lnTo>
                <a:lnTo>
                  <a:pt x="2244773" y="120082"/>
                </a:lnTo>
                <a:lnTo>
                  <a:pt x="2245014" y="120588"/>
                </a:lnTo>
                <a:lnTo>
                  <a:pt x="2245267" y="121085"/>
                </a:lnTo>
                <a:lnTo>
                  <a:pt x="2245532" y="121574"/>
                </a:lnTo>
                <a:lnTo>
                  <a:pt x="2245810" y="122054"/>
                </a:lnTo>
                <a:lnTo>
                  <a:pt x="2246100" y="122526"/>
                </a:lnTo>
                <a:lnTo>
                  <a:pt x="2246402" y="122989"/>
                </a:lnTo>
                <a:lnTo>
                  <a:pt x="2246715" y="123442"/>
                </a:lnTo>
                <a:lnTo>
                  <a:pt x="2247041" y="123886"/>
                </a:lnTo>
                <a:lnTo>
                  <a:pt x="2247377" y="124321"/>
                </a:lnTo>
                <a:lnTo>
                  <a:pt x="2247725" y="124746"/>
                </a:lnTo>
                <a:lnTo>
                  <a:pt x="2248085" y="125162"/>
                </a:lnTo>
                <a:lnTo>
                  <a:pt x="2248456" y="125569"/>
                </a:lnTo>
                <a:lnTo>
                  <a:pt x="2248839" y="125966"/>
                </a:lnTo>
                <a:lnTo>
                  <a:pt x="2249233" y="126354"/>
                </a:lnTo>
                <a:lnTo>
                  <a:pt x="2249639" y="126733"/>
                </a:lnTo>
                <a:lnTo>
                  <a:pt x="2250056" y="127103"/>
                </a:lnTo>
                <a:lnTo>
                  <a:pt x="2250484" y="127463"/>
                </a:lnTo>
                <a:lnTo>
                  <a:pt x="2250925" y="127814"/>
                </a:lnTo>
                <a:lnTo>
                  <a:pt x="2251376" y="128155"/>
                </a:lnTo>
                <a:lnTo>
                  <a:pt x="2251840" y="128487"/>
                </a:lnTo>
                <a:lnTo>
                  <a:pt x="2252314" y="128810"/>
                </a:lnTo>
                <a:lnTo>
                  <a:pt x="2252801" y="129124"/>
                </a:lnTo>
                <a:lnTo>
                  <a:pt x="2253298" y="129428"/>
                </a:lnTo>
                <a:lnTo>
                  <a:pt x="2253808" y="129723"/>
                </a:lnTo>
                <a:lnTo>
                  <a:pt x="2254328" y="130009"/>
                </a:lnTo>
                <a:lnTo>
                  <a:pt x="2254861" y="130285"/>
                </a:lnTo>
                <a:lnTo>
                  <a:pt x="2255405" y="130552"/>
                </a:lnTo>
                <a:lnTo>
                  <a:pt x="2255960" y="130810"/>
                </a:lnTo>
                <a:lnTo>
                  <a:pt x="2256527" y="131058"/>
                </a:lnTo>
                <a:lnTo>
                  <a:pt x="2257104" y="131296"/>
                </a:lnTo>
                <a:lnTo>
                  <a:pt x="2257691" y="131525"/>
                </a:lnTo>
                <a:lnTo>
                  <a:pt x="2258288" y="131743"/>
                </a:lnTo>
                <a:lnTo>
                  <a:pt x="2258895" y="131951"/>
                </a:lnTo>
                <a:lnTo>
                  <a:pt x="2259511" y="132149"/>
                </a:lnTo>
                <a:lnTo>
                  <a:pt x="2260136" y="132336"/>
                </a:lnTo>
                <a:lnTo>
                  <a:pt x="2260771" y="132514"/>
                </a:lnTo>
                <a:lnTo>
                  <a:pt x="2261416" y="132681"/>
                </a:lnTo>
                <a:lnTo>
                  <a:pt x="2262070" y="132838"/>
                </a:lnTo>
                <a:lnTo>
                  <a:pt x="2262734" y="132986"/>
                </a:lnTo>
                <a:lnTo>
                  <a:pt x="2263408" y="133122"/>
                </a:lnTo>
                <a:lnTo>
                  <a:pt x="2264091" y="133249"/>
                </a:lnTo>
                <a:lnTo>
                  <a:pt x="2264784" y="133366"/>
                </a:lnTo>
                <a:lnTo>
                  <a:pt x="2265486" y="133473"/>
                </a:lnTo>
                <a:lnTo>
                  <a:pt x="2266198" y="133569"/>
                </a:lnTo>
                <a:lnTo>
                  <a:pt x="2266920" y="133655"/>
                </a:lnTo>
                <a:lnTo>
                  <a:pt x="2267651" y="133731"/>
                </a:lnTo>
                <a:lnTo>
                  <a:pt x="2268392" y="133797"/>
                </a:lnTo>
                <a:lnTo>
                  <a:pt x="2269142" y="133853"/>
                </a:lnTo>
                <a:lnTo>
                  <a:pt x="2269902" y="133899"/>
                </a:lnTo>
                <a:lnTo>
                  <a:pt x="2270672" y="133934"/>
                </a:lnTo>
                <a:lnTo>
                  <a:pt x="2271451" y="133960"/>
                </a:lnTo>
                <a:lnTo>
                  <a:pt x="2272240" y="133975"/>
                </a:lnTo>
                <a:lnTo>
                  <a:pt x="2273038" y="133980"/>
                </a:lnTo>
                <a:lnTo>
                  <a:pt x="2279991" y="133980"/>
                </a:lnTo>
                <a:lnTo>
                  <a:pt x="2281191" y="133968"/>
                </a:lnTo>
                <a:lnTo>
                  <a:pt x="2282368" y="133933"/>
                </a:lnTo>
                <a:lnTo>
                  <a:pt x="2283523" y="133875"/>
                </a:lnTo>
                <a:lnTo>
                  <a:pt x="2284654" y="133793"/>
                </a:lnTo>
                <a:close/>
                <a:moveTo>
                  <a:pt x="1842438" y="70770"/>
                </a:moveTo>
                <a:lnTo>
                  <a:pt x="1842365" y="69690"/>
                </a:lnTo>
                <a:lnTo>
                  <a:pt x="1842262" y="68631"/>
                </a:lnTo>
                <a:lnTo>
                  <a:pt x="1842130" y="67592"/>
                </a:lnTo>
                <a:lnTo>
                  <a:pt x="1841969" y="66574"/>
                </a:lnTo>
                <a:lnTo>
                  <a:pt x="1841778" y="65578"/>
                </a:lnTo>
                <a:lnTo>
                  <a:pt x="1841558" y="64602"/>
                </a:lnTo>
                <a:lnTo>
                  <a:pt x="1841308" y="63647"/>
                </a:lnTo>
                <a:lnTo>
                  <a:pt x="1841030" y="62713"/>
                </a:lnTo>
                <a:lnTo>
                  <a:pt x="1840721" y="61799"/>
                </a:lnTo>
                <a:lnTo>
                  <a:pt x="1840384" y="60907"/>
                </a:lnTo>
                <a:lnTo>
                  <a:pt x="1840017" y="60035"/>
                </a:lnTo>
                <a:lnTo>
                  <a:pt x="1839621" y="59184"/>
                </a:lnTo>
                <a:lnTo>
                  <a:pt x="1839195" y="58354"/>
                </a:lnTo>
                <a:lnTo>
                  <a:pt x="1838740" y="57545"/>
                </a:lnTo>
                <a:lnTo>
                  <a:pt x="1838256" y="56757"/>
                </a:lnTo>
                <a:lnTo>
                  <a:pt x="1837742" y="55990"/>
                </a:lnTo>
                <a:lnTo>
                  <a:pt x="1837200" y="55243"/>
                </a:lnTo>
                <a:lnTo>
                  <a:pt x="1836627" y="54518"/>
                </a:lnTo>
                <a:lnTo>
                  <a:pt x="1836026" y="53813"/>
                </a:lnTo>
                <a:lnTo>
                  <a:pt x="1835395" y="53129"/>
                </a:lnTo>
                <a:lnTo>
                  <a:pt x="1834734" y="52466"/>
                </a:lnTo>
                <a:lnTo>
                  <a:pt x="1834045" y="51823"/>
                </a:lnTo>
                <a:lnTo>
                  <a:pt x="1833327" y="51204"/>
                </a:lnTo>
                <a:lnTo>
                  <a:pt x="1832585" y="50612"/>
                </a:lnTo>
                <a:lnTo>
                  <a:pt x="1831817" y="50046"/>
                </a:lnTo>
                <a:lnTo>
                  <a:pt x="1831023" y="49506"/>
                </a:lnTo>
                <a:lnTo>
                  <a:pt x="1830204" y="48992"/>
                </a:lnTo>
                <a:lnTo>
                  <a:pt x="1829359" y="48505"/>
                </a:lnTo>
                <a:lnTo>
                  <a:pt x="1828489" y="48044"/>
                </a:lnTo>
                <a:lnTo>
                  <a:pt x="1827593" y="47610"/>
                </a:lnTo>
                <a:lnTo>
                  <a:pt x="1826672" y="47202"/>
                </a:lnTo>
                <a:lnTo>
                  <a:pt x="1825725" y="46820"/>
                </a:lnTo>
                <a:lnTo>
                  <a:pt x="1824753" y="46464"/>
                </a:lnTo>
                <a:lnTo>
                  <a:pt x="1823755" y="46135"/>
                </a:lnTo>
                <a:lnTo>
                  <a:pt x="1822732" y="45832"/>
                </a:lnTo>
                <a:lnTo>
                  <a:pt x="1821683" y="45556"/>
                </a:lnTo>
                <a:lnTo>
                  <a:pt x="1820609" y="45305"/>
                </a:lnTo>
                <a:lnTo>
                  <a:pt x="1819509" y="45082"/>
                </a:lnTo>
                <a:lnTo>
                  <a:pt x="1818383" y="44884"/>
                </a:lnTo>
                <a:lnTo>
                  <a:pt x="1817233" y="44713"/>
                </a:lnTo>
                <a:lnTo>
                  <a:pt x="1816056" y="44568"/>
                </a:lnTo>
                <a:lnTo>
                  <a:pt x="1814854" y="44450"/>
                </a:lnTo>
                <a:lnTo>
                  <a:pt x="1813627" y="44357"/>
                </a:lnTo>
                <a:lnTo>
                  <a:pt x="1812374" y="44292"/>
                </a:lnTo>
                <a:lnTo>
                  <a:pt x="1811095" y="44252"/>
                </a:lnTo>
                <a:lnTo>
                  <a:pt x="1809792" y="44239"/>
                </a:lnTo>
                <a:lnTo>
                  <a:pt x="1808590" y="44250"/>
                </a:lnTo>
                <a:lnTo>
                  <a:pt x="1807409" y="44285"/>
                </a:lnTo>
                <a:lnTo>
                  <a:pt x="1806248" y="44344"/>
                </a:lnTo>
                <a:lnTo>
                  <a:pt x="1805107" y="44425"/>
                </a:lnTo>
                <a:lnTo>
                  <a:pt x="1803986" y="44530"/>
                </a:lnTo>
                <a:lnTo>
                  <a:pt x="1802884" y="44658"/>
                </a:lnTo>
                <a:lnTo>
                  <a:pt x="1801803" y="44810"/>
                </a:lnTo>
                <a:lnTo>
                  <a:pt x="1800742" y="44985"/>
                </a:lnTo>
                <a:lnTo>
                  <a:pt x="1799701" y="45183"/>
                </a:lnTo>
                <a:lnTo>
                  <a:pt x="1798680" y="45404"/>
                </a:lnTo>
                <a:lnTo>
                  <a:pt x="1797679" y="45649"/>
                </a:lnTo>
                <a:lnTo>
                  <a:pt x="1796698" y="45917"/>
                </a:lnTo>
                <a:lnTo>
                  <a:pt x="1795737" y="46209"/>
                </a:lnTo>
                <a:lnTo>
                  <a:pt x="1794796" y="46524"/>
                </a:lnTo>
                <a:lnTo>
                  <a:pt x="1793875" y="46862"/>
                </a:lnTo>
                <a:lnTo>
                  <a:pt x="1792975" y="47223"/>
                </a:lnTo>
                <a:lnTo>
                  <a:pt x="1792094" y="47608"/>
                </a:lnTo>
                <a:lnTo>
                  <a:pt x="1791233" y="48016"/>
                </a:lnTo>
                <a:lnTo>
                  <a:pt x="1790392" y="48447"/>
                </a:lnTo>
                <a:lnTo>
                  <a:pt x="1789571" y="48901"/>
                </a:lnTo>
                <a:lnTo>
                  <a:pt x="1788771" y="49379"/>
                </a:lnTo>
                <a:lnTo>
                  <a:pt x="1787990" y="49881"/>
                </a:lnTo>
                <a:lnTo>
                  <a:pt x="1787229" y="50405"/>
                </a:lnTo>
                <a:lnTo>
                  <a:pt x="1786488" y="50953"/>
                </a:lnTo>
                <a:lnTo>
                  <a:pt x="1785772" y="51519"/>
                </a:lnTo>
                <a:lnTo>
                  <a:pt x="1785082" y="52097"/>
                </a:lnTo>
                <a:lnTo>
                  <a:pt x="1784421" y="52687"/>
                </a:lnTo>
                <a:lnTo>
                  <a:pt x="1783787" y="53290"/>
                </a:lnTo>
                <a:lnTo>
                  <a:pt x="1783181" y="53905"/>
                </a:lnTo>
                <a:lnTo>
                  <a:pt x="1782603" y="54532"/>
                </a:lnTo>
                <a:lnTo>
                  <a:pt x="1782052" y="55172"/>
                </a:lnTo>
                <a:lnTo>
                  <a:pt x="1781529" y="55824"/>
                </a:lnTo>
                <a:lnTo>
                  <a:pt x="1781034" y="56489"/>
                </a:lnTo>
                <a:lnTo>
                  <a:pt x="1780567" y="57166"/>
                </a:lnTo>
                <a:lnTo>
                  <a:pt x="1780127" y="57855"/>
                </a:lnTo>
                <a:lnTo>
                  <a:pt x="1779715" y="58556"/>
                </a:lnTo>
                <a:lnTo>
                  <a:pt x="1779330" y="59270"/>
                </a:lnTo>
                <a:lnTo>
                  <a:pt x="1778973" y="59996"/>
                </a:lnTo>
                <a:lnTo>
                  <a:pt x="1778644" y="60735"/>
                </a:lnTo>
                <a:lnTo>
                  <a:pt x="1778343" y="61486"/>
                </a:lnTo>
                <a:lnTo>
                  <a:pt x="1778069" y="62249"/>
                </a:lnTo>
                <a:lnTo>
                  <a:pt x="1777823" y="63025"/>
                </a:lnTo>
                <a:lnTo>
                  <a:pt x="1777605" y="63812"/>
                </a:lnTo>
                <a:lnTo>
                  <a:pt x="1777415" y="64613"/>
                </a:lnTo>
                <a:lnTo>
                  <a:pt x="1777252" y="65425"/>
                </a:lnTo>
                <a:lnTo>
                  <a:pt x="1777117" y="66250"/>
                </a:lnTo>
                <a:lnTo>
                  <a:pt x="1777009" y="67088"/>
                </a:lnTo>
                <a:lnTo>
                  <a:pt x="1776929" y="67937"/>
                </a:lnTo>
                <a:lnTo>
                  <a:pt x="1791149" y="67937"/>
                </a:lnTo>
                <a:lnTo>
                  <a:pt x="1791183" y="67494"/>
                </a:lnTo>
                <a:lnTo>
                  <a:pt x="1791234" y="67059"/>
                </a:lnTo>
                <a:lnTo>
                  <a:pt x="1791302" y="66632"/>
                </a:lnTo>
                <a:lnTo>
                  <a:pt x="1791385" y="66213"/>
                </a:lnTo>
                <a:lnTo>
                  <a:pt x="1791486" y="65802"/>
                </a:lnTo>
                <a:lnTo>
                  <a:pt x="1791603" y="65400"/>
                </a:lnTo>
                <a:lnTo>
                  <a:pt x="1791736" y="65006"/>
                </a:lnTo>
                <a:lnTo>
                  <a:pt x="1791886" y="64620"/>
                </a:lnTo>
                <a:lnTo>
                  <a:pt x="1792052" y="64242"/>
                </a:lnTo>
                <a:lnTo>
                  <a:pt x="1792235" y="63873"/>
                </a:lnTo>
                <a:lnTo>
                  <a:pt x="1792434" y="63511"/>
                </a:lnTo>
                <a:lnTo>
                  <a:pt x="1792649" y="63158"/>
                </a:lnTo>
                <a:lnTo>
                  <a:pt x="1792881" y="62814"/>
                </a:lnTo>
                <a:lnTo>
                  <a:pt x="1793130" y="62477"/>
                </a:lnTo>
                <a:lnTo>
                  <a:pt x="1793395" y="62149"/>
                </a:lnTo>
                <a:lnTo>
                  <a:pt x="1793676" y="61829"/>
                </a:lnTo>
                <a:lnTo>
                  <a:pt x="1793974" y="61517"/>
                </a:lnTo>
                <a:lnTo>
                  <a:pt x="1794288" y="61213"/>
                </a:lnTo>
                <a:lnTo>
                  <a:pt x="1794619" y="60918"/>
                </a:lnTo>
                <a:lnTo>
                  <a:pt x="1794966" y="60631"/>
                </a:lnTo>
                <a:lnTo>
                  <a:pt x="1795330" y="60352"/>
                </a:lnTo>
                <a:lnTo>
                  <a:pt x="1795710" y="60081"/>
                </a:lnTo>
                <a:lnTo>
                  <a:pt x="1796107" y="59819"/>
                </a:lnTo>
                <a:lnTo>
                  <a:pt x="1796520" y="59565"/>
                </a:lnTo>
                <a:lnTo>
                  <a:pt x="1796947" y="59320"/>
                </a:lnTo>
                <a:lnTo>
                  <a:pt x="1797384" y="59085"/>
                </a:lnTo>
                <a:lnTo>
                  <a:pt x="1797833" y="58861"/>
                </a:lnTo>
                <a:lnTo>
                  <a:pt x="1798293" y="58647"/>
                </a:lnTo>
                <a:lnTo>
                  <a:pt x="1798764" y="58444"/>
                </a:lnTo>
                <a:lnTo>
                  <a:pt x="1799245" y="58251"/>
                </a:lnTo>
                <a:lnTo>
                  <a:pt x="1799738" y="58069"/>
                </a:lnTo>
                <a:lnTo>
                  <a:pt x="1800241" y="57897"/>
                </a:lnTo>
                <a:lnTo>
                  <a:pt x="1800756" y="57735"/>
                </a:lnTo>
                <a:lnTo>
                  <a:pt x="1801282" y="57584"/>
                </a:lnTo>
                <a:lnTo>
                  <a:pt x="1801818" y="57444"/>
                </a:lnTo>
                <a:lnTo>
                  <a:pt x="1802366" y="57313"/>
                </a:lnTo>
                <a:lnTo>
                  <a:pt x="1802924" y="57194"/>
                </a:lnTo>
                <a:lnTo>
                  <a:pt x="1803493" y="57084"/>
                </a:lnTo>
                <a:lnTo>
                  <a:pt x="1804074" y="56985"/>
                </a:lnTo>
                <a:lnTo>
                  <a:pt x="1804665" y="56897"/>
                </a:lnTo>
                <a:lnTo>
                  <a:pt x="1805268" y="56818"/>
                </a:lnTo>
                <a:lnTo>
                  <a:pt x="1805881" y="56751"/>
                </a:lnTo>
                <a:lnTo>
                  <a:pt x="1806505" y="56693"/>
                </a:lnTo>
                <a:lnTo>
                  <a:pt x="1807141" y="56646"/>
                </a:lnTo>
                <a:lnTo>
                  <a:pt x="1807787" y="56610"/>
                </a:lnTo>
                <a:lnTo>
                  <a:pt x="1808444" y="56584"/>
                </a:lnTo>
                <a:lnTo>
                  <a:pt x="1809112" y="56568"/>
                </a:lnTo>
                <a:lnTo>
                  <a:pt x="1809792" y="56563"/>
                </a:lnTo>
                <a:lnTo>
                  <a:pt x="1810560" y="56570"/>
                </a:lnTo>
                <a:lnTo>
                  <a:pt x="1811312" y="56592"/>
                </a:lnTo>
                <a:lnTo>
                  <a:pt x="1812048" y="56628"/>
                </a:lnTo>
                <a:lnTo>
                  <a:pt x="1812767" y="56679"/>
                </a:lnTo>
                <a:lnTo>
                  <a:pt x="1813470" y="56745"/>
                </a:lnTo>
                <a:lnTo>
                  <a:pt x="1814157" y="56825"/>
                </a:lnTo>
                <a:lnTo>
                  <a:pt x="1814826" y="56919"/>
                </a:lnTo>
                <a:lnTo>
                  <a:pt x="1815480" y="57028"/>
                </a:lnTo>
                <a:lnTo>
                  <a:pt x="1816117" y="57152"/>
                </a:lnTo>
                <a:lnTo>
                  <a:pt x="1816737" y="57290"/>
                </a:lnTo>
                <a:lnTo>
                  <a:pt x="1817341" y="57443"/>
                </a:lnTo>
                <a:lnTo>
                  <a:pt x="1817929" y="57610"/>
                </a:lnTo>
                <a:lnTo>
                  <a:pt x="1818500" y="57792"/>
                </a:lnTo>
                <a:lnTo>
                  <a:pt x="1819054" y="57988"/>
                </a:lnTo>
                <a:lnTo>
                  <a:pt x="1819593" y="58199"/>
                </a:lnTo>
                <a:lnTo>
                  <a:pt x="1820114" y="58424"/>
                </a:lnTo>
                <a:lnTo>
                  <a:pt x="1820619" y="58664"/>
                </a:lnTo>
                <a:lnTo>
                  <a:pt x="1821108" y="58919"/>
                </a:lnTo>
                <a:lnTo>
                  <a:pt x="1821580" y="59188"/>
                </a:lnTo>
                <a:lnTo>
                  <a:pt x="1822036" y="59471"/>
                </a:lnTo>
                <a:lnTo>
                  <a:pt x="1822476" y="59769"/>
                </a:lnTo>
                <a:lnTo>
                  <a:pt x="1822898" y="60082"/>
                </a:lnTo>
                <a:lnTo>
                  <a:pt x="1823305" y="60409"/>
                </a:lnTo>
                <a:lnTo>
                  <a:pt x="1823695" y="60751"/>
                </a:lnTo>
                <a:lnTo>
                  <a:pt x="1824069" y="61107"/>
                </a:lnTo>
                <a:lnTo>
                  <a:pt x="1824427" y="61478"/>
                </a:lnTo>
                <a:lnTo>
                  <a:pt x="1824769" y="61865"/>
                </a:lnTo>
                <a:lnTo>
                  <a:pt x="1825095" y="62266"/>
                </a:lnTo>
                <a:lnTo>
                  <a:pt x="1825405" y="62683"/>
                </a:lnTo>
                <a:lnTo>
                  <a:pt x="1825700" y="63115"/>
                </a:lnTo>
                <a:lnTo>
                  <a:pt x="1825978" y="63562"/>
                </a:lnTo>
                <a:lnTo>
                  <a:pt x="1826241" y="64024"/>
                </a:lnTo>
                <a:lnTo>
                  <a:pt x="1826488" y="64501"/>
                </a:lnTo>
                <a:lnTo>
                  <a:pt x="1826718" y="64993"/>
                </a:lnTo>
                <a:lnTo>
                  <a:pt x="1826933" y="65500"/>
                </a:lnTo>
                <a:lnTo>
                  <a:pt x="1827132" y="66023"/>
                </a:lnTo>
                <a:lnTo>
                  <a:pt x="1827315" y="66560"/>
                </a:lnTo>
                <a:lnTo>
                  <a:pt x="1827482" y="67113"/>
                </a:lnTo>
                <a:lnTo>
                  <a:pt x="1827633" y="67680"/>
                </a:lnTo>
                <a:lnTo>
                  <a:pt x="1827769" y="68263"/>
                </a:lnTo>
                <a:lnTo>
                  <a:pt x="1827888" y="68861"/>
                </a:lnTo>
                <a:lnTo>
                  <a:pt x="1827991" y="69474"/>
                </a:lnTo>
                <a:lnTo>
                  <a:pt x="1828079" y="70102"/>
                </a:lnTo>
                <a:lnTo>
                  <a:pt x="1828151" y="70745"/>
                </a:lnTo>
                <a:lnTo>
                  <a:pt x="1828206" y="71403"/>
                </a:lnTo>
                <a:lnTo>
                  <a:pt x="1828246" y="72076"/>
                </a:lnTo>
                <a:lnTo>
                  <a:pt x="1828270" y="72764"/>
                </a:lnTo>
                <a:lnTo>
                  <a:pt x="1828278" y="73468"/>
                </a:lnTo>
                <a:lnTo>
                  <a:pt x="1828278" y="80262"/>
                </a:lnTo>
                <a:lnTo>
                  <a:pt x="1801419" y="80262"/>
                </a:lnTo>
                <a:lnTo>
                  <a:pt x="1800724" y="80267"/>
                </a:lnTo>
                <a:lnTo>
                  <a:pt x="1800036" y="80285"/>
                </a:lnTo>
                <a:lnTo>
                  <a:pt x="1799355" y="80315"/>
                </a:lnTo>
                <a:lnTo>
                  <a:pt x="1798680" y="80356"/>
                </a:lnTo>
                <a:lnTo>
                  <a:pt x="1798012" y="80409"/>
                </a:lnTo>
                <a:lnTo>
                  <a:pt x="1797351" y="80474"/>
                </a:lnTo>
                <a:lnTo>
                  <a:pt x="1796696" y="80551"/>
                </a:lnTo>
                <a:lnTo>
                  <a:pt x="1796047" y="80639"/>
                </a:lnTo>
                <a:lnTo>
                  <a:pt x="1795406" y="80739"/>
                </a:lnTo>
                <a:lnTo>
                  <a:pt x="1794770" y="80851"/>
                </a:lnTo>
                <a:lnTo>
                  <a:pt x="1794142" y="80975"/>
                </a:lnTo>
                <a:lnTo>
                  <a:pt x="1793520" y="81111"/>
                </a:lnTo>
                <a:lnTo>
                  <a:pt x="1792904" y="81258"/>
                </a:lnTo>
                <a:lnTo>
                  <a:pt x="1792295" y="81417"/>
                </a:lnTo>
                <a:lnTo>
                  <a:pt x="1791693" y="81588"/>
                </a:lnTo>
                <a:lnTo>
                  <a:pt x="1791097" y="81771"/>
                </a:lnTo>
                <a:lnTo>
                  <a:pt x="1790508" y="81966"/>
                </a:lnTo>
                <a:lnTo>
                  <a:pt x="1789925" y="82172"/>
                </a:lnTo>
                <a:lnTo>
                  <a:pt x="1789349" y="82390"/>
                </a:lnTo>
                <a:lnTo>
                  <a:pt x="1788780" y="82620"/>
                </a:lnTo>
                <a:lnTo>
                  <a:pt x="1788217" y="82862"/>
                </a:lnTo>
                <a:lnTo>
                  <a:pt x="1787661" y="83116"/>
                </a:lnTo>
                <a:lnTo>
                  <a:pt x="1787111" y="83381"/>
                </a:lnTo>
                <a:lnTo>
                  <a:pt x="1786568" y="83658"/>
                </a:lnTo>
                <a:lnTo>
                  <a:pt x="1786033" y="83946"/>
                </a:lnTo>
                <a:lnTo>
                  <a:pt x="1785508" y="84243"/>
                </a:lnTo>
                <a:lnTo>
                  <a:pt x="1784993" y="84548"/>
                </a:lnTo>
                <a:lnTo>
                  <a:pt x="1784488" y="84863"/>
                </a:lnTo>
                <a:lnTo>
                  <a:pt x="1783992" y="85187"/>
                </a:lnTo>
                <a:lnTo>
                  <a:pt x="1783507" y="85520"/>
                </a:lnTo>
                <a:lnTo>
                  <a:pt x="1783031" y="85862"/>
                </a:lnTo>
                <a:lnTo>
                  <a:pt x="1782565" y="86213"/>
                </a:lnTo>
                <a:lnTo>
                  <a:pt x="1782109" y="86573"/>
                </a:lnTo>
                <a:lnTo>
                  <a:pt x="1781663" y="86942"/>
                </a:lnTo>
                <a:lnTo>
                  <a:pt x="1781227" y="87320"/>
                </a:lnTo>
                <a:lnTo>
                  <a:pt x="1780801" y="87707"/>
                </a:lnTo>
                <a:lnTo>
                  <a:pt x="1780384" y="88104"/>
                </a:lnTo>
                <a:lnTo>
                  <a:pt x="1779978" y="88509"/>
                </a:lnTo>
                <a:lnTo>
                  <a:pt x="1779581" y="88923"/>
                </a:lnTo>
                <a:lnTo>
                  <a:pt x="1779194" y="89347"/>
                </a:lnTo>
                <a:lnTo>
                  <a:pt x="1778817" y="89779"/>
                </a:lnTo>
                <a:lnTo>
                  <a:pt x="1778450" y="90221"/>
                </a:lnTo>
                <a:lnTo>
                  <a:pt x="1778093" y="90672"/>
                </a:lnTo>
                <a:lnTo>
                  <a:pt x="1777745" y="91131"/>
                </a:lnTo>
                <a:lnTo>
                  <a:pt x="1777408" y="91600"/>
                </a:lnTo>
                <a:lnTo>
                  <a:pt x="1777080" y="92078"/>
                </a:lnTo>
                <a:lnTo>
                  <a:pt x="1776762" y="92565"/>
                </a:lnTo>
                <a:lnTo>
                  <a:pt x="1776454" y="93061"/>
                </a:lnTo>
                <a:lnTo>
                  <a:pt x="1776158" y="93564"/>
                </a:lnTo>
                <a:lnTo>
                  <a:pt x="1775874" y="94075"/>
                </a:lnTo>
                <a:lnTo>
                  <a:pt x="1775603" y="94594"/>
                </a:lnTo>
                <a:lnTo>
                  <a:pt x="1775344" y="95119"/>
                </a:lnTo>
                <a:lnTo>
                  <a:pt x="1775098" y="95651"/>
                </a:lnTo>
                <a:lnTo>
                  <a:pt x="1774865" y="96191"/>
                </a:lnTo>
                <a:lnTo>
                  <a:pt x="1774644" y="96737"/>
                </a:lnTo>
                <a:lnTo>
                  <a:pt x="1774436" y="97291"/>
                </a:lnTo>
                <a:lnTo>
                  <a:pt x="1774241" y="97852"/>
                </a:lnTo>
                <a:lnTo>
                  <a:pt x="1774058" y="98420"/>
                </a:lnTo>
                <a:lnTo>
                  <a:pt x="1773887" y="98995"/>
                </a:lnTo>
                <a:lnTo>
                  <a:pt x="1773730" y="99577"/>
                </a:lnTo>
                <a:lnTo>
                  <a:pt x="1773585" y="100167"/>
                </a:lnTo>
                <a:lnTo>
                  <a:pt x="1773452" y="100763"/>
                </a:lnTo>
                <a:lnTo>
                  <a:pt x="1773332" y="101367"/>
                </a:lnTo>
                <a:lnTo>
                  <a:pt x="1773225" y="101978"/>
                </a:lnTo>
                <a:lnTo>
                  <a:pt x="1773130" y="102595"/>
                </a:lnTo>
                <a:lnTo>
                  <a:pt x="1773048" y="103221"/>
                </a:lnTo>
                <a:lnTo>
                  <a:pt x="1772979" y="103853"/>
                </a:lnTo>
                <a:lnTo>
                  <a:pt x="1772922" y="104492"/>
                </a:lnTo>
                <a:lnTo>
                  <a:pt x="1772878" y="105139"/>
                </a:lnTo>
                <a:lnTo>
                  <a:pt x="1772847" y="105792"/>
                </a:lnTo>
                <a:lnTo>
                  <a:pt x="1772828" y="106453"/>
                </a:lnTo>
                <a:lnTo>
                  <a:pt x="1772821" y="107121"/>
                </a:lnTo>
                <a:lnTo>
                  <a:pt x="1772835" y="108126"/>
                </a:lnTo>
                <a:lnTo>
                  <a:pt x="1772876" y="109116"/>
                </a:lnTo>
                <a:lnTo>
                  <a:pt x="1772945" y="110089"/>
                </a:lnTo>
                <a:lnTo>
                  <a:pt x="1773041" y="111046"/>
                </a:lnTo>
                <a:lnTo>
                  <a:pt x="1773164" y="111987"/>
                </a:lnTo>
                <a:lnTo>
                  <a:pt x="1773315" y="112912"/>
                </a:lnTo>
                <a:lnTo>
                  <a:pt x="1773493" y="113821"/>
                </a:lnTo>
                <a:lnTo>
                  <a:pt x="1773699" y="114713"/>
                </a:lnTo>
                <a:lnTo>
                  <a:pt x="1773932" y="115589"/>
                </a:lnTo>
                <a:lnTo>
                  <a:pt x="1774193" y="116449"/>
                </a:lnTo>
                <a:lnTo>
                  <a:pt x="1774481" y="117293"/>
                </a:lnTo>
                <a:lnTo>
                  <a:pt x="1774796" y="118121"/>
                </a:lnTo>
                <a:lnTo>
                  <a:pt x="1775139" y="118932"/>
                </a:lnTo>
                <a:lnTo>
                  <a:pt x="1775510" y="119728"/>
                </a:lnTo>
                <a:lnTo>
                  <a:pt x="1775907" y="120507"/>
                </a:lnTo>
                <a:lnTo>
                  <a:pt x="1776333" y="121270"/>
                </a:lnTo>
                <a:lnTo>
                  <a:pt x="1776785" y="122016"/>
                </a:lnTo>
                <a:lnTo>
                  <a:pt x="1777265" y="122747"/>
                </a:lnTo>
                <a:lnTo>
                  <a:pt x="1777773" y="123461"/>
                </a:lnTo>
                <a:lnTo>
                  <a:pt x="1778308" y="124160"/>
                </a:lnTo>
                <a:lnTo>
                  <a:pt x="1778870" y="124842"/>
                </a:lnTo>
                <a:lnTo>
                  <a:pt x="1779460" y="125508"/>
                </a:lnTo>
                <a:lnTo>
                  <a:pt x="1780077" y="126157"/>
                </a:lnTo>
                <a:lnTo>
                  <a:pt x="1780722" y="126791"/>
                </a:lnTo>
                <a:lnTo>
                  <a:pt x="1781390" y="127403"/>
                </a:lnTo>
                <a:lnTo>
                  <a:pt x="1782077" y="127989"/>
                </a:lnTo>
                <a:lnTo>
                  <a:pt x="1782783" y="128550"/>
                </a:lnTo>
                <a:lnTo>
                  <a:pt x="1783509" y="129084"/>
                </a:lnTo>
                <a:lnTo>
                  <a:pt x="1784253" y="129592"/>
                </a:lnTo>
                <a:lnTo>
                  <a:pt x="1785017" y="130074"/>
                </a:lnTo>
                <a:lnTo>
                  <a:pt x="1785800" y="130530"/>
                </a:lnTo>
                <a:lnTo>
                  <a:pt x="1786603" y="130960"/>
                </a:lnTo>
                <a:lnTo>
                  <a:pt x="1787424" y="131364"/>
                </a:lnTo>
                <a:lnTo>
                  <a:pt x="1788265" y="131742"/>
                </a:lnTo>
                <a:lnTo>
                  <a:pt x="1789125" y="132094"/>
                </a:lnTo>
                <a:lnTo>
                  <a:pt x="1790004" y="132419"/>
                </a:lnTo>
                <a:lnTo>
                  <a:pt x="1790902" y="132719"/>
                </a:lnTo>
                <a:lnTo>
                  <a:pt x="1791820" y="132993"/>
                </a:lnTo>
                <a:lnTo>
                  <a:pt x="1792756" y="133240"/>
                </a:lnTo>
                <a:lnTo>
                  <a:pt x="1793712" y="133462"/>
                </a:lnTo>
                <a:lnTo>
                  <a:pt x="1794687" y="133657"/>
                </a:lnTo>
                <a:lnTo>
                  <a:pt x="1795682" y="133827"/>
                </a:lnTo>
                <a:lnTo>
                  <a:pt x="1796695" y="133970"/>
                </a:lnTo>
                <a:lnTo>
                  <a:pt x="1797728" y="134087"/>
                </a:lnTo>
                <a:lnTo>
                  <a:pt x="1798780" y="134178"/>
                </a:lnTo>
                <a:lnTo>
                  <a:pt x="1799851" y="134244"/>
                </a:lnTo>
                <a:lnTo>
                  <a:pt x="1800941" y="134283"/>
                </a:lnTo>
                <a:lnTo>
                  <a:pt x="1802050" y="134296"/>
                </a:lnTo>
                <a:lnTo>
                  <a:pt x="1802731" y="134291"/>
                </a:lnTo>
                <a:lnTo>
                  <a:pt x="1803403" y="134278"/>
                </a:lnTo>
                <a:lnTo>
                  <a:pt x="1804067" y="134256"/>
                </a:lnTo>
                <a:lnTo>
                  <a:pt x="1804723" y="134225"/>
                </a:lnTo>
                <a:lnTo>
                  <a:pt x="1805371" y="134186"/>
                </a:lnTo>
                <a:lnTo>
                  <a:pt x="1806010" y="134138"/>
                </a:lnTo>
                <a:lnTo>
                  <a:pt x="1806641" y="134081"/>
                </a:lnTo>
                <a:lnTo>
                  <a:pt x="1807264" y="134015"/>
                </a:lnTo>
                <a:lnTo>
                  <a:pt x="1807879" y="133940"/>
                </a:lnTo>
                <a:lnTo>
                  <a:pt x="1808486" y="133857"/>
                </a:lnTo>
                <a:lnTo>
                  <a:pt x="1809084" y="133765"/>
                </a:lnTo>
                <a:lnTo>
                  <a:pt x="1809674" y="133664"/>
                </a:lnTo>
                <a:lnTo>
                  <a:pt x="1810256" y="133554"/>
                </a:lnTo>
                <a:lnTo>
                  <a:pt x="1810829" y="133436"/>
                </a:lnTo>
                <a:lnTo>
                  <a:pt x="1811395" y="133309"/>
                </a:lnTo>
                <a:lnTo>
                  <a:pt x="1811952" y="133173"/>
                </a:lnTo>
                <a:lnTo>
                  <a:pt x="1812501" y="133028"/>
                </a:lnTo>
                <a:lnTo>
                  <a:pt x="1813041" y="132874"/>
                </a:lnTo>
                <a:lnTo>
                  <a:pt x="1813574" y="132712"/>
                </a:lnTo>
                <a:lnTo>
                  <a:pt x="1814098" y="132541"/>
                </a:lnTo>
                <a:lnTo>
                  <a:pt x="1814614" y="132361"/>
                </a:lnTo>
                <a:lnTo>
                  <a:pt x="1815122" y="132173"/>
                </a:lnTo>
                <a:lnTo>
                  <a:pt x="1815621" y="131975"/>
                </a:lnTo>
                <a:lnTo>
                  <a:pt x="1816113" y="131769"/>
                </a:lnTo>
                <a:lnTo>
                  <a:pt x="1816595" y="131555"/>
                </a:lnTo>
                <a:lnTo>
                  <a:pt x="1817068" y="131333"/>
                </a:lnTo>
                <a:lnTo>
                  <a:pt x="1817532" y="131105"/>
                </a:lnTo>
                <a:lnTo>
                  <a:pt x="1817987" y="130869"/>
                </a:lnTo>
                <a:lnTo>
                  <a:pt x="1818432" y="130626"/>
                </a:lnTo>
                <a:lnTo>
                  <a:pt x="1818868" y="130376"/>
                </a:lnTo>
                <a:lnTo>
                  <a:pt x="1819294" y="130119"/>
                </a:lnTo>
                <a:lnTo>
                  <a:pt x="1819712" y="129855"/>
                </a:lnTo>
                <a:lnTo>
                  <a:pt x="1820119" y="129584"/>
                </a:lnTo>
                <a:lnTo>
                  <a:pt x="1820518" y="129305"/>
                </a:lnTo>
                <a:lnTo>
                  <a:pt x="1820907" y="129020"/>
                </a:lnTo>
                <a:lnTo>
                  <a:pt x="1821287" y="128727"/>
                </a:lnTo>
                <a:lnTo>
                  <a:pt x="1821658" y="128427"/>
                </a:lnTo>
                <a:lnTo>
                  <a:pt x="1822019" y="128120"/>
                </a:lnTo>
                <a:lnTo>
                  <a:pt x="1822371" y="127806"/>
                </a:lnTo>
                <a:lnTo>
                  <a:pt x="1822713" y="127485"/>
                </a:lnTo>
                <a:lnTo>
                  <a:pt x="1823046" y="127157"/>
                </a:lnTo>
                <a:lnTo>
                  <a:pt x="1823370" y="126822"/>
                </a:lnTo>
                <a:lnTo>
                  <a:pt x="1823685" y="126479"/>
                </a:lnTo>
                <a:lnTo>
                  <a:pt x="1823990" y="126129"/>
                </a:lnTo>
                <a:lnTo>
                  <a:pt x="1824286" y="125773"/>
                </a:lnTo>
                <a:lnTo>
                  <a:pt x="1824572" y="125409"/>
                </a:lnTo>
                <a:lnTo>
                  <a:pt x="1824849" y="125038"/>
                </a:lnTo>
                <a:lnTo>
                  <a:pt x="1825117" y="124660"/>
                </a:lnTo>
                <a:lnTo>
                  <a:pt x="1825375" y="124275"/>
                </a:lnTo>
                <a:lnTo>
                  <a:pt x="1825622" y="123884"/>
                </a:lnTo>
                <a:lnTo>
                  <a:pt x="1825858" y="123487"/>
                </a:lnTo>
                <a:lnTo>
                  <a:pt x="1826083" y="123084"/>
                </a:lnTo>
                <a:lnTo>
                  <a:pt x="1826297" y="122675"/>
                </a:lnTo>
                <a:lnTo>
                  <a:pt x="1826500" y="122260"/>
                </a:lnTo>
                <a:lnTo>
                  <a:pt x="1826692" y="121838"/>
                </a:lnTo>
                <a:lnTo>
                  <a:pt x="1826873" y="121411"/>
                </a:lnTo>
                <a:lnTo>
                  <a:pt x="1827043" y="120978"/>
                </a:lnTo>
                <a:lnTo>
                  <a:pt x="1827202" y="120539"/>
                </a:lnTo>
                <a:lnTo>
                  <a:pt x="1827350" y="120094"/>
                </a:lnTo>
                <a:lnTo>
                  <a:pt x="1827488" y="119643"/>
                </a:lnTo>
                <a:lnTo>
                  <a:pt x="1827614" y="119185"/>
                </a:lnTo>
                <a:lnTo>
                  <a:pt x="1827729" y="118722"/>
                </a:lnTo>
                <a:lnTo>
                  <a:pt x="1827833" y="118253"/>
                </a:lnTo>
                <a:lnTo>
                  <a:pt x="1827927" y="117777"/>
                </a:lnTo>
                <a:lnTo>
                  <a:pt x="1828009" y="117296"/>
                </a:lnTo>
                <a:lnTo>
                  <a:pt x="1828065" y="116916"/>
                </a:lnTo>
                <a:lnTo>
                  <a:pt x="1828437" y="116916"/>
                </a:lnTo>
                <a:lnTo>
                  <a:pt x="1828437" y="132717"/>
                </a:lnTo>
                <a:lnTo>
                  <a:pt x="1842497" y="132717"/>
                </a:lnTo>
                <a:lnTo>
                  <a:pt x="1842497" y="72993"/>
                </a:lnTo>
                <a:lnTo>
                  <a:pt x="1842482" y="71871"/>
                </a:lnTo>
                <a:lnTo>
                  <a:pt x="1842438" y="70770"/>
                </a:lnTo>
                <a:close/>
                <a:moveTo>
                  <a:pt x="1801493" y="122028"/>
                </a:moveTo>
                <a:lnTo>
                  <a:pt x="1800866" y="121933"/>
                </a:lnTo>
                <a:lnTo>
                  <a:pt x="1800251" y="121824"/>
                </a:lnTo>
                <a:lnTo>
                  <a:pt x="1799650" y="121701"/>
                </a:lnTo>
                <a:lnTo>
                  <a:pt x="1799061" y="121563"/>
                </a:lnTo>
                <a:lnTo>
                  <a:pt x="1798486" y="121410"/>
                </a:lnTo>
                <a:lnTo>
                  <a:pt x="1797923" y="121243"/>
                </a:lnTo>
                <a:lnTo>
                  <a:pt x="1797373" y="121061"/>
                </a:lnTo>
                <a:lnTo>
                  <a:pt x="1796836" y="120865"/>
                </a:lnTo>
                <a:lnTo>
                  <a:pt x="1796312" y="120654"/>
                </a:lnTo>
                <a:lnTo>
                  <a:pt x="1795801" y="120428"/>
                </a:lnTo>
                <a:lnTo>
                  <a:pt x="1795303" y="120189"/>
                </a:lnTo>
                <a:lnTo>
                  <a:pt x="1794817" y="119934"/>
                </a:lnTo>
                <a:lnTo>
                  <a:pt x="1794345" y="119665"/>
                </a:lnTo>
                <a:lnTo>
                  <a:pt x="1793885" y="119382"/>
                </a:lnTo>
                <a:lnTo>
                  <a:pt x="1793438" y="119084"/>
                </a:lnTo>
                <a:lnTo>
                  <a:pt x="1793005" y="118771"/>
                </a:lnTo>
                <a:lnTo>
                  <a:pt x="1792584" y="118444"/>
                </a:lnTo>
                <a:lnTo>
                  <a:pt x="1792176" y="118102"/>
                </a:lnTo>
                <a:lnTo>
                  <a:pt x="1791782" y="117748"/>
                </a:lnTo>
                <a:lnTo>
                  <a:pt x="1791406" y="117383"/>
                </a:lnTo>
                <a:lnTo>
                  <a:pt x="1791046" y="117007"/>
                </a:lnTo>
                <a:lnTo>
                  <a:pt x="1790703" y="116621"/>
                </a:lnTo>
                <a:lnTo>
                  <a:pt x="1790377" y="116224"/>
                </a:lnTo>
                <a:lnTo>
                  <a:pt x="1790067" y="115816"/>
                </a:lnTo>
                <a:lnTo>
                  <a:pt x="1789774" y="115397"/>
                </a:lnTo>
                <a:lnTo>
                  <a:pt x="1789498" y="114968"/>
                </a:lnTo>
                <a:lnTo>
                  <a:pt x="1789239" y="114528"/>
                </a:lnTo>
                <a:lnTo>
                  <a:pt x="1788996" y="114078"/>
                </a:lnTo>
                <a:lnTo>
                  <a:pt x="1788770" y="113617"/>
                </a:lnTo>
                <a:lnTo>
                  <a:pt x="1788561" y="113145"/>
                </a:lnTo>
                <a:lnTo>
                  <a:pt x="1788369" y="112662"/>
                </a:lnTo>
                <a:lnTo>
                  <a:pt x="1788193" y="112169"/>
                </a:lnTo>
                <a:lnTo>
                  <a:pt x="1788034" y="111665"/>
                </a:lnTo>
                <a:lnTo>
                  <a:pt x="1787892" y="111150"/>
                </a:lnTo>
                <a:lnTo>
                  <a:pt x="1787766" y="110625"/>
                </a:lnTo>
                <a:lnTo>
                  <a:pt x="1787657" y="110089"/>
                </a:lnTo>
                <a:lnTo>
                  <a:pt x="1787565" y="109542"/>
                </a:lnTo>
                <a:lnTo>
                  <a:pt x="1787490" y="108985"/>
                </a:lnTo>
                <a:lnTo>
                  <a:pt x="1787432" y="108417"/>
                </a:lnTo>
                <a:lnTo>
                  <a:pt x="1787390" y="107838"/>
                </a:lnTo>
                <a:lnTo>
                  <a:pt x="1787365" y="107248"/>
                </a:lnTo>
                <a:lnTo>
                  <a:pt x="1787356" y="106648"/>
                </a:lnTo>
                <a:lnTo>
                  <a:pt x="1787364" y="106074"/>
                </a:lnTo>
                <a:lnTo>
                  <a:pt x="1787386" y="105509"/>
                </a:lnTo>
                <a:lnTo>
                  <a:pt x="1787424" y="104953"/>
                </a:lnTo>
                <a:lnTo>
                  <a:pt x="1787477" y="104407"/>
                </a:lnTo>
                <a:lnTo>
                  <a:pt x="1787545" y="103871"/>
                </a:lnTo>
                <a:lnTo>
                  <a:pt x="1787628" y="103345"/>
                </a:lnTo>
                <a:lnTo>
                  <a:pt x="1787726" y="102828"/>
                </a:lnTo>
                <a:lnTo>
                  <a:pt x="1787839" y="102320"/>
                </a:lnTo>
                <a:lnTo>
                  <a:pt x="1787967" y="101823"/>
                </a:lnTo>
                <a:lnTo>
                  <a:pt x="1788111" y="101335"/>
                </a:lnTo>
                <a:lnTo>
                  <a:pt x="1788269" y="100856"/>
                </a:lnTo>
                <a:lnTo>
                  <a:pt x="1788442" y="100387"/>
                </a:lnTo>
                <a:lnTo>
                  <a:pt x="1788631" y="99928"/>
                </a:lnTo>
                <a:lnTo>
                  <a:pt x="1788835" y="99478"/>
                </a:lnTo>
                <a:lnTo>
                  <a:pt x="1789053" y="99038"/>
                </a:lnTo>
                <a:lnTo>
                  <a:pt x="1789287" y="98608"/>
                </a:lnTo>
                <a:lnTo>
                  <a:pt x="1789536" y="98187"/>
                </a:lnTo>
                <a:lnTo>
                  <a:pt x="1789800" y="97776"/>
                </a:lnTo>
                <a:lnTo>
                  <a:pt x="1790079" y="97374"/>
                </a:lnTo>
                <a:lnTo>
                  <a:pt x="1790373" y="96982"/>
                </a:lnTo>
                <a:lnTo>
                  <a:pt x="1790682" y="96600"/>
                </a:lnTo>
                <a:lnTo>
                  <a:pt x="1791007" y="96227"/>
                </a:lnTo>
                <a:lnTo>
                  <a:pt x="1791346" y="95864"/>
                </a:lnTo>
                <a:lnTo>
                  <a:pt x="1791701" y="95510"/>
                </a:lnTo>
                <a:lnTo>
                  <a:pt x="1792067" y="95168"/>
                </a:lnTo>
                <a:lnTo>
                  <a:pt x="1792443" y="94841"/>
                </a:lnTo>
                <a:lnTo>
                  <a:pt x="1792828" y="94529"/>
                </a:lnTo>
                <a:lnTo>
                  <a:pt x="1793222" y="94231"/>
                </a:lnTo>
                <a:lnTo>
                  <a:pt x="1793625" y="93947"/>
                </a:lnTo>
                <a:lnTo>
                  <a:pt x="1794037" y="93678"/>
                </a:lnTo>
                <a:lnTo>
                  <a:pt x="1794458" y="93424"/>
                </a:lnTo>
                <a:lnTo>
                  <a:pt x="1794888" y="93184"/>
                </a:lnTo>
                <a:lnTo>
                  <a:pt x="1795327" y="92958"/>
                </a:lnTo>
                <a:lnTo>
                  <a:pt x="1795775" y="92747"/>
                </a:lnTo>
                <a:lnTo>
                  <a:pt x="1796232" y="92551"/>
                </a:lnTo>
                <a:lnTo>
                  <a:pt x="1796698" y="92369"/>
                </a:lnTo>
                <a:lnTo>
                  <a:pt x="1797174" y="92202"/>
                </a:lnTo>
                <a:lnTo>
                  <a:pt x="1797658" y="92049"/>
                </a:lnTo>
                <a:lnTo>
                  <a:pt x="1798151" y="91911"/>
                </a:lnTo>
                <a:lnTo>
                  <a:pt x="1798653" y="91788"/>
                </a:lnTo>
                <a:lnTo>
                  <a:pt x="1799165" y="91679"/>
                </a:lnTo>
                <a:lnTo>
                  <a:pt x="1799685" y="91584"/>
                </a:lnTo>
                <a:lnTo>
                  <a:pt x="1800215" y="91504"/>
                </a:lnTo>
                <a:lnTo>
                  <a:pt x="1800753" y="91439"/>
                </a:lnTo>
                <a:lnTo>
                  <a:pt x="1801301" y="91388"/>
                </a:lnTo>
                <a:lnTo>
                  <a:pt x="1801857" y="91352"/>
                </a:lnTo>
                <a:lnTo>
                  <a:pt x="1802423" y="91330"/>
                </a:lnTo>
                <a:lnTo>
                  <a:pt x="1802998" y="91322"/>
                </a:lnTo>
                <a:lnTo>
                  <a:pt x="1828278" y="91322"/>
                </a:lnTo>
                <a:lnTo>
                  <a:pt x="1828278" y="103488"/>
                </a:lnTo>
                <a:lnTo>
                  <a:pt x="1828267" y="104205"/>
                </a:lnTo>
                <a:lnTo>
                  <a:pt x="1828235" y="104910"/>
                </a:lnTo>
                <a:lnTo>
                  <a:pt x="1828182" y="105603"/>
                </a:lnTo>
                <a:lnTo>
                  <a:pt x="1828107" y="106283"/>
                </a:lnTo>
                <a:lnTo>
                  <a:pt x="1828010" y="106950"/>
                </a:lnTo>
                <a:lnTo>
                  <a:pt x="1827893" y="107605"/>
                </a:lnTo>
                <a:lnTo>
                  <a:pt x="1827754" y="108247"/>
                </a:lnTo>
                <a:lnTo>
                  <a:pt x="1827593" y="108877"/>
                </a:lnTo>
                <a:lnTo>
                  <a:pt x="1827411" y="109493"/>
                </a:lnTo>
                <a:lnTo>
                  <a:pt x="1827208" y="110098"/>
                </a:lnTo>
                <a:lnTo>
                  <a:pt x="1826983" y="110689"/>
                </a:lnTo>
                <a:lnTo>
                  <a:pt x="1826737" y="111269"/>
                </a:lnTo>
                <a:lnTo>
                  <a:pt x="1826470" y="111835"/>
                </a:lnTo>
                <a:lnTo>
                  <a:pt x="1826181" y="112389"/>
                </a:lnTo>
                <a:lnTo>
                  <a:pt x="1825871" y="112930"/>
                </a:lnTo>
                <a:lnTo>
                  <a:pt x="1825539" y="113459"/>
                </a:lnTo>
                <a:lnTo>
                  <a:pt x="1825186" y="113975"/>
                </a:lnTo>
                <a:lnTo>
                  <a:pt x="1824812" y="114478"/>
                </a:lnTo>
                <a:lnTo>
                  <a:pt x="1824416" y="114969"/>
                </a:lnTo>
                <a:lnTo>
                  <a:pt x="1823999" y="115447"/>
                </a:lnTo>
                <a:lnTo>
                  <a:pt x="1823560" y="115913"/>
                </a:lnTo>
                <a:lnTo>
                  <a:pt x="1823100" y="116366"/>
                </a:lnTo>
                <a:lnTo>
                  <a:pt x="1822619" y="116806"/>
                </a:lnTo>
                <a:lnTo>
                  <a:pt x="1822116" y="117234"/>
                </a:lnTo>
                <a:lnTo>
                  <a:pt x="1821595" y="117647"/>
                </a:lnTo>
                <a:lnTo>
                  <a:pt x="1821059" y="118042"/>
                </a:lnTo>
                <a:lnTo>
                  <a:pt x="1820509" y="118419"/>
                </a:lnTo>
                <a:lnTo>
                  <a:pt x="1819943" y="118779"/>
                </a:lnTo>
                <a:lnTo>
                  <a:pt x="1819363" y="119121"/>
                </a:lnTo>
                <a:lnTo>
                  <a:pt x="1818768" y="119446"/>
                </a:lnTo>
                <a:lnTo>
                  <a:pt x="1818158" y="119753"/>
                </a:lnTo>
                <a:lnTo>
                  <a:pt x="1817534" y="120043"/>
                </a:lnTo>
                <a:lnTo>
                  <a:pt x="1816894" y="120315"/>
                </a:lnTo>
                <a:lnTo>
                  <a:pt x="1816240" y="120569"/>
                </a:lnTo>
                <a:lnTo>
                  <a:pt x="1815571" y="120806"/>
                </a:lnTo>
                <a:lnTo>
                  <a:pt x="1814887" y="121026"/>
                </a:lnTo>
                <a:lnTo>
                  <a:pt x="1814189" y="121228"/>
                </a:lnTo>
                <a:lnTo>
                  <a:pt x="1813475" y="121412"/>
                </a:lnTo>
                <a:lnTo>
                  <a:pt x="1812747" y="121579"/>
                </a:lnTo>
                <a:lnTo>
                  <a:pt x="1812004" y="121728"/>
                </a:lnTo>
                <a:lnTo>
                  <a:pt x="1811246" y="121860"/>
                </a:lnTo>
                <a:lnTo>
                  <a:pt x="1810474" y="121974"/>
                </a:lnTo>
                <a:lnTo>
                  <a:pt x="1809686" y="122070"/>
                </a:lnTo>
                <a:lnTo>
                  <a:pt x="1808884" y="122149"/>
                </a:lnTo>
                <a:lnTo>
                  <a:pt x="1808067" y="122211"/>
                </a:lnTo>
                <a:lnTo>
                  <a:pt x="1807235" y="122255"/>
                </a:lnTo>
                <a:lnTo>
                  <a:pt x="1806388" y="122281"/>
                </a:lnTo>
                <a:lnTo>
                  <a:pt x="1805527" y="122290"/>
                </a:lnTo>
                <a:lnTo>
                  <a:pt x="1804822" y="122282"/>
                </a:lnTo>
                <a:lnTo>
                  <a:pt x="1804131" y="122261"/>
                </a:lnTo>
                <a:lnTo>
                  <a:pt x="1803452" y="122224"/>
                </a:lnTo>
                <a:lnTo>
                  <a:pt x="1802786" y="122173"/>
                </a:lnTo>
                <a:lnTo>
                  <a:pt x="1802133" y="122108"/>
                </a:lnTo>
                <a:lnTo>
                  <a:pt x="1801493" y="122028"/>
                </a:lnTo>
                <a:close/>
                <a:moveTo>
                  <a:pt x="2029190" y="70770"/>
                </a:moveTo>
                <a:lnTo>
                  <a:pt x="2029117" y="69690"/>
                </a:lnTo>
                <a:lnTo>
                  <a:pt x="2029014" y="68631"/>
                </a:lnTo>
                <a:lnTo>
                  <a:pt x="2028882" y="67592"/>
                </a:lnTo>
                <a:lnTo>
                  <a:pt x="2028721" y="66574"/>
                </a:lnTo>
                <a:lnTo>
                  <a:pt x="2028530" y="65578"/>
                </a:lnTo>
                <a:lnTo>
                  <a:pt x="2028310" y="64602"/>
                </a:lnTo>
                <a:lnTo>
                  <a:pt x="2028061" y="63647"/>
                </a:lnTo>
                <a:lnTo>
                  <a:pt x="2027782" y="62713"/>
                </a:lnTo>
                <a:lnTo>
                  <a:pt x="2027474" y="61799"/>
                </a:lnTo>
                <a:lnTo>
                  <a:pt x="2027136" y="60907"/>
                </a:lnTo>
                <a:lnTo>
                  <a:pt x="2026769" y="60035"/>
                </a:lnTo>
                <a:lnTo>
                  <a:pt x="2026373" y="59184"/>
                </a:lnTo>
                <a:lnTo>
                  <a:pt x="2025947" y="58354"/>
                </a:lnTo>
                <a:lnTo>
                  <a:pt x="2025493" y="57545"/>
                </a:lnTo>
                <a:lnTo>
                  <a:pt x="2025008" y="56757"/>
                </a:lnTo>
                <a:lnTo>
                  <a:pt x="2024495" y="55990"/>
                </a:lnTo>
                <a:lnTo>
                  <a:pt x="2023952" y="55243"/>
                </a:lnTo>
                <a:lnTo>
                  <a:pt x="2023379" y="54518"/>
                </a:lnTo>
                <a:lnTo>
                  <a:pt x="2022778" y="53813"/>
                </a:lnTo>
                <a:lnTo>
                  <a:pt x="2022147" y="53129"/>
                </a:lnTo>
                <a:lnTo>
                  <a:pt x="2021486" y="52466"/>
                </a:lnTo>
                <a:lnTo>
                  <a:pt x="2020797" y="51823"/>
                </a:lnTo>
                <a:lnTo>
                  <a:pt x="2020080" y="51204"/>
                </a:lnTo>
                <a:lnTo>
                  <a:pt x="2019337" y="50612"/>
                </a:lnTo>
                <a:lnTo>
                  <a:pt x="2018569" y="50046"/>
                </a:lnTo>
                <a:lnTo>
                  <a:pt x="2017775" y="49506"/>
                </a:lnTo>
                <a:lnTo>
                  <a:pt x="2016956" y="48992"/>
                </a:lnTo>
                <a:lnTo>
                  <a:pt x="2016111" y="48505"/>
                </a:lnTo>
                <a:lnTo>
                  <a:pt x="2015241" y="48044"/>
                </a:lnTo>
                <a:lnTo>
                  <a:pt x="2014345" y="47610"/>
                </a:lnTo>
                <a:lnTo>
                  <a:pt x="2013424" y="47202"/>
                </a:lnTo>
                <a:lnTo>
                  <a:pt x="2012477" y="46820"/>
                </a:lnTo>
                <a:lnTo>
                  <a:pt x="2011505" y="46464"/>
                </a:lnTo>
                <a:lnTo>
                  <a:pt x="2010507" y="46135"/>
                </a:lnTo>
                <a:lnTo>
                  <a:pt x="2009484" y="45832"/>
                </a:lnTo>
                <a:lnTo>
                  <a:pt x="2008435" y="45556"/>
                </a:lnTo>
                <a:lnTo>
                  <a:pt x="2007361" y="45305"/>
                </a:lnTo>
                <a:lnTo>
                  <a:pt x="2006261" y="45082"/>
                </a:lnTo>
                <a:lnTo>
                  <a:pt x="2005136" y="44884"/>
                </a:lnTo>
                <a:lnTo>
                  <a:pt x="2003985" y="44713"/>
                </a:lnTo>
                <a:lnTo>
                  <a:pt x="2002808" y="44568"/>
                </a:lnTo>
                <a:lnTo>
                  <a:pt x="2001606" y="44450"/>
                </a:lnTo>
                <a:lnTo>
                  <a:pt x="2000379" y="44357"/>
                </a:lnTo>
                <a:lnTo>
                  <a:pt x="1999126" y="44292"/>
                </a:lnTo>
                <a:lnTo>
                  <a:pt x="1997848" y="44252"/>
                </a:lnTo>
                <a:lnTo>
                  <a:pt x="1996544" y="44239"/>
                </a:lnTo>
                <a:lnTo>
                  <a:pt x="1995343" y="44250"/>
                </a:lnTo>
                <a:lnTo>
                  <a:pt x="1994161" y="44285"/>
                </a:lnTo>
                <a:lnTo>
                  <a:pt x="1993000" y="44344"/>
                </a:lnTo>
                <a:lnTo>
                  <a:pt x="1991859" y="44425"/>
                </a:lnTo>
                <a:lnTo>
                  <a:pt x="1990738" y="44530"/>
                </a:lnTo>
                <a:lnTo>
                  <a:pt x="1989637" y="44658"/>
                </a:lnTo>
                <a:lnTo>
                  <a:pt x="1988556" y="44810"/>
                </a:lnTo>
                <a:lnTo>
                  <a:pt x="1987495" y="44985"/>
                </a:lnTo>
                <a:lnTo>
                  <a:pt x="1986453" y="45183"/>
                </a:lnTo>
                <a:lnTo>
                  <a:pt x="1985432" y="45404"/>
                </a:lnTo>
                <a:lnTo>
                  <a:pt x="1984431" y="45649"/>
                </a:lnTo>
                <a:lnTo>
                  <a:pt x="1983450" y="45917"/>
                </a:lnTo>
                <a:lnTo>
                  <a:pt x="1982490" y="46209"/>
                </a:lnTo>
                <a:lnTo>
                  <a:pt x="1981549" y="46524"/>
                </a:lnTo>
                <a:lnTo>
                  <a:pt x="1980628" y="46862"/>
                </a:lnTo>
                <a:lnTo>
                  <a:pt x="1979727" y="47223"/>
                </a:lnTo>
                <a:lnTo>
                  <a:pt x="1978846" y="47608"/>
                </a:lnTo>
                <a:lnTo>
                  <a:pt x="1977985" y="48016"/>
                </a:lnTo>
                <a:lnTo>
                  <a:pt x="1977144" y="48447"/>
                </a:lnTo>
                <a:lnTo>
                  <a:pt x="1976324" y="48901"/>
                </a:lnTo>
                <a:lnTo>
                  <a:pt x="1975523" y="49379"/>
                </a:lnTo>
                <a:lnTo>
                  <a:pt x="1974742" y="49881"/>
                </a:lnTo>
                <a:lnTo>
                  <a:pt x="1973981" y="50405"/>
                </a:lnTo>
                <a:lnTo>
                  <a:pt x="1973241" y="50953"/>
                </a:lnTo>
                <a:lnTo>
                  <a:pt x="1972524" y="51519"/>
                </a:lnTo>
                <a:lnTo>
                  <a:pt x="1971835" y="52097"/>
                </a:lnTo>
                <a:lnTo>
                  <a:pt x="1971173" y="52687"/>
                </a:lnTo>
                <a:lnTo>
                  <a:pt x="1970539" y="53290"/>
                </a:lnTo>
                <a:lnTo>
                  <a:pt x="1969933" y="53905"/>
                </a:lnTo>
                <a:lnTo>
                  <a:pt x="1969355" y="54532"/>
                </a:lnTo>
                <a:lnTo>
                  <a:pt x="1968804" y="55172"/>
                </a:lnTo>
                <a:lnTo>
                  <a:pt x="1968282" y="55824"/>
                </a:lnTo>
                <a:lnTo>
                  <a:pt x="1967786" y="56489"/>
                </a:lnTo>
                <a:lnTo>
                  <a:pt x="1967319" y="57166"/>
                </a:lnTo>
                <a:lnTo>
                  <a:pt x="1966879" y="57855"/>
                </a:lnTo>
                <a:lnTo>
                  <a:pt x="1966467" y="58556"/>
                </a:lnTo>
                <a:lnTo>
                  <a:pt x="1966082" y="59270"/>
                </a:lnTo>
                <a:lnTo>
                  <a:pt x="1965726" y="59996"/>
                </a:lnTo>
                <a:lnTo>
                  <a:pt x="1965397" y="60735"/>
                </a:lnTo>
                <a:lnTo>
                  <a:pt x="1965095" y="61486"/>
                </a:lnTo>
                <a:lnTo>
                  <a:pt x="1964822" y="62249"/>
                </a:lnTo>
                <a:lnTo>
                  <a:pt x="1964576" y="63025"/>
                </a:lnTo>
                <a:lnTo>
                  <a:pt x="1964357" y="63812"/>
                </a:lnTo>
                <a:lnTo>
                  <a:pt x="1964167" y="64613"/>
                </a:lnTo>
                <a:lnTo>
                  <a:pt x="1964004" y="65425"/>
                </a:lnTo>
                <a:lnTo>
                  <a:pt x="1963869" y="66250"/>
                </a:lnTo>
                <a:lnTo>
                  <a:pt x="1963761" y="67088"/>
                </a:lnTo>
                <a:lnTo>
                  <a:pt x="1963682" y="67937"/>
                </a:lnTo>
                <a:lnTo>
                  <a:pt x="1977901" y="67937"/>
                </a:lnTo>
                <a:lnTo>
                  <a:pt x="1977935" y="67494"/>
                </a:lnTo>
                <a:lnTo>
                  <a:pt x="1977986" y="67059"/>
                </a:lnTo>
                <a:lnTo>
                  <a:pt x="1978054" y="66632"/>
                </a:lnTo>
                <a:lnTo>
                  <a:pt x="1978138" y="66213"/>
                </a:lnTo>
                <a:lnTo>
                  <a:pt x="1978238" y="65802"/>
                </a:lnTo>
                <a:lnTo>
                  <a:pt x="1978355" y="65400"/>
                </a:lnTo>
                <a:lnTo>
                  <a:pt x="1978488" y="65006"/>
                </a:lnTo>
                <a:lnTo>
                  <a:pt x="1978638" y="64620"/>
                </a:lnTo>
                <a:lnTo>
                  <a:pt x="1978804" y="64242"/>
                </a:lnTo>
                <a:lnTo>
                  <a:pt x="1978987" y="63873"/>
                </a:lnTo>
                <a:lnTo>
                  <a:pt x="1979186" y="63511"/>
                </a:lnTo>
                <a:lnTo>
                  <a:pt x="1979401" y="63158"/>
                </a:lnTo>
                <a:lnTo>
                  <a:pt x="1979634" y="62814"/>
                </a:lnTo>
                <a:lnTo>
                  <a:pt x="1979882" y="62477"/>
                </a:lnTo>
                <a:lnTo>
                  <a:pt x="1980147" y="62149"/>
                </a:lnTo>
                <a:lnTo>
                  <a:pt x="1980428" y="61829"/>
                </a:lnTo>
                <a:lnTo>
                  <a:pt x="1980726" y="61517"/>
                </a:lnTo>
                <a:lnTo>
                  <a:pt x="1981041" y="61213"/>
                </a:lnTo>
                <a:lnTo>
                  <a:pt x="1981371" y="60918"/>
                </a:lnTo>
                <a:lnTo>
                  <a:pt x="1981719" y="60631"/>
                </a:lnTo>
                <a:lnTo>
                  <a:pt x="1982082" y="60352"/>
                </a:lnTo>
                <a:lnTo>
                  <a:pt x="1982462" y="60081"/>
                </a:lnTo>
                <a:lnTo>
                  <a:pt x="1982859" y="59819"/>
                </a:lnTo>
                <a:lnTo>
                  <a:pt x="1983272" y="59565"/>
                </a:lnTo>
                <a:lnTo>
                  <a:pt x="1983699" y="59320"/>
                </a:lnTo>
                <a:lnTo>
                  <a:pt x="1984137" y="59085"/>
                </a:lnTo>
                <a:lnTo>
                  <a:pt x="1984585" y="58861"/>
                </a:lnTo>
                <a:lnTo>
                  <a:pt x="1985045" y="58647"/>
                </a:lnTo>
                <a:lnTo>
                  <a:pt x="1985516" y="58444"/>
                </a:lnTo>
                <a:lnTo>
                  <a:pt x="1985997" y="58251"/>
                </a:lnTo>
                <a:lnTo>
                  <a:pt x="1986490" y="58069"/>
                </a:lnTo>
                <a:lnTo>
                  <a:pt x="1986994" y="57897"/>
                </a:lnTo>
                <a:lnTo>
                  <a:pt x="1987508" y="57735"/>
                </a:lnTo>
                <a:lnTo>
                  <a:pt x="1988034" y="57584"/>
                </a:lnTo>
                <a:lnTo>
                  <a:pt x="1988570" y="57444"/>
                </a:lnTo>
                <a:lnTo>
                  <a:pt x="1989118" y="57313"/>
                </a:lnTo>
                <a:lnTo>
                  <a:pt x="1989676" y="57194"/>
                </a:lnTo>
                <a:lnTo>
                  <a:pt x="1990246" y="57084"/>
                </a:lnTo>
                <a:lnTo>
                  <a:pt x="1990826" y="56985"/>
                </a:lnTo>
                <a:lnTo>
                  <a:pt x="1991417" y="56897"/>
                </a:lnTo>
                <a:lnTo>
                  <a:pt x="1992020" y="56818"/>
                </a:lnTo>
                <a:lnTo>
                  <a:pt x="1992633" y="56751"/>
                </a:lnTo>
                <a:lnTo>
                  <a:pt x="1993258" y="56693"/>
                </a:lnTo>
                <a:lnTo>
                  <a:pt x="1993893" y="56646"/>
                </a:lnTo>
                <a:lnTo>
                  <a:pt x="1994539" y="56610"/>
                </a:lnTo>
                <a:lnTo>
                  <a:pt x="1995196" y="56584"/>
                </a:lnTo>
                <a:lnTo>
                  <a:pt x="1995865" y="56568"/>
                </a:lnTo>
                <a:lnTo>
                  <a:pt x="1996544" y="56563"/>
                </a:lnTo>
                <a:lnTo>
                  <a:pt x="1997312" y="56570"/>
                </a:lnTo>
                <a:lnTo>
                  <a:pt x="1998065" y="56592"/>
                </a:lnTo>
                <a:lnTo>
                  <a:pt x="1998800" y="56628"/>
                </a:lnTo>
                <a:lnTo>
                  <a:pt x="1999520" y="56679"/>
                </a:lnTo>
                <a:lnTo>
                  <a:pt x="2000222" y="56745"/>
                </a:lnTo>
                <a:lnTo>
                  <a:pt x="2000909" y="56825"/>
                </a:lnTo>
                <a:lnTo>
                  <a:pt x="2001579" y="56919"/>
                </a:lnTo>
                <a:lnTo>
                  <a:pt x="2002232" y="57028"/>
                </a:lnTo>
                <a:lnTo>
                  <a:pt x="2002869" y="57152"/>
                </a:lnTo>
                <a:lnTo>
                  <a:pt x="2003489" y="57290"/>
                </a:lnTo>
                <a:lnTo>
                  <a:pt x="2004093" y="57443"/>
                </a:lnTo>
                <a:lnTo>
                  <a:pt x="2004681" y="57610"/>
                </a:lnTo>
                <a:lnTo>
                  <a:pt x="2005252" y="57792"/>
                </a:lnTo>
                <a:lnTo>
                  <a:pt x="2005807" y="57988"/>
                </a:lnTo>
                <a:lnTo>
                  <a:pt x="2006345" y="58199"/>
                </a:lnTo>
                <a:lnTo>
                  <a:pt x="2006866" y="58424"/>
                </a:lnTo>
                <a:lnTo>
                  <a:pt x="2007372" y="58664"/>
                </a:lnTo>
                <a:lnTo>
                  <a:pt x="2007860" y="58919"/>
                </a:lnTo>
                <a:lnTo>
                  <a:pt x="2008333" y="59188"/>
                </a:lnTo>
                <a:lnTo>
                  <a:pt x="2008788" y="59471"/>
                </a:lnTo>
                <a:lnTo>
                  <a:pt x="2009228" y="59769"/>
                </a:lnTo>
                <a:lnTo>
                  <a:pt x="2009651" y="60082"/>
                </a:lnTo>
                <a:lnTo>
                  <a:pt x="2010057" y="60409"/>
                </a:lnTo>
                <a:lnTo>
                  <a:pt x="2010447" y="60751"/>
                </a:lnTo>
                <a:lnTo>
                  <a:pt x="2010821" y="61107"/>
                </a:lnTo>
                <a:lnTo>
                  <a:pt x="2011179" y="61478"/>
                </a:lnTo>
                <a:lnTo>
                  <a:pt x="2011521" y="61865"/>
                </a:lnTo>
                <a:lnTo>
                  <a:pt x="2011847" y="62266"/>
                </a:lnTo>
                <a:lnTo>
                  <a:pt x="2012158" y="62683"/>
                </a:lnTo>
                <a:lnTo>
                  <a:pt x="2012452" y="63115"/>
                </a:lnTo>
                <a:lnTo>
                  <a:pt x="2012731" y="63562"/>
                </a:lnTo>
                <a:lnTo>
                  <a:pt x="2012993" y="64024"/>
                </a:lnTo>
                <a:lnTo>
                  <a:pt x="2013240" y="64501"/>
                </a:lnTo>
                <a:lnTo>
                  <a:pt x="2013471" y="64993"/>
                </a:lnTo>
                <a:lnTo>
                  <a:pt x="2013685" y="65500"/>
                </a:lnTo>
                <a:lnTo>
                  <a:pt x="2013884" y="66023"/>
                </a:lnTo>
                <a:lnTo>
                  <a:pt x="2014067" y="66560"/>
                </a:lnTo>
                <a:lnTo>
                  <a:pt x="2014234" y="67113"/>
                </a:lnTo>
                <a:lnTo>
                  <a:pt x="2014386" y="67680"/>
                </a:lnTo>
                <a:lnTo>
                  <a:pt x="2014521" y="68263"/>
                </a:lnTo>
                <a:lnTo>
                  <a:pt x="2014640" y="68861"/>
                </a:lnTo>
                <a:lnTo>
                  <a:pt x="2014744" y="69474"/>
                </a:lnTo>
                <a:lnTo>
                  <a:pt x="2014831" y="70102"/>
                </a:lnTo>
                <a:lnTo>
                  <a:pt x="2014903" y="70745"/>
                </a:lnTo>
                <a:lnTo>
                  <a:pt x="2014958" y="71403"/>
                </a:lnTo>
                <a:lnTo>
                  <a:pt x="2014998" y="72076"/>
                </a:lnTo>
                <a:lnTo>
                  <a:pt x="2015022" y="72764"/>
                </a:lnTo>
                <a:lnTo>
                  <a:pt x="2015030" y="73468"/>
                </a:lnTo>
                <a:lnTo>
                  <a:pt x="2015030" y="80262"/>
                </a:lnTo>
                <a:lnTo>
                  <a:pt x="1988171" y="80262"/>
                </a:lnTo>
                <a:lnTo>
                  <a:pt x="1987476" y="80267"/>
                </a:lnTo>
                <a:lnTo>
                  <a:pt x="1986789" y="80285"/>
                </a:lnTo>
                <a:lnTo>
                  <a:pt x="1986107" y="80315"/>
                </a:lnTo>
                <a:lnTo>
                  <a:pt x="1985433" y="80356"/>
                </a:lnTo>
                <a:lnTo>
                  <a:pt x="1984764" y="80409"/>
                </a:lnTo>
                <a:lnTo>
                  <a:pt x="1984103" y="80474"/>
                </a:lnTo>
                <a:lnTo>
                  <a:pt x="1983448" y="80551"/>
                </a:lnTo>
                <a:lnTo>
                  <a:pt x="1982800" y="80639"/>
                </a:lnTo>
                <a:lnTo>
                  <a:pt x="1982158" y="80739"/>
                </a:lnTo>
                <a:lnTo>
                  <a:pt x="1981523" y="80851"/>
                </a:lnTo>
                <a:lnTo>
                  <a:pt x="1980894" y="80975"/>
                </a:lnTo>
                <a:lnTo>
                  <a:pt x="1980272" y="81111"/>
                </a:lnTo>
                <a:lnTo>
                  <a:pt x="1979656" y="81258"/>
                </a:lnTo>
                <a:lnTo>
                  <a:pt x="1979047" y="81417"/>
                </a:lnTo>
                <a:lnTo>
                  <a:pt x="1978445" y="81588"/>
                </a:lnTo>
                <a:lnTo>
                  <a:pt x="1977849" y="81771"/>
                </a:lnTo>
                <a:lnTo>
                  <a:pt x="1977260" y="81966"/>
                </a:lnTo>
                <a:lnTo>
                  <a:pt x="1976678" y="82172"/>
                </a:lnTo>
                <a:lnTo>
                  <a:pt x="1976102" y="82390"/>
                </a:lnTo>
                <a:lnTo>
                  <a:pt x="1975532" y="82620"/>
                </a:lnTo>
                <a:lnTo>
                  <a:pt x="1974969" y="82862"/>
                </a:lnTo>
                <a:lnTo>
                  <a:pt x="1974413" y="83116"/>
                </a:lnTo>
                <a:lnTo>
                  <a:pt x="1973863" y="83381"/>
                </a:lnTo>
                <a:lnTo>
                  <a:pt x="1973320" y="83658"/>
                </a:lnTo>
                <a:lnTo>
                  <a:pt x="1972785" y="83946"/>
                </a:lnTo>
                <a:lnTo>
                  <a:pt x="1972260" y="84243"/>
                </a:lnTo>
                <a:lnTo>
                  <a:pt x="1971745" y="84548"/>
                </a:lnTo>
                <a:lnTo>
                  <a:pt x="1971240" y="84863"/>
                </a:lnTo>
                <a:lnTo>
                  <a:pt x="1970744" y="85187"/>
                </a:lnTo>
                <a:lnTo>
                  <a:pt x="1970259" y="85520"/>
                </a:lnTo>
                <a:lnTo>
                  <a:pt x="1969783" y="85862"/>
                </a:lnTo>
                <a:lnTo>
                  <a:pt x="1969317" y="86213"/>
                </a:lnTo>
                <a:lnTo>
                  <a:pt x="1968861" y="86573"/>
                </a:lnTo>
                <a:lnTo>
                  <a:pt x="1968415" y="86942"/>
                </a:lnTo>
                <a:lnTo>
                  <a:pt x="1967979" y="87320"/>
                </a:lnTo>
                <a:lnTo>
                  <a:pt x="1967553" y="87707"/>
                </a:lnTo>
                <a:lnTo>
                  <a:pt x="1967136" y="88104"/>
                </a:lnTo>
                <a:lnTo>
                  <a:pt x="1966730" y="88509"/>
                </a:lnTo>
                <a:lnTo>
                  <a:pt x="1966333" y="88923"/>
                </a:lnTo>
                <a:lnTo>
                  <a:pt x="1965946" y="89347"/>
                </a:lnTo>
                <a:lnTo>
                  <a:pt x="1965569" y="89779"/>
                </a:lnTo>
                <a:lnTo>
                  <a:pt x="1965202" y="90221"/>
                </a:lnTo>
                <a:lnTo>
                  <a:pt x="1964845" y="90672"/>
                </a:lnTo>
                <a:lnTo>
                  <a:pt x="1964497" y="91131"/>
                </a:lnTo>
                <a:lnTo>
                  <a:pt x="1964160" y="91600"/>
                </a:lnTo>
                <a:lnTo>
                  <a:pt x="1963832" y="92078"/>
                </a:lnTo>
                <a:lnTo>
                  <a:pt x="1963515" y="92565"/>
                </a:lnTo>
                <a:lnTo>
                  <a:pt x="1963207" y="93061"/>
                </a:lnTo>
                <a:lnTo>
                  <a:pt x="1962910" y="93564"/>
                </a:lnTo>
                <a:lnTo>
                  <a:pt x="1962626" y="94075"/>
                </a:lnTo>
                <a:lnTo>
                  <a:pt x="1962355" y="94594"/>
                </a:lnTo>
                <a:lnTo>
                  <a:pt x="1962097" y="95119"/>
                </a:lnTo>
                <a:lnTo>
                  <a:pt x="1961851" y="95651"/>
                </a:lnTo>
                <a:lnTo>
                  <a:pt x="1961617" y="96191"/>
                </a:lnTo>
                <a:lnTo>
                  <a:pt x="1961396" y="96737"/>
                </a:lnTo>
                <a:lnTo>
                  <a:pt x="1961188" y="97291"/>
                </a:lnTo>
                <a:lnTo>
                  <a:pt x="1960993" y="97852"/>
                </a:lnTo>
                <a:lnTo>
                  <a:pt x="1960810" y="98420"/>
                </a:lnTo>
                <a:lnTo>
                  <a:pt x="1960640" y="98995"/>
                </a:lnTo>
                <a:lnTo>
                  <a:pt x="1960482" y="99577"/>
                </a:lnTo>
                <a:lnTo>
                  <a:pt x="1960337" y="100167"/>
                </a:lnTo>
                <a:lnTo>
                  <a:pt x="1960204" y="100763"/>
                </a:lnTo>
                <a:lnTo>
                  <a:pt x="1960084" y="101367"/>
                </a:lnTo>
                <a:lnTo>
                  <a:pt x="1959977" y="101978"/>
                </a:lnTo>
                <a:lnTo>
                  <a:pt x="1959883" y="102595"/>
                </a:lnTo>
                <a:lnTo>
                  <a:pt x="1959801" y="103221"/>
                </a:lnTo>
                <a:lnTo>
                  <a:pt x="1959731" y="103853"/>
                </a:lnTo>
                <a:lnTo>
                  <a:pt x="1959674" y="104492"/>
                </a:lnTo>
                <a:lnTo>
                  <a:pt x="1959630" y="105139"/>
                </a:lnTo>
                <a:lnTo>
                  <a:pt x="1959599" y="105792"/>
                </a:lnTo>
                <a:lnTo>
                  <a:pt x="1959580" y="106453"/>
                </a:lnTo>
                <a:lnTo>
                  <a:pt x="1959574" y="107121"/>
                </a:lnTo>
                <a:lnTo>
                  <a:pt x="1959587" y="108126"/>
                </a:lnTo>
                <a:lnTo>
                  <a:pt x="1959628" y="109116"/>
                </a:lnTo>
                <a:lnTo>
                  <a:pt x="1959697" y="110089"/>
                </a:lnTo>
                <a:lnTo>
                  <a:pt x="1959793" y="111046"/>
                </a:lnTo>
                <a:lnTo>
                  <a:pt x="1959916" y="111987"/>
                </a:lnTo>
                <a:lnTo>
                  <a:pt x="1960067" y="112912"/>
                </a:lnTo>
                <a:lnTo>
                  <a:pt x="1960246" y="113821"/>
                </a:lnTo>
                <a:lnTo>
                  <a:pt x="1960451" y="114713"/>
                </a:lnTo>
                <a:lnTo>
                  <a:pt x="1960685" y="115589"/>
                </a:lnTo>
                <a:lnTo>
                  <a:pt x="1960945" y="116449"/>
                </a:lnTo>
                <a:lnTo>
                  <a:pt x="1961233" y="117293"/>
                </a:lnTo>
                <a:lnTo>
                  <a:pt x="1961549" y="118121"/>
                </a:lnTo>
                <a:lnTo>
                  <a:pt x="1961892" y="118932"/>
                </a:lnTo>
                <a:lnTo>
                  <a:pt x="1962262" y="119728"/>
                </a:lnTo>
                <a:lnTo>
                  <a:pt x="1962660" y="120507"/>
                </a:lnTo>
                <a:lnTo>
                  <a:pt x="1963085" y="121270"/>
                </a:lnTo>
                <a:lnTo>
                  <a:pt x="1963537" y="122016"/>
                </a:lnTo>
                <a:lnTo>
                  <a:pt x="1964017" y="122747"/>
                </a:lnTo>
                <a:lnTo>
                  <a:pt x="1964525" y="123461"/>
                </a:lnTo>
                <a:lnTo>
                  <a:pt x="1965060" y="124160"/>
                </a:lnTo>
                <a:lnTo>
                  <a:pt x="1965622" y="124842"/>
                </a:lnTo>
                <a:lnTo>
                  <a:pt x="1966212" y="125508"/>
                </a:lnTo>
                <a:lnTo>
                  <a:pt x="1966829" y="126157"/>
                </a:lnTo>
                <a:lnTo>
                  <a:pt x="1967474" y="126791"/>
                </a:lnTo>
                <a:lnTo>
                  <a:pt x="1968142" y="127403"/>
                </a:lnTo>
                <a:lnTo>
                  <a:pt x="1968829" y="127989"/>
                </a:lnTo>
                <a:lnTo>
                  <a:pt x="1969535" y="128550"/>
                </a:lnTo>
                <a:lnTo>
                  <a:pt x="1970261" y="129084"/>
                </a:lnTo>
                <a:lnTo>
                  <a:pt x="1971006" y="129592"/>
                </a:lnTo>
                <a:lnTo>
                  <a:pt x="1971770" y="130074"/>
                </a:lnTo>
                <a:lnTo>
                  <a:pt x="1972553" y="130530"/>
                </a:lnTo>
                <a:lnTo>
                  <a:pt x="1973355" y="130960"/>
                </a:lnTo>
                <a:lnTo>
                  <a:pt x="1974176" y="131364"/>
                </a:lnTo>
                <a:lnTo>
                  <a:pt x="1975017" y="131742"/>
                </a:lnTo>
                <a:lnTo>
                  <a:pt x="1975877" y="132094"/>
                </a:lnTo>
                <a:lnTo>
                  <a:pt x="1976756" y="132419"/>
                </a:lnTo>
                <a:lnTo>
                  <a:pt x="1977654" y="132719"/>
                </a:lnTo>
                <a:lnTo>
                  <a:pt x="1978572" y="132993"/>
                </a:lnTo>
                <a:lnTo>
                  <a:pt x="1979509" y="133240"/>
                </a:lnTo>
                <a:lnTo>
                  <a:pt x="1980465" y="133462"/>
                </a:lnTo>
                <a:lnTo>
                  <a:pt x="1981440" y="133657"/>
                </a:lnTo>
                <a:lnTo>
                  <a:pt x="1982434" y="133827"/>
                </a:lnTo>
                <a:lnTo>
                  <a:pt x="1983447" y="133970"/>
                </a:lnTo>
                <a:lnTo>
                  <a:pt x="1984480" y="134087"/>
                </a:lnTo>
                <a:lnTo>
                  <a:pt x="1985532" y="134178"/>
                </a:lnTo>
                <a:lnTo>
                  <a:pt x="1986603" y="134244"/>
                </a:lnTo>
                <a:lnTo>
                  <a:pt x="1987693" y="134283"/>
                </a:lnTo>
                <a:lnTo>
                  <a:pt x="1988803" y="134296"/>
                </a:lnTo>
                <a:lnTo>
                  <a:pt x="1989483" y="134291"/>
                </a:lnTo>
                <a:lnTo>
                  <a:pt x="1990155" y="134278"/>
                </a:lnTo>
                <a:lnTo>
                  <a:pt x="1990820" y="134256"/>
                </a:lnTo>
                <a:lnTo>
                  <a:pt x="1991475" y="134225"/>
                </a:lnTo>
                <a:lnTo>
                  <a:pt x="1992123" y="134186"/>
                </a:lnTo>
                <a:lnTo>
                  <a:pt x="1992762" y="134138"/>
                </a:lnTo>
                <a:lnTo>
                  <a:pt x="1993394" y="134081"/>
                </a:lnTo>
                <a:lnTo>
                  <a:pt x="1994017" y="134015"/>
                </a:lnTo>
                <a:lnTo>
                  <a:pt x="1994631" y="133940"/>
                </a:lnTo>
                <a:lnTo>
                  <a:pt x="1995238" y="133857"/>
                </a:lnTo>
                <a:lnTo>
                  <a:pt x="1995836" y="133765"/>
                </a:lnTo>
                <a:lnTo>
                  <a:pt x="1996426" y="133664"/>
                </a:lnTo>
                <a:lnTo>
                  <a:pt x="1997008" y="133554"/>
                </a:lnTo>
                <a:lnTo>
                  <a:pt x="1997582" y="133436"/>
                </a:lnTo>
                <a:lnTo>
                  <a:pt x="1998147" y="133309"/>
                </a:lnTo>
                <a:lnTo>
                  <a:pt x="1998704" y="133173"/>
                </a:lnTo>
                <a:lnTo>
                  <a:pt x="1999253" y="133028"/>
                </a:lnTo>
                <a:lnTo>
                  <a:pt x="1999794" y="132874"/>
                </a:lnTo>
                <a:lnTo>
                  <a:pt x="2000326" y="132712"/>
                </a:lnTo>
                <a:lnTo>
                  <a:pt x="2000850" y="132541"/>
                </a:lnTo>
                <a:lnTo>
                  <a:pt x="2001366" y="132361"/>
                </a:lnTo>
                <a:lnTo>
                  <a:pt x="2001874" y="132173"/>
                </a:lnTo>
                <a:lnTo>
                  <a:pt x="2002374" y="131975"/>
                </a:lnTo>
                <a:lnTo>
                  <a:pt x="2002865" y="131769"/>
                </a:lnTo>
                <a:lnTo>
                  <a:pt x="2003347" y="131555"/>
                </a:lnTo>
                <a:lnTo>
                  <a:pt x="2003821" y="131333"/>
                </a:lnTo>
                <a:lnTo>
                  <a:pt x="2004285" y="131105"/>
                </a:lnTo>
                <a:lnTo>
                  <a:pt x="2004739" y="130869"/>
                </a:lnTo>
                <a:lnTo>
                  <a:pt x="2005184" y="130626"/>
                </a:lnTo>
                <a:lnTo>
                  <a:pt x="2005620" y="130376"/>
                </a:lnTo>
                <a:lnTo>
                  <a:pt x="2006047" y="130119"/>
                </a:lnTo>
                <a:lnTo>
                  <a:pt x="2006464" y="129855"/>
                </a:lnTo>
                <a:lnTo>
                  <a:pt x="2006872" y="129584"/>
                </a:lnTo>
                <a:lnTo>
                  <a:pt x="2007270" y="129305"/>
                </a:lnTo>
                <a:lnTo>
                  <a:pt x="2007659" y="129020"/>
                </a:lnTo>
                <a:lnTo>
                  <a:pt x="2008039" y="128727"/>
                </a:lnTo>
                <a:lnTo>
                  <a:pt x="2008410" y="128427"/>
                </a:lnTo>
                <a:lnTo>
                  <a:pt x="2008771" y="128120"/>
                </a:lnTo>
                <a:lnTo>
                  <a:pt x="2009123" y="127806"/>
                </a:lnTo>
                <a:lnTo>
                  <a:pt x="2009465" y="127485"/>
                </a:lnTo>
                <a:lnTo>
                  <a:pt x="2009798" y="127157"/>
                </a:lnTo>
                <a:lnTo>
                  <a:pt x="2010122" y="126822"/>
                </a:lnTo>
                <a:lnTo>
                  <a:pt x="2010437" y="126479"/>
                </a:lnTo>
                <a:lnTo>
                  <a:pt x="2010742" y="126129"/>
                </a:lnTo>
                <a:lnTo>
                  <a:pt x="2011038" y="125773"/>
                </a:lnTo>
                <a:lnTo>
                  <a:pt x="2011324" y="125409"/>
                </a:lnTo>
                <a:lnTo>
                  <a:pt x="2011602" y="125038"/>
                </a:lnTo>
                <a:lnTo>
                  <a:pt x="2011869" y="124660"/>
                </a:lnTo>
                <a:lnTo>
                  <a:pt x="2012127" y="124275"/>
                </a:lnTo>
                <a:lnTo>
                  <a:pt x="2012374" y="123884"/>
                </a:lnTo>
                <a:lnTo>
                  <a:pt x="2012610" y="123487"/>
                </a:lnTo>
                <a:lnTo>
                  <a:pt x="2012835" y="123084"/>
                </a:lnTo>
                <a:lnTo>
                  <a:pt x="2013049" y="122675"/>
                </a:lnTo>
                <a:lnTo>
                  <a:pt x="2013252" y="122260"/>
                </a:lnTo>
                <a:lnTo>
                  <a:pt x="2013444" y="121838"/>
                </a:lnTo>
                <a:lnTo>
                  <a:pt x="2013625" y="121411"/>
                </a:lnTo>
                <a:lnTo>
                  <a:pt x="2013795" y="120978"/>
                </a:lnTo>
                <a:lnTo>
                  <a:pt x="2013955" y="120539"/>
                </a:lnTo>
                <a:lnTo>
                  <a:pt x="2014103" y="120094"/>
                </a:lnTo>
                <a:lnTo>
                  <a:pt x="2014240" y="119643"/>
                </a:lnTo>
                <a:lnTo>
                  <a:pt x="2014366" y="119185"/>
                </a:lnTo>
                <a:lnTo>
                  <a:pt x="2014481" y="118722"/>
                </a:lnTo>
                <a:lnTo>
                  <a:pt x="2014586" y="118253"/>
                </a:lnTo>
                <a:lnTo>
                  <a:pt x="2014679" y="117777"/>
                </a:lnTo>
                <a:lnTo>
                  <a:pt x="2014761" y="117296"/>
                </a:lnTo>
                <a:lnTo>
                  <a:pt x="2014817" y="116916"/>
                </a:lnTo>
                <a:lnTo>
                  <a:pt x="2015189" y="116916"/>
                </a:lnTo>
                <a:lnTo>
                  <a:pt x="2015189" y="132717"/>
                </a:lnTo>
                <a:lnTo>
                  <a:pt x="2029249" y="132717"/>
                </a:lnTo>
                <a:lnTo>
                  <a:pt x="2029249" y="72993"/>
                </a:lnTo>
                <a:lnTo>
                  <a:pt x="2029234" y="71871"/>
                </a:lnTo>
                <a:lnTo>
                  <a:pt x="2029190" y="70770"/>
                </a:lnTo>
                <a:close/>
                <a:moveTo>
                  <a:pt x="1988245" y="122028"/>
                </a:moveTo>
                <a:lnTo>
                  <a:pt x="1987618" y="121933"/>
                </a:lnTo>
                <a:lnTo>
                  <a:pt x="1987004" y="121824"/>
                </a:lnTo>
                <a:lnTo>
                  <a:pt x="1986402" y="121701"/>
                </a:lnTo>
                <a:lnTo>
                  <a:pt x="1985814" y="121563"/>
                </a:lnTo>
                <a:lnTo>
                  <a:pt x="1985238" y="121410"/>
                </a:lnTo>
                <a:lnTo>
                  <a:pt x="1984675" y="121243"/>
                </a:lnTo>
                <a:lnTo>
                  <a:pt x="1984125" y="121061"/>
                </a:lnTo>
                <a:lnTo>
                  <a:pt x="1983588" y="120865"/>
                </a:lnTo>
                <a:lnTo>
                  <a:pt x="1983064" y="120654"/>
                </a:lnTo>
                <a:lnTo>
                  <a:pt x="1982553" y="120428"/>
                </a:lnTo>
                <a:lnTo>
                  <a:pt x="1982055" y="120189"/>
                </a:lnTo>
                <a:lnTo>
                  <a:pt x="1981569" y="119934"/>
                </a:lnTo>
                <a:lnTo>
                  <a:pt x="1981097" y="119665"/>
                </a:lnTo>
                <a:lnTo>
                  <a:pt x="1980637" y="119382"/>
                </a:lnTo>
                <a:lnTo>
                  <a:pt x="1980191" y="119084"/>
                </a:lnTo>
                <a:lnTo>
                  <a:pt x="1979757" y="118771"/>
                </a:lnTo>
                <a:lnTo>
                  <a:pt x="1979336" y="118444"/>
                </a:lnTo>
                <a:lnTo>
                  <a:pt x="1978928" y="118102"/>
                </a:lnTo>
                <a:lnTo>
                  <a:pt x="1978535" y="117748"/>
                </a:lnTo>
                <a:lnTo>
                  <a:pt x="1978158" y="117383"/>
                </a:lnTo>
                <a:lnTo>
                  <a:pt x="1977798" y="117007"/>
                </a:lnTo>
                <a:lnTo>
                  <a:pt x="1977455" y="116621"/>
                </a:lnTo>
                <a:lnTo>
                  <a:pt x="1977129" y="116224"/>
                </a:lnTo>
                <a:lnTo>
                  <a:pt x="1976819" y="115816"/>
                </a:lnTo>
                <a:lnTo>
                  <a:pt x="1976526" y="115397"/>
                </a:lnTo>
                <a:lnTo>
                  <a:pt x="1976250" y="114968"/>
                </a:lnTo>
                <a:lnTo>
                  <a:pt x="1975991" y="114528"/>
                </a:lnTo>
                <a:lnTo>
                  <a:pt x="1975748" y="114078"/>
                </a:lnTo>
                <a:lnTo>
                  <a:pt x="1975522" y="113617"/>
                </a:lnTo>
                <a:lnTo>
                  <a:pt x="1975313" y="113145"/>
                </a:lnTo>
                <a:lnTo>
                  <a:pt x="1975121" y="112662"/>
                </a:lnTo>
                <a:lnTo>
                  <a:pt x="1974945" y="112169"/>
                </a:lnTo>
                <a:lnTo>
                  <a:pt x="1974786" y="111665"/>
                </a:lnTo>
                <a:lnTo>
                  <a:pt x="1974644" y="111150"/>
                </a:lnTo>
                <a:lnTo>
                  <a:pt x="1974518" y="110625"/>
                </a:lnTo>
                <a:lnTo>
                  <a:pt x="1974410" y="110089"/>
                </a:lnTo>
                <a:lnTo>
                  <a:pt x="1974318" y="109542"/>
                </a:lnTo>
                <a:lnTo>
                  <a:pt x="1974242" y="108985"/>
                </a:lnTo>
                <a:lnTo>
                  <a:pt x="1974184" y="108417"/>
                </a:lnTo>
                <a:lnTo>
                  <a:pt x="1974142" y="107838"/>
                </a:lnTo>
                <a:lnTo>
                  <a:pt x="1974117" y="107248"/>
                </a:lnTo>
                <a:lnTo>
                  <a:pt x="1974108" y="106648"/>
                </a:lnTo>
                <a:lnTo>
                  <a:pt x="1974116" y="106074"/>
                </a:lnTo>
                <a:lnTo>
                  <a:pt x="1974139" y="105509"/>
                </a:lnTo>
                <a:lnTo>
                  <a:pt x="1974176" y="104953"/>
                </a:lnTo>
                <a:lnTo>
                  <a:pt x="1974229" y="104407"/>
                </a:lnTo>
                <a:lnTo>
                  <a:pt x="1974297" y="103871"/>
                </a:lnTo>
                <a:lnTo>
                  <a:pt x="1974380" y="103345"/>
                </a:lnTo>
                <a:lnTo>
                  <a:pt x="1974478" y="102828"/>
                </a:lnTo>
                <a:lnTo>
                  <a:pt x="1974591" y="102320"/>
                </a:lnTo>
                <a:lnTo>
                  <a:pt x="1974719" y="101823"/>
                </a:lnTo>
                <a:lnTo>
                  <a:pt x="1974863" y="101335"/>
                </a:lnTo>
                <a:lnTo>
                  <a:pt x="1975021" y="100856"/>
                </a:lnTo>
                <a:lnTo>
                  <a:pt x="1975195" y="100387"/>
                </a:lnTo>
                <a:lnTo>
                  <a:pt x="1975383" y="99928"/>
                </a:lnTo>
                <a:lnTo>
                  <a:pt x="1975587" y="99478"/>
                </a:lnTo>
                <a:lnTo>
                  <a:pt x="1975805" y="99038"/>
                </a:lnTo>
                <a:lnTo>
                  <a:pt x="1976039" y="98608"/>
                </a:lnTo>
                <a:lnTo>
                  <a:pt x="1976288" y="98187"/>
                </a:lnTo>
                <a:lnTo>
                  <a:pt x="1976552" y="97776"/>
                </a:lnTo>
                <a:lnTo>
                  <a:pt x="1976831" y="97374"/>
                </a:lnTo>
                <a:lnTo>
                  <a:pt x="1977125" y="96982"/>
                </a:lnTo>
                <a:lnTo>
                  <a:pt x="1977435" y="96600"/>
                </a:lnTo>
                <a:lnTo>
                  <a:pt x="1977759" y="96227"/>
                </a:lnTo>
                <a:lnTo>
                  <a:pt x="1978098" y="95864"/>
                </a:lnTo>
                <a:lnTo>
                  <a:pt x="1978453" y="95510"/>
                </a:lnTo>
                <a:lnTo>
                  <a:pt x="1978820" y="95168"/>
                </a:lnTo>
                <a:lnTo>
                  <a:pt x="1979195" y="94841"/>
                </a:lnTo>
                <a:lnTo>
                  <a:pt x="1979580" y="94529"/>
                </a:lnTo>
                <a:lnTo>
                  <a:pt x="1979974" y="94231"/>
                </a:lnTo>
                <a:lnTo>
                  <a:pt x="1980377" y="93947"/>
                </a:lnTo>
                <a:lnTo>
                  <a:pt x="1980789" y="93678"/>
                </a:lnTo>
                <a:lnTo>
                  <a:pt x="1981210" y="93424"/>
                </a:lnTo>
                <a:lnTo>
                  <a:pt x="1981640" y="93184"/>
                </a:lnTo>
                <a:lnTo>
                  <a:pt x="1982079" y="92958"/>
                </a:lnTo>
                <a:lnTo>
                  <a:pt x="1982527" y="92747"/>
                </a:lnTo>
                <a:lnTo>
                  <a:pt x="1982984" y="92551"/>
                </a:lnTo>
                <a:lnTo>
                  <a:pt x="1983450" y="92369"/>
                </a:lnTo>
                <a:lnTo>
                  <a:pt x="1983926" y="92202"/>
                </a:lnTo>
                <a:lnTo>
                  <a:pt x="1984410" y="92049"/>
                </a:lnTo>
                <a:lnTo>
                  <a:pt x="1984903" y="91911"/>
                </a:lnTo>
                <a:lnTo>
                  <a:pt x="1985406" y="91788"/>
                </a:lnTo>
                <a:lnTo>
                  <a:pt x="1985917" y="91679"/>
                </a:lnTo>
                <a:lnTo>
                  <a:pt x="1986438" y="91584"/>
                </a:lnTo>
                <a:lnTo>
                  <a:pt x="1986967" y="91504"/>
                </a:lnTo>
                <a:lnTo>
                  <a:pt x="1987506" y="91439"/>
                </a:lnTo>
                <a:lnTo>
                  <a:pt x="1988053" y="91388"/>
                </a:lnTo>
                <a:lnTo>
                  <a:pt x="1988610" y="91352"/>
                </a:lnTo>
                <a:lnTo>
                  <a:pt x="1989175" y="91330"/>
                </a:lnTo>
                <a:lnTo>
                  <a:pt x="1989750" y="91322"/>
                </a:lnTo>
                <a:lnTo>
                  <a:pt x="2015030" y="91322"/>
                </a:lnTo>
                <a:lnTo>
                  <a:pt x="2015030" y="103488"/>
                </a:lnTo>
                <a:lnTo>
                  <a:pt x="2015019" y="104205"/>
                </a:lnTo>
                <a:lnTo>
                  <a:pt x="2014987" y="104910"/>
                </a:lnTo>
                <a:lnTo>
                  <a:pt x="2014934" y="105603"/>
                </a:lnTo>
                <a:lnTo>
                  <a:pt x="2014859" y="106283"/>
                </a:lnTo>
                <a:lnTo>
                  <a:pt x="2014763" y="106950"/>
                </a:lnTo>
                <a:lnTo>
                  <a:pt x="2014645" y="107605"/>
                </a:lnTo>
                <a:lnTo>
                  <a:pt x="2014506" y="108247"/>
                </a:lnTo>
                <a:lnTo>
                  <a:pt x="2014345" y="108877"/>
                </a:lnTo>
                <a:lnTo>
                  <a:pt x="2014163" y="109493"/>
                </a:lnTo>
                <a:lnTo>
                  <a:pt x="2013960" y="110098"/>
                </a:lnTo>
                <a:lnTo>
                  <a:pt x="2013736" y="110689"/>
                </a:lnTo>
                <a:lnTo>
                  <a:pt x="2013489" y="111269"/>
                </a:lnTo>
                <a:lnTo>
                  <a:pt x="2013222" y="111835"/>
                </a:lnTo>
                <a:lnTo>
                  <a:pt x="2012933" y="112389"/>
                </a:lnTo>
                <a:lnTo>
                  <a:pt x="2012623" y="112930"/>
                </a:lnTo>
                <a:lnTo>
                  <a:pt x="2012291" y="113459"/>
                </a:lnTo>
                <a:lnTo>
                  <a:pt x="2011938" y="113975"/>
                </a:lnTo>
                <a:lnTo>
                  <a:pt x="2011564" y="114478"/>
                </a:lnTo>
                <a:lnTo>
                  <a:pt x="2011168" y="114969"/>
                </a:lnTo>
                <a:lnTo>
                  <a:pt x="2010751" y="115447"/>
                </a:lnTo>
                <a:lnTo>
                  <a:pt x="2010312" y="115913"/>
                </a:lnTo>
                <a:lnTo>
                  <a:pt x="2009852" y="116366"/>
                </a:lnTo>
                <a:lnTo>
                  <a:pt x="2009371" y="116806"/>
                </a:lnTo>
                <a:lnTo>
                  <a:pt x="2008868" y="117234"/>
                </a:lnTo>
                <a:lnTo>
                  <a:pt x="2008347" y="117647"/>
                </a:lnTo>
                <a:lnTo>
                  <a:pt x="2007811" y="118042"/>
                </a:lnTo>
                <a:lnTo>
                  <a:pt x="2007261" y="118419"/>
                </a:lnTo>
                <a:lnTo>
                  <a:pt x="2006695" y="118779"/>
                </a:lnTo>
                <a:lnTo>
                  <a:pt x="2006115" y="119121"/>
                </a:lnTo>
                <a:lnTo>
                  <a:pt x="2005520" y="119446"/>
                </a:lnTo>
                <a:lnTo>
                  <a:pt x="2004911" y="119753"/>
                </a:lnTo>
                <a:lnTo>
                  <a:pt x="2004286" y="120043"/>
                </a:lnTo>
                <a:lnTo>
                  <a:pt x="2003647" y="120315"/>
                </a:lnTo>
                <a:lnTo>
                  <a:pt x="2002992" y="120569"/>
                </a:lnTo>
                <a:lnTo>
                  <a:pt x="2002323" y="120806"/>
                </a:lnTo>
                <a:lnTo>
                  <a:pt x="2001640" y="121026"/>
                </a:lnTo>
                <a:lnTo>
                  <a:pt x="2000941" y="121228"/>
                </a:lnTo>
                <a:lnTo>
                  <a:pt x="2000228" y="121412"/>
                </a:lnTo>
                <a:lnTo>
                  <a:pt x="1999499" y="121579"/>
                </a:lnTo>
                <a:lnTo>
                  <a:pt x="1998756" y="121728"/>
                </a:lnTo>
                <a:lnTo>
                  <a:pt x="1997999" y="121860"/>
                </a:lnTo>
                <a:lnTo>
                  <a:pt x="1997226" y="121974"/>
                </a:lnTo>
                <a:lnTo>
                  <a:pt x="1996438" y="122070"/>
                </a:lnTo>
                <a:lnTo>
                  <a:pt x="1995636" y="122149"/>
                </a:lnTo>
                <a:lnTo>
                  <a:pt x="1994819" y="122211"/>
                </a:lnTo>
                <a:lnTo>
                  <a:pt x="1993987" y="122255"/>
                </a:lnTo>
                <a:lnTo>
                  <a:pt x="1993140" y="122281"/>
                </a:lnTo>
                <a:lnTo>
                  <a:pt x="1992279" y="122290"/>
                </a:lnTo>
                <a:lnTo>
                  <a:pt x="1991574" y="122282"/>
                </a:lnTo>
                <a:lnTo>
                  <a:pt x="1990883" y="122261"/>
                </a:lnTo>
                <a:lnTo>
                  <a:pt x="1990204" y="122224"/>
                </a:lnTo>
                <a:lnTo>
                  <a:pt x="1989538" y="122173"/>
                </a:lnTo>
                <a:lnTo>
                  <a:pt x="1988885" y="122108"/>
                </a:lnTo>
                <a:lnTo>
                  <a:pt x="1988245" y="122028"/>
                </a:lnTo>
                <a:close/>
                <a:moveTo>
                  <a:pt x="2215512" y="71871"/>
                </a:moveTo>
                <a:lnTo>
                  <a:pt x="2215468" y="70770"/>
                </a:lnTo>
                <a:lnTo>
                  <a:pt x="2215395" y="69690"/>
                </a:lnTo>
                <a:lnTo>
                  <a:pt x="2215292" y="68631"/>
                </a:lnTo>
                <a:lnTo>
                  <a:pt x="2215160" y="67592"/>
                </a:lnTo>
                <a:lnTo>
                  <a:pt x="2214999" y="66574"/>
                </a:lnTo>
                <a:lnTo>
                  <a:pt x="2214808" y="65578"/>
                </a:lnTo>
                <a:lnTo>
                  <a:pt x="2214588" y="64602"/>
                </a:lnTo>
                <a:lnTo>
                  <a:pt x="2214338" y="63647"/>
                </a:lnTo>
                <a:lnTo>
                  <a:pt x="2214060" y="62713"/>
                </a:lnTo>
                <a:lnTo>
                  <a:pt x="2213751" y="61799"/>
                </a:lnTo>
                <a:lnTo>
                  <a:pt x="2213414" y="60907"/>
                </a:lnTo>
                <a:lnTo>
                  <a:pt x="2213047" y="60035"/>
                </a:lnTo>
                <a:lnTo>
                  <a:pt x="2212651" y="59184"/>
                </a:lnTo>
                <a:lnTo>
                  <a:pt x="2212225" y="58354"/>
                </a:lnTo>
                <a:lnTo>
                  <a:pt x="2211770" y="57545"/>
                </a:lnTo>
                <a:lnTo>
                  <a:pt x="2211286" y="56757"/>
                </a:lnTo>
                <a:lnTo>
                  <a:pt x="2210772" y="55990"/>
                </a:lnTo>
                <a:lnTo>
                  <a:pt x="2210230" y="55243"/>
                </a:lnTo>
                <a:lnTo>
                  <a:pt x="2209657" y="54518"/>
                </a:lnTo>
                <a:lnTo>
                  <a:pt x="2209056" y="53813"/>
                </a:lnTo>
                <a:lnTo>
                  <a:pt x="2208425" y="53129"/>
                </a:lnTo>
                <a:lnTo>
                  <a:pt x="2207764" y="52466"/>
                </a:lnTo>
                <a:lnTo>
                  <a:pt x="2207075" y="51823"/>
                </a:lnTo>
                <a:lnTo>
                  <a:pt x="2206357" y="51204"/>
                </a:lnTo>
                <a:lnTo>
                  <a:pt x="2205615" y="50612"/>
                </a:lnTo>
                <a:lnTo>
                  <a:pt x="2204847" y="50046"/>
                </a:lnTo>
                <a:lnTo>
                  <a:pt x="2204053" y="49506"/>
                </a:lnTo>
                <a:lnTo>
                  <a:pt x="2203234" y="48992"/>
                </a:lnTo>
                <a:lnTo>
                  <a:pt x="2202389" y="48505"/>
                </a:lnTo>
                <a:lnTo>
                  <a:pt x="2201519" y="48044"/>
                </a:lnTo>
                <a:lnTo>
                  <a:pt x="2200623" y="47610"/>
                </a:lnTo>
                <a:lnTo>
                  <a:pt x="2199702" y="47202"/>
                </a:lnTo>
                <a:lnTo>
                  <a:pt x="2198755" y="46820"/>
                </a:lnTo>
                <a:lnTo>
                  <a:pt x="2197783" y="46464"/>
                </a:lnTo>
                <a:lnTo>
                  <a:pt x="2196785" y="46135"/>
                </a:lnTo>
                <a:lnTo>
                  <a:pt x="2195762" y="45832"/>
                </a:lnTo>
                <a:lnTo>
                  <a:pt x="2194713" y="45556"/>
                </a:lnTo>
                <a:lnTo>
                  <a:pt x="2193639" y="45305"/>
                </a:lnTo>
                <a:lnTo>
                  <a:pt x="2192539" y="45082"/>
                </a:lnTo>
                <a:lnTo>
                  <a:pt x="2191413" y="44884"/>
                </a:lnTo>
                <a:lnTo>
                  <a:pt x="2190263" y="44713"/>
                </a:lnTo>
                <a:lnTo>
                  <a:pt x="2189086" y="44568"/>
                </a:lnTo>
                <a:lnTo>
                  <a:pt x="2187884" y="44450"/>
                </a:lnTo>
                <a:lnTo>
                  <a:pt x="2186657" y="44357"/>
                </a:lnTo>
                <a:lnTo>
                  <a:pt x="2185404" y="44292"/>
                </a:lnTo>
                <a:lnTo>
                  <a:pt x="2184126" y="44252"/>
                </a:lnTo>
                <a:lnTo>
                  <a:pt x="2182822" y="44239"/>
                </a:lnTo>
                <a:lnTo>
                  <a:pt x="2181620" y="44250"/>
                </a:lnTo>
                <a:lnTo>
                  <a:pt x="2180439" y="44285"/>
                </a:lnTo>
                <a:lnTo>
                  <a:pt x="2179278" y="44344"/>
                </a:lnTo>
                <a:lnTo>
                  <a:pt x="2178137" y="44425"/>
                </a:lnTo>
                <a:lnTo>
                  <a:pt x="2177016" y="44530"/>
                </a:lnTo>
                <a:lnTo>
                  <a:pt x="2175915" y="44658"/>
                </a:lnTo>
                <a:lnTo>
                  <a:pt x="2174833" y="44810"/>
                </a:lnTo>
                <a:lnTo>
                  <a:pt x="2173772" y="44985"/>
                </a:lnTo>
                <a:lnTo>
                  <a:pt x="2172731" y="45183"/>
                </a:lnTo>
                <a:lnTo>
                  <a:pt x="2171710" y="45404"/>
                </a:lnTo>
                <a:lnTo>
                  <a:pt x="2170709" y="45649"/>
                </a:lnTo>
                <a:lnTo>
                  <a:pt x="2169728" y="45917"/>
                </a:lnTo>
                <a:lnTo>
                  <a:pt x="2168767" y="46209"/>
                </a:lnTo>
                <a:lnTo>
                  <a:pt x="2167826" y="46524"/>
                </a:lnTo>
                <a:lnTo>
                  <a:pt x="2166906" y="46862"/>
                </a:lnTo>
                <a:lnTo>
                  <a:pt x="2166005" y="47223"/>
                </a:lnTo>
                <a:lnTo>
                  <a:pt x="2165124" y="47608"/>
                </a:lnTo>
                <a:lnTo>
                  <a:pt x="2164263" y="48016"/>
                </a:lnTo>
                <a:lnTo>
                  <a:pt x="2163422" y="48447"/>
                </a:lnTo>
                <a:lnTo>
                  <a:pt x="2162601" y="48901"/>
                </a:lnTo>
                <a:lnTo>
                  <a:pt x="2161801" y="49379"/>
                </a:lnTo>
                <a:lnTo>
                  <a:pt x="2161020" y="49881"/>
                </a:lnTo>
                <a:lnTo>
                  <a:pt x="2160259" y="50405"/>
                </a:lnTo>
                <a:lnTo>
                  <a:pt x="2159518" y="50953"/>
                </a:lnTo>
                <a:lnTo>
                  <a:pt x="2158802" y="51519"/>
                </a:lnTo>
                <a:lnTo>
                  <a:pt x="2158112" y="52097"/>
                </a:lnTo>
                <a:lnTo>
                  <a:pt x="2157451" y="52687"/>
                </a:lnTo>
                <a:lnTo>
                  <a:pt x="2156817" y="53290"/>
                </a:lnTo>
                <a:lnTo>
                  <a:pt x="2156211" y="53905"/>
                </a:lnTo>
                <a:lnTo>
                  <a:pt x="2155633" y="54532"/>
                </a:lnTo>
                <a:lnTo>
                  <a:pt x="2155082" y="55172"/>
                </a:lnTo>
                <a:lnTo>
                  <a:pt x="2154559" y="55824"/>
                </a:lnTo>
                <a:lnTo>
                  <a:pt x="2154064" y="56489"/>
                </a:lnTo>
                <a:lnTo>
                  <a:pt x="2153597" y="57166"/>
                </a:lnTo>
                <a:lnTo>
                  <a:pt x="2153157" y="57855"/>
                </a:lnTo>
                <a:lnTo>
                  <a:pt x="2152745" y="58556"/>
                </a:lnTo>
                <a:lnTo>
                  <a:pt x="2152360" y="59270"/>
                </a:lnTo>
                <a:lnTo>
                  <a:pt x="2152003" y="59996"/>
                </a:lnTo>
                <a:lnTo>
                  <a:pt x="2151674" y="60735"/>
                </a:lnTo>
                <a:lnTo>
                  <a:pt x="2151373" y="61486"/>
                </a:lnTo>
                <a:lnTo>
                  <a:pt x="2151099" y="62249"/>
                </a:lnTo>
                <a:lnTo>
                  <a:pt x="2150853" y="63025"/>
                </a:lnTo>
                <a:lnTo>
                  <a:pt x="2150635" y="63812"/>
                </a:lnTo>
                <a:lnTo>
                  <a:pt x="2150445" y="64613"/>
                </a:lnTo>
                <a:lnTo>
                  <a:pt x="2150282" y="65425"/>
                </a:lnTo>
                <a:lnTo>
                  <a:pt x="2150147" y="66250"/>
                </a:lnTo>
                <a:lnTo>
                  <a:pt x="2150039" y="67088"/>
                </a:lnTo>
                <a:lnTo>
                  <a:pt x="2149959" y="67937"/>
                </a:lnTo>
                <a:lnTo>
                  <a:pt x="2164179" y="67937"/>
                </a:lnTo>
                <a:lnTo>
                  <a:pt x="2164213" y="67494"/>
                </a:lnTo>
                <a:lnTo>
                  <a:pt x="2164264" y="67059"/>
                </a:lnTo>
                <a:lnTo>
                  <a:pt x="2164332" y="66632"/>
                </a:lnTo>
                <a:lnTo>
                  <a:pt x="2164415" y="66213"/>
                </a:lnTo>
                <a:lnTo>
                  <a:pt x="2164516" y="65802"/>
                </a:lnTo>
                <a:lnTo>
                  <a:pt x="2164633" y="65400"/>
                </a:lnTo>
                <a:lnTo>
                  <a:pt x="2164766" y="65006"/>
                </a:lnTo>
                <a:lnTo>
                  <a:pt x="2164916" y="64620"/>
                </a:lnTo>
                <a:lnTo>
                  <a:pt x="2165082" y="64242"/>
                </a:lnTo>
                <a:lnTo>
                  <a:pt x="2165265" y="63873"/>
                </a:lnTo>
                <a:lnTo>
                  <a:pt x="2165464" y="63511"/>
                </a:lnTo>
                <a:lnTo>
                  <a:pt x="2165679" y="63158"/>
                </a:lnTo>
                <a:lnTo>
                  <a:pt x="2165911" y="62814"/>
                </a:lnTo>
                <a:lnTo>
                  <a:pt x="2166160" y="62477"/>
                </a:lnTo>
                <a:lnTo>
                  <a:pt x="2166425" y="62149"/>
                </a:lnTo>
                <a:lnTo>
                  <a:pt x="2166706" y="61829"/>
                </a:lnTo>
                <a:lnTo>
                  <a:pt x="2167004" y="61517"/>
                </a:lnTo>
                <a:lnTo>
                  <a:pt x="2167318" y="61213"/>
                </a:lnTo>
                <a:lnTo>
                  <a:pt x="2167649" y="60918"/>
                </a:lnTo>
                <a:lnTo>
                  <a:pt x="2167996" y="60631"/>
                </a:lnTo>
                <a:lnTo>
                  <a:pt x="2168360" y="60352"/>
                </a:lnTo>
                <a:lnTo>
                  <a:pt x="2168740" y="60081"/>
                </a:lnTo>
                <a:lnTo>
                  <a:pt x="2169137" y="59819"/>
                </a:lnTo>
                <a:lnTo>
                  <a:pt x="2169550" y="59565"/>
                </a:lnTo>
                <a:lnTo>
                  <a:pt x="2169977" y="59320"/>
                </a:lnTo>
                <a:lnTo>
                  <a:pt x="2170414" y="59085"/>
                </a:lnTo>
                <a:lnTo>
                  <a:pt x="2170863" y="58861"/>
                </a:lnTo>
                <a:lnTo>
                  <a:pt x="2171323" y="58647"/>
                </a:lnTo>
                <a:lnTo>
                  <a:pt x="2171794" y="58444"/>
                </a:lnTo>
                <a:lnTo>
                  <a:pt x="2172275" y="58251"/>
                </a:lnTo>
                <a:lnTo>
                  <a:pt x="2172768" y="58069"/>
                </a:lnTo>
                <a:lnTo>
                  <a:pt x="2173271" y="57897"/>
                </a:lnTo>
                <a:lnTo>
                  <a:pt x="2173786" y="57735"/>
                </a:lnTo>
                <a:lnTo>
                  <a:pt x="2174312" y="57584"/>
                </a:lnTo>
                <a:lnTo>
                  <a:pt x="2174848" y="57444"/>
                </a:lnTo>
                <a:lnTo>
                  <a:pt x="2175396" y="57313"/>
                </a:lnTo>
                <a:lnTo>
                  <a:pt x="2175954" y="57194"/>
                </a:lnTo>
                <a:lnTo>
                  <a:pt x="2176523" y="57084"/>
                </a:lnTo>
                <a:lnTo>
                  <a:pt x="2177104" y="56985"/>
                </a:lnTo>
                <a:lnTo>
                  <a:pt x="2177695" y="56897"/>
                </a:lnTo>
                <a:lnTo>
                  <a:pt x="2178298" y="56818"/>
                </a:lnTo>
                <a:lnTo>
                  <a:pt x="2178911" y="56751"/>
                </a:lnTo>
                <a:lnTo>
                  <a:pt x="2179535" y="56693"/>
                </a:lnTo>
                <a:lnTo>
                  <a:pt x="2180171" y="56646"/>
                </a:lnTo>
                <a:lnTo>
                  <a:pt x="2180817" y="56610"/>
                </a:lnTo>
                <a:lnTo>
                  <a:pt x="2181474" y="56584"/>
                </a:lnTo>
                <a:lnTo>
                  <a:pt x="2182142" y="56568"/>
                </a:lnTo>
                <a:lnTo>
                  <a:pt x="2182822" y="56563"/>
                </a:lnTo>
                <a:lnTo>
                  <a:pt x="2183590" y="56570"/>
                </a:lnTo>
                <a:lnTo>
                  <a:pt x="2184342" y="56592"/>
                </a:lnTo>
                <a:lnTo>
                  <a:pt x="2185078" y="56628"/>
                </a:lnTo>
                <a:lnTo>
                  <a:pt x="2185797" y="56679"/>
                </a:lnTo>
                <a:lnTo>
                  <a:pt x="2186500" y="56745"/>
                </a:lnTo>
                <a:lnTo>
                  <a:pt x="2187187" y="56825"/>
                </a:lnTo>
                <a:lnTo>
                  <a:pt x="2187856" y="56919"/>
                </a:lnTo>
                <a:lnTo>
                  <a:pt x="2188510" y="57028"/>
                </a:lnTo>
                <a:lnTo>
                  <a:pt x="2189147" y="57152"/>
                </a:lnTo>
                <a:lnTo>
                  <a:pt x="2189767" y="57290"/>
                </a:lnTo>
                <a:lnTo>
                  <a:pt x="2190371" y="57443"/>
                </a:lnTo>
                <a:lnTo>
                  <a:pt x="2190959" y="57610"/>
                </a:lnTo>
                <a:lnTo>
                  <a:pt x="2191530" y="57792"/>
                </a:lnTo>
                <a:lnTo>
                  <a:pt x="2192084" y="57988"/>
                </a:lnTo>
                <a:lnTo>
                  <a:pt x="2192623" y="58199"/>
                </a:lnTo>
                <a:lnTo>
                  <a:pt x="2193144" y="58424"/>
                </a:lnTo>
                <a:lnTo>
                  <a:pt x="2193649" y="58664"/>
                </a:lnTo>
                <a:lnTo>
                  <a:pt x="2194138" y="58919"/>
                </a:lnTo>
                <a:lnTo>
                  <a:pt x="2194610" y="59188"/>
                </a:lnTo>
                <a:lnTo>
                  <a:pt x="2195066" y="59471"/>
                </a:lnTo>
                <a:lnTo>
                  <a:pt x="2195506" y="59769"/>
                </a:lnTo>
                <a:lnTo>
                  <a:pt x="2195928" y="60082"/>
                </a:lnTo>
                <a:lnTo>
                  <a:pt x="2196335" y="60409"/>
                </a:lnTo>
                <a:lnTo>
                  <a:pt x="2196725" y="60751"/>
                </a:lnTo>
                <a:lnTo>
                  <a:pt x="2197099" y="61107"/>
                </a:lnTo>
                <a:lnTo>
                  <a:pt x="2197457" y="61478"/>
                </a:lnTo>
                <a:lnTo>
                  <a:pt x="2197799" y="61865"/>
                </a:lnTo>
                <a:lnTo>
                  <a:pt x="2198125" y="62266"/>
                </a:lnTo>
                <a:lnTo>
                  <a:pt x="2198436" y="62683"/>
                </a:lnTo>
                <a:lnTo>
                  <a:pt x="2198730" y="63115"/>
                </a:lnTo>
                <a:lnTo>
                  <a:pt x="2199008" y="63562"/>
                </a:lnTo>
                <a:lnTo>
                  <a:pt x="2199271" y="64024"/>
                </a:lnTo>
                <a:lnTo>
                  <a:pt x="2199518" y="64501"/>
                </a:lnTo>
                <a:lnTo>
                  <a:pt x="2199748" y="64993"/>
                </a:lnTo>
                <a:lnTo>
                  <a:pt x="2199963" y="65500"/>
                </a:lnTo>
                <a:lnTo>
                  <a:pt x="2200162" y="66023"/>
                </a:lnTo>
                <a:lnTo>
                  <a:pt x="2200345" y="66560"/>
                </a:lnTo>
                <a:lnTo>
                  <a:pt x="2200512" y="67113"/>
                </a:lnTo>
                <a:lnTo>
                  <a:pt x="2200663" y="67680"/>
                </a:lnTo>
                <a:lnTo>
                  <a:pt x="2200799" y="68263"/>
                </a:lnTo>
                <a:lnTo>
                  <a:pt x="2200918" y="68861"/>
                </a:lnTo>
                <a:lnTo>
                  <a:pt x="2201021" y="69474"/>
                </a:lnTo>
                <a:lnTo>
                  <a:pt x="2201109" y="70102"/>
                </a:lnTo>
                <a:lnTo>
                  <a:pt x="2201181" y="70745"/>
                </a:lnTo>
                <a:lnTo>
                  <a:pt x="2201236" y="71403"/>
                </a:lnTo>
                <a:lnTo>
                  <a:pt x="2201276" y="72076"/>
                </a:lnTo>
                <a:lnTo>
                  <a:pt x="2201300" y="72764"/>
                </a:lnTo>
                <a:lnTo>
                  <a:pt x="2201308" y="73468"/>
                </a:lnTo>
                <a:lnTo>
                  <a:pt x="2201308" y="80262"/>
                </a:lnTo>
                <a:lnTo>
                  <a:pt x="2174449" y="80262"/>
                </a:lnTo>
                <a:lnTo>
                  <a:pt x="2173754" y="80267"/>
                </a:lnTo>
                <a:lnTo>
                  <a:pt x="2173066" y="80285"/>
                </a:lnTo>
                <a:lnTo>
                  <a:pt x="2172385" y="80315"/>
                </a:lnTo>
                <a:lnTo>
                  <a:pt x="2171710" y="80356"/>
                </a:lnTo>
                <a:lnTo>
                  <a:pt x="2171042" y="80409"/>
                </a:lnTo>
                <a:lnTo>
                  <a:pt x="2170381" y="80474"/>
                </a:lnTo>
                <a:lnTo>
                  <a:pt x="2169726" y="80551"/>
                </a:lnTo>
                <a:lnTo>
                  <a:pt x="2169077" y="80639"/>
                </a:lnTo>
                <a:lnTo>
                  <a:pt x="2168436" y="80739"/>
                </a:lnTo>
                <a:lnTo>
                  <a:pt x="2167800" y="80851"/>
                </a:lnTo>
                <a:lnTo>
                  <a:pt x="2167172" y="80975"/>
                </a:lnTo>
                <a:lnTo>
                  <a:pt x="2166550" y="81111"/>
                </a:lnTo>
                <a:lnTo>
                  <a:pt x="2165934" y="81258"/>
                </a:lnTo>
                <a:lnTo>
                  <a:pt x="2165325" y="81417"/>
                </a:lnTo>
                <a:lnTo>
                  <a:pt x="2164723" y="81588"/>
                </a:lnTo>
                <a:lnTo>
                  <a:pt x="2164127" y="81771"/>
                </a:lnTo>
                <a:lnTo>
                  <a:pt x="2163538" y="81966"/>
                </a:lnTo>
                <a:lnTo>
                  <a:pt x="2162955" y="82172"/>
                </a:lnTo>
                <a:lnTo>
                  <a:pt x="2162379" y="82390"/>
                </a:lnTo>
                <a:lnTo>
                  <a:pt x="2161810" y="82620"/>
                </a:lnTo>
                <a:lnTo>
                  <a:pt x="2161247" y="82862"/>
                </a:lnTo>
                <a:lnTo>
                  <a:pt x="2160691" y="83116"/>
                </a:lnTo>
                <a:lnTo>
                  <a:pt x="2160141" y="83381"/>
                </a:lnTo>
                <a:lnTo>
                  <a:pt x="2159598" y="83658"/>
                </a:lnTo>
                <a:lnTo>
                  <a:pt x="2159063" y="83946"/>
                </a:lnTo>
                <a:lnTo>
                  <a:pt x="2158538" y="84243"/>
                </a:lnTo>
                <a:lnTo>
                  <a:pt x="2158023" y="84548"/>
                </a:lnTo>
                <a:lnTo>
                  <a:pt x="2157518" y="84863"/>
                </a:lnTo>
                <a:lnTo>
                  <a:pt x="2157022" y="85187"/>
                </a:lnTo>
                <a:lnTo>
                  <a:pt x="2156537" y="85520"/>
                </a:lnTo>
                <a:lnTo>
                  <a:pt x="2156061" y="85862"/>
                </a:lnTo>
                <a:lnTo>
                  <a:pt x="2155595" y="86213"/>
                </a:lnTo>
                <a:lnTo>
                  <a:pt x="2155139" y="86573"/>
                </a:lnTo>
                <a:lnTo>
                  <a:pt x="2154693" y="86942"/>
                </a:lnTo>
                <a:lnTo>
                  <a:pt x="2154257" y="87320"/>
                </a:lnTo>
                <a:lnTo>
                  <a:pt x="2153831" y="87707"/>
                </a:lnTo>
                <a:lnTo>
                  <a:pt x="2153414" y="88104"/>
                </a:lnTo>
                <a:lnTo>
                  <a:pt x="2153008" y="88509"/>
                </a:lnTo>
                <a:lnTo>
                  <a:pt x="2152611" y="88923"/>
                </a:lnTo>
                <a:lnTo>
                  <a:pt x="2152224" y="89347"/>
                </a:lnTo>
                <a:lnTo>
                  <a:pt x="2151847" y="89779"/>
                </a:lnTo>
                <a:lnTo>
                  <a:pt x="2151480" y="90221"/>
                </a:lnTo>
                <a:lnTo>
                  <a:pt x="2151123" y="90672"/>
                </a:lnTo>
                <a:lnTo>
                  <a:pt x="2150775" y="91131"/>
                </a:lnTo>
                <a:lnTo>
                  <a:pt x="2150438" y="91600"/>
                </a:lnTo>
                <a:lnTo>
                  <a:pt x="2150110" y="92078"/>
                </a:lnTo>
                <a:lnTo>
                  <a:pt x="2149792" y="92565"/>
                </a:lnTo>
                <a:lnTo>
                  <a:pt x="2149485" y="93061"/>
                </a:lnTo>
                <a:lnTo>
                  <a:pt x="2149188" y="93564"/>
                </a:lnTo>
                <a:lnTo>
                  <a:pt x="2148904" y="94075"/>
                </a:lnTo>
                <a:lnTo>
                  <a:pt x="2148633" y="94594"/>
                </a:lnTo>
                <a:lnTo>
                  <a:pt x="2148374" y="95119"/>
                </a:lnTo>
                <a:lnTo>
                  <a:pt x="2148128" y="95651"/>
                </a:lnTo>
                <a:lnTo>
                  <a:pt x="2147895" y="96191"/>
                </a:lnTo>
                <a:lnTo>
                  <a:pt x="2147674" y="96737"/>
                </a:lnTo>
                <a:lnTo>
                  <a:pt x="2147466" y="97291"/>
                </a:lnTo>
                <a:lnTo>
                  <a:pt x="2147271" y="97852"/>
                </a:lnTo>
                <a:lnTo>
                  <a:pt x="2147088" y="98420"/>
                </a:lnTo>
                <a:lnTo>
                  <a:pt x="2146917" y="98995"/>
                </a:lnTo>
                <a:lnTo>
                  <a:pt x="2146760" y="99577"/>
                </a:lnTo>
                <a:lnTo>
                  <a:pt x="2146615" y="100167"/>
                </a:lnTo>
                <a:lnTo>
                  <a:pt x="2146482" y="100763"/>
                </a:lnTo>
                <a:lnTo>
                  <a:pt x="2146362" y="101367"/>
                </a:lnTo>
                <a:lnTo>
                  <a:pt x="2146255" y="101978"/>
                </a:lnTo>
                <a:lnTo>
                  <a:pt x="2146160" y="102595"/>
                </a:lnTo>
                <a:lnTo>
                  <a:pt x="2146078" y="103221"/>
                </a:lnTo>
                <a:lnTo>
                  <a:pt x="2146009" y="103853"/>
                </a:lnTo>
                <a:lnTo>
                  <a:pt x="2145952" y="104492"/>
                </a:lnTo>
                <a:lnTo>
                  <a:pt x="2145908" y="105139"/>
                </a:lnTo>
                <a:lnTo>
                  <a:pt x="2145877" y="105792"/>
                </a:lnTo>
                <a:lnTo>
                  <a:pt x="2145858" y="106453"/>
                </a:lnTo>
                <a:lnTo>
                  <a:pt x="2145851" y="107121"/>
                </a:lnTo>
                <a:lnTo>
                  <a:pt x="2145865" y="108126"/>
                </a:lnTo>
                <a:lnTo>
                  <a:pt x="2145906" y="109116"/>
                </a:lnTo>
                <a:lnTo>
                  <a:pt x="2145975" y="110089"/>
                </a:lnTo>
                <a:lnTo>
                  <a:pt x="2146071" y="111046"/>
                </a:lnTo>
                <a:lnTo>
                  <a:pt x="2146194" y="111987"/>
                </a:lnTo>
                <a:lnTo>
                  <a:pt x="2146345" y="112912"/>
                </a:lnTo>
                <a:lnTo>
                  <a:pt x="2146523" y="113821"/>
                </a:lnTo>
                <a:lnTo>
                  <a:pt x="2146729" y="114713"/>
                </a:lnTo>
                <a:lnTo>
                  <a:pt x="2146962" y="115589"/>
                </a:lnTo>
                <a:lnTo>
                  <a:pt x="2147223" y="116449"/>
                </a:lnTo>
                <a:lnTo>
                  <a:pt x="2147511" y="117293"/>
                </a:lnTo>
                <a:lnTo>
                  <a:pt x="2147826" y="118121"/>
                </a:lnTo>
                <a:lnTo>
                  <a:pt x="2148169" y="118932"/>
                </a:lnTo>
                <a:lnTo>
                  <a:pt x="2148540" y="119728"/>
                </a:lnTo>
                <a:lnTo>
                  <a:pt x="2148937" y="120507"/>
                </a:lnTo>
                <a:lnTo>
                  <a:pt x="2149363" y="121270"/>
                </a:lnTo>
                <a:lnTo>
                  <a:pt x="2149815" y="122016"/>
                </a:lnTo>
                <a:lnTo>
                  <a:pt x="2150295" y="122747"/>
                </a:lnTo>
                <a:lnTo>
                  <a:pt x="2150803" y="123461"/>
                </a:lnTo>
                <a:lnTo>
                  <a:pt x="2151338" y="124160"/>
                </a:lnTo>
                <a:lnTo>
                  <a:pt x="2151900" y="124842"/>
                </a:lnTo>
                <a:lnTo>
                  <a:pt x="2152490" y="125508"/>
                </a:lnTo>
                <a:lnTo>
                  <a:pt x="2153107" y="126157"/>
                </a:lnTo>
                <a:lnTo>
                  <a:pt x="2153752" y="126791"/>
                </a:lnTo>
                <a:lnTo>
                  <a:pt x="2154420" y="127403"/>
                </a:lnTo>
                <a:lnTo>
                  <a:pt x="2155107" y="127989"/>
                </a:lnTo>
                <a:lnTo>
                  <a:pt x="2155813" y="128550"/>
                </a:lnTo>
                <a:lnTo>
                  <a:pt x="2156539" y="129084"/>
                </a:lnTo>
                <a:lnTo>
                  <a:pt x="2157283" y="129592"/>
                </a:lnTo>
                <a:lnTo>
                  <a:pt x="2158047" y="130074"/>
                </a:lnTo>
                <a:lnTo>
                  <a:pt x="2158830" y="130530"/>
                </a:lnTo>
                <a:lnTo>
                  <a:pt x="2159633" y="130960"/>
                </a:lnTo>
                <a:lnTo>
                  <a:pt x="2160454" y="131364"/>
                </a:lnTo>
                <a:lnTo>
                  <a:pt x="2161295" y="131742"/>
                </a:lnTo>
                <a:lnTo>
                  <a:pt x="2162155" y="132094"/>
                </a:lnTo>
                <a:lnTo>
                  <a:pt x="2163034" y="132419"/>
                </a:lnTo>
                <a:lnTo>
                  <a:pt x="2163932" y="132719"/>
                </a:lnTo>
                <a:lnTo>
                  <a:pt x="2164850" y="132993"/>
                </a:lnTo>
                <a:lnTo>
                  <a:pt x="2165786" y="133240"/>
                </a:lnTo>
                <a:lnTo>
                  <a:pt x="2166742" y="133462"/>
                </a:lnTo>
                <a:lnTo>
                  <a:pt x="2167717" y="133657"/>
                </a:lnTo>
                <a:lnTo>
                  <a:pt x="2168712" y="133827"/>
                </a:lnTo>
                <a:lnTo>
                  <a:pt x="2169725" y="133970"/>
                </a:lnTo>
                <a:lnTo>
                  <a:pt x="2170758" y="134087"/>
                </a:lnTo>
                <a:lnTo>
                  <a:pt x="2171810" y="134178"/>
                </a:lnTo>
                <a:lnTo>
                  <a:pt x="2172881" y="134244"/>
                </a:lnTo>
                <a:lnTo>
                  <a:pt x="2173971" y="134283"/>
                </a:lnTo>
                <a:lnTo>
                  <a:pt x="2175080" y="134296"/>
                </a:lnTo>
                <a:lnTo>
                  <a:pt x="2175761" y="134291"/>
                </a:lnTo>
                <a:lnTo>
                  <a:pt x="2176433" y="134278"/>
                </a:lnTo>
                <a:lnTo>
                  <a:pt x="2177097" y="134256"/>
                </a:lnTo>
                <a:lnTo>
                  <a:pt x="2177753" y="134225"/>
                </a:lnTo>
                <a:lnTo>
                  <a:pt x="2178401" y="134186"/>
                </a:lnTo>
                <a:lnTo>
                  <a:pt x="2179040" y="134138"/>
                </a:lnTo>
                <a:lnTo>
                  <a:pt x="2179672" y="134081"/>
                </a:lnTo>
                <a:lnTo>
                  <a:pt x="2180294" y="134015"/>
                </a:lnTo>
                <a:lnTo>
                  <a:pt x="2180909" y="133940"/>
                </a:lnTo>
                <a:lnTo>
                  <a:pt x="2181516" y="133857"/>
                </a:lnTo>
                <a:lnTo>
                  <a:pt x="2182114" y="133765"/>
                </a:lnTo>
                <a:lnTo>
                  <a:pt x="2182704" y="133664"/>
                </a:lnTo>
                <a:lnTo>
                  <a:pt x="2183286" y="133554"/>
                </a:lnTo>
                <a:lnTo>
                  <a:pt x="2183859" y="133436"/>
                </a:lnTo>
                <a:lnTo>
                  <a:pt x="2184425" y="133309"/>
                </a:lnTo>
                <a:lnTo>
                  <a:pt x="2184982" y="133173"/>
                </a:lnTo>
                <a:lnTo>
                  <a:pt x="2185531" y="133028"/>
                </a:lnTo>
                <a:lnTo>
                  <a:pt x="2186072" y="132874"/>
                </a:lnTo>
                <a:lnTo>
                  <a:pt x="2186604" y="132712"/>
                </a:lnTo>
                <a:lnTo>
                  <a:pt x="2187128" y="132541"/>
                </a:lnTo>
                <a:lnTo>
                  <a:pt x="2187644" y="132361"/>
                </a:lnTo>
                <a:lnTo>
                  <a:pt x="2188152" y="132173"/>
                </a:lnTo>
                <a:lnTo>
                  <a:pt x="2188651" y="131975"/>
                </a:lnTo>
                <a:lnTo>
                  <a:pt x="2189143" y="131769"/>
                </a:lnTo>
                <a:lnTo>
                  <a:pt x="2189625" y="131555"/>
                </a:lnTo>
                <a:lnTo>
                  <a:pt x="2190098" y="131333"/>
                </a:lnTo>
                <a:lnTo>
                  <a:pt x="2190562" y="131105"/>
                </a:lnTo>
                <a:lnTo>
                  <a:pt x="2191017" y="130869"/>
                </a:lnTo>
                <a:lnTo>
                  <a:pt x="2191462" y="130626"/>
                </a:lnTo>
                <a:lnTo>
                  <a:pt x="2191898" y="130376"/>
                </a:lnTo>
                <a:lnTo>
                  <a:pt x="2192324" y="130119"/>
                </a:lnTo>
                <a:lnTo>
                  <a:pt x="2192742" y="129855"/>
                </a:lnTo>
                <a:lnTo>
                  <a:pt x="2193149" y="129584"/>
                </a:lnTo>
                <a:lnTo>
                  <a:pt x="2193548" y="129305"/>
                </a:lnTo>
                <a:lnTo>
                  <a:pt x="2193937" y="129020"/>
                </a:lnTo>
                <a:lnTo>
                  <a:pt x="2194317" y="128727"/>
                </a:lnTo>
                <a:lnTo>
                  <a:pt x="2194688" y="128427"/>
                </a:lnTo>
                <a:lnTo>
                  <a:pt x="2195049" y="128120"/>
                </a:lnTo>
                <a:lnTo>
                  <a:pt x="2195401" y="127806"/>
                </a:lnTo>
                <a:lnTo>
                  <a:pt x="2195743" y="127485"/>
                </a:lnTo>
                <a:lnTo>
                  <a:pt x="2196076" y="127157"/>
                </a:lnTo>
                <a:lnTo>
                  <a:pt x="2196400" y="126822"/>
                </a:lnTo>
                <a:lnTo>
                  <a:pt x="2196715" y="126479"/>
                </a:lnTo>
                <a:lnTo>
                  <a:pt x="2197020" y="126129"/>
                </a:lnTo>
                <a:lnTo>
                  <a:pt x="2197316" y="125773"/>
                </a:lnTo>
                <a:lnTo>
                  <a:pt x="2197602" y="125409"/>
                </a:lnTo>
                <a:lnTo>
                  <a:pt x="2197879" y="125038"/>
                </a:lnTo>
                <a:lnTo>
                  <a:pt x="2198147" y="124660"/>
                </a:lnTo>
                <a:lnTo>
                  <a:pt x="2198405" y="124275"/>
                </a:lnTo>
                <a:lnTo>
                  <a:pt x="2198652" y="123884"/>
                </a:lnTo>
                <a:lnTo>
                  <a:pt x="2198888" y="123487"/>
                </a:lnTo>
                <a:lnTo>
                  <a:pt x="2199113" y="123084"/>
                </a:lnTo>
                <a:lnTo>
                  <a:pt x="2199327" y="122675"/>
                </a:lnTo>
                <a:lnTo>
                  <a:pt x="2199530" y="122260"/>
                </a:lnTo>
                <a:lnTo>
                  <a:pt x="2199722" y="121838"/>
                </a:lnTo>
                <a:lnTo>
                  <a:pt x="2199903" y="121411"/>
                </a:lnTo>
                <a:lnTo>
                  <a:pt x="2200073" y="120978"/>
                </a:lnTo>
                <a:lnTo>
                  <a:pt x="2200232" y="120539"/>
                </a:lnTo>
                <a:lnTo>
                  <a:pt x="2200381" y="120094"/>
                </a:lnTo>
                <a:lnTo>
                  <a:pt x="2200518" y="119643"/>
                </a:lnTo>
                <a:lnTo>
                  <a:pt x="2200644" y="119185"/>
                </a:lnTo>
                <a:lnTo>
                  <a:pt x="2200759" y="118722"/>
                </a:lnTo>
                <a:lnTo>
                  <a:pt x="2200863" y="118253"/>
                </a:lnTo>
                <a:lnTo>
                  <a:pt x="2200957" y="117777"/>
                </a:lnTo>
                <a:lnTo>
                  <a:pt x="2201039" y="117296"/>
                </a:lnTo>
                <a:lnTo>
                  <a:pt x="2201095" y="116916"/>
                </a:lnTo>
                <a:lnTo>
                  <a:pt x="2201467" y="116916"/>
                </a:lnTo>
                <a:lnTo>
                  <a:pt x="2201467" y="132717"/>
                </a:lnTo>
                <a:lnTo>
                  <a:pt x="2215527" y="132717"/>
                </a:lnTo>
                <a:lnTo>
                  <a:pt x="2215527" y="72993"/>
                </a:lnTo>
                <a:lnTo>
                  <a:pt x="2215512" y="71871"/>
                </a:lnTo>
                <a:close/>
                <a:moveTo>
                  <a:pt x="2175163" y="122108"/>
                </a:moveTo>
                <a:lnTo>
                  <a:pt x="2174523" y="122028"/>
                </a:lnTo>
                <a:lnTo>
                  <a:pt x="2173896" y="121933"/>
                </a:lnTo>
                <a:lnTo>
                  <a:pt x="2173281" y="121824"/>
                </a:lnTo>
                <a:lnTo>
                  <a:pt x="2172680" y="121701"/>
                </a:lnTo>
                <a:lnTo>
                  <a:pt x="2172091" y="121563"/>
                </a:lnTo>
                <a:lnTo>
                  <a:pt x="2171516" y="121410"/>
                </a:lnTo>
                <a:lnTo>
                  <a:pt x="2170953" y="121243"/>
                </a:lnTo>
                <a:lnTo>
                  <a:pt x="2170403" y="121061"/>
                </a:lnTo>
                <a:lnTo>
                  <a:pt x="2169866" y="120865"/>
                </a:lnTo>
                <a:lnTo>
                  <a:pt x="2169342" y="120654"/>
                </a:lnTo>
                <a:lnTo>
                  <a:pt x="2168831" y="120428"/>
                </a:lnTo>
                <a:lnTo>
                  <a:pt x="2168333" y="120189"/>
                </a:lnTo>
                <a:lnTo>
                  <a:pt x="2167847" y="119934"/>
                </a:lnTo>
                <a:lnTo>
                  <a:pt x="2167375" y="119665"/>
                </a:lnTo>
                <a:lnTo>
                  <a:pt x="2166915" y="119382"/>
                </a:lnTo>
                <a:lnTo>
                  <a:pt x="2166468" y="119084"/>
                </a:lnTo>
                <a:lnTo>
                  <a:pt x="2166035" y="118771"/>
                </a:lnTo>
                <a:lnTo>
                  <a:pt x="2165614" y="118444"/>
                </a:lnTo>
                <a:lnTo>
                  <a:pt x="2165206" y="118102"/>
                </a:lnTo>
                <a:lnTo>
                  <a:pt x="2164812" y="117748"/>
                </a:lnTo>
                <a:lnTo>
                  <a:pt x="2164436" y="117383"/>
                </a:lnTo>
                <a:lnTo>
                  <a:pt x="2164076" y="117007"/>
                </a:lnTo>
                <a:lnTo>
                  <a:pt x="2163733" y="116621"/>
                </a:lnTo>
                <a:lnTo>
                  <a:pt x="2163407" y="116224"/>
                </a:lnTo>
                <a:lnTo>
                  <a:pt x="2163097" y="115816"/>
                </a:lnTo>
                <a:lnTo>
                  <a:pt x="2162804" y="115397"/>
                </a:lnTo>
                <a:lnTo>
                  <a:pt x="2162528" y="114968"/>
                </a:lnTo>
                <a:lnTo>
                  <a:pt x="2162269" y="114528"/>
                </a:lnTo>
                <a:lnTo>
                  <a:pt x="2162026" y="114078"/>
                </a:lnTo>
                <a:lnTo>
                  <a:pt x="2161800" y="113617"/>
                </a:lnTo>
                <a:lnTo>
                  <a:pt x="2161591" y="113145"/>
                </a:lnTo>
                <a:lnTo>
                  <a:pt x="2161399" y="112662"/>
                </a:lnTo>
                <a:lnTo>
                  <a:pt x="2161223" y="112169"/>
                </a:lnTo>
                <a:lnTo>
                  <a:pt x="2161064" y="111665"/>
                </a:lnTo>
                <a:lnTo>
                  <a:pt x="2160922" y="111150"/>
                </a:lnTo>
                <a:lnTo>
                  <a:pt x="2160796" y="110625"/>
                </a:lnTo>
                <a:lnTo>
                  <a:pt x="2160688" y="110089"/>
                </a:lnTo>
                <a:lnTo>
                  <a:pt x="2160595" y="109542"/>
                </a:lnTo>
                <a:lnTo>
                  <a:pt x="2160520" y="108985"/>
                </a:lnTo>
                <a:lnTo>
                  <a:pt x="2160462" y="108417"/>
                </a:lnTo>
                <a:lnTo>
                  <a:pt x="2160420" y="107838"/>
                </a:lnTo>
                <a:lnTo>
                  <a:pt x="2160395" y="107248"/>
                </a:lnTo>
                <a:lnTo>
                  <a:pt x="2160386" y="106648"/>
                </a:lnTo>
                <a:lnTo>
                  <a:pt x="2160394" y="106074"/>
                </a:lnTo>
                <a:lnTo>
                  <a:pt x="2160416" y="105509"/>
                </a:lnTo>
                <a:lnTo>
                  <a:pt x="2160454" y="104953"/>
                </a:lnTo>
                <a:lnTo>
                  <a:pt x="2160507" y="104407"/>
                </a:lnTo>
                <a:lnTo>
                  <a:pt x="2160575" y="103871"/>
                </a:lnTo>
                <a:lnTo>
                  <a:pt x="2160658" y="103345"/>
                </a:lnTo>
                <a:lnTo>
                  <a:pt x="2160756" y="102828"/>
                </a:lnTo>
                <a:lnTo>
                  <a:pt x="2160869" y="102320"/>
                </a:lnTo>
                <a:lnTo>
                  <a:pt x="2160997" y="101823"/>
                </a:lnTo>
                <a:lnTo>
                  <a:pt x="2161141" y="101335"/>
                </a:lnTo>
                <a:lnTo>
                  <a:pt x="2161299" y="100856"/>
                </a:lnTo>
                <a:lnTo>
                  <a:pt x="2161472" y="100387"/>
                </a:lnTo>
                <a:lnTo>
                  <a:pt x="2161661" y="99928"/>
                </a:lnTo>
                <a:lnTo>
                  <a:pt x="2161865" y="99478"/>
                </a:lnTo>
                <a:lnTo>
                  <a:pt x="2162083" y="99038"/>
                </a:lnTo>
                <a:lnTo>
                  <a:pt x="2162317" y="98608"/>
                </a:lnTo>
                <a:lnTo>
                  <a:pt x="2162566" y="98187"/>
                </a:lnTo>
                <a:lnTo>
                  <a:pt x="2162830" y="97776"/>
                </a:lnTo>
                <a:lnTo>
                  <a:pt x="2163109" y="97374"/>
                </a:lnTo>
                <a:lnTo>
                  <a:pt x="2163403" y="96982"/>
                </a:lnTo>
                <a:lnTo>
                  <a:pt x="2163712" y="96600"/>
                </a:lnTo>
                <a:lnTo>
                  <a:pt x="2164037" y="96227"/>
                </a:lnTo>
                <a:lnTo>
                  <a:pt x="2164376" y="95864"/>
                </a:lnTo>
                <a:lnTo>
                  <a:pt x="2164731" y="95510"/>
                </a:lnTo>
                <a:lnTo>
                  <a:pt x="2165097" y="95168"/>
                </a:lnTo>
                <a:lnTo>
                  <a:pt x="2165473" y="94841"/>
                </a:lnTo>
                <a:lnTo>
                  <a:pt x="2165858" y="94529"/>
                </a:lnTo>
                <a:lnTo>
                  <a:pt x="2166252" y="94231"/>
                </a:lnTo>
                <a:lnTo>
                  <a:pt x="2166655" y="93947"/>
                </a:lnTo>
                <a:lnTo>
                  <a:pt x="2167067" y="93678"/>
                </a:lnTo>
                <a:lnTo>
                  <a:pt x="2167488" y="93424"/>
                </a:lnTo>
                <a:lnTo>
                  <a:pt x="2167918" y="93184"/>
                </a:lnTo>
                <a:lnTo>
                  <a:pt x="2168357" y="92958"/>
                </a:lnTo>
                <a:lnTo>
                  <a:pt x="2168805" y="92747"/>
                </a:lnTo>
                <a:lnTo>
                  <a:pt x="2169262" y="92551"/>
                </a:lnTo>
                <a:lnTo>
                  <a:pt x="2169728" y="92369"/>
                </a:lnTo>
                <a:lnTo>
                  <a:pt x="2170204" y="92202"/>
                </a:lnTo>
                <a:lnTo>
                  <a:pt x="2170688" y="92049"/>
                </a:lnTo>
                <a:lnTo>
                  <a:pt x="2171181" y="91911"/>
                </a:lnTo>
                <a:lnTo>
                  <a:pt x="2171683" y="91788"/>
                </a:lnTo>
                <a:lnTo>
                  <a:pt x="2172195" y="91679"/>
                </a:lnTo>
                <a:lnTo>
                  <a:pt x="2172715" y="91584"/>
                </a:lnTo>
                <a:lnTo>
                  <a:pt x="2173245" y="91504"/>
                </a:lnTo>
                <a:lnTo>
                  <a:pt x="2173783" y="91439"/>
                </a:lnTo>
                <a:lnTo>
                  <a:pt x="2174331" y="91388"/>
                </a:lnTo>
                <a:lnTo>
                  <a:pt x="2174887" y="91352"/>
                </a:lnTo>
                <a:lnTo>
                  <a:pt x="2175453" y="91330"/>
                </a:lnTo>
                <a:lnTo>
                  <a:pt x="2176028" y="91322"/>
                </a:lnTo>
                <a:lnTo>
                  <a:pt x="2201308" y="91322"/>
                </a:lnTo>
                <a:lnTo>
                  <a:pt x="2201308" y="103488"/>
                </a:lnTo>
                <a:lnTo>
                  <a:pt x="2201297" y="104205"/>
                </a:lnTo>
                <a:lnTo>
                  <a:pt x="2201265" y="104910"/>
                </a:lnTo>
                <a:lnTo>
                  <a:pt x="2201212" y="105603"/>
                </a:lnTo>
                <a:lnTo>
                  <a:pt x="2201137" y="106283"/>
                </a:lnTo>
                <a:lnTo>
                  <a:pt x="2201040" y="106950"/>
                </a:lnTo>
                <a:lnTo>
                  <a:pt x="2200923" y="107605"/>
                </a:lnTo>
                <a:lnTo>
                  <a:pt x="2200784" y="108247"/>
                </a:lnTo>
                <a:lnTo>
                  <a:pt x="2200623" y="108877"/>
                </a:lnTo>
                <a:lnTo>
                  <a:pt x="2200441" y="109493"/>
                </a:lnTo>
                <a:lnTo>
                  <a:pt x="2200238" y="110098"/>
                </a:lnTo>
                <a:lnTo>
                  <a:pt x="2200013" y="110689"/>
                </a:lnTo>
                <a:lnTo>
                  <a:pt x="2199767" y="111269"/>
                </a:lnTo>
                <a:lnTo>
                  <a:pt x="2199500" y="111835"/>
                </a:lnTo>
                <a:lnTo>
                  <a:pt x="2199211" y="112389"/>
                </a:lnTo>
                <a:lnTo>
                  <a:pt x="2198901" y="112930"/>
                </a:lnTo>
                <a:lnTo>
                  <a:pt x="2198569" y="113459"/>
                </a:lnTo>
                <a:lnTo>
                  <a:pt x="2198216" y="113975"/>
                </a:lnTo>
                <a:lnTo>
                  <a:pt x="2197842" y="114478"/>
                </a:lnTo>
                <a:lnTo>
                  <a:pt x="2197446" y="114969"/>
                </a:lnTo>
                <a:lnTo>
                  <a:pt x="2197029" y="115447"/>
                </a:lnTo>
                <a:lnTo>
                  <a:pt x="2196590" y="115913"/>
                </a:lnTo>
                <a:lnTo>
                  <a:pt x="2196130" y="116366"/>
                </a:lnTo>
                <a:lnTo>
                  <a:pt x="2195649" y="116806"/>
                </a:lnTo>
                <a:lnTo>
                  <a:pt x="2195146" y="117234"/>
                </a:lnTo>
                <a:lnTo>
                  <a:pt x="2194625" y="117647"/>
                </a:lnTo>
                <a:lnTo>
                  <a:pt x="2194089" y="118042"/>
                </a:lnTo>
                <a:lnTo>
                  <a:pt x="2193539" y="118419"/>
                </a:lnTo>
                <a:lnTo>
                  <a:pt x="2192973" y="118779"/>
                </a:lnTo>
                <a:lnTo>
                  <a:pt x="2192393" y="119121"/>
                </a:lnTo>
                <a:lnTo>
                  <a:pt x="2191798" y="119446"/>
                </a:lnTo>
                <a:lnTo>
                  <a:pt x="2191188" y="119753"/>
                </a:lnTo>
                <a:lnTo>
                  <a:pt x="2190564" y="120043"/>
                </a:lnTo>
                <a:lnTo>
                  <a:pt x="2189924" y="120315"/>
                </a:lnTo>
                <a:lnTo>
                  <a:pt x="2189270" y="120569"/>
                </a:lnTo>
                <a:lnTo>
                  <a:pt x="2188601" y="120806"/>
                </a:lnTo>
                <a:lnTo>
                  <a:pt x="2187917" y="121026"/>
                </a:lnTo>
                <a:lnTo>
                  <a:pt x="2187219" y="121228"/>
                </a:lnTo>
                <a:lnTo>
                  <a:pt x="2186505" y="121412"/>
                </a:lnTo>
                <a:lnTo>
                  <a:pt x="2185777" y="121579"/>
                </a:lnTo>
                <a:lnTo>
                  <a:pt x="2185034" y="121728"/>
                </a:lnTo>
                <a:lnTo>
                  <a:pt x="2184276" y="121860"/>
                </a:lnTo>
                <a:lnTo>
                  <a:pt x="2183504" y="121974"/>
                </a:lnTo>
                <a:lnTo>
                  <a:pt x="2182716" y="122070"/>
                </a:lnTo>
                <a:lnTo>
                  <a:pt x="2181914" y="122149"/>
                </a:lnTo>
                <a:lnTo>
                  <a:pt x="2181097" y="122211"/>
                </a:lnTo>
                <a:lnTo>
                  <a:pt x="2180265" y="122255"/>
                </a:lnTo>
                <a:lnTo>
                  <a:pt x="2179418" y="122281"/>
                </a:lnTo>
                <a:lnTo>
                  <a:pt x="2178557" y="122290"/>
                </a:lnTo>
                <a:lnTo>
                  <a:pt x="2177852" y="122282"/>
                </a:lnTo>
                <a:lnTo>
                  <a:pt x="2177161" y="122261"/>
                </a:lnTo>
                <a:lnTo>
                  <a:pt x="2176482" y="122224"/>
                </a:lnTo>
                <a:lnTo>
                  <a:pt x="2175816" y="122173"/>
                </a:lnTo>
                <a:lnTo>
                  <a:pt x="2175163" y="122108"/>
                </a:lnTo>
                <a:close/>
                <a:moveTo>
                  <a:pt x="2375055" y="133896"/>
                </a:moveTo>
                <a:lnTo>
                  <a:pt x="2376097" y="133751"/>
                </a:lnTo>
                <a:lnTo>
                  <a:pt x="2377123" y="133585"/>
                </a:lnTo>
                <a:lnTo>
                  <a:pt x="2378133" y="133396"/>
                </a:lnTo>
                <a:lnTo>
                  <a:pt x="2379127" y="133185"/>
                </a:lnTo>
                <a:lnTo>
                  <a:pt x="2380106" y="132952"/>
                </a:lnTo>
                <a:lnTo>
                  <a:pt x="2381068" y="132696"/>
                </a:lnTo>
                <a:lnTo>
                  <a:pt x="2382015" y="132418"/>
                </a:lnTo>
                <a:lnTo>
                  <a:pt x="2382945" y="132118"/>
                </a:lnTo>
                <a:lnTo>
                  <a:pt x="2383860" y="131796"/>
                </a:lnTo>
                <a:lnTo>
                  <a:pt x="2384759" y="131452"/>
                </a:lnTo>
                <a:lnTo>
                  <a:pt x="2385642" y="131085"/>
                </a:lnTo>
                <a:lnTo>
                  <a:pt x="2386509" y="130697"/>
                </a:lnTo>
                <a:lnTo>
                  <a:pt x="2387360" y="130286"/>
                </a:lnTo>
                <a:lnTo>
                  <a:pt x="2388195" y="129852"/>
                </a:lnTo>
                <a:lnTo>
                  <a:pt x="2389014" y="129397"/>
                </a:lnTo>
                <a:lnTo>
                  <a:pt x="2389818" y="128919"/>
                </a:lnTo>
                <a:lnTo>
                  <a:pt x="2390605" y="128419"/>
                </a:lnTo>
                <a:lnTo>
                  <a:pt x="2391377" y="127897"/>
                </a:lnTo>
                <a:lnTo>
                  <a:pt x="2392127" y="127356"/>
                </a:lnTo>
                <a:lnTo>
                  <a:pt x="2392851" y="126800"/>
                </a:lnTo>
                <a:lnTo>
                  <a:pt x="2393547" y="126227"/>
                </a:lnTo>
                <a:lnTo>
                  <a:pt x="2394217" y="125639"/>
                </a:lnTo>
                <a:lnTo>
                  <a:pt x="2394860" y="125036"/>
                </a:lnTo>
                <a:lnTo>
                  <a:pt x="2395476" y="124417"/>
                </a:lnTo>
                <a:lnTo>
                  <a:pt x="2396065" y="123782"/>
                </a:lnTo>
                <a:lnTo>
                  <a:pt x="2396627" y="123131"/>
                </a:lnTo>
                <a:lnTo>
                  <a:pt x="2397162" y="122465"/>
                </a:lnTo>
                <a:lnTo>
                  <a:pt x="2397670" y="121783"/>
                </a:lnTo>
                <a:lnTo>
                  <a:pt x="2398152" y="121086"/>
                </a:lnTo>
                <a:lnTo>
                  <a:pt x="2398606" y="120373"/>
                </a:lnTo>
                <a:lnTo>
                  <a:pt x="2399034" y="119644"/>
                </a:lnTo>
                <a:lnTo>
                  <a:pt x="2399435" y="118900"/>
                </a:lnTo>
                <a:lnTo>
                  <a:pt x="2399808" y="118140"/>
                </a:lnTo>
                <a:lnTo>
                  <a:pt x="2400155" y="117365"/>
                </a:lnTo>
                <a:lnTo>
                  <a:pt x="2400475" y="116573"/>
                </a:lnTo>
                <a:lnTo>
                  <a:pt x="2400769" y="115767"/>
                </a:lnTo>
                <a:lnTo>
                  <a:pt x="2401035" y="114944"/>
                </a:lnTo>
                <a:lnTo>
                  <a:pt x="2401274" y="114106"/>
                </a:lnTo>
                <a:lnTo>
                  <a:pt x="2401487" y="113252"/>
                </a:lnTo>
                <a:lnTo>
                  <a:pt x="2401672" y="112383"/>
                </a:lnTo>
                <a:lnTo>
                  <a:pt x="2401831" y="111498"/>
                </a:lnTo>
                <a:lnTo>
                  <a:pt x="2401963" y="110597"/>
                </a:lnTo>
                <a:lnTo>
                  <a:pt x="2387744" y="110597"/>
                </a:lnTo>
                <a:lnTo>
                  <a:pt x="2387644" y="111028"/>
                </a:lnTo>
                <a:lnTo>
                  <a:pt x="2387531" y="111451"/>
                </a:lnTo>
                <a:lnTo>
                  <a:pt x="2387404" y="111867"/>
                </a:lnTo>
                <a:lnTo>
                  <a:pt x="2387263" y="112276"/>
                </a:lnTo>
                <a:lnTo>
                  <a:pt x="2387108" y="112677"/>
                </a:lnTo>
                <a:lnTo>
                  <a:pt x="2386939" y="113071"/>
                </a:lnTo>
                <a:lnTo>
                  <a:pt x="2386755" y="113457"/>
                </a:lnTo>
                <a:lnTo>
                  <a:pt x="2386558" y="113836"/>
                </a:lnTo>
                <a:lnTo>
                  <a:pt x="2386347" y="114208"/>
                </a:lnTo>
                <a:lnTo>
                  <a:pt x="2386122" y="114572"/>
                </a:lnTo>
                <a:lnTo>
                  <a:pt x="2385883" y="114929"/>
                </a:lnTo>
                <a:lnTo>
                  <a:pt x="2385630" y="115278"/>
                </a:lnTo>
                <a:lnTo>
                  <a:pt x="2385363" y="115620"/>
                </a:lnTo>
                <a:lnTo>
                  <a:pt x="2385082" y="115955"/>
                </a:lnTo>
                <a:lnTo>
                  <a:pt x="2384787" y="116282"/>
                </a:lnTo>
                <a:lnTo>
                  <a:pt x="2384478" y="116602"/>
                </a:lnTo>
                <a:lnTo>
                  <a:pt x="2384155" y="116914"/>
                </a:lnTo>
                <a:lnTo>
                  <a:pt x="2383818" y="117219"/>
                </a:lnTo>
                <a:lnTo>
                  <a:pt x="2383467" y="117516"/>
                </a:lnTo>
                <a:lnTo>
                  <a:pt x="2383102" y="117807"/>
                </a:lnTo>
                <a:lnTo>
                  <a:pt x="2382723" y="118089"/>
                </a:lnTo>
                <a:lnTo>
                  <a:pt x="2382330" y="118364"/>
                </a:lnTo>
                <a:lnTo>
                  <a:pt x="2381923" y="118632"/>
                </a:lnTo>
                <a:lnTo>
                  <a:pt x="2381502" y="118893"/>
                </a:lnTo>
                <a:lnTo>
                  <a:pt x="2381069" y="119144"/>
                </a:lnTo>
                <a:lnTo>
                  <a:pt x="2380627" y="119385"/>
                </a:lnTo>
                <a:lnTo>
                  <a:pt x="2380176" y="119615"/>
                </a:lnTo>
                <a:lnTo>
                  <a:pt x="2379714" y="119834"/>
                </a:lnTo>
                <a:lnTo>
                  <a:pt x="2379243" y="120043"/>
                </a:lnTo>
                <a:lnTo>
                  <a:pt x="2378763" y="120241"/>
                </a:lnTo>
                <a:lnTo>
                  <a:pt x="2378272" y="120428"/>
                </a:lnTo>
                <a:lnTo>
                  <a:pt x="2377773" y="120604"/>
                </a:lnTo>
                <a:lnTo>
                  <a:pt x="2377263" y="120770"/>
                </a:lnTo>
                <a:lnTo>
                  <a:pt x="2376744" y="120925"/>
                </a:lnTo>
                <a:lnTo>
                  <a:pt x="2376216" y="121070"/>
                </a:lnTo>
                <a:lnTo>
                  <a:pt x="2375677" y="121204"/>
                </a:lnTo>
                <a:lnTo>
                  <a:pt x="2375130" y="121327"/>
                </a:lnTo>
                <a:lnTo>
                  <a:pt x="2374572" y="121439"/>
                </a:lnTo>
                <a:lnTo>
                  <a:pt x="2374005" y="121541"/>
                </a:lnTo>
                <a:lnTo>
                  <a:pt x="2373428" y="121632"/>
                </a:lnTo>
                <a:lnTo>
                  <a:pt x="2372842" y="121712"/>
                </a:lnTo>
                <a:lnTo>
                  <a:pt x="2372246" y="121781"/>
                </a:lnTo>
                <a:lnTo>
                  <a:pt x="2371641" y="121840"/>
                </a:lnTo>
                <a:lnTo>
                  <a:pt x="2371026" y="121888"/>
                </a:lnTo>
                <a:lnTo>
                  <a:pt x="2370401" y="121926"/>
                </a:lnTo>
                <a:lnTo>
                  <a:pt x="2369766" y="121952"/>
                </a:lnTo>
                <a:lnTo>
                  <a:pt x="2369123" y="121968"/>
                </a:lnTo>
                <a:lnTo>
                  <a:pt x="2368469" y="121974"/>
                </a:lnTo>
                <a:lnTo>
                  <a:pt x="2367712" y="121964"/>
                </a:lnTo>
                <a:lnTo>
                  <a:pt x="2366967" y="121935"/>
                </a:lnTo>
                <a:lnTo>
                  <a:pt x="2366235" y="121886"/>
                </a:lnTo>
                <a:lnTo>
                  <a:pt x="2365515" y="121818"/>
                </a:lnTo>
                <a:lnTo>
                  <a:pt x="2364808" y="121730"/>
                </a:lnTo>
                <a:lnTo>
                  <a:pt x="2364114" y="121623"/>
                </a:lnTo>
                <a:lnTo>
                  <a:pt x="2363433" y="121497"/>
                </a:lnTo>
                <a:lnTo>
                  <a:pt x="2362764" y="121351"/>
                </a:lnTo>
                <a:lnTo>
                  <a:pt x="2362107" y="121185"/>
                </a:lnTo>
                <a:lnTo>
                  <a:pt x="2361463" y="121000"/>
                </a:lnTo>
                <a:lnTo>
                  <a:pt x="2360832" y="120795"/>
                </a:lnTo>
                <a:lnTo>
                  <a:pt x="2360214" y="120571"/>
                </a:lnTo>
                <a:lnTo>
                  <a:pt x="2359608" y="120328"/>
                </a:lnTo>
                <a:lnTo>
                  <a:pt x="2359014" y="120065"/>
                </a:lnTo>
                <a:lnTo>
                  <a:pt x="2358434" y="119782"/>
                </a:lnTo>
                <a:lnTo>
                  <a:pt x="2357866" y="119480"/>
                </a:lnTo>
                <a:lnTo>
                  <a:pt x="2357310" y="119159"/>
                </a:lnTo>
                <a:lnTo>
                  <a:pt x="2356767" y="118818"/>
                </a:lnTo>
                <a:lnTo>
                  <a:pt x="2356237" y="118458"/>
                </a:lnTo>
                <a:lnTo>
                  <a:pt x="2355719" y="118078"/>
                </a:lnTo>
                <a:lnTo>
                  <a:pt x="2355214" y="117679"/>
                </a:lnTo>
                <a:lnTo>
                  <a:pt x="2354722" y="117260"/>
                </a:lnTo>
                <a:lnTo>
                  <a:pt x="2354242" y="116822"/>
                </a:lnTo>
                <a:lnTo>
                  <a:pt x="2353775" y="116364"/>
                </a:lnTo>
                <a:lnTo>
                  <a:pt x="2353324" y="115889"/>
                </a:lnTo>
                <a:lnTo>
                  <a:pt x="2352892" y="115401"/>
                </a:lnTo>
                <a:lnTo>
                  <a:pt x="2352479" y="114898"/>
                </a:lnTo>
                <a:lnTo>
                  <a:pt x="2352085" y="114382"/>
                </a:lnTo>
                <a:lnTo>
                  <a:pt x="2351711" y="113852"/>
                </a:lnTo>
                <a:lnTo>
                  <a:pt x="2351355" y="113307"/>
                </a:lnTo>
                <a:lnTo>
                  <a:pt x="2351019" y="112749"/>
                </a:lnTo>
                <a:lnTo>
                  <a:pt x="2350702" y="112176"/>
                </a:lnTo>
                <a:lnTo>
                  <a:pt x="2350405" y="111590"/>
                </a:lnTo>
                <a:lnTo>
                  <a:pt x="2350126" y="110990"/>
                </a:lnTo>
                <a:lnTo>
                  <a:pt x="2349867" y="110376"/>
                </a:lnTo>
                <a:lnTo>
                  <a:pt x="2349627" y="109747"/>
                </a:lnTo>
                <a:lnTo>
                  <a:pt x="2349406" y="109105"/>
                </a:lnTo>
                <a:lnTo>
                  <a:pt x="2349205" y="108449"/>
                </a:lnTo>
                <a:lnTo>
                  <a:pt x="2349022" y="107779"/>
                </a:lnTo>
                <a:lnTo>
                  <a:pt x="2348859" y="107094"/>
                </a:lnTo>
                <a:lnTo>
                  <a:pt x="2348715" y="106396"/>
                </a:lnTo>
                <a:lnTo>
                  <a:pt x="2348590" y="105684"/>
                </a:lnTo>
                <a:lnTo>
                  <a:pt x="2348484" y="104958"/>
                </a:lnTo>
                <a:lnTo>
                  <a:pt x="2348398" y="104218"/>
                </a:lnTo>
                <a:lnTo>
                  <a:pt x="2348331" y="103464"/>
                </a:lnTo>
                <a:lnTo>
                  <a:pt x="2348283" y="102696"/>
                </a:lnTo>
                <a:lnTo>
                  <a:pt x="2348254" y="101914"/>
                </a:lnTo>
                <a:lnTo>
                  <a:pt x="2348244" y="101118"/>
                </a:lnTo>
                <a:lnTo>
                  <a:pt x="2348244" y="92902"/>
                </a:lnTo>
                <a:lnTo>
                  <a:pt x="2402597" y="92902"/>
                </a:lnTo>
                <a:lnTo>
                  <a:pt x="2402597" y="77417"/>
                </a:lnTo>
                <a:lnTo>
                  <a:pt x="2402589" y="76579"/>
                </a:lnTo>
                <a:lnTo>
                  <a:pt x="2402567" y="75750"/>
                </a:lnTo>
                <a:lnTo>
                  <a:pt x="2402530" y="74931"/>
                </a:lnTo>
                <a:lnTo>
                  <a:pt x="2402478" y="74121"/>
                </a:lnTo>
                <a:lnTo>
                  <a:pt x="2402412" y="73320"/>
                </a:lnTo>
                <a:lnTo>
                  <a:pt x="2402330" y="72529"/>
                </a:lnTo>
                <a:lnTo>
                  <a:pt x="2402234" y="71747"/>
                </a:lnTo>
                <a:lnTo>
                  <a:pt x="2402123" y="70974"/>
                </a:lnTo>
                <a:lnTo>
                  <a:pt x="2401997" y="70211"/>
                </a:lnTo>
                <a:lnTo>
                  <a:pt x="2401856" y="69457"/>
                </a:lnTo>
                <a:lnTo>
                  <a:pt x="2401700" y="68712"/>
                </a:lnTo>
                <a:lnTo>
                  <a:pt x="2401530" y="67977"/>
                </a:lnTo>
                <a:lnTo>
                  <a:pt x="2401345" y="67251"/>
                </a:lnTo>
                <a:lnTo>
                  <a:pt x="2401145" y="66534"/>
                </a:lnTo>
                <a:lnTo>
                  <a:pt x="2400930" y="65827"/>
                </a:lnTo>
                <a:lnTo>
                  <a:pt x="2400700" y="65129"/>
                </a:lnTo>
                <a:lnTo>
                  <a:pt x="2400456" y="64440"/>
                </a:lnTo>
                <a:lnTo>
                  <a:pt x="2400196" y="63761"/>
                </a:lnTo>
                <a:lnTo>
                  <a:pt x="2399922" y="63091"/>
                </a:lnTo>
                <a:lnTo>
                  <a:pt x="2399633" y="62430"/>
                </a:lnTo>
                <a:lnTo>
                  <a:pt x="2399330" y="61779"/>
                </a:lnTo>
                <a:lnTo>
                  <a:pt x="2399011" y="61137"/>
                </a:lnTo>
                <a:lnTo>
                  <a:pt x="2398678" y="60504"/>
                </a:lnTo>
                <a:lnTo>
                  <a:pt x="2398330" y="59880"/>
                </a:lnTo>
                <a:lnTo>
                  <a:pt x="2397968" y="59267"/>
                </a:lnTo>
                <a:lnTo>
                  <a:pt x="2397595" y="58666"/>
                </a:lnTo>
                <a:lnTo>
                  <a:pt x="2397210" y="58076"/>
                </a:lnTo>
                <a:lnTo>
                  <a:pt x="2396814" y="57497"/>
                </a:lnTo>
                <a:lnTo>
                  <a:pt x="2396405" y="56930"/>
                </a:lnTo>
                <a:lnTo>
                  <a:pt x="2395985" y="56375"/>
                </a:lnTo>
                <a:lnTo>
                  <a:pt x="2395553" y="55831"/>
                </a:lnTo>
                <a:lnTo>
                  <a:pt x="2395109" y="55299"/>
                </a:lnTo>
                <a:lnTo>
                  <a:pt x="2394653" y="54778"/>
                </a:lnTo>
                <a:lnTo>
                  <a:pt x="2394185" y="54268"/>
                </a:lnTo>
                <a:lnTo>
                  <a:pt x="2393706" y="53771"/>
                </a:lnTo>
                <a:lnTo>
                  <a:pt x="2393215" y="53284"/>
                </a:lnTo>
                <a:lnTo>
                  <a:pt x="2392712" y="52809"/>
                </a:lnTo>
                <a:lnTo>
                  <a:pt x="2392197" y="52346"/>
                </a:lnTo>
                <a:lnTo>
                  <a:pt x="2391671" y="51894"/>
                </a:lnTo>
                <a:lnTo>
                  <a:pt x="2391132" y="51454"/>
                </a:lnTo>
                <a:lnTo>
                  <a:pt x="2390582" y="51025"/>
                </a:lnTo>
                <a:lnTo>
                  <a:pt x="2390020" y="50608"/>
                </a:lnTo>
                <a:lnTo>
                  <a:pt x="2389447" y="50203"/>
                </a:lnTo>
                <a:lnTo>
                  <a:pt x="2388861" y="49808"/>
                </a:lnTo>
                <a:lnTo>
                  <a:pt x="2388264" y="49426"/>
                </a:lnTo>
                <a:lnTo>
                  <a:pt x="2387654" y="49055"/>
                </a:lnTo>
                <a:lnTo>
                  <a:pt x="2387034" y="48695"/>
                </a:lnTo>
                <a:lnTo>
                  <a:pt x="2386401" y="48347"/>
                </a:lnTo>
                <a:lnTo>
                  <a:pt x="2385758" y="48012"/>
                </a:lnTo>
                <a:lnTo>
                  <a:pt x="2385106" y="47691"/>
                </a:lnTo>
                <a:lnTo>
                  <a:pt x="2384445" y="47384"/>
                </a:lnTo>
                <a:lnTo>
                  <a:pt x="2383774" y="47092"/>
                </a:lnTo>
                <a:lnTo>
                  <a:pt x="2383095" y="46814"/>
                </a:lnTo>
                <a:lnTo>
                  <a:pt x="2382407" y="46550"/>
                </a:lnTo>
                <a:lnTo>
                  <a:pt x="2381710" y="46300"/>
                </a:lnTo>
                <a:lnTo>
                  <a:pt x="2381003" y="46065"/>
                </a:lnTo>
                <a:lnTo>
                  <a:pt x="2380288" y="45844"/>
                </a:lnTo>
                <a:lnTo>
                  <a:pt x="2379563" y="45637"/>
                </a:lnTo>
                <a:lnTo>
                  <a:pt x="2378830" y="45444"/>
                </a:lnTo>
                <a:lnTo>
                  <a:pt x="2378087" y="45266"/>
                </a:lnTo>
                <a:lnTo>
                  <a:pt x="2377335" y="45102"/>
                </a:lnTo>
                <a:lnTo>
                  <a:pt x="2376575" y="44952"/>
                </a:lnTo>
                <a:lnTo>
                  <a:pt x="2375805" y="44817"/>
                </a:lnTo>
                <a:lnTo>
                  <a:pt x="2375026" y="44695"/>
                </a:lnTo>
                <a:lnTo>
                  <a:pt x="2374238" y="44588"/>
                </a:lnTo>
                <a:lnTo>
                  <a:pt x="2373441" y="44496"/>
                </a:lnTo>
                <a:lnTo>
                  <a:pt x="2372635" y="44417"/>
                </a:lnTo>
                <a:lnTo>
                  <a:pt x="2371820" y="44353"/>
                </a:lnTo>
                <a:lnTo>
                  <a:pt x="2370996" y="44303"/>
                </a:lnTo>
                <a:lnTo>
                  <a:pt x="2370163" y="44267"/>
                </a:lnTo>
                <a:lnTo>
                  <a:pt x="2369320" y="44246"/>
                </a:lnTo>
                <a:lnTo>
                  <a:pt x="2368469" y="44239"/>
                </a:lnTo>
                <a:lnTo>
                  <a:pt x="2367618" y="44246"/>
                </a:lnTo>
                <a:lnTo>
                  <a:pt x="2366775" y="44268"/>
                </a:lnTo>
                <a:lnTo>
                  <a:pt x="2365942" y="44304"/>
                </a:lnTo>
                <a:lnTo>
                  <a:pt x="2365118" y="44355"/>
                </a:lnTo>
                <a:lnTo>
                  <a:pt x="2364303" y="44421"/>
                </a:lnTo>
                <a:lnTo>
                  <a:pt x="2363497" y="44501"/>
                </a:lnTo>
                <a:lnTo>
                  <a:pt x="2362700" y="44595"/>
                </a:lnTo>
                <a:lnTo>
                  <a:pt x="2361912" y="44704"/>
                </a:lnTo>
                <a:lnTo>
                  <a:pt x="2361133" y="44828"/>
                </a:lnTo>
                <a:lnTo>
                  <a:pt x="2360363" y="44966"/>
                </a:lnTo>
                <a:lnTo>
                  <a:pt x="2359602" y="45119"/>
                </a:lnTo>
                <a:lnTo>
                  <a:pt x="2358850" y="45286"/>
                </a:lnTo>
                <a:lnTo>
                  <a:pt x="2358108" y="45468"/>
                </a:lnTo>
                <a:lnTo>
                  <a:pt x="2357374" y="45664"/>
                </a:lnTo>
                <a:lnTo>
                  <a:pt x="2356649" y="45875"/>
                </a:lnTo>
                <a:lnTo>
                  <a:pt x="2355934" y="46100"/>
                </a:lnTo>
                <a:lnTo>
                  <a:pt x="2355227" y="46340"/>
                </a:lnTo>
                <a:lnTo>
                  <a:pt x="2354530" y="46594"/>
                </a:lnTo>
                <a:lnTo>
                  <a:pt x="2353841" y="46863"/>
                </a:lnTo>
                <a:lnTo>
                  <a:pt x="2353162" y="47147"/>
                </a:lnTo>
                <a:lnTo>
                  <a:pt x="2352491" y="47445"/>
                </a:lnTo>
                <a:lnTo>
                  <a:pt x="2351830" y="47758"/>
                </a:lnTo>
                <a:lnTo>
                  <a:pt x="2351178" y="48085"/>
                </a:lnTo>
                <a:lnTo>
                  <a:pt x="2350535" y="48426"/>
                </a:lnTo>
                <a:lnTo>
                  <a:pt x="2349902" y="48781"/>
                </a:lnTo>
                <a:lnTo>
                  <a:pt x="2349281" y="49149"/>
                </a:lnTo>
                <a:lnTo>
                  <a:pt x="2348672" y="49528"/>
                </a:lnTo>
                <a:lnTo>
                  <a:pt x="2348075" y="49920"/>
                </a:lnTo>
                <a:lnTo>
                  <a:pt x="2347490" y="50325"/>
                </a:lnTo>
                <a:lnTo>
                  <a:pt x="2346916" y="50741"/>
                </a:lnTo>
                <a:lnTo>
                  <a:pt x="2346354" y="51171"/>
                </a:lnTo>
                <a:lnTo>
                  <a:pt x="2345804" y="51612"/>
                </a:lnTo>
                <a:lnTo>
                  <a:pt x="2345266" y="52066"/>
                </a:lnTo>
                <a:lnTo>
                  <a:pt x="2344739" y="52532"/>
                </a:lnTo>
                <a:lnTo>
                  <a:pt x="2344225" y="53010"/>
                </a:lnTo>
                <a:lnTo>
                  <a:pt x="2343722" y="53501"/>
                </a:lnTo>
                <a:lnTo>
                  <a:pt x="2343231" y="54004"/>
                </a:lnTo>
                <a:lnTo>
                  <a:pt x="2342751" y="54520"/>
                </a:lnTo>
                <a:lnTo>
                  <a:pt x="2342284" y="55048"/>
                </a:lnTo>
                <a:lnTo>
                  <a:pt x="2341828" y="55588"/>
                </a:lnTo>
                <a:lnTo>
                  <a:pt x="2341384" y="56141"/>
                </a:lnTo>
                <a:lnTo>
                  <a:pt x="2340952" y="56706"/>
                </a:lnTo>
                <a:lnTo>
                  <a:pt x="2340531" y="57283"/>
                </a:lnTo>
                <a:lnTo>
                  <a:pt x="2340123" y="57873"/>
                </a:lnTo>
                <a:lnTo>
                  <a:pt x="2339726" y="58475"/>
                </a:lnTo>
                <a:lnTo>
                  <a:pt x="2339341" y="59089"/>
                </a:lnTo>
                <a:lnTo>
                  <a:pt x="2338967" y="59716"/>
                </a:lnTo>
                <a:lnTo>
                  <a:pt x="2338606" y="60355"/>
                </a:lnTo>
                <a:lnTo>
                  <a:pt x="2338258" y="61006"/>
                </a:lnTo>
                <a:lnTo>
                  <a:pt x="2337925" y="61667"/>
                </a:lnTo>
                <a:lnTo>
                  <a:pt x="2337606" y="62340"/>
                </a:lnTo>
                <a:lnTo>
                  <a:pt x="2337303" y="63023"/>
                </a:lnTo>
                <a:lnTo>
                  <a:pt x="2337014" y="63718"/>
                </a:lnTo>
                <a:lnTo>
                  <a:pt x="2336740" y="64423"/>
                </a:lnTo>
                <a:lnTo>
                  <a:pt x="2336481" y="65140"/>
                </a:lnTo>
                <a:lnTo>
                  <a:pt x="2336237" y="65867"/>
                </a:lnTo>
                <a:lnTo>
                  <a:pt x="2336007" y="66606"/>
                </a:lnTo>
                <a:lnTo>
                  <a:pt x="2335792" y="67355"/>
                </a:lnTo>
                <a:lnTo>
                  <a:pt x="2335592" y="68115"/>
                </a:lnTo>
                <a:lnTo>
                  <a:pt x="2335407" y="68887"/>
                </a:lnTo>
                <a:lnTo>
                  <a:pt x="2335237" y="69669"/>
                </a:lnTo>
                <a:lnTo>
                  <a:pt x="2335082" y="70462"/>
                </a:lnTo>
                <a:lnTo>
                  <a:pt x="2334941" y="71266"/>
                </a:lnTo>
                <a:lnTo>
                  <a:pt x="2334815" y="72082"/>
                </a:lnTo>
                <a:lnTo>
                  <a:pt x="2334704" y="72908"/>
                </a:lnTo>
                <a:lnTo>
                  <a:pt x="2334608" y="73745"/>
                </a:lnTo>
                <a:lnTo>
                  <a:pt x="2334526" y="74593"/>
                </a:lnTo>
                <a:lnTo>
                  <a:pt x="2334460" y="75452"/>
                </a:lnTo>
                <a:lnTo>
                  <a:pt x="2334408" y="76322"/>
                </a:lnTo>
                <a:lnTo>
                  <a:pt x="2334371" y="77203"/>
                </a:lnTo>
                <a:lnTo>
                  <a:pt x="2334349" y="78095"/>
                </a:lnTo>
                <a:lnTo>
                  <a:pt x="2334341" y="78998"/>
                </a:lnTo>
                <a:lnTo>
                  <a:pt x="2334341" y="99536"/>
                </a:lnTo>
                <a:lnTo>
                  <a:pt x="2334349" y="100427"/>
                </a:lnTo>
                <a:lnTo>
                  <a:pt x="2334371" y="101307"/>
                </a:lnTo>
                <a:lnTo>
                  <a:pt x="2334408" y="102177"/>
                </a:lnTo>
                <a:lnTo>
                  <a:pt x="2334460" y="103037"/>
                </a:lnTo>
                <a:lnTo>
                  <a:pt x="2334526" y="103886"/>
                </a:lnTo>
                <a:lnTo>
                  <a:pt x="2334608" y="104726"/>
                </a:lnTo>
                <a:lnTo>
                  <a:pt x="2334704" y="105555"/>
                </a:lnTo>
                <a:lnTo>
                  <a:pt x="2334815" y="106375"/>
                </a:lnTo>
                <a:lnTo>
                  <a:pt x="2334941" y="107184"/>
                </a:lnTo>
                <a:lnTo>
                  <a:pt x="2335082" y="107983"/>
                </a:lnTo>
                <a:lnTo>
                  <a:pt x="2335237" y="108772"/>
                </a:lnTo>
                <a:lnTo>
                  <a:pt x="2335407" y="109550"/>
                </a:lnTo>
                <a:lnTo>
                  <a:pt x="2335592" y="110319"/>
                </a:lnTo>
                <a:lnTo>
                  <a:pt x="2335792" y="111077"/>
                </a:lnTo>
                <a:lnTo>
                  <a:pt x="2336007" y="111825"/>
                </a:lnTo>
                <a:lnTo>
                  <a:pt x="2336237" y="112563"/>
                </a:lnTo>
                <a:lnTo>
                  <a:pt x="2336481" y="113291"/>
                </a:lnTo>
                <a:lnTo>
                  <a:pt x="2336740" y="114009"/>
                </a:lnTo>
                <a:lnTo>
                  <a:pt x="2337014" y="114716"/>
                </a:lnTo>
                <a:lnTo>
                  <a:pt x="2337303" y="115414"/>
                </a:lnTo>
                <a:lnTo>
                  <a:pt x="2337606" y="116101"/>
                </a:lnTo>
                <a:lnTo>
                  <a:pt x="2337925" y="116778"/>
                </a:lnTo>
                <a:lnTo>
                  <a:pt x="2338258" y="117445"/>
                </a:lnTo>
                <a:lnTo>
                  <a:pt x="2338606" y="118102"/>
                </a:lnTo>
                <a:lnTo>
                  <a:pt x="2338967" y="118747"/>
                </a:lnTo>
                <a:lnTo>
                  <a:pt x="2339341" y="119380"/>
                </a:lnTo>
                <a:lnTo>
                  <a:pt x="2339726" y="120000"/>
                </a:lnTo>
                <a:lnTo>
                  <a:pt x="2340123" y="120608"/>
                </a:lnTo>
                <a:lnTo>
                  <a:pt x="2340531" y="121203"/>
                </a:lnTo>
                <a:lnTo>
                  <a:pt x="2340952" y="121785"/>
                </a:lnTo>
                <a:lnTo>
                  <a:pt x="2341384" y="122355"/>
                </a:lnTo>
                <a:lnTo>
                  <a:pt x="2341828" y="122912"/>
                </a:lnTo>
                <a:lnTo>
                  <a:pt x="2342284" y="123457"/>
                </a:lnTo>
                <a:lnTo>
                  <a:pt x="2342751" y="123989"/>
                </a:lnTo>
                <a:lnTo>
                  <a:pt x="2343231" y="124508"/>
                </a:lnTo>
                <a:lnTo>
                  <a:pt x="2343722" y="125015"/>
                </a:lnTo>
                <a:lnTo>
                  <a:pt x="2344225" y="125509"/>
                </a:lnTo>
                <a:lnTo>
                  <a:pt x="2344739" y="125990"/>
                </a:lnTo>
                <a:lnTo>
                  <a:pt x="2345266" y="126459"/>
                </a:lnTo>
                <a:lnTo>
                  <a:pt x="2345804" y="126915"/>
                </a:lnTo>
                <a:lnTo>
                  <a:pt x="2346354" y="127359"/>
                </a:lnTo>
                <a:lnTo>
                  <a:pt x="2346916" y="127790"/>
                </a:lnTo>
                <a:lnTo>
                  <a:pt x="2347490" y="128208"/>
                </a:lnTo>
                <a:lnTo>
                  <a:pt x="2348075" y="128614"/>
                </a:lnTo>
                <a:lnTo>
                  <a:pt x="2348672" y="129007"/>
                </a:lnTo>
                <a:lnTo>
                  <a:pt x="2349281" y="129387"/>
                </a:lnTo>
                <a:lnTo>
                  <a:pt x="2349902" y="129755"/>
                </a:lnTo>
                <a:lnTo>
                  <a:pt x="2350535" y="130110"/>
                </a:lnTo>
                <a:lnTo>
                  <a:pt x="2351178" y="130452"/>
                </a:lnTo>
                <a:lnTo>
                  <a:pt x="2351830" y="130779"/>
                </a:lnTo>
                <a:lnTo>
                  <a:pt x="2352491" y="131091"/>
                </a:lnTo>
                <a:lnTo>
                  <a:pt x="2353162" y="131389"/>
                </a:lnTo>
                <a:lnTo>
                  <a:pt x="2353841" y="131673"/>
                </a:lnTo>
                <a:lnTo>
                  <a:pt x="2354530" y="131941"/>
                </a:lnTo>
                <a:lnTo>
                  <a:pt x="2355227" y="132196"/>
                </a:lnTo>
                <a:lnTo>
                  <a:pt x="2355934" y="132436"/>
                </a:lnTo>
                <a:lnTo>
                  <a:pt x="2356649" y="132661"/>
                </a:lnTo>
                <a:lnTo>
                  <a:pt x="2357374" y="132871"/>
                </a:lnTo>
                <a:lnTo>
                  <a:pt x="2358108" y="133068"/>
                </a:lnTo>
                <a:lnTo>
                  <a:pt x="2358850" y="133249"/>
                </a:lnTo>
                <a:lnTo>
                  <a:pt x="2359602" y="133416"/>
                </a:lnTo>
                <a:lnTo>
                  <a:pt x="2360363" y="133569"/>
                </a:lnTo>
                <a:lnTo>
                  <a:pt x="2361133" y="133707"/>
                </a:lnTo>
                <a:lnTo>
                  <a:pt x="2361912" y="133831"/>
                </a:lnTo>
                <a:lnTo>
                  <a:pt x="2362700" y="133940"/>
                </a:lnTo>
                <a:lnTo>
                  <a:pt x="2363497" y="134034"/>
                </a:lnTo>
                <a:lnTo>
                  <a:pt x="2364303" y="134114"/>
                </a:lnTo>
                <a:lnTo>
                  <a:pt x="2365118" y="134179"/>
                </a:lnTo>
                <a:lnTo>
                  <a:pt x="2365942" y="134230"/>
                </a:lnTo>
                <a:lnTo>
                  <a:pt x="2366775" y="134267"/>
                </a:lnTo>
                <a:lnTo>
                  <a:pt x="2367618" y="134288"/>
                </a:lnTo>
                <a:lnTo>
                  <a:pt x="2368469" y="134296"/>
                </a:lnTo>
                <a:lnTo>
                  <a:pt x="2369606" y="134285"/>
                </a:lnTo>
                <a:lnTo>
                  <a:pt x="2370728" y="134251"/>
                </a:lnTo>
                <a:lnTo>
                  <a:pt x="2371833" y="134196"/>
                </a:lnTo>
                <a:lnTo>
                  <a:pt x="2372923" y="134118"/>
                </a:lnTo>
                <a:lnTo>
                  <a:pt x="2373997" y="134018"/>
                </a:lnTo>
                <a:lnTo>
                  <a:pt x="2375055" y="133896"/>
                </a:lnTo>
                <a:close/>
                <a:moveTo>
                  <a:pt x="2348281" y="75738"/>
                </a:moveTo>
                <a:lnTo>
                  <a:pt x="2348327" y="74923"/>
                </a:lnTo>
                <a:lnTo>
                  <a:pt x="2348391" y="74124"/>
                </a:lnTo>
                <a:lnTo>
                  <a:pt x="2348474" y="73341"/>
                </a:lnTo>
                <a:lnTo>
                  <a:pt x="2348575" y="72574"/>
                </a:lnTo>
                <a:lnTo>
                  <a:pt x="2348695" y="71824"/>
                </a:lnTo>
                <a:lnTo>
                  <a:pt x="2348832" y="71089"/>
                </a:lnTo>
                <a:lnTo>
                  <a:pt x="2348989" y="70371"/>
                </a:lnTo>
                <a:lnTo>
                  <a:pt x="2349163" y="69669"/>
                </a:lnTo>
                <a:lnTo>
                  <a:pt x="2349356" y="68984"/>
                </a:lnTo>
                <a:lnTo>
                  <a:pt x="2349567" y="68314"/>
                </a:lnTo>
                <a:lnTo>
                  <a:pt x="2349797" y="67661"/>
                </a:lnTo>
                <a:lnTo>
                  <a:pt x="2350045" y="67023"/>
                </a:lnTo>
                <a:lnTo>
                  <a:pt x="2350312" y="66402"/>
                </a:lnTo>
                <a:lnTo>
                  <a:pt x="2350596" y="65798"/>
                </a:lnTo>
                <a:lnTo>
                  <a:pt x="2350900" y="65209"/>
                </a:lnTo>
                <a:lnTo>
                  <a:pt x="2351221" y="64636"/>
                </a:lnTo>
                <a:lnTo>
                  <a:pt x="2351561" y="64080"/>
                </a:lnTo>
                <a:lnTo>
                  <a:pt x="2351919" y="63540"/>
                </a:lnTo>
                <a:lnTo>
                  <a:pt x="2352296" y="63016"/>
                </a:lnTo>
                <a:lnTo>
                  <a:pt x="2352691" y="62508"/>
                </a:lnTo>
                <a:lnTo>
                  <a:pt x="2353104" y="62017"/>
                </a:lnTo>
                <a:lnTo>
                  <a:pt x="2353536" y="61541"/>
                </a:lnTo>
                <a:lnTo>
                  <a:pt x="2353985" y="61084"/>
                </a:lnTo>
                <a:lnTo>
                  <a:pt x="2354449" y="60645"/>
                </a:lnTo>
                <a:lnTo>
                  <a:pt x="2354928" y="60227"/>
                </a:lnTo>
                <a:lnTo>
                  <a:pt x="2355422" y="59827"/>
                </a:lnTo>
                <a:lnTo>
                  <a:pt x="2355931" y="59447"/>
                </a:lnTo>
                <a:lnTo>
                  <a:pt x="2356455" y="59087"/>
                </a:lnTo>
                <a:lnTo>
                  <a:pt x="2356994" y="58746"/>
                </a:lnTo>
                <a:lnTo>
                  <a:pt x="2357548" y="58425"/>
                </a:lnTo>
                <a:lnTo>
                  <a:pt x="2358118" y="58123"/>
                </a:lnTo>
                <a:lnTo>
                  <a:pt x="2358702" y="57840"/>
                </a:lnTo>
                <a:lnTo>
                  <a:pt x="2359302" y="57577"/>
                </a:lnTo>
                <a:lnTo>
                  <a:pt x="2359917" y="57334"/>
                </a:lnTo>
                <a:lnTo>
                  <a:pt x="2360546" y="57110"/>
                </a:lnTo>
                <a:lnTo>
                  <a:pt x="2361191" y="56905"/>
                </a:lnTo>
                <a:lnTo>
                  <a:pt x="2361851" y="56720"/>
                </a:lnTo>
                <a:lnTo>
                  <a:pt x="2362526" y="56555"/>
                </a:lnTo>
                <a:lnTo>
                  <a:pt x="2363216" y="56409"/>
                </a:lnTo>
                <a:lnTo>
                  <a:pt x="2363921" y="56282"/>
                </a:lnTo>
                <a:lnTo>
                  <a:pt x="2364641" y="56175"/>
                </a:lnTo>
                <a:lnTo>
                  <a:pt x="2365377" y="56087"/>
                </a:lnTo>
                <a:lnTo>
                  <a:pt x="2366127" y="56019"/>
                </a:lnTo>
                <a:lnTo>
                  <a:pt x="2366893" y="55970"/>
                </a:lnTo>
                <a:lnTo>
                  <a:pt x="2367673" y="55941"/>
                </a:lnTo>
                <a:lnTo>
                  <a:pt x="2368469" y="55931"/>
                </a:lnTo>
                <a:lnTo>
                  <a:pt x="2369264" y="55941"/>
                </a:lnTo>
                <a:lnTo>
                  <a:pt x="2370045" y="55970"/>
                </a:lnTo>
                <a:lnTo>
                  <a:pt x="2370810" y="56019"/>
                </a:lnTo>
                <a:lnTo>
                  <a:pt x="2371560" y="56087"/>
                </a:lnTo>
                <a:lnTo>
                  <a:pt x="2372295" y="56175"/>
                </a:lnTo>
                <a:lnTo>
                  <a:pt x="2373015" y="56282"/>
                </a:lnTo>
                <a:lnTo>
                  <a:pt x="2373720" y="56409"/>
                </a:lnTo>
                <a:lnTo>
                  <a:pt x="2374410" y="56555"/>
                </a:lnTo>
                <a:lnTo>
                  <a:pt x="2375085" y="56720"/>
                </a:lnTo>
                <a:lnTo>
                  <a:pt x="2375745" y="56905"/>
                </a:lnTo>
                <a:lnTo>
                  <a:pt x="2376389" y="57110"/>
                </a:lnTo>
                <a:lnTo>
                  <a:pt x="2377019" y="57334"/>
                </a:lnTo>
                <a:lnTo>
                  <a:pt x="2377633" y="57577"/>
                </a:lnTo>
                <a:lnTo>
                  <a:pt x="2378233" y="57840"/>
                </a:lnTo>
                <a:lnTo>
                  <a:pt x="2378817" y="58123"/>
                </a:lnTo>
                <a:lnTo>
                  <a:pt x="2379386" y="58425"/>
                </a:lnTo>
                <a:lnTo>
                  <a:pt x="2379940" y="58746"/>
                </a:lnTo>
                <a:lnTo>
                  <a:pt x="2380479" y="59087"/>
                </a:lnTo>
                <a:lnTo>
                  <a:pt x="2381003" y="59447"/>
                </a:lnTo>
                <a:lnTo>
                  <a:pt x="2381512" y="59827"/>
                </a:lnTo>
                <a:lnTo>
                  <a:pt x="2382006" y="60227"/>
                </a:lnTo>
                <a:lnTo>
                  <a:pt x="2382485" y="60645"/>
                </a:lnTo>
                <a:lnTo>
                  <a:pt x="2382948" y="61084"/>
                </a:lnTo>
                <a:lnTo>
                  <a:pt x="2383397" y="61541"/>
                </a:lnTo>
                <a:lnTo>
                  <a:pt x="2383829" y="62017"/>
                </a:lnTo>
                <a:lnTo>
                  <a:pt x="2384242" y="62508"/>
                </a:lnTo>
                <a:lnTo>
                  <a:pt x="2384638" y="63016"/>
                </a:lnTo>
                <a:lnTo>
                  <a:pt x="2385015" y="63540"/>
                </a:lnTo>
                <a:lnTo>
                  <a:pt x="2385373" y="64080"/>
                </a:lnTo>
                <a:lnTo>
                  <a:pt x="2385713" y="64636"/>
                </a:lnTo>
                <a:lnTo>
                  <a:pt x="2386035" y="65209"/>
                </a:lnTo>
                <a:lnTo>
                  <a:pt x="2386338" y="65798"/>
                </a:lnTo>
                <a:lnTo>
                  <a:pt x="2386623" y="66402"/>
                </a:lnTo>
                <a:lnTo>
                  <a:pt x="2386890" y="67023"/>
                </a:lnTo>
                <a:lnTo>
                  <a:pt x="2387138" y="67661"/>
                </a:lnTo>
                <a:lnTo>
                  <a:pt x="2387368" y="68314"/>
                </a:lnTo>
                <a:lnTo>
                  <a:pt x="2387579" y="68984"/>
                </a:lnTo>
                <a:lnTo>
                  <a:pt x="2387772" y="69669"/>
                </a:lnTo>
                <a:lnTo>
                  <a:pt x="2387947" y="70371"/>
                </a:lnTo>
                <a:lnTo>
                  <a:pt x="2388103" y="71089"/>
                </a:lnTo>
                <a:lnTo>
                  <a:pt x="2388241" y="71824"/>
                </a:lnTo>
                <a:lnTo>
                  <a:pt x="2388360" y="72574"/>
                </a:lnTo>
                <a:lnTo>
                  <a:pt x="2388461" y="73341"/>
                </a:lnTo>
                <a:lnTo>
                  <a:pt x="2388544" y="74124"/>
                </a:lnTo>
                <a:lnTo>
                  <a:pt x="2388608" y="74923"/>
                </a:lnTo>
                <a:lnTo>
                  <a:pt x="2388654" y="75738"/>
                </a:lnTo>
                <a:lnTo>
                  <a:pt x="2388682" y="76569"/>
                </a:lnTo>
                <a:lnTo>
                  <a:pt x="2388691" y="77417"/>
                </a:lnTo>
                <a:lnTo>
                  <a:pt x="2388691" y="81841"/>
                </a:lnTo>
                <a:lnTo>
                  <a:pt x="2348244" y="81841"/>
                </a:lnTo>
                <a:lnTo>
                  <a:pt x="2348244" y="77417"/>
                </a:lnTo>
                <a:lnTo>
                  <a:pt x="2348254" y="76569"/>
                </a:lnTo>
                <a:lnTo>
                  <a:pt x="2348281" y="75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conn:Connection,">
            <a:extLst xmlns:a="http://schemas.openxmlformats.org/drawingml/2006/main">
              <a:ext uri="{FF2B5EF4-FFF2-40B4-BE49-F238E27FC236}">
                <a16:creationId xmlns:a16="http://schemas.microsoft.com/office/drawing/2014/main" id="{BB1716F3-F7DD-44CE-81BA-15BFAF87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9" y="924918"/>
            <a:ext cx="1537625" cy="148042"/>
          </a:xfrm>
          <a:custGeom xmlns:a="http://schemas.openxmlformats.org/drawingml/2006/main">
            <a:pathLst>
              <a:path w="1537625" h="148042">
                <a:moveTo>
                  <a:pt x="408124" y="57579"/>
                </a:moveTo>
                <a:lnTo>
                  <a:pt x="408615" y="57530"/>
                </a:lnTo>
                <a:lnTo>
                  <a:pt x="409094" y="57470"/>
                </a:lnTo>
                <a:lnTo>
                  <a:pt x="409563" y="57399"/>
                </a:lnTo>
                <a:lnTo>
                  <a:pt x="410020" y="57316"/>
                </a:lnTo>
                <a:lnTo>
                  <a:pt x="410467" y="57223"/>
                </a:lnTo>
                <a:lnTo>
                  <a:pt x="410902" y="57119"/>
                </a:lnTo>
                <a:lnTo>
                  <a:pt x="411327" y="57004"/>
                </a:lnTo>
                <a:lnTo>
                  <a:pt x="411740" y="56878"/>
                </a:lnTo>
                <a:lnTo>
                  <a:pt x="412143" y="56741"/>
                </a:lnTo>
                <a:lnTo>
                  <a:pt x="412535" y="56593"/>
                </a:lnTo>
                <a:lnTo>
                  <a:pt x="412915" y="56434"/>
                </a:lnTo>
                <a:lnTo>
                  <a:pt x="413285" y="56264"/>
                </a:lnTo>
                <a:lnTo>
                  <a:pt x="413644" y="56083"/>
                </a:lnTo>
                <a:lnTo>
                  <a:pt x="413992" y="55891"/>
                </a:lnTo>
                <a:lnTo>
                  <a:pt x="414329" y="55688"/>
                </a:lnTo>
                <a:lnTo>
                  <a:pt x="414654" y="55474"/>
                </a:lnTo>
                <a:lnTo>
                  <a:pt x="414969" y="55249"/>
                </a:lnTo>
                <a:lnTo>
                  <a:pt x="415273" y="55013"/>
                </a:lnTo>
                <a:lnTo>
                  <a:pt x="415566" y="54767"/>
                </a:lnTo>
                <a:lnTo>
                  <a:pt x="415848" y="54509"/>
                </a:lnTo>
                <a:lnTo>
                  <a:pt x="416119" y="54242"/>
                </a:lnTo>
                <a:lnTo>
                  <a:pt x="416378" y="53967"/>
                </a:lnTo>
                <a:lnTo>
                  <a:pt x="416625" y="53684"/>
                </a:lnTo>
                <a:lnTo>
                  <a:pt x="416862" y="53394"/>
                </a:lnTo>
                <a:lnTo>
                  <a:pt x="417086" y="53096"/>
                </a:lnTo>
                <a:lnTo>
                  <a:pt x="417299" y="52791"/>
                </a:lnTo>
                <a:lnTo>
                  <a:pt x="417501" y="52477"/>
                </a:lnTo>
                <a:lnTo>
                  <a:pt x="417691" y="52156"/>
                </a:lnTo>
                <a:lnTo>
                  <a:pt x="417869" y="51828"/>
                </a:lnTo>
                <a:lnTo>
                  <a:pt x="418036" y="51491"/>
                </a:lnTo>
                <a:lnTo>
                  <a:pt x="418192" y="51147"/>
                </a:lnTo>
                <a:lnTo>
                  <a:pt x="418336" y="50796"/>
                </a:lnTo>
                <a:lnTo>
                  <a:pt x="418468" y="50436"/>
                </a:lnTo>
                <a:lnTo>
                  <a:pt x="418589" y="50069"/>
                </a:lnTo>
                <a:lnTo>
                  <a:pt x="418699" y="49695"/>
                </a:lnTo>
                <a:lnTo>
                  <a:pt x="418797" y="49312"/>
                </a:lnTo>
                <a:lnTo>
                  <a:pt x="418883" y="48922"/>
                </a:lnTo>
                <a:lnTo>
                  <a:pt x="418958" y="48525"/>
                </a:lnTo>
                <a:lnTo>
                  <a:pt x="419021" y="48119"/>
                </a:lnTo>
                <a:lnTo>
                  <a:pt x="419073" y="47706"/>
                </a:lnTo>
                <a:lnTo>
                  <a:pt x="419113" y="47285"/>
                </a:lnTo>
                <a:lnTo>
                  <a:pt x="419142" y="46857"/>
                </a:lnTo>
                <a:lnTo>
                  <a:pt x="419159" y="46421"/>
                </a:lnTo>
                <a:lnTo>
                  <a:pt x="419165" y="45977"/>
                </a:lnTo>
                <a:lnTo>
                  <a:pt x="419159" y="45533"/>
                </a:lnTo>
                <a:lnTo>
                  <a:pt x="419142" y="45097"/>
                </a:lnTo>
                <a:lnTo>
                  <a:pt x="419113" y="44668"/>
                </a:lnTo>
                <a:lnTo>
                  <a:pt x="419073" y="44247"/>
                </a:lnTo>
                <a:lnTo>
                  <a:pt x="419021" y="43834"/>
                </a:lnTo>
                <a:lnTo>
                  <a:pt x="418958" y="43429"/>
                </a:lnTo>
                <a:lnTo>
                  <a:pt x="418883" y="43031"/>
                </a:lnTo>
                <a:lnTo>
                  <a:pt x="418797" y="42641"/>
                </a:lnTo>
                <a:lnTo>
                  <a:pt x="418699" y="42258"/>
                </a:lnTo>
                <a:lnTo>
                  <a:pt x="418589" y="41884"/>
                </a:lnTo>
                <a:lnTo>
                  <a:pt x="418468" y="41517"/>
                </a:lnTo>
                <a:lnTo>
                  <a:pt x="418336" y="41157"/>
                </a:lnTo>
                <a:lnTo>
                  <a:pt x="418192" y="40806"/>
                </a:lnTo>
                <a:lnTo>
                  <a:pt x="418036" y="40462"/>
                </a:lnTo>
                <a:lnTo>
                  <a:pt x="417869" y="40125"/>
                </a:lnTo>
                <a:lnTo>
                  <a:pt x="417691" y="39797"/>
                </a:lnTo>
                <a:lnTo>
                  <a:pt x="417501" y="39476"/>
                </a:lnTo>
                <a:lnTo>
                  <a:pt x="417299" y="39163"/>
                </a:lnTo>
                <a:lnTo>
                  <a:pt x="417086" y="38857"/>
                </a:lnTo>
                <a:lnTo>
                  <a:pt x="416862" y="38559"/>
                </a:lnTo>
                <a:lnTo>
                  <a:pt x="416625" y="38269"/>
                </a:lnTo>
                <a:lnTo>
                  <a:pt x="416378" y="37987"/>
                </a:lnTo>
                <a:lnTo>
                  <a:pt x="416119" y="37712"/>
                </a:lnTo>
                <a:lnTo>
                  <a:pt x="415848" y="37445"/>
                </a:lnTo>
                <a:lnTo>
                  <a:pt x="415566" y="37187"/>
                </a:lnTo>
                <a:lnTo>
                  <a:pt x="415273" y="36940"/>
                </a:lnTo>
                <a:lnTo>
                  <a:pt x="414969" y="36704"/>
                </a:lnTo>
                <a:lnTo>
                  <a:pt x="414654" y="36479"/>
                </a:lnTo>
                <a:lnTo>
                  <a:pt x="414329" y="36265"/>
                </a:lnTo>
                <a:lnTo>
                  <a:pt x="413992" y="36062"/>
                </a:lnTo>
                <a:lnTo>
                  <a:pt x="413644" y="35870"/>
                </a:lnTo>
                <a:lnTo>
                  <a:pt x="413285" y="35689"/>
                </a:lnTo>
                <a:lnTo>
                  <a:pt x="412915" y="35519"/>
                </a:lnTo>
                <a:lnTo>
                  <a:pt x="412535" y="35360"/>
                </a:lnTo>
                <a:lnTo>
                  <a:pt x="412143" y="35212"/>
                </a:lnTo>
                <a:lnTo>
                  <a:pt x="411740" y="35075"/>
                </a:lnTo>
                <a:lnTo>
                  <a:pt x="411327" y="34948"/>
                </a:lnTo>
                <a:lnTo>
                  <a:pt x="410902" y="34833"/>
                </a:lnTo>
                <a:lnTo>
                  <a:pt x="410467" y="34729"/>
                </a:lnTo>
                <a:lnTo>
                  <a:pt x="410020" y="34636"/>
                </a:lnTo>
                <a:lnTo>
                  <a:pt x="409563" y="34553"/>
                </a:lnTo>
                <a:lnTo>
                  <a:pt x="409094" y="34482"/>
                </a:lnTo>
                <a:lnTo>
                  <a:pt x="408615" y="34422"/>
                </a:lnTo>
                <a:lnTo>
                  <a:pt x="408124" y="34372"/>
                </a:lnTo>
                <a:lnTo>
                  <a:pt x="407623" y="34334"/>
                </a:lnTo>
                <a:lnTo>
                  <a:pt x="407110" y="34306"/>
                </a:lnTo>
                <a:lnTo>
                  <a:pt x="406587" y="34290"/>
                </a:lnTo>
                <a:lnTo>
                  <a:pt x="406053" y="34284"/>
                </a:lnTo>
                <a:lnTo>
                  <a:pt x="405518" y="34290"/>
                </a:lnTo>
                <a:lnTo>
                  <a:pt x="404995" y="34306"/>
                </a:lnTo>
                <a:lnTo>
                  <a:pt x="404483" y="34334"/>
                </a:lnTo>
                <a:lnTo>
                  <a:pt x="403981" y="34372"/>
                </a:lnTo>
                <a:lnTo>
                  <a:pt x="403491" y="34422"/>
                </a:lnTo>
                <a:lnTo>
                  <a:pt x="403011" y="34482"/>
                </a:lnTo>
                <a:lnTo>
                  <a:pt x="402543" y="34553"/>
                </a:lnTo>
                <a:lnTo>
                  <a:pt x="402085" y="34636"/>
                </a:lnTo>
                <a:lnTo>
                  <a:pt x="401638" y="34729"/>
                </a:lnTo>
                <a:lnTo>
                  <a:pt x="401203" y="34833"/>
                </a:lnTo>
                <a:lnTo>
                  <a:pt x="400778" y="34948"/>
                </a:lnTo>
                <a:lnTo>
                  <a:pt x="400364" y="35075"/>
                </a:lnTo>
                <a:lnTo>
                  <a:pt x="399962" y="35212"/>
                </a:lnTo>
                <a:lnTo>
                  <a:pt x="399570" y="35360"/>
                </a:lnTo>
                <a:lnTo>
                  <a:pt x="399189" y="35519"/>
                </a:lnTo>
                <a:lnTo>
                  <a:pt x="398819" y="35689"/>
                </a:lnTo>
                <a:lnTo>
                  <a:pt x="398460" y="35870"/>
                </a:lnTo>
                <a:lnTo>
                  <a:pt x="398112" y="36062"/>
                </a:lnTo>
                <a:lnTo>
                  <a:pt x="397775" y="36265"/>
                </a:lnTo>
                <a:lnTo>
                  <a:pt x="397449" y="36479"/>
                </a:lnTo>
                <a:lnTo>
                  <a:pt x="397134" y="36704"/>
                </a:lnTo>
                <a:lnTo>
                  <a:pt x="396830" y="36940"/>
                </a:lnTo>
                <a:lnTo>
                  <a:pt x="396537" y="37187"/>
                </a:lnTo>
                <a:lnTo>
                  <a:pt x="396255" y="37445"/>
                </a:lnTo>
                <a:lnTo>
                  <a:pt x="395984" y="37712"/>
                </a:lnTo>
                <a:lnTo>
                  <a:pt x="395725" y="37987"/>
                </a:lnTo>
                <a:lnTo>
                  <a:pt x="395478" y="38269"/>
                </a:lnTo>
                <a:lnTo>
                  <a:pt x="395241" y="38559"/>
                </a:lnTo>
                <a:lnTo>
                  <a:pt x="395017" y="38857"/>
                </a:lnTo>
                <a:lnTo>
                  <a:pt x="394804" y="39163"/>
                </a:lnTo>
                <a:lnTo>
                  <a:pt x="394602" y="39476"/>
                </a:lnTo>
                <a:lnTo>
                  <a:pt x="394412" y="39797"/>
                </a:lnTo>
                <a:lnTo>
                  <a:pt x="394234" y="40125"/>
                </a:lnTo>
                <a:lnTo>
                  <a:pt x="394067" y="40462"/>
                </a:lnTo>
                <a:lnTo>
                  <a:pt x="393911" y="40806"/>
                </a:lnTo>
                <a:lnTo>
                  <a:pt x="393767" y="41157"/>
                </a:lnTo>
                <a:lnTo>
                  <a:pt x="393635" y="41517"/>
                </a:lnTo>
                <a:lnTo>
                  <a:pt x="393514" y="41884"/>
                </a:lnTo>
                <a:lnTo>
                  <a:pt x="393404" y="42258"/>
                </a:lnTo>
                <a:lnTo>
                  <a:pt x="393306" y="42641"/>
                </a:lnTo>
                <a:lnTo>
                  <a:pt x="393220" y="43031"/>
                </a:lnTo>
                <a:lnTo>
                  <a:pt x="393145" y="43429"/>
                </a:lnTo>
                <a:lnTo>
                  <a:pt x="393082" y="43834"/>
                </a:lnTo>
                <a:lnTo>
                  <a:pt x="393030" y="44247"/>
                </a:lnTo>
                <a:lnTo>
                  <a:pt x="392990" y="44668"/>
                </a:lnTo>
                <a:lnTo>
                  <a:pt x="392961" y="45097"/>
                </a:lnTo>
                <a:lnTo>
                  <a:pt x="392944" y="45533"/>
                </a:lnTo>
                <a:lnTo>
                  <a:pt x="392938" y="45977"/>
                </a:lnTo>
                <a:lnTo>
                  <a:pt x="392944" y="46421"/>
                </a:lnTo>
                <a:lnTo>
                  <a:pt x="392961" y="46857"/>
                </a:lnTo>
                <a:lnTo>
                  <a:pt x="392990" y="47285"/>
                </a:lnTo>
                <a:lnTo>
                  <a:pt x="393030" y="47706"/>
                </a:lnTo>
                <a:lnTo>
                  <a:pt x="393082" y="48119"/>
                </a:lnTo>
                <a:lnTo>
                  <a:pt x="393145" y="48525"/>
                </a:lnTo>
                <a:lnTo>
                  <a:pt x="393220" y="48922"/>
                </a:lnTo>
                <a:lnTo>
                  <a:pt x="393306" y="49312"/>
                </a:lnTo>
                <a:lnTo>
                  <a:pt x="393404" y="49695"/>
                </a:lnTo>
                <a:lnTo>
                  <a:pt x="393514" y="50069"/>
                </a:lnTo>
                <a:lnTo>
                  <a:pt x="393635" y="50436"/>
                </a:lnTo>
                <a:lnTo>
                  <a:pt x="393767" y="50796"/>
                </a:lnTo>
                <a:lnTo>
                  <a:pt x="393911" y="51147"/>
                </a:lnTo>
                <a:lnTo>
                  <a:pt x="394067" y="51491"/>
                </a:lnTo>
                <a:lnTo>
                  <a:pt x="394234" y="51828"/>
                </a:lnTo>
                <a:lnTo>
                  <a:pt x="394412" y="52156"/>
                </a:lnTo>
                <a:lnTo>
                  <a:pt x="394602" y="52477"/>
                </a:lnTo>
                <a:lnTo>
                  <a:pt x="394804" y="52791"/>
                </a:lnTo>
                <a:lnTo>
                  <a:pt x="395017" y="53096"/>
                </a:lnTo>
                <a:lnTo>
                  <a:pt x="395241" y="53394"/>
                </a:lnTo>
                <a:lnTo>
                  <a:pt x="395478" y="53684"/>
                </a:lnTo>
                <a:lnTo>
                  <a:pt x="395725" y="53967"/>
                </a:lnTo>
                <a:lnTo>
                  <a:pt x="395984" y="54242"/>
                </a:lnTo>
                <a:lnTo>
                  <a:pt x="396255" y="54509"/>
                </a:lnTo>
                <a:lnTo>
                  <a:pt x="396537" y="54767"/>
                </a:lnTo>
                <a:lnTo>
                  <a:pt x="396830" y="55013"/>
                </a:lnTo>
                <a:lnTo>
                  <a:pt x="397134" y="55249"/>
                </a:lnTo>
                <a:lnTo>
                  <a:pt x="397449" y="55474"/>
                </a:lnTo>
                <a:lnTo>
                  <a:pt x="397775" y="55688"/>
                </a:lnTo>
                <a:lnTo>
                  <a:pt x="398112" y="55891"/>
                </a:lnTo>
                <a:lnTo>
                  <a:pt x="398460" y="56083"/>
                </a:lnTo>
                <a:lnTo>
                  <a:pt x="398819" y="56264"/>
                </a:lnTo>
                <a:lnTo>
                  <a:pt x="399189" y="56434"/>
                </a:lnTo>
                <a:lnTo>
                  <a:pt x="399570" y="56593"/>
                </a:lnTo>
                <a:lnTo>
                  <a:pt x="399962" y="56741"/>
                </a:lnTo>
                <a:lnTo>
                  <a:pt x="400364" y="56878"/>
                </a:lnTo>
                <a:lnTo>
                  <a:pt x="400778" y="57004"/>
                </a:lnTo>
                <a:lnTo>
                  <a:pt x="401203" y="57119"/>
                </a:lnTo>
                <a:lnTo>
                  <a:pt x="401638" y="57223"/>
                </a:lnTo>
                <a:lnTo>
                  <a:pt x="402085" y="57316"/>
                </a:lnTo>
                <a:lnTo>
                  <a:pt x="402543" y="57399"/>
                </a:lnTo>
                <a:lnTo>
                  <a:pt x="403011" y="57470"/>
                </a:lnTo>
                <a:lnTo>
                  <a:pt x="403491" y="57530"/>
                </a:lnTo>
                <a:lnTo>
                  <a:pt x="403981" y="57579"/>
                </a:lnTo>
                <a:lnTo>
                  <a:pt x="404483" y="57618"/>
                </a:lnTo>
                <a:lnTo>
                  <a:pt x="404995" y="57645"/>
                </a:lnTo>
                <a:lnTo>
                  <a:pt x="405518" y="57662"/>
                </a:lnTo>
                <a:lnTo>
                  <a:pt x="406053" y="57667"/>
                </a:lnTo>
                <a:lnTo>
                  <a:pt x="406587" y="57662"/>
                </a:lnTo>
                <a:lnTo>
                  <a:pt x="407110" y="57645"/>
                </a:lnTo>
                <a:lnTo>
                  <a:pt x="407623" y="57618"/>
                </a:lnTo>
                <a:lnTo>
                  <a:pt x="408124" y="57579"/>
                </a:lnTo>
                <a:close/>
                <a:moveTo>
                  <a:pt x="597815" y="124166"/>
                </a:moveTo>
                <a:lnTo>
                  <a:pt x="598630" y="124089"/>
                </a:lnTo>
                <a:lnTo>
                  <a:pt x="599435" y="123999"/>
                </a:lnTo>
                <a:lnTo>
                  <a:pt x="600230" y="123894"/>
                </a:lnTo>
                <a:lnTo>
                  <a:pt x="601015" y="123775"/>
                </a:lnTo>
                <a:lnTo>
                  <a:pt x="601790" y="123642"/>
                </a:lnTo>
                <a:lnTo>
                  <a:pt x="602555" y="123495"/>
                </a:lnTo>
                <a:lnTo>
                  <a:pt x="603310" y="123334"/>
                </a:lnTo>
                <a:lnTo>
                  <a:pt x="604056" y="123159"/>
                </a:lnTo>
                <a:lnTo>
                  <a:pt x="604792" y="122970"/>
                </a:lnTo>
                <a:lnTo>
                  <a:pt x="605517" y="122768"/>
                </a:lnTo>
                <a:lnTo>
                  <a:pt x="606233" y="122551"/>
                </a:lnTo>
                <a:lnTo>
                  <a:pt x="606939" y="122320"/>
                </a:lnTo>
                <a:lnTo>
                  <a:pt x="607636" y="122075"/>
                </a:lnTo>
                <a:lnTo>
                  <a:pt x="608322" y="121816"/>
                </a:lnTo>
                <a:lnTo>
                  <a:pt x="608998" y="121544"/>
                </a:lnTo>
                <a:lnTo>
                  <a:pt x="609665" y="121257"/>
                </a:lnTo>
                <a:lnTo>
                  <a:pt x="610322" y="120956"/>
                </a:lnTo>
                <a:lnTo>
                  <a:pt x="610969" y="120641"/>
                </a:lnTo>
                <a:lnTo>
                  <a:pt x="611605" y="120313"/>
                </a:lnTo>
                <a:lnTo>
                  <a:pt x="612231" y="119971"/>
                </a:lnTo>
                <a:lnTo>
                  <a:pt x="612845" y="119617"/>
                </a:lnTo>
                <a:lnTo>
                  <a:pt x="613447" y="119251"/>
                </a:lnTo>
                <a:lnTo>
                  <a:pt x="614037" y="118873"/>
                </a:lnTo>
                <a:lnTo>
                  <a:pt x="614615" y="118483"/>
                </a:lnTo>
                <a:lnTo>
                  <a:pt x="615180" y="118081"/>
                </a:lnTo>
                <a:lnTo>
                  <a:pt x="615734" y="117667"/>
                </a:lnTo>
                <a:lnTo>
                  <a:pt x="616276" y="117241"/>
                </a:lnTo>
                <a:lnTo>
                  <a:pt x="616805" y="116803"/>
                </a:lnTo>
                <a:lnTo>
                  <a:pt x="617322" y="116352"/>
                </a:lnTo>
                <a:lnTo>
                  <a:pt x="617828" y="115890"/>
                </a:lnTo>
                <a:lnTo>
                  <a:pt x="618321" y="115415"/>
                </a:lnTo>
                <a:lnTo>
                  <a:pt x="618802" y="114929"/>
                </a:lnTo>
                <a:lnTo>
                  <a:pt x="619271" y="114430"/>
                </a:lnTo>
                <a:lnTo>
                  <a:pt x="619728" y="113919"/>
                </a:lnTo>
                <a:lnTo>
                  <a:pt x="620173" y="113396"/>
                </a:lnTo>
                <a:lnTo>
                  <a:pt x="620606" y="112861"/>
                </a:lnTo>
                <a:lnTo>
                  <a:pt x="621027" y="112315"/>
                </a:lnTo>
                <a:lnTo>
                  <a:pt x="621435" y="111755"/>
                </a:lnTo>
                <a:lnTo>
                  <a:pt x="621832" y="111184"/>
                </a:lnTo>
                <a:lnTo>
                  <a:pt x="622217" y="110601"/>
                </a:lnTo>
                <a:lnTo>
                  <a:pt x="622589" y="110006"/>
                </a:lnTo>
                <a:lnTo>
                  <a:pt x="622950" y="109399"/>
                </a:lnTo>
                <a:lnTo>
                  <a:pt x="623298" y="108779"/>
                </a:lnTo>
                <a:lnTo>
                  <a:pt x="623633" y="108149"/>
                </a:lnTo>
                <a:lnTo>
                  <a:pt x="623954" y="107510"/>
                </a:lnTo>
                <a:lnTo>
                  <a:pt x="624261" y="106862"/>
                </a:lnTo>
                <a:lnTo>
                  <a:pt x="624553" y="106205"/>
                </a:lnTo>
                <a:lnTo>
                  <a:pt x="624831" y="105539"/>
                </a:lnTo>
                <a:lnTo>
                  <a:pt x="625095" y="104864"/>
                </a:lnTo>
                <a:lnTo>
                  <a:pt x="625345" y="104180"/>
                </a:lnTo>
                <a:lnTo>
                  <a:pt x="625580" y="103486"/>
                </a:lnTo>
                <a:lnTo>
                  <a:pt x="625801" y="102784"/>
                </a:lnTo>
                <a:lnTo>
                  <a:pt x="626008" y="102073"/>
                </a:lnTo>
                <a:lnTo>
                  <a:pt x="626201" y="101352"/>
                </a:lnTo>
                <a:lnTo>
                  <a:pt x="626379" y="100623"/>
                </a:lnTo>
                <a:lnTo>
                  <a:pt x="626543" y="99884"/>
                </a:lnTo>
                <a:lnTo>
                  <a:pt x="626693" y="99137"/>
                </a:lnTo>
                <a:lnTo>
                  <a:pt x="626828" y="98380"/>
                </a:lnTo>
                <a:lnTo>
                  <a:pt x="626950" y="97614"/>
                </a:lnTo>
                <a:lnTo>
                  <a:pt x="627057" y="96840"/>
                </a:lnTo>
                <a:lnTo>
                  <a:pt x="627149" y="96056"/>
                </a:lnTo>
                <a:lnTo>
                  <a:pt x="627228" y="95263"/>
                </a:lnTo>
                <a:lnTo>
                  <a:pt x="627292" y="94461"/>
                </a:lnTo>
                <a:lnTo>
                  <a:pt x="627342" y="93650"/>
                </a:lnTo>
                <a:lnTo>
                  <a:pt x="627378" y="92830"/>
                </a:lnTo>
                <a:lnTo>
                  <a:pt x="627399" y="92001"/>
                </a:lnTo>
                <a:lnTo>
                  <a:pt x="627406" y="91163"/>
                </a:lnTo>
                <a:lnTo>
                  <a:pt x="613187" y="91163"/>
                </a:lnTo>
                <a:lnTo>
                  <a:pt x="613178" y="91972"/>
                </a:lnTo>
                <a:lnTo>
                  <a:pt x="613151" y="92765"/>
                </a:lnTo>
                <a:lnTo>
                  <a:pt x="613107" y="93542"/>
                </a:lnTo>
                <a:lnTo>
                  <a:pt x="613044" y="94303"/>
                </a:lnTo>
                <a:lnTo>
                  <a:pt x="612964" y="95049"/>
                </a:lnTo>
                <a:lnTo>
                  <a:pt x="612866" y="95780"/>
                </a:lnTo>
                <a:lnTo>
                  <a:pt x="612750" y="96494"/>
                </a:lnTo>
                <a:lnTo>
                  <a:pt x="612616" y="97193"/>
                </a:lnTo>
                <a:lnTo>
                  <a:pt x="612465" y="97877"/>
                </a:lnTo>
                <a:lnTo>
                  <a:pt x="612295" y="98545"/>
                </a:lnTo>
                <a:lnTo>
                  <a:pt x="612108" y="99197"/>
                </a:lnTo>
                <a:lnTo>
                  <a:pt x="611903" y="99833"/>
                </a:lnTo>
                <a:lnTo>
                  <a:pt x="611680" y="100454"/>
                </a:lnTo>
                <a:lnTo>
                  <a:pt x="611440" y="101060"/>
                </a:lnTo>
                <a:lnTo>
                  <a:pt x="611181" y="101649"/>
                </a:lnTo>
                <a:lnTo>
                  <a:pt x="610905" y="102223"/>
                </a:lnTo>
                <a:lnTo>
                  <a:pt x="610611" y="102782"/>
                </a:lnTo>
                <a:lnTo>
                  <a:pt x="610299" y="103324"/>
                </a:lnTo>
                <a:lnTo>
                  <a:pt x="609969" y="103852"/>
                </a:lnTo>
                <a:lnTo>
                  <a:pt x="609621" y="104363"/>
                </a:lnTo>
                <a:lnTo>
                  <a:pt x="609255" y="104859"/>
                </a:lnTo>
                <a:lnTo>
                  <a:pt x="608872" y="105339"/>
                </a:lnTo>
                <a:lnTo>
                  <a:pt x="608471" y="105804"/>
                </a:lnTo>
                <a:lnTo>
                  <a:pt x="608052" y="106253"/>
                </a:lnTo>
                <a:lnTo>
                  <a:pt x="607617" y="106685"/>
                </a:lnTo>
                <a:lnTo>
                  <a:pt x="607167" y="107098"/>
                </a:lnTo>
                <a:lnTo>
                  <a:pt x="606703" y="107493"/>
                </a:lnTo>
                <a:lnTo>
                  <a:pt x="606224" y="107870"/>
                </a:lnTo>
                <a:lnTo>
                  <a:pt x="605731" y="108228"/>
                </a:lnTo>
                <a:lnTo>
                  <a:pt x="605223" y="108568"/>
                </a:lnTo>
                <a:lnTo>
                  <a:pt x="604700" y="108889"/>
                </a:lnTo>
                <a:lnTo>
                  <a:pt x="604163" y="109193"/>
                </a:lnTo>
                <a:lnTo>
                  <a:pt x="603612" y="109477"/>
                </a:lnTo>
                <a:lnTo>
                  <a:pt x="603046" y="109744"/>
                </a:lnTo>
                <a:lnTo>
                  <a:pt x="602465" y="109992"/>
                </a:lnTo>
                <a:lnTo>
                  <a:pt x="601870" y="110222"/>
                </a:lnTo>
                <a:lnTo>
                  <a:pt x="601260" y="110433"/>
                </a:lnTo>
                <a:lnTo>
                  <a:pt x="600636" y="110626"/>
                </a:lnTo>
                <a:lnTo>
                  <a:pt x="599997" y="110800"/>
                </a:lnTo>
                <a:lnTo>
                  <a:pt x="599344" y="110957"/>
                </a:lnTo>
                <a:lnTo>
                  <a:pt x="598676" y="111094"/>
                </a:lnTo>
                <a:lnTo>
                  <a:pt x="597994" y="111214"/>
                </a:lnTo>
                <a:lnTo>
                  <a:pt x="597297" y="111315"/>
                </a:lnTo>
                <a:lnTo>
                  <a:pt x="596585" y="111398"/>
                </a:lnTo>
                <a:lnTo>
                  <a:pt x="595859" y="111462"/>
                </a:lnTo>
                <a:lnTo>
                  <a:pt x="595119" y="111508"/>
                </a:lnTo>
                <a:lnTo>
                  <a:pt x="594364" y="111535"/>
                </a:lnTo>
                <a:lnTo>
                  <a:pt x="593594" y="111545"/>
                </a:lnTo>
                <a:lnTo>
                  <a:pt x="592824" y="111535"/>
                </a:lnTo>
                <a:lnTo>
                  <a:pt x="592068" y="111508"/>
                </a:lnTo>
                <a:lnTo>
                  <a:pt x="591326" y="111462"/>
                </a:lnTo>
                <a:lnTo>
                  <a:pt x="590599" y="111398"/>
                </a:lnTo>
                <a:lnTo>
                  <a:pt x="589885" y="111315"/>
                </a:lnTo>
                <a:lnTo>
                  <a:pt x="589185" y="111214"/>
                </a:lnTo>
                <a:lnTo>
                  <a:pt x="588499" y="111094"/>
                </a:lnTo>
                <a:lnTo>
                  <a:pt x="587827" y="110957"/>
                </a:lnTo>
                <a:lnTo>
                  <a:pt x="587169" y="110800"/>
                </a:lnTo>
                <a:lnTo>
                  <a:pt x="586525" y="110626"/>
                </a:lnTo>
                <a:lnTo>
                  <a:pt x="585895" y="110433"/>
                </a:lnTo>
                <a:lnTo>
                  <a:pt x="585279" y="110222"/>
                </a:lnTo>
                <a:lnTo>
                  <a:pt x="584677" y="109992"/>
                </a:lnTo>
                <a:lnTo>
                  <a:pt x="584089" y="109744"/>
                </a:lnTo>
                <a:lnTo>
                  <a:pt x="583515" y="109477"/>
                </a:lnTo>
                <a:lnTo>
                  <a:pt x="582955" y="109193"/>
                </a:lnTo>
                <a:lnTo>
                  <a:pt x="582409" y="108889"/>
                </a:lnTo>
                <a:lnTo>
                  <a:pt x="581877" y="108568"/>
                </a:lnTo>
                <a:lnTo>
                  <a:pt x="581360" y="108228"/>
                </a:lnTo>
                <a:lnTo>
                  <a:pt x="580856" y="107870"/>
                </a:lnTo>
                <a:lnTo>
                  <a:pt x="580366" y="107493"/>
                </a:lnTo>
                <a:lnTo>
                  <a:pt x="579890" y="107098"/>
                </a:lnTo>
                <a:lnTo>
                  <a:pt x="579428" y="106685"/>
                </a:lnTo>
                <a:lnTo>
                  <a:pt x="578980" y="106253"/>
                </a:lnTo>
                <a:lnTo>
                  <a:pt x="578548" y="105804"/>
                </a:lnTo>
                <a:lnTo>
                  <a:pt x="578134" y="105339"/>
                </a:lnTo>
                <a:lnTo>
                  <a:pt x="577739" y="104859"/>
                </a:lnTo>
                <a:lnTo>
                  <a:pt x="577363" y="104363"/>
                </a:lnTo>
                <a:lnTo>
                  <a:pt x="577004" y="103852"/>
                </a:lnTo>
                <a:lnTo>
                  <a:pt x="576664" y="103324"/>
                </a:lnTo>
                <a:lnTo>
                  <a:pt x="576343" y="102782"/>
                </a:lnTo>
                <a:lnTo>
                  <a:pt x="576040" y="102223"/>
                </a:lnTo>
                <a:lnTo>
                  <a:pt x="575755" y="101649"/>
                </a:lnTo>
                <a:lnTo>
                  <a:pt x="575489" y="101060"/>
                </a:lnTo>
                <a:lnTo>
                  <a:pt x="575240" y="100454"/>
                </a:lnTo>
                <a:lnTo>
                  <a:pt x="575011" y="99833"/>
                </a:lnTo>
                <a:lnTo>
                  <a:pt x="574800" y="99197"/>
                </a:lnTo>
                <a:lnTo>
                  <a:pt x="574607" y="98545"/>
                </a:lnTo>
                <a:lnTo>
                  <a:pt x="574432" y="97877"/>
                </a:lnTo>
                <a:lnTo>
                  <a:pt x="574276" y="97193"/>
                </a:lnTo>
                <a:lnTo>
                  <a:pt x="574138" y="96494"/>
                </a:lnTo>
                <a:lnTo>
                  <a:pt x="574019" y="95780"/>
                </a:lnTo>
                <a:lnTo>
                  <a:pt x="573918" y="95049"/>
                </a:lnTo>
                <a:lnTo>
                  <a:pt x="573835" y="94303"/>
                </a:lnTo>
                <a:lnTo>
                  <a:pt x="573771" y="93542"/>
                </a:lnTo>
                <a:lnTo>
                  <a:pt x="573725" y="92765"/>
                </a:lnTo>
                <a:lnTo>
                  <a:pt x="573697" y="91972"/>
                </a:lnTo>
                <a:lnTo>
                  <a:pt x="573688" y="91163"/>
                </a:lnTo>
                <a:lnTo>
                  <a:pt x="573688" y="39024"/>
                </a:lnTo>
                <a:lnTo>
                  <a:pt x="573697" y="38216"/>
                </a:lnTo>
                <a:lnTo>
                  <a:pt x="573725" y="37423"/>
                </a:lnTo>
                <a:lnTo>
                  <a:pt x="573771" y="36646"/>
                </a:lnTo>
                <a:lnTo>
                  <a:pt x="573835" y="35884"/>
                </a:lnTo>
                <a:lnTo>
                  <a:pt x="573918" y="35138"/>
                </a:lnTo>
                <a:lnTo>
                  <a:pt x="574019" y="34408"/>
                </a:lnTo>
                <a:lnTo>
                  <a:pt x="574138" y="33693"/>
                </a:lnTo>
                <a:lnTo>
                  <a:pt x="574276" y="32994"/>
                </a:lnTo>
                <a:lnTo>
                  <a:pt x="574432" y="32311"/>
                </a:lnTo>
                <a:lnTo>
                  <a:pt x="574607" y="31643"/>
                </a:lnTo>
                <a:lnTo>
                  <a:pt x="574800" y="30991"/>
                </a:lnTo>
                <a:lnTo>
                  <a:pt x="575011" y="30355"/>
                </a:lnTo>
                <a:lnTo>
                  <a:pt x="575240" y="29734"/>
                </a:lnTo>
                <a:lnTo>
                  <a:pt x="575489" y="29129"/>
                </a:lnTo>
                <a:lnTo>
                  <a:pt x="575755" y="28539"/>
                </a:lnTo>
                <a:lnTo>
                  <a:pt x="576040" y="27965"/>
                </a:lnTo>
                <a:lnTo>
                  <a:pt x="576343" y="27407"/>
                </a:lnTo>
                <a:lnTo>
                  <a:pt x="576664" y="26865"/>
                </a:lnTo>
                <a:lnTo>
                  <a:pt x="577004" y="26338"/>
                </a:lnTo>
                <a:lnTo>
                  <a:pt x="577363" y="25826"/>
                </a:lnTo>
                <a:lnTo>
                  <a:pt x="577739" y="25331"/>
                </a:lnTo>
                <a:lnTo>
                  <a:pt x="578134" y="24850"/>
                </a:lnTo>
                <a:lnTo>
                  <a:pt x="578548" y="24386"/>
                </a:lnTo>
                <a:lnTo>
                  <a:pt x="578980" y="23937"/>
                </a:lnTo>
                <a:lnTo>
                  <a:pt x="579428" y="23505"/>
                </a:lnTo>
                <a:lnTo>
                  <a:pt x="579890" y="23092"/>
                </a:lnTo>
                <a:lnTo>
                  <a:pt x="580366" y="22696"/>
                </a:lnTo>
                <a:lnTo>
                  <a:pt x="580856" y="22320"/>
                </a:lnTo>
                <a:lnTo>
                  <a:pt x="581360" y="21961"/>
                </a:lnTo>
                <a:lnTo>
                  <a:pt x="581877" y="21621"/>
                </a:lnTo>
                <a:lnTo>
                  <a:pt x="582409" y="21299"/>
                </a:lnTo>
                <a:lnTo>
                  <a:pt x="582955" y="20996"/>
                </a:lnTo>
                <a:lnTo>
                  <a:pt x="583515" y="20711"/>
                </a:lnTo>
                <a:lnTo>
                  <a:pt x="584089" y="20444"/>
                </a:lnTo>
                <a:lnTo>
                  <a:pt x="584677" y="20196"/>
                </a:lnTo>
                <a:lnTo>
                  <a:pt x="585279" y="19967"/>
                </a:lnTo>
                <a:lnTo>
                  <a:pt x="585895" y="19755"/>
                </a:lnTo>
                <a:lnTo>
                  <a:pt x="586525" y="19562"/>
                </a:lnTo>
                <a:lnTo>
                  <a:pt x="587169" y="19387"/>
                </a:lnTo>
                <a:lnTo>
                  <a:pt x="587827" y="19231"/>
                </a:lnTo>
                <a:lnTo>
                  <a:pt x="588499" y="19093"/>
                </a:lnTo>
                <a:lnTo>
                  <a:pt x="589185" y="18974"/>
                </a:lnTo>
                <a:lnTo>
                  <a:pt x="589885" y="18873"/>
                </a:lnTo>
                <a:lnTo>
                  <a:pt x="590599" y="18790"/>
                </a:lnTo>
                <a:lnTo>
                  <a:pt x="591326" y="18726"/>
                </a:lnTo>
                <a:lnTo>
                  <a:pt x="592068" y="18680"/>
                </a:lnTo>
                <a:lnTo>
                  <a:pt x="592824" y="18652"/>
                </a:lnTo>
                <a:lnTo>
                  <a:pt x="593594" y="18643"/>
                </a:lnTo>
                <a:lnTo>
                  <a:pt x="594364" y="18652"/>
                </a:lnTo>
                <a:lnTo>
                  <a:pt x="595119" y="18680"/>
                </a:lnTo>
                <a:lnTo>
                  <a:pt x="595859" y="18726"/>
                </a:lnTo>
                <a:lnTo>
                  <a:pt x="596585" y="18790"/>
                </a:lnTo>
                <a:lnTo>
                  <a:pt x="597297" y="18873"/>
                </a:lnTo>
                <a:lnTo>
                  <a:pt x="597994" y="18974"/>
                </a:lnTo>
                <a:lnTo>
                  <a:pt x="598676" y="19093"/>
                </a:lnTo>
                <a:lnTo>
                  <a:pt x="599344" y="19231"/>
                </a:lnTo>
                <a:lnTo>
                  <a:pt x="599997" y="19387"/>
                </a:lnTo>
                <a:lnTo>
                  <a:pt x="600636" y="19562"/>
                </a:lnTo>
                <a:lnTo>
                  <a:pt x="601260" y="19755"/>
                </a:lnTo>
                <a:lnTo>
                  <a:pt x="601870" y="19967"/>
                </a:lnTo>
                <a:lnTo>
                  <a:pt x="602465" y="20196"/>
                </a:lnTo>
                <a:lnTo>
                  <a:pt x="603046" y="20444"/>
                </a:lnTo>
                <a:lnTo>
                  <a:pt x="603612" y="20711"/>
                </a:lnTo>
                <a:lnTo>
                  <a:pt x="604163" y="20996"/>
                </a:lnTo>
                <a:lnTo>
                  <a:pt x="604700" y="21299"/>
                </a:lnTo>
                <a:lnTo>
                  <a:pt x="605223" y="21621"/>
                </a:lnTo>
                <a:lnTo>
                  <a:pt x="605731" y="21961"/>
                </a:lnTo>
                <a:lnTo>
                  <a:pt x="606224" y="22320"/>
                </a:lnTo>
                <a:lnTo>
                  <a:pt x="606703" y="22696"/>
                </a:lnTo>
                <a:lnTo>
                  <a:pt x="607167" y="23092"/>
                </a:lnTo>
                <a:lnTo>
                  <a:pt x="607617" y="23505"/>
                </a:lnTo>
                <a:lnTo>
                  <a:pt x="608052" y="23937"/>
                </a:lnTo>
                <a:lnTo>
                  <a:pt x="608471" y="24386"/>
                </a:lnTo>
                <a:lnTo>
                  <a:pt x="608872" y="24850"/>
                </a:lnTo>
                <a:lnTo>
                  <a:pt x="609255" y="25331"/>
                </a:lnTo>
                <a:lnTo>
                  <a:pt x="609621" y="25826"/>
                </a:lnTo>
                <a:lnTo>
                  <a:pt x="609969" y="26338"/>
                </a:lnTo>
                <a:lnTo>
                  <a:pt x="610299" y="26865"/>
                </a:lnTo>
                <a:lnTo>
                  <a:pt x="610611" y="27407"/>
                </a:lnTo>
                <a:lnTo>
                  <a:pt x="610905" y="27965"/>
                </a:lnTo>
                <a:lnTo>
                  <a:pt x="611181" y="28539"/>
                </a:lnTo>
                <a:lnTo>
                  <a:pt x="611440" y="29129"/>
                </a:lnTo>
                <a:lnTo>
                  <a:pt x="611680" y="29734"/>
                </a:lnTo>
                <a:lnTo>
                  <a:pt x="611903" y="30355"/>
                </a:lnTo>
                <a:lnTo>
                  <a:pt x="612108" y="30991"/>
                </a:lnTo>
                <a:lnTo>
                  <a:pt x="612295" y="31643"/>
                </a:lnTo>
                <a:lnTo>
                  <a:pt x="612465" y="32311"/>
                </a:lnTo>
                <a:lnTo>
                  <a:pt x="612616" y="32994"/>
                </a:lnTo>
                <a:lnTo>
                  <a:pt x="612750" y="33693"/>
                </a:lnTo>
                <a:lnTo>
                  <a:pt x="612866" y="34408"/>
                </a:lnTo>
                <a:lnTo>
                  <a:pt x="612964" y="35138"/>
                </a:lnTo>
                <a:lnTo>
                  <a:pt x="613044" y="35884"/>
                </a:lnTo>
                <a:lnTo>
                  <a:pt x="613107" y="36646"/>
                </a:lnTo>
                <a:lnTo>
                  <a:pt x="613151" y="37423"/>
                </a:lnTo>
                <a:lnTo>
                  <a:pt x="613178" y="38216"/>
                </a:lnTo>
                <a:lnTo>
                  <a:pt x="613187" y="39024"/>
                </a:lnTo>
                <a:lnTo>
                  <a:pt x="627406" y="39024"/>
                </a:lnTo>
                <a:lnTo>
                  <a:pt x="627399" y="38173"/>
                </a:lnTo>
                <a:lnTo>
                  <a:pt x="627378" y="37332"/>
                </a:lnTo>
                <a:lnTo>
                  <a:pt x="627342" y="36501"/>
                </a:lnTo>
                <a:lnTo>
                  <a:pt x="627292" y="35680"/>
                </a:lnTo>
                <a:lnTo>
                  <a:pt x="627228" y="34868"/>
                </a:lnTo>
                <a:lnTo>
                  <a:pt x="627149" y="34067"/>
                </a:lnTo>
                <a:lnTo>
                  <a:pt x="627057" y="33275"/>
                </a:lnTo>
                <a:lnTo>
                  <a:pt x="626950" y="32494"/>
                </a:lnTo>
                <a:lnTo>
                  <a:pt x="626828" y="31722"/>
                </a:lnTo>
                <a:lnTo>
                  <a:pt x="626693" y="30960"/>
                </a:lnTo>
                <a:lnTo>
                  <a:pt x="626543" y="30207"/>
                </a:lnTo>
                <a:lnTo>
                  <a:pt x="626379" y="29465"/>
                </a:lnTo>
                <a:lnTo>
                  <a:pt x="626201" y="28733"/>
                </a:lnTo>
                <a:lnTo>
                  <a:pt x="626008" y="28010"/>
                </a:lnTo>
                <a:lnTo>
                  <a:pt x="625801" y="27298"/>
                </a:lnTo>
                <a:lnTo>
                  <a:pt x="625580" y="26595"/>
                </a:lnTo>
                <a:lnTo>
                  <a:pt x="625345" y="25902"/>
                </a:lnTo>
                <a:lnTo>
                  <a:pt x="625095" y="25219"/>
                </a:lnTo>
                <a:lnTo>
                  <a:pt x="624831" y="24546"/>
                </a:lnTo>
                <a:lnTo>
                  <a:pt x="624553" y="23883"/>
                </a:lnTo>
                <a:lnTo>
                  <a:pt x="624261" y="23229"/>
                </a:lnTo>
                <a:lnTo>
                  <a:pt x="623954" y="22586"/>
                </a:lnTo>
                <a:lnTo>
                  <a:pt x="623633" y="21952"/>
                </a:lnTo>
                <a:lnTo>
                  <a:pt x="623298" y="21329"/>
                </a:lnTo>
                <a:lnTo>
                  <a:pt x="622950" y="20716"/>
                </a:lnTo>
                <a:lnTo>
                  <a:pt x="622589" y="20115"/>
                </a:lnTo>
                <a:lnTo>
                  <a:pt x="622217" y="19525"/>
                </a:lnTo>
                <a:lnTo>
                  <a:pt x="621832" y="18948"/>
                </a:lnTo>
                <a:lnTo>
                  <a:pt x="621435" y="18382"/>
                </a:lnTo>
                <a:lnTo>
                  <a:pt x="621027" y="17828"/>
                </a:lnTo>
                <a:lnTo>
                  <a:pt x="620606" y="17286"/>
                </a:lnTo>
                <a:lnTo>
                  <a:pt x="620173" y="16756"/>
                </a:lnTo>
                <a:lnTo>
                  <a:pt x="619728" y="16237"/>
                </a:lnTo>
                <a:lnTo>
                  <a:pt x="619271" y="15731"/>
                </a:lnTo>
                <a:lnTo>
                  <a:pt x="618802" y="15236"/>
                </a:lnTo>
                <a:lnTo>
                  <a:pt x="618321" y="14753"/>
                </a:lnTo>
                <a:lnTo>
                  <a:pt x="617828" y="14281"/>
                </a:lnTo>
                <a:lnTo>
                  <a:pt x="617322" y="13822"/>
                </a:lnTo>
                <a:lnTo>
                  <a:pt x="616805" y="13374"/>
                </a:lnTo>
                <a:lnTo>
                  <a:pt x="616276" y="12938"/>
                </a:lnTo>
                <a:lnTo>
                  <a:pt x="615734" y="12514"/>
                </a:lnTo>
                <a:lnTo>
                  <a:pt x="615180" y="12101"/>
                </a:lnTo>
                <a:lnTo>
                  <a:pt x="614615" y="11701"/>
                </a:lnTo>
                <a:lnTo>
                  <a:pt x="614037" y="11312"/>
                </a:lnTo>
                <a:lnTo>
                  <a:pt x="613447" y="10935"/>
                </a:lnTo>
                <a:lnTo>
                  <a:pt x="612845" y="10570"/>
                </a:lnTo>
                <a:lnTo>
                  <a:pt x="612231" y="10216"/>
                </a:lnTo>
                <a:lnTo>
                  <a:pt x="611605" y="9875"/>
                </a:lnTo>
                <a:lnTo>
                  <a:pt x="610969" y="9546"/>
                </a:lnTo>
                <a:lnTo>
                  <a:pt x="610322" y="9231"/>
                </a:lnTo>
                <a:lnTo>
                  <a:pt x="609665" y="8930"/>
                </a:lnTo>
                <a:lnTo>
                  <a:pt x="608998" y="8643"/>
                </a:lnTo>
                <a:lnTo>
                  <a:pt x="608322" y="8370"/>
                </a:lnTo>
                <a:lnTo>
                  <a:pt x="607636" y="8111"/>
                </a:lnTo>
                <a:lnTo>
                  <a:pt x="606939" y="7866"/>
                </a:lnTo>
                <a:lnTo>
                  <a:pt x="606233" y="7635"/>
                </a:lnTo>
                <a:lnTo>
                  <a:pt x="605517" y="7418"/>
                </a:lnTo>
                <a:lnTo>
                  <a:pt x="604792" y="7215"/>
                </a:lnTo>
                <a:lnTo>
                  <a:pt x="604056" y="7027"/>
                </a:lnTo>
                <a:lnTo>
                  <a:pt x="603310" y="6852"/>
                </a:lnTo>
                <a:lnTo>
                  <a:pt x="602555" y="6691"/>
                </a:lnTo>
                <a:lnTo>
                  <a:pt x="601790" y="6544"/>
                </a:lnTo>
                <a:lnTo>
                  <a:pt x="601015" y="6411"/>
                </a:lnTo>
                <a:lnTo>
                  <a:pt x="600230" y="6292"/>
                </a:lnTo>
                <a:lnTo>
                  <a:pt x="599435" y="6187"/>
                </a:lnTo>
                <a:lnTo>
                  <a:pt x="598630" y="6096"/>
                </a:lnTo>
                <a:lnTo>
                  <a:pt x="597815" y="6019"/>
                </a:lnTo>
                <a:lnTo>
                  <a:pt x="596991" y="5956"/>
                </a:lnTo>
                <a:lnTo>
                  <a:pt x="596156" y="5907"/>
                </a:lnTo>
                <a:lnTo>
                  <a:pt x="595312" y="5872"/>
                </a:lnTo>
                <a:lnTo>
                  <a:pt x="594458" y="5851"/>
                </a:lnTo>
                <a:lnTo>
                  <a:pt x="593594" y="5844"/>
                </a:lnTo>
                <a:lnTo>
                  <a:pt x="592730" y="5851"/>
                </a:lnTo>
                <a:lnTo>
                  <a:pt x="591876" y="5871"/>
                </a:lnTo>
                <a:lnTo>
                  <a:pt x="591031" y="5906"/>
                </a:lnTo>
                <a:lnTo>
                  <a:pt x="590195" y="5954"/>
                </a:lnTo>
                <a:lnTo>
                  <a:pt x="589370" y="6015"/>
                </a:lnTo>
                <a:lnTo>
                  <a:pt x="588553" y="6091"/>
                </a:lnTo>
                <a:lnTo>
                  <a:pt x="587747" y="6180"/>
                </a:lnTo>
                <a:lnTo>
                  <a:pt x="586950" y="6283"/>
                </a:lnTo>
                <a:lnTo>
                  <a:pt x="586163" y="6400"/>
                </a:lnTo>
                <a:lnTo>
                  <a:pt x="585385" y="6530"/>
                </a:lnTo>
                <a:lnTo>
                  <a:pt x="584617" y="6674"/>
                </a:lnTo>
                <a:lnTo>
                  <a:pt x="583858" y="6832"/>
                </a:lnTo>
                <a:lnTo>
                  <a:pt x="583109" y="7003"/>
                </a:lnTo>
                <a:lnTo>
                  <a:pt x="582370" y="7188"/>
                </a:lnTo>
                <a:lnTo>
                  <a:pt x="581640" y="7387"/>
                </a:lnTo>
                <a:lnTo>
                  <a:pt x="580920" y="7600"/>
                </a:lnTo>
                <a:lnTo>
                  <a:pt x="580209" y="7826"/>
                </a:lnTo>
                <a:lnTo>
                  <a:pt x="579508" y="8067"/>
                </a:lnTo>
                <a:lnTo>
                  <a:pt x="578816" y="8320"/>
                </a:lnTo>
                <a:lnTo>
                  <a:pt x="578135" y="8588"/>
                </a:lnTo>
                <a:lnTo>
                  <a:pt x="577462" y="8869"/>
                </a:lnTo>
                <a:lnTo>
                  <a:pt x="576800" y="9164"/>
                </a:lnTo>
                <a:lnTo>
                  <a:pt x="576147" y="9473"/>
                </a:lnTo>
                <a:lnTo>
                  <a:pt x="575503" y="9795"/>
                </a:lnTo>
                <a:lnTo>
                  <a:pt x="574871" y="10130"/>
                </a:lnTo>
                <a:lnTo>
                  <a:pt x="574250" y="10478"/>
                </a:lnTo>
                <a:lnTo>
                  <a:pt x="573642" y="10837"/>
                </a:lnTo>
                <a:lnTo>
                  <a:pt x="573046" y="11208"/>
                </a:lnTo>
                <a:lnTo>
                  <a:pt x="572462" y="11592"/>
                </a:lnTo>
                <a:lnTo>
                  <a:pt x="571890" y="11987"/>
                </a:lnTo>
                <a:lnTo>
                  <a:pt x="571329" y="12395"/>
                </a:lnTo>
                <a:lnTo>
                  <a:pt x="570781" y="12814"/>
                </a:lnTo>
                <a:lnTo>
                  <a:pt x="570246" y="13246"/>
                </a:lnTo>
                <a:lnTo>
                  <a:pt x="569722" y="13690"/>
                </a:lnTo>
                <a:lnTo>
                  <a:pt x="569210" y="14146"/>
                </a:lnTo>
                <a:lnTo>
                  <a:pt x="568710" y="14614"/>
                </a:lnTo>
                <a:lnTo>
                  <a:pt x="568222" y="15094"/>
                </a:lnTo>
                <a:lnTo>
                  <a:pt x="567747" y="15586"/>
                </a:lnTo>
                <a:lnTo>
                  <a:pt x="567283" y="16090"/>
                </a:lnTo>
                <a:lnTo>
                  <a:pt x="566832" y="16607"/>
                </a:lnTo>
                <a:lnTo>
                  <a:pt x="566392" y="17135"/>
                </a:lnTo>
                <a:lnTo>
                  <a:pt x="565965" y="17675"/>
                </a:lnTo>
                <a:lnTo>
                  <a:pt x="565550" y="18228"/>
                </a:lnTo>
                <a:lnTo>
                  <a:pt x="565146" y="18793"/>
                </a:lnTo>
                <a:lnTo>
                  <a:pt x="564755" y="19369"/>
                </a:lnTo>
                <a:lnTo>
                  <a:pt x="564376" y="19958"/>
                </a:lnTo>
                <a:lnTo>
                  <a:pt x="564009" y="20559"/>
                </a:lnTo>
                <a:lnTo>
                  <a:pt x="563654" y="21172"/>
                </a:lnTo>
                <a:lnTo>
                  <a:pt x="563312" y="21796"/>
                </a:lnTo>
                <a:lnTo>
                  <a:pt x="562985" y="22430"/>
                </a:lnTo>
                <a:lnTo>
                  <a:pt x="562672" y="23075"/>
                </a:lnTo>
                <a:lnTo>
                  <a:pt x="562374" y="23730"/>
                </a:lnTo>
                <a:lnTo>
                  <a:pt x="562091" y="24396"/>
                </a:lnTo>
                <a:lnTo>
                  <a:pt x="561822" y="25072"/>
                </a:lnTo>
                <a:lnTo>
                  <a:pt x="561567" y="25759"/>
                </a:lnTo>
                <a:lnTo>
                  <a:pt x="561328" y="26456"/>
                </a:lnTo>
                <a:lnTo>
                  <a:pt x="561102" y="27163"/>
                </a:lnTo>
                <a:lnTo>
                  <a:pt x="560891" y="27881"/>
                </a:lnTo>
                <a:lnTo>
                  <a:pt x="560695" y="28609"/>
                </a:lnTo>
                <a:lnTo>
                  <a:pt x="560513" y="29348"/>
                </a:lnTo>
                <a:lnTo>
                  <a:pt x="560346" y="30097"/>
                </a:lnTo>
                <a:lnTo>
                  <a:pt x="560193" y="30856"/>
                </a:lnTo>
                <a:lnTo>
                  <a:pt x="560055" y="31626"/>
                </a:lnTo>
                <a:lnTo>
                  <a:pt x="559932" y="32406"/>
                </a:lnTo>
                <a:lnTo>
                  <a:pt x="559823" y="33197"/>
                </a:lnTo>
                <a:lnTo>
                  <a:pt x="559728" y="33998"/>
                </a:lnTo>
                <a:lnTo>
                  <a:pt x="559648" y="34810"/>
                </a:lnTo>
                <a:lnTo>
                  <a:pt x="559583" y="35632"/>
                </a:lnTo>
                <a:lnTo>
                  <a:pt x="559532" y="36464"/>
                </a:lnTo>
                <a:lnTo>
                  <a:pt x="559495" y="37307"/>
                </a:lnTo>
                <a:lnTo>
                  <a:pt x="559474" y="38161"/>
                </a:lnTo>
                <a:lnTo>
                  <a:pt x="559466" y="39024"/>
                </a:lnTo>
                <a:lnTo>
                  <a:pt x="559466" y="91163"/>
                </a:lnTo>
                <a:lnTo>
                  <a:pt x="559474" y="92014"/>
                </a:lnTo>
                <a:lnTo>
                  <a:pt x="559495" y="92856"/>
                </a:lnTo>
                <a:lnTo>
                  <a:pt x="559532" y="93688"/>
                </a:lnTo>
                <a:lnTo>
                  <a:pt x="559583" y="94510"/>
                </a:lnTo>
                <a:lnTo>
                  <a:pt x="559648" y="95323"/>
                </a:lnTo>
                <a:lnTo>
                  <a:pt x="559728" y="96126"/>
                </a:lnTo>
                <a:lnTo>
                  <a:pt x="559823" y="96919"/>
                </a:lnTo>
                <a:lnTo>
                  <a:pt x="559932" y="97703"/>
                </a:lnTo>
                <a:lnTo>
                  <a:pt x="560055" y="98477"/>
                </a:lnTo>
                <a:lnTo>
                  <a:pt x="560193" y="99242"/>
                </a:lnTo>
                <a:lnTo>
                  <a:pt x="560346" y="99997"/>
                </a:lnTo>
                <a:lnTo>
                  <a:pt x="560513" y="100742"/>
                </a:lnTo>
                <a:lnTo>
                  <a:pt x="560695" y="101478"/>
                </a:lnTo>
                <a:lnTo>
                  <a:pt x="560891" y="102204"/>
                </a:lnTo>
                <a:lnTo>
                  <a:pt x="561102" y="102921"/>
                </a:lnTo>
                <a:lnTo>
                  <a:pt x="561328" y="103628"/>
                </a:lnTo>
                <a:lnTo>
                  <a:pt x="561567" y="104325"/>
                </a:lnTo>
                <a:lnTo>
                  <a:pt x="561822" y="105013"/>
                </a:lnTo>
                <a:lnTo>
                  <a:pt x="562091" y="105691"/>
                </a:lnTo>
                <a:lnTo>
                  <a:pt x="562374" y="106360"/>
                </a:lnTo>
                <a:lnTo>
                  <a:pt x="562672" y="107019"/>
                </a:lnTo>
                <a:lnTo>
                  <a:pt x="562985" y="107668"/>
                </a:lnTo>
                <a:lnTo>
                  <a:pt x="563312" y="108308"/>
                </a:lnTo>
                <a:lnTo>
                  <a:pt x="563654" y="108938"/>
                </a:lnTo>
                <a:lnTo>
                  <a:pt x="564009" y="109558"/>
                </a:lnTo>
                <a:lnTo>
                  <a:pt x="564376" y="110165"/>
                </a:lnTo>
                <a:lnTo>
                  <a:pt x="564755" y="110759"/>
                </a:lnTo>
                <a:lnTo>
                  <a:pt x="565146" y="111341"/>
                </a:lnTo>
                <a:lnTo>
                  <a:pt x="565550" y="111911"/>
                </a:lnTo>
                <a:lnTo>
                  <a:pt x="565965" y="112469"/>
                </a:lnTo>
                <a:lnTo>
                  <a:pt x="566392" y="113014"/>
                </a:lnTo>
                <a:lnTo>
                  <a:pt x="566832" y="113547"/>
                </a:lnTo>
                <a:lnTo>
                  <a:pt x="567283" y="114067"/>
                </a:lnTo>
                <a:lnTo>
                  <a:pt x="567747" y="114575"/>
                </a:lnTo>
                <a:lnTo>
                  <a:pt x="568222" y="115071"/>
                </a:lnTo>
                <a:lnTo>
                  <a:pt x="568710" y="115554"/>
                </a:lnTo>
                <a:lnTo>
                  <a:pt x="569210" y="116025"/>
                </a:lnTo>
                <a:lnTo>
                  <a:pt x="569722" y="116484"/>
                </a:lnTo>
                <a:lnTo>
                  <a:pt x="570246" y="116931"/>
                </a:lnTo>
                <a:lnTo>
                  <a:pt x="570781" y="117365"/>
                </a:lnTo>
                <a:lnTo>
                  <a:pt x="571329" y="117786"/>
                </a:lnTo>
                <a:lnTo>
                  <a:pt x="571890" y="118196"/>
                </a:lnTo>
                <a:lnTo>
                  <a:pt x="572462" y="118593"/>
                </a:lnTo>
                <a:lnTo>
                  <a:pt x="573046" y="118977"/>
                </a:lnTo>
                <a:lnTo>
                  <a:pt x="573642" y="119350"/>
                </a:lnTo>
                <a:lnTo>
                  <a:pt x="574250" y="119709"/>
                </a:lnTo>
                <a:lnTo>
                  <a:pt x="574871" y="120057"/>
                </a:lnTo>
                <a:lnTo>
                  <a:pt x="575503" y="120392"/>
                </a:lnTo>
                <a:lnTo>
                  <a:pt x="576147" y="120715"/>
                </a:lnTo>
                <a:lnTo>
                  <a:pt x="576800" y="121023"/>
                </a:lnTo>
                <a:lnTo>
                  <a:pt x="577462" y="121318"/>
                </a:lnTo>
                <a:lnTo>
                  <a:pt x="578135" y="121599"/>
                </a:lnTo>
                <a:lnTo>
                  <a:pt x="578816" y="121866"/>
                </a:lnTo>
                <a:lnTo>
                  <a:pt x="579508" y="122120"/>
                </a:lnTo>
                <a:lnTo>
                  <a:pt x="580209" y="122360"/>
                </a:lnTo>
                <a:lnTo>
                  <a:pt x="580920" y="122586"/>
                </a:lnTo>
                <a:lnTo>
                  <a:pt x="581640" y="122799"/>
                </a:lnTo>
                <a:lnTo>
                  <a:pt x="582370" y="122998"/>
                </a:lnTo>
                <a:lnTo>
                  <a:pt x="583109" y="123183"/>
                </a:lnTo>
                <a:lnTo>
                  <a:pt x="583858" y="123354"/>
                </a:lnTo>
                <a:lnTo>
                  <a:pt x="584617" y="123512"/>
                </a:lnTo>
                <a:lnTo>
                  <a:pt x="585385" y="123656"/>
                </a:lnTo>
                <a:lnTo>
                  <a:pt x="586163" y="123786"/>
                </a:lnTo>
                <a:lnTo>
                  <a:pt x="586950" y="123903"/>
                </a:lnTo>
                <a:lnTo>
                  <a:pt x="587747" y="124005"/>
                </a:lnTo>
                <a:lnTo>
                  <a:pt x="588553" y="124094"/>
                </a:lnTo>
                <a:lnTo>
                  <a:pt x="589370" y="124170"/>
                </a:lnTo>
                <a:lnTo>
                  <a:pt x="590195" y="124232"/>
                </a:lnTo>
                <a:lnTo>
                  <a:pt x="591031" y="124280"/>
                </a:lnTo>
                <a:lnTo>
                  <a:pt x="591876" y="124314"/>
                </a:lnTo>
                <a:lnTo>
                  <a:pt x="592730" y="124334"/>
                </a:lnTo>
                <a:lnTo>
                  <a:pt x="593594" y="124341"/>
                </a:lnTo>
                <a:lnTo>
                  <a:pt x="594458" y="124334"/>
                </a:lnTo>
                <a:lnTo>
                  <a:pt x="595312" y="124313"/>
                </a:lnTo>
                <a:lnTo>
                  <a:pt x="596156" y="124278"/>
                </a:lnTo>
                <a:lnTo>
                  <a:pt x="596991" y="124229"/>
                </a:lnTo>
                <a:lnTo>
                  <a:pt x="597815" y="124166"/>
                </a:lnTo>
                <a:close/>
                <a:moveTo>
                  <a:pt x="201605" y="122762"/>
                </a:moveTo>
                <a:lnTo>
                  <a:pt x="201605" y="67462"/>
                </a:lnTo>
                <a:lnTo>
                  <a:pt x="201614" y="66628"/>
                </a:lnTo>
                <a:lnTo>
                  <a:pt x="201641" y="65809"/>
                </a:lnTo>
                <a:lnTo>
                  <a:pt x="201685" y="65006"/>
                </a:lnTo>
                <a:lnTo>
                  <a:pt x="201748" y="64219"/>
                </a:lnTo>
                <a:lnTo>
                  <a:pt x="201828" y="63448"/>
                </a:lnTo>
                <a:lnTo>
                  <a:pt x="201926" y="62693"/>
                </a:lnTo>
                <a:lnTo>
                  <a:pt x="202042" y="61954"/>
                </a:lnTo>
                <a:lnTo>
                  <a:pt x="202176" y="61231"/>
                </a:lnTo>
                <a:lnTo>
                  <a:pt x="202327" y="60524"/>
                </a:lnTo>
                <a:lnTo>
                  <a:pt x="202496" y="59832"/>
                </a:lnTo>
                <a:lnTo>
                  <a:pt x="202683" y="59157"/>
                </a:lnTo>
                <a:lnTo>
                  <a:pt x="202888" y="58497"/>
                </a:lnTo>
                <a:lnTo>
                  <a:pt x="203111" y="57853"/>
                </a:lnTo>
                <a:lnTo>
                  <a:pt x="203352" y="57226"/>
                </a:lnTo>
                <a:lnTo>
                  <a:pt x="203610" y="56614"/>
                </a:lnTo>
                <a:lnTo>
                  <a:pt x="203886" y="56018"/>
                </a:lnTo>
                <a:lnTo>
                  <a:pt x="204181" y="55438"/>
                </a:lnTo>
                <a:lnTo>
                  <a:pt x="204492" y="54874"/>
                </a:lnTo>
                <a:lnTo>
                  <a:pt x="204822" y="54326"/>
                </a:lnTo>
                <a:lnTo>
                  <a:pt x="205170" y="53793"/>
                </a:lnTo>
                <a:lnTo>
                  <a:pt x="205535" y="53277"/>
                </a:lnTo>
                <a:lnTo>
                  <a:pt x="205918" y="52776"/>
                </a:lnTo>
                <a:lnTo>
                  <a:pt x="206319" y="52292"/>
                </a:lnTo>
                <a:lnTo>
                  <a:pt x="206738" y="51823"/>
                </a:lnTo>
                <a:lnTo>
                  <a:pt x="207172" y="51372"/>
                </a:lnTo>
                <a:lnTo>
                  <a:pt x="207620" y="50940"/>
                </a:lnTo>
                <a:lnTo>
                  <a:pt x="208080" y="50527"/>
                </a:lnTo>
                <a:lnTo>
                  <a:pt x="208553" y="50133"/>
                </a:lnTo>
                <a:lnTo>
                  <a:pt x="209039" y="49759"/>
                </a:lnTo>
                <a:lnTo>
                  <a:pt x="209538" y="49404"/>
                </a:lnTo>
                <a:lnTo>
                  <a:pt x="210049" y="49068"/>
                </a:lnTo>
                <a:lnTo>
                  <a:pt x="210574" y="48751"/>
                </a:lnTo>
                <a:lnTo>
                  <a:pt x="211111" y="48453"/>
                </a:lnTo>
                <a:lnTo>
                  <a:pt x="211662" y="48175"/>
                </a:lnTo>
                <a:lnTo>
                  <a:pt x="212225" y="47916"/>
                </a:lnTo>
                <a:lnTo>
                  <a:pt x="212801" y="47675"/>
                </a:lnTo>
                <a:lnTo>
                  <a:pt x="213390" y="47455"/>
                </a:lnTo>
                <a:lnTo>
                  <a:pt x="213992" y="47253"/>
                </a:lnTo>
                <a:lnTo>
                  <a:pt x="214607" y="47071"/>
                </a:lnTo>
                <a:lnTo>
                  <a:pt x="215235" y="46907"/>
                </a:lnTo>
                <a:lnTo>
                  <a:pt x="215875" y="46763"/>
                </a:lnTo>
                <a:lnTo>
                  <a:pt x="216529" y="46639"/>
                </a:lnTo>
                <a:lnTo>
                  <a:pt x="217195" y="46533"/>
                </a:lnTo>
                <a:lnTo>
                  <a:pt x="217875" y="46446"/>
                </a:lnTo>
                <a:lnTo>
                  <a:pt x="218567" y="46379"/>
                </a:lnTo>
                <a:lnTo>
                  <a:pt x="219272" y="46331"/>
                </a:lnTo>
                <a:lnTo>
                  <a:pt x="219990" y="46302"/>
                </a:lnTo>
                <a:lnTo>
                  <a:pt x="220721" y="46293"/>
                </a:lnTo>
                <a:lnTo>
                  <a:pt x="221426" y="46302"/>
                </a:lnTo>
                <a:lnTo>
                  <a:pt x="222118" y="46330"/>
                </a:lnTo>
                <a:lnTo>
                  <a:pt x="222798" y="46376"/>
                </a:lnTo>
                <a:lnTo>
                  <a:pt x="223466" y="46440"/>
                </a:lnTo>
                <a:lnTo>
                  <a:pt x="224121" y="46523"/>
                </a:lnTo>
                <a:lnTo>
                  <a:pt x="224765" y="46624"/>
                </a:lnTo>
                <a:lnTo>
                  <a:pt x="225395" y="46743"/>
                </a:lnTo>
                <a:lnTo>
                  <a:pt x="226014" y="46881"/>
                </a:lnTo>
                <a:lnTo>
                  <a:pt x="226620" y="47037"/>
                </a:lnTo>
                <a:lnTo>
                  <a:pt x="227213" y="47212"/>
                </a:lnTo>
                <a:lnTo>
                  <a:pt x="227795" y="47405"/>
                </a:lnTo>
                <a:lnTo>
                  <a:pt x="228364" y="47616"/>
                </a:lnTo>
                <a:lnTo>
                  <a:pt x="228920" y="47845"/>
                </a:lnTo>
                <a:lnTo>
                  <a:pt x="229465" y="48094"/>
                </a:lnTo>
                <a:lnTo>
                  <a:pt x="229997" y="48360"/>
                </a:lnTo>
                <a:lnTo>
                  <a:pt x="230516" y="48645"/>
                </a:lnTo>
                <a:lnTo>
                  <a:pt x="231024" y="48948"/>
                </a:lnTo>
                <a:lnTo>
                  <a:pt x="231518" y="49269"/>
                </a:lnTo>
                <a:lnTo>
                  <a:pt x="232001" y="49609"/>
                </a:lnTo>
                <a:lnTo>
                  <a:pt x="232471" y="49968"/>
                </a:lnTo>
                <a:lnTo>
                  <a:pt x="232929" y="50344"/>
                </a:lnTo>
                <a:lnTo>
                  <a:pt x="233375" y="50739"/>
                </a:lnTo>
                <a:lnTo>
                  <a:pt x="233808" y="51153"/>
                </a:lnTo>
                <a:lnTo>
                  <a:pt x="234229" y="51585"/>
                </a:lnTo>
                <a:lnTo>
                  <a:pt x="234635" y="52034"/>
                </a:lnTo>
                <a:lnTo>
                  <a:pt x="235024" y="52499"/>
                </a:lnTo>
                <a:lnTo>
                  <a:pt x="235396" y="52980"/>
                </a:lnTo>
                <a:lnTo>
                  <a:pt x="235750" y="53478"/>
                </a:lnTo>
                <a:lnTo>
                  <a:pt x="236087" y="53992"/>
                </a:lnTo>
                <a:lnTo>
                  <a:pt x="236407" y="54522"/>
                </a:lnTo>
                <a:lnTo>
                  <a:pt x="236709" y="55068"/>
                </a:lnTo>
                <a:lnTo>
                  <a:pt x="236994" y="55631"/>
                </a:lnTo>
                <a:lnTo>
                  <a:pt x="237262" y="56209"/>
                </a:lnTo>
                <a:lnTo>
                  <a:pt x="237513" y="56804"/>
                </a:lnTo>
                <a:lnTo>
                  <a:pt x="237746" y="57415"/>
                </a:lnTo>
                <a:lnTo>
                  <a:pt x="237962" y="58042"/>
                </a:lnTo>
                <a:lnTo>
                  <a:pt x="238161" y="58685"/>
                </a:lnTo>
                <a:lnTo>
                  <a:pt x="238343" y="59345"/>
                </a:lnTo>
                <a:lnTo>
                  <a:pt x="238507" y="60021"/>
                </a:lnTo>
                <a:lnTo>
                  <a:pt x="238654" y="60713"/>
                </a:lnTo>
                <a:lnTo>
                  <a:pt x="238784" y="61421"/>
                </a:lnTo>
                <a:lnTo>
                  <a:pt x="238896" y="62145"/>
                </a:lnTo>
                <a:lnTo>
                  <a:pt x="238991" y="62886"/>
                </a:lnTo>
                <a:lnTo>
                  <a:pt x="239069" y="63642"/>
                </a:lnTo>
                <a:lnTo>
                  <a:pt x="239129" y="64415"/>
                </a:lnTo>
                <a:lnTo>
                  <a:pt x="239173" y="65204"/>
                </a:lnTo>
                <a:lnTo>
                  <a:pt x="239198" y="66009"/>
                </a:lnTo>
                <a:lnTo>
                  <a:pt x="239207" y="66831"/>
                </a:lnTo>
                <a:lnTo>
                  <a:pt x="239207" y="122762"/>
                </a:lnTo>
                <a:lnTo>
                  <a:pt x="253426" y="122762"/>
                </a:lnTo>
                <a:lnTo>
                  <a:pt x="253426" y="64304"/>
                </a:lnTo>
                <a:lnTo>
                  <a:pt x="253413" y="63156"/>
                </a:lnTo>
                <a:lnTo>
                  <a:pt x="253372" y="62028"/>
                </a:lnTo>
                <a:lnTo>
                  <a:pt x="253305" y="60920"/>
                </a:lnTo>
                <a:lnTo>
                  <a:pt x="253211" y="59832"/>
                </a:lnTo>
                <a:lnTo>
                  <a:pt x="253090" y="58765"/>
                </a:lnTo>
                <a:lnTo>
                  <a:pt x="252942" y="57718"/>
                </a:lnTo>
                <a:lnTo>
                  <a:pt x="252768" y="56691"/>
                </a:lnTo>
                <a:lnTo>
                  <a:pt x="252566" y="55685"/>
                </a:lnTo>
                <a:lnTo>
                  <a:pt x="252338" y="54699"/>
                </a:lnTo>
                <a:lnTo>
                  <a:pt x="252082" y="53733"/>
                </a:lnTo>
                <a:lnTo>
                  <a:pt x="251800" y="52788"/>
                </a:lnTo>
                <a:lnTo>
                  <a:pt x="251491" y="51863"/>
                </a:lnTo>
                <a:lnTo>
                  <a:pt x="251155" y="50958"/>
                </a:lnTo>
                <a:lnTo>
                  <a:pt x="250792" y="50073"/>
                </a:lnTo>
                <a:lnTo>
                  <a:pt x="250402" y="49209"/>
                </a:lnTo>
                <a:lnTo>
                  <a:pt x="249986" y="48365"/>
                </a:lnTo>
                <a:lnTo>
                  <a:pt x="249542" y="47541"/>
                </a:lnTo>
                <a:lnTo>
                  <a:pt x="249072" y="46738"/>
                </a:lnTo>
                <a:lnTo>
                  <a:pt x="248575" y="45955"/>
                </a:lnTo>
                <a:lnTo>
                  <a:pt x="248050" y="45192"/>
                </a:lnTo>
                <a:lnTo>
                  <a:pt x="247499" y="44450"/>
                </a:lnTo>
                <a:lnTo>
                  <a:pt x="246921" y="43727"/>
                </a:lnTo>
                <a:lnTo>
                  <a:pt x="246317" y="43025"/>
                </a:lnTo>
                <a:lnTo>
                  <a:pt x="245685" y="42344"/>
                </a:lnTo>
                <a:lnTo>
                  <a:pt x="245031" y="41686"/>
                </a:lnTo>
                <a:lnTo>
                  <a:pt x="244357" y="41057"/>
                </a:lnTo>
                <a:lnTo>
                  <a:pt x="243666" y="40455"/>
                </a:lnTo>
                <a:lnTo>
                  <a:pt x="242955" y="39881"/>
                </a:lnTo>
                <a:lnTo>
                  <a:pt x="242226" y="39336"/>
                </a:lnTo>
                <a:lnTo>
                  <a:pt x="241479" y="38818"/>
                </a:lnTo>
                <a:lnTo>
                  <a:pt x="240712" y="38328"/>
                </a:lnTo>
                <a:lnTo>
                  <a:pt x="239927" y="37866"/>
                </a:lnTo>
                <a:lnTo>
                  <a:pt x="239123" y="37433"/>
                </a:lnTo>
                <a:lnTo>
                  <a:pt x="238301" y="37027"/>
                </a:lnTo>
                <a:lnTo>
                  <a:pt x="237460" y="36649"/>
                </a:lnTo>
                <a:lnTo>
                  <a:pt x="236600" y="36299"/>
                </a:lnTo>
                <a:lnTo>
                  <a:pt x="235722" y="35978"/>
                </a:lnTo>
                <a:lnTo>
                  <a:pt x="234825" y="35684"/>
                </a:lnTo>
                <a:lnTo>
                  <a:pt x="233909" y="35418"/>
                </a:lnTo>
                <a:lnTo>
                  <a:pt x="232975" y="35180"/>
                </a:lnTo>
                <a:lnTo>
                  <a:pt x="232022" y="34970"/>
                </a:lnTo>
                <a:lnTo>
                  <a:pt x="231050" y="34788"/>
                </a:lnTo>
                <a:lnTo>
                  <a:pt x="230060" y="34634"/>
                </a:lnTo>
                <a:lnTo>
                  <a:pt x="229051" y="34508"/>
                </a:lnTo>
                <a:lnTo>
                  <a:pt x="228024" y="34410"/>
                </a:lnTo>
                <a:lnTo>
                  <a:pt x="226977" y="34340"/>
                </a:lnTo>
                <a:lnTo>
                  <a:pt x="225912" y="34298"/>
                </a:lnTo>
                <a:lnTo>
                  <a:pt x="224829" y="34284"/>
                </a:lnTo>
                <a:lnTo>
                  <a:pt x="223929" y="34294"/>
                </a:lnTo>
                <a:lnTo>
                  <a:pt x="223045" y="34323"/>
                </a:lnTo>
                <a:lnTo>
                  <a:pt x="222177" y="34372"/>
                </a:lnTo>
                <a:lnTo>
                  <a:pt x="221327" y="34440"/>
                </a:lnTo>
                <a:lnTo>
                  <a:pt x="220492" y="34528"/>
                </a:lnTo>
                <a:lnTo>
                  <a:pt x="219674" y="34635"/>
                </a:lnTo>
                <a:lnTo>
                  <a:pt x="218873" y="34762"/>
                </a:lnTo>
                <a:lnTo>
                  <a:pt x="218088" y="34908"/>
                </a:lnTo>
                <a:lnTo>
                  <a:pt x="217319" y="35073"/>
                </a:lnTo>
                <a:lnTo>
                  <a:pt x="216567" y="35258"/>
                </a:lnTo>
                <a:lnTo>
                  <a:pt x="215831" y="35463"/>
                </a:lnTo>
                <a:lnTo>
                  <a:pt x="215112" y="35687"/>
                </a:lnTo>
                <a:lnTo>
                  <a:pt x="214409" y="35930"/>
                </a:lnTo>
                <a:lnTo>
                  <a:pt x="213723" y="36193"/>
                </a:lnTo>
                <a:lnTo>
                  <a:pt x="213053" y="36476"/>
                </a:lnTo>
                <a:lnTo>
                  <a:pt x="212400" y="36778"/>
                </a:lnTo>
                <a:lnTo>
                  <a:pt x="211763" y="37099"/>
                </a:lnTo>
                <a:lnTo>
                  <a:pt x="211142" y="37440"/>
                </a:lnTo>
                <a:lnTo>
                  <a:pt x="210538" y="37800"/>
                </a:lnTo>
                <a:lnTo>
                  <a:pt x="209951" y="38180"/>
                </a:lnTo>
                <a:lnTo>
                  <a:pt x="209380" y="38580"/>
                </a:lnTo>
                <a:lnTo>
                  <a:pt x="208825" y="38998"/>
                </a:lnTo>
                <a:lnTo>
                  <a:pt x="208287" y="39437"/>
                </a:lnTo>
                <a:lnTo>
                  <a:pt x="207765" y="39895"/>
                </a:lnTo>
                <a:lnTo>
                  <a:pt x="207262" y="40370"/>
                </a:lnTo>
                <a:lnTo>
                  <a:pt x="206781" y="40861"/>
                </a:lnTo>
                <a:lnTo>
                  <a:pt x="206321" y="41369"/>
                </a:lnTo>
                <a:lnTo>
                  <a:pt x="205883" y="41893"/>
                </a:lnTo>
                <a:lnTo>
                  <a:pt x="205466" y="42433"/>
                </a:lnTo>
                <a:lnTo>
                  <a:pt x="205070" y="42990"/>
                </a:lnTo>
                <a:lnTo>
                  <a:pt x="204696" y="43562"/>
                </a:lnTo>
                <a:lnTo>
                  <a:pt x="204343" y="44151"/>
                </a:lnTo>
                <a:lnTo>
                  <a:pt x="204011" y="44756"/>
                </a:lnTo>
                <a:lnTo>
                  <a:pt x="203701" y="45377"/>
                </a:lnTo>
                <a:lnTo>
                  <a:pt x="203413" y="46014"/>
                </a:lnTo>
                <a:lnTo>
                  <a:pt x="203145" y="46668"/>
                </a:lnTo>
                <a:lnTo>
                  <a:pt x="202899" y="47337"/>
                </a:lnTo>
                <a:lnTo>
                  <a:pt x="202675" y="48023"/>
                </a:lnTo>
                <a:lnTo>
                  <a:pt x="202471" y="48725"/>
                </a:lnTo>
                <a:lnTo>
                  <a:pt x="202290" y="49444"/>
                </a:lnTo>
                <a:lnTo>
                  <a:pt x="202129" y="50178"/>
                </a:lnTo>
                <a:lnTo>
                  <a:pt x="201990" y="50929"/>
                </a:lnTo>
                <a:lnTo>
                  <a:pt x="201873" y="51695"/>
                </a:lnTo>
                <a:lnTo>
                  <a:pt x="201780" y="52453"/>
                </a:lnTo>
                <a:lnTo>
                  <a:pt x="201605" y="52453"/>
                </a:lnTo>
                <a:lnTo>
                  <a:pt x="201605" y="35864"/>
                </a:lnTo>
                <a:lnTo>
                  <a:pt x="187384" y="35864"/>
                </a:lnTo>
                <a:lnTo>
                  <a:pt x="187384" y="122762"/>
                </a:lnTo>
                <a:lnTo>
                  <a:pt x="201605" y="122762"/>
                </a:lnTo>
                <a:close/>
                <a:moveTo>
                  <a:pt x="281234" y="122762"/>
                </a:moveTo>
                <a:lnTo>
                  <a:pt x="295455" y="122762"/>
                </a:lnTo>
                <a:lnTo>
                  <a:pt x="295455" y="67462"/>
                </a:lnTo>
                <a:lnTo>
                  <a:pt x="295464" y="66628"/>
                </a:lnTo>
                <a:lnTo>
                  <a:pt x="295491" y="65809"/>
                </a:lnTo>
                <a:lnTo>
                  <a:pt x="295535" y="65006"/>
                </a:lnTo>
                <a:lnTo>
                  <a:pt x="295598" y="64219"/>
                </a:lnTo>
                <a:lnTo>
                  <a:pt x="295678" y="63448"/>
                </a:lnTo>
                <a:lnTo>
                  <a:pt x="295776" y="62693"/>
                </a:lnTo>
                <a:lnTo>
                  <a:pt x="295892" y="61954"/>
                </a:lnTo>
                <a:lnTo>
                  <a:pt x="296026" y="61231"/>
                </a:lnTo>
                <a:lnTo>
                  <a:pt x="296177" y="60524"/>
                </a:lnTo>
                <a:lnTo>
                  <a:pt x="296346" y="59832"/>
                </a:lnTo>
                <a:lnTo>
                  <a:pt x="296534" y="59157"/>
                </a:lnTo>
                <a:lnTo>
                  <a:pt x="296738" y="58497"/>
                </a:lnTo>
                <a:lnTo>
                  <a:pt x="296961" y="57853"/>
                </a:lnTo>
                <a:lnTo>
                  <a:pt x="297202" y="57226"/>
                </a:lnTo>
                <a:lnTo>
                  <a:pt x="297460" y="56614"/>
                </a:lnTo>
                <a:lnTo>
                  <a:pt x="297736" y="56018"/>
                </a:lnTo>
                <a:lnTo>
                  <a:pt x="298031" y="55438"/>
                </a:lnTo>
                <a:lnTo>
                  <a:pt x="298342" y="54874"/>
                </a:lnTo>
                <a:lnTo>
                  <a:pt x="298672" y="54326"/>
                </a:lnTo>
                <a:lnTo>
                  <a:pt x="299020" y="53793"/>
                </a:lnTo>
                <a:lnTo>
                  <a:pt x="299385" y="53277"/>
                </a:lnTo>
                <a:lnTo>
                  <a:pt x="299768" y="52776"/>
                </a:lnTo>
                <a:lnTo>
                  <a:pt x="300169" y="52292"/>
                </a:lnTo>
                <a:lnTo>
                  <a:pt x="300588" y="51823"/>
                </a:lnTo>
                <a:lnTo>
                  <a:pt x="301022" y="51372"/>
                </a:lnTo>
                <a:lnTo>
                  <a:pt x="301470" y="50940"/>
                </a:lnTo>
                <a:lnTo>
                  <a:pt x="301930" y="50527"/>
                </a:lnTo>
                <a:lnTo>
                  <a:pt x="302403" y="50133"/>
                </a:lnTo>
                <a:lnTo>
                  <a:pt x="302889" y="49759"/>
                </a:lnTo>
                <a:lnTo>
                  <a:pt x="303388" y="49404"/>
                </a:lnTo>
                <a:lnTo>
                  <a:pt x="303899" y="49068"/>
                </a:lnTo>
                <a:lnTo>
                  <a:pt x="304424" y="48751"/>
                </a:lnTo>
                <a:lnTo>
                  <a:pt x="304961" y="48453"/>
                </a:lnTo>
                <a:lnTo>
                  <a:pt x="305512" y="48175"/>
                </a:lnTo>
                <a:lnTo>
                  <a:pt x="306075" y="47916"/>
                </a:lnTo>
                <a:lnTo>
                  <a:pt x="306651" y="47675"/>
                </a:lnTo>
                <a:lnTo>
                  <a:pt x="307240" y="47455"/>
                </a:lnTo>
                <a:lnTo>
                  <a:pt x="307842" y="47253"/>
                </a:lnTo>
                <a:lnTo>
                  <a:pt x="308457" y="47071"/>
                </a:lnTo>
                <a:lnTo>
                  <a:pt x="309085" y="46907"/>
                </a:lnTo>
                <a:lnTo>
                  <a:pt x="309725" y="46763"/>
                </a:lnTo>
                <a:lnTo>
                  <a:pt x="310379" y="46639"/>
                </a:lnTo>
                <a:lnTo>
                  <a:pt x="311045" y="46533"/>
                </a:lnTo>
                <a:lnTo>
                  <a:pt x="311725" y="46446"/>
                </a:lnTo>
                <a:lnTo>
                  <a:pt x="312417" y="46379"/>
                </a:lnTo>
                <a:lnTo>
                  <a:pt x="313122" y="46331"/>
                </a:lnTo>
                <a:lnTo>
                  <a:pt x="313840" y="46302"/>
                </a:lnTo>
                <a:lnTo>
                  <a:pt x="314571" y="46293"/>
                </a:lnTo>
                <a:lnTo>
                  <a:pt x="315276" y="46302"/>
                </a:lnTo>
                <a:lnTo>
                  <a:pt x="315968" y="46330"/>
                </a:lnTo>
                <a:lnTo>
                  <a:pt x="316648" y="46376"/>
                </a:lnTo>
                <a:lnTo>
                  <a:pt x="317316" y="46440"/>
                </a:lnTo>
                <a:lnTo>
                  <a:pt x="317971" y="46523"/>
                </a:lnTo>
                <a:lnTo>
                  <a:pt x="318615" y="46624"/>
                </a:lnTo>
                <a:lnTo>
                  <a:pt x="319245" y="46743"/>
                </a:lnTo>
                <a:lnTo>
                  <a:pt x="319864" y="46881"/>
                </a:lnTo>
                <a:lnTo>
                  <a:pt x="320470" y="47037"/>
                </a:lnTo>
                <a:lnTo>
                  <a:pt x="321063" y="47212"/>
                </a:lnTo>
                <a:lnTo>
                  <a:pt x="321645" y="47405"/>
                </a:lnTo>
                <a:lnTo>
                  <a:pt x="322214" y="47616"/>
                </a:lnTo>
                <a:lnTo>
                  <a:pt x="322770" y="47845"/>
                </a:lnTo>
                <a:lnTo>
                  <a:pt x="323315" y="48094"/>
                </a:lnTo>
                <a:lnTo>
                  <a:pt x="323847" y="48360"/>
                </a:lnTo>
                <a:lnTo>
                  <a:pt x="324366" y="48645"/>
                </a:lnTo>
                <a:lnTo>
                  <a:pt x="324874" y="48948"/>
                </a:lnTo>
                <a:lnTo>
                  <a:pt x="325368" y="49269"/>
                </a:lnTo>
                <a:lnTo>
                  <a:pt x="325851" y="49609"/>
                </a:lnTo>
                <a:lnTo>
                  <a:pt x="326321" y="49968"/>
                </a:lnTo>
                <a:lnTo>
                  <a:pt x="326779" y="50344"/>
                </a:lnTo>
                <a:lnTo>
                  <a:pt x="327225" y="50739"/>
                </a:lnTo>
                <a:lnTo>
                  <a:pt x="327658" y="51153"/>
                </a:lnTo>
                <a:lnTo>
                  <a:pt x="328079" y="51585"/>
                </a:lnTo>
                <a:lnTo>
                  <a:pt x="328485" y="52034"/>
                </a:lnTo>
                <a:lnTo>
                  <a:pt x="328874" y="52499"/>
                </a:lnTo>
                <a:lnTo>
                  <a:pt x="329246" y="52980"/>
                </a:lnTo>
                <a:lnTo>
                  <a:pt x="329600" y="53478"/>
                </a:lnTo>
                <a:lnTo>
                  <a:pt x="329937" y="53992"/>
                </a:lnTo>
                <a:lnTo>
                  <a:pt x="330257" y="54522"/>
                </a:lnTo>
                <a:lnTo>
                  <a:pt x="330559" y="55068"/>
                </a:lnTo>
                <a:lnTo>
                  <a:pt x="330844" y="55631"/>
                </a:lnTo>
                <a:lnTo>
                  <a:pt x="331112" y="56209"/>
                </a:lnTo>
                <a:lnTo>
                  <a:pt x="331363" y="56804"/>
                </a:lnTo>
                <a:lnTo>
                  <a:pt x="331596" y="57415"/>
                </a:lnTo>
                <a:lnTo>
                  <a:pt x="331813" y="58042"/>
                </a:lnTo>
                <a:lnTo>
                  <a:pt x="332011" y="58685"/>
                </a:lnTo>
                <a:lnTo>
                  <a:pt x="332193" y="59345"/>
                </a:lnTo>
                <a:lnTo>
                  <a:pt x="332357" y="60021"/>
                </a:lnTo>
                <a:lnTo>
                  <a:pt x="332504" y="60713"/>
                </a:lnTo>
                <a:lnTo>
                  <a:pt x="332634" y="61421"/>
                </a:lnTo>
                <a:lnTo>
                  <a:pt x="332746" y="62145"/>
                </a:lnTo>
                <a:lnTo>
                  <a:pt x="332841" y="62886"/>
                </a:lnTo>
                <a:lnTo>
                  <a:pt x="332919" y="63642"/>
                </a:lnTo>
                <a:lnTo>
                  <a:pt x="332979" y="64415"/>
                </a:lnTo>
                <a:lnTo>
                  <a:pt x="333023" y="65204"/>
                </a:lnTo>
                <a:lnTo>
                  <a:pt x="333048" y="66009"/>
                </a:lnTo>
                <a:lnTo>
                  <a:pt x="333057" y="66831"/>
                </a:lnTo>
                <a:lnTo>
                  <a:pt x="333057" y="122762"/>
                </a:lnTo>
                <a:lnTo>
                  <a:pt x="347276" y="122762"/>
                </a:lnTo>
                <a:lnTo>
                  <a:pt x="347276" y="64304"/>
                </a:lnTo>
                <a:lnTo>
                  <a:pt x="347263" y="63156"/>
                </a:lnTo>
                <a:lnTo>
                  <a:pt x="347222" y="62028"/>
                </a:lnTo>
                <a:lnTo>
                  <a:pt x="347155" y="60920"/>
                </a:lnTo>
                <a:lnTo>
                  <a:pt x="347061" y="59832"/>
                </a:lnTo>
                <a:lnTo>
                  <a:pt x="346940" y="58765"/>
                </a:lnTo>
                <a:lnTo>
                  <a:pt x="346792" y="57718"/>
                </a:lnTo>
                <a:lnTo>
                  <a:pt x="346618" y="56691"/>
                </a:lnTo>
                <a:lnTo>
                  <a:pt x="346416" y="55685"/>
                </a:lnTo>
                <a:lnTo>
                  <a:pt x="346188" y="54699"/>
                </a:lnTo>
                <a:lnTo>
                  <a:pt x="345932" y="53733"/>
                </a:lnTo>
                <a:lnTo>
                  <a:pt x="345650" y="52788"/>
                </a:lnTo>
                <a:lnTo>
                  <a:pt x="345341" y="51863"/>
                </a:lnTo>
                <a:lnTo>
                  <a:pt x="345005" y="50958"/>
                </a:lnTo>
                <a:lnTo>
                  <a:pt x="344642" y="50073"/>
                </a:lnTo>
                <a:lnTo>
                  <a:pt x="344252" y="49209"/>
                </a:lnTo>
                <a:lnTo>
                  <a:pt x="343836" y="48365"/>
                </a:lnTo>
                <a:lnTo>
                  <a:pt x="343392" y="47541"/>
                </a:lnTo>
                <a:lnTo>
                  <a:pt x="342922" y="46738"/>
                </a:lnTo>
                <a:lnTo>
                  <a:pt x="342425" y="45955"/>
                </a:lnTo>
                <a:lnTo>
                  <a:pt x="341900" y="45192"/>
                </a:lnTo>
                <a:lnTo>
                  <a:pt x="341349" y="44450"/>
                </a:lnTo>
                <a:lnTo>
                  <a:pt x="340771" y="43727"/>
                </a:lnTo>
                <a:lnTo>
                  <a:pt x="340167" y="43025"/>
                </a:lnTo>
                <a:lnTo>
                  <a:pt x="339535" y="42344"/>
                </a:lnTo>
                <a:lnTo>
                  <a:pt x="338881" y="41686"/>
                </a:lnTo>
                <a:lnTo>
                  <a:pt x="338207" y="41057"/>
                </a:lnTo>
                <a:lnTo>
                  <a:pt x="337516" y="40455"/>
                </a:lnTo>
                <a:lnTo>
                  <a:pt x="336805" y="39881"/>
                </a:lnTo>
                <a:lnTo>
                  <a:pt x="336076" y="39336"/>
                </a:lnTo>
                <a:lnTo>
                  <a:pt x="335329" y="38818"/>
                </a:lnTo>
                <a:lnTo>
                  <a:pt x="334562" y="38328"/>
                </a:lnTo>
                <a:lnTo>
                  <a:pt x="333777" y="37866"/>
                </a:lnTo>
                <a:lnTo>
                  <a:pt x="332973" y="37433"/>
                </a:lnTo>
                <a:lnTo>
                  <a:pt x="332151" y="37027"/>
                </a:lnTo>
                <a:lnTo>
                  <a:pt x="331310" y="36649"/>
                </a:lnTo>
                <a:lnTo>
                  <a:pt x="330450" y="36299"/>
                </a:lnTo>
                <a:lnTo>
                  <a:pt x="329572" y="35978"/>
                </a:lnTo>
                <a:lnTo>
                  <a:pt x="328675" y="35684"/>
                </a:lnTo>
                <a:lnTo>
                  <a:pt x="327759" y="35418"/>
                </a:lnTo>
                <a:lnTo>
                  <a:pt x="326825" y="35180"/>
                </a:lnTo>
                <a:lnTo>
                  <a:pt x="325872" y="34970"/>
                </a:lnTo>
                <a:lnTo>
                  <a:pt x="324900" y="34788"/>
                </a:lnTo>
                <a:lnTo>
                  <a:pt x="323910" y="34634"/>
                </a:lnTo>
                <a:lnTo>
                  <a:pt x="322901" y="34508"/>
                </a:lnTo>
                <a:lnTo>
                  <a:pt x="321874" y="34410"/>
                </a:lnTo>
                <a:lnTo>
                  <a:pt x="320827" y="34340"/>
                </a:lnTo>
                <a:lnTo>
                  <a:pt x="319762" y="34298"/>
                </a:lnTo>
                <a:lnTo>
                  <a:pt x="318679" y="34284"/>
                </a:lnTo>
                <a:lnTo>
                  <a:pt x="317779" y="34294"/>
                </a:lnTo>
                <a:lnTo>
                  <a:pt x="316895" y="34323"/>
                </a:lnTo>
                <a:lnTo>
                  <a:pt x="316027" y="34372"/>
                </a:lnTo>
                <a:lnTo>
                  <a:pt x="315177" y="34440"/>
                </a:lnTo>
                <a:lnTo>
                  <a:pt x="314342" y="34528"/>
                </a:lnTo>
                <a:lnTo>
                  <a:pt x="313524" y="34635"/>
                </a:lnTo>
                <a:lnTo>
                  <a:pt x="312723" y="34762"/>
                </a:lnTo>
                <a:lnTo>
                  <a:pt x="311938" y="34908"/>
                </a:lnTo>
                <a:lnTo>
                  <a:pt x="311169" y="35073"/>
                </a:lnTo>
                <a:lnTo>
                  <a:pt x="310417" y="35258"/>
                </a:lnTo>
                <a:lnTo>
                  <a:pt x="309681" y="35463"/>
                </a:lnTo>
                <a:lnTo>
                  <a:pt x="308962" y="35687"/>
                </a:lnTo>
                <a:lnTo>
                  <a:pt x="308259" y="35930"/>
                </a:lnTo>
                <a:lnTo>
                  <a:pt x="307573" y="36193"/>
                </a:lnTo>
                <a:lnTo>
                  <a:pt x="306903" y="36476"/>
                </a:lnTo>
                <a:lnTo>
                  <a:pt x="306250" y="36778"/>
                </a:lnTo>
                <a:lnTo>
                  <a:pt x="305613" y="37099"/>
                </a:lnTo>
                <a:lnTo>
                  <a:pt x="304992" y="37440"/>
                </a:lnTo>
                <a:lnTo>
                  <a:pt x="304388" y="37800"/>
                </a:lnTo>
                <a:lnTo>
                  <a:pt x="303801" y="38180"/>
                </a:lnTo>
                <a:lnTo>
                  <a:pt x="303230" y="38580"/>
                </a:lnTo>
                <a:lnTo>
                  <a:pt x="302675" y="38998"/>
                </a:lnTo>
                <a:lnTo>
                  <a:pt x="302137" y="39437"/>
                </a:lnTo>
                <a:lnTo>
                  <a:pt x="301615" y="39895"/>
                </a:lnTo>
                <a:lnTo>
                  <a:pt x="301112" y="40370"/>
                </a:lnTo>
                <a:lnTo>
                  <a:pt x="300631" y="40861"/>
                </a:lnTo>
                <a:lnTo>
                  <a:pt x="300171" y="41369"/>
                </a:lnTo>
                <a:lnTo>
                  <a:pt x="299733" y="41893"/>
                </a:lnTo>
                <a:lnTo>
                  <a:pt x="299316" y="42433"/>
                </a:lnTo>
                <a:lnTo>
                  <a:pt x="298920" y="42990"/>
                </a:lnTo>
                <a:lnTo>
                  <a:pt x="298546" y="43562"/>
                </a:lnTo>
                <a:lnTo>
                  <a:pt x="298193" y="44151"/>
                </a:lnTo>
                <a:lnTo>
                  <a:pt x="297861" y="44756"/>
                </a:lnTo>
                <a:lnTo>
                  <a:pt x="297551" y="45377"/>
                </a:lnTo>
                <a:lnTo>
                  <a:pt x="297263" y="46014"/>
                </a:lnTo>
                <a:lnTo>
                  <a:pt x="296995" y="46668"/>
                </a:lnTo>
                <a:lnTo>
                  <a:pt x="296749" y="47337"/>
                </a:lnTo>
                <a:lnTo>
                  <a:pt x="296525" y="48023"/>
                </a:lnTo>
                <a:lnTo>
                  <a:pt x="296321" y="48725"/>
                </a:lnTo>
                <a:lnTo>
                  <a:pt x="296140" y="49444"/>
                </a:lnTo>
                <a:lnTo>
                  <a:pt x="295979" y="50178"/>
                </a:lnTo>
                <a:lnTo>
                  <a:pt x="295840" y="50929"/>
                </a:lnTo>
                <a:lnTo>
                  <a:pt x="295723" y="51695"/>
                </a:lnTo>
                <a:lnTo>
                  <a:pt x="295630" y="52453"/>
                </a:lnTo>
                <a:lnTo>
                  <a:pt x="295455" y="52453"/>
                </a:lnTo>
                <a:lnTo>
                  <a:pt x="295455" y="35864"/>
                </a:lnTo>
                <a:lnTo>
                  <a:pt x="281234" y="35864"/>
                </a:lnTo>
                <a:lnTo>
                  <a:pt x="281234" y="122762"/>
                </a:lnTo>
                <a:close/>
                <a:moveTo>
                  <a:pt x="762336" y="122762"/>
                </a:moveTo>
                <a:lnTo>
                  <a:pt x="762336" y="67462"/>
                </a:lnTo>
                <a:lnTo>
                  <a:pt x="762345" y="66628"/>
                </a:lnTo>
                <a:lnTo>
                  <a:pt x="762372" y="65809"/>
                </a:lnTo>
                <a:lnTo>
                  <a:pt x="762416" y="65006"/>
                </a:lnTo>
                <a:lnTo>
                  <a:pt x="762479" y="64219"/>
                </a:lnTo>
                <a:lnTo>
                  <a:pt x="762559" y="63448"/>
                </a:lnTo>
                <a:lnTo>
                  <a:pt x="762657" y="62693"/>
                </a:lnTo>
                <a:lnTo>
                  <a:pt x="762773" y="61954"/>
                </a:lnTo>
                <a:lnTo>
                  <a:pt x="762907" y="61231"/>
                </a:lnTo>
                <a:lnTo>
                  <a:pt x="763058" y="60524"/>
                </a:lnTo>
                <a:lnTo>
                  <a:pt x="763227" y="59832"/>
                </a:lnTo>
                <a:lnTo>
                  <a:pt x="763414" y="59157"/>
                </a:lnTo>
                <a:lnTo>
                  <a:pt x="763619" y="58497"/>
                </a:lnTo>
                <a:lnTo>
                  <a:pt x="763842" y="57853"/>
                </a:lnTo>
                <a:lnTo>
                  <a:pt x="764083" y="57226"/>
                </a:lnTo>
                <a:lnTo>
                  <a:pt x="764341" y="56614"/>
                </a:lnTo>
                <a:lnTo>
                  <a:pt x="764617" y="56018"/>
                </a:lnTo>
                <a:lnTo>
                  <a:pt x="764911" y="55438"/>
                </a:lnTo>
                <a:lnTo>
                  <a:pt x="765223" y="54874"/>
                </a:lnTo>
                <a:lnTo>
                  <a:pt x="765553" y="54326"/>
                </a:lnTo>
                <a:lnTo>
                  <a:pt x="765901" y="53793"/>
                </a:lnTo>
                <a:lnTo>
                  <a:pt x="766266" y="53277"/>
                </a:lnTo>
                <a:lnTo>
                  <a:pt x="766649" y="52776"/>
                </a:lnTo>
                <a:lnTo>
                  <a:pt x="767050" y="52292"/>
                </a:lnTo>
                <a:lnTo>
                  <a:pt x="767469" y="51823"/>
                </a:lnTo>
                <a:lnTo>
                  <a:pt x="767903" y="51372"/>
                </a:lnTo>
                <a:lnTo>
                  <a:pt x="768351" y="50940"/>
                </a:lnTo>
                <a:lnTo>
                  <a:pt x="768811" y="50527"/>
                </a:lnTo>
                <a:lnTo>
                  <a:pt x="769284" y="50133"/>
                </a:lnTo>
                <a:lnTo>
                  <a:pt x="769770" y="49759"/>
                </a:lnTo>
                <a:lnTo>
                  <a:pt x="770268" y="49404"/>
                </a:lnTo>
                <a:lnTo>
                  <a:pt x="770780" y="49068"/>
                </a:lnTo>
                <a:lnTo>
                  <a:pt x="771305" y="48751"/>
                </a:lnTo>
                <a:lnTo>
                  <a:pt x="771842" y="48453"/>
                </a:lnTo>
                <a:lnTo>
                  <a:pt x="772393" y="48175"/>
                </a:lnTo>
                <a:lnTo>
                  <a:pt x="772956" y="47916"/>
                </a:lnTo>
                <a:lnTo>
                  <a:pt x="773532" y="47675"/>
                </a:lnTo>
                <a:lnTo>
                  <a:pt x="774121" y="47455"/>
                </a:lnTo>
                <a:lnTo>
                  <a:pt x="774723" y="47253"/>
                </a:lnTo>
                <a:lnTo>
                  <a:pt x="775338" y="47071"/>
                </a:lnTo>
                <a:lnTo>
                  <a:pt x="775966" y="46907"/>
                </a:lnTo>
                <a:lnTo>
                  <a:pt x="776606" y="46763"/>
                </a:lnTo>
                <a:lnTo>
                  <a:pt x="777260" y="46639"/>
                </a:lnTo>
                <a:lnTo>
                  <a:pt x="777926" y="46533"/>
                </a:lnTo>
                <a:lnTo>
                  <a:pt x="778606" y="46446"/>
                </a:lnTo>
                <a:lnTo>
                  <a:pt x="779298" y="46379"/>
                </a:lnTo>
                <a:lnTo>
                  <a:pt x="780003" y="46331"/>
                </a:lnTo>
                <a:lnTo>
                  <a:pt x="780721" y="46302"/>
                </a:lnTo>
                <a:lnTo>
                  <a:pt x="781452" y="46293"/>
                </a:lnTo>
                <a:lnTo>
                  <a:pt x="782157" y="46302"/>
                </a:lnTo>
                <a:lnTo>
                  <a:pt x="782849" y="46330"/>
                </a:lnTo>
                <a:lnTo>
                  <a:pt x="783529" y="46376"/>
                </a:lnTo>
                <a:lnTo>
                  <a:pt x="784197" y="46440"/>
                </a:lnTo>
                <a:lnTo>
                  <a:pt x="784852" y="46523"/>
                </a:lnTo>
                <a:lnTo>
                  <a:pt x="785495" y="46624"/>
                </a:lnTo>
                <a:lnTo>
                  <a:pt x="786126" y="46743"/>
                </a:lnTo>
                <a:lnTo>
                  <a:pt x="786745" y="46881"/>
                </a:lnTo>
                <a:lnTo>
                  <a:pt x="787351" y="47037"/>
                </a:lnTo>
                <a:lnTo>
                  <a:pt x="787944" y="47212"/>
                </a:lnTo>
                <a:lnTo>
                  <a:pt x="788526" y="47405"/>
                </a:lnTo>
                <a:lnTo>
                  <a:pt x="789095" y="47616"/>
                </a:lnTo>
                <a:lnTo>
                  <a:pt x="789651" y="47845"/>
                </a:lnTo>
                <a:lnTo>
                  <a:pt x="790196" y="48094"/>
                </a:lnTo>
                <a:lnTo>
                  <a:pt x="790728" y="48360"/>
                </a:lnTo>
                <a:lnTo>
                  <a:pt x="791247" y="48645"/>
                </a:lnTo>
                <a:lnTo>
                  <a:pt x="791755" y="48948"/>
                </a:lnTo>
                <a:lnTo>
                  <a:pt x="792249" y="49269"/>
                </a:lnTo>
                <a:lnTo>
                  <a:pt x="792732" y="49609"/>
                </a:lnTo>
                <a:lnTo>
                  <a:pt x="793202" y="49968"/>
                </a:lnTo>
                <a:lnTo>
                  <a:pt x="793660" y="50344"/>
                </a:lnTo>
                <a:lnTo>
                  <a:pt x="794106" y="50739"/>
                </a:lnTo>
                <a:lnTo>
                  <a:pt x="794539" y="51153"/>
                </a:lnTo>
                <a:lnTo>
                  <a:pt x="794960" y="51585"/>
                </a:lnTo>
                <a:lnTo>
                  <a:pt x="795366" y="52034"/>
                </a:lnTo>
                <a:lnTo>
                  <a:pt x="795755" y="52499"/>
                </a:lnTo>
                <a:lnTo>
                  <a:pt x="796126" y="52980"/>
                </a:lnTo>
                <a:lnTo>
                  <a:pt x="796481" y="53478"/>
                </a:lnTo>
                <a:lnTo>
                  <a:pt x="796818" y="53992"/>
                </a:lnTo>
                <a:lnTo>
                  <a:pt x="797138" y="54522"/>
                </a:lnTo>
                <a:lnTo>
                  <a:pt x="797440" y="55068"/>
                </a:lnTo>
                <a:lnTo>
                  <a:pt x="797725" y="55631"/>
                </a:lnTo>
                <a:lnTo>
                  <a:pt x="797993" y="56209"/>
                </a:lnTo>
                <a:lnTo>
                  <a:pt x="798244" y="56804"/>
                </a:lnTo>
                <a:lnTo>
                  <a:pt x="798477" y="57415"/>
                </a:lnTo>
                <a:lnTo>
                  <a:pt x="798693" y="58042"/>
                </a:lnTo>
                <a:lnTo>
                  <a:pt x="798892" y="58685"/>
                </a:lnTo>
                <a:lnTo>
                  <a:pt x="799074" y="59345"/>
                </a:lnTo>
                <a:lnTo>
                  <a:pt x="799238" y="60021"/>
                </a:lnTo>
                <a:lnTo>
                  <a:pt x="799385" y="60713"/>
                </a:lnTo>
                <a:lnTo>
                  <a:pt x="799515" y="61421"/>
                </a:lnTo>
                <a:lnTo>
                  <a:pt x="799627" y="62145"/>
                </a:lnTo>
                <a:lnTo>
                  <a:pt x="799722" y="62886"/>
                </a:lnTo>
                <a:lnTo>
                  <a:pt x="799800" y="63642"/>
                </a:lnTo>
                <a:lnTo>
                  <a:pt x="799860" y="64415"/>
                </a:lnTo>
                <a:lnTo>
                  <a:pt x="799903" y="65204"/>
                </a:lnTo>
                <a:lnTo>
                  <a:pt x="799929" y="66009"/>
                </a:lnTo>
                <a:lnTo>
                  <a:pt x="799938" y="66831"/>
                </a:lnTo>
                <a:lnTo>
                  <a:pt x="799938" y="122762"/>
                </a:lnTo>
                <a:lnTo>
                  <a:pt x="814157" y="122762"/>
                </a:lnTo>
                <a:lnTo>
                  <a:pt x="814157" y="64304"/>
                </a:lnTo>
                <a:lnTo>
                  <a:pt x="814144" y="63156"/>
                </a:lnTo>
                <a:lnTo>
                  <a:pt x="814103" y="62028"/>
                </a:lnTo>
                <a:lnTo>
                  <a:pt x="814036" y="60920"/>
                </a:lnTo>
                <a:lnTo>
                  <a:pt x="813942" y="59832"/>
                </a:lnTo>
                <a:lnTo>
                  <a:pt x="813821" y="58765"/>
                </a:lnTo>
                <a:lnTo>
                  <a:pt x="813673" y="57718"/>
                </a:lnTo>
                <a:lnTo>
                  <a:pt x="813499" y="56691"/>
                </a:lnTo>
                <a:lnTo>
                  <a:pt x="813297" y="55685"/>
                </a:lnTo>
                <a:lnTo>
                  <a:pt x="813069" y="54699"/>
                </a:lnTo>
                <a:lnTo>
                  <a:pt x="812813" y="53733"/>
                </a:lnTo>
                <a:lnTo>
                  <a:pt x="812531" y="52788"/>
                </a:lnTo>
                <a:lnTo>
                  <a:pt x="812222" y="51863"/>
                </a:lnTo>
                <a:lnTo>
                  <a:pt x="811886" y="50958"/>
                </a:lnTo>
                <a:lnTo>
                  <a:pt x="811523" y="50073"/>
                </a:lnTo>
                <a:lnTo>
                  <a:pt x="811133" y="49209"/>
                </a:lnTo>
                <a:lnTo>
                  <a:pt x="810717" y="48365"/>
                </a:lnTo>
                <a:lnTo>
                  <a:pt x="810273" y="47541"/>
                </a:lnTo>
                <a:lnTo>
                  <a:pt x="809803" y="46738"/>
                </a:lnTo>
                <a:lnTo>
                  <a:pt x="809305" y="45955"/>
                </a:lnTo>
                <a:lnTo>
                  <a:pt x="808781" y="45192"/>
                </a:lnTo>
                <a:lnTo>
                  <a:pt x="808230" y="44450"/>
                </a:lnTo>
                <a:lnTo>
                  <a:pt x="807652" y="43727"/>
                </a:lnTo>
                <a:lnTo>
                  <a:pt x="807048" y="43025"/>
                </a:lnTo>
                <a:lnTo>
                  <a:pt x="806416" y="42344"/>
                </a:lnTo>
                <a:lnTo>
                  <a:pt x="805762" y="41686"/>
                </a:lnTo>
                <a:lnTo>
                  <a:pt x="805088" y="41057"/>
                </a:lnTo>
                <a:lnTo>
                  <a:pt x="804397" y="40455"/>
                </a:lnTo>
                <a:lnTo>
                  <a:pt x="803686" y="39881"/>
                </a:lnTo>
                <a:lnTo>
                  <a:pt x="802957" y="39336"/>
                </a:lnTo>
                <a:lnTo>
                  <a:pt x="802210" y="38818"/>
                </a:lnTo>
                <a:lnTo>
                  <a:pt x="801443" y="38328"/>
                </a:lnTo>
                <a:lnTo>
                  <a:pt x="800658" y="37866"/>
                </a:lnTo>
                <a:lnTo>
                  <a:pt x="799854" y="37433"/>
                </a:lnTo>
                <a:lnTo>
                  <a:pt x="799032" y="37027"/>
                </a:lnTo>
                <a:lnTo>
                  <a:pt x="798191" y="36649"/>
                </a:lnTo>
                <a:lnTo>
                  <a:pt x="797331" y="36299"/>
                </a:lnTo>
                <a:lnTo>
                  <a:pt x="796453" y="35978"/>
                </a:lnTo>
                <a:lnTo>
                  <a:pt x="795556" y="35684"/>
                </a:lnTo>
                <a:lnTo>
                  <a:pt x="794640" y="35418"/>
                </a:lnTo>
                <a:lnTo>
                  <a:pt x="793706" y="35180"/>
                </a:lnTo>
                <a:lnTo>
                  <a:pt x="792753" y="34970"/>
                </a:lnTo>
                <a:lnTo>
                  <a:pt x="791781" y="34788"/>
                </a:lnTo>
                <a:lnTo>
                  <a:pt x="790791" y="34634"/>
                </a:lnTo>
                <a:lnTo>
                  <a:pt x="789782" y="34508"/>
                </a:lnTo>
                <a:lnTo>
                  <a:pt x="788755" y="34410"/>
                </a:lnTo>
                <a:lnTo>
                  <a:pt x="787708" y="34340"/>
                </a:lnTo>
                <a:lnTo>
                  <a:pt x="786643" y="34298"/>
                </a:lnTo>
                <a:lnTo>
                  <a:pt x="785560" y="34284"/>
                </a:lnTo>
                <a:lnTo>
                  <a:pt x="784660" y="34294"/>
                </a:lnTo>
                <a:lnTo>
                  <a:pt x="783776" y="34323"/>
                </a:lnTo>
                <a:lnTo>
                  <a:pt x="782908" y="34372"/>
                </a:lnTo>
                <a:lnTo>
                  <a:pt x="782058" y="34440"/>
                </a:lnTo>
                <a:lnTo>
                  <a:pt x="781223" y="34528"/>
                </a:lnTo>
                <a:lnTo>
                  <a:pt x="780405" y="34635"/>
                </a:lnTo>
                <a:lnTo>
                  <a:pt x="779604" y="34762"/>
                </a:lnTo>
                <a:lnTo>
                  <a:pt x="778819" y="34908"/>
                </a:lnTo>
                <a:lnTo>
                  <a:pt x="778050" y="35073"/>
                </a:lnTo>
                <a:lnTo>
                  <a:pt x="777298" y="35258"/>
                </a:lnTo>
                <a:lnTo>
                  <a:pt x="776562" y="35463"/>
                </a:lnTo>
                <a:lnTo>
                  <a:pt x="775843" y="35687"/>
                </a:lnTo>
                <a:lnTo>
                  <a:pt x="775140" y="35930"/>
                </a:lnTo>
                <a:lnTo>
                  <a:pt x="774454" y="36193"/>
                </a:lnTo>
                <a:lnTo>
                  <a:pt x="773784" y="36476"/>
                </a:lnTo>
                <a:lnTo>
                  <a:pt x="773131" y="36778"/>
                </a:lnTo>
                <a:lnTo>
                  <a:pt x="772494" y="37099"/>
                </a:lnTo>
                <a:lnTo>
                  <a:pt x="771873" y="37440"/>
                </a:lnTo>
                <a:lnTo>
                  <a:pt x="771269" y="37800"/>
                </a:lnTo>
                <a:lnTo>
                  <a:pt x="770682" y="38180"/>
                </a:lnTo>
                <a:lnTo>
                  <a:pt x="770111" y="38580"/>
                </a:lnTo>
                <a:lnTo>
                  <a:pt x="769556" y="38998"/>
                </a:lnTo>
                <a:lnTo>
                  <a:pt x="769018" y="39437"/>
                </a:lnTo>
                <a:lnTo>
                  <a:pt x="768496" y="39895"/>
                </a:lnTo>
                <a:lnTo>
                  <a:pt x="767993" y="40370"/>
                </a:lnTo>
                <a:lnTo>
                  <a:pt x="767512" y="40861"/>
                </a:lnTo>
                <a:lnTo>
                  <a:pt x="767052" y="41369"/>
                </a:lnTo>
                <a:lnTo>
                  <a:pt x="766614" y="41893"/>
                </a:lnTo>
                <a:lnTo>
                  <a:pt x="766197" y="42433"/>
                </a:lnTo>
                <a:lnTo>
                  <a:pt x="765801" y="42990"/>
                </a:lnTo>
                <a:lnTo>
                  <a:pt x="765427" y="43562"/>
                </a:lnTo>
                <a:lnTo>
                  <a:pt x="765074" y="44151"/>
                </a:lnTo>
                <a:lnTo>
                  <a:pt x="764742" y="44756"/>
                </a:lnTo>
                <a:lnTo>
                  <a:pt x="764432" y="45377"/>
                </a:lnTo>
                <a:lnTo>
                  <a:pt x="764144" y="46014"/>
                </a:lnTo>
                <a:lnTo>
                  <a:pt x="763876" y="46668"/>
                </a:lnTo>
                <a:lnTo>
                  <a:pt x="763630" y="47337"/>
                </a:lnTo>
                <a:lnTo>
                  <a:pt x="763406" y="48023"/>
                </a:lnTo>
                <a:lnTo>
                  <a:pt x="763202" y="48725"/>
                </a:lnTo>
                <a:lnTo>
                  <a:pt x="763021" y="49444"/>
                </a:lnTo>
                <a:lnTo>
                  <a:pt x="762860" y="50178"/>
                </a:lnTo>
                <a:lnTo>
                  <a:pt x="762721" y="50929"/>
                </a:lnTo>
                <a:lnTo>
                  <a:pt x="762604" y="51695"/>
                </a:lnTo>
                <a:lnTo>
                  <a:pt x="762511" y="52453"/>
                </a:lnTo>
                <a:lnTo>
                  <a:pt x="762336" y="52453"/>
                </a:lnTo>
                <a:lnTo>
                  <a:pt x="762336" y="35864"/>
                </a:lnTo>
                <a:lnTo>
                  <a:pt x="748115" y="35864"/>
                </a:lnTo>
                <a:lnTo>
                  <a:pt x="748115" y="122762"/>
                </a:lnTo>
                <a:lnTo>
                  <a:pt x="762336" y="122762"/>
                </a:lnTo>
                <a:close/>
                <a:moveTo>
                  <a:pt x="129675" y="123847"/>
                </a:moveTo>
                <a:lnTo>
                  <a:pt x="130491" y="123769"/>
                </a:lnTo>
                <a:lnTo>
                  <a:pt x="131297" y="123676"/>
                </a:lnTo>
                <a:lnTo>
                  <a:pt x="132094" y="123569"/>
                </a:lnTo>
                <a:lnTo>
                  <a:pt x="132882" y="123448"/>
                </a:lnTo>
                <a:lnTo>
                  <a:pt x="133659" y="123312"/>
                </a:lnTo>
                <a:lnTo>
                  <a:pt x="134427" y="123162"/>
                </a:lnTo>
                <a:lnTo>
                  <a:pt x="135186" y="122998"/>
                </a:lnTo>
                <a:lnTo>
                  <a:pt x="135935" y="122820"/>
                </a:lnTo>
                <a:lnTo>
                  <a:pt x="136674" y="122628"/>
                </a:lnTo>
                <a:lnTo>
                  <a:pt x="137404" y="122421"/>
                </a:lnTo>
                <a:lnTo>
                  <a:pt x="138124" y="122200"/>
                </a:lnTo>
                <a:lnTo>
                  <a:pt x="138834" y="121964"/>
                </a:lnTo>
                <a:lnTo>
                  <a:pt x="139535" y="121715"/>
                </a:lnTo>
                <a:lnTo>
                  <a:pt x="140226" y="121451"/>
                </a:lnTo>
                <a:lnTo>
                  <a:pt x="140908" y="121173"/>
                </a:lnTo>
                <a:lnTo>
                  <a:pt x="141580" y="120880"/>
                </a:lnTo>
                <a:lnTo>
                  <a:pt x="142243" y="120574"/>
                </a:lnTo>
                <a:lnTo>
                  <a:pt x="142896" y="120253"/>
                </a:lnTo>
                <a:lnTo>
                  <a:pt x="143539" y="119917"/>
                </a:lnTo>
                <a:lnTo>
                  <a:pt x="144172" y="119569"/>
                </a:lnTo>
                <a:lnTo>
                  <a:pt x="144792" y="119207"/>
                </a:lnTo>
                <a:lnTo>
                  <a:pt x="145401" y="118832"/>
                </a:lnTo>
                <a:lnTo>
                  <a:pt x="145997" y="118445"/>
                </a:lnTo>
                <a:lnTo>
                  <a:pt x="146581" y="118045"/>
                </a:lnTo>
                <a:lnTo>
                  <a:pt x="147154" y="117631"/>
                </a:lnTo>
                <a:lnTo>
                  <a:pt x="147714" y="117205"/>
                </a:lnTo>
                <a:lnTo>
                  <a:pt x="148262" y="116766"/>
                </a:lnTo>
                <a:lnTo>
                  <a:pt x="148798" y="116314"/>
                </a:lnTo>
                <a:lnTo>
                  <a:pt x="149322" y="115849"/>
                </a:lnTo>
                <a:lnTo>
                  <a:pt x="149834" y="115372"/>
                </a:lnTo>
                <a:lnTo>
                  <a:pt x="150334" y="114881"/>
                </a:lnTo>
                <a:lnTo>
                  <a:pt x="150822" y="114378"/>
                </a:lnTo>
                <a:lnTo>
                  <a:pt x="151297" y="113861"/>
                </a:lnTo>
                <a:lnTo>
                  <a:pt x="151761" y="113332"/>
                </a:lnTo>
                <a:lnTo>
                  <a:pt x="152213" y="112790"/>
                </a:lnTo>
                <a:lnTo>
                  <a:pt x="152652" y="112235"/>
                </a:lnTo>
                <a:lnTo>
                  <a:pt x="153079" y="111667"/>
                </a:lnTo>
                <a:lnTo>
                  <a:pt x="153495" y="111086"/>
                </a:lnTo>
                <a:lnTo>
                  <a:pt x="153898" y="110492"/>
                </a:lnTo>
                <a:lnTo>
                  <a:pt x="154289" y="109886"/>
                </a:lnTo>
                <a:lnTo>
                  <a:pt x="154668" y="109266"/>
                </a:lnTo>
                <a:lnTo>
                  <a:pt x="155036" y="108634"/>
                </a:lnTo>
                <a:lnTo>
                  <a:pt x="155391" y="107989"/>
                </a:lnTo>
                <a:lnTo>
                  <a:pt x="155732" y="107331"/>
                </a:lnTo>
                <a:lnTo>
                  <a:pt x="156059" y="106664"/>
                </a:lnTo>
                <a:lnTo>
                  <a:pt x="156372" y="105985"/>
                </a:lnTo>
                <a:lnTo>
                  <a:pt x="156670" y="105296"/>
                </a:lnTo>
                <a:lnTo>
                  <a:pt x="156954" y="104596"/>
                </a:lnTo>
                <a:lnTo>
                  <a:pt x="157223" y="103886"/>
                </a:lnTo>
                <a:lnTo>
                  <a:pt x="157477" y="103164"/>
                </a:lnTo>
                <a:lnTo>
                  <a:pt x="157717" y="102432"/>
                </a:lnTo>
                <a:lnTo>
                  <a:pt x="157942" y="101690"/>
                </a:lnTo>
                <a:lnTo>
                  <a:pt x="158153" y="100936"/>
                </a:lnTo>
                <a:lnTo>
                  <a:pt x="158349" y="100172"/>
                </a:lnTo>
                <a:lnTo>
                  <a:pt x="158531" y="99398"/>
                </a:lnTo>
                <a:lnTo>
                  <a:pt x="158698" y="98612"/>
                </a:lnTo>
                <a:lnTo>
                  <a:pt x="158851" y="97816"/>
                </a:lnTo>
                <a:lnTo>
                  <a:pt x="158989" y="97009"/>
                </a:lnTo>
                <a:lnTo>
                  <a:pt x="159113" y="96192"/>
                </a:lnTo>
                <a:lnTo>
                  <a:pt x="159222" y="95363"/>
                </a:lnTo>
                <a:lnTo>
                  <a:pt x="159316" y="94524"/>
                </a:lnTo>
                <a:lnTo>
                  <a:pt x="159396" y="93675"/>
                </a:lnTo>
                <a:lnTo>
                  <a:pt x="159462" y="92814"/>
                </a:lnTo>
                <a:lnTo>
                  <a:pt x="159513" y="91943"/>
                </a:lnTo>
                <a:lnTo>
                  <a:pt x="159549" y="91062"/>
                </a:lnTo>
                <a:lnTo>
                  <a:pt x="159571" y="90169"/>
                </a:lnTo>
                <a:lnTo>
                  <a:pt x="159578" y="89266"/>
                </a:lnTo>
                <a:lnTo>
                  <a:pt x="159578" y="69360"/>
                </a:lnTo>
                <a:lnTo>
                  <a:pt x="159571" y="68444"/>
                </a:lnTo>
                <a:lnTo>
                  <a:pt x="159549" y="67539"/>
                </a:lnTo>
                <a:lnTo>
                  <a:pt x="159513" y="66646"/>
                </a:lnTo>
                <a:lnTo>
                  <a:pt x="159462" y="65765"/>
                </a:lnTo>
                <a:lnTo>
                  <a:pt x="159396" y="64895"/>
                </a:lnTo>
                <a:lnTo>
                  <a:pt x="159316" y="64037"/>
                </a:lnTo>
                <a:lnTo>
                  <a:pt x="159222" y="63190"/>
                </a:lnTo>
                <a:lnTo>
                  <a:pt x="159113" y="62355"/>
                </a:lnTo>
                <a:lnTo>
                  <a:pt x="158989" y="61531"/>
                </a:lnTo>
                <a:lnTo>
                  <a:pt x="158851" y="60719"/>
                </a:lnTo>
                <a:lnTo>
                  <a:pt x="158698" y="59918"/>
                </a:lnTo>
                <a:lnTo>
                  <a:pt x="158531" y="59129"/>
                </a:lnTo>
                <a:lnTo>
                  <a:pt x="158349" y="58351"/>
                </a:lnTo>
                <a:lnTo>
                  <a:pt x="158153" y="57585"/>
                </a:lnTo>
                <a:lnTo>
                  <a:pt x="157942" y="56830"/>
                </a:lnTo>
                <a:lnTo>
                  <a:pt x="157717" y="56087"/>
                </a:lnTo>
                <a:lnTo>
                  <a:pt x="157477" y="55356"/>
                </a:lnTo>
                <a:lnTo>
                  <a:pt x="157223" y="54636"/>
                </a:lnTo>
                <a:lnTo>
                  <a:pt x="156954" y="53927"/>
                </a:lnTo>
                <a:lnTo>
                  <a:pt x="156670" y="53230"/>
                </a:lnTo>
                <a:lnTo>
                  <a:pt x="156372" y="52545"/>
                </a:lnTo>
                <a:lnTo>
                  <a:pt x="156059" y="51871"/>
                </a:lnTo>
                <a:lnTo>
                  <a:pt x="155732" y="51209"/>
                </a:lnTo>
                <a:lnTo>
                  <a:pt x="155391" y="50558"/>
                </a:lnTo>
                <a:lnTo>
                  <a:pt x="155036" y="49919"/>
                </a:lnTo>
                <a:lnTo>
                  <a:pt x="154669" y="49293"/>
                </a:lnTo>
                <a:lnTo>
                  <a:pt x="154291" y="48679"/>
                </a:lnTo>
                <a:lnTo>
                  <a:pt x="153900" y="48078"/>
                </a:lnTo>
                <a:lnTo>
                  <a:pt x="153498" y="47490"/>
                </a:lnTo>
                <a:lnTo>
                  <a:pt x="153084" y="46914"/>
                </a:lnTo>
                <a:lnTo>
                  <a:pt x="152659" y="46351"/>
                </a:lnTo>
                <a:lnTo>
                  <a:pt x="152221" y="45801"/>
                </a:lnTo>
                <a:lnTo>
                  <a:pt x="151772" y="45263"/>
                </a:lnTo>
                <a:lnTo>
                  <a:pt x="151311" y="44737"/>
                </a:lnTo>
                <a:lnTo>
                  <a:pt x="150838" y="44225"/>
                </a:lnTo>
                <a:lnTo>
                  <a:pt x="150354" y="43725"/>
                </a:lnTo>
                <a:lnTo>
                  <a:pt x="149857" y="43237"/>
                </a:lnTo>
                <a:lnTo>
                  <a:pt x="149349" y="42763"/>
                </a:lnTo>
                <a:lnTo>
                  <a:pt x="148829" y="42300"/>
                </a:lnTo>
                <a:lnTo>
                  <a:pt x="148297" y="41851"/>
                </a:lnTo>
                <a:lnTo>
                  <a:pt x="147754" y="41414"/>
                </a:lnTo>
                <a:lnTo>
                  <a:pt x="147198" y="40989"/>
                </a:lnTo>
                <a:lnTo>
                  <a:pt x="146631" y="40578"/>
                </a:lnTo>
                <a:lnTo>
                  <a:pt x="146052" y="40179"/>
                </a:lnTo>
                <a:lnTo>
                  <a:pt x="145461" y="39792"/>
                </a:lnTo>
                <a:lnTo>
                  <a:pt x="144859" y="39418"/>
                </a:lnTo>
                <a:lnTo>
                  <a:pt x="144245" y="39057"/>
                </a:lnTo>
                <a:lnTo>
                  <a:pt x="143618" y="38708"/>
                </a:lnTo>
                <a:lnTo>
                  <a:pt x="142981" y="38373"/>
                </a:lnTo>
                <a:lnTo>
                  <a:pt x="142334" y="38052"/>
                </a:lnTo>
                <a:lnTo>
                  <a:pt x="141676" y="37746"/>
                </a:lnTo>
                <a:lnTo>
                  <a:pt x="141008" y="37453"/>
                </a:lnTo>
                <a:lnTo>
                  <a:pt x="140329" y="37175"/>
                </a:lnTo>
                <a:lnTo>
                  <a:pt x="139640" y="36911"/>
                </a:lnTo>
                <a:lnTo>
                  <a:pt x="138940" y="36661"/>
                </a:lnTo>
                <a:lnTo>
                  <a:pt x="138230" y="36426"/>
                </a:lnTo>
                <a:lnTo>
                  <a:pt x="137509" y="36205"/>
                </a:lnTo>
                <a:lnTo>
                  <a:pt x="136779" y="35998"/>
                </a:lnTo>
                <a:lnTo>
                  <a:pt x="136037" y="35806"/>
                </a:lnTo>
                <a:lnTo>
                  <a:pt x="135285" y="35627"/>
                </a:lnTo>
                <a:lnTo>
                  <a:pt x="134523" y="35463"/>
                </a:lnTo>
                <a:lnTo>
                  <a:pt x="133751" y="35314"/>
                </a:lnTo>
                <a:lnTo>
                  <a:pt x="132967" y="35178"/>
                </a:lnTo>
                <a:lnTo>
                  <a:pt x="132174" y="35057"/>
                </a:lnTo>
                <a:lnTo>
                  <a:pt x="131370" y="34950"/>
                </a:lnTo>
                <a:lnTo>
                  <a:pt x="130556" y="34857"/>
                </a:lnTo>
                <a:lnTo>
                  <a:pt x="129731" y="34779"/>
                </a:lnTo>
                <a:lnTo>
                  <a:pt x="128896" y="34714"/>
                </a:lnTo>
                <a:lnTo>
                  <a:pt x="128050" y="34665"/>
                </a:lnTo>
                <a:lnTo>
                  <a:pt x="127194" y="34629"/>
                </a:lnTo>
                <a:lnTo>
                  <a:pt x="126327" y="34607"/>
                </a:lnTo>
                <a:lnTo>
                  <a:pt x="125450" y="34600"/>
                </a:lnTo>
                <a:lnTo>
                  <a:pt x="124586" y="34607"/>
                </a:lnTo>
                <a:lnTo>
                  <a:pt x="123731" y="34629"/>
                </a:lnTo>
                <a:lnTo>
                  <a:pt x="122886" y="34665"/>
                </a:lnTo>
                <a:lnTo>
                  <a:pt x="122051" y="34714"/>
                </a:lnTo>
                <a:lnTo>
                  <a:pt x="121225" y="34779"/>
                </a:lnTo>
                <a:lnTo>
                  <a:pt x="120409" y="34857"/>
                </a:lnTo>
                <a:lnTo>
                  <a:pt x="119602" y="34950"/>
                </a:lnTo>
                <a:lnTo>
                  <a:pt x="118805" y="35057"/>
                </a:lnTo>
                <a:lnTo>
                  <a:pt x="118017" y="35178"/>
                </a:lnTo>
                <a:lnTo>
                  <a:pt x="117239" y="35314"/>
                </a:lnTo>
                <a:lnTo>
                  <a:pt x="116471" y="35463"/>
                </a:lnTo>
                <a:lnTo>
                  <a:pt x="115712" y="35627"/>
                </a:lnTo>
                <a:lnTo>
                  <a:pt x="114963" y="35806"/>
                </a:lnTo>
                <a:lnTo>
                  <a:pt x="114224" y="35998"/>
                </a:lnTo>
                <a:lnTo>
                  <a:pt x="113494" y="36205"/>
                </a:lnTo>
                <a:lnTo>
                  <a:pt x="112774" y="36426"/>
                </a:lnTo>
                <a:lnTo>
                  <a:pt x="112063" y="36661"/>
                </a:lnTo>
                <a:lnTo>
                  <a:pt x="111362" y="36911"/>
                </a:lnTo>
                <a:lnTo>
                  <a:pt x="110670" y="37175"/>
                </a:lnTo>
                <a:lnTo>
                  <a:pt x="109989" y="37453"/>
                </a:lnTo>
                <a:lnTo>
                  <a:pt x="109316" y="37746"/>
                </a:lnTo>
                <a:lnTo>
                  <a:pt x="108654" y="38052"/>
                </a:lnTo>
                <a:lnTo>
                  <a:pt x="108001" y="38373"/>
                </a:lnTo>
                <a:lnTo>
                  <a:pt x="107357" y="38708"/>
                </a:lnTo>
                <a:lnTo>
                  <a:pt x="106725" y="39057"/>
                </a:lnTo>
                <a:lnTo>
                  <a:pt x="106104" y="39418"/>
                </a:lnTo>
                <a:lnTo>
                  <a:pt x="105496" y="39792"/>
                </a:lnTo>
                <a:lnTo>
                  <a:pt x="104900" y="40179"/>
                </a:lnTo>
                <a:lnTo>
                  <a:pt x="104315" y="40578"/>
                </a:lnTo>
                <a:lnTo>
                  <a:pt x="103743" y="40989"/>
                </a:lnTo>
                <a:lnTo>
                  <a:pt x="103183" y="41414"/>
                </a:lnTo>
                <a:lnTo>
                  <a:pt x="102635" y="41851"/>
                </a:lnTo>
                <a:lnTo>
                  <a:pt x="102099" y="42300"/>
                </a:lnTo>
                <a:lnTo>
                  <a:pt x="101575" y="42763"/>
                </a:lnTo>
                <a:lnTo>
                  <a:pt x="101064" y="43237"/>
                </a:lnTo>
                <a:lnTo>
                  <a:pt x="100564" y="43725"/>
                </a:lnTo>
                <a:lnTo>
                  <a:pt x="100076" y="44225"/>
                </a:lnTo>
                <a:lnTo>
                  <a:pt x="99601" y="44737"/>
                </a:lnTo>
                <a:lnTo>
                  <a:pt x="99137" y="45263"/>
                </a:lnTo>
                <a:lnTo>
                  <a:pt x="98686" y="45801"/>
                </a:lnTo>
                <a:lnTo>
                  <a:pt x="98246" y="46351"/>
                </a:lnTo>
                <a:lnTo>
                  <a:pt x="97819" y="46914"/>
                </a:lnTo>
                <a:lnTo>
                  <a:pt x="97403" y="47490"/>
                </a:lnTo>
                <a:lnTo>
                  <a:pt x="97000" y="48078"/>
                </a:lnTo>
                <a:lnTo>
                  <a:pt x="96609" y="48679"/>
                </a:lnTo>
                <a:lnTo>
                  <a:pt x="96230" y="49293"/>
                </a:lnTo>
                <a:lnTo>
                  <a:pt x="95863" y="49919"/>
                </a:lnTo>
                <a:lnTo>
                  <a:pt x="95508" y="50558"/>
                </a:lnTo>
                <a:lnTo>
                  <a:pt x="95166" y="51209"/>
                </a:lnTo>
                <a:lnTo>
                  <a:pt x="94839" y="51871"/>
                </a:lnTo>
                <a:lnTo>
                  <a:pt x="94527" y="52545"/>
                </a:lnTo>
                <a:lnTo>
                  <a:pt x="94229" y="53230"/>
                </a:lnTo>
                <a:lnTo>
                  <a:pt x="93946" y="53927"/>
                </a:lnTo>
                <a:lnTo>
                  <a:pt x="93677" y="54636"/>
                </a:lnTo>
                <a:lnTo>
                  <a:pt x="93422" y="55356"/>
                </a:lnTo>
                <a:lnTo>
                  <a:pt x="93183" y="56087"/>
                </a:lnTo>
                <a:lnTo>
                  <a:pt x="92957" y="56830"/>
                </a:lnTo>
                <a:lnTo>
                  <a:pt x="92747" y="57585"/>
                </a:lnTo>
                <a:lnTo>
                  <a:pt x="92551" y="58351"/>
                </a:lnTo>
                <a:lnTo>
                  <a:pt x="92369" y="59129"/>
                </a:lnTo>
                <a:lnTo>
                  <a:pt x="92202" y="59918"/>
                </a:lnTo>
                <a:lnTo>
                  <a:pt x="92049" y="60719"/>
                </a:lnTo>
                <a:lnTo>
                  <a:pt x="91911" y="61531"/>
                </a:lnTo>
                <a:lnTo>
                  <a:pt x="91788" y="62355"/>
                </a:lnTo>
                <a:lnTo>
                  <a:pt x="91679" y="63190"/>
                </a:lnTo>
                <a:lnTo>
                  <a:pt x="91584" y="64037"/>
                </a:lnTo>
                <a:lnTo>
                  <a:pt x="91504" y="64895"/>
                </a:lnTo>
                <a:lnTo>
                  <a:pt x="91439" y="65765"/>
                </a:lnTo>
                <a:lnTo>
                  <a:pt x="91388" y="66646"/>
                </a:lnTo>
                <a:lnTo>
                  <a:pt x="91352" y="67539"/>
                </a:lnTo>
                <a:lnTo>
                  <a:pt x="91330" y="68444"/>
                </a:lnTo>
                <a:lnTo>
                  <a:pt x="91323" y="69360"/>
                </a:lnTo>
                <a:lnTo>
                  <a:pt x="91323" y="89266"/>
                </a:lnTo>
                <a:lnTo>
                  <a:pt x="91330" y="90169"/>
                </a:lnTo>
                <a:lnTo>
                  <a:pt x="91352" y="91062"/>
                </a:lnTo>
                <a:lnTo>
                  <a:pt x="91388" y="91943"/>
                </a:lnTo>
                <a:lnTo>
                  <a:pt x="91439" y="92814"/>
                </a:lnTo>
                <a:lnTo>
                  <a:pt x="91504" y="93675"/>
                </a:lnTo>
                <a:lnTo>
                  <a:pt x="91584" y="94524"/>
                </a:lnTo>
                <a:lnTo>
                  <a:pt x="91679" y="95363"/>
                </a:lnTo>
                <a:lnTo>
                  <a:pt x="91788" y="96192"/>
                </a:lnTo>
                <a:lnTo>
                  <a:pt x="91911" y="97009"/>
                </a:lnTo>
                <a:lnTo>
                  <a:pt x="92049" y="97816"/>
                </a:lnTo>
                <a:lnTo>
                  <a:pt x="92202" y="98612"/>
                </a:lnTo>
                <a:lnTo>
                  <a:pt x="92369" y="99398"/>
                </a:lnTo>
                <a:lnTo>
                  <a:pt x="92551" y="100172"/>
                </a:lnTo>
                <a:lnTo>
                  <a:pt x="92747" y="100936"/>
                </a:lnTo>
                <a:lnTo>
                  <a:pt x="92957" y="101690"/>
                </a:lnTo>
                <a:lnTo>
                  <a:pt x="93183" y="102432"/>
                </a:lnTo>
                <a:lnTo>
                  <a:pt x="93422" y="103164"/>
                </a:lnTo>
                <a:lnTo>
                  <a:pt x="93677" y="103886"/>
                </a:lnTo>
                <a:lnTo>
                  <a:pt x="93946" y="104596"/>
                </a:lnTo>
                <a:lnTo>
                  <a:pt x="94229" y="105296"/>
                </a:lnTo>
                <a:lnTo>
                  <a:pt x="94527" y="105985"/>
                </a:lnTo>
                <a:lnTo>
                  <a:pt x="94839" y="106664"/>
                </a:lnTo>
                <a:lnTo>
                  <a:pt x="95166" y="107331"/>
                </a:lnTo>
                <a:lnTo>
                  <a:pt x="95508" y="107989"/>
                </a:lnTo>
                <a:lnTo>
                  <a:pt x="95863" y="108634"/>
                </a:lnTo>
                <a:lnTo>
                  <a:pt x="96230" y="109266"/>
                </a:lnTo>
                <a:lnTo>
                  <a:pt x="96609" y="109886"/>
                </a:lnTo>
                <a:lnTo>
                  <a:pt x="97000" y="110492"/>
                </a:lnTo>
                <a:lnTo>
                  <a:pt x="97403" y="111086"/>
                </a:lnTo>
                <a:lnTo>
                  <a:pt x="97819" y="111667"/>
                </a:lnTo>
                <a:lnTo>
                  <a:pt x="98246" y="112235"/>
                </a:lnTo>
                <a:lnTo>
                  <a:pt x="98686" y="112790"/>
                </a:lnTo>
                <a:lnTo>
                  <a:pt x="99137" y="113332"/>
                </a:lnTo>
                <a:lnTo>
                  <a:pt x="99601" y="113861"/>
                </a:lnTo>
                <a:lnTo>
                  <a:pt x="100076" y="114378"/>
                </a:lnTo>
                <a:lnTo>
                  <a:pt x="100564" y="114881"/>
                </a:lnTo>
                <a:lnTo>
                  <a:pt x="101064" y="115372"/>
                </a:lnTo>
                <a:lnTo>
                  <a:pt x="101575" y="115849"/>
                </a:lnTo>
                <a:lnTo>
                  <a:pt x="102099" y="116314"/>
                </a:lnTo>
                <a:lnTo>
                  <a:pt x="102635" y="116766"/>
                </a:lnTo>
                <a:lnTo>
                  <a:pt x="103183" y="117205"/>
                </a:lnTo>
                <a:lnTo>
                  <a:pt x="103743" y="117631"/>
                </a:lnTo>
                <a:lnTo>
                  <a:pt x="104315" y="118045"/>
                </a:lnTo>
                <a:lnTo>
                  <a:pt x="104900" y="118445"/>
                </a:lnTo>
                <a:lnTo>
                  <a:pt x="105496" y="118832"/>
                </a:lnTo>
                <a:lnTo>
                  <a:pt x="106104" y="119207"/>
                </a:lnTo>
                <a:lnTo>
                  <a:pt x="106725" y="119569"/>
                </a:lnTo>
                <a:lnTo>
                  <a:pt x="107357" y="119917"/>
                </a:lnTo>
                <a:lnTo>
                  <a:pt x="108001" y="120253"/>
                </a:lnTo>
                <a:lnTo>
                  <a:pt x="108654" y="120574"/>
                </a:lnTo>
                <a:lnTo>
                  <a:pt x="109316" y="120880"/>
                </a:lnTo>
                <a:lnTo>
                  <a:pt x="109989" y="121173"/>
                </a:lnTo>
                <a:lnTo>
                  <a:pt x="110670" y="121451"/>
                </a:lnTo>
                <a:lnTo>
                  <a:pt x="111362" y="121715"/>
                </a:lnTo>
                <a:lnTo>
                  <a:pt x="112063" y="121964"/>
                </a:lnTo>
                <a:lnTo>
                  <a:pt x="112774" y="122200"/>
                </a:lnTo>
                <a:lnTo>
                  <a:pt x="113494" y="122421"/>
                </a:lnTo>
                <a:lnTo>
                  <a:pt x="114224" y="122628"/>
                </a:lnTo>
                <a:lnTo>
                  <a:pt x="114963" y="122820"/>
                </a:lnTo>
                <a:lnTo>
                  <a:pt x="115712" y="122998"/>
                </a:lnTo>
                <a:lnTo>
                  <a:pt x="116471" y="123162"/>
                </a:lnTo>
                <a:lnTo>
                  <a:pt x="117239" y="123312"/>
                </a:lnTo>
                <a:lnTo>
                  <a:pt x="118017" y="123448"/>
                </a:lnTo>
                <a:lnTo>
                  <a:pt x="118805" y="123569"/>
                </a:lnTo>
                <a:lnTo>
                  <a:pt x="119602" y="123676"/>
                </a:lnTo>
                <a:lnTo>
                  <a:pt x="120409" y="123769"/>
                </a:lnTo>
                <a:lnTo>
                  <a:pt x="121225" y="123847"/>
                </a:lnTo>
                <a:lnTo>
                  <a:pt x="122051" y="123911"/>
                </a:lnTo>
                <a:lnTo>
                  <a:pt x="122886" y="123961"/>
                </a:lnTo>
                <a:lnTo>
                  <a:pt x="123731" y="123997"/>
                </a:lnTo>
                <a:lnTo>
                  <a:pt x="124586" y="124018"/>
                </a:lnTo>
                <a:lnTo>
                  <a:pt x="125450" y="124025"/>
                </a:lnTo>
                <a:lnTo>
                  <a:pt x="126314" y="124018"/>
                </a:lnTo>
                <a:lnTo>
                  <a:pt x="127169" y="123997"/>
                </a:lnTo>
                <a:lnTo>
                  <a:pt x="128014" y="123961"/>
                </a:lnTo>
                <a:lnTo>
                  <a:pt x="128849" y="123911"/>
                </a:lnTo>
                <a:lnTo>
                  <a:pt x="129675" y="123847"/>
                </a:lnTo>
                <a:close/>
                <a:moveTo>
                  <a:pt x="121797" y="111159"/>
                </a:moveTo>
                <a:lnTo>
                  <a:pt x="121105" y="111060"/>
                </a:lnTo>
                <a:lnTo>
                  <a:pt x="120427" y="110942"/>
                </a:lnTo>
                <a:lnTo>
                  <a:pt x="119762" y="110806"/>
                </a:lnTo>
                <a:lnTo>
                  <a:pt x="119111" y="110652"/>
                </a:lnTo>
                <a:lnTo>
                  <a:pt x="118472" y="110481"/>
                </a:lnTo>
                <a:lnTo>
                  <a:pt x="117847" y="110291"/>
                </a:lnTo>
                <a:lnTo>
                  <a:pt x="117234" y="110082"/>
                </a:lnTo>
                <a:lnTo>
                  <a:pt x="116635" y="109856"/>
                </a:lnTo>
                <a:lnTo>
                  <a:pt x="116049" y="109612"/>
                </a:lnTo>
                <a:lnTo>
                  <a:pt x="115476" y="109349"/>
                </a:lnTo>
                <a:lnTo>
                  <a:pt x="114917" y="109069"/>
                </a:lnTo>
                <a:lnTo>
                  <a:pt x="114370" y="108770"/>
                </a:lnTo>
                <a:lnTo>
                  <a:pt x="113837" y="108454"/>
                </a:lnTo>
                <a:lnTo>
                  <a:pt x="113317" y="108119"/>
                </a:lnTo>
                <a:lnTo>
                  <a:pt x="112810" y="107766"/>
                </a:lnTo>
                <a:lnTo>
                  <a:pt x="112316" y="107395"/>
                </a:lnTo>
                <a:lnTo>
                  <a:pt x="111835" y="107006"/>
                </a:lnTo>
                <a:lnTo>
                  <a:pt x="111367" y="106599"/>
                </a:lnTo>
                <a:lnTo>
                  <a:pt x="110913" y="106173"/>
                </a:lnTo>
                <a:lnTo>
                  <a:pt x="110475" y="105730"/>
                </a:lnTo>
                <a:lnTo>
                  <a:pt x="110055" y="105270"/>
                </a:lnTo>
                <a:lnTo>
                  <a:pt x="109654" y="104793"/>
                </a:lnTo>
                <a:lnTo>
                  <a:pt x="109272" y="104299"/>
                </a:lnTo>
                <a:lnTo>
                  <a:pt x="108908" y="103788"/>
                </a:lnTo>
                <a:lnTo>
                  <a:pt x="108563" y="103260"/>
                </a:lnTo>
                <a:lnTo>
                  <a:pt x="108237" y="102715"/>
                </a:lnTo>
                <a:lnTo>
                  <a:pt x="107929" y="102153"/>
                </a:lnTo>
                <a:lnTo>
                  <a:pt x="107640" y="101574"/>
                </a:lnTo>
                <a:lnTo>
                  <a:pt x="107369" y="100978"/>
                </a:lnTo>
                <a:lnTo>
                  <a:pt x="107118" y="100365"/>
                </a:lnTo>
                <a:lnTo>
                  <a:pt x="106885" y="99734"/>
                </a:lnTo>
                <a:lnTo>
                  <a:pt x="106670" y="99087"/>
                </a:lnTo>
                <a:lnTo>
                  <a:pt x="106474" y="98423"/>
                </a:lnTo>
                <a:lnTo>
                  <a:pt x="106297" y="97742"/>
                </a:lnTo>
                <a:lnTo>
                  <a:pt x="106138" y="97044"/>
                </a:lnTo>
                <a:lnTo>
                  <a:pt x="105999" y="96329"/>
                </a:lnTo>
                <a:lnTo>
                  <a:pt x="105877" y="95597"/>
                </a:lnTo>
                <a:lnTo>
                  <a:pt x="105775" y="94848"/>
                </a:lnTo>
                <a:lnTo>
                  <a:pt x="105691" y="94082"/>
                </a:lnTo>
                <a:lnTo>
                  <a:pt x="105626" y="93299"/>
                </a:lnTo>
                <a:lnTo>
                  <a:pt x="105579" y="92499"/>
                </a:lnTo>
                <a:lnTo>
                  <a:pt x="105551" y="91682"/>
                </a:lnTo>
                <a:lnTo>
                  <a:pt x="105542" y="90848"/>
                </a:lnTo>
                <a:lnTo>
                  <a:pt x="105542" y="67778"/>
                </a:lnTo>
                <a:lnTo>
                  <a:pt x="105551" y="66944"/>
                </a:lnTo>
                <a:lnTo>
                  <a:pt x="105579" y="66127"/>
                </a:lnTo>
                <a:lnTo>
                  <a:pt x="105626" y="65327"/>
                </a:lnTo>
                <a:lnTo>
                  <a:pt x="105691" y="64544"/>
                </a:lnTo>
                <a:lnTo>
                  <a:pt x="105775" y="63778"/>
                </a:lnTo>
                <a:lnTo>
                  <a:pt x="105877" y="63029"/>
                </a:lnTo>
                <a:lnTo>
                  <a:pt x="105999" y="62297"/>
                </a:lnTo>
                <a:lnTo>
                  <a:pt x="106138" y="61582"/>
                </a:lnTo>
                <a:lnTo>
                  <a:pt x="106297" y="60884"/>
                </a:lnTo>
                <a:lnTo>
                  <a:pt x="106474" y="60203"/>
                </a:lnTo>
                <a:lnTo>
                  <a:pt x="106670" y="59539"/>
                </a:lnTo>
                <a:lnTo>
                  <a:pt x="106885" y="58892"/>
                </a:lnTo>
                <a:lnTo>
                  <a:pt x="107118" y="58262"/>
                </a:lnTo>
                <a:lnTo>
                  <a:pt x="107369" y="57649"/>
                </a:lnTo>
                <a:lnTo>
                  <a:pt x="107640" y="57053"/>
                </a:lnTo>
                <a:lnTo>
                  <a:pt x="107929" y="56474"/>
                </a:lnTo>
                <a:lnTo>
                  <a:pt x="108237" y="55912"/>
                </a:lnTo>
                <a:lnTo>
                  <a:pt x="108563" y="55367"/>
                </a:lnTo>
                <a:lnTo>
                  <a:pt x="108908" y="54839"/>
                </a:lnTo>
                <a:lnTo>
                  <a:pt x="109272" y="54328"/>
                </a:lnTo>
                <a:lnTo>
                  <a:pt x="109654" y="53835"/>
                </a:lnTo>
                <a:lnTo>
                  <a:pt x="110055" y="53358"/>
                </a:lnTo>
                <a:lnTo>
                  <a:pt x="110475" y="52898"/>
                </a:lnTo>
                <a:lnTo>
                  <a:pt x="110913" y="52455"/>
                </a:lnTo>
                <a:lnTo>
                  <a:pt x="111367" y="52029"/>
                </a:lnTo>
                <a:lnTo>
                  <a:pt x="111835" y="51622"/>
                </a:lnTo>
                <a:lnTo>
                  <a:pt x="112316" y="51233"/>
                </a:lnTo>
                <a:lnTo>
                  <a:pt x="112810" y="50862"/>
                </a:lnTo>
                <a:lnTo>
                  <a:pt x="113317" y="50509"/>
                </a:lnTo>
                <a:lnTo>
                  <a:pt x="113837" y="50174"/>
                </a:lnTo>
                <a:lnTo>
                  <a:pt x="114370" y="49857"/>
                </a:lnTo>
                <a:lnTo>
                  <a:pt x="114917" y="49558"/>
                </a:lnTo>
                <a:lnTo>
                  <a:pt x="115476" y="49277"/>
                </a:lnTo>
                <a:lnTo>
                  <a:pt x="116049" y="49015"/>
                </a:lnTo>
                <a:lnTo>
                  <a:pt x="116635" y="48770"/>
                </a:lnTo>
                <a:lnTo>
                  <a:pt x="117234" y="48544"/>
                </a:lnTo>
                <a:lnTo>
                  <a:pt x="117847" y="48336"/>
                </a:lnTo>
                <a:lnTo>
                  <a:pt x="118472" y="48146"/>
                </a:lnTo>
                <a:lnTo>
                  <a:pt x="119111" y="47974"/>
                </a:lnTo>
                <a:lnTo>
                  <a:pt x="119762" y="47820"/>
                </a:lnTo>
                <a:lnTo>
                  <a:pt x="120427" y="47684"/>
                </a:lnTo>
                <a:lnTo>
                  <a:pt x="121105" y="47566"/>
                </a:lnTo>
                <a:lnTo>
                  <a:pt x="121797" y="47467"/>
                </a:lnTo>
                <a:lnTo>
                  <a:pt x="122501" y="47385"/>
                </a:lnTo>
                <a:lnTo>
                  <a:pt x="123219" y="47322"/>
                </a:lnTo>
                <a:lnTo>
                  <a:pt x="123949" y="47277"/>
                </a:lnTo>
                <a:lnTo>
                  <a:pt x="124693" y="47249"/>
                </a:lnTo>
                <a:lnTo>
                  <a:pt x="125450" y="47240"/>
                </a:lnTo>
                <a:lnTo>
                  <a:pt x="126220" y="47249"/>
                </a:lnTo>
                <a:lnTo>
                  <a:pt x="126976" y="47277"/>
                </a:lnTo>
                <a:lnTo>
                  <a:pt x="127717" y="47322"/>
                </a:lnTo>
                <a:lnTo>
                  <a:pt x="128445" y="47385"/>
                </a:lnTo>
                <a:lnTo>
                  <a:pt x="129159" y="47467"/>
                </a:lnTo>
                <a:lnTo>
                  <a:pt x="129859" y="47566"/>
                </a:lnTo>
                <a:lnTo>
                  <a:pt x="130544" y="47684"/>
                </a:lnTo>
                <a:lnTo>
                  <a:pt x="131216" y="47820"/>
                </a:lnTo>
                <a:lnTo>
                  <a:pt x="131874" y="47974"/>
                </a:lnTo>
                <a:lnTo>
                  <a:pt x="132518" y="48146"/>
                </a:lnTo>
                <a:lnTo>
                  <a:pt x="133148" y="48336"/>
                </a:lnTo>
                <a:lnTo>
                  <a:pt x="133764" y="48544"/>
                </a:lnTo>
                <a:lnTo>
                  <a:pt x="134365" y="48770"/>
                </a:lnTo>
                <a:lnTo>
                  <a:pt x="134953" y="49015"/>
                </a:lnTo>
                <a:lnTo>
                  <a:pt x="135527" y="49277"/>
                </a:lnTo>
                <a:lnTo>
                  <a:pt x="136087" y="49558"/>
                </a:lnTo>
                <a:lnTo>
                  <a:pt x="136633" y="49857"/>
                </a:lnTo>
                <a:lnTo>
                  <a:pt x="137165" y="50174"/>
                </a:lnTo>
                <a:lnTo>
                  <a:pt x="137683" y="50509"/>
                </a:lnTo>
                <a:lnTo>
                  <a:pt x="138187" y="50862"/>
                </a:lnTo>
                <a:lnTo>
                  <a:pt x="138677" y="51233"/>
                </a:lnTo>
                <a:lnTo>
                  <a:pt x="139152" y="51622"/>
                </a:lnTo>
                <a:lnTo>
                  <a:pt x="139614" y="52029"/>
                </a:lnTo>
                <a:lnTo>
                  <a:pt x="140062" y="52455"/>
                </a:lnTo>
                <a:lnTo>
                  <a:pt x="140494" y="52898"/>
                </a:lnTo>
                <a:lnTo>
                  <a:pt x="140908" y="53358"/>
                </a:lnTo>
                <a:lnTo>
                  <a:pt x="141303" y="53835"/>
                </a:lnTo>
                <a:lnTo>
                  <a:pt x="141680" y="54328"/>
                </a:lnTo>
                <a:lnTo>
                  <a:pt x="142039" y="54839"/>
                </a:lnTo>
                <a:lnTo>
                  <a:pt x="142379" y="55367"/>
                </a:lnTo>
                <a:lnTo>
                  <a:pt x="142700" y="55912"/>
                </a:lnTo>
                <a:lnTo>
                  <a:pt x="143004" y="56474"/>
                </a:lnTo>
                <a:lnTo>
                  <a:pt x="143289" y="57053"/>
                </a:lnTo>
                <a:lnTo>
                  <a:pt x="143555" y="57649"/>
                </a:lnTo>
                <a:lnTo>
                  <a:pt x="143803" y="58262"/>
                </a:lnTo>
                <a:lnTo>
                  <a:pt x="144033" y="58892"/>
                </a:lnTo>
                <a:lnTo>
                  <a:pt x="144244" y="59539"/>
                </a:lnTo>
                <a:lnTo>
                  <a:pt x="144438" y="60203"/>
                </a:lnTo>
                <a:lnTo>
                  <a:pt x="144612" y="60884"/>
                </a:lnTo>
                <a:lnTo>
                  <a:pt x="144768" y="61582"/>
                </a:lnTo>
                <a:lnTo>
                  <a:pt x="144906" y="62297"/>
                </a:lnTo>
                <a:lnTo>
                  <a:pt x="145026" y="63029"/>
                </a:lnTo>
                <a:lnTo>
                  <a:pt x="145127" y="63778"/>
                </a:lnTo>
                <a:lnTo>
                  <a:pt x="145210" y="64544"/>
                </a:lnTo>
                <a:lnTo>
                  <a:pt x="145274" y="65327"/>
                </a:lnTo>
                <a:lnTo>
                  <a:pt x="145320" y="66127"/>
                </a:lnTo>
                <a:lnTo>
                  <a:pt x="145347" y="66944"/>
                </a:lnTo>
                <a:lnTo>
                  <a:pt x="145357" y="67778"/>
                </a:lnTo>
                <a:lnTo>
                  <a:pt x="145357" y="90848"/>
                </a:lnTo>
                <a:lnTo>
                  <a:pt x="145347" y="91682"/>
                </a:lnTo>
                <a:lnTo>
                  <a:pt x="145320" y="92499"/>
                </a:lnTo>
                <a:lnTo>
                  <a:pt x="145274" y="93299"/>
                </a:lnTo>
                <a:lnTo>
                  <a:pt x="145210" y="94082"/>
                </a:lnTo>
                <a:lnTo>
                  <a:pt x="145127" y="94848"/>
                </a:lnTo>
                <a:lnTo>
                  <a:pt x="145026" y="95597"/>
                </a:lnTo>
                <a:lnTo>
                  <a:pt x="144906" y="96329"/>
                </a:lnTo>
                <a:lnTo>
                  <a:pt x="144768" y="97044"/>
                </a:lnTo>
                <a:lnTo>
                  <a:pt x="144612" y="97742"/>
                </a:lnTo>
                <a:lnTo>
                  <a:pt x="144438" y="98423"/>
                </a:lnTo>
                <a:lnTo>
                  <a:pt x="144244" y="99087"/>
                </a:lnTo>
                <a:lnTo>
                  <a:pt x="144033" y="99734"/>
                </a:lnTo>
                <a:lnTo>
                  <a:pt x="143803" y="100365"/>
                </a:lnTo>
                <a:lnTo>
                  <a:pt x="143555" y="100978"/>
                </a:lnTo>
                <a:lnTo>
                  <a:pt x="143289" y="101574"/>
                </a:lnTo>
                <a:lnTo>
                  <a:pt x="143004" y="102153"/>
                </a:lnTo>
                <a:lnTo>
                  <a:pt x="142700" y="102715"/>
                </a:lnTo>
                <a:lnTo>
                  <a:pt x="142379" y="103260"/>
                </a:lnTo>
                <a:lnTo>
                  <a:pt x="142039" y="103788"/>
                </a:lnTo>
                <a:lnTo>
                  <a:pt x="141680" y="104299"/>
                </a:lnTo>
                <a:lnTo>
                  <a:pt x="141303" y="104793"/>
                </a:lnTo>
                <a:lnTo>
                  <a:pt x="140908" y="105270"/>
                </a:lnTo>
                <a:lnTo>
                  <a:pt x="140494" y="105730"/>
                </a:lnTo>
                <a:lnTo>
                  <a:pt x="140062" y="106173"/>
                </a:lnTo>
                <a:lnTo>
                  <a:pt x="139614" y="106599"/>
                </a:lnTo>
                <a:lnTo>
                  <a:pt x="139152" y="107006"/>
                </a:lnTo>
                <a:lnTo>
                  <a:pt x="138677" y="107395"/>
                </a:lnTo>
                <a:lnTo>
                  <a:pt x="138187" y="107766"/>
                </a:lnTo>
                <a:lnTo>
                  <a:pt x="137683" y="108119"/>
                </a:lnTo>
                <a:lnTo>
                  <a:pt x="137165" y="108454"/>
                </a:lnTo>
                <a:lnTo>
                  <a:pt x="136633" y="108770"/>
                </a:lnTo>
                <a:lnTo>
                  <a:pt x="136087" y="109069"/>
                </a:lnTo>
                <a:lnTo>
                  <a:pt x="135527" y="109349"/>
                </a:lnTo>
                <a:lnTo>
                  <a:pt x="134953" y="109612"/>
                </a:lnTo>
                <a:lnTo>
                  <a:pt x="134365" y="109856"/>
                </a:lnTo>
                <a:lnTo>
                  <a:pt x="133764" y="110082"/>
                </a:lnTo>
                <a:lnTo>
                  <a:pt x="133148" y="110291"/>
                </a:lnTo>
                <a:lnTo>
                  <a:pt x="132518" y="110481"/>
                </a:lnTo>
                <a:lnTo>
                  <a:pt x="131874" y="110652"/>
                </a:lnTo>
                <a:lnTo>
                  <a:pt x="131216" y="110806"/>
                </a:lnTo>
                <a:lnTo>
                  <a:pt x="130544" y="110942"/>
                </a:lnTo>
                <a:lnTo>
                  <a:pt x="129859" y="111060"/>
                </a:lnTo>
                <a:lnTo>
                  <a:pt x="129159" y="111159"/>
                </a:lnTo>
                <a:lnTo>
                  <a:pt x="128445" y="111241"/>
                </a:lnTo>
                <a:lnTo>
                  <a:pt x="127717" y="111304"/>
                </a:lnTo>
                <a:lnTo>
                  <a:pt x="126976" y="111349"/>
                </a:lnTo>
                <a:lnTo>
                  <a:pt x="126220" y="111376"/>
                </a:lnTo>
                <a:lnTo>
                  <a:pt x="125450" y="111385"/>
                </a:lnTo>
                <a:lnTo>
                  <a:pt x="124693" y="111376"/>
                </a:lnTo>
                <a:lnTo>
                  <a:pt x="123949" y="111349"/>
                </a:lnTo>
                <a:lnTo>
                  <a:pt x="123219" y="111304"/>
                </a:lnTo>
                <a:lnTo>
                  <a:pt x="122501" y="111241"/>
                </a:lnTo>
                <a:lnTo>
                  <a:pt x="121797" y="111159"/>
                </a:lnTo>
                <a:close/>
                <a:moveTo>
                  <a:pt x="690528" y="123911"/>
                </a:moveTo>
                <a:lnTo>
                  <a:pt x="691354" y="123847"/>
                </a:lnTo>
                <a:lnTo>
                  <a:pt x="692170" y="123769"/>
                </a:lnTo>
                <a:lnTo>
                  <a:pt x="692976" y="123676"/>
                </a:lnTo>
                <a:lnTo>
                  <a:pt x="693773" y="123569"/>
                </a:lnTo>
                <a:lnTo>
                  <a:pt x="694560" y="123448"/>
                </a:lnTo>
                <a:lnTo>
                  <a:pt x="695338" y="123312"/>
                </a:lnTo>
                <a:lnTo>
                  <a:pt x="696106" y="123162"/>
                </a:lnTo>
                <a:lnTo>
                  <a:pt x="696865" y="122998"/>
                </a:lnTo>
                <a:lnTo>
                  <a:pt x="697613" y="122820"/>
                </a:lnTo>
                <a:lnTo>
                  <a:pt x="698353" y="122628"/>
                </a:lnTo>
                <a:lnTo>
                  <a:pt x="699082" y="122421"/>
                </a:lnTo>
                <a:lnTo>
                  <a:pt x="699802" y="122200"/>
                </a:lnTo>
                <a:lnTo>
                  <a:pt x="700513" y="121964"/>
                </a:lnTo>
                <a:lnTo>
                  <a:pt x="701214" y="121715"/>
                </a:lnTo>
                <a:lnTo>
                  <a:pt x="701905" y="121451"/>
                </a:lnTo>
                <a:lnTo>
                  <a:pt x="702587" y="121173"/>
                </a:lnTo>
                <a:lnTo>
                  <a:pt x="703259" y="120880"/>
                </a:lnTo>
                <a:lnTo>
                  <a:pt x="703921" y="120574"/>
                </a:lnTo>
                <a:lnTo>
                  <a:pt x="704574" y="120253"/>
                </a:lnTo>
                <a:lnTo>
                  <a:pt x="705217" y="119917"/>
                </a:lnTo>
                <a:lnTo>
                  <a:pt x="705850" y="119569"/>
                </a:lnTo>
                <a:lnTo>
                  <a:pt x="706471" y="119207"/>
                </a:lnTo>
                <a:lnTo>
                  <a:pt x="707079" y="118832"/>
                </a:lnTo>
                <a:lnTo>
                  <a:pt x="707676" y="118445"/>
                </a:lnTo>
                <a:lnTo>
                  <a:pt x="708260" y="118045"/>
                </a:lnTo>
                <a:lnTo>
                  <a:pt x="708832" y="117631"/>
                </a:lnTo>
                <a:lnTo>
                  <a:pt x="709392" y="117205"/>
                </a:lnTo>
                <a:lnTo>
                  <a:pt x="709941" y="116766"/>
                </a:lnTo>
                <a:lnTo>
                  <a:pt x="710477" y="116314"/>
                </a:lnTo>
                <a:lnTo>
                  <a:pt x="711001" y="115849"/>
                </a:lnTo>
                <a:lnTo>
                  <a:pt x="711513" y="115372"/>
                </a:lnTo>
                <a:lnTo>
                  <a:pt x="712012" y="114881"/>
                </a:lnTo>
                <a:lnTo>
                  <a:pt x="712500" y="114378"/>
                </a:lnTo>
                <a:lnTo>
                  <a:pt x="712976" y="113861"/>
                </a:lnTo>
                <a:lnTo>
                  <a:pt x="713440" y="113332"/>
                </a:lnTo>
                <a:lnTo>
                  <a:pt x="713891" y="112790"/>
                </a:lnTo>
                <a:lnTo>
                  <a:pt x="714331" y="112235"/>
                </a:lnTo>
                <a:lnTo>
                  <a:pt x="714758" y="111667"/>
                </a:lnTo>
                <a:lnTo>
                  <a:pt x="715173" y="111086"/>
                </a:lnTo>
                <a:lnTo>
                  <a:pt x="715577" y="110492"/>
                </a:lnTo>
                <a:lnTo>
                  <a:pt x="715968" y="109886"/>
                </a:lnTo>
                <a:lnTo>
                  <a:pt x="716347" y="109266"/>
                </a:lnTo>
                <a:lnTo>
                  <a:pt x="716714" y="108634"/>
                </a:lnTo>
                <a:lnTo>
                  <a:pt x="717069" y="107989"/>
                </a:lnTo>
                <a:lnTo>
                  <a:pt x="717411" y="107331"/>
                </a:lnTo>
                <a:lnTo>
                  <a:pt x="717738" y="106664"/>
                </a:lnTo>
                <a:lnTo>
                  <a:pt x="718051" y="105985"/>
                </a:lnTo>
                <a:lnTo>
                  <a:pt x="718349" y="105296"/>
                </a:lnTo>
                <a:lnTo>
                  <a:pt x="718632" y="104596"/>
                </a:lnTo>
                <a:lnTo>
                  <a:pt x="718901" y="103886"/>
                </a:lnTo>
                <a:lnTo>
                  <a:pt x="719156" y="103164"/>
                </a:lnTo>
                <a:lnTo>
                  <a:pt x="719396" y="102432"/>
                </a:lnTo>
                <a:lnTo>
                  <a:pt x="719621" y="101690"/>
                </a:lnTo>
                <a:lnTo>
                  <a:pt x="719832" y="100936"/>
                </a:lnTo>
                <a:lnTo>
                  <a:pt x="720028" y="100172"/>
                </a:lnTo>
                <a:lnTo>
                  <a:pt x="720210" y="99398"/>
                </a:lnTo>
                <a:lnTo>
                  <a:pt x="720377" y="98612"/>
                </a:lnTo>
                <a:lnTo>
                  <a:pt x="720530" y="97816"/>
                </a:lnTo>
                <a:lnTo>
                  <a:pt x="720668" y="97009"/>
                </a:lnTo>
                <a:lnTo>
                  <a:pt x="720791" y="96192"/>
                </a:lnTo>
                <a:lnTo>
                  <a:pt x="720901" y="95363"/>
                </a:lnTo>
                <a:lnTo>
                  <a:pt x="720995" y="94524"/>
                </a:lnTo>
                <a:lnTo>
                  <a:pt x="721075" y="93675"/>
                </a:lnTo>
                <a:lnTo>
                  <a:pt x="721140" y="92814"/>
                </a:lnTo>
                <a:lnTo>
                  <a:pt x="721191" y="91943"/>
                </a:lnTo>
                <a:lnTo>
                  <a:pt x="721228" y="91062"/>
                </a:lnTo>
                <a:lnTo>
                  <a:pt x="721250" y="90169"/>
                </a:lnTo>
                <a:lnTo>
                  <a:pt x="721257" y="89266"/>
                </a:lnTo>
                <a:lnTo>
                  <a:pt x="721257" y="69360"/>
                </a:lnTo>
                <a:lnTo>
                  <a:pt x="721250" y="68444"/>
                </a:lnTo>
                <a:lnTo>
                  <a:pt x="721228" y="67539"/>
                </a:lnTo>
                <a:lnTo>
                  <a:pt x="721191" y="66646"/>
                </a:lnTo>
                <a:lnTo>
                  <a:pt x="721140" y="65765"/>
                </a:lnTo>
                <a:lnTo>
                  <a:pt x="721075" y="64895"/>
                </a:lnTo>
                <a:lnTo>
                  <a:pt x="720995" y="64037"/>
                </a:lnTo>
                <a:lnTo>
                  <a:pt x="720901" y="63190"/>
                </a:lnTo>
                <a:lnTo>
                  <a:pt x="720791" y="62355"/>
                </a:lnTo>
                <a:lnTo>
                  <a:pt x="720668" y="61531"/>
                </a:lnTo>
                <a:lnTo>
                  <a:pt x="720530" y="60719"/>
                </a:lnTo>
                <a:lnTo>
                  <a:pt x="720377" y="59918"/>
                </a:lnTo>
                <a:lnTo>
                  <a:pt x="720210" y="59129"/>
                </a:lnTo>
                <a:lnTo>
                  <a:pt x="720028" y="58351"/>
                </a:lnTo>
                <a:lnTo>
                  <a:pt x="719832" y="57585"/>
                </a:lnTo>
                <a:lnTo>
                  <a:pt x="719621" y="56830"/>
                </a:lnTo>
                <a:lnTo>
                  <a:pt x="719396" y="56087"/>
                </a:lnTo>
                <a:lnTo>
                  <a:pt x="719156" y="55356"/>
                </a:lnTo>
                <a:lnTo>
                  <a:pt x="718901" y="54636"/>
                </a:lnTo>
                <a:lnTo>
                  <a:pt x="718632" y="53927"/>
                </a:lnTo>
                <a:lnTo>
                  <a:pt x="718349" y="53230"/>
                </a:lnTo>
                <a:lnTo>
                  <a:pt x="718051" y="52545"/>
                </a:lnTo>
                <a:lnTo>
                  <a:pt x="717738" y="51871"/>
                </a:lnTo>
                <a:lnTo>
                  <a:pt x="717411" y="51209"/>
                </a:lnTo>
                <a:lnTo>
                  <a:pt x="717069" y="50558"/>
                </a:lnTo>
                <a:lnTo>
                  <a:pt x="716714" y="49919"/>
                </a:lnTo>
                <a:lnTo>
                  <a:pt x="716348" y="49293"/>
                </a:lnTo>
                <a:lnTo>
                  <a:pt x="715969" y="48679"/>
                </a:lnTo>
                <a:lnTo>
                  <a:pt x="715579" y="48078"/>
                </a:lnTo>
                <a:lnTo>
                  <a:pt x="715177" y="47490"/>
                </a:lnTo>
                <a:lnTo>
                  <a:pt x="714763" y="46914"/>
                </a:lnTo>
                <a:lnTo>
                  <a:pt x="714337" y="46351"/>
                </a:lnTo>
                <a:lnTo>
                  <a:pt x="713900" y="45801"/>
                </a:lnTo>
                <a:lnTo>
                  <a:pt x="713451" y="45263"/>
                </a:lnTo>
                <a:lnTo>
                  <a:pt x="712990" y="44737"/>
                </a:lnTo>
                <a:lnTo>
                  <a:pt x="712517" y="44225"/>
                </a:lnTo>
                <a:lnTo>
                  <a:pt x="712032" y="43725"/>
                </a:lnTo>
                <a:lnTo>
                  <a:pt x="711536" y="43237"/>
                </a:lnTo>
                <a:lnTo>
                  <a:pt x="711028" y="42763"/>
                </a:lnTo>
                <a:lnTo>
                  <a:pt x="710508" y="42300"/>
                </a:lnTo>
                <a:lnTo>
                  <a:pt x="709976" y="41851"/>
                </a:lnTo>
                <a:lnTo>
                  <a:pt x="709432" y="41414"/>
                </a:lnTo>
                <a:lnTo>
                  <a:pt x="708877" y="40989"/>
                </a:lnTo>
                <a:lnTo>
                  <a:pt x="708310" y="40578"/>
                </a:lnTo>
                <a:lnTo>
                  <a:pt x="707731" y="40179"/>
                </a:lnTo>
                <a:lnTo>
                  <a:pt x="707140" y="39792"/>
                </a:lnTo>
                <a:lnTo>
                  <a:pt x="706538" y="39418"/>
                </a:lnTo>
                <a:lnTo>
                  <a:pt x="705923" y="39057"/>
                </a:lnTo>
                <a:lnTo>
                  <a:pt x="705297" y="38708"/>
                </a:lnTo>
                <a:lnTo>
                  <a:pt x="704660" y="38373"/>
                </a:lnTo>
                <a:lnTo>
                  <a:pt x="704013" y="38052"/>
                </a:lnTo>
                <a:lnTo>
                  <a:pt x="703355" y="37746"/>
                </a:lnTo>
                <a:lnTo>
                  <a:pt x="702686" y="37453"/>
                </a:lnTo>
                <a:lnTo>
                  <a:pt x="702007" y="37175"/>
                </a:lnTo>
                <a:lnTo>
                  <a:pt x="701318" y="36911"/>
                </a:lnTo>
                <a:lnTo>
                  <a:pt x="700619" y="36661"/>
                </a:lnTo>
                <a:lnTo>
                  <a:pt x="699909" y="36426"/>
                </a:lnTo>
                <a:lnTo>
                  <a:pt x="699188" y="36205"/>
                </a:lnTo>
                <a:lnTo>
                  <a:pt x="698457" y="35998"/>
                </a:lnTo>
                <a:lnTo>
                  <a:pt x="697716" y="35806"/>
                </a:lnTo>
                <a:lnTo>
                  <a:pt x="696964" y="35627"/>
                </a:lnTo>
                <a:lnTo>
                  <a:pt x="696202" y="35463"/>
                </a:lnTo>
                <a:lnTo>
                  <a:pt x="695429" y="35314"/>
                </a:lnTo>
                <a:lnTo>
                  <a:pt x="694646" y="35178"/>
                </a:lnTo>
                <a:lnTo>
                  <a:pt x="693853" y="35057"/>
                </a:lnTo>
                <a:lnTo>
                  <a:pt x="693049" y="34950"/>
                </a:lnTo>
                <a:lnTo>
                  <a:pt x="692234" y="34857"/>
                </a:lnTo>
                <a:lnTo>
                  <a:pt x="691409" y="34779"/>
                </a:lnTo>
                <a:lnTo>
                  <a:pt x="690574" y="34714"/>
                </a:lnTo>
                <a:lnTo>
                  <a:pt x="689729" y="34665"/>
                </a:lnTo>
                <a:lnTo>
                  <a:pt x="688872" y="34629"/>
                </a:lnTo>
                <a:lnTo>
                  <a:pt x="688006" y="34607"/>
                </a:lnTo>
                <a:lnTo>
                  <a:pt x="687129" y="34600"/>
                </a:lnTo>
                <a:lnTo>
                  <a:pt x="686265" y="34607"/>
                </a:lnTo>
                <a:lnTo>
                  <a:pt x="685410" y="34629"/>
                </a:lnTo>
                <a:lnTo>
                  <a:pt x="684565" y="34665"/>
                </a:lnTo>
                <a:lnTo>
                  <a:pt x="683729" y="34714"/>
                </a:lnTo>
                <a:lnTo>
                  <a:pt x="682903" y="34779"/>
                </a:lnTo>
                <a:lnTo>
                  <a:pt x="682087" y="34857"/>
                </a:lnTo>
                <a:lnTo>
                  <a:pt x="681280" y="34950"/>
                </a:lnTo>
                <a:lnTo>
                  <a:pt x="680483" y="35057"/>
                </a:lnTo>
                <a:lnTo>
                  <a:pt x="679696" y="35178"/>
                </a:lnTo>
                <a:lnTo>
                  <a:pt x="678918" y="35314"/>
                </a:lnTo>
                <a:lnTo>
                  <a:pt x="678150" y="35463"/>
                </a:lnTo>
                <a:lnTo>
                  <a:pt x="677391" y="35627"/>
                </a:lnTo>
                <a:lnTo>
                  <a:pt x="676642" y="35806"/>
                </a:lnTo>
                <a:lnTo>
                  <a:pt x="675902" y="35998"/>
                </a:lnTo>
                <a:lnTo>
                  <a:pt x="675173" y="36205"/>
                </a:lnTo>
                <a:lnTo>
                  <a:pt x="674452" y="36426"/>
                </a:lnTo>
                <a:lnTo>
                  <a:pt x="673742" y="36661"/>
                </a:lnTo>
                <a:lnTo>
                  <a:pt x="673041" y="36911"/>
                </a:lnTo>
                <a:lnTo>
                  <a:pt x="672349" y="37175"/>
                </a:lnTo>
                <a:lnTo>
                  <a:pt x="671667" y="37453"/>
                </a:lnTo>
                <a:lnTo>
                  <a:pt x="670995" y="37746"/>
                </a:lnTo>
                <a:lnTo>
                  <a:pt x="670332" y="38052"/>
                </a:lnTo>
                <a:lnTo>
                  <a:pt x="669679" y="38373"/>
                </a:lnTo>
                <a:lnTo>
                  <a:pt x="669036" y="38708"/>
                </a:lnTo>
                <a:lnTo>
                  <a:pt x="668403" y="39057"/>
                </a:lnTo>
                <a:lnTo>
                  <a:pt x="667783" y="39418"/>
                </a:lnTo>
                <a:lnTo>
                  <a:pt x="667175" y="39792"/>
                </a:lnTo>
                <a:lnTo>
                  <a:pt x="666578" y="40179"/>
                </a:lnTo>
                <a:lnTo>
                  <a:pt x="665994" y="40578"/>
                </a:lnTo>
                <a:lnTo>
                  <a:pt x="665422" y="40989"/>
                </a:lnTo>
                <a:lnTo>
                  <a:pt x="664862" y="41414"/>
                </a:lnTo>
                <a:lnTo>
                  <a:pt x="664314" y="41851"/>
                </a:lnTo>
                <a:lnTo>
                  <a:pt x="663778" y="42300"/>
                </a:lnTo>
                <a:lnTo>
                  <a:pt x="663254" y="42763"/>
                </a:lnTo>
                <a:lnTo>
                  <a:pt x="662742" y="43237"/>
                </a:lnTo>
                <a:lnTo>
                  <a:pt x="662243" y="43725"/>
                </a:lnTo>
                <a:lnTo>
                  <a:pt x="661755" y="44225"/>
                </a:lnTo>
                <a:lnTo>
                  <a:pt x="661279" y="44737"/>
                </a:lnTo>
                <a:lnTo>
                  <a:pt x="660816" y="45263"/>
                </a:lnTo>
                <a:lnTo>
                  <a:pt x="660364" y="45801"/>
                </a:lnTo>
                <a:lnTo>
                  <a:pt x="659925" y="46351"/>
                </a:lnTo>
                <a:lnTo>
                  <a:pt x="659497" y="46914"/>
                </a:lnTo>
                <a:lnTo>
                  <a:pt x="659082" y="47490"/>
                </a:lnTo>
                <a:lnTo>
                  <a:pt x="658679" y="48078"/>
                </a:lnTo>
                <a:lnTo>
                  <a:pt x="658288" y="48679"/>
                </a:lnTo>
                <a:lnTo>
                  <a:pt x="657908" y="49293"/>
                </a:lnTo>
                <a:lnTo>
                  <a:pt x="657541" y="49919"/>
                </a:lnTo>
                <a:lnTo>
                  <a:pt x="657186" y="50558"/>
                </a:lnTo>
                <a:lnTo>
                  <a:pt x="656845" y="51209"/>
                </a:lnTo>
                <a:lnTo>
                  <a:pt x="656518" y="51871"/>
                </a:lnTo>
                <a:lnTo>
                  <a:pt x="656205" y="52545"/>
                </a:lnTo>
                <a:lnTo>
                  <a:pt x="655908" y="53230"/>
                </a:lnTo>
                <a:lnTo>
                  <a:pt x="655624" y="53927"/>
                </a:lnTo>
                <a:lnTo>
                  <a:pt x="655355" y="54636"/>
                </a:lnTo>
                <a:lnTo>
                  <a:pt x="655101" y="55356"/>
                </a:lnTo>
                <a:lnTo>
                  <a:pt x="654861" y="56087"/>
                </a:lnTo>
                <a:lnTo>
                  <a:pt x="654636" y="56830"/>
                </a:lnTo>
                <a:lnTo>
                  <a:pt x="654425" y="57585"/>
                </a:lnTo>
                <a:lnTo>
                  <a:pt x="654229" y="58351"/>
                </a:lnTo>
                <a:lnTo>
                  <a:pt x="654048" y="59129"/>
                </a:lnTo>
                <a:lnTo>
                  <a:pt x="653880" y="59918"/>
                </a:lnTo>
                <a:lnTo>
                  <a:pt x="653728" y="60719"/>
                </a:lnTo>
                <a:lnTo>
                  <a:pt x="653590" y="61531"/>
                </a:lnTo>
                <a:lnTo>
                  <a:pt x="653466" y="62355"/>
                </a:lnTo>
                <a:lnTo>
                  <a:pt x="653357" y="63190"/>
                </a:lnTo>
                <a:lnTo>
                  <a:pt x="653263" y="64037"/>
                </a:lnTo>
                <a:lnTo>
                  <a:pt x="653183" y="64895"/>
                </a:lnTo>
                <a:lnTo>
                  <a:pt x="653117" y="65765"/>
                </a:lnTo>
                <a:lnTo>
                  <a:pt x="653067" y="66646"/>
                </a:lnTo>
                <a:lnTo>
                  <a:pt x="653030" y="67539"/>
                </a:lnTo>
                <a:lnTo>
                  <a:pt x="653008" y="68444"/>
                </a:lnTo>
                <a:lnTo>
                  <a:pt x="653001" y="69360"/>
                </a:lnTo>
                <a:lnTo>
                  <a:pt x="653001" y="89266"/>
                </a:lnTo>
                <a:lnTo>
                  <a:pt x="653008" y="90169"/>
                </a:lnTo>
                <a:lnTo>
                  <a:pt x="653030" y="91062"/>
                </a:lnTo>
                <a:lnTo>
                  <a:pt x="653067" y="91943"/>
                </a:lnTo>
                <a:lnTo>
                  <a:pt x="653117" y="92814"/>
                </a:lnTo>
                <a:lnTo>
                  <a:pt x="653183" y="93675"/>
                </a:lnTo>
                <a:lnTo>
                  <a:pt x="653263" y="94524"/>
                </a:lnTo>
                <a:lnTo>
                  <a:pt x="653357" y="95363"/>
                </a:lnTo>
                <a:lnTo>
                  <a:pt x="653466" y="96192"/>
                </a:lnTo>
                <a:lnTo>
                  <a:pt x="653590" y="97009"/>
                </a:lnTo>
                <a:lnTo>
                  <a:pt x="653728" y="97816"/>
                </a:lnTo>
                <a:lnTo>
                  <a:pt x="653880" y="98612"/>
                </a:lnTo>
                <a:lnTo>
                  <a:pt x="654048" y="99398"/>
                </a:lnTo>
                <a:lnTo>
                  <a:pt x="654229" y="100172"/>
                </a:lnTo>
                <a:lnTo>
                  <a:pt x="654425" y="100936"/>
                </a:lnTo>
                <a:lnTo>
                  <a:pt x="654636" y="101690"/>
                </a:lnTo>
                <a:lnTo>
                  <a:pt x="654861" y="102432"/>
                </a:lnTo>
                <a:lnTo>
                  <a:pt x="655101" y="103164"/>
                </a:lnTo>
                <a:lnTo>
                  <a:pt x="655355" y="103886"/>
                </a:lnTo>
                <a:lnTo>
                  <a:pt x="655624" y="104596"/>
                </a:lnTo>
                <a:lnTo>
                  <a:pt x="655908" y="105296"/>
                </a:lnTo>
                <a:lnTo>
                  <a:pt x="656205" y="105985"/>
                </a:lnTo>
                <a:lnTo>
                  <a:pt x="656518" y="106664"/>
                </a:lnTo>
                <a:lnTo>
                  <a:pt x="656845" y="107331"/>
                </a:lnTo>
                <a:lnTo>
                  <a:pt x="657186" y="107989"/>
                </a:lnTo>
                <a:lnTo>
                  <a:pt x="657541" y="108634"/>
                </a:lnTo>
                <a:lnTo>
                  <a:pt x="657908" y="109266"/>
                </a:lnTo>
                <a:lnTo>
                  <a:pt x="658288" y="109886"/>
                </a:lnTo>
                <a:lnTo>
                  <a:pt x="658679" y="110492"/>
                </a:lnTo>
                <a:lnTo>
                  <a:pt x="659082" y="111086"/>
                </a:lnTo>
                <a:lnTo>
                  <a:pt x="659497" y="111667"/>
                </a:lnTo>
                <a:lnTo>
                  <a:pt x="659925" y="112235"/>
                </a:lnTo>
                <a:lnTo>
                  <a:pt x="660364" y="112790"/>
                </a:lnTo>
                <a:lnTo>
                  <a:pt x="660816" y="113332"/>
                </a:lnTo>
                <a:lnTo>
                  <a:pt x="661279" y="113861"/>
                </a:lnTo>
                <a:lnTo>
                  <a:pt x="661755" y="114378"/>
                </a:lnTo>
                <a:lnTo>
                  <a:pt x="662243" y="114881"/>
                </a:lnTo>
                <a:lnTo>
                  <a:pt x="662742" y="115372"/>
                </a:lnTo>
                <a:lnTo>
                  <a:pt x="663254" y="115849"/>
                </a:lnTo>
                <a:lnTo>
                  <a:pt x="663778" y="116314"/>
                </a:lnTo>
                <a:lnTo>
                  <a:pt x="664314" y="116766"/>
                </a:lnTo>
                <a:lnTo>
                  <a:pt x="664862" y="117205"/>
                </a:lnTo>
                <a:lnTo>
                  <a:pt x="665422" y="117631"/>
                </a:lnTo>
                <a:lnTo>
                  <a:pt x="665994" y="118045"/>
                </a:lnTo>
                <a:lnTo>
                  <a:pt x="666578" y="118445"/>
                </a:lnTo>
                <a:lnTo>
                  <a:pt x="667175" y="118832"/>
                </a:lnTo>
                <a:lnTo>
                  <a:pt x="667783" y="119207"/>
                </a:lnTo>
                <a:lnTo>
                  <a:pt x="668403" y="119569"/>
                </a:lnTo>
                <a:lnTo>
                  <a:pt x="669036" y="119917"/>
                </a:lnTo>
                <a:lnTo>
                  <a:pt x="669679" y="120253"/>
                </a:lnTo>
                <a:lnTo>
                  <a:pt x="670332" y="120574"/>
                </a:lnTo>
                <a:lnTo>
                  <a:pt x="670995" y="120880"/>
                </a:lnTo>
                <a:lnTo>
                  <a:pt x="671667" y="121173"/>
                </a:lnTo>
                <a:lnTo>
                  <a:pt x="672349" y="121451"/>
                </a:lnTo>
                <a:lnTo>
                  <a:pt x="673041" y="121715"/>
                </a:lnTo>
                <a:lnTo>
                  <a:pt x="673742" y="121964"/>
                </a:lnTo>
                <a:lnTo>
                  <a:pt x="674452" y="122200"/>
                </a:lnTo>
                <a:lnTo>
                  <a:pt x="675173" y="122421"/>
                </a:lnTo>
                <a:lnTo>
                  <a:pt x="675902" y="122628"/>
                </a:lnTo>
                <a:lnTo>
                  <a:pt x="676642" y="122820"/>
                </a:lnTo>
                <a:lnTo>
                  <a:pt x="677391" y="122998"/>
                </a:lnTo>
                <a:lnTo>
                  <a:pt x="678150" y="123162"/>
                </a:lnTo>
                <a:lnTo>
                  <a:pt x="678918" y="123312"/>
                </a:lnTo>
                <a:lnTo>
                  <a:pt x="679696" y="123448"/>
                </a:lnTo>
                <a:lnTo>
                  <a:pt x="680483" y="123569"/>
                </a:lnTo>
                <a:lnTo>
                  <a:pt x="681280" y="123676"/>
                </a:lnTo>
                <a:lnTo>
                  <a:pt x="682087" y="123769"/>
                </a:lnTo>
                <a:lnTo>
                  <a:pt x="682903" y="123847"/>
                </a:lnTo>
                <a:lnTo>
                  <a:pt x="683729" y="123911"/>
                </a:lnTo>
                <a:lnTo>
                  <a:pt x="684565" y="123961"/>
                </a:lnTo>
                <a:lnTo>
                  <a:pt x="685410" y="123997"/>
                </a:lnTo>
                <a:lnTo>
                  <a:pt x="686265" y="124018"/>
                </a:lnTo>
                <a:lnTo>
                  <a:pt x="687129" y="124025"/>
                </a:lnTo>
                <a:lnTo>
                  <a:pt x="687993" y="124018"/>
                </a:lnTo>
                <a:lnTo>
                  <a:pt x="688848" y="123997"/>
                </a:lnTo>
                <a:lnTo>
                  <a:pt x="689693" y="123961"/>
                </a:lnTo>
                <a:lnTo>
                  <a:pt x="690528" y="123911"/>
                </a:lnTo>
                <a:close/>
                <a:moveTo>
                  <a:pt x="684180" y="111241"/>
                </a:moveTo>
                <a:lnTo>
                  <a:pt x="683475" y="111159"/>
                </a:lnTo>
                <a:lnTo>
                  <a:pt x="682784" y="111060"/>
                </a:lnTo>
                <a:lnTo>
                  <a:pt x="682106" y="110942"/>
                </a:lnTo>
                <a:lnTo>
                  <a:pt x="681441" y="110806"/>
                </a:lnTo>
                <a:lnTo>
                  <a:pt x="680789" y="110652"/>
                </a:lnTo>
                <a:lnTo>
                  <a:pt x="680151" y="110481"/>
                </a:lnTo>
                <a:lnTo>
                  <a:pt x="679525" y="110291"/>
                </a:lnTo>
                <a:lnTo>
                  <a:pt x="678913" y="110082"/>
                </a:lnTo>
                <a:lnTo>
                  <a:pt x="678314" y="109856"/>
                </a:lnTo>
                <a:lnTo>
                  <a:pt x="677728" y="109612"/>
                </a:lnTo>
                <a:lnTo>
                  <a:pt x="677155" y="109349"/>
                </a:lnTo>
                <a:lnTo>
                  <a:pt x="676595" y="109069"/>
                </a:lnTo>
                <a:lnTo>
                  <a:pt x="676049" y="108770"/>
                </a:lnTo>
                <a:lnTo>
                  <a:pt x="675515" y="108454"/>
                </a:lnTo>
                <a:lnTo>
                  <a:pt x="674995" y="108119"/>
                </a:lnTo>
                <a:lnTo>
                  <a:pt x="674488" y="107766"/>
                </a:lnTo>
                <a:lnTo>
                  <a:pt x="673994" y="107395"/>
                </a:lnTo>
                <a:lnTo>
                  <a:pt x="673514" y="107006"/>
                </a:lnTo>
                <a:lnTo>
                  <a:pt x="673046" y="106599"/>
                </a:lnTo>
                <a:lnTo>
                  <a:pt x="672592" y="106173"/>
                </a:lnTo>
                <a:lnTo>
                  <a:pt x="672153" y="105730"/>
                </a:lnTo>
                <a:lnTo>
                  <a:pt x="671734" y="105270"/>
                </a:lnTo>
                <a:lnTo>
                  <a:pt x="671333" y="104793"/>
                </a:lnTo>
                <a:lnTo>
                  <a:pt x="670950" y="104299"/>
                </a:lnTo>
                <a:lnTo>
                  <a:pt x="670587" y="103788"/>
                </a:lnTo>
                <a:lnTo>
                  <a:pt x="670242" y="103260"/>
                </a:lnTo>
                <a:lnTo>
                  <a:pt x="669915" y="102715"/>
                </a:lnTo>
                <a:lnTo>
                  <a:pt x="669608" y="102153"/>
                </a:lnTo>
                <a:lnTo>
                  <a:pt x="669318" y="101574"/>
                </a:lnTo>
                <a:lnTo>
                  <a:pt x="669048" y="100978"/>
                </a:lnTo>
                <a:lnTo>
                  <a:pt x="668796" y="100365"/>
                </a:lnTo>
                <a:lnTo>
                  <a:pt x="668563" y="99734"/>
                </a:lnTo>
                <a:lnTo>
                  <a:pt x="668349" y="99087"/>
                </a:lnTo>
                <a:lnTo>
                  <a:pt x="668153" y="98423"/>
                </a:lnTo>
                <a:lnTo>
                  <a:pt x="667976" y="97742"/>
                </a:lnTo>
                <a:lnTo>
                  <a:pt x="667817" y="97044"/>
                </a:lnTo>
                <a:lnTo>
                  <a:pt x="667677" y="96329"/>
                </a:lnTo>
                <a:lnTo>
                  <a:pt x="667556" y="95597"/>
                </a:lnTo>
                <a:lnTo>
                  <a:pt x="667453" y="94848"/>
                </a:lnTo>
                <a:lnTo>
                  <a:pt x="667370" y="94082"/>
                </a:lnTo>
                <a:lnTo>
                  <a:pt x="667304" y="93299"/>
                </a:lnTo>
                <a:lnTo>
                  <a:pt x="667258" y="92499"/>
                </a:lnTo>
                <a:lnTo>
                  <a:pt x="667230" y="91682"/>
                </a:lnTo>
                <a:lnTo>
                  <a:pt x="667220" y="90848"/>
                </a:lnTo>
                <a:lnTo>
                  <a:pt x="667220" y="67778"/>
                </a:lnTo>
                <a:lnTo>
                  <a:pt x="667230" y="66944"/>
                </a:lnTo>
                <a:lnTo>
                  <a:pt x="667258" y="66127"/>
                </a:lnTo>
                <a:lnTo>
                  <a:pt x="667304" y="65327"/>
                </a:lnTo>
                <a:lnTo>
                  <a:pt x="667370" y="64544"/>
                </a:lnTo>
                <a:lnTo>
                  <a:pt x="667453" y="63778"/>
                </a:lnTo>
                <a:lnTo>
                  <a:pt x="667556" y="63029"/>
                </a:lnTo>
                <a:lnTo>
                  <a:pt x="667677" y="62297"/>
                </a:lnTo>
                <a:lnTo>
                  <a:pt x="667817" y="61582"/>
                </a:lnTo>
                <a:lnTo>
                  <a:pt x="667976" y="60884"/>
                </a:lnTo>
                <a:lnTo>
                  <a:pt x="668153" y="60203"/>
                </a:lnTo>
                <a:lnTo>
                  <a:pt x="668349" y="59539"/>
                </a:lnTo>
                <a:lnTo>
                  <a:pt x="668563" y="58892"/>
                </a:lnTo>
                <a:lnTo>
                  <a:pt x="668796" y="58262"/>
                </a:lnTo>
                <a:lnTo>
                  <a:pt x="669048" y="57649"/>
                </a:lnTo>
                <a:lnTo>
                  <a:pt x="669318" y="57053"/>
                </a:lnTo>
                <a:lnTo>
                  <a:pt x="669608" y="56474"/>
                </a:lnTo>
                <a:lnTo>
                  <a:pt x="669915" y="55912"/>
                </a:lnTo>
                <a:lnTo>
                  <a:pt x="670242" y="55367"/>
                </a:lnTo>
                <a:lnTo>
                  <a:pt x="670587" y="54839"/>
                </a:lnTo>
                <a:lnTo>
                  <a:pt x="670950" y="54328"/>
                </a:lnTo>
                <a:lnTo>
                  <a:pt x="671333" y="53835"/>
                </a:lnTo>
                <a:lnTo>
                  <a:pt x="671734" y="53358"/>
                </a:lnTo>
                <a:lnTo>
                  <a:pt x="672153" y="52898"/>
                </a:lnTo>
                <a:lnTo>
                  <a:pt x="672592" y="52455"/>
                </a:lnTo>
                <a:lnTo>
                  <a:pt x="673046" y="52029"/>
                </a:lnTo>
                <a:lnTo>
                  <a:pt x="673514" y="51622"/>
                </a:lnTo>
                <a:lnTo>
                  <a:pt x="673994" y="51233"/>
                </a:lnTo>
                <a:lnTo>
                  <a:pt x="674488" y="50862"/>
                </a:lnTo>
                <a:lnTo>
                  <a:pt x="674995" y="50509"/>
                </a:lnTo>
                <a:lnTo>
                  <a:pt x="675515" y="50174"/>
                </a:lnTo>
                <a:lnTo>
                  <a:pt x="676049" y="49857"/>
                </a:lnTo>
                <a:lnTo>
                  <a:pt x="676595" y="49558"/>
                </a:lnTo>
                <a:lnTo>
                  <a:pt x="677155" y="49277"/>
                </a:lnTo>
                <a:lnTo>
                  <a:pt x="677728" y="49015"/>
                </a:lnTo>
                <a:lnTo>
                  <a:pt x="678314" y="48770"/>
                </a:lnTo>
                <a:lnTo>
                  <a:pt x="678913" y="48544"/>
                </a:lnTo>
                <a:lnTo>
                  <a:pt x="679525" y="48336"/>
                </a:lnTo>
                <a:lnTo>
                  <a:pt x="680151" y="48146"/>
                </a:lnTo>
                <a:lnTo>
                  <a:pt x="680789" y="47974"/>
                </a:lnTo>
                <a:lnTo>
                  <a:pt x="681441" y="47820"/>
                </a:lnTo>
                <a:lnTo>
                  <a:pt x="682106" y="47684"/>
                </a:lnTo>
                <a:lnTo>
                  <a:pt x="682784" y="47566"/>
                </a:lnTo>
                <a:lnTo>
                  <a:pt x="683475" y="47467"/>
                </a:lnTo>
                <a:lnTo>
                  <a:pt x="684180" y="47385"/>
                </a:lnTo>
                <a:lnTo>
                  <a:pt x="684897" y="47322"/>
                </a:lnTo>
                <a:lnTo>
                  <a:pt x="685628" y="47277"/>
                </a:lnTo>
                <a:lnTo>
                  <a:pt x="686372" y="47249"/>
                </a:lnTo>
                <a:lnTo>
                  <a:pt x="687129" y="47240"/>
                </a:lnTo>
                <a:lnTo>
                  <a:pt x="687899" y="47249"/>
                </a:lnTo>
                <a:lnTo>
                  <a:pt x="688654" y="47277"/>
                </a:lnTo>
                <a:lnTo>
                  <a:pt x="689396" y="47322"/>
                </a:lnTo>
                <a:lnTo>
                  <a:pt x="690124" y="47385"/>
                </a:lnTo>
                <a:lnTo>
                  <a:pt x="690838" y="47467"/>
                </a:lnTo>
                <a:lnTo>
                  <a:pt x="691537" y="47566"/>
                </a:lnTo>
                <a:lnTo>
                  <a:pt x="692223" y="47684"/>
                </a:lnTo>
                <a:lnTo>
                  <a:pt x="692895" y="47820"/>
                </a:lnTo>
                <a:lnTo>
                  <a:pt x="693553" y="47974"/>
                </a:lnTo>
                <a:lnTo>
                  <a:pt x="694197" y="48146"/>
                </a:lnTo>
                <a:lnTo>
                  <a:pt x="694826" y="48336"/>
                </a:lnTo>
                <a:lnTo>
                  <a:pt x="695442" y="48544"/>
                </a:lnTo>
                <a:lnTo>
                  <a:pt x="696044" y="48770"/>
                </a:lnTo>
                <a:lnTo>
                  <a:pt x="696632" y="49015"/>
                </a:lnTo>
                <a:lnTo>
                  <a:pt x="697206" y="49277"/>
                </a:lnTo>
                <a:lnTo>
                  <a:pt x="697766" y="49558"/>
                </a:lnTo>
                <a:lnTo>
                  <a:pt x="698311" y="49857"/>
                </a:lnTo>
                <a:lnTo>
                  <a:pt x="698843" y="50174"/>
                </a:lnTo>
                <a:lnTo>
                  <a:pt x="699361" y="50509"/>
                </a:lnTo>
                <a:lnTo>
                  <a:pt x="699865" y="50862"/>
                </a:lnTo>
                <a:lnTo>
                  <a:pt x="700355" y="51233"/>
                </a:lnTo>
                <a:lnTo>
                  <a:pt x="700831" y="51622"/>
                </a:lnTo>
                <a:lnTo>
                  <a:pt x="701293" y="52029"/>
                </a:lnTo>
                <a:lnTo>
                  <a:pt x="701741" y="52455"/>
                </a:lnTo>
                <a:lnTo>
                  <a:pt x="702173" y="52898"/>
                </a:lnTo>
                <a:lnTo>
                  <a:pt x="702587" y="53358"/>
                </a:lnTo>
                <a:lnTo>
                  <a:pt x="702982" y="53835"/>
                </a:lnTo>
                <a:lnTo>
                  <a:pt x="703359" y="54328"/>
                </a:lnTo>
                <a:lnTo>
                  <a:pt x="703717" y="54839"/>
                </a:lnTo>
                <a:lnTo>
                  <a:pt x="704057" y="55367"/>
                </a:lnTo>
                <a:lnTo>
                  <a:pt x="704379" y="55912"/>
                </a:lnTo>
                <a:lnTo>
                  <a:pt x="704682" y="56474"/>
                </a:lnTo>
                <a:lnTo>
                  <a:pt x="704967" y="57053"/>
                </a:lnTo>
                <a:lnTo>
                  <a:pt x="705234" y="57649"/>
                </a:lnTo>
                <a:lnTo>
                  <a:pt x="705482" y="58262"/>
                </a:lnTo>
                <a:lnTo>
                  <a:pt x="705712" y="58892"/>
                </a:lnTo>
                <a:lnTo>
                  <a:pt x="705923" y="59539"/>
                </a:lnTo>
                <a:lnTo>
                  <a:pt x="706116" y="60203"/>
                </a:lnTo>
                <a:lnTo>
                  <a:pt x="706291" y="60884"/>
                </a:lnTo>
                <a:lnTo>
                  <a:pt x="706447" y="61582"/>
                </a:lnTo>
                <a:lnTo>
                  <a:pt x="706585" y="62297"/>
                </a:lnTo>
                <a:lnTo>
                  <a:pt x="706704" y="63029"/>
                </a:lnTo>
                <a:lnTo>
                  <a:pt x="706805" y="63778"/>
                </a:lnTo>
                <a:lnTo>
                  <a:pt x="706888" y="64544"/>
                </a:lnTo>
                <a:lnTo>
                  <a:pt x="706953" y="65327"/>
                </a:lnTo>
                <a:lnTo>
                  <a:pt x="706998" y="66127"/>
                </a:lnTo>
                <a:lnTo>
                  <a:pt x="707026" y="66944"/>
                </a:lnTo>
                <a:lnTo>
                  <a:pt x="707035" y="67778"/>
                </a:lnTo>
                <a:lnTo>
                  <a:pt x="707035" y="90848"/>
                </a:lnTo>
                <a:lnTo>
                  <a:pt x="707026" y="91682"/>
                </a:lnTo>
                <a:lnTo>
                  <a:pt x="706998" y="92499"/>
                </a:lnTo>
                <a:lnTo>
                  <a:pt x="706953" y="93299"/>
                </a:lnTo>
                <a:lnTo>
                  <a:pt x="706888" y="94082"/>
                </a:lnTo>
                <a:lnTo>
                  <a:pt x="706805" y="94848"/>
                </a:lnTo>
                <a:lnTo>
                  <a:pt x="706704" y="95597"/>
                </a:lnTo>
                <a:lnTo>
                  <a:pt x="706585" y="96329"/>
                </a:lnTo>
                <a:lnTo>
                  <a:pt x="706447" y="97044"/>
                </a:lnTo>
                <a:lnTo>
                  <a:pt x="706291" y="97742"/>
                </a:lnTo>
                <a:lnTo>
                  <a:pt x="706116" y="98423"/>
                </a:lnTo>
                <a:lnTo>
                  <a:pt x="705923" y="99087"/>
                </a:lnTo>
                <a:lnTo>
                  <a:pt x="705712" y="99734"/>
                </a:lnTo>
                <a:lnTo>
                  <a:pt x="705482" y="100365"/>
                </a:lnTo>
                <a:lnTo>
                  <a:pt x="705234" y="100978"/>
                </a:lnTo>
                <a:lnTo>
                  <a:pt x="704967" y="101574"/>
                </a:lnTo>
                <a:lnTo>
                  <a:pt x="704682" y="102153"/>
                </a:lnTo>
                <a:lnTo>
                  <a:pt x="704379" y="102715"/>
                </a:lnTo>
                <a:lnTo>
                  <a:pt x="704057" y="103260"/>
                </a:lnTo>
                <a:lnTo>
                  <a:pt x="703717" y="103788"/>
                </a:lnTo>
                <a:lnTo>
                  <a:pt x="703359" y="104299"/>
                </a:lnTo>
                <a:lnTo>
                  <a:pt x="702982" y="104793"/>
                </a:lnTo>
                <a:lnTo>
                  <a:pt x="702587" y="105270"/>
                </a:lnTo>
                <a:lnTo>
                  <a:pt x="702173" y="105730"/>
                </a:lnTo>
                <a:lnTo>
                  <a:pt x="701741" y="106173"/>
                </a:lnTo>
                <a:lnTo>
                  <a:pt x="701293" y="106599"/>
                </a:lnTo>
                <a:lnTo>
                  <a:pt x="700831" y="107006"/>
                </a:lnTo>
                <a:lnTo>
                  <a:pt x="700355" y="107395"/>
                </a:lnTo>
                <a:lnTo>
                  <a:pt x="699865" y="107766"/>
                </a:lnTo>
                <a:lnTo>
                  <a:pt x="699361" y="108119"/>
                </a:lnTo>
                <a:lnTo>
                  <a:pt x="698843" y="108454"/>
                </a:lnTo>
                <a:lnTo>
                  <a:pt x="698311" y="108770"/>
                </a:lnTo>
                <a:lnTo>
                  <a:pt x="697766" y="109069"/>
                </a:lnTo>
                <a:lnTo>
                  <a:pt x="697206" y="109349"/>
                </a:lnTo>
                <a:lnTo>
                  <a:pt x="696632" y="109612"/>
                </a:lnTo>
                <a:lnTo>
                  <a:pt x="696044" y="109856"/>
                </a:lnTo>
                <a:lnTo>
                  <a:pt x="695442" y="110082"/>
                </a:lnTo>
                <a:lnTo>
                  <a:pt x="694826" y="110291"/>
                </a:lnTo>
                <a:lnTo>
                  <a:pt x="694197" y="110481"/>
                </a:lnTo>
                <a:lnTo>
                  <a:pt x="693553" y="110652"/>
                </a:lnTo>
                <a:lnTo>
                  <a:pt x="692895" y="110806"/>
                </a:lnTo>
                <a:lnTo>
                  <a:pt x="692223" y="110942"/>
                </a:lnTo>
                <a:lnTo>
                  <a:pt x="691537" y="111060"/>
                </a:lnTo>
                <a:lnTo>
                  <a:pt x="690838" y="111159"/>
                </a:lnTo>
                <a:lnTo>
                  <a:pt x="690124" y="111241"/>
                </a:lnTo>
                <a:lnTo>
                  <a:pt x="689396" y="111304"/>
                </a:lnTo>
                <a:lnTo>
                  <a:pt x="688654" y="111349"/>
                </a:lnTo>
                <a:lnTo>
                  <a:pt x="687899" y="111376"/>
                </a:lnTo>
                <a:lnTo>
                  <a:pt x="687129" y="111385"/>
                </a:lnTo>
                <a:lnTo>
                  <a:pt x="686372" y="111376"/>
                </a:lnTo>
                <a:lnTo>
                  <a:pt x="685628" y="111349"/>
                </a:lnTo>
                <a:lnTo>
                  <a:pt x="684897" y="111304"/>
                </a:lnTo>
                <a:lnTo>
                  <a:pt x="684180" y="111241"/>
                </a:lnTo>
                <a:close/>
                <a:moveTo>
                  <a:pt x="40763" y="123992"/>
                </a:moveTo>
                <a:lnTo>
                  <a:pt x="41904" y="123838"/>
                </a:lnTo>
                <a:lnTo>
                  <a:pt x="43025" y="123656"/>
                </a:lnTo>
                <a:lnTo>
                  <a:pt x="44125" y="123446"/>
                </a:lnTo>
                <a:lnTo>
                  <a:pt x="45206" y="123208"/>
                </a:lnTo>
                <a:lnTo>
                  <a:pt x="46266" y="122942"/>
                </a:lnTo>
                <a:lnTo>
                  <a:pt x="47307" y="122649"/>
                </a:lnTo>
                <a:lnTo>
                  <a:pt x="48328" y="122327"/>
                </a:lnTo>
                <a:lnTo>
                  <a:pt x="49328" y="121977"/>
                </a:lnTo>
                <a:lnTo>
                  <a:pt x="50309" y="121600"/>
                </a:lnTo>
                <a:lnTo>
                  <a:pt x="51269" y="121194"/>
                </a:lnTo>
                <a:lnTo>
                  <a:pt x="52210" y="120760"/>
                </a:lnTo>
                <a:lnTo>
                  <a:pt x="53130" y="120299"/>
                </a:lnTo>
                <a:lnTo>
                  <a:pt x="54030" y="119809"/>
                </a:lnTo>
                <a:lnTo>
                  <a:pt x="54911" y="119292"/>
                </a:lnTo>
                <a:lnTo>
                  <a:pt x="55771" y="118746"/>
                </a:lnTo>
                <a:lnTo>
                  <a:pt x="56612" y="118173"/>
                </a:lnTo>
                <a:lnTo>
                  <a:pt x="57432" y="117571"/>
                </a:lnTo>
                <a:lnTo>
                  <a:pt x="58232" y="116942"/>
                </a:lnTo>
                <a:lnTo>
                  <a:pt x="59012" y="116284"/>
                </a:lnTo>
                <a:lnTo>
                  <a:pt x="59767" y="115603"/>
                </a:lnTo>
                <a:lnTo>
                  <a:pt x="60492" y="114901"/>
                </a:lnTo>
                <a:lnTo>
                  <a:pt x="61186" y="114179"/>
                </a:lnTo>
                <a:lnTo>
                  <a:pt x="61850" y="113436"/>
                </a:lnTo>
                <a:lnTo>
                  <a:pt x="62483" y="112673"/>
                </a:lnTo>
                <a:lnTo>
                  <a:pt x="63086" y="111890"/>
                </a:lnTo>
                <a:lnTo>
                  <a:pt x="63658" y="111087"/>
                </a:lnTo>
                <a:lnTo>
                  <a:pt x="64200" y="110263"/>
                </a:lnTo>
                <a:lnTo>
                  <a:pt x="64711" y="109419"/>
                </a:lnTo>
                <a:lnTo>
                  <a:pt x="65192" y="108555"/>
                </a:lnTo>
                <a:lnTo>
                  <a:pt x="65643" y="107671"/>
                </a:lnTo>
                <a:lnTo>
                  <a:pt x="66063" y="106766"/>
                </a:lnTo>
                <a:lnTo>
                  <a:pt x="66453" y="105841"/>
                </a:lnTo>
                <a:lnTo>
                  <a:pt x="66812" y="104895"/>
                </a:lnTo>
                <a:lnTo>
                  <a:pt x="67140" y="103929"/>
                </a:lnTo>
                <a:lnTo>
                  <a:pt x="67439" y="102943"/>
                </a:lnTo>
                <a:lnTo>
                  <a:pt x="67706" y="101937"/>
                </a:lnTo>
                <a:lnTo>
                  <a:pt x="67944" y="100910"/>
                </a:lnTo>
                <a:lnTo>
                  <a:pt x="68151" y="99863"/>
                </a:lnTo>
                <a:lnTo>
                  <a:pt x="68327" y="98796"/>
                </a:lnTo>
                <a:lnTo>
                  <a:pt x="68473" y="97708"/>
                </a:lnTo>
                <a:lnTo>
                  <a:pt x="68588" y="96601"/>
                </a:lnTo>
                <a:lnTo>
                  <a:pt x="68674" y="95472"/>
                </a:lnTo>
                <a:lnTo>
                  <a:pt x="68728" y="94324"/>
                </a:lnTo>
                <a:lnTo>
                  <a:pt x="54509" y="94324"/>
                </a:lnTo>
                <a:lnTo>
                  <a:pt x="54461" y="95002"/>
                </a:lnTo>
                <a:lnTo>
                  <a:pt x="54397" y="95668"/>
                </a:lnTo>
                <a:lnTo>
                  <a:pt x="54316" y="96321"/>
                </a:lnTo>
                <a:lnTo>
                  <a:pt x="54219" y="96961"/>
                </a:lnTo>
                <a:lnTo>
                  <a:pt x="54105" y="97589"/>
                </a:lnTo>
                <a:lnTo>
                  <a:pt x="53975" y="98204"/>
                </a:lnTo>
                <a:lnTo>
                  <a:pt x="53829" y="98806"/>
                </a:lnTo>
                <a:lnTo>
                  <a:pt x="53666" y="99396"/>
                </a:lnTo>
                <a:lnTo>
                  <a:pt x="53486" y="99974"/>
                </a:lnTo>
                <a:lnTo>
                  <a:pt x="53290" y="100538"/>
                </a:lnTo>
                <a:lnTo>
                  <a:pt x="53078" y="101090"/>
                </a:lnTo>
                <a:lnTo>
                  <a:pt x="52849" y="101630"/>
                </a:lnTo>
                <a:lnTo>
                  <a:pt x="52604" y="102157"/>
                </a:lnTo>
                <a:lnTo>
                  <a:pt x="52342" y="102671"/>
                </a:lnTo>
                <a:lnTo>
                  <a:pt x="52064" y="103173"/>
                </a:lnTo>
                <a:lnTo>
                  <a:pt x="51769" y="103662"/>
                </a:lnTo>
                <a:lnTo>
                  <a:pt x="51458" y="104138"/>
                </a:lnTo>
                <a:lnTo>
                  <a:pt x="51131" y="104602"/>
                </a:lnTo>
                <a:lnTo>
                  <a:pt x="50786" y="105054"/>
                </a:lnTo>
                <a:lnTo>
                  <a:pt x="50426" y="105492"/>
                </a:lnTo>
                <a:lnTo>
                  <a:pt x="50049" y="105918"/>
                </a:lnTo>
                <a:lnTo>
                  <a:pt x="49656" y="106332"/>
                </a:lnTo>
                <a:lnTo>
                  <a:pt x="49246" y="106732"/>
                </a:lnTo>
                <a:lnTo>
                  <a:pt x="48819" y="107121"/>
                </a:lnTo>
                <a:lnTo>
                  <a:pt x="48379" y="107494"/>
                </a:lnTo>
                <a:lnTo>
                  <a:pt x="47925" y="107852"/>
                </a:lnTo>
                <a:lnTo>
                  <a:pt x="47460" y="108194"/>
                </a:lnTo>
                <a:lnTo>
                  <a:pt x="46981" y="108520"/>
                </a:lnTo>
                <a:lnTo>
                  <a:pt x="46490" y="108830"/>
                </a:lnTo>
                <a:lnTo>
                  <a:pt x="45986" y="109125"/>
                </a:lnTo>
                <a:lnTo>
                  <a:pt x="45470" y="109403"/>
                </a:lnTo>
                <a:lnTo>
                  <a:pt x="44941" y="109665"/>
                </a:lnTo>
                <a:lnTo>
                  <a:pt x="44399" y="109912"/>
                </a:lnTo>
                <a:lnTo>
                  <a:pt x="43845" y="110143"/>
                </a:lnTo>
                <a:lnTo>
                  <a:pt x="43278" y="110357"/>
                </a:lnTo>
                <a:lnTo>
                  <a:pt x="42698" y="110556"/>
                </a:lnTo>
                <a:lnTo>
                  <a:pt x="42106" y="110739"/>
                </a:lnTo>
                <a:lnTo>
                  <a:pt x="41501" y="110906"/>
                </a:lnTo>
                <a:lnTo>
                  <a:pt x="40884" y="111057"/>
                </a:lnTo>
                <a:lnTo>
                  <a:pt x="40254" y="111192"/>
                </a:lnTo>
                <a:lnTo>
                  <a:pt x="39611" y="111312"/>
                </a:lnTo>
                <a:lnTo>
                  <a:pt x="38956" y="111415"/>
                </a:lnTo>
                <a:lnTo>
                  <a:pt x="38288" y="111502"/>
                </a:lnTo>
                <a:lnTo>
                  <a:pt x="37608" y="111574"/>
                </a:lnTo>
                <a:lnTo>
                  <a:pt x="36915" y="111630"/>
                </a:lnTo>
                <a:lnTo>
                  <a:pt x="36209" y="111669"/>
                </a:lnTo>
                <a:lnTo>
                  <a:pt x="35490" y="111693"/>
                </a:lnTo>
                <a:lnTo>
                  <a:pt x="34759" y="111701"/>
                </a:lnTo>
                <a:lnTo>
                  <a:pt x="33989" y="111692"/>
                </a:lnTo>
                <a:lnTo>
                  <a:pt x="33231" y="111664"/>
                </a:lnTo>
                <a:lnTo>
                  <a:pt x="32487" y="111617"/>
                </a:lnTo>
                <a:lnTo>
                  <a:pt x="31755" y="111552"/>
                </a:lnTo>
                <a:lnTo>
                  <a:pt x="31036" y="111468"/>
                </a:lnTo>
                <a:lnTo>
                  <a:pt x="30330" y="111366"/>
                </a:lnTo>
                <a:lnTo>
                  <a:pt x="29637" y="111244"/>
                </a:lnTo>
                <a:lnTo>
                  <a:pt x="28957" y="111104"/>
                </a:lnTo>
                <a:lnTo>
                  <a:pt x="28290" y="110946"/>
                </a:lnTo>
                <a:lnTo>
                  <a:pt x="27635" y="110769"/>
                </a:lnTo>
                <a:lnTo>
                  <a:pt x="26994" y="110573"/>
                </a:lnTo>
                <a:lnTo>
                  <a:pt x="26365" y="110358"/>
                </a:lnTo>
                <a:lnTo>
                  <a:pt x="25749" y="110125"/>
                </a:lnTo>
                <a:lnTo>
                  <a:pt x="25146" y="109874"/>
                </a:lnTo>
                <a:lnTo>
                  <a:pt x="24556" y="109603"/>
                </a:lnTo>
                <a:lnTo>
                  <a:pt x="23979" y="109314"/>
                </a:lnTo>
                <a:lnTo>
                  <a:pt x="23415" y="109006"/>
                </a:lnTo>
                <a:lnTo>
                  <a:pt x="22864" y="108680"/>
                </a:lnTo>
                <a:lnTo>
                  <a:pt x="22325" y="108335"/>
                </a:lnTo>
                <a:lnTo>
                  <a:pt x="21800" y="107971"/>
                </a:lnTo>
                <a:lnTo>
                  <a:pt x="21287" y="107589"/>
                </a:lnTo>
                <a:lnTo>
                  <a:pt x="20787" y="107188"/>
                </a:lnTo>
                <a:lnTo>
                  <a:pt x="20301" y="106768"/>
                </a:lnTo>
                <a:lnTo>
                  <a:pt x="19827" y="106330"/>
                </a:lnTo>
                <a:lnTo>
                  <a:pt x="19369" y="105875"/>
                </a:lnTo>
                <a:lnTo>
                  <a:pt x="18931" y="105404"/>
                </a:lnTo>
                <a:lnTo>
                  <a:pt x="18512" y="104918"/>
                </a:lnTo>
                <a:lnTo>
                  <a:pt x="18113" y="104417"/>
                </a:lnTo>
                <a:lnTo>
                  <a:pt x="17734" y="103900"/>
                </a:lnTo>
                <a:lnTo>
                  <a:pt x="17373" y="103368"/>
                </a:lnTo>
                <a:lnTo>
                  <a:pt x="17033" y="102820"/>
                </a:lnTo>
                <a:lnTo>
                  <a:pt x="16711" y="102257"/>
                </a:lnTo>
                <a:lnTo>
                  <a:pt x="16410" y="101679"/>
                </a:lnTo>
                <a:lnTo>
                  <a:pt x="16127" y="101086"/>
                </a:lnTo>
                <a:lnTo>
                  <a:pt x="15864" y="100477"/>
                </a:lnTo>
                <a:lnTo>
                  <a:pt x="15621" y="99853"/>
                </a:lnTo>
                <a:lnTo>
                  <a:pt x="15397" y="99213"/>
                </a:lnTo>
                <a:lnTo>
                  <a:pt x="15193" y="98558"/>
                </a:lnTo>
                <a:lnTo>
                  <a:pt x="15008" y="97888"/>
                </a:lnTo>
                <a:lnTo>
                  <a:pt x="14842" y="97202"/>
                </a:lnTo>
                <a:lnTo>
                  <a:pt x="14696" y="96501"/>
                </a:lnTo>
                <a:lnTo>
                  <a:pt x="14570" y="95784"/>
                </a:lnTo>
                <a:lnTo>
                  <a:pt x="14462" y="95053"/>
                </a:lnTo>
                <a:lnTo>
                  <a:pt x="14375" y="94306"/>
                </a:lnTo>
                <a:lnTo>
                  <a:pt x="14307" y="93543"/>
                </a:lnTo>
                <a:lnTo>
                  <a:pt x="14258" y="92765"/>
                </a:lnTo>
                <a:lnTo>
                  <a:pt x="14229" y="91972"/>
                </a:lnTo>
                <a:lnTo>
                  <a:pt x="14219" y="91163"/>
                </a:lnTo>
                <a:lnTo>
                  <a:pt x="14219" y="67306"/>
                </a:lnTo>
                <a:lnTo>
                  <a:pt x="14229" y="66497"/>
                </a:lnTo>
                <a:lnTo>
                  <a:pt x="14258" y="65704"/>
                </a:lnTo>
                <a:lnTo>
                  <a:pt x="14307" y="64927"/>
                </a:lnTo>
                <a:lnTo>
                  <a:pt x="14375" y="64166"/>
                </a:lnTo>
                <a:lnTo>
                  <a:pt x="14462" y="63420"/>
                </a:lnTo>
                <a:lnTo>
                  <a:pt x="14570" y="62690"/>
                </a:lnTo>
                <a:lnTo>
                  <a:pt x="14696" y="61975"/>
                </a:lnTo>
                <a:lnTo>
                  <a:pt x="14842" y="61276"/>
                </a:lnTo>
                <a:lnTo>
                  <a:pt x="15008" y="60593"/>
                </a:lnTo>
                <a:lnTo>
                  <a:pt x="15193" y="59925"/>
                </a:lnTo>
                <a:lnTo>
                  <a:pt x="15397" y="59273"/>
                </a:lnTo>
                <a:lnTo>
                  <a:pt x="15621" y="58636"/>
                </a:lnTo>
                <a:lnTo>
                  <a:pt x="15864" y="58016"/>
                </a:lnTo>
                <a:lnTo>
                  <a:pt x="16127" y="57410"/>
                </a:lnTo>
                <a:lnTo>
                  <a:pt x="16410" y="56821"/>
                </a:lnTo>
                <a:lnTo>
                  <a:pt x="16711" y="56247"/>
                </a:lnTo>
                <a:lnTo>
                  <a:pt x="17033" y="55689"/>
                </a:lnTo>
                <a:lnTo>
                  <a:pt x="17373" y="55146"/>
                </a:lnTo>
                <a:lnTo>
                  <a:pt x="17734" y="54619"/>
                </a:lnTo>
                <a:lnTo>
                  <a:pt x="18113" y="54108"/>
                </a:lnTo>
                <a:lnTo>
                  <a:pt x="18512" y="53612"/>
                </a:lnTo>
                <a:lnTo>
                  <a:pt x="18931" y="53132"/>
                </a:lnTo>
                <a:lnTo>
                  <a:pt x="19369" y="52668"/>
                </a:lnTo>
                <a:lnTo>
                  <a:pt x="19827" y="52219"/>
                </a:lnTo>
                <a:lnTo>
                  <a:pt x="20301" y="51787"/>
                </a:lnTo>
                <a:lnTo>
                  <a:pt x="20787" y="51373"/>
                </a:lnTo>
                <a:lnTo>
                  <a:pt x="21287" y="50978"/>
                </a:lnTo>
                <a:lnTo>
                  <a:pt x="21800" y="50601"/>
                </a:lnTo>
                <a:lnTo>
                  <a:pt x="22325" y="50243"/>
                </a:lnTo>
                <a:lnTo>
                  <a:pt x="22864" y="49902"/>
                </a:lnTo>
                <a:lnTo>
                  <a:pt x="23415" y="49581"/>
                </a:lnTo>
                <a:lnTo>
                  <a:pt x="23979" y="49277"/>
                </a:lnTo>
                <a:lnTo>
                  <a:pt x="24556" y="48993"/>
                </a:lnTo>
                <a:lnTo>
                  <a:pt x="25146" y="48726"/>
                </a:lnTo>
                <a:lnTo>
                  <a:pt x="25749" y="48478"/>
                </a:lnTo>
                <a:lnTo>
                  <a:pt x="26365" y="48248"/>
                </a:lnTo>
                <a:lnTo>
                  <a:pt x="26994" y="48037"/>
                </a:lnTo>
                <a:lnTo>
                  <a:pt x="27635" y="47844"/>
                </a:lnTo>
                <a:lnTo>
                  <a:pt x="28290" y="47669"/>
                </a:lnTo>
                <a:lnTo>
                  <a:pt x="28957" y="47513"/>
                </a:lnTo>
                <a:lnTo>
                  <a:pt x="29637" y="47375"/>
                </a:lnTo>
                <a:lnTo>
                  <a:pt x="30330" y="47255"/>
                </a:lnTo>
                <a:lnTo>
                  <a:pt x="31036" y="47154"/>
                </a:lnTo>
                <a:lnTo>
                  <a:pt x="31755" y="47072"/>
                </a:lnTo>
                <a:lnTo>
                  <a:pt x="32487" y="47007"/>
                </a:lnTo>
                <a:lnTo>
                  <a:pt x="33231" y="46961"/>
                </a:lnTo>
                <a:lnTo>
                  <a:pt x="33989" y="46934"/>
                </a:lnTo>
                <a:lnTo>
                  <a:pt x="34759" y="46925"/>
                </a:lnTo>
                <a:lnTo>
                  <a:pt x="35490" y="46932"/>
                </a:lnTo>
                <a:lnTo>
                  <a:pt x="36209" y="46956"/>
                </a:lnTo>
                <a:lnTo>
                  <a:pt x="36915" y="46995"/>
                </a:lnTo>
                <a:lnTo>
                  <a:pt x="37608" y="47050"/>
                </a:lnTo>
                <a:lnTo>
                  <a:pt x="38288" y="47120"/>
                </a:lnTo>
                <a:lnTo>
                  <a:pt x="38956" y="47206"/>
                </a:lnTo>
                <a:lnTo>
                  <a:pt x="39611" y="47308"/>
                </a:lnTo>
                <a:lnTo>
                  <a:pt x="40254" y="47425"/>
                </a:lnTo>
                <a:lnTo>
                  <a:pt x="40884" y="47558"/>
                </a:lnTo>
                <a:lnTo>
                  <a:pt x="41501" y="47706"/>
                </a:lnTo>
                <a:lnTo>
                  <a:pt x="42106" y="47871"/>
                </a:lnTo>
                <a:lnTo>
                  <a:pt x="42698" y="48050"/>
                </a:lnTo>
                <a:lnTo>
                  <a:pt x="43278" y="48246"/>
                </a:lnTo>
                <a:lnTo>
                  <a:pt x="43845" y="48457"/>
                </a:lnTo>
                <a:lnTo>
                  <a:pt x="44399" y="48684"/>
                </a:lnTo>
                <a:lnTo>
                  <a:pt x="44941" y="48926"/>
                </a:lnTo>
                <a:lnTo>
                  <a:pt x="45470" y="49184"/>
                </a:lnTo>
                <a:lnTo>
                  <a:pt x="45986" y="49458"/>
                </a:lnTo>
                <a:lnTo>
                  <a:pt x="46490" y="49747"/>
                </a:lnTo>
                <a:lnTo>
                  <a:pt x="46981" y="50052"/>
                </a:lnTo>
                <a:lnTo>
                  <a:pt x="47460" y="50372"/>
                </a:lnTo>
                <a:lnTo>
                  <a:pt x="47925" y="50709"/>
                </a:lnTo>
                <a:lnTo>
                  <a:pt x="48379" y="51060"/>
                </a:lnTo>
                <a:lnTo>
                  <a:pt x="48819" y="51428"/>
                </a:lnTo>
                <a:lnTo>
                  <a:pt x="49246" y="51810"/>
                </a:lnTo>
                <a:lnTo>
                  <a:pt x="49656" y="52205"/>
                </a:lnTo>
                <a:lnTo>
                  <a:pt x="50049" y="52614"/>
                </a:lnTo>
                <a:lnTo>
                  <a:pt x="50426" y="53036"/>
                </a:lnTo>
                <a:lnTo>
                  <a:pt x="50786" y="53472"/>
                </a:lnTo>
                <a:lnTo>
                  <a:pt x="51131" y="53921"/>
                </a:lnTo>
                <a:lnTo>
                  <a:pt x="51458" y="54383"/>
                </a:lnTo>
                <a:lnTo>
                  <a:pt x="51769" y="54859"/>
                </a:lnTo>
                <a:lnTo>
                  <a:pt x="52064" y="55349"/>
                </a:lnTo>
                <a:lnTo>
                  <a:pt x="52342" y="55851"/>
                </a:lnTo>
                <a:lnTo>
                  <a:pt x="52604" y="56368"/>
                </a:lnTo>
                <a:lnTo>
                  <a:pt x="52849" y="56898"/>
                </a:lnTo>
                <a:lnTo>
                  <a:pt x="53078" y="57441"/>
                </a:lnTo>
                <a:lnTo>
                  <a:pt x="53290" y="57997"/>
                </a:lnTo>
                <a:lnTo>
                  <a:pt x="53486" y="58568"/>
                </a:lnTo>
                <a:lnTo>
                  <a:pt x="53666" y="59151"/>
                </a:lnTo>
                <a:lnTo>
                  <a:pt x="53829" y="59748"/>
                </a:lnTo>
                <a:lnTo>
                  <a:pt x="53975" y="60359"/>
                </a:lnTo>
                <a:lnTo>
                  <a:pt x="54105" y="60983"/>
                </a:lnTo>
                <a:lnTo>
                  <a:pt x="54219" y="61620"/>
                </a:lnTo>
                <a:lnTo>
                  <a:pt x="54316" y="62271"/>
                </a:lnTo>
                <a:lnTo>
                  <a:pt x="54397" y="62935"/>
                </a:lnTo>
                <a:lnTo>
                  <a:pt x="54461" y="63613"/>
                </a:lnTo>
                <a:lnTo>
                  <a:pt x="54509" y="64304"/>
                </a:lnTo>
                <a:lnTo>
                  <a:pt x="68728" y="64304"/>
                </a:lnTo>
                <a:lnTo>
                  <a:pt x="68674" y="63156"/>
                </a:lnTo>
                <a:lnTo>
                  <a:pt x="68588" y="62028"/>
                </a:lnTo>
                <a:lnTo>
                  <a:pt x="68473" y="60920"/>
                </a:lnTo>
                <a:lnTo>
                  <a:pt x="68327" y="59832"/>
                </a:lnTo>
                <a:lnTo>
                  <a:pt x="68151" y="58765"/>
                </a:lnTo>
                <a:lnTo>
                  <a:pt x="67944" y="57718"/>
                </a:lnTo>
                <a:lnTo>
                  <a:pt x="67706" y="56691"/>
                </a:lnTo>
                <a:lnTo>
                  <a:pt x="67439" y="55685"/>
                </a:lnTo>
                <a:lnTo>
                  <a:pt x="67140" y="54699"/>
                </a:lnTo>
                <a:lnTo>
                  <a:pt x="66812" y="53733"/>
                </a:lnTo>
                <a:lnTo>
                  <a:pt x="66453" y="52788"/>
                </a:lnTo>
                <a:lnTo>
                  <a:pt x="66063" y="51863"/>
                </a:lnTo>
                <a:lnTo>
                  <a:pt x="65643" y="50958"/>
                </a:lnTo>
                <a:lnTo>
                  <a:pt x="65192" y="50073"/>
                </a:lnTo>
                <a:lnTo>
                  <a:pt x="64711" y="49209"/>
                </a:lnTo>
                <a:lnTo>
                  <a:pt x="64200" y="48365"/>
                </a:lnTo>
                <a:lnTo>
                  <a:pt x="63658" y="47541"/>
                </a:lnTo>
                <a:lnTo>
                  <a:pt x="63086" y="46738"/>
                </a:lnTo>
                <a:lnTo>
                  <a:pt x="62483" y="45955"/>
                </a:lnTo>
                <a:lnTo>
                  <a:pt x="61850" y="45192"/>
                </a:lnTo>
                <a:lnTo>
                  <a:pt x="61186" y="44450"/>
                </a:lnTo>
                <a:lnTo>
                  <a:pt x="60492" y="43727"/>
                </a:lnTo>
                <a:lnTo>
                  <a:pt x="59767" y="43025"/>
                </a:lnTo>
                <a:lnTo>
                  <a:pt x="59012" y="42344"/>
                </a:lnTo>
                <a:lnTo>
                  <a:pt x="58232" y="41686"/>
                </a:lnTo>
                <a:lnTo>
                  <a:pt x="57432" y="41057"/>
                </a:lnTo>
                <a:lnTo>
                  <a:pt x="56612" y="40455"/>
                </a:lnTo>
                <a:lnTo>
                  <a:pt x="55771" y="39881"/>
                </a:lnTo>
                <a:lnTo>
                  <a:pt x="54911" y="39336"/>
                </a:lnTo>
                <a:lnTo>
                  <a:pt x="54030" y="38818"/>
                </a:lnTo>
                <a:lnTo>
                  <a:pt x="53130" y="38328"/>
                </a:lnTo>
                <a:lnTo>
                  <a:pt x="52210" y="37866"/>
                </a:lnTo>
                <a:lnTo>
                  <a:pt x="51269" y="37433"/>
                </a:lnTo>
                <a:lnTo>
                  <a:pt x="50309" y="37027"/>
                </a:lnTo>
                <a:lnTo>
                  <a:pt x="49328" y="36649"/>
                </a:lnTo>
                <a:lnTo>
                  <a:pt x="48328" y="36299"/>
                </a:lnTo>
                <a:lnTo>
                  <a:pt x="47307" y="35978"/>
                </a:lnTo>
                <a:lnTo>
                  <a:pt x="46266" y="35684"/>
                </a:lnTo>
                <a:lnTo>
                  <a:pt x="45206" y="35418"/>
                </a:lnTo>
                <a:lnTo>
                  <a:pt x="44125" y="35180"/>
                </a:lnTo>
                <a:lnTo>
                  <a:pt x="43025" y="34970"/>
                </a:lnTo>
                <a:lnTo>
                  <a:pt x="41904" y="34788"/>
                </a:lnTo>
                <a:lnTo>
                  <a:pt x="40763" y="34634"/>
                </a:lnTo>
                <a:lnTo>
                  <a:pt x="39603" y="34508"/>
                </a:lnTo>
                <a:lnTo>
                  <a:pt x="38422" y="34410"/>
                </a:lnTo>
                <a:lnTo>
                  <a:pt x="37221" y="34340"/>
                </a:lnTo>
                <a:lnTo>
                  <a:pt x="36000" y="34298"/>
                </a:lnTo>
                <a:lnTo>
                  <a:pt x="34759" y="34284"/>
                </a:lnTo>
                <a:lnTo>
                  <a:pt x="33895" y="34291"/>
                </a:lnTo>
                <a:lnTo>
                  <a:pt x="33040" y="34312"/>
                </a:lnTo>
                <a:lnTo>
                  <a:pt x="32193" y="34346"/>
                </a:lnTo>
                <a:lnTo>
                  <a:pt x="31356" y="34394"/>
                </a:lnTo>
                <a:lnTo>
                  <a:pt x="30528" y="34456"/>
                </a:lnTo>
                <a:lnTo>
                  <a:pt x="29709" y="34531"/>
                </a:lnTo>
                <a:lnTo>
                  <a:pt x="28899" y="34621"/>
                </a:lnTo>
                <a:lnTo>
                  <a:pt x="28098" y="34724"/>
                </a:lnTo>
                <a:lnTo>
                  <a:pt x="27306" y="34840"/>
                </a:lnTo>
                <a:lnTo>
                  <a:pt x="26523" y="34970"/>
                </a:lnTo>
                <a:lnTo>
                  <a:pt x="25749" y="35115"/>
                </a:lnTo>
                <a:lnTo>
                  <a:pt x="24984" y="35272"/>
                </a:lnTo>
                <a:lnTo>
                  <a:pt x="24228" y="35444"/>
                </a:lnTo>
                <a:lnTo>
                  <a:pt x="23482" y="35629"/>
                </a:lnTo>
                <a:lnTo>
                  <a:pt x="22744" y="35828"/>
                </a:lnTo>
                <a:lnTo>
                  <a:pt x="22015" y="36041"/>
                </a:lnTo>
                <a:lnTo>
                  <a:pt x="21296" y="36267"/>
                </a:lnTo>
                <a:lnTo>
                  <a:pt x="20585" y="36507"/>
                </a:lnTo>
                <a:lnTo>
                  <a:pt x="19884" y="36761"/>
                </a:lnTo>
                <a:lnTo>
                  <a:pt x="19191" y="37028"/>
                </a:lnTo>
                <a:lnTo>
                  <a:pt x="18508" y="37310"/>
                </a:lnTo>
                <a:lnTo>
                  <a:pt x="17833" y="37605"/>
                </a:lnTo>
                <a:lnTo>
                  <a:pt x="17168" y="37913"/>
                </a:lnTo>
                <a:lnTo>
                  <a:pt x="16512" y="38236"/>
                </a:lnTo>
                <a:lnTo>
                  <a:pt x="15866" y="38571"/>
                </a:lnTo>
                <a:lnTo>
                  <a:pt x="15232" y="38918"/>
                </a:lnTo>
                <a:lnTo>
                  <a:pt x="14611" y="39277"/>
                </a:lnTo>
                <a:lnTo>
                  <a:pt x="14001" y="39649"/>
                </a:lnTo>
                <a:lnTo>
                  <a:pt x="13404" y="40032"/>
                </a:lnTo>
                <a:lnTo>
                  <a:pt x="12819" y="40428"/>
                </a:lnTo>
                <a:lnTo>
                  <a:pt x="12245" y="40835"/>
                </a:lnTo>
                <a:lnTo>
                  <a:pt x="11684" y="41255"/>
                </a:lnTo>
                <a:lnTo>
                  <a:pt x="11135" y="41686"/>
                </a:lnTo>
                <a:lnTo>
                  <a:pt x="10598" y="42130"/>
                </a:lnTo>
                <a:lnTo>
                  <a:pt x="10073" y="42586"/>
                </a:lnTo>
                <a:lnTo>
                  <a:pt x="9560" y="43054"/>
                </a:lnTo>
                <a:lnTo>
                  <a:pt x="9059" y="43534"/>
                </a:lnTo>
                <a:lnTo>
                  <a:pt x="8570" y="44026"/>
                </a:lnTo>
                <a:lnTo>
                  <a:pt x="8093" y="44530"/>
                </a:lnTo>
                <a:lnTo>
                  <a:pt x="7628" y="45046"/>
                </a:lnTo>
                <a:lnTo>
                  <a:pt x="7175" y="45574"/>
                </a:lnTo>
                <a:lnTo>
                  <a:pt x="6735" y="46115"/>
                </a:lnTo>
                <a:lnTo>
                  <a:pt x="6306" y="46667"/>
                </a:lnTo>
                <a:lnTo>
                  <a:pt x="5890" y="47232"/>
                </a:lnTo>
                <a:lnTo>
                  <a:pt x="5485" y="47808"/>
                </a:lnTo>
                <a:lnTo>
                  <a:pt x="5093" y="48397"/>
                </a:lnTo>
                <a:lnTo>
                  <a:pt x="4713" y="48997"/>
                </a:lnTo>
                <a:lnTo>
                  <a:pt x="4344" y="49610"/>
                </a:lnTo>
                <a:lnTo>
                  <a:pt x="3990" y="50234"/>
                </a:lnTo>
                <a:lnTo>
                  <a:pt x="3650" y="50869"/>
                </a:lnTo>
                <a:lnTo>
                  <a:pt x="3326" y="51513"/>
                </a:lnTo>
                <a:lnTo>
                  <a:pt x="3017" y="52169"/>
                </a:lnTo>
                <a:lnTo>
                  <a:pt x="2723" y="52834"/>
                </a:lnTo>
                <a:lnTo>
                  <a:pt x="2444" y="53510"/>
                </a:lnTo>
                <a:lnTo>
                  <a:pt x="2180" y="54197"/>
                </a:lnTo>
                <a:lnTo>
                  <a:pt x="1931" y="54894"/>
                </a:lnTo>
                <a:lnTo>
                  <a:pt x="1697" y="55601"/>
                </a:lnTo>
                <a:lnTo>
                  <a:pt x="1478" y="56319"/>
                </a:lnTo>
                <a:lnTo>
                  <a:pt x="1275" y="57047"/>
                </a:lnTo>
                <a:lnTo>
                  <a:pt x="1086" y="57786"/>
                </a:lnTo>
                <a:lnTo>
                  <a:pt x="913" y="58535"/>
                </a:lnTo>
                <a:lnTo>
                  <a:pt x="754" y="59294"/>
                </a:lnTo>
                <a:lnTo>
                  <a:pt x="611" y="60064"/>
                </a:lnTo>
                <a:lnTo>
                  <a:pt x="483" y="60845"/>
                </a:lnTo>
                <a:lnTo>
                  <a:pt x="370" y="61635"/>
                </a:lnTo>
                <a:lnTo>
                  <a:pt x="272" y="62437"/>
                </a:lnTo>
                <a:lnTo>
                  <a:pt x="189" y="63248"/>
                </a:lnTo>
                <a:lnTo>
                  <a:pt x="121" y="64070"/>
                </a:lnTo>
                <a:lnTo>
                  <a:pt x="68" y="64903"/>
                </a:lnTo>
                <a:lnTo>
                  <a:pt x="30" y="65745"/>
                </a:lnTo>
                <a:lnTo>
                  <a:pt x="8" y="66599"/>
                </a:lnTo>
                <a:lnTo>
                  <a:pt x="0" y="67462"/>
                </a:lnTo>
                <a:lnTo>
                  <a:pt x="0" y="91163"/>
                </a:lnTo>
                <a:lnTo>
                  <a:pt x="8" y="92014"/>
                </a:lnTo>
                <a:lnTo>
                  <a:pt x="30" y="92856"/>
                </a:lnTo>
                <a:lnTo>
                  <a:pt x="68" y="93688"/>
                </a:lnTo>
                <a:lnTo>
                  <a:pt x="121" y="94510"/>
                </a:lnTo>
                <a:lnTo>
                  <a:pt x="189" y="95323"/>
                </a:lnTo>
                <a:lnTo>
                  <a:pt x="272" y="96126"/>
                </a:lnTo>
                <a:lnTo>
                  <a:pt x="370" y="96919"/>
                </a:lnTo>
                <a:lnTo>
                  <a:pt x="483" y="97703"/>
                </a:lnTo>
                <a:lnTo>
                  <a:pt x="611" y="98477"/>
                </a:lnTo>
                <a:lnTo>
                  <a:pt x="754" y="99242"/>
                </a:lnTo>
                <a:lnTo>
                  <a:pt x="913" y="99997"/>
                </a:lnTo>
                <a:lnTo>
                  <a:pt x="1086" y="100742"/>
                </a:lnTo>
                <a:lnTo>
                  <a:pt x="1275" y="101478"/>
                </a:lnTo>
                <a:lnTo>
                  <a:pt x="1478" y="102204"/>
                </a:lnTo>
                <a:lnTo>
                  <a:pt x="1697" y="102921"/>
                </a:lnTo>
                <a:lnTo>
                  <a:pt x="1931" y="103628"/>
                </a:lnTo>
                <a:lnTo>
                  <a:pt x="2180" y="104325"/>
                </a:lnTo>
                <a:lnTo>
                  <a:pt x="2444" y="105013"/>
                </a:lnTo>
                <a:lnTo>
                  <a:pt x="2723" y="105691"/>
                </a:lnTo>
                <a:lnTo>
                  <a:pt x="3017" y="106360"/>
                </a:lnTo>
                <a:lnTo>
                  <a:pt x="3326" y="107019"/>
                </a:lnTo>
                <a:lnTo>
                  <a:pt x="3650" y="107668"/>
                </a:lnTo>
                <a:lnTo>
                  <a:pt x="3990" y="108308"/>
                </a:lnTo>
                <a:lnTo>
                  <a:pt x="4344" y="108938"/>
                </a:lnTo>
                <a:lnTo>
                  <a:pt x="4713" y="109558"/>
                </a:lnTo>
                <a:lnTo>
                  <a:pt x="5093" y="110165"/>
                </a:lnTo>
                <a:lnTo>
                  <a:pt x="5485" y="110759"/>
                </a:lnTo>
                <a:lnTo>
                  <a:pt x="5890" y="111341"/>
                </a:lnTo>
                <a:lnTo>
                  <a:pt x="6306" y="111911"/>
                </a:lnTo>
                <a:lnTo>
                  <a:pt x="6735" y="112469"/>
                </a:lnTo>
                <a:lnTo>
                  <a:pt x="7175" y="113014"/>
                </a:lnTo>
                <a:lnTo>
                  <a:pt x="7628" y="113547"/>
                </a:lnTo>
                <a:lnTo>
                  <a:pt x="8093" y="114067"/>
                </a:lnTo>
                <a:lnTo>
                  <a:pt x="8570" y="114575"/>
                </a:lnTo>
                <a:lnTo>
                  <a:pt x="9059" y="115071"/>
                </a:lnTo>
                <a:lnTo>
                  <a:pt x="9560" y="115554"/>
                </a:lnTo>
                <a:lnTo>
                  <a:pt x="10073" y="116025"/>
                </a:lnTo>
                <a:lnTo>
                  <a:pt x="10598" y="116484"/>
                </a:lnTo>
                <a:lnTo>
                  <a:pt x="11135" y="116931"/>
                </a:lnTo>
                <a:lnTo>
                  <a:pt x="11684" y="117365"/>
                </a:lnTo>
                <a:lnTo>
                  <a:pt x="12245" y="117786"/>
                </a:lnTo>
                <a:lnTo>
                  <a:pt x="12819" y="118196"/>
                </a:lnTo>
                <a:lnTo>
                  <a:pt x="13404" y="118593"/>
                </a:lnTo>
                <a:lnTo>
                  <a:pt x="14001" y="118977"/>
                </a:lnTo>
                <a:lnTo>
                  <a:pt x="14611" y="119350"/>
                </a:lnTo>
                <a:lnTo>
                  <a:pt x="15232" y="119709"/>
                </a:lnTo>
                <a:lnTo>
                  <a:pt x="15866" y="120057"/>
                </a:lnTo>
                <a:lnTo>
                  <a:pt x="16512" y="120392"/>
                </a:lnTo>
                <a:lnTo>
                  <a:pt x="17168" y="120715"/>
                </a:lnTo>
                <a:lnTo>
                  <a:pt x="17833" y="121023"/>
                </a:lnTo>
                <a:lnTo>
                  <a:pt x="18508" y="121318"/>
                </a:lnTo>
                <a:lnTo>
                  <a:pt x="19191" y="121599"/>
                </a:lnTo>
                <a:lnTo>
                  <a:pt x="19884" y="121866"/>
                </a:lnTo>
                <a:lnTo>
                  <a:pt x="20585" y="122120"/>
                </a:lnTo>
                <a:lnTo>
                  <a:pt x="21296" y="122360"/>
                </a:lnTo>
                <a:lnTo>
                  <a:pt x="22015" y="122586"/>
                </a:lnTo>
                <a:lnTo>
                  <a:pt x="22744" y="122799"/>
                </a:lnTo>
                <a:lnTo>
                  <a:pt x="23482" y="122998"/>
                </a:lnTo>
                <a:lnTo>
                  <a:pt x="24228" y="123183"/>
                </a:lnTo>
                <a:lnTo>
                  <a:pt x="24984" y="123354"/>
                </a:lnTo>
                <a:lnTo>
                  <a:pt x="25749" y="123512"/>
                </a:lnTo>
                <a:lnTo>
                  <a:pt x="26523" y="123656"/>
                </a:lnTo>
                <a:lnTo>
                  <a:pt x="27306" y="123786"/>
                </a:lnTo>
                <a:lnTo>
                  <a:pt x="28098" y="123903"/>
                </a:lnTo>
                <a:lnTo>
                  <a:pt x="28899" y="124005"/>
                </a:lnTo>
                <a:lnTo>
                  <a:pt x="29709" y="124094"/>
                </a:lnTo>
                <a:lnTo>
                  <a:pt x="30528" y="124170"/>
                </a:lnTo>
                <a:lnTo>
                  <a:pt x="31356" y="124232"/>
                </a:lnTo>
                <a:lnTo>
                  <a:pt x="32193" y="124280"/>
                </a:lnTo>
                <a:lnTo>
                  <a:pt x="33040" y="124314"/>
                </a:lnTo>
                <a:lnTo>
                  <a:pt x="33895" y="124334"/>
                </a:lnTo>
                <a:lnTo>
                  <a:pt x="34759" y="124341"/>
                </a:lnTo>
                <a:lnTo>
                  <a:pt x="36000" y="124327"/>
                </a:lnTo>
                <a:lnTo>
                  <a:pt x="37221" y="124285"/>
                </a:lnTo>
                <a:lnTo>
                  <a:pt x="38422" y="124215"/>
                </a:lnTo>
                <a:lnTo>
                  <a:pt x="39603" y="124117"/>
                </a:lnTo>
                <a:lnTo>
                  <a:pt x="40763" y="123992"/>
                </a:lnTo>
                <a:close/>
                <a:moveTo>
                  <a:pt x="408615" y="124204"/>
                </a:moveTo>
                <a:lnTo>
                  <a:pt x="409094" y="124144"/>
                </a:lnTo>
                <a:lnTo>
                  <a:pt x="409563" y="124073"/>
                </a:lnTo>
                <a:lnTo>
                  <a:pt x="410020" y="123990"/>
                </a:lnTo>
                <a:lnTo>
                  <a:pt x="410467" y="123897"/>
                </a:lnTo>
                <a:lnTo>
                  <a:pt x="410902" y="123793"/>
                </a:lnTo>
                <a:lnTo>
                  <a:pt x="411327" y="123678"/>
                </a:lnTo>
                <a:lnTo>
                  <a:pt x="411740" y="123552"/>
                </a:lnTo>
                <a:lnTo>
                  <a:pt x="412143" y="123415"/>
                </a:lnTo>
                <a:lnTo>
                  <a:pt x="412535" y="123267"/>
                </a:lnTo>
                <a:lnTo>
                  <a:pt x="412915" y="123108"/>
                </a:lnTo>
                <a:lnTo>
                  <a:pt x="413285" y="122938"/>
                </a:lnTo>
                <a:lnTo>
                  <a:pt x="413644" y="122757"/>
                </a:lnTo>
                <a:lnTo>
                  <a:pt x="413992" y="122565"/>
                </a:lnTo>
                <a:lnTo>
                  <a:pt x="414329" y="122362"/>
                </a:lnTo>
                <a:lnTo>
                  <a:pt x="414654" y="122148"/>
                </a:lnTo>
                <a:lnTo>
                  <a:pt x="414969" y="121923"/>
                </a:lnTo>
                <a:lnTo>
                  <a:pt x="415273" y="121688"/>
                </a:lnTo>
                <a:lnTo>
                  <a:pt x="415566" y="121441"/>
                </a:lnTo>
                <a:lnTo>
                  <a:pt x="415848" y="121183"/>
                </a:lnTo>
                <a:lnTo>
                  <a:pt x="416119" y="120916"/>
                </a:lnTo>
                <a:lnTo>
                  <a:pt x="416378" y="120641"/>
                </a:lnTo>
                <a:lnTo>
                  <a:pt x="416625" y="120358"/>
                </a:lnTo>
                <a:lnTo>
                  <a:pt x="416862" y="120068"/>
                </a:lnTo>
                <a:lnTo>
                  <a:pt x="417086" y="119770"/>
                </a:lnTo>
                <a:lnTo>
                  <a:pt x="417299" y="119465"/>
                </a:lnTo>
                <a:lnTo>
                  <a:pt x="417501" y="119151"/>
                </a:lnTo>
                <a:lnTo>
                  <a:pt x="417691" y="118830"/>
                </a:lnTo>
                <a:lnTo>
                  <a:pt x="417869" y="118502"/>
                </a:lnTo>
                <a:lnTo>
                  <a:pt x="418036" y="118165"/>
                </a:lnTo>
                <a:lnTo>
                  <a:pt x="418192" y="117821"/>
                </a:lnTo>
                <a:lnTo>
                  <a:pt x="418336" y="117470"/>
                </a:lnTo>
                <a:lnTo>
                  <a:pt x="418468" y="117110"/>
                </a:lnTo>
                <a:lnTo>
                  <a:pt x="418589" y="116743"/>
                </a:lnTo>
                <a:lnTo>
                  <a:pt x="418699" y="116369"/>
                </a:lnTo>
                <a:lnTo>
                  <a:pt x="418797" y="115986"/>
                </a:lnTo>
                <a:lnTo>
                  <a:pt x="418883" y="115596"/>
                </a:lnTo>
                <a:lnTo>
                  <a:pt x="418958" y="115199"/>
                </a:lnTo>
                <a:lnTo>
                  <a:pt x="419021" y="114793"/>
                </a:lnTo>
                <a:lnTo>
                  <a:pt x="419073" y="114380"/>
                </a:lnTo>
                <a:lnTo>
                  <a:pt x="419113" y="113959"/>
                </a:lnTo>
                <a:lnTo>
                  <a:pt x="419142" y="113531"/>
                </a:lnTo>
                <a:lnTo>
                  <a:pt x="419159" y="113095"/>
                </a:lnTo>
                <a:lnTo>
                  <a:pt x="419165" y="112651"/>
                </a:lnTo>
                <a:lnTo>
                  <a:pt x="419159" y="112207"/>
                </a:lnTo>
                <a:lnTo>
                  <a:pt x="419142" y="111771"/>
                </a:lnTo>
                <a:lnTo>
                  <a:pt x="419113" y="111342"/>
                </a:lnTo>
                <a:lnTo>
                  <a:pt x="419073" y="110921"/>
                </a:lnTo>
                <a:lnTo>
                  <a:pt x="419021" y="110508"/>
                </a:lnTo>
                <a:lnTo>
                  <a:pt x="418958" y="110103"/>
                </a:lnTo>
                <a:lnTo>
                  <a:pt x="418883" y="109705"/>
                </a:lnTo>
                <a:lnTo>
                  <a:pt x="418797" y="109315"/>
                </a:lnTo>
                <a:lnTo>
                  <a:pt x="418699" y="108932"/>
                </a:lnTo>
                <a:lnTo>
                  <a:pt x="418589" y="108558"/>
                </a:lnTo>
                <a:lnTo>
                  <a:pt x="418468" y="108191"/>
                </a:lnTo>
                <a:lnTo>
                  <a:pt x="418336" y="107831"/>
                </a:lnTo>
                <a:lnTo>
                  <a:pt x="418192" y="107480"/>
                </a:lnTo>
                <a:lnTo>
                  <a:pt x="418036" y="107136"/>
                </a:lnTo>
                <a:lnTo>
                  <a:pt x="417869" y="106799"/>
                </a:lnTo>
                <a:lnTo>
                  <a:pt x="417691" y="106471"/>
                </a:lnTo>
                <a:lnTo>
                  <a:pt x="417501" y="106150"/>
                </a:lnTo>
                <a:lnTo>
                  <a:pt x="417299" y="105837"/>
                </a:lnTo>
                <a:lnTo>
                  <a:pt x="417086" y="105531"/>
                </a:lnTo>
                <a:lnTo>
                  <a:pt x="416862" y="105233"/>
                </a:lnTo>
                <a:lnTo>
                  <a:pt x="416625" y="104943"/>
                </a:lnTo>
                <a:lnTo>
                  <a:pt x="416378" y="104661"/>
                </a:lnTo>
                <a:lnTo>
                  <a:pt x="416119" y="104386"/>
                </a:lnTo>
                <a:lnTo>
                  <a:pt x="415848" y="104119"/>
                </a:lnTo>
                <a:lnTo>
                  <a:pt x="415566" y="103861"/>
                </a:lnTo>
                <a:lnTo>
                  <a:pt x="415273" y="103614"/>
                </a:lnTo>
                <a:lnTo>
                  <a:pt x="414969" y="103378"/>
                </a:lnTo>
                <a:lnTo>
                  <a:pt x="414654" y="103153"/>
                </a:lnTo>
                <a:lnTo>
                  <a:pt x="414329" y="102939"/>
                </a:lnTo>
                <a:lnTo>
                  <a:pt x="413992" y="102736"/>
                </a:lnTo>
                <a:lnTo>
                  <a:pt x="413644" y="102544"/>
                </a:lnTo>
                <a:lnTo>
                  <a:pt x="413285" y="102363"/>
                </a:lnTo>
                <a:lnTo>
                  <a:pt x="412915" y="102193"/>
                </a:lnTo>
                <a:lnTo>
                  <a:pt x="412535" y="102034"/>
                </a:lnTo>
                <a:lnTo>
                  <a:pt x="412143" y="101886"/>
                </a:lnTo>
                <a:lnTo>
                  <a:pt x="411740" y="101749"/>
                </a:lnTo>
                <a:lnTo>
                  <a:pt x="411327" y="101623"/>
                </a:lnTo>
                <a:lnTo>
                  <a:pt x="410902" y="101507"/>
                </a:lnTo>
                <a:lnTo>
                  <a:pt x="410467" y="101403"/>
                </a:lnTo>
                <a:lnTo>
                  <a:pt x="410020" y="101310"/>
                </a:lnTo>
                <a:lnTo>
                  <a:pt x="409563" y="101227"/>
                </a:lnTo>
                <a:lnTo>
                  <a:pt x="409094" y="101156"/>
                </a:lnTo>
                <a:lnTo>
                  <a:pt x="408615" y="101096"/>
                </a:lnTo>
                <a:lnTo>
                  <a:pt x="408124" y="101046"/>
                </a:lnTo>
                <a:lnTo>
                  <a:pt x="407623" y="101008"/>
                </a:lnTo>
                <a:lnTo>
                  <a:pt x="407110" y="100981"/>
                </a:lnTo>
                <a:lnTo>
                  <a:pt x="406587" y="100964"/>
                </a:lnTo>
                <a:lnTo>
                  <a:pt x="406053" y="100959"/>
                </a:lnTo>
                <a:lnTo>
                  <a:pt x="405518" y="100964"/>
                </a:lnTo>
                <a:lnTo>
                  <a:pt x="404995" y="100981"/>
                </a:lnTo>
                <a:lnTo>
                  <a:pt x="404483" y="101008"/>
                </a:lnTo>
                <a:lnTo>
                  <a:pt x="403981" y="101046"/>
                </a:lnTo>
                <a:lnTo>
                  <a:pt x="403491" y="101096"/>
                </a:lnTo>
                <a:lnTo>
                  <a:pt x="403011" y="101156"/>
                </a:lnTo>
                <a:lnTo>
                  <a:pt x="402543" y="101227"/>
                </a:lnTo>
                <a:lnTo>
                  <a:pt x="402085" y="101310"/>
                </a:lnTo>
                <a:lnTo>
                  <a:pt x="401638" y="101403"/>
                </a:lnTo>
                <a:lnTo>
                  <a:pt x="401203" y="101507"/>
                </a:lnTo>
                <a:lnTo>
                  <a:pt x="400778" y="101623"/>
                </a:lnTo>
                <a:lnTo>
                  <a:pt x="400364" y="101749"/>
                </a:lnTo>
                <a:lnTo>
                  <a:pt x="399962" y="101886"/>
                </a:lnTo>
                <a:lnTo>
                  <a:pt x="399570" y="102034"/>
                </a:lnTo>
                <a:lnTo>
                  <a:pt x="399189" y="102193"/>
                </a:lnTo>
                <a:lnTo>
                  <a:pt x="398819" y="102363"/>
                </a:lnTo>
                <a:lnTo>
                  <a:pt x="398460" y="102544"/>
                </a:lnTo>
                <a:lnTo>
                  <a:pt x="398112" y="102736"/>
                </a:lnTo>
                <a:lnTo>
                  <a:pt x="397775" y="102939"/>
                </a:lnTo>
                <a:lnTo>
                  <a:pt x="397449" y="103153"/>
                </a:lnTo>
                <a:lnTo>
                  <a:pt x="397134" y="103378"/>
                </a:lnTo>
                <a:lnTo>
                  <a:pt x="396830" y="103614"/>
                </a:lnTo>
                <a:lnTo>
                  <a:pt x="396537" y="103861"/>
                </a:lnTo>
                <a:lnTo>
                  <a:pt x="396255" y="104119"/>
                </a:lnTo>
                <a:lnTo>
                  <a:pt x="395984" y="104386"/>
                </a:lnTo>
                <a:lnTo>
                  <a:pt x="395725" y="104661"/>
                </a:lnTo>
                <a:lnTo>
                  <a:pt x="395478" y="104943"/>
                </a:lnTo>
                <a:lnTo>
                  <a:pt x="395241" y="105233"/>
                </a:lnTo>
                <a:lnTo>
                  <a:pt x="395017" y="105531"/>
                </a:lnTo>
                <a:lnTo>
                  <a:pt x="394804" y="105837"/>
                </a:lnTo>
                <a:lnTo>
                  <a:pt x="394602" y="106150"/>
                </a:lnTo>
                <a:lnTo>
                  <a:pt x="394412" y="106471"/>
                </a:lnTo>
                <a:lnTo>
                  <a:pt x="394234" y="106799"/>
                </a:lnTo>
                <a:lnTo>
                  <a:pt x="394067" y="107136"/>
                </a:lnTo>
                <a:lnTo>
                  <a:pt x="393911" y="107480"/>
                </a:lnTo>
                <a:lnTo>
                  <a:pt x="393767" y="107831"/>
                </a:lnTo>
                <a:lnTo>
                  <a:pt x="393635" y="108191"/>
                </a:lnTo>
                <a:lnTo>
                  <a:pt x="393514" y="108558"/>
                </a:lnTo>
                <a:lnTo>
                  <a:pt x="393404" y="108932"/>
                </a:lnTo>
                <a:lnTo>
                  <a:pt x="393306" y="109315"/>
                </a:lnTo>
                <a:lnTo>
                  <a:pt x="393220" y="109705"/>
                </a:lnTo>
                <a:lnTo>
                  <a:pt x="393145" y="110103"/>
                </a:lnTo>
                <a:lnTo>
                  <a:pt x="393082" y="110508"/>
                </a:lnTo>
                <a:lnTo>
                  <a:pt x="393030" y="110921"/>
                </a:lnTo>
                <a:lnTo>
                  <a:pt x="392990" y="111342"/>
                </a:lnTo>
                <a:lnTo>
                  <a:pt x="392961" y="111771"/>
                </a:lnTo>
                <a:lnTo>
                  <a:pt x="392944" y="112207"/>
                </a:lnTo>
                <a:lnTo>
                  <a:pt x="392938" y="112651"/>
                </a:lnTo>
                <a:lnTo>
                  <a:pt x="392944" y="113095"/>
                </a:lnTo>
                <a:lnTo>
                  <a:pt x="392961" y="113531"/>
                </a:lnTo>
                <a:lnTo>
                  <a:pt x="392990" y="113959"/>
                </a:lnTo>
                <a:lnTo>
                  <a:pt x="393030" y="114380"/>
                </a:lnTo>
                <a:lnTo>
                  <a:pt x="393082" y="114793"/>
                </a:lnTo>
                <a:lnTo>
                  <a:pt x="393145" y="115199"/>
                </a:lnTo>
                <a:lnTo>
                  <a:pt x="393220" y="115596"/>
                </a:lnTo>
                <a:lnTo>
                  <a:pt x="393306" y="115986"/>
                </a:lnTo>
                <a:lnTo>
                  <a:pt x="393404" y="116369"/>
                </a:lnTo>
                <a:lnTo>
                  <a:pt x="393514" y="116743"/>
                </a:lnTo>
                <a:lnTo>
                  <a:pt x="393635" y="117110"/>
                </a:lnTo>
                <a:lnTo>
                  <a:pt x="393767" y="117470"/>
                </a:lnTo>
                <a:lnTo>
                  <a:pt x="393911" y="117821"/>
                </a:lnTo>
                <a:lnTo>
                  <a:pt x="394067" y="118165"/>
                </a:lnTo>
                <a:lnTo>
                  <a:pt x="394234" y="118502"/>
                </a:lnTo>
                <a:lnTo>
                  <a:pt x="394412" y="118830"/>
                </a:lnTo>
                <a:lnTo>
                  <a:pt x="394602" y="119151"/>
                </a:lnTo>
                <a:lnTo>
                  <a:pt x="394804" y="119465"/>
                </a:lnTo>
                <a:lnTo>
                  <a:pt x="395017" y="119770"/>
                </a:lnTo>
                <a:lnTo>
                  <a:pt x="395241" y="120068"/>
                </a:lnTo>
                <a:lnTo>
                  <a:pt x="395478" y="120358"/>
                </a:lnTo>
                <a:lnTo>
                  <a:pt x="395725" y="120641"/>
                </a:lnTo>
                <a:lnTo>
                  <a:pt x="395984" y="120916"/>
                </a:lnTo>
                <a:lnTo>
                  <a:pt x="396255" y="121183"/>
                </a:lnTo>
                <a:lnTo>
                  <a:pt x="396537" y="121441"/>
                </a:lnTo>
                <a:lnTo>
                  <a:pt x="396830" y="121688"/>
                </a:lnTo>
                <a:lnTo>
                  <a:pt x="397134" y="121923"/>
                </a:lnTo>
                <a:lnTo>
                  <a:pt x="397449" y="122148"/>
                </a:lnTo>
                <a:lnTo>
                  <a:pt x="397775" y="122362"/>
                </a:lnTo>
                <a:lnTo>
                  <a:pt x="398112" y="122565"/>
                </a:lnTo>
                <a:lnTo>
                  <a:pt x="398460" y="122757"/>
                </a:lnTo>
                <a:lnTo>
                  <a:pt x="398819" y="122938"/>
                </a:lnTo>
                <a:lnTo>
                  <a:pt x="399189" y="123108"/>
                </a:lnTo>
                <a:lnTo>
                  <a:pt x="399570" y="123267"/>
                </a:lnTo>
                <a:lnTo>
                  <a:pt x="399962" y="123415"/>
                </a:lnTo>
                <a:lnTo>
                  <a:pt x="400364" y="123552"/>
                </a:lnTo>
                <a:lnTo>
                  <a:pt x="400778" y="123678"/>
                </a:lnTo>
                <a:lnTo>
                  <a:pt x="401203" y="123793"/>
                </a:lnTo>
                <a:lnTo>
                  <a:pt x="401638" y="123897"/>
                </a:lnTo>
                <a:lnTo>
                  <a:pt x="402085" y="123990"/>
                </a:lnTo>
                <a:lnTo>
                  <a:pt x="402543" y="124073"/>
                </a:lnTo>
                <a:lnTo>
                  <a:pt x="403011" y="124144"/>
                </a:lnTo>
                <a:lnTo>
                  <a:pt x="403491" y="124204"/>
                </a:lnTo>
                <a:lnTo>
                  <a:pt x="403981" y="124254"/>
                </a:lnTo>
                <a:lnTo>
                  <a:pt x="404483" y="124292"/>
                </a:lnTo>
                <a:lnTo>
                  <a:pt x="404995" y="124319"/>
                </a:lnTo>
                <a:lnTo>
                  <a:pt x="405518" y="124336"/>
                </a:lnTo>
                <a:lnTo>
                  <a:pt x="406053" y="124341"/>
                </a:lnTo>
                <a:lnTo>
                  <a:pt x="406587" y="124336"/>
                </a:lnTo>
                <a:lnTo>
                  <a:pt x="407110" y="124319"/>
                </a:lnTo>
                <a:lnTo>
                  <a:pt x="407623" y="124292"/>
                </a:lnTo>
                <a:lnTo>
                  <a:pt x="408124" y="124254"/>
                </a:lnTo>
                <a:lnTo>
                  <a:pt x="408615" y="124204"/>
                </a:lnTo>
                <a:close/>
                <a:moveTo>
                  <a:pt x="1249536" y="20147"/>
                </a:moveTo>
                <a:lnTo>
                  <a:pt x="1249936" y="20106"/>
                </a:lnTo>
                <a:lnTo>
                  <a:pt x="1250328" y="20054"/>
                </a:lnTo>
                <a:lnTo>
                  <a:pt x="1250713" y="19994"/>
                </a:lnTo>
                <a:lnTo>
                  <a:pt x="1251090" y="19924"/>
                </a:lnTo>
                <a:lnTo>
                  <a:pt x="1251459" y="19844"/>
                </a:lnTo>
                <a:lnTo>
                  <a:pt x="1251821" y="19756"/>
                </a:lnTo>
                <a:lnTo>
                  <a:pt x="1252175" y="19658"/>
                </a:lnTo>
                <a:lnTo>
                  <a:pt x="1252521" y="19551"/>
                </a:lnTo>
                <a:lnTo>
                  <a:pt x="1252859" y="19434"/>
                </a:lnTo>
                <a:lnTo>
                  <a:pt x="1253190" y="19308"/>
                </a:lnTo>
                <a:lnTo>
                  <a:pt x="1253513" y="19173"/>
                </a:lnTo>
                <a:lnTo>
                  <a:pt x="1253829" y="19028"/>
                </a:lnTo>
                <a:lnTo>
                  <a:pt x="1254136" y="18875"/>
                </a:lnTo>
                <a:lnTo>
                  <a:pt x="1254437" y="18711"/>
                </a:lnTo>
                <a:lnTo>
                  <a:pt x="1254729" y="18539"/>
                </a:lnTo>
                <a:lnTo>
                  <a:pt x="1255014" y="18357"/>
                </a:lnTo>
                <a:lnTo>
                  <a:pt x="1255291" y="18166"/>
                </a:lnTo>
                <a:lnTo>
                  <a:pt x="1255560" y="17965"/>
                </a:lnTo>
                <a:lnTo>
                  <a:pt x="1255822" y="17756"/>
                </a:lnTo>
                <a:lnTo>
                  <a:pt x="1256076" y="17536"/>
                </a:lnTo>
                <a:lnTo>
                  <a:pt x="1256321" y="17309"/>
                </a:lnTo>
                <a:lnTo>
                  <a:pt x="1256555" y="17076"/>
                </a:lnTo>
                <a:lnTo>
                  <a:pt x="1256779" y="16835"/>
                </a:lnTo>
                <a:lnTo>
                  <a:pt x="1256993" y="16588"/>
                </a:lnTo>
                <a:lnTo>
                  <a:pt x="1257196" y="16335"/>
                </a:lnTo>
                <a:lnTo>
                  <a:pt x="1257389" y="16075"/>
                </a:lnTo>
                <a:lnTo>
                  <a:pt x="1257571" y="15808"/>
                </a:lnTo>
                <a:lnTo>
                  <a:pt x="1257743" y="15535"/>
                </a:lnTo>
                <a:lnTo>
                  <a:pt x="1257905" y="15255"/>
                </a:lnTo>
                <a:lnTo>
                  <a:pt x="1258056" y="14969"/>
                </a:lnTo>
                <a:lnTo>
                  <a:pt x="1258196" y="14676"/>
                </a:lnTo>
                <a:lnTo>
                  <a:pt x="1258327" y="14376"/>
                </a:lnTo>
                <a:lnTo>
                  <a:pt x="1258447" y="14070"/>
                </a:lnTo>
                <a:lnTo>
                  <a:pt x="1258556" y="13758"/>
                </a:lnTo>
                <a:lnTo>
                  <a:pt x="1258655" y="13438"/>
                </a:lnTo>
                <a:lnTo>
                  <a:pt x="1258744" y="13112"/>
                </a:lnTo>
                <a:lnTo>
                  <a:pt x="1258822" y="12780"/>
                </a:lnTo>
                <a:lnTo>
                  <a:pt x="1258889" y="12441"/>
                </a:lnTo>
                <a:lnTo>
                  <a:pt x="1258947" y="12095"/>
                </a:lnTo>
                <a:lnTo>
                  <a:pt x="1258994" y="11743"/>
                </a:lnTo>
                <a:lnTo>
                  <a:pt x="1259030" y="11384"/>
                </a:lnTo>
                <a:lnTo>
                  <a:pt x="1259056" y="11018"/>
                </a:lnTo>
                <a:lnTo>
                  <a:pt x="1259072" y="10646"/>
                </a:lnTo>
                <a:lnTo>
                  <a:pt x="1259077" y="10268"/>
                </a:lnTo>
                <a:lnTo>
                  <a:pt x="1259072" y="9876"/>
                </a:lnTo>
                <a:lnTo>
                  <a:pt x="1259056" y="9492"/>
                </a:lnTo>
                <a:lnTo>
                  <a:pt x="1259030" y="9114"/>
                </a:lnTo>
                <a:lnTo>
                  <a:pt x="1258994" y="8743"/>
                </a:lnTo>
                <a:lnTo>
                  <a:pt x="1258947" y="8379"/>
                </a:lnTo>
                <a:lnTo>
                  <a:pt x="1258889" y="8021"/>
                </a:lnTo>
                <a:lnTo>
                  <a:pt x="1258822" y="7671"/>
                </a:lnTo>
                <a:lnTo>
                  <a:pt x="1258744" y="7328"/>
                </a:lnTo>
                <a:lnTo>
                  <a:pt x="1258655" y="6991"/>
                </a:lnTo>
                <a:lnTo>
                  <a:pt x="1258556" y="6661"/>
                </a:lnTo>
                <a:lnTo>
                  <a:pt x="1258447" y="6338"/>
                </a:lnTo>
                <a:lnTo>
                  <a:pt x="1258327" y="6022"/>
                </a:lnTo>
                <a:lnTo>
                  <a:pt x="1258196" y="5713"/>
                </a:lnTo>
                <a:lnTo>
                  <a:pt x="1258056" y="5411"/>
                </a:lnTo>
                <a:lnTo>
                  <a:pt x="1257905" y="5115"/>
                </a:lnTo>
                <a:lnTo>
                  <a:pt x="1257743" y="4827"/>
                </a:lnTo>
                <a:lnTo>
                  <a:pt x="1257571" y="4545"/>
                </a:lnTo>
                <a:lnTo>
                  <a:pt x="1257389" y="4270"/>
                </a:lnTo>
                <a:lnTo>
                  <a:pt x="1257196" y="4002"/>
                </a:lnTo>
                <a:lnTo>
                  <a:pt x="1256993" y="3741"/>
                </a:lnTo>
                <a:lnTo>
                  <a:pt x="1256779" y="3487"/>
                </a:lnTo>
                <a:lnTo>
                  <a:pt x="1256555" y="3239"/>
                </a:lnTo>
                <a:lnTo>
                  <a:pt x="1256321" y="2999"/>
                </a:lnTo>
                <a:lnTo>
                  <a:pt x="1256076" y="2765"/>
                </a:lnTo>
                <a:lnTo>
                  <a:pt x="1255822" y="2540"/>
                </a:lnTo>
                <a:lnTo>
                  <a:pt x="1255560" y="2324"/>
                </a:lnTo>
                <a:lnTo>
                  <a:pt x="1255291" y="2117"/>
                </a:lnTo>
                <a:lnTo>
                  <a:pt x="1255014" y="1920"/>
                </a:lnTo>
                <a:lnTo>
                  <a:pt x="1254729" y="1733"/>
                </a:lnTo>
                <a:lnTo>
                  <a:pt x="1254437" y="1555"/>
                </a:lnTo>
                <a:lnTo>
                  <a:pt x="1254136" y="1387"/>
                </a:lnTo>
                <a:lnTo>
                  <a:pt x="1253829" y="1229"/>
                </a:lnTo>
                <a:lnTo>
                  <a:pt x="1253513" y="1080"/>
                </a:lnTo>
                <a:lnTo>
                  <a:pt x="1253190" y="941"/>
                </a:lnTo>
                <a:lnTo>
                  <a:pt x="1252859" y="811"/>
                </a:lnTo>
                <a:lnTo>
                  <a:pt x="1252521" y="691"/>
                </a:lnTo>
                <a:lnTo>
                  <a:pt x="1252175" y="581"/>
                </a:lnTo>
                <a:lnTo>
                  <a:pt x="1251821" y="480"/>
                </a:lnTo>
                <a:lnTo>
                  <a:pt x="1251459" y="389"/>
                </a:lnTo>
                <a:lnTo>
                  <a:pt x="1251090" y="307"/>
                </a:lnTo>
                <a:lnTo>
                  <a:pt x="1250713" y="235"/>
                </a:lnTo>
                <a:lnTo>
                  <a:pt x="1250328" y="173"/>
                </a:lnTo>
                <a:lnTo>
                  <a:pt x="1249936" y="120"/>
                </a:lnTo>
                <a:lnTo>
                  <a:pt x="1249536" y="77"/>
                </a:lnTo>
                <a:lnTo>
                  <a:pt x="1249129" y="43"/>
                </a:lnTo>
                <a:lnTo>
                  <a:pt x="1248713" y="19"/>
                </a:lnTo>
                <a:lnTo>
                  <a:pt x="1248290" y="5"/>
                </a:lnTo>
                <a:lnTo>
                  <a:pt x="1247859" y="0"/>
                </a:lnTo>
                <a:lnTo>
                  <a:pt x="1247429" y="5"/>
                </a:lnTo>
                <a:lnTo>
                  <a:pt x="1247006" y="19"/>
                </a:lnTo>
                <a:lnTo>
                  <a:pt x="1246591" y="43"/>
                </a:lnTo>
                <a:lnTo>
                  <a:pt x="1246183" y="77"/>
                </a:lnTo>
                <a:lnTo>
                  <a:pt x="1245784" y="120"/>
                </a:lnTo>
                <a:lnTo>
                  <a:pt x="1245391" y="173"/>
                </a:lnTo>
                <a:lnTo>
                  <a:pt x="1245007" y="235"/>
                </a:lnTo>
                <a:lnTo>
                  <a:pt x="1244630" y="307"/>
                </a:lnTo>
                <a:lnTo>
                  <a:pt x="1244261" y="389"/>
                </a:lnTo>
                <a:lnTo>
                  <a:pt x="1243899" y="480"/>
                </a:lnTo>
                <a:lnTo>
                  <a:pt x="1243545" y="581"/>
                </a:lnTo>
                <a:lnTo>
                  <a:pt x="1243199" y="691"/>
                </a:lnTo>
                <a:lnTo>
                  <a:pt x="1242861" y="811"/>
                </a:lnTo>
                <a:lnTo>
                  <a:pt x="1242530" y="941"/>
                </a:lnTo>
                <a:lnTo>
                  <a:pt x="1242207" y="1080"/>
                </a:lnTo>
                <a:lnTo>
                  <a:pt x="1241891" y="1229"/>
                </a:lnTo>
                <a:lnTo>
                  <a:pt x="1241583" y="1387"/>
                </a:lnTo>
                <a:lnTo>
                  <a:pt x="1241283" y="1555"/>
                </a:lnTo>
                <a:lnTo>
                  <a:pt x="1240991" y="1733"/>
                </a:lnTo>
                <a:lnTo>
                  <a:pt x="1240706" y="1920"/>
                </a:lnTo>
                <a:lnTo>
                  <a:pt x="1240429" y="2117"/>
                </a:lnTo>
                <a:lnTo>
                  <a:pt x="1240159" y="2324"/>
                </a:lnTo>
                <a:lnTo>
                  <a:pt x="1239897" y="2540"/>
                </a:lnTo>
                <a:lnTo>
                  <a:pt x="1239643" y="2765"/>
                </a:lnTo>
                <a:lnTo>
                  <a:pt x="1239398" y="2999"/>
                </a:lnTo>
                <a:lnTo>
                  <a:pt x="1239164" y="3239"/>
                </a:lnTo>
                <a:lnTo>
                  <a:pt x="1238940" y="3487"/>
                </a:lnTo>
                <a:lnTo>
                  <a:pt x="1238726" y="3741"/>
                </a:lnTo>
                <a:lnTo>
                  <a:pt x="1238523" y="4002"/>
                </a:lnTo>
                <a:lnTo>
                  <a:pt x="1238330" y="4270"/>
                </a:lnTo>
                <a:lnTo>
                  <a:pt x="1238148" y="4545"/>
                </a:lnTo>
                <a:lnTo>
                  <a:pt x="1237976" y="4827"/>
                </a:lnTo>
                <a:lnTo>
                  <a:pt x="1237814" y="5115"/>
                </a:lnTo>
                <a:lnTo>
                  <a:pt x="1237663" y="5411"/>
                </a:lnTo>
                <a:lnTo>
                  <a:pt x="1237522" y="5713"/>
                </a:lnTo>
                <a:lnTo>
                  <a:pt x="1237392" y="6022"/>
                </a:lnTo>
                <a:lnTo>
                  <a:pt x="1237272" y="6338"/>
                </a:lnTo>
                <a:lnTo>
                  <a:pt x="1237163" y="6661"/>
                </a:lnTo>
                <a:lnTo>
                  <a:pt x="1237064" y="6991"/>
                </a:lnTo>
                <a:lnTo>
                  <a:pt x="1236975" y="7328"/>
                </a:lnTo>
                <a:lnTo>
                  <a:pt x="1236897" y="7671"/>
                </a:lnTo>
                <a:lnTo>
                  <a:pt x="1236829" y="8021"/>
                </a:lnTo>
                <a:lnTo>
                  <a:pt x="1236772" y="8379"/>
                </a:lnTo>
                <a:lnTo>
                  <a:pt x="1236725" y="8743"/>
                </a:lnTo>
                <a:lnTo>
                  <a:pt x="1236689" y="9114"/>
                </a:lnTo>
                <a:lnTo>
                  <a:pt x="1236663" y="9492"/>
                </a:lnTo>
                <a:lnTo>
                  <a:pt x="1236647" y="9876"/>
                </a:lnTo>
                <a:lnTo>
                  <a:pt x="1236642" y="10268"/>
                </a:lnTo>
                <a:lnTo>
                  <a:pt x="1236647" y="10646"/>
                </a:lnTo>
                <a:lnTo>
                  <a:pt x="1236663" y="11018"/>
                </a:lnTo>
                <a:lnTo>
                  <a:pt x="1236689" y="11384"/>
                </a:lnTo>
                <a:lnTo>
                  <a:pt x="1236725" y="11743"/>
                </a:lnTo>
                <a:lnTo>
                  <a:pt x="1236772" y="12095"/>
                </a:lnTo>
                <a:lnTo>
                  <a:pt x="1236829" y="12441"/>
                </a:lnTo>
                <a:lnTo>
                  <a:pt x="1236897" y="12780"/>
                </a:lnTo>
                <a:lnTo>
                  <a:pt x="1236975" y="13112"/>
                </a:lnTo>
                <a:lnTo>
                  <a:pt x="1237064" y="13438"/>
                </a:lnTo>
                <a:lnTo>
                  <a:pt x="1237163" y="13758"/>
                </a:lnTo>
                <a:lnTo>
                  <a:pt x="1237272" y="14070"/>
                </a:lnTo>
                <a:lnTo>
                  <a:pt x="1237392" y="14376"/>
                </a:lnTo>
                <a:lnTo>
                  <a:pt x="1237522" y="14676"/>
                </a:lnTo>
                <a:lnTo>
                  <a:pt x="1237663" y="14969"/>
                </a:lnTo>
                <a:lnTo>
                  <a:pt x="1237814" y="15255"/>
                </a:lnTo>
                <a:lnTo>
                  <a:pt x="1237976" y="15535"/>
                </a:lnTo>
                <a:lnTo>
                  <a:pt x="1238148" y="15808"/>
                </a:lnTo>
                <a:lnTo>
                  <a:pt x="1238330" y="16075"/>
                </a:lnTo>
                <a:lnTo>
                  <a:pt x="1238523" y="16335"/>
                </a:lnTo>
                <a:lnTo>
                  <a:pt x="1238726" y="16588"/>
                </a:lnTo>
                <a:lnTo>
                  <a:pt x="1238940" y="16835"/>
                </a:lnTo>
                <a:lnTo>
                  <a:pt x="1239164" y="17076"/>
                </a:lnTo>
                <a:lnTo>
                  <a:pt x="1239398" y="17309"/>
                </a:lnTo>
                <a:lnTo>
                  <a:pt x="1239643" y="17536"/>
                </a:lnTo>
                <a:lnTo>
                  <a:pt x="1239897" y="17756"/>
                </a:lnTo>
                <a:lnTo>
                  <a:pt x="1240159" y="17965"/>
                </a:lnTo>
                <a:lnTo>
                  <a:pt x="1240429" y="18166"/>
                </a:lnTo>
                <a:lnTo>
                  <a:pt x="1240706" y="18357"/>
                </a:lnTo>
                <a:lnTo>
                  <a:pt x="1240991" y="18539"/>
                </a:lnTo>
                <a:lnTo>
                  <a:pt x="1241283" y="18711"/>
                </a:lnTo>
                <a:lnTo>
                  <a:pt x="1241583" y="18875"/>
                </a:lnTo>
                <a:lnTo>
                  <a:pt x="1241891" y="19028"/>
                </a:lnTo>
                <a:lnTo>
                  <a:pt x="1242207" y="19173"/>
                </a:lnTo>
                <a:lnTo>
                  <a:pt x="1242530" y="19308"/>
                </a:lnTo>
                <a:lnTo>
                  <a:pt x="1242861" y="19434"/>
                </a:lnTo>
                <a:lnTo>
                  <a:pt x="1243199" y="19551"/>
                </a:lnTo>
                <a:lnTo>
                  <a:pt x="1243545" y="19658"/>
                </a:lnTo>
                <a:lnTo>
                  <a:pt x="1243899" y="19756"/>
                </a:lnTo>
                <a:lnTo>
                  <a:pt x="1244261" y="19844"/>
                </a:lnTo>
                <a:lnTo>
                  <a:pt x="1244630" y="19924"/>
                </a:lnTo>
                <a:lnTo>
                  <a:pt x="1245007" y="19994"/>
                </a:lnTo>
                <a:lnTo>
                  <a:pt x="1245391" y="20054"/>
                </a:lnTo>
                <a:lnTo>
                  <a:pt x="1245784" y="20106"/>
                </a:lnTo>
                <a:lnTo>
                  <a:pt x="1246183" y="20147"/>
                </a:lnTo>
                <a:lnTo>
                  <a:pt x="1246591" y="20180"/>
                </a:lnTo>
                <a:lnTo>
                  <a:pt x="1247006" y="20203"/>
                </a:lnTo>
                <a:lnTo>
                  <a:pt x="1247429" y="20217"/>
                </a:lnTo>
                <a:lnTo>
                  <a:pt x="1247859" y="20222"/>
                </a:lnTo>
                <a:lnTo>
                  <a:pt x="1248290" y="20217"/>
                </a:lnTo>
                <a:lnTo>
                  <a:pt x="1248713" y="20203"/>
                </a:lnTo>
                <a:lnTo>
                  <a:pt x="1249129" y="20180"/>
                </a:lnTo>
                <a:lnTo>
                  <a:pt x="1249536" y="20147"/>
                </a:lnTo>
                <a:close/>
                <a:moveTo>
                  <a:pt x="1162346" y="109802"/>
                </a:moveTo>
                <a:lnTo>
                  <a:pt x="1161999" y="109787"/>
                </a:lnTo>
                <a:lnTo>
                  <a:pt x="1161658" y="109763"/>
                </a:lnTo>
                <a:lnTo>
                  <a:pt x="1161323" y="109730"/>
                </a:lnTo>
                <a:lnTo>
                  <a:pt x="1160993" y="109686"/>
                </a:lnTo>
                <a:lnTo>
                  <a:pt x="1160669" y="109634"/>
                </a:lnTo>
                <a:lnTo>
                  <a:pt x="1160351" y="109571"/>
                </a:lnTo>
                <a:lnTo>
                  <a:pt x="1160039" y="109499"/>
                </a:lnTo>
                <a:lnTo>
                  <a:pt x="1159733" y="109417"/>
                </a:lnTo>
                <a:lnTo>
                  <a:pt x="1159432" y="109326"/>
                </a:lnTo>
                <a:lnTo>
                  <a:pt x="1159137" y="109225"/>
                </a:lnTo>
                <a:lnTo>
                  <a:pt x="1158848" y="109115"/>
                </a:lnTo>
                <a:lnTo>
                  <a:pt x="1158564" y="108995"/>
                </a:lnTo>
                <a:lnTo>
                  <a:pt x="1158286" y="108865"/>
                </a:lnTo>
                <a:lnTo>
                  <a:pt x="1158014" y="108726"/>
                </a:lnTo>
                <a:lnTo>
                  <a:pt x="1157748" y="108577"/>
                </a:lnTo>
                <a:lnTo>
                  <a:pt x="1157487" y="108419"/>
                </a:lnTo>
                <a:lnTo>
                  <a:pt x="1157233" y="108251"/>
                </a:lnTo>
                <a:lnTo>
                  <a:pt x="1156984" y="108073"/>
                </a:lnTo>
                <a:lnTo>
                  <a:pt x="1156740" y="107886"/>
                </a:lnTo>
                <a:lnTo>
                  <a:pt x="1156503" y="107689"/>
                </a:lnTo>
                <a:lnTo>
                  <a:pt x="1156271" y="107483"/>
                </a:lnTo>
                <a:lnTo>
                  <a:pt x="1156045" y="107267"/>
                </a:lnTo>
                <a:lnTo>
                  <a:pt x="1155825" y="107041"/>
                </a:lnTo>
                <a:lnTo>
                  <a:pt x="1155612" y="106808"/>
                </a:lnTo>
                <a:lnTo>
                  <a:pt x="1155409" y="106569"/>
                </a:lnTo>
                <a:lnTo>
                  <a:pt x="1155214" y="106324"/>
                </a:lnTo>
                <a:lnTo>
                  <a:pt x="1155029" y="106073"/>
                </a:lnTo>
                <a:lnTo>
                  <a:pt x="1154852" y="105817"/>
                </a:lnTo>
                <a:lnTo>
                  <a:pt x="1154685" y="105555"/>
                </a:lnTo>
                <a:lnTo>
                  <a:pt x="1154526" y="105287"/>
                </a:lnTo>
                <a:lnTo>
                  <a:pt x="1154377" y="105013"/>
                </a:lnTo>
                <a:lnTo>
                  <a:pt x="1154237" y="104734"/>
                </a:lnTo>
                <a:lnTo>
                  <a:pt x="1154106" y="104449"/>
                </a:lnTo>
                <a:lnTo>
                  <a:pt x="1153983" y="104158"/>
                </a:lnTo>
                <a:lnTo>
                  <a:pt x="1153870" y="103861"/>
                </a:lnTo>
                <a:lnTo>
                  <a:pt x="1153766" y="103559"/>
                </a:lnTo>
                <a:lnTo>
                  <a:pt x="1153671" y="103251"/>
                </a:lnTo>
                <a:lnTo>
                  <a:pt x="1153585" y="102937"/>
                </a:lnTo>
                <a:lnTo>
                  <a:pt x="1153508" y="102617"/>
                </a:lnTo>
                <a:lnTo>
                  <a:pt x="1153441" y="102292"/>
                </a:lnTo>
                <a:lnTo>
                  <a:pt x="1153382" y="101960"/>
                </a:lnTo>
                <a:lnTo>
                  <a:pt x="1153332" y="101623"/>
                </a:lnTo>
                <a:lnTo>
                  <a:pt x="1153291" y="101281"/>
                </a:lnTo>
                <a:lnTo>
                  <a:pt x="1153260" y="100932"/>
                </a:lnTo>
                <a:lnTo>
                  <a:pt x="1153237" y="100578"/>
                </a:lnTo>
                <a:lnTo>
                  <a:pt x="1153223" y="100218"/>
                </a:lnTo>
                <a:lnTo>
                  <a:pt x="1153219" y="99852"/>
                </a:lnTo>
                <a:lnTo>
                  <a:pt x="1153219" y="48819"/>
                </a:lnTo>
                <a:lnTo>
                  <a:pt x="1188769" y="48819"/>
                </a:lnTo>
                <a:lnTo>
                  <a:pt x="1188769" y="35864"/>
                </a:lnTo>
                <a:lnTo>
                  <a:pt x="1153219" y="35864"/>
                </a:lnTo>
                <a:lnTo>
                  <a:pt x="1153219" y="11374"/>
                </a:lnTo>
                <a:lnTo>
                  <a:pt x="1139000" y="11374"/>
                </a:lnTo>
                <a:lnTo>
                  <a:pt x="1139000" y="35864"/>
                </a:lnTo>
                <a:lnTo>
                  <a:pt x="1114036" y="35864"/>
                </a:lnTo>
                <a:lnTo>
                  <a:pt x="1114036" y="48819"/>
                </a:lnTo>
                <a:lnTo>
                  <a:pt x="1139000" y="48819"/>
                </a:lnTo>
                <a:lnTo>
                  <a:pt x="1139000" y="99852"/>
                </a:lnTo>
                <a:lnTo>
                  <a:pt x="1139011" y="100714"/>
                </a:lnTo>
                <a:lnTo>
                  <a:pt x="1139045" y="101561"/>
                </a:lnTo>
                <a:lnTo>
                  <a:pt x="1139101" y="102394"/>
                </a:lnTo>
                <a:lnTo>
                  <a:pt x="1139180" y="103212"/>
                </a:lnTo>
                <a:lnTo>
                  <a:pt x="1139281" y="104016"/>
                </a:lnTo>
                <a:lnTo>
                  <a:pt x="1139405" y="104805"/>
                </a:lnTo>
                <a:lnTo>
                  <a:pt x="1139551" y="105580"/>
                </a:lnTo>
                <a:lnTo>
                  <a:pt x="1139719" y="106340"/>
                </a:lnTo>
                <a:lnTo>
                  <a:pt x="1139911" y="107085"/>
                </a:lnTo>
                <a:lnTo>
                  <a:pt x="1140124" y="107816"/>
                </a:lnTo>
                <a:lnTo>
                  <a:pt x="1140361" y="108532"/>
                </a:lnTo>
                <a:lnTo>
                  <a:pt x="1140619" y="109234"/>
                </a:lnTo>
                <a:lnTo>
                  <a:pt x="1140900" y="109922"/>
                </a:lnTo>
                <a:lnTo>
                  <a:pt x="1141204" y="110595"/>
                </a:lnTo>
                <a:lnTo>
                  <a:pt x="1141530" y="111253"/>
                </a:lnTo>
                <a:lnTo>
                  <a:pt x="1141879" y="111897"/>
                </a:lnTo>
                <a:lnTo>
                  <a:pt x="1142250" y="112526"/>
                </a:lnTo>
                <a:lnTo>
                  <a:pt x="1142644" y="113140"/>
                </a:lnTo>
                <a:lnTo>
                  <a:pt x="1143060" y="113740"/>
                </a:lnTo>
                <a:lnTo>
                  <a:pt x="1143498" y="114326"/>
                </a:lnTo>
                <a:lnTo>
                  <a:pt x="1143959" y="114897"/>
                </a:lnTo>
                <a:lnTo>
                  <a:pt x="1144443" y="115454"/>
                </a:lnTo>
                <a:lnTo>
                  <a:pt x="1144949" y="115996"/>
                </a:lnTo>
                <a:lnTo>
                  <a:pt x="1145478" y="116523"/>
                </a:lnTo>
                <a:lnTo>
                  <a:pt x="1146025" y="117032"/>
                </a:lnTo>
                <a:lnTo>
                  <a:pt x="1146587" y="117519"/>
                </a:lnTo>
                <a:lnTo>
                  <a:pt x="1147164" y="117985"/>
                </a:lnTo>
                <a:lnTo>
                  <a:pt x="1147755" y="118429"/>
                </a:lnTo>
                <a:lnTo>
                  <a:pt x="1148362" y="118852"/>
                </a:lnTo>
                <a:lnTo>
                  <a:pt x="1148983" y="119253"/>
                </a:lnTo>
                <a:lnTo>
                  <a:pt x="1149619" y="119632"/>
                </a:lnTo>
                <a:lnTo>
                  <a:pt x="1150270" y="119989"/>
                </a:lnTo>
                <a:lnTo>
                  <a:pt x="1150936" y="120325"/>
                </a:lnTo>
                <a:lnTo>
                  <a:pt x="1151616" y="120639"/>
                </a:lnTo>
                <a:lnTo>
                  <a:pt x="1152312" y="120932"/>
                </a:lnTo>
                <a:lnTo>
                  <a:pt x="1153022" y="121202"/>
                </a:lnTo>
                <a:lnTo>
                  <a:pt x="1153747" y="121452"/>
                </a:lnTo>
                <a:lnTo>
                  <a:pt x="1154486" y="121679"/>
                </a:lnTo>
                <a:lnTo>
                  <a:pt x="1155241" y="121885"/>
                </a:lnTo>
                <a:lnTo>
                  <a:pt x="1156010" y="122069"/>
                </a:lnTo>
                <a:lnTo>
                  <a:pt x="1156794" y="122231"/>
                </a:lnTo>
                <a:lnTo>
                  <a:pt x="1157593" y="122372"/>
                </a:lnTo>
                <a:lnTo>
                  <a:pt x="1158407" y="122491"/>
                </a:lnTo>
                <a:lnTo>
                  <a:pt x="1159236" y="122589"/>
                </a:lnTo>
                <a:lnTo>
                  <a:pt x="1160079" y="122665"/>
                </a:lnTo>
                <a:lnTo>
                  <a:pt x="1160937" y="122719"/>
                </a:lnTo>
                <a:lnTo>
                  <a:pt x="1161810" y="122751"/>
                </a:lnTo>
                <a:lnTo>
                  <a:pt x="1162698" y="122762"/>
                </a:lnTo>
                <a:lnTo>
                  <a:pt x="1187978" y="122762"/>
                </a:lnTo>
                <a:lnTo>
                  <a:pt x="1187978" y="109806"/>
                </a:lnTo>
                <a:lnTo>
                  <a:pt x="1162698" y="109806"/>
                </a:lnTo>
                <a:lnTo>
                  <a:pt x="1162346" y="109802"/>
                </a:lnTo>
                <a:close/>
                <a:moveTo>
                  <a:pt x="854290" y="122762"/>
                </a:moveTo>
                <a:lnTo>
                  <a:pt x="854290" y="67462"/>
                </a:lnTo>
                <a:lnTo>
                  <a:pt x="854299" y="66628"/>
                </a:lnTo>
                <a:lnTo>
                  <a:pt x="854326" y="65809"/>
                </a:lnTo>
                <a:lnTo>
                  <a:pt x="854370" y="65006"/>
                </a:lnTo>
                <a:lnTo>
                  <a:pt x="854433" y="64219"/>
                </a:lnTo>
                <a:lnTo>
                  <a:pt x="854513" y="63448"/>
                </a:lnTo>
                <a:lnTo>
                  <a:pt x="854611" y="62693"/>
                </a:lnTo>
                <a:lnTo>
                  <a:pt x="854727" y="61954"/>
                </a:lnTo>
                <a:lnTo>
                  <a:pt x="854861" y="61231"/>
                </a:lnTo>
                <a:lnTo>
                  <a:pt x="855012" y="60524"/>
                </a:lnTo>
                <a:lnTo>
                  <a:pt x="855181" y="59832"/>
                </a:lnTo>
                <a:lnTo>
                  <a:pt x="855368" y="59157"/>
                </a:lnTo>
                <a:lnTo>
                  <a:pt x="855573" y="58497"/>
                </a:lnTo>
                <a:lnTo>
                  <a:pt x="855796" y="57853"/>
                </a:lnTo>
                <a:lnTo>
                  <a:pt x="856037" y="57226"/>
                </a:lnTo>
                <a:lnTo>
                  <a:pt x="856295" y="56614"/>
                </a:lnTo>
                <a:lnTo>
                  <a:pt x="856571" y="56018"/>
                </a:lnTo>
                <a:lnTo>
                  <a:pt x="856865" y="55438"/>
                </a:lnTo>
                <a:lnTo>
                  <a:pt x="857177" y="54874"/>
                </a:lnTo>
                <a:lnTo>
                  <a:pt x="857507" y="54326"/>
                </a:lnTo>
                <a:lnTo>
                  <a:pt x="857855" y="53793"/>
                </a:lnTo>
                <a:lnTo>
                  <a:pt x="858220" y="53277"/>
                </a:lnTo>
                <a:lnTo>
                  <a:pt x="858603" y="52776"/>
                </a:lnTo>
                <a:lnTo>
                  <a:pt x="859004" y="52292"/>
                </a:lnTo>
                <a:lnTo>
                  <a:pt x="859423" y="51823"/>
                </a:lnTo>
                <a:lnTo>
                  <a:pt x="859857" y="51372"/>
                </a:lnTo>
                <a:lnTo>
                  <a:pt x="860305" y="50940"/>
                </a:lnTo>
                <a:lnTo>
                  <a:pt x="860765" y="50527"/>
                </a:lnTo>
                <a:lnTo>
                  <a:pt x="861238" y="50133"/>
                </a:lnTo>
                <a:lnTo>
                  <a:pt x="861724" y="49759"/>
                </a:lnTo>
                <a:lnTo>
                  <a:pt x="862222" y="49404"/>
                </a:lnTo>
                <a:lnTo>
                  <a:pt x="862734" y="49068"/>
                </a:lnTo>
                <a:lnTo>
                  <a:pt x="863259" y="48751"/>
                </a:lnTo>
                <a:lnTo>
                  <a:pt x="863796" y="48453"/>
                </a:lnTo>
                <a:lnTo>
                  <a:pt x="864347" y="48175"/>
                </a:lnTo>
                <a:lnTo>
                  <a:pt x="864910" y="47916"/>
                </a:lnTo>
                <a:lnTo>
                  <a:pt x="865486" y="47675"/>
                </a:lnTo>
                <a:lnTo>
                  <a:pt x="866075" y="47455"/>
                </a:lnTo>
                <a:lnTo>
                  <a:pt x="866677" y="47253"/>
                </a:lnTo>
                <a:lnTo>
                  <a:pt x="867292" y="47071"/>
                </a:lnTo>
                <a:lnTo>
                  <a:pt x="867920" y="46907"/>
                </a:lnTo>
                <a:lnTo>
                  <a:pt x="868560" y="46763"/>
                </a:lnTo>
                <a:lnTo>
                  <a:pt x="869214" y="46639"/>
                </a:lnTo>
                <a:lnTo>
                  <a:pt x="869880" y="46533"/>
                </a:lnTo>
                <a:lnTo>
                  <a:pt x="870560" y="46446"/>
                </a:lnTo>
                <a:lnTo>
                  <a:pt x="871252" y="46379"/>
                </a:lnTo>
                <a:lnTo>
                  <a:pt x="871957" y="46331"/>
                </a:lnTo>
                <a:lnTo>
                  <a:pt x="872675" y="46302"/>
                </a:lnTo>
                <a:lnTo>
                  <a:pt x="873406" y="46293"/>
                </a:lnTo>
                <a:lnTo>
                  <a:pt x="874111" y="46302"/>
                </a:lnTo>
                <a:lnTo>
                  <a:pt x="874803" y="46330"/>
                </a:lnTo>
                <a:lnTo>
                  <a:pt x="875483" y="46376"/>
                </a:lnTo>
                <a:lnTo>
                  <a:pt x="876151" y="46440"/>
                </a:lnTo>
                <a:lnTo>
                  <a:pt x="876806" y="46523"/>
                </a:lnTo>
                <a:lnTo>
                  <a:pt x="877449" y="46624"/>
                </a:lnTo>
                <a:lnTo>
                  <a:pt x="878080" y="46743"/>
                </a:lnTo>
                <a:lnTo>
                  <a:pt x="878699" y="46881"/>
                </a:lnTo>
                <a:lnTo>
                  <a:pt x="879305" y="47037"/>
                </a:lnTo>
                <a:lnTo>
                  <a:pt x="879898" y="47212"/>
                </a:lnTo>
                <a:lnTo>
                  <a:pt x="880480" y="47405"/>
                </a:lnTo>
                <a:lnTo>
                  <a:pt x="881049" y="47616"/>
                </a:lnTo>
                <a:lnTo>
                  <a:pt x="881605" y="47845"/>
                </a:lnTo>
                <a:lnTo>
                  <a:pt x="882150" y="48094"/>
                </a:lnTo>
                <a:lnTo>
                  <a:pt x="882682" y="48360"/>
                </a:lnTo>
                <a:lnTo>
                  <a:pt x="883201" y="48645"/>
                </a:lnTo>
                <a:lnTo>
                  <a:pt x="883709" y="48948"/>
                </a:lnTo>
                <a:lnTo>
                  <a:pt x="884203" y="49269"/>
                </a:lnTo>
                <a:lnTo>
                  <a:pt x="884686" y="49609"/>
                </a:lnTo>
                <a:lnTo>
                  <a:pt x="885156" y="49968"/>
                </a:lnTo>
                <a:lnTo>
                  <a:pt x="885614" y="50344"/>
                </a:lnTo>
                <a:lnTo>
                  <a:pt x="886060" y="50739"/>
                </a:lnTo>
                <a:lnTo>
                  <a:pt x="886493" y="51153"/>
                </a:lnTo>
                <a:lnTo>
                  <a:pt x="886914" y="51585"/>
                </a:lnTo>
                <a:lnTo>
                  <a:pt x="887320" y="52034"/>
                </a:lnTo>
                <a:lnTo>
                  <a:pt x="887709" y="52499"/>
                </a:lnTo>
                <a:lnTo>
                  <a:pt x="888080" y="52980"/>
                </a:lnTo>
                <a:lnTo>
                  <a:pt x="888435" y="53478"/>
                </a:lnTo>
                <a:lnTo>
                  <a:pt x="888772" y="53992"/>
                </a:lnTo>
                <a:lnTo>
                  <a:pt x="889092" y="54522"/>
                </a:lnTo>
                <a:lnTo>
                  <a:pt x="889394" y="55068"/>
                </a:lnTo>
                <a:lnTo>
                  <a:pt x="889679" y="55631"/>
                </a:lnTo>
                <a:lnTo>
                  <a:pt x="889947" y="56209"/>
                </a:lnTo>
                <a:lnTo>
                  <a:pt x="890198" y="56804"/>
                </a:lnTo>
                <a:lnTo>
                  <a:pt x="890431" y="57415"/>
                </a:lnTo>
                <a:lnTo>
                  <a:pt x="890647" y="58042"/>
                </a:lnTo>
                <a:lnTo>
                  <a:pt x="890846" y="58685"/>
                </a:lnTo>
                <a:lnTo>
                  <a:pt x="891028" y="59345"/>
                </a:lnTo>
                <a:lnTo>
                  <a:pt x="891192" y="60021"/>
                </a:lnTo>
                <a:lnTo>
                  <a:pt x="891339" y="60713"/>
                </a:lnTo>
                <a:lnTo>
                  <a:pt x="891469" y="61421"/>
                </a:lnTo>
                <a:lnTo>
                  <a:pt x="891581" y="62145"/>
                </a:lnTo>
                <a:lnTo>
                  <a:pt x="891676" y="62886"/>
                </a:lnTo>
                <a:lnTo>
                  <a:pt x="891754" y="63642"/>
                </a:lnTo>
                <a:lnTo>
                  <a:pt x="891814" y="64415"/>
                </a:lnTo>
                <a:lnTo>
                  <a:pt x="891857" y="65204"/>
                </a:lnTo>
                <a:lnTo>
                  <a:pt x="891883" y="66009"/>
                </a:lnTo>
                <a:lnTo>
                  <a:pt x="891892" y="66831"/>
                </a:lnTo>
                <a:lnTo>
                  <a:pt x="891892" y="122762"/>
                </a:lnTo>
                <a:lnTo>
                  <a:pt x="906111" y="122762"/>
                </a:lnTo>
                <a:lnTo>
                  <a:pt x="906111" y="64304"/>
                </a:lnTo>
                <a:lnTo>
                  <a:pt x="906098" y="63156"/>
                </a:lnTo>
                <a:lnTo>
                  <a:pt x="906057" y="62028"/>
                </a:lnTo>
                <a:lnTo>
                  <a:pt x="905990" y="60920"/>
                </a:lnTo>
                <a:lnTo>
                  <a:pt x="905896" y="59832"/>
                </a:lnTo>
                <a:lnTo>
                  <a:pt x="905775" y="58765"/>
                </a:lnTo>
                <a:lnTo>
                  <a:pt x="905627" y="57718"/>
                </a:lnTo>
                <a:lnTo>
                  <a:pt x="905453" y="56691"/>
                </a:lnTo>
                <a:lnTo>
                  <a:pt x="905251" y="55685"/>
                </a:lnTo>
                <a:lnTo>
                  <a:pt x="905023" y="54699"/>
                </a:lnTo>
                <a:lnTo>
                  <a:pt x="904767" y="53733"/>
                </a:lnTo>
                <a:lnTo>
                  <a:pt x="904485" y="52788"/>
                </a:lnTo>
                <a:lnTo>
                  <a:pt x="904176" y="51863"/>
                </a:lnTo>
                <a:lnTo>
                  <a:pt x="903840" y="50958"/>
                </a:lnTo>
                <a:lnTo>
                  <a:pt x="903477" y="50073"/>
                </a:lnTo>
                <a:lnTo>
                  <a:pt x="903087" y="49209"/>
                </a:lnTo>
                <a:lnTo>
                  <a:pt x="902671" y="48365"/>
                </a:lnTo>
                <a:lnTo>
                  <a:pt x="902227" y="47541"/>
                </a:lnTo>
                <a:lnTo>
                  <a:pt x="901757" y="46738"/>
                </a:lnTo>
                <a:lnTo>
                  <a:pt x="901259" y="45955"/>
                </a:lnTo>
                <a:lnTo>
                  <a:pt x="900735" y="45192"/>
                </a:lnTo>
                <a:lnTo>
                  <a:pt x="900184" y="44450"/>
                </a:lnTo>
                <a:lnTo>
                  <a:pt x="899606" y="43727"/>
                </a:lnTo>
                <a:lnTo>
                  <a:pt x="899002" y="43025"/>
                </a:lnTo>
                <a:lnTo>
                  <a:pt x="898370" y="42344"/>
                </a:lnTo>
                <a:lnTo>
                  <a:pt x="897716" y="41686"/>
                </a:lnTo>
                <a:lnTo>
                  <a:pt x="897042" y="41057"/>
                </a:lnTo>
                <a:lnTo>
                  <a:pt x="896351" y="40455"/>
                </a:lnTo>
                <a:lnTo>
                  <a:pt x="895640" y="39881"/>
                </a:lnTo>
                <a:lnTo>
                  <a:pt x="894911" y="39336"/>
                </a:lnTo>
                <a:lnTo>
                  <a:pt x="894163" y="38818"/>
                </a:lnTo>
                <a:lnTo>
                  <a:pt x="893397" y="38328"/>
                </a:lnTo>
                <a:lnTo>
                  <a:pt x="892612" y="37866"/>
                </a:lnTo>
                <a:lnTo>
                  <a:pt x="891808" y="37433"/>
                </a:lnTo>
                <a:lnTo>
                  <a:pt x="890986" y="37027"/>
                </a:lnTo>
                <a:lnTo>
                  <a:pt x="890145" y="36649"/>
                </a:lnTo>
                <a:lnTo>
                  <a:pt x="889285" y="36299"/>
                </a:lnTo>
                <a:lnTo>
                  <a:pt x="888407" y="35978"/>
                </a:lnTo>
                <a:lnTo>
                  <a:pt x="887510" y="35684"/>
                </a:lnTo>
                <a:lnTo>
                  <a:pt x="886594" y="35418"/>
                </a:lnTo>
                <a:lnTo>
                  <a:pt x="885660" y="35180"/>
                </a:lnTo>
                <a:lnTo>
                  <a:pt x="884707" y="34970"/>
                </a:lnTo>
                <a:lnTo>
                  <a:pt x="883735" y="34788"/>
                </a:lnTo>
                <a:lnTo>
                  <a:pt x="882745" y="34634"/>
                </a:lnTo>
                <a:lnTo>
                  <a:pt x="881736" y="34508"/>
                </a:lnTo>
                <a:lnTo>
                  <a:pt x="880709" y="34410"/>
                </a:lnTo>
                <a:lnTo>
                  <a:pt x="879662" y="34340"/>
                </a:lnTo>
                <a:lnTo>
                  <a:pt x="878597" y="34298"/>
                </a:lnTo>
                <a:lnTo>
                  <a:pt x="877514" y="34284"/>
                </a:lnTo>
                <a:lnTo>
                  <a:pt x="876614" y="34294"/>
                </a:lnTo>
                <a:lnTo>
                  <a:pt x="875730" y="34323"/>
                </a:lnTo>
                <a:lnTo>
                  <a:pt x="874862" y="34372"/>
                </a:lnTo>
                <a:lnTo>
                  <a:pt x="874012" y="34440"/>
                </a:lnTo>
                <a:lnTo>
                  <a:pt x="873177" y="34528"/>
                </a:lnTo>
                <a:lnTo>
                  <a:pt x="872359" y="34635"/>
                </a:lnTo>
                <a:lnTo>
                  <a:pt x="871558" y="34762"/>
                </a:lnTo>
                <a:lnTo>
                  <a:pt x="870773" y="34908"/>
                </a:lnTo>
                <a:lnTo>
                  <a:pt x="870004" y="35073"/>
                </a:lnTo>
                <a:lnTo>
                  <a:pt x="869252" y="35258"/>
                </a:lnTo>
                <a:lnTo>
                  <a:pt x="868516" y="35463"/>
                </a:lnTo>
                <a:lnTo>
                  <a:pt x="867797" y="35687"/>
                </a:lnTo>
                <a:lnTo>
                  <a:pt x="867094" y="35930"/>
                </a:lnTo>
                <a:lnTo>
                  <a:pt x="866408" y="36193"/>
                </a:lnTo>
                <a:lnTo>
                  <a:pt x="865738" y="36476"/>
                </a:lnTo>
                <a:lnTo>
                  <a:pt x="865085" y="36778"/>
                </a:lnTo>
                <a:lnTo>
                  <a:pt x="864448" y="37099"/>
                </a:lnTo>
                <a:lnTo>
                  <a:pt x="863827" y="37440"/>
                </a:lnTo>
                <a:lnTo>
                  <a:pt x="863223" y="37800"/>
                </a:lnTo>
                <a:lnTo>
                  <a:pt x="862636" y="38180"/>
                </a:lnTo>
                <a:lnTo>
                  <a:pt x="862064" y="38580"/>
                </a:lnTo>
                <a:lnTo>
                  <a:pt x="861510" y="38998"/>
                </a:lnTo>
                <a:lnTo>
                  <a:pt x="860972" y="39437"/>
                </a:lnTo>
                <a:lnTo>
                  <a:pt x="860450" y="39895"/>
                </a:lnTo>
                <a:lnTo>
                  <a:pt x="859947" y="40370"/>
                </a:lnTo>
                <a:lnTo>
                  <a:pt x="859466" y="40861"/>
                </a:lnTo>
                <a:lnTo>
                  <a:pt x="859006" y="41369"/>
                </a:lnTo>
                <a:lnTo>
                  <a:pt x="858568" y="41893"/>
                </a:lnTo>
                <a:lnTo>
                  <a:pt x="858151" y="42433"/>
                </a:lnTo>
                <a:lnTo>
                  <a:pt x="857755" y="42990"/>
                </a:lnTo>
                <a:lnTo>
                  <a:pt x="857381" y="43562"/>
                </a:lnTo>
                <a:lnTo>
                  <a:pt x="857028" y="44151"/>
                </a:lnTo>
                <a:lnTo>
                  <a:pt x="856696" y="44756"/>
                </a:lnTo>
                <a:lnTo>
                  <a:pt x="856386" y="45377"/>
                </a:lnTo>
                <a:lnTo>
                  <a:pt x="856097" y="46014"/>
                </a:lnTo>
                <a:lnTo>
                  <a:pt x="855830" y="46668"/>
                </a:lnTo>
                <a:lnTo>
                  <a:pt x="855584" y="47337"/>
                </a:lnTo>
                <a:lnTo>
                  <a:pt x="855360" y="48023"/>
                </a:lnTo>
                <a:lnTo>
                  <a:pt x="855156" y="48725"/>
                </a:lnTo>
                <a:lnTo>
                  <a:pt x="854975" y="49444"/>
                </a:lnTo>
                <a:lnTo>
                  <a:pt x="854814" y="50178"/>
                </a:lnTo>
                <a:lnTo>
                  <a:pt x="854675" y="50929"/>
                </a:lnTo>
                <a:lnTo>
                  <a:pt x="854558" y="51695"/>
                </a:lnTo>
                <a:lnTo>
                  <a:pt x="854464" y="52453"/>
                </a:lnTo>
                <a:lnTo>
                  <a:pt x="854290" y="52453"/>
                </a:lnTo>
                <a:lnTo>
                  <a:pt x="854290" y="35864"/>
                </a:lnTo>
                <a:lnTo>
                  <a:pt x="840069" y="35864"/>
                </a:lnTo>
                <a:lnTo>
                  <a:pt x="840069" y="122762"/>
                </a:lnTo>
                <a:lnTo>
                  <a:pt x="854290" y="122762"/>
                </a:lnTo>
                <a:close/>
                <a:moveTo>
                  <a:pt x="1401273" y="122762"/>
                </a:moveTo>
                <a:lnTo>
                  <a:pt x="1415495" y="122762"/>
                </a:lnTo>
                <a:lnTo>
                  <a:pt x="1415495" y="67462"/>
                </a:lnTo>
                <a:lnTo>
                  <a:pt x="1415504" y="66628"/>
                </a:lnTo>
                <a:lnTo>
                  <a:pt x="1415530" y="65809"/>
                </a:lnTo>
                <a:lnTo>
                  <a:pt x="1415575" y="65006"/>
                </a:lnTo>
                <a:lnTo>
                  <a:pt x="1415637" y="64219"/>
                </a:lnTo>
                <a:lnTo>
                  <a:pt x="1415718" y="63448"/>
                </a:lnTo>
                <a:lnTo>
                  <a:pt x="1415816" y="62693"/>
                </a:lnTo>
                <a:lnTo>
                  <a:pt x="1415931" y="61954"/>
                </a:lnTo>
                <a:lnTo>
                  <a:pt x="1416065" y="61231"/>
                </a:lnTo>
                <a:lnTo>
                  <a:pt x="1416217" y="60524"/>
                </a:lnTo>
                <a:lnTo>
                  <a:pt x="1416386" y="59832"/>
                </a:lnTo>
                <a:lnTo>
                  <a:pt x="1416573" y="59157"/>
                </a:lnTo>
                <a:lnTo>
                  <a:pt x="1416778" y="58497"/>
                </a:lnTo>
                <a:lnTo>
                  <a:pt x="1417001" y="57853"/>
                </a:lnTo>
                <a:lnTo>
                  <a:pt x="1417241" y="57226"/>
                </a:lnTo>
                <a:lnTo>
                  <a:pt x="1417500" y="56614"/>
                </a:lnTo>
                <a:lnTo>
                  <a:pt x="1417776" y="56018"/>
                </a:lnTo>
                <a:lnTo>
                  <a:pt x="1418070" y="55438"/>
                </a:lnTo>
                <a:lnTo>
                  <a:pt x="1418382" y="54874"/>
                </a:lnTo>
                <a:lnTo>
                  <a:pt x="1418712" y="54326"/>
                </a:lnTo>
                <a:lnTo>
                  <a:pt x="1419059" y="53793"/>
                </a:lnTo>
                <a:lnTo>
                  <a:pt x="1419424" y="53277"/>
                </a:lnTo>
                <a:lnTo>
                  <a:pt x="1419808" y="52776"/>
                </a:lnTo>
                <a:lnTo>
                  <a:pt x="1420209" y="52292"/>
                </a:lnTo>
                <a:lnTo>
                  <a:pt x="1420627" y="51823"/>
                </a:lnTo>
                <a:lnTo>
                  <a:pt x="1421062" y="51372"/>
                </a:lnTo>
                <a:lnTo>
                  <a:pt x="1421509" y="50940"/>
                </a:lnTo>
                <a:lnTo>
                  <a:pt x="1421969" y="50527"/>
                </a:lnTo>
                <a:lnTo>
                  <a:pt x="1422442" y="50133"/>
                </a:lnTo>
                <a:lnTo>
                  <a:pt x="1422928" y="49759"/>
                </a:lnTo>
                <a:lnTo>
                  <a:pt x="1423427" y="49404"/>
                </a:lnTo>
                <a:lnTo>
                  <a:pt x="1423939" y="49068"/>
                </a:lnTo>
                <a:lnTo>
                  <a:pt x="1424463" y="48751"/>
                </a:lnTo>
                <a:lnTo>
                  <a:pt x="1425001" y="48453"/>
                </a:lnTo>
                <a:lnTo>
                  <a:pt x="1425551" y="48175"/>
                </a:lnTo>
                <a:lnTo>
                  <a:pt x="1426115" y="47916"/>
                </a:lnTo>
                <a:lnTo>
                  <a:pt x="1426691" y="47675"/>
                </a:lnTo>
                <a:lnTo>
                  <a:pt x="1427280" y="47455"/>
                </a:lnTo>
                <a:lnTo>
                  <a:pt x="1427882" y="47253"/>
                </a:lnTo>
                <a:lnTo>
                  <a:pt x="1428497" y="47071"/>
                </a:lnTo>
                <a:lnTo>
                  <a:pt x="1429124" y="46907"/>
                </a:lnTo>
                <a:lnTo>
                  <a:pt x="1429765" y="46763"/>
                </a:lnTo>
                <a:lnTo>
                  <a:pt x="1430418" y="46639"/>
                </a:lnTo>
                <a:lnTo>
                  <a:pt x="1431085" y="46533"/>
                </a:lnTo>
                <a:lnTo>
                  <a:pt x="1431764" y="46446"/>
                </a:lnTo>
                <a:lnTo>
                  <a:pt x="1432456" y="46379"/>
                </a:lnTo>
                <a:lnTo>
                  <a:pt x="1433161" y="46331"/>
                </a:lnTo>
                <a:lnTo>
                  <a:pt x="1433879" y="46302"/>
                </a:lnTo>
                <a:lnTo>
                  <a:pt x="1434610" y="46293"/>
                </a:lnTo>
                <a:lnTo>
                  <a:pt x="1435315" y="46302"/>
                </a:lnTo>
                <a:lnTo>
                  <a:pt x="1436008" y="46330"/>
                </a:lnTo>
                <a:lnTo>
                  <a:pt x="1436688" y="46376"/>
                </a:lnTo>
                <a:lnTo>
                  <a:pt x="1437356" y="46440"/>
                </a:lnTo>
                <a:lnTo>
                  <a:pt x="1438011" y="46523"/>
                </a:lnTo>
                <a:lnTo>
                  <a:pt x="1438654" y="46624"/>
                </a:lnTo>
                <a:lnTo>
                  <a:pt x="1439285" y="46743"/>
                </a:lnTo>
                <a:lnTo>
                  <a:pt x="1439903" y="46881"/>
                </a:lnTo>
                <a:lnTo>
                  <a:pt x="1440509" y="47037"/>
                </a:lnTo>
                <a:lnTo>
                  <a:pt x="1441103" y="47212"/>
                </a:lnTo>
                <a:lnTo>
                  <a:pt x="1441684" y="47405"/>
                </a:lnTo>
                <a:lnTo>
                  <a:pt x="1442253" y="47616"/>
                </a:lnTo>
                <a:lnTo>
                  <a:pt x="1442810" y="47845"/>
                </a:lnTo>
                <a:lnTo>
                  <a:pt x="1443354" y="48094"/>
                </a:lnTo>
                <a:lnTo>
                  <a:pt x="1443886" y="48360"/>
                </a:lnTo>
                <a:lnTo>
                  <a:pt x="1444406" y="48645"/>
                </a:lnTo>
                <a:lnTo>
                  <a:pt x="1444913" y="48948"/>
                </a:lnTo>
                <a:lnTo>
                  <a:pt x="1445408" y="49269"/>
                </a:lnTo>
                <a:lnTo>
                  <a:pt x="1445891" y="49609"/>
                </a:lnTo>
                <a:lnTo>
                  <a:pt x="1446361" y="49968"/>
                </a:lnTo>
                <a:lnTo>
                  <a:pt x="1446819" y="50344"/>
                </a:lnTo>
                <a:lnTo>
                  <a:pt x="1447264" y="50739"/>
                </a:lnTo>
                <a:lnTo>
                  <a:pt x="1447697" y="51153"/>
                </a:lnTo>
                <a:lnTo>
                  <a:pt x="1448118" y="51585"/>
                </a:lnTo>
                <a:lnTo>
                  <a:pt x="1448524" y="52034"/>
                </a:lnTo>
                <a:lnTo>
                  <a:pt x="1448913" y="52499"/>
                </a:lnTo>
                <a:lnTo>
                  <a:pt x="1449285" y="52980"/>
                </a:lnTo>
                <a:lnTo>
                  <a:pt x="1449639" y="53478"/>
                </a:lnTo>
                <a:lnTo>
                  <a:pt x="1449976" y="53992"/>
                </a:lnTo>
                <a:lnTo>
                  <a:pt x="1450296" y="54522"/>
                </a:lnTo>
                <a:lnTo>
                  <a:pt x="1450599" y="55068"/>
                </a:lnTo>
                <a:lnTo>
                  <a:pt x="1450884" y="55631"/>
                </a:lnTo>
                <a:lnTo>
                  <a:pt x="1451152" y="56209"/>
                </a:lnTo>
                <a:lnTo>
                  <a:pt x="1451403" y="56804"/>
                </a:lnTo>
                <a:lnTo>
                  <a:pt x="1451636" y="57415"/>
                </a:lnTo>
                <a:lnTo>
                  <a:pt x="1451852" y="58042"/>
                </a:lnTo>
                <a:lnTo>
                  <a:pt x="1452051" y="58685"/>
                </a:lnTo>
                <a:lnTo>
                  <a:pt x="1452232" y="59345"/>
                </a:lnTo>
                <a:lnTo>
                  <a:pt x="1452397" y="60021"/>
                </a:lnTo>
                <a:lnTo>
                  <a:pt x="1452543" y="60713"/>
                </a:lnTo>
                <a:lnTo>
                  <a:pt x="1452673" y="61421"/>
                </a:lnTo>
                <a:lnTo>
                  <a:pt x="1452785" y="62145"/>
                </a:lnTo>
                <a:lnTo>
                  <a:pt x="1452881" y="62886"/>
                </a:lnTo>
                <a:lnTo>
                  <a:pt x="1452958" y="63642"/>
                </a:lnTo>
                <a:lnTo>
                  <a:pt x="1453019" y="64415"/>
                </a:lnTo>
                <a:lnTo>
                  <a:pt x="1453062" y="65204"/>
                </a:lnTo>
                <a:lnTo>
                  <a:pt x="1453088" y="66009"/>
                </a:lnTo>
                <a:lnTo>
                  <a:pt x="1453097" y="66831"/>
                </a:lnTo>
                <a:lnTo>
                  <a:pt x="1453097" y="122762"/>
                </a:lnTo>
                <a:lnTo>
                  <a:pt x="1467316" y="122762"/>
                </a:lnTo>
                <a:lnTo>
                  <a:pt x="1467316" y="64304"/>
                </a:lnTo>
                <a:lnTo>
                  <a:pt x="1467302" y="63156"/>
                </a:lnTo>
                <a:lnTo>
                  <a:pt x="1467262" y="62028"/>
                </a:lnTo>
                <a:lnTo>
                  <a:pt x="1467195" y="60920"/>
                </a:lnTo>
                <a:lnTo>
                  <a:pt x="1467101" y="59832"/>
                </a:lnTo>
                <a:lnTo>
                  <a:pt x="1466980" y="58765"/>
                </a:lnTo>
                <a:lnTo>
                  <a:pt x="1466832" y="57718"/>
                </a:lnTo>
                <a:lnTo>
                  <a:pt x="1466657" y="56691"/>
                </a:lnTo>
                <a:lnTo>
                  <a:pt x="1466456" y="55685"/>
                </a:lnTo>
                <a:lnTo>
                  <a:pt x="1466227" y="54699"/>
                </a:lnTo>
                <a:lnTo>
                  <a:pt x="1465972" y="53733"/>
                </a:lnTo>
                <a:lnTo>
                  <a:pt x="1465690" y="52788"/>
                </a:lnTo>
                <a:lnTo>
                  <a:pt x="1465380" y="51863"/>
                </a:lnTo>
                <a:lnTo>
                  <a:pt x="1465044" y="50958"/>
                </a:lnTo>
                <a:lnTo>
                  <a:pt x="1464682" y="50073"/>
                </a:lnTo>
                <a:lnTo>
                  <a:pt x="1464292" y="49209"/>
                </a:lnTo>
                <a:lnTo>
                  <a:pt x="1463875" y="48365"/>
                </a:lnTo>
                <a:lnTo>
                  <a:pt x="1463432" y="47541"/>
                </a:lnTo>
                <a:lnTo>
                  <a:pt x="1462961" y="46738"/>
                </a:lnTo>
                <a:lnTo>
                  <a:pt x="1462464" y="45955"/>
                </a:lnTo>
                <a:lnTo>
                  <a:pt x="1461940" y="45192"/>
                </a:lnTo>
                <a:lnTo>
                  <a:pt x="1461389" y="44450"/>
                </a:lnTo>
                <a:lnTo>
                  <a:pt x="1460811" y="43727"/>
                </a:lnTo>
                <a:lnTo>
                  <a:pt x="1460206" y="43025"/>
                </a:lnTo>
                <a:lnTo>
                  <a:pt x="1459575" y="42344"/>
                </a:lnTo>
                <a:lnTo>
                  <a:pt x="1458920" y="41686"/>
                </a:lnTo>
                <a:lnTo>
                  <a:pt x="1458247" y="41057"/>
                </a:lnTo>
                <a:lnTo>
                  <a:pt x="1457555" y="40455"/>
                </a:lnTo>
                <a:lnTo>
                  <a:pt x="1456845" y="39881"/>
                </a:lnTo>
                <a:lnTo>
                  <a:pt x="1456116" y="39336"/>
                </a:lnTo>
                <a:lnTo>
                  <a:pt x="1455368" y="38818"/>
                </a:lnTo>
                <a:lnTo>
                  <a:pt x="1454602" y="38328"/>
                </a:lnTo>
                <a:lnTo>
                  <a:pt x="1453817" y="37866"/>
                </a:lnTo>
                <a:lnTo>
                  <a:pt x="1453013" y="37433"/>
                </a:lnTo>
                <a:lnTo>
                  <a:pt x="1452191" y="37027"/>
                </a:lnTo>
                <a:lnTo>
                  <a:pt x="1451350" y="36649"/>
                </a:lnTo>
                <a:lnTo>
                  <a:pt x="1450490" y="36299"/>
                </a:lnTo>
                <a:lnTo>
                  <a:pt x="1449612" y="35978"/>
                </a:lnTo>
                <a:lnTo>
                  <a:pt x="1448715" y="35684"/>
                </a:lnTo>
                <a:lnTo>
                  <a:pt x="1447799" y="35418"/>
                </a:lnTo>
                <a:lnTo>
                  <a:pt x="1446865" y="35180"/>
                </a:lnTo>
                <a:lnTo>
                  <a:pt x="1445912" y="34970"/>
                </a:lnTo>
                <a:lnTo>
                  <a:pt x="1444940" y="34788"/>
                </a:lnTo>
                <a:lnTo>
                  <a:pt x="1443950" y="34634"/>
                </a:lnTo>
                <a:lnTo>
                  <a:pt x="1442941" y="34508"/>
                </a:lnTo>
                <a:lnTo>
                  <a:pt x="1441913" y="34410"/>
                </a:lnTo>
                <a:lnTo>
                  <a:pt x="1440867" y="34340"/>
                </a:lnTo>
                <a:lnTo>
                  <a:pt x="1439802" y="34298"/>
                </a:lnTo>
                <a:lnTo>
                  <a:pt x="1438718" y="34284"/>
                </a:lnTo>
                <a:lnTo>
                  <a:pt x="1437818" y="34294"/>
                </a:lnTo>
                <a:lnTo>
                  <a:pt x="1436934" y="34323"/>
                </a:lnTo>
                <a:lnTo>
                  <a:pt x="1436067" y="34372"/>
                </a:lnTo>
                <a:lnTo>
                  <a:pt x="1435216" y="34440"/>
                </a:lnTo>
                <a:lnTo>
                  <a:pt x="1434382" y="34528"/>
                </a:lnTo>
                <a:lnTo>
                  <a:pt x="1433564" y="34635"/>
                </a:lnTo>
                <a:lnTo>
                  <a:pt x="1432762" y="34762"/>
                </a:lnTo>
                <a:lnTo>
                  <a:pt x="1431977" y="34908"/>
                </a:lnTo>
                <a:lnTo>
                  <a:pt x="1431209" y="35073"/>
                </a:lnTo>
                <a:lnTo>
                  <a:pt x="1430456" y="35258"/>
                </a:lnTo>
                <a:lnTo>
                  <a:pt x="1429721" y="35463"/>
                </a:lnTo>
                <a:lnTo>
                  <a:pt x="1429001" y="35687"/>
                </a:lnTo>
                <a:lnTo>
                  <a:pt x="1428299" y="35930"/>
                </a:lnTo>
                <a:lnTo>
                  <a:pt x="1427612" y="36193"/>
                </a:lnTo>
                <a:lnTo>
                  <a:pt x="1426943" y="36476"/>
                </a:lnTo>
                <a:lnTo>
                  <a:pt x="1426289" y="36778"/>
                </a:lnTo>
                <a:lnTo>
                  <a:pt x="1425652" y="37099"/>
                </a:lnTo>
                <a:lnTo>
                  <a:pt x="1425032" y="37440"/>
                </a:lnTo>
                <a:lnTo>
                  <a:pt x="1424428" y="37800"/>
                </a:lnTo>
                <a:lnTo>
                  <a:pt x="1423840" y="38180"/>
                </a:lnTo>
                <a:lnTo>
                  <a:pt x="1423269" y="38580"/>
                </a:lnTo>
                <a:lnTo>
                  <a:pt x="1422714" y="38998"/>
                </a:lnTo>
                <a:lnTo>
                  <a:pt x="1422176" y="39437"/>
                </a:lnTo>
                <a:lnTo>
                  <a:pt x="1421654" y="39895"/>
                </a:lnTo>
                <a:lnTo>
                  <a:pt x="1421152" y="40370"/>
                </a:lnTo>
                <a:lnTo>
                  <a:pt x="1420671" y="40861"/>
                </a:lnTo>
                <a:lnTo>
                  <a:pt x="1420211" y="41369"/>
                </a:lnTo>
                <a:lnTo>
                  <a:pt x="1419772" y="41893"/>
                </a:lnTo>
                <a:lnTo>
                  <a:pt x="1419355" y="42433"/>
                </a:lnTo>
                <a:lnTo>
                  <a:pt x="1418960" y="42990"/>
                </a:lnTo>
                <a:lnTo>
                  <a:pt x="1418585" y="43562"/>
                </a:lnTo>
                <a:lnTo>
                  <a:pt x="1418232" y="44151"/>
                </a:lnTo>
                <a:lnTo>
                  <a:pt x="1417901" y="44756"/>
                </a:lnTo>
                <a:lnTo>
                  <a:pt x="1417591" y="45377"/>
                </a:lnTo>
                <a:lnTo>
                  <a:pt x="1417302" y="46014"/>
                </a:lnTo>
                <a:lnTo>
                  <a:pt x="1417035" y="46668"/>
                </a:lnTo>
                <a:lnTo>
                  <a:pt x="1416789" y="47337"/>
                </a:lnTo>
                <a:lnTo>
                  <a:pt x="1416564" y="48023"/>
                </a:lnTo>
                <a:lnTo>
                  <a:pt x="1416361" y="48725"/>
                </a:lnTo>
                <a:lnTo>
                  <a:pt x="1416179" y="49444"/>
                </a:lnTo>
                <a:lnTo>
                  <a:pt x="1416019" y="50178"/>
                </a:lnTo>
                <a:lnTo>
                  <a:pt x="1415880" y="50929"/>
                </a:lnTo>
                <a:lnTo>
                  <a:pt x="1415762" y="51695"/>
                </a:lnTo>
                <a:lnTo>
                  <a:pt x="1415669" y="52453"/>
                </a:lnTo>
                <a:lnTo>
                  <a:pt x="1415495" y="52453"/>
                </a:lnTo>
                <a:lnTo>
                  <a:pt x="1415495" y="35864"/>
                </a:lnTo>
                <a:lnTo>
                  <a:pt x="1401273" y="35864"/>
                </a:lnTo>
                <a:lnTo>
                  <a:pt x="1401273" y="122762"/>
                </a:lnTo>
                <a:close/>
                <a:moveTo>
                  <a:pt x="1214679" y="35864"/>
                </a:moveTo>
                <a:lnTo>
                  <a:pt x="1214679" y="48819"/>
                </a:lnTo>
                <a:lnTo>
                  <a:pt x="1242329" y="48819"/>
                </a:lnTo>
                <a:lnTo>
                  <a:pt x="1242329" y="109806"/>
                </a:lnTo>
                <a:lnTo>
                  <a:pt x="1211521" y="109806"/>
                </a:lnTo>
                <a:lnTo>
                  <a:pt x="1211521" y="122762"/>
                </a:lnTo>
                <a:lnTo>
                  <a:pt x="1285777" y="122762"/>
                </a:lnTo>
                <a:lnTo>
                  <a:pt x="1285777" y="109806"/>
                </a:lnTo>
                <a:lnTo>
                  <a:pt x="1256548" y="109806"/>
                </a:lnTo>
                <a:lnTo>
                  <a:pt x="1256548" y="35864"/>
                </a:lnTo>
                <a:lnTo>
                  <a:pt x="1214679" y="35864"/>
                </a:lnTo>
                <a:close/>
                <a:moveTo>
                  <a:pt x="1344512" y="123847"/>
                </a:moveTo>
                <a:lnTo>
                  <a:pt x="1345328" y="123769"/>
                </a:lnTo>
                <a:lnTo>
                  <a:pt x="1346135" y="123676"/>
                </a:lnTo>
                <a:lnTo>
                  <a:pt x="1346932" y="123569"/>
                </a:lnTo>
                <a:lnTo>
                  <a:pt x="1347719" y="123448"/>
                </a:lnTo>
                <a:lnTo>
                  <a:pt x="1348497" y="123312"/>
                </a:lnTo>
                <a:lnTo>
                  <a:pt x="1349265" y="123162"/>
                </a:lnTo>
                <a:lnTo>
                  <a:pt x="1350023" y="122998"/>
                </a:lnTo>
                <a:lnTo>
                  <a:pt x="1350772" y="122820"/>
                </a:lnTo>
                <a:lnTo>
                  <a:pt x="1351511" y="122628"/>
                </a:lnTo>
                <a:lnTo>
                  <a:pt x="1352241" y="122421"/>
                </a:lnTo>
                <a:lnTo>
                  <a:pt x="1352961" y="122200"/>
                </a:lnTo>
                <a:lnTo>
                  <a:pt x="1353672" y="121964"/>
                </a:lnTo>
                <a:lnTo>
                  <a:pt x="1354373" y="121715"/>
                </a:lnTo>
                <a:lnTo>
                  <a:pt x="1355064" y="121451"/>
                </a:lnTo>
                <a:lnTo>
                  <a:pt x="1355746" y="121173"/>
                </a:lnTo>
                <a:lnTo>
                  <a:pt x="1356418" y="120880"/>
                </a:lnTo>
                <a:lnTo>
                  <a:pt x="1357080" y="120574"/>
                </a:lnTo>
                <a:lnTo>
                  <a:pt x="1357733" y="120253"/>
                </a:lnTo>
                <a:lnTo>
                  <a:pt x="1358376" y="119917"/>
                </a:lnTo>
                <a:lnTo>
                  <a:pt x="1359009" y="119569"/>
                </a:lnTo>
                <a:lnTo>
                  <a:pt x="1359629" y="119207"/>
                </a:lnTo>
                <a:lnTo>
                  <a:pt x="1360238" y="118832"/>
                </a:lnTo>
                <a:lnTo>
                  <a:pt x="1360834" y="118445"/>
                </a:lnTo>
                <a:lnTo>
                  <a:pt x="1361419" y="118045"/>
                </a:lnTo>
                <a:lnTo>
                  <a:pt x="1361991" y="117631"/>
                </a:lnTo>
                <a:lnTo>
                  <a:pt x="1362551" y="117205"/>
                </a:lnTo>
                <a:lnTo>
                  <a:pt x="1363099" y="116766"/>
                </a:lnTo>
                <a:lnTo>
                  <a:pt x="1363635" y="116314"/>
                </a:lnTo>
                <a:lnTo>
                  <a:pt x="1364159" y="115849"/>
                </a:lnTo>
                <a:lnTo>
                  <a:pt x="1364671" y="115372"/>
                </a:lnTo>
                <a:lnTo>
                  <a:pt x="1365171" y="114881"/>
                </a:lnTo>
                <a:lnTo>
                  <a:pt x="1365659" y="114378"/>
                </a:lnTo>
                <a:lnTo>
                  <a:pt x="1366135" y="113861"/>
                </a:lnTo>
                <a:lnTo>
                  <a:pt x="1366598" y="113332"/>
                </a:lnTo>
                <a:lnTo>
                  <a:pt x="1367050" y="112790"/>
                </a:lnTo>
                <a:lnTo>
                  <a:pt x="1367489" y="112235"/>
                </a:lnTo>
                <a:lnTo>
                  <a:pt x="1367917" y="111667"/>
                </a:lnTo>
                <a:lnTo>
                  <a:pt x="1368332" y="111086"/>
                </a:lnTo>
                <a:lnTo>
                  <a:pt x="1368735" y="110492"/>
                </a:lnTo>
                <a:lnTo>
                  <a:pt x="1369127" y="109886"/>
                </a:lnTo>
                <a:lnTo>
                  <a:pt x="1369506" y="109266"/>
                </a:lnTo>
                <a:lnTo>
                  <a:pt x="1369873" y="108634"/>
                </a:lnTo>
                <a:lnTo>
                  <a:pt x="1370228" y="107989"/>
                </a:lnTo>
                <a:lnTo>
                  <a:pt x="1370570" y="107331"/>
                </a:lnTo>
                <a:lnTo>
                  <a:pt x="1370897" y="106664"/>
                </a:lnTo>
                <a:lnTo>
                  <a:pt x="1371209" y="105985"/>
                </a:lnTo>
                <a:lnTo>
                  <a:pt x="1371507" y="105296"/>
                </a:lnTo>
                <a:lnTo>
                  <a:pt x="1371791" y="104596"/>
                </a:lnTo>
                <a:lnTo>
                  <a:pt x="1372060" y="103886"/>
                </a:lnTo>
                <a:lnTo>
                  <a:pt x="1372314" y="103164"/>
                </a:lnTo>
                <a:lnTo>
                  <a:pt x="1372554" y="102432"/>
                </a:lnTo>
                <a:lnTo>
                  <a:pt x="1372780" y="101690"/>
                </a:lnTo>
                <a:lnTo>
                  <a:pt x="1372991" y="100936"/>
                </a:lnTo>
                <a:lnTo>
                  <a:pt x="1373187" y="100172"/>
                </a:lnTo>
                <a:lnTo>
                  <a:pt x="1373369" y="99398"/>
                </a:lnTo>
                <a:lnTo>
                  <a:pt x="1373536" y="98612"/>
                </a:lnTo>
                <a:lnTo>
                  <a:pt x="1373689" y="97816"/>
                </a:lnTo>
                <a:lnTo>
                  <a:pt x="1373827" y="97009"/>
                </a:lnTo>
                <a:lnTo>
                  <a:pt x="1373950" y="96192"/>
                </a:lnTo>
                <a:lnTo>
                  <a:pt x="1374059" y="95363"/>
                </a:lnTo>
                <a:lnTo>
                  <a:pt x="1374154" y="94524"/>
                </a:lnTo>
                <a:lnTo>
                  <a:pt x="1374234" y="93675"/>
                </a:lnTo>
                <a:lnTo>
                  <a:pt x="1374299" y="92814"/>
                </a:lnTo>
                <a:lnTo>
                  <a:pt x="1374350" y="91943"/>
                </a:lnTo>
                <a:lnTo>
                  <a:pt x="1374386" y="91062"/>
                </a:lnTo>
                <a:lnTo>
                  <a:pt x="1374408" y="90169"/>
                </a:lnTo>
                <a:lnTo>
                  <a:pt x="1374416" y="89266"/>
                </a:lnTo>
                <a:lnTo>
                  <a:pt x="1374416" y="69360"/>
                </a:lnTo>
                <a:lnTo>
                  <a:pt x="1374408" y="68444"/>
                </a:lnTo>
                <a:lnTo>
                  <a:pt x="1374386" y="67539"/>
                </a:lnTo>
                <a:lnTo>
                  <a:pt x="1374350" y="66646"/>
                </a:lnTo>
                <a:lnTo>
                  <a:pt x="1374299" y="65765"/>
                </a:lnTo>
                <a:lnTo>
                  <a:pt x="1374234" y="64895"/>
                </a:lnTo>
                <a:lnTo>
                  <a:pt x="1374154" y="64037"/>
                </a:lnTo>
                <a:lnTo>
                  <a:pt x="1374059" y="63190"/>
                </a:lnTo>
                <a:lnTo>
                  <a:pt x="1373950" y="62355"/>
                </a:lnTo>
                <a:lnTo>
                  <a:pt x="1373827" y="61531"/>
                </a:lnTo>
                <a:lnTo>
                  <a:pt x="1373689" y="60719"/>
                </a:lnTo>
                <a:lnTo>
                  <a:pt x="1373536" y="59918"/>
                </a:lnTo>
                <a:lnTo>
                  <a:pt x="1373369" y="59129"/>
                </a:lnTo>
                <a:lnTo>
                  <a:pt x="1373187" y="58351"/>
                </a:lnTo>
                <a:lnTo>
                  <a:pt x="1372991" y="57585"/>
                </a:lnTo>
                <a:lnTo>
                  <a:pt x="1372780" y="56830"/>
                </a:lnTo>
                <a:lnTo>
                  <a:pt x="1372554" y="56087"/>
                </a:lnTo>
                <a:lnTo>
                  <a:pt x="1372314" y="55356"/>
                </a:lnTo>
                <a:lnTo>
                  <a:pt x="1372060" y="54636"/>
                </a:lnTo>
                <a:lnTo>
                  <a:pt x="1371791" y="53927"/>
                </a:lnTo>
                <a:lnTo>
                  <a:pt x="1371507" y="53230"/>
                </a:lnTo>
                <a:lnTo>
                  <a:pt x="1371209" y="52545"/>
                </a:lnTo>
                <a:lnTo>
                  <a:pt x="1370897" y="51871"/>
                </a:lnTo>
                <a:lnTo>
                  <a:pt x="1370570" y="51209"/>
                </a:lnTo>
                <a:lnTo>
                  <a:pt x="1370228" y="50558"/>
                </a:lnTo>
                <a:lnTo>
                  <a:pt x="1369873" y="49919"/>
                </a:lnTo>
                <a:lnTo>
                  <a:pt x="1369506" y="49293"/>
                </a:lnTo>
                <a:lnTo>
                  <a:pt x="1369128" y="48679"/>
                </a:lnTo>
                <a:lnTo>
                  <a:pt x="1368738" y="48078"/>
                </a:lnTo>
                <a:lnTo>
                  <a:pt x="1368336" y="47490"/>
                </a:lnTo>
                <a:lnTo>
                  <a:pt x="1367922" y="46914"/>
                </a:lnTo>
                <a:lnTo>
                  <a:pt x="1367496" y="46351"/>
                </a:lnTo>
                <a:lnTo>
                  <a:pt x="1367059" y="45801"/>
                </a:lnTo>
                <a:lnTo>
                  <a:pt x="1366610" y="45263"/>
                </a:lnTo>
                <a:lnTo>
                  <a:pt x="1366148" y="44737"/>
                </a:lnTo>
                <a:lnTo>
                  <a:pt x="1365676" y="44225"/>
                </a:lnTo>
                <a:lnTo>
                  <a:pt x="1365191" y="43725"/>
                </a:lnTo>
                <a:lnTo>
                  <a:pt x="1364695" y="43237"/>
                </a:lnTo>
                <a:lnTo>
                  <a:pt x="1364186" y="42763"/>
                </a:lnTo>
                <a:lnTo>
                  <a:pt x="1363666" y="42300"/>
                </a:lnTo>
                <a:lnTo>
                  <a:pt x="1363135" y="41851"/>
                </a:lnTo>
                <a:lnTo>
                  <a:pt x="1362591" y="41414"/>
                </a:lnTo>
                <a:lnTo>
                  <a:pt x="1362036" y="40989"/>
                </a:lnTo>
                <a:lnTo>
                  <a:pt x="1361469" y="40578"/>
                </a:lnTo>
                <a:lnTo>
                  <a:pt x="1360890" y="40179"/>
                </a:lnTo>
                <a:lnTo>
                  <a:pt x="1360299" y="39792"/>
                </a:lnTo>
                <a:lnTo>
                  <a:pt x="1359696" y="39418"/>
                </a:lnTo>
                <a:lnTo>
                  <a:pt x="1359082" y="39057"/>
                </a:lnTo>
                <a:lnTo>
                  <a:pt x="1358456" y="38708"/>
                </a:lnTo>
                <a:lnTo>
                  <a:pt x="1357819" y="38373"/>
                </a:lnTo>
                <a:lnTo>
                  <a:pt x="1357171" y="38052"/>
                </a:lnTo>
                <a:lnTo>
                  <a:pt x="1356513" y="37746"/>
                </a:lnTo>
                <a:lnTo>
                  <a:pt x="1355845" y="37453"/>
                </a:lnTo>
                <a:lnTo>
                  <a:pt x="1355166" y="37175"/>
                </a:lnTo>
                <a:lnTo>
                  <a:pt x="1354477" y="36911"/>
                </a:lnTo>
                <a:lnTo>
                  <a:pt x="1353777" y="36661"/>
                </a:lnTo>
                <a:lnTo>
                  <a:pt x="1353067" y="36426"/>
                </a:lnTo>
                <a:lnTo>
                  <a:pt x="1352347" y="36205"/>
                </a:lnTo>
                <a:lnTo>
                  <a:pt x="1351616" y="35998"/>
                </a:lnTo>
                <a:lnTo>
                  <a:pt x="1350875" y="35806"/>
                </a:lnTo>
                <a:lnTo>
                  <a:pt x="1350123" y="35627"/>
                </a:lnTo>
                <a:lnTo>
                  <a:pt x="1349361" y="35463"/>
                </a:lnTo>
                <a:lnTo>
                  <a:pt x="1348588" y="35314"/>
                </a:lnTo>
                <a:lnTo>
                  <a:pt x="1347805" y="35178"/>
                </a:lnTo>
                <a:lnTo>
                  <a:pt x="1347011" y="35057"/>
                </a:lnTo>
                <a:lnTo>
                  <a:pt x="1346207" y="34950"/>
                </a:lnTo>
                <a:lnTo>
                  <a:pt x="1345393" y="34857"/>
                </a:lnTo>
                <a:lnTo>
                  <a:pt x="1344568" y="34779"/>
                </a:lnTo>
                <a:lnTo>
                  <a:pt x="1343733" y="34714"/>
                </a:lnTo>
                <a:lnTo>
                  <a:pt x="1342887" y="34665"/>
                </a:lnTo>
                <a:lnTo>
                  <a:pt x="1342031" y="34629"/>
                </a:lnTo>
                <a:lnTo>
                  <a:pt x="1341165" y="34607"/>
                </a:lnTo>
                <a:lnTo>
                  <a:pt x="1340288" y="34600"/>
                </a:lnTo>
                <a:lnTo>
                  <a:pt x="1339423" y="34607"/>
                </a:lnTo>
                <a:lnTo>
                  <a:pt x="1338569" y="34629"/>
                </a:lnTo>
                <a:lnTo>
                  <a:pt x="1337724" y="34665"/>
                </a:lnTo>
                <a:lnTo>
                  <a:pt x="1336888" y="34714"/>
                </a:lnTo>
                <a:lnTo>
                  <a:pt x="1336062" y="34779"/>
                </a:lnTo>
                <a:lnTo>
                  <a:pt x="1335246" y="34857"/>
                </a:lnTo>
                <a:lnTo>
                  <a:pt x="1334439" y="34950"/>
                </a:lnTo>
                <a:lnTo>
                  <a:pt x="1333642" y="35057"/>
                </a:lnTo>
                <a:lnTo>
                  <a:pt x="1332855" y="35178"/>
                </a:lnTo>
                <a:lnTo>
                  <a:pt x="1332077" y="35314"/>
                </a:lnTo>
                <a:lnTo>
                  <a:pt x="1331308" y="35463"/>
                </a:lnTo>
                <a:lnTo>
                  <a:pt x="1330550" y="35627"/>
                </a:lnTo>
                <a:lnTo>
                  <a:pt x="1329801" y="35806"/>
                </a:lnTo>
                <a:lnTo>
                  <a:pt x="1329061" y="35998"/>
                </a:lnTo>
                <a:lnTo>
                  <a:pt x="1328331" y="36205"/>
                </a:lnTo>
                <a:lnTo>
                  <a:pt x="1327611" y="36426"/>
                </a:lnTo>
                <a:lnTo>
                  <a:pt x="1326900" y="36661"/>
                </a:lnTo>
                <a:lnTo>
                  <a:pt x="1326199" y="36911"/>
                </a:lnTo>
                <a:lnTo>
                  <a:pt x="1325508" y="37175"/>
                </a:lnTo>
                <a:lnTo>
                  <a:pt x="1324826" y="37453"/>
                </a:lnTo>
                <a:lnTo>
                  <a:pt x="1324154" y="37746"/>
                </a:lnTo>
                <a:lnTo>
                  <a:pt x="1323491" y="38052"/>
                </a:lnTo>
                <a:lnTo>
                  <a:pt x="1322838" y="38373"/>
                </a:lnTo>
                <a:lnTo>
                  <a:pt x="1322194" y="38708"/>
                </a:lnTo>
                <a:lnTo>
                  <a:pt x="1321562" y="39057"/>
                </a:lnTo>
                <a:lnTo>
                  <a:pt x="1320942" y="39418"/>
                </a:lnTo>
                <a:lnTo>
                  <a:pt x="1320333" y="39792"/>
                </a:lnTo>
                <a:lnTo>
                  <a:pt x="1319737" y="40179"/>
                </a:lnTo>
                <a:lnTo>
                  <a:pt x="1319153" y="40578"/>
                </a:lnTo>
                <a:lnTo>
                  <a:pt x="1318581" y="40989"/>
                </a:lnTo>
                <a:lnTo>
                  <a:pt x="1318021" y="41414"/>
                </a:lnTo>
                <a:lnTo>
                  <a:pt x="1317473" y="41851"/>
                </a:lnTo>
                <a:lnTo>
                  <a:pt x="1316937" y="42300"/>
                </a:lnTo>
                <a:lnTo>
                  <a:pt x="1316413" y="42763"/>
                </a:lnTo>
                <a:lnTo>
                  <a:pt x="1315901" y="43237"/>
                </a:lnTo>
                <a:lnTo>
                  <a:pt x="1315401" y="43725"/>
                </a:lnTo>
                <a:lnTo>
                  <a:pt x="1314914" y="44225"/>
                </a:lnTo>
                <a:lnTo>
                  <a:pt x="1314438" y="44737"/>
                </a:lnTo>
                <a:lnTo>
                  <a:pt x="1313974" y="45263"/>
                </a:lnTo>
                <a:lnTo>
                  <a:pt x="1313523" y="45801"/>
                </a:lnTo>
                <a:lnTo>
                  <a:pt x="1313083" y="46351"/>
                </a:lnTo>
                <a:lnTo>
                  <a:pt x="1312656" y="46914"/>
                </a:lnTo>
                <a:lnTo>
                  <a:pt x="1312241" y="47490"/>
                </a:lnTo>
                <a:lnTo>
                  <a:pt x="1311838" y="48078"/>
                </a:lnTo>
                <a:lnTo>
                  <a:pt x="1311446" y="48679"/>
                </a:lnTo>
                <a:lnTo>
                  <a:pt x="1311067" y="49293"/>
                </a:lnTo>
                <a:lnTo>
                  <a:pt x="1310700" y="49919"/>
                </a:lnTo>
                <a:lnTo>
                  <a:pt x="1310345" y="50558"/>
                </a:lnTo>
                <a:lnTo>
                  <a:pt x="1310004" y="51209"/>
                </a:lnTo>
                <a:lnTo>
                  <a:pt x="1309677" y="51871"/>
                </a:lnTo>
                <a:lnTo>
                  <a:pt x="1309364" y="52545"/>
                </a:lnTo>
                <a:lnTo>
                  <a:pt x="1309066" y="53230"/>
                </a:lnTo>
                <a:lnTo>
                  <a:pt x="1308783" y="53927"/>
                </a:lnTo>
                <a:lnTo>
                  <a:pt x="1308514" y="54636"/>
                </a:lnTo>
                <a:lnTo>
                  <a:pt x="1308260" y="55356"/>
                </a:lnTo>
                <a:lnTo>
                  <a:pt x="1308020" y="56087"/>
                </a:lnTo>
                <a:lnTo>
                  <a:pt x="1307795" y="56830"/>
                </a:lnTo>
                <a:lnTo>
                  <a:pt x="1307584" y="57585"/>
                </a:lnTo>
                <a:lnTo>
                  <a:pt x="1307388" y="58351"/>
                </a:lnTo>
                <a:lnTo>
                  <a:pt x="1307206" y="59129"/>
                </a:lnTo>
                <a:lnTo>
                  <a:pt x="1307039" y="59918"/>
                </a:lnTo>
                <a:lnTo>
                  <a:pt x="1306887" y="60719"/>
                </a:lnTo>
                <a:lnTo>
                  <a:pt x="1306748" y="61531"/>
                </a:lnTo>
                <a:lnTo>
                  <a:pt x="1306625" y="62355"/>
                </a:lnTo>
                <a:lnTo>
                  <a:pt x="1306516" y="63190"/>
                </a:lnTo>
                <a:lnTo>
                  <a:pt x="1306422" y="64037"/>
                </a:lnTo>
                <a:lnTo>
                  <a:pt x="1306342" y="64895"/>
                </a:lnTo>
                <a:lnTo>
                  <a:pt x="1306276" y="65765"/>
                </a:lnTo>
                <a:lnTo>
                  <a:pt x="1306225" y="66646"/>
                </a:lnTo>
                <a:lnTo>
                  <a:pt x="1306189" y="67539"/>
                </a:lnTo>
                <a:lnTo>
                  <a:pt x="1306167" y="68444"/>
                </a:lnTo>
                <a:lnTo>
                  <a:pt x="1306160" y="69360"/>
                </a:lnTo>
                <a:lnTo>
                  <a:pt x="1306160" y="89266"/>
                </a:lnTo>
                <a:lnTo>
                  <a:pt x="1306167" y="90169"/>
                </a:lnTo>
                <a:lnTo>
                  <a:pt x="1306189" y="91062"/>
                </a:lnTo>
                <a:lnTo>
                  <a:pt x="1306225" y="91943"/>
                </a:lnTo>
                <a:lnTo>
                  <a:pt x="1306276" y="92814"/>
                </a:lnTo>
                <a:lnTo>
                  <a:pt x="1306342" y="93675"/>
                </a:lnTo>
                <a:lnTo>
                  <a:pt x="1306422" y="94524"/>
                </a:lnTo>
                <a:lnTo>
                  <a:pt x="1306516" y="95363"/>
                </a:lnTo>
                <a:lnTo>
                  <a:pt x="1306625" y="96192"/>
                </a:lnTo>
                <a:lnTo>
                  <a:pt x="1306748" y="97009"/>
                </a:lnTo>
                <a:lnTo>
                  <a:pt x="1306887" y="97816"/>
                </a:lnTo>
                <a:lnTo>
                  <a:pt x="1307039" y="98612"/>
                </a:lnTo>
                <a:lnTo>
                  <a:pt x="1307206" y="99398"/>
                </a:lnTo>
                <a:lnTo>
                  <a:pt x="1307388" y="100172"/>
                </a:lnTo>
                <a:lnTo>
                  <a:pt x="1307584" y="100936"/>
                </a:lnTo>
                <a:lnTo>
                  <a:pt x="1307795" y="101690"/>
                </a:lnTo>
                <a:lnTo>
                  <a:pt x="1308020" y="102432"/>
                </a:lnTo>
                <a:lnTo>
                  <a:pt x="1308260" y="103164"/>
                </a:lnTo>
                <a:lnTo>
                  <a:pt x="1308514" y="103886"/>
                </a:lnTo>
                <a:lnTo>
                  <a:pt x="1308783" y="104596"/>
                </a:lnTo>
                <a:lnTo>
                  <a:pt x="1309066" y="105296"/>
                </a:lnTo>
                <a:lnTo>
                  <a:pt x="1309364" y="105985"/>
                </a:lnTo>
                <a:lnTo>
                  <a:pt x="1309677" y="106664"/>
                </a:lnTo>
                <a:lnTo>
                  <a:pt x="1310004" y="107331"/>
                </a:lnTo>
                <a:lnTo>
                  <a:pt x="1310345" y="107989"/>
                </a:lnTo>
                <a:lnTo>
                  <a:pt x="1310700" y="108634"/>
                </a:lnTo>
                <a:lnTo>
                  <a:pt x="1311067" y="109266"/>
                </a:lnTo>
                <a:lnTo>
                  <a:pt x="1311446" y="109886"/>
                </a:lnTo>
                <a:lnTo>
                  <a:pt x="1311838" y="110492"/>
                </a:lnTo>
                <a:lnTo>
                  <a:pt x="1312241" y="111086"/>
                </a:lnTo>
                <a:lnTo>
                  <a:pt x="1312656" y="111667"/>
                </a:lnTo>
                <a:lnTo>
                  <a:pt x="1313083" y="112235"/>
                </a:lnTo>
                <a:lnTo>
                  <a:pt x="1313523" y="112790"/>
                </a:lnTo>
                <a:lnTo>
                  <a:pt x="1313974" y="113332"/>
                </a:lnTo>
                <a:lnTo>
                  <a:pt x="1314438" y="113861"/>
                </a:lnTo>
                <a:lnTo>
                  <a:pt x="1314914" y="114378"/>
                </a:lnTo>
                <a:lnTo>
                  <a:pt x="1315401" y="114881"/>
                </a:lnTo>
                <a:lnTo>
                  <a:pt x="1315901" y="115372"/>
                </a:lnTo>
                <a:lnTo>
                  <a:pt x="1316413" y="115849"/>
                </a:lnTo>
                <a:lnTo>
                  <a:pt x="1316937" y="116314"/>
                </a:lnTo>
                <a:lnTo>
                  <a:pt x="1317473" y="116766"/>
                </a:lnTo>
                <a:lnTo>
                  <a:pt x="1318021" y="117205"/>
                </a:lnTo>
                <a:lnTo>
                  <a:pt x="1318581" y="117631"/>
                </a:lnTo>
                <a:lnTo>
                  <a:pt x="1319153" y="118045"/>
                </a:lnTo>
                <a:lnTo>
                  <a:pt x="1319737" y="118445"/>
                </a:lnTo>
                <a:lnTo>
                  <a:pt x="1320333" y="118832"/>
                </a:lnTo>
                <a:lnTo>
                  <a:pt x="1320942" y="119207"/>
                </a:lnTo>
                <a:lnTo>
                  <a:pt x="1321562" y="119569"/>
                </a:lnTo>
                <a:lnTo>
                  <a:pt x="1322194" y="119917"/>
                </a:lnTo>
                <a:lnTo>
                  <a:pt x="1322838" y="120253"/>
                </a:lnTo>
                <a:lnTo>
                  <a:pt x="1323491" y="120574"/>
                </a:lnTo>
                <a:lnTo>
                  <a:pt x="1324154" y="120880"/>
                </a:lnTo>
                <a:lnTo>
                  <a:pt x="1324826" y="121173"/>
                </a:lnTo>
                <a:lnTo>
                  <a:pt x="1325508" y="121451"/>
                </a:lnTo>
                <a:lnTo>
                  <a:pt x="1326199" y="121715"/>
                </a:lnTo>
                <a:lnTo>
                  <a:pt x="1326900" y="121964"/>
                </a:lnTo>
                <a:lnTo>
                  <a:pt x="1327611" y="122200"/>
                </a:lnTo>
                <a:lnTo>
                  <a:pt x="1328331" y="122421"/>
                </a:lnTo>
                <a:lnTo>
                  <a:pt x="1329061" y="122628"/>
                </a:lnTo>
                <a:lnTo>
                  <a:pt x="1329801" y="122820"/>
                </a:lnTo>
                <a:lnTo>
                  <a:pt x="1330550" y="122998"/>
                </a:lnTo>
                <a:lnTo>
                  <a:pt x="1331308" y="123162"/>
                </a:lnTo>
                <a:lnTo>
                  <a:pt x="1332077" y="123312"/>
                </a:lnTo>
                <a:lnTo>
                  <a:pt x="1332855" y="123448"/>
                </a:lnTo>
                <a:lnTo>
                  <a:pt x="1333642" y="123569"/>
                </a:lnTo>
                <a:lnTo>
                  <a:pt x="1334439" y="123676"/>
                </a:lnTo>
                <a:lnTo>
                  <a:pt x="1335246" y="123769"/>
                </a:lnTo>
                <a:lnTo>
                  <a:pt x="1336062" y="123847"/>
                </a:lnTo>
                <a:lnTo>
                  <a:pt x="1336888" y="123911"/>
                </a:lnTo>
                <a:lnTo>
                  <a:pt x="1337724" y="123961"/>
                </a:lnTo>
                <a:lnTo>
                  <a:pt x="1338569" y="123997"/>
                </a:lnTo>
                <a:lnTo>
                  <a:pt x="1339423" y="124018"/>
                </a:lnTo>
                <a:lnTo>
                  <a:pt x="1340288" y="124025"/>
                </a:lnTo>
                <a:lnTo>
                  <a:pt x="1341152" y="124018"/>
                </a:lnTo>
                <a:lnTo>
                  <a:pt x="1342006" y="123997"/>
                </a:lnTo>
                <a:lnTo>
                  <a:pt x="1342851" y="123961"/>
                </a:lnTo>
                <a:lnTo>
                  <a:pt x="1343687" y="123911"/>
                </a:lnTo>
                <a:lnTo>
                  <a:pt x="1344512" y="123847"/>
                </a:lnTo>
                <a:close/>
                <a:moveTo>
                  <a:pt x="1336634" y="111159"/>
                </a:moveTo>
                <a:lnTo>
                  <a:pt x="1335943" y="111060"/>
                </a:lnTo>
                <a:lnTo>
                  <a:pt x="1335265" y="110942"/>
                </a:lnTo>
                <a:lnTo>
                  <a:pt x="1334600" y="110806"/>
                </a:lnTo>
                <a:lnTo>
                  <a:pt x="1333948" y="110652"/>
                </a:lnTo>
                <a:lnTo>
                  <a:pt x="1333309" y="110481"/>
                </a:lnTo>
                <a:lnTo>
                  <a:pt x="1332684" y="110291"/>
                </a:lnTo>
                <a:lnTo>
                  <a:pt x="1332072" y="110082"/>
                </a:lnTo>
                <a:lnTo>
                  <a:pt x="1331472" y="109856"/>
                </a:lnTo>
                <a:lnTo>
                  <a:pt x="1330886" y="109612"/>
                </a:lnTo>
                <a:lnTo>
                  <a:pt x="1330314" y="109349"/>
                </a:lnTo>
                <a:lnTo>
                  <a:pt x="1329754" y="109069"/>
                </a:lnTo>
                <a:lnTo>
                  <a:pt x="1329207" y="108770"/>
                </a:lnTo>
                <a:lnTo>
                  <a:pt x="1328674" y="108454"/>
                </a:lnTo>
                <a:lnTo>
                  <a:pt x="1328154" y="108119"/>
                </a:lnTo>
                <a:lnTo>
                  <a:pt x="1327647" y="107766"/>
                </a:lnTo>
                <a:lnTo>
                  <a:pt x="1327153" y="107395"/>
                </a:lnTo>
                <a:lnTo>
                  <a:pt x="1326672" y="107006"/>
                </a:lnTo>
                <a:lnTo>
                  <a:pt x="1326205" y="106599"/>
                </a:lnTo>
                <a:lnTo>
                  <a:pt x="1325750" y="106173"/>
                </a:lnTo>
                <a:lnTo>
                  <a:pt x="1325312" y="105730"/>
                </a:lnTo>
                <a:lnTo>
                  <a:pt x="1324892" y="105270"/>
                </a:lnTo>
                <a:lnTo>
                  <a:pt x="1324491" y="104793"/>
                </a:lnTo>
                <a:lnTo>
                  <a:pt x="1324109" y="104299"/>
                </a:lnTo>
                <a:lnTo>
                  <a:pt x="1323745" y="103788"/>
                </a:lnTo>
                <a:lnTo>
                  <a:pt x="1323400" y="103260"/>
                </a:lnTo>
                <a:lnTo>
                  <a:pt x="1323074" y="102715"/>
                </a:lnTo>
                <a:lnTo>
                  <a:pt x="1322766" y="102153"/>
                </a:lnTo>
                <a:lnTo>
                  <a:pt x="1322477" y="101574"/>
                </a:lnTo>
                <a:lnTo>
                  <a:pt x="1322207" y="100978"/>
                </a:lnTo>
                <a:lnTo>
                  <a:pt x="1321955" y="100365"/>
                </a:lnTo>
                <a:lnTo>
                  <a:pt x="1321722" y="99734"/>
                </a:lnTo>
                <a:lnTo>
                  <a:pt x="1321507" y="99087"/>
                </a:lnTo>
                <a:lnTo>
                  <a:pt x="1321312" y="98423"/>
                </a:lnTo>
                <a:lnTo>
                  <a:pt x="1321134" y="97742"/>
                </a:lnTo>
                <a:lnTo>
                  <a:pt x="1320976" y="97044"/>
                </a:lnTo>
                <a:lnTo>
                  <a:pt x="1320836" y="96329"/>
                </a:lnTo>
                <a:lnTo>
                  <a:pt x="1320715" y="95597"/>
                </a:lnTo>
                <a:lnTo>
                  <a:pt x="1320612" y="94848"/>
                </a:lnTo>
                <a:lnTo>
                  <a:pt x="1320528" y="94082"/>
                </a:lnTo>
                <a:lnTo>
                  <a:pt x="1320463" y="93299"/>
                </a:lnTo>
                <a:lnTo>
                  <a:pt x="1320416" y="92499"/>
                </a:lnTo>
                <a:lnTo>
                  <a:pt x="1320388" y="91682"/>
                </a:lnTo>
                <a:lnTo>
                  <a:pt x="1320379" y="90848"/>
                </a:lnTo>
                <a:lnTo>
                  <a:pt x="1320379" y="67778"/>
                </a:lnTo>
                <a:lnTo>
                  <a:pt x="1320388" y="66944"/>
                </a:lnTo>
                <a:lnTo>
                  <a:pt x="1320416" y="66127"/>
                </a:lnTo>
                <a:lnTo>
                  <a:pt x="1320463" y="65327"/>
                </a:lnTo>
                <a:lnTo>
                  <a:pt x="1320528" y="64544"/>
                </a:lnTo>
                <a:lnTo>
                  <a:pt x="1320612" y="63778"/>
                </a:lnTo>
                <a:lnTo>
                  <a:pt x="1320715" y="63029"/>
                </a:lnTo>
                <a:lnTo>
                  <a:pt x="1320836" y="62297"/>
                </a:lnTo>
                <a:lnTo>
                  <a:pt x="1320976" y="61582"/>
                </a:lnTo>
                <a:lnTo>
                  <a:pt x="1321134" y="60884"/>
                </a:lnTo>
                <a:lnTo>
                  <a:pt x="1321312" y="60203"/>
                </a:lnTo>
                <a:lnTo>
                  <a:pt x="1321507" y="59539"/>
                </a:lnTo>
                <a:lnTo>
                  <a:pt x="1321722" y="58892"/>
                </a:lnTo>
                <a:lnTo>
                  <a:pt x="1321955" y="58262"/>
                </a:lnTo>
                <a:lnTo>
                  <a:pt x="1322207" y="57649"/>
                </a:lnTo>
                <a:lnTo>
                  <a:pt x="1322477" y="57053"/>
                </a:lnTo>
                <a:lnTo>
                  <a:pt x="1322766" y="56474"/>
                </a:lnTo>
                <a:lnTo>
                  <a:pt x="1323074" y="55912"/>
                </a:lnTo>
                <a:lnTo>
                  <a:pt x="1323400" y="55367"/>
                </a:lnTo>
                <a:lnTo>
                  <a:pt x="1323745" y="54839"/>
                </a:lnTo>
                <a:lnTo>
                  <a:pt x="1324109" y="54328"/>
                </a:lnTo>
                <a:lnTo>
                  <a:pt x="1324491" y="53835"/>
                </a:lnTo>
                <a:lnTo>
                  <a:pt x="1324892" y="53358"/>
                </a:lnTo>
                <a:lnTo>
                  <a:pt x="1325312" y="52898"/>
                </a:lnTo>
                <a:lnTo>
                  <a:pt x="1325750" y="52455"/>
                </a:lnTo>
                <a:lnTo>
                  <a:pt x="1326205" y="52029"/>
                </a:lnTo>
                <a:lnTo>
                  <a:pt x="1326672" y="51622"/>
                </a:lnTo>
                <a:lnTo>
                  <a:pt x="1327153" y="51233"/>
                </a:lnTo>
                <a:lnTo>
                  <a:pt x="1327647" y="50862"/>
                </a:lnTo>
                <a:lnTo>
                  <a:pt x="1328154" y="50509"/>
                </a:lnTo>
                <a:lnTo>
                  <a:pt x="1328674" y="50174"/>
                </a:lnTo>
                <a:lnTo>
                  <a:pt x="1329207" y="49857"/>
                </a:lnTo>
                <a:lnTo>
                  <a:pt x="1329754" y="49558"/>
                </a:lnTo>
                <a:lnTo>
                  <a:pt x="1330314" y="49277"/>
                </a:lnTo>
                <a:lnTo>
                  <a:pt x="1330886" y="49015"/>
                </a:lnTo>
                <a:lnTo>
                  <a:pt x="1331472" y="48770"/>
                </a:lnTo>
                <a:lnTo>
                  <a:pt x="1332072" y="48544"/>
                </a:lnTo>
                <a:lnTo>
                  <a:pt x="1332684" y="48336"/>
                </a:lnTo>
                <a:lnTo>
                  <a:pt x="1333309" y="48146"/>
                </a:lnTo>
                <a:lnTo>
                  <a:pt x="1333948" y="47974"/>
                </a:lnTo>
                <a:lnTo>
                  <a:pt x="1334600" y="47820"/>
                </a:lnTo>
                <a:lnTo>
                  <a:pt x="1335265" y="47684"/>
                </a:lnTo>
                <a:lnTo>
                  <a:pt x="1335943" y="47566"/>
                </a:lnTo>
                <a:lnTo>
                  <a:pt x="1336634" y="47467"/>
                </a:lnTo>
                <a:lnTo>
                  <a:pt x="1337338" y="47385"/>
                </a:lnTo>
                <a:lnTo>
                  <a:pt x="1338056" y="47322"/>
                </a:lnTo>
                <a:lnTo>
                  <a:pt x="1338787" y="47277"/>
                </a:lnTo>
                <a:lnTo>
                  <a:pt x="1339531" y="47249"/>
                </a:lnTo>
                <a:lnTo>
                  <a:pt x="1340288" y="47240"/>
                </a:lnTo>
                <a:lnTo>
                  <a:pt x="1341057" y="47249"/>
                </a:lnTo>
                <a:lnTo>
                  <a:pt x="1341813" y="47277"/>
                </a:lnTo>
                <a:lnTo>
                  <a:pt x="1342555" y="47322"/>
                </a:lnTo>
                <a:lnTo>
                  <a:pt x="1343283" y="47385"/>
                </a:lnTo>
                <a:lnTo>
                  <a:pt x="1343996" y="47467"/>
                </a:lnTo>
                <a:lnTo>
                  <a:pt x="1344696" y="47566"/>
                </a:lnTo>
                <a:lnTo>
                  <a:pt x="1345382" y="47684"/>
                </a:lnTo>
                <a:lnTo>
                  <a:pt x="1346054" y="47820"/>
                </a:lnTo>
                <a:lnTo>
                  <a:pt x="1346711" y="47974"/>
                </a:lnTo>
                <a:lnTo>
                  <a:pt x="1347355" y="48146"/>
                </a:lnTo>
                <a:lnTo>
                  <a:pt x="1347985" y="48336"/>
                </a:lnTo>
                <a:lnTo>
                  <a:pt x="1348601" y="48544"/>
                </a:lnTo>
                <a:lnTo>
                  <a:pt x="1349203" y="48770"/>
                </a:lnTo>
                <a:lnTo>
                  <a:pt x="1349791" y="49015"/>
                </a:lnTo>
                <a:lnTo>
                  <a:pt x="1350364" y="49277"/>
                </a:lnTo>
                <a:lnTo>
                  <a:pt x="1350924" y="49558"/>
                </a:lnTo>
                <a:lnTo>
                  <a:pt x="1351470" y="49857"/>
                </a:lnTo>
                <a:lnTo>
                  <a:pt x="1352002" y="50174"/>
                </a:lnTo>
                <a:lnTo>
                  <a:pt x="1352520" y="50509"/>
                </a:lnTo>
                <a:lnTo>
                  <a:pt x="1353024" y="50862"/>
                </a:lnTo>
                <a:lnTo>
                  <a:pt x="1353514" y="51233"/>
                </a:lnTo>
                <a:lnTo>
                  <a:pt x="1353990" y="51622"/>
                </a:lnTo>
                <a:lnTo>
                  <a:pt x="1354452" y="52029"/>
                </a:lnTo>
                <a:lnTo>
                  <a:pt x="1354900" y="52455"/>
                </a:lnTo>
                <a:lnTo>
                  <a:pt x="1355332" y="52898"/>
                </a:lnTo>
                <a:lnTo>
                  <a:pt x="1355745" y="53358"/>
                </a:lnTo>
                <a:lnTo>
                  <a:pt x="1356141" y="53835"/>
                </a:lnTo>
                <a:lnTo>
                  <a:pt x="1356517" y="54328"/>
                </a:lnTo>
                <a:lnTo>
                  <a:pt x="1356876" y="54839"/>
                </a:lnTo>
                <a:lnTo>
                  <a:pt x="1357216" y="55367"/>
                </a:lnTo>
                <a:lnTo>
                  <a:pt x="1357538" y="55912"/>
                </a:lnTo>
                <a:lnTo>
                  <a:pt x="1357841" y="56474"/>
                </a:lnTo>
                <a:lnTo>
                  <a:pt x="1358126" y="57053"/>
                </a:lnTo>
                <a:lnTo>
                  <a:pt x="1358393" y="57649"/>
                </a:lnTo>
                <a:lnTo>
                  <a:pt x="1358641" y="58262"/>
                </a:lnTo>
                <a:lnTo>
                  <a:pt x="1358870" y="58892"/>
                </a:lnTo>
                <a:lnTo>
                  <a:pt x="1359082" y="59539"/>
                </a:lnTo>
                <a:lnTo>
                  <a:pt x="1359275" y="60203"/>
                </a:lnTo>
                <a:lnTo>
                  <a:pt x="1359450" y="60884"/>
                </a:lnTo>
                <a:lnTo>
                  <a:pt x="1359606" y="61582"/>
                </a:lnTo>
                <a:lnTo>
                  <a:pt x="1359744" y="62297"/>
                </a:lnTo>
                <a:lnTo>
                  <a:pt x="1359863" y="63029"/>
                </a:lnTo>
                <a:lnTo>
                  <a:pt x="1359964" y="63778"/>
                </a:lnTo>
                <a:lnTo>
                  <a:pt x="1360047" y="64544"/>
                </a:lnTo>
                <a:lnTo>
                  <a:pt x="1360111" y="65327"/>
                </a:lnTo>
                <a:lnTo>
                  <a:pt x="1360157" y="66127"/>
                </a:lnTo>
                <a:lnTo>
                  <a:pt x="1360185" y="66944"/>
                </a:lnTo>
                <a:lnTo>
                  <a:pt x="1360194" y="67778"/>
                </a:lnTo>
                <a:lnTo>
                  <a:pt x="1360194" y="90848"/>
                </a:lnTo>
                <a:lnTo>
                  <a:pt x="1360185" y="91682"/>
                </a:lnTo>
                <a:lnTo>
                  <a:pt x="1360157" y="92499"/>
                </a:lnTo>
                <a:lnTo>
                  <a:pt x="1360111" y="93299"/>
                </a:lnTo>
                <a:lnTo>
                  <a:pt x="1360047" y="94082"/>
                </a:lnTo>
                <a:lnTo>
                  <a:pt x="1359964" y="94848"/>
                </a:lnTo>
                <a:lnTo>
                  <a:pt x="1359863" y="95597"/>
                </a:lnTo>
                <a:lnTo>
                  <a:pt x="1359744" y="96329"/>
                </a:lnTo>
                <a:lnTo>
                  <a:pt x="1359606" y="97044"/>
                </a:lnTo>
                <a:lnTo>
                  <a:pt x="1359450" y="97742"/>
                </a:lnTo>
                <a:lnTo>
                  <a:pt x="1359275" y="98423"/>
                </a:lnTo>
                <a:lnTo>
                  <a:pt x="1359082" y="99087"/>
                </a:lnTo>
                <a:lnTo>
                  <a:pt x="1358870" y="99734"/>
                </a:lnTo>
                <a:lnTo>
                  <a:pt x="1358641" y="100365"/>
                </a:lnTo>
                <a:lnTo>
                  <a:pt x="1358393" y="100978"/>
                </a:lnTo>
                <a:lnTo>
                  <a:pt x="1358126" y="101574"/>
                </a:lnTo>
                <a:lnTo>
                  <a:pt x="1357841" y="102153"/>
                </a:lnTo>
                <a:lnTo>
                  <a:pt x="1357538" y="102715"/>
                </a:lnTo>
                <a:lnTo>
                  <a:pt x="1357216" y="103260"/>
                </a:lnTo>
                <a:lnTo>
                  <a:pt x="1356876" y="103788"/>
                </a:lnTo>
                <a:lnTo>
                  <a:pt x="1356517" y="104299"/>
                </a:lnTo>
                <a:lnTo>
                  <a:pt x="1356141" y="104793"/>
                </a:lnTo>
                <a:lnTo>
                  <a:pt x="1355745" y="105270"/>
                </a:lnTo>
                <a:lnTo>
                  <a:pt x="1355332" y="105730"/>
                </a:lnTo>
                <a:lnTo>
                  <a:pt x="1354900" y="106173"/>
                </a:lnTo>
                <a:lnTo>
                  <a:pt x="1354452" y="106599"/>
                </a:lnTo>
                <a:lnTo>
                  <a:pt x="1353990" y="107006"/>
                </a:lnTo>
                <a:lnTo>
                  <a:pt x="1353514" y="107395"/>
                </a:lnTo>
                <a:lnTo>
                  <a:pt x="1353024" y="107766"/>
                </a:lnTo>
                <a:lnTo>
                  <a:pt x="1352520" y="108119"/>
                </a:lnTo>
                <a:lnTo>
                  <a:pt x="1352002" y="108454"/>
                </a:lnTo>
                <a:lnTo>
                  <a:pt x="1351470" y="108770"/>
                </a:lnTo>
                <a:lnTo>
                  <a:pt x="1350924" y="109069"/>
                </a:lnTo>
                <a:lnTo>
                  <a:pt x="1350364" y="109349"/>
                </a:lnTo>
                <a:lnTo>
                  <a:pt x="1349791" y="109612"/>
                </a:lnTo>
                <a:lnTo>
                  <a:pt x="1349203" y="109856"/>
                </a:lnTo>
                <a:lnTo>
                  <a:pt x="1348601" y="110082"/>
                </a:lnTo>
                <a:lnTo>
                  <a:pt x="1347985" y="110291"/>
                </a:lnTo>
                <a:lnTo>
                  <a:pt x="1347355" y="110481"/>
                </a:lnTo>
                <a:lnTo>
                  <a:pt x="1346711" y="110652"/>
                </a:lnTo>
                <a:lnTo>
                  <a:pt x="1346054" y="110806"/>
                </a:lnTo>
                <a:lnTo>
                  <a:pt x="1345382" y="110942"/>
                </a:lnTo>
                <a:lnTo>
                  <a:pt x="1344696" y="111060"/>
                </a:lnTo>
                <a:lnTo>
                  <a:pt x="1343996" y="111159"/>
                </a:lnTo>
                <a:lnTo>
                  <a:pt x="1343283" y="111241"/>
                </a:lnTo>
                <a:lnTo>
                  <a:pt x="1342555" y="111304"/>
                </a:lnTo>
                <a:lnTo>
                  <a:pt x="1341813" y="111349"/>
                </a:lnTo>
                <a:lnTo>
                  <a:pt x="1341057" y="111376"/>
                </a:lnTo>
                <a:lnTo>
                  <a:pt x="1340288" y="111385"/>
                </a:lnTo>
                <a:lnTo>
                  <a:pt x="1339531" y="111376"/>
                </a:lnTo>
                <a:lnTo>
                  <a:pt x="1338787" y="111349"/>
                </a:lnTo>
                <a:lnTo>
                  <a:pt x="1338056" y="111304"/>
                </a:lnTo>
                <a:lnTo>
                  <a:pt x="1337338" y="111241"/>
                </a:lnTo>
                <a:lnTo>
                  <a:pt x="1336634" y="111159"/>
                </a:lnTo>
                <a:close/>
                <a:moveTo>
                  <a:pt x="972185" y="124164"/>
                </a:moveTo>
                <a:lnTo>
                  <a:pt x="973259" y="124064"/>
                </a:lnTo>
                <a:lnTo>
                  <a:pt x="974317" y="123941"/>
                </a:lnTo>
                <a:lnTo>
                  <a:pt x="975359" y="123797"/>
                </a:lnTo>
                <a:lnTo>
                  <a:pt x="976385" y="123630"/>
                </a:lnTo>
                <a:lnTo>
                  <a:pt x="977395" y="123442"/>
                </a:lnTo>
                <a:lnTo>
                  <a:pt x="978389" y="123230"/>
                </a:lnTo>
                <a:lnTo>
                  <a:pt x="979368" y="122997"/>
                </a:lnTo>
                <a:lnTo>
                  <a:pt x="980330" y="122742"/>
                </a:lnTo>
                <a:lnTo>
                  <a:pt x="981277" y="122464"/>
                </a:lnTo>
                <a:lnTo>
                  <a:pt x="982207" y="122164"/>
                </a:lnTo>
                <a:lnTo>
                  <a:pt x="983122" y="121842"/>
                </a:lnTo>
                <a:lnTo>
                  <a:pt x="984021" y="121498"/>
                </a:lnTo>
                <a:lnTo>
                  <a:pt x="984904" y="121131"/>
                </a:lnTo>
                <a:lnTo>
                  <a:pt x="985771" y="120742"/>
                </a:lnTo>
                <a:lnTo>
                  <a:pt x="986622" y="120331"/>
                </a:lnTo>
                <a:lnTo>
                  <a:pt x="987457" y="119898"/>
                </a:lnTo>
                <a:lnTo>
                  <a:pt x="988277" y="119443"/>
                </a:lnTo>
                <a:lnTo>
                  <a:pt x="989080" y="118965"/>
                </a:lnTo>
                <a:lnTo>
                  <a:pt x="989867" y="118465"/>
                </a:lnTo>
                <a:lnTo>
                  <a:pt x="990639" y="117943"/>
                </a:lnTo>
                <a:lnTo>
                  <a:pt x="991389" y="117402"/>
                </a:lnTo>
                <a:lnTo>
                  <a:pt x="992113" y="116845"/>
                </a:lnTo>
                <a:lnTo>
                  <a:pt x="992809" y="116273"/>
                </a:lnTo>
                <a:lnTo>
                  <a:pt x="993479" y="115685"/>
                </a:lnTo>
                <a:lnTo>
                  <a:pt x="994122" y="115081"/>
                </a:lnTo>
                <a:lnTo>
                  <a:pt x="994738" y="114462"/>
                </a:lnTo>
                <a:lnTo>
                  <a:pt x="995327" y="113827"/>
                </a:lnTo>
                <a:lnTo>
                  <a:pt x="995889" y="113177"/>
                </a:lnTo>
                <a:lnTo>
                  <a:pt x="996424" y="112511"/>
                </a:lnTo>
                <a:lnTo>
                  <a:pt x="996933" y="111829"/>
                </a:lnTo>
                <a:lnTo>
                  <a:pt x="997414" y="111132"/>
                </a:lnTo>
                <a:lnTo>
                  <a:pt x="997868" y="110419"/>
                </a:lnTo>
                <a:lnTo>
                  <a:pt x="998296" y="109690"/>
                </a:lnTo>
                <a:lnTo>
                  <a:pt x="998697" y="108946"/>
                </a:lnTo>
                <a:lnTo>
                  <a:pt x="999071" y="108186"/>
                </a:lnTo>
                <a:lnTo>
                  <a:pt x="999418" y="107410"/>
                </a:lnTo>
                <a:lnTo>
                  <a:pt x="999738" y="106619"/>
                </a:lnTo>
                <a:lnTo>
                  <a:pt x="1000031" y="105812"/>
                </a:lnTo>
                <a:lnTo>
                  <a:pt x="1000297" y="104990"/>
                </a:lnTo>
                <a:lnTo>
                  <a:pt x="1000536" y="104152"/>
                </a:lnTo>
                <a:lnTo>
                  <a:pt x="1000749" y="103298"/>
                </a:lnTo>
                <a:lnTo>
                  <a:pt x="1000934" y="102428"/>
                </a:lnTo>
                <a:lnTo>
                  <a:pt x="1001093" y="101543"/>
                </a:lnTo>
                <a:lnTo>
                  <a:pt x="1001225" y="100643"/>
                </a:lnTo>
                <a:lnTo>
                  <a:pt x="987006" y="100643"/>
                </a:lnTo>
                <a:lnTo>
                  <a:pt x="986907" y="101074"/>
                </a:lnTo>
                <a:lnTo>
                  <a:pt x="986793" y="101497"/>
                </a:lnTo>
                <a:lnTo>
                  <a:pt x="986666" y="101913"/>
                </a:lnTo>
                <a:lnTo>
                  <a:pt x="986525" y="102322"/>
                </a:lnTo>
                <a:lnTo>
                  <a:pt x="986370" y="102723"/>
                </a:lnTo>
                <a:lnTo>
                  <a:pt x="986201" y="103117"/>
                </a:lnTo>
                <a:lnTo>
                  <a:pt x="986018" y="103503"/>
                </a:lnTo>
                <a:lnTo>
                  <a:pt x="985821" y="103882"/>
                </a:lnTo>
                <a:lnTo>
                  <a:pt x="985609" y="104254"/>
                </a:lnTo>
                <a:lnTo>
                  <a:pt x="985384" y="104618"/>
                </a:lnTo>
                <a:lnTo>
                  <a:pt x="985145" y="104975"/>
                </a:lnTo>
                <a:lnTo>
                  <a:pt x="984892" y="105324"/>
                </a:lnTo>
                <a:lnTo>
                  <a:pt x="984625" y="105666"/>
                </a:lnTo>
                <a:lnTo>
                  <a:pt x="984344" y="106000"/>
                </a:lnTo>
                <a:lnTo>
                  <a:pt x="984049" y="106328"/>
                </a:lnTo>
                <a:lnTo>
                  <a:pt x="983740" y="106647"/>
                </a:lnTo>
                <a:lnTo>
                  <a:pt x="983417" y="106960"/>
                </a:lnTo>
                <a:lnTo>
                  <a:pt x="983080" y="107265"/>
                </a:lnTo>
                <a:lnTo>
                  <a:pt x="982729" y="107562"/>
                </a:lnTo>
                <a:lnTo>
                  <a:pt x="982364" y="107852"/>
                </a:lnTo>
                <a:lnTo>
                  <a:pt x="981985" y="108135"/>
                </a:lnTo>
                <a:lnTo>
                  <a:pt x="981592" y="108410"/>
                </a:lnTo>
                <a:lnTo>
                  <a:pt x="981185" y="108678"/>
                </a:lnTo>
                <a:lnTo>
                  <a:pt x="980764" y="108938"/>
                </a:lnTo>
                <a:lnTo>
                  <a:pt x="980332" y="109190"/>
                </a:lnTo>
                <a:lnTo>
                  <a:pt x="979890" y="109431"/>
                </a:lnTo>
                <a:lnTo>
                  <a:pt x="979438" y="109661"/>
                </a:lnTo>
                <a:lnTo>
                  <a:pt x="978976" y="109880"/>
                </a:lnTo>
                <a:lnTo>
                  <a:pt x="978505" y="110088"/>
                </a:lnTo>
                <a:lnTo>
                  <a:pt x="978025" y="110286"/>
                </a:lnTo>
                <a:lnTo>
                  <a:pt x="977535" y="110474"/>
                </a:lnTo>
                <a:lnTo>
                  <a:pt x="977035" y="110650"/>
                </a:lnTo>
                <a:lnTo>
                  <a:pt x="976525" y="110816"/>
                </a:lnTo>
                <a:lnTo>
                  <a:pt x="976006" y="110971"/>
                </a:lnTo>
                <a:lnTo>
                  <a:pt x="975478" y="111116"/>
                </a:lnTo>
                <a:lnTo>
                  <a:pt x="974940" y="111249"/>
                </a:lnTo>
                <a:lnTo>
                  <a:pt x="974392" y="111372"/>
                </a:lnTo>
                <a:lnTo>
                  <a:pt x="973834" y="111485"/>
                </a:lnTo>
                <a:lnTo>
                  <a:pt x="973267" y="111586"/>
                </a:lnTo>
                <a:lnTo>
                  <a:pt x="972691" y="111677"/>
                </a:lnTo>
                <a:lnTo>
                  <a:pt x="972104" y="111757"/>
                </a:lnTo>
                <a:lnTo>
                  <a:pt x="971508" y="111827"/>
                </a:lnTo>
                <a:lnTo>
                  <a:pt x="970903" y="111886"/>
                </a:lnTo>
                <a:lnTo>
                  <a:pt x="970288" y="111934"/>
                </a:lnTo>
                <a:lnTo>
                  <a:pt x="969663" y="111971"/>
                </a:lnTo>
                <a:lnTo>
                  <a:pt x="969029" y="111998"/>
                </a:lnTo>
                <a:lnTo>
                  <a:pt x="968385" y="112014"/>
                </a:lnTo>
                <a:lnTo>
                  <a:pt x="967731" y="112019"/>
                </a:lnTo>
                <a:lnTo>
                  <a:pt x="966974" y="112010"/>
                </a:lnTo>
                <a:lnTo>
                  <a:pt x="966229" y="111981"/>
                </a:lnTo>
                <a:lnTo>
                  <a:pt x="965497" y="111932"/>
                </a:lnTo>
                <a:lnTo>
                  <a:pt x="964778" y="111864"/>
                </a:lnTo>
                <a:lnTo>
                  <a:pt x="964071" y="111776"/>
                </a:lnTo>
                <a:lnTo>
                  <a:pt x="963376" y="111669"/>
                </a:lnTo>
                <a:lnTo>
                  <a:pt x="962695" y="111542"/>
                </a:lnTo>
                <a:lnTo>
                  <a:pt x="962026" y="111396"/>
                </a:lnTo>
                <a:lnTo>
                  <a:pt x="961369" y="111231"/>
                </a:lnTo>
                <a:lnTo>
                  <a:pt x="960726" y="111046"/>
                </a:lnTo>
                <a:lnTo>
                  <a:pt x="960094" y="110841"/>
                </a:lnTo>
                <a:lnTo>
                  <a:pt x="959476" y="110617"/>
                </a:lnTo>
                <a:lnTo>
                  <a:pt x="958870" y="110373"/>
                </a:lnTo>
                <a:lnTo>
                  <a:pt x="958277" y="110111"/>
                </a:lnTo>
                <a:lnTo>
                  <a:pt x="957696" y="109828"/>
                </a:lnTo>
                <a:lnTo>
                  <a:pt x="957128" y="109526"/>
                </a:lnTo>
                <a:lnTo>
                  <a:pt x="956572" y="109205"/>
                </a:lnTo>
                <a:lnTo>
                  <a:pt x="956029" y="108864"/>
                </a:lnTo>
                <a:lnTo>
                  <a:pt x="955499" y="108503"/>
                </a:lnTo>
                <a:lnTo>
                  <a:pt x="954982" y="108124"/>
                </a:lnTo>
                <a:lnTo>
                  <a:pt x="954477" y="107724"/>
                </a:lnTo>
                <a:lnTo>
                  <a:pt x="953984" y="107306"/>
                </a:lnTo>
                <a:lnTo>
                  <a:pt x="953504" y="106867"/>
                </a:lnTo>
                <a:lnTo>
                  <a:pt x="953037" y="106409"/>
                </a:lnTo>
                <a:lnTo>
                  <a:pt x="952586" y="105935"/>
                </a:lnTo>
                <a:lnTo>
                  <a:pt x="952154" y="105447"/>
                </a:lnTo>
                <a:lnTo>
                  <a:pt x="951741" y="104944"/>
                </a:lnTo>
                <a:lnTo>
                  <a:pt x="951347" y="104428"/>
                </a:lnTo>
                <a:lnTo>
                  <a:pt x="950973" y="103897"/>
                </a:lnTo>
                <a:lnTo>
                  <a:pt x="950618" y="103353"/>
                </a:lnTo>
                <a:lnTo>
                  <a:pt x="950282" y="102794"/>
                </a:lnTo>
                <a:lnTo>
                  <a:pt x="949965" y="102222"/>
                </a:lnTo>
                <a:lnTo>
                  <a:pt x="949667" y="101636"/>
                </a:lnTo>
                <a:lnTo>
                  <a:pt x="949389" y="101035"/>
                </a:lnTo>
                <a:lnTo>
                  <a:pt x="949129" y="100421"/>
                </a:lnTo>
                <a:lnTo>
                  <a:pt x="948889" y="99793"/>
                </a:lnTo>
                <a:lnTo>
                  <a:pt x="948668" y="99151"/>
                </a:lnTo>
                <a:lnTo>
                  <a:pt x="948467" y="98494"/>
                </a:lnTo>
                <a:lnTo>
                  <a:pt x="948284" y="97824"/>
                </a:lnTo>
                <a:lnTo>
                  <a:pt x="948121" y="97140"/>
                </a:lnTo>
                <a:lnTo>
                  <a:pt x="947977" y="96442"/>
                </a:lnTo>
                <a:lnTo>
                  <a:pt x="947852" y="95730"/>
                </a:lnTo>
                <a:lnTo>
                  <a:pt x="947747" y="95004"/>
                </a:lnTo>
                <a:lnTo>
                  <a:pt x="947660" y="94264"/>
                </a:lnTo>
                <a:lnTo>
                  <a:pt x="947593" y="93509"/>
                </a:lnTo>
                <a:lnTo>
                  <a:pt x="947545" y="92741"/>
                </a:lnTo>
                <a:lnTo>
                  <a:pt x="947516" y="91959"/>
                </a:lnTo>
                <a:lnTo>
                  <a:pt x="947507" y="91163"/>
                </a:lnTo>
                <a:lnTo>
                  <a:pt x="947507" y="82947"/>
                </a:lnTo>
                <a:lnTo>
                  <a:pt x="1001859" y="82947"/>
                </a:lnTo>
                <a:lnTo>
                  <a:pt x="1001859" y="67462"/>
                </a:lnTo>
                <a:lnTo>
                  <a:pt x="1001852" y="66624"/>
                </a:lnTo>
                <a:lnTo>
                  <a:pt x="1001829" y="65796"/>
                </a:lnTo>
                <a:lnTo>
                  <a:pt x="1001792" y="64977"/>
                </a:lnTo>
                <a:lnTo>
                  <a:pt x="1001740" y="64167"/>
                </a:lnTo>
                <a:lnTo>
                  <a:pt x="1001674" y="63366"/>
                </a:lnTo>
                <a:lnTo>
                  <a:pt x="1001592" y="62575"/>
                </a:lnTo>
                <a:lnTo>
                  <a:pt x="1001496" y="61793"/>
                </a:lnTo>
                <a:lnTo>
                  <a:pt x="1001385" y="61020"/>
                </a:lnTo>
                <a:lnTo>
                  <a:pt x="1001259" y="60257"/>
                </a:lnTo>
                <a:lnTo>
                  <a:pt x="1001118" y="59503"/>
                </a:lnTo>
                <a:lnTo>
                  <a:pt x="1000963" y="58758"/>
                </a:lnTo>
                <a:lnTo>
                  <a:pt x="1000792" y="58023"/>
                </a:lnTo>
                <a:lnTo>
                  <a:pt x="1000607" y="57297"/>
                </a:lnTo>
                <a:lnTo>
                  <a:pt x="1000407" y="56580"/>
                </a:lnTo>
                <a:lnTo>
                  <a:pt x="1000192" y="55873"/>
                </a:lnTo>
                <a:lnTo>
                  <a:pt x="999962" y="55175"/>
                </a:lnTo>
                <a:lnTo>
                  <a:pt x="999718" y="54486"/>
                </a:lnTo>
                <a:lnTo>
                  <a:pt x="999459" y="53807"/>
                </a:lnTo>
                <a:lnTo>
                  <a:pt x="999185" y="53136"/>
                </a:lnTo>
                <a:lnTo>
                  <a:pt x="998896" y="52476"/>
                </a:lnTo>
                <a:lnTo>
                  <a:pt x="998592" y="51824"/>
                </a:lnTo>
                <a:lnTo>
                  <a:pt x="998273" y="51182"/>
                </a:lnTo>
                <a:lnTo>
                  <a:pt x="997940" y="50549"/>
                </a:lnTo>
                <a:lnTo>
                  <a:pt x="997592" y="49926"/>
                </a:lnTo>
                <a:lnTo>
                  <a:pt x="997231" y="49313"/>
                </a:lnTo>
                <a:lnTo>
                  <a:pt x="996857" y="48711"/>
                </a:lnTo>
                <a:lnTo>
                  <a:pt x="996473" y="48121"/>
                </a:lnTo>
                <a:lnTo>
                  <a:pt x="996076" y="47543"/>
                </a:lnTo>
                <a:lnTo>
                  <a:pt x="995667" y="46976"/>
                </a:lnTo>
                <a:lnTo>
                  <a:pt x="995247" y="46421"/>
                </a:lnTo>
                <a:lnTo>
                  <a:pt x="994815" y="45877"/>
                </a:lnTo>
                <a:lnTo>
                  <a:pt x="994371" y="45344"/>
                </a:lnTo>
                <a:lnTo>
                  <a:pt x="993915" y="44823"/>
                </a:lnTo>
                <a:lnTo>
                  <a:pt x="993448" y="44314"/>
                </a:lnTo>
                <a:lnTo>
                  <a:pt x="992968" y="43816"/>
                </a:lnTo>
                <a:lnTo>
                  <a:pt x="992477" y="43330"/>
                </a:lnTo>
                <a:lnTo>
                  <a:pt x="991974" y="42855"/>
                </a:lnTo>
                <a:lnTo>
                  <a:pt x="991460" y="42392"/>
                </a:lnTo>
                <a:lnTo>
                  <a:pt x="990933" y="41940"/>
                </a:lnTo>
                <a:lnTo>
                  <a:pt x="990395" y="41500"/>
                </a:lnTo>
                <a:lnTo>
                  <a:pt x="989845" y="41071"/>
                </a:lnTo>
                <a:lnTo>
                  <a:pt x="989283" y="40654"/>
                </a:lnTo>
                <a:lnTo>
                  <a:pt x="988709" y="40248"/>
                </a:lnTo>
                <a:lnTo>
                  <a:pt x="988123" y="39854"/>
                </a:lnTo>
                <a:lnTo>
                  <a:pt x="987526" y="39471"/>
                </a:lnTo>
                <a:lnTo>
                  <a:pt x="986917" y="39100"/>
                </a:lnTo>
                <a:lnTo>
                  <a:pt x="986296" y="38741"/>
                </a:lnTo>
                <a:lnTo>
                  <a:pt x="985663" y="38393"/>
                </a:lnTo>
                <a:lnTo>
                  <a:pt x="985020" y="38057"/>
                </a:lnTo>
                <a:lnTo>
                  <a:pt x="984368" y="37736"/>
                </a:lnTo>
                <a:lnTo>
                  <a:pt x="983707" y="37430"/>
                </a:lnTo>
                <a:lnTo>
                  <a:pt x="983037" y="37137"/>
                </a:lnTo>
                <a:lnTo>
                  <a:pt x="982357" y="36859"/>
                </a:lnTo>
                <a:lnTo>
                  <a:pt x="981669" y="36595"/>
                </a:lnTo>
                <a:lnTo>
                  <a:pt x="980972" y="36346"/>
                </a:lnTo>
                <a:lnTo>
                  <a:pt x="980265" y="36110"/>
                </a:lnTo>
                <a:lnTo>
                  <a:pt x="979550" y="35889"/>
                </a:lnTo>
                <a:lnTo>
                  <a:pt x="978825" y="35682"/>
                </a:lnTo>
                <a:lnTo>
                  <a:pt x="978092" y="35490"/>
                </a:lnTo>
                <a:lnTo>
                  <a:pt x="977349" y="35312"/>
                </a:lnTo>
                <a:lnTo>
                  <a:pt x="976598" y="35147"/>
                </a:lnTo>
                <a:lnTo>
                  <a:pt x="975837" y="34998"/>
                </a:lnTo>
                <a:lnTo>
                  <a:pt x="975067" y="34862"/>
                </a:lnTo>
                <a:lnTo>
                  <a:pt x="974288" y="34741"/>
                </a:lnTo>
                <a:lnTo>
                  <a:pt x="973500" y="34634"/>
                </a:lnTo>
                <a:lnTo>
                  <a:pt x="972703" y="34541"/>
                </a:lnTo>
                <a:lnTo>
                  <a:pt x="971897" y="34463"/>
                </a:lnTo>
                <a:lnTo>
                  <a:pt x="971082" y="34399"/>
                </a:lnTo>
                <a:lnTo>
                  <a:pt x="970258" y="34349"/>
                </a:lnTo>
                <a:lnTo>
                  <a:pt x="969425" y="34313"/>
                </a:lnTo>
                <a:lnTo>
                  <a:pt x="968583" y="34292"/>
                </a:lnTo>
                <a:lnTo>
                  <a:pt x="967731" y="34284"/>
                </a:lnTo>
                <a:lnTo>
                  <a:pt x="966880" y="34292"/>
                </a:lnTo>
                <a:lnTo>
                  <a:pt x="966038" y="34314"/>
                </a:lnTo>
                <a:lnTo>
                  <a:pt x="965204" y="34350"/>
                </a:lnTo>
                <a:lnTo>
                  <a:pt x="964380" y="34401"/>
                </a:lnTo>
                <a:lnTo>
                  <a:pt x="963565" y="34466"/>
                </a:lnTo>
                <a:lnTo>
                  <a:pt x="962759" y="34546"/>
                </a:lnTo>
                <a:lnTo>
                  <a:pt x="961962" y="34641"/>
                </a:lnTo>
                <a:lnTo>
                  <a:pt x="961174" y="34750"/>
                </a:lnTo>
                <a:lnTo>
                  <a:pt x="960395" y="34873"/>
                </a:lnTo>
                <a:lnTo>
                  <a:pt x="959625" y="35012"/>
                </a:lnTo>
                <a:lnTo>
                  <a:pt x="958864" y="35164"/>
                </a:lnTo>
                <a:lnTo>
                  <a:pt x="958113" y="35331"/>
                </a:lnTo>
                <a:lnTo>
                  <a:pt x="957370" y="35513"/>
                </a:lnTo>
                <a:lnTo>
                  <a:pt x="956636" y="35709"/>
                </a:lnTo>
                <a:lnTo>
                  <a:pt x="955912" y="35920"/>
                </a:lnTo>
                <a:lnTo>
                  <a:pt x="955196" y="36146"/>
                </a:lnTo>
                <a:lnTo>
                  <a:pt x="954489" y="36386"/>
                </a:lnTo>
                <a:lnTo>
                  <a:pt x="953792" y="36640"/>
                </a:lnTo>
                <a:lnTo>
                  <a:pt x="953103" y="36909"/>
                </a:lnTo>
                <a:lnTo>
                  <a:pt x="952424" y="37193"/>
                </a:lnTo>
                <a:lnTo>
                  <a:pt x="951754" y="37491"/>
                </a:lnTo>
                <a:lnTo>
                  <a:pt x="951092" y="37803"/>
                </a:lnTo>
                <a:lnTo>
                  <a:pt x="950440" y="38130"/>
                </a:lnTo>
                <a:lnTo>
                  <a:pt x="949797" y="38472"/>
                </a:lnTo>
                <a:lnTo>
                  <a:pt x="949164" y="38827"/>
                </a:lnTo>
                <a:lnTo>
                  <a:pt x="948544" y="39194"/>
                </a:lnTo>
                <a:lnTo>
                  <a:pt x="947935" y="39574"/>
                </a:lnTo>
                <a:lnTo>
                  <a:pt x="947337" y="39966"/>
                </a:lnTo>
                <a:lnTo>
                  <a:pt x="946752" y="40370"/>
                </a:lnTo>
                <a:lnTo>
                  <a:pt x="946178" y="40787"/>
                </a:lnTo>
                <a:lnTo>
                  <a:pt x="945616" y="41216"/>
                </a:lnTo>
                <a:lnTo>
                  <a:pt x="945066" y="41658"/>
                </a:lnTo>
                <a:lnTo>
                  <a:pt x="944528" y="42111"/>
                </a:lnTo>
                <a:lnTo>
                  <a:pt x="944002" y="42578"/>
                </a:lnTo>
                <a:lnTo>
                  <a:pt x="943487" y="43056"/>
                </a:lnTo>
                <a:lnTo>
                  <a:pt x="942984" y="43547"/>
                </a:lnTo>
                <a:lnTo>
                  <a:pt x="942493" y="44050"/>
                </a:lnTo>
                <a:lnTo>
                  <a:pt x="942013" y="44566"/>
                </a:lnTo>
                <a:lnTo>
                  <a:pt x="941546" y="45094"/>
                </a:lnTo>
                <a:lnTo>
                  <a:pt x="941090" y="45634"/>
                </a:lnTo>
                <a:lnTo>
                  <a:pt x="940646" y="46187"/>
                </a:lnTo>
                <a:lnTo>
                  <a:pt x="940214" y="46752"/>
                </a:lnTo>
                <a:lnTo>
                  <a:pt x="939793" y="47329"/>
                </a:lnTo>
                <a:lnTo>
                  <a:pt x="939385" y="47919"/>
                </a:lnTo>
                <a:lnTo>
                  <a:pt x="938988" y="48521"/>
                </a:lnTo>
                <a:lnTo>
                  <a:pt x="938603" y="49135"/>
                </a:lnTo>
                <a:lnTo>
                  <a:pt x="938230" y="49762"/>
                </a:lnTo>
                <a:lnTo>
                  <a:pt x="937868" y="50401"/>
                </a:lnTo>
                <a:lnTo>
                  <a:pt x="937520" y="51052"/>
                </a:lnTo>
                <a:lnTo>
                  <a:pt x="937187" y="51713"/>
                </a:lnTo>
                <a:lnTo>
                  <a:pt x="936869" y="52386"/>
                </a:lnTo>
                <a:lnTo>
                  <a:pt x="936565" y="53069"/>
                </a:lnTo>
                <a:lnTo>
                  <a:pt x="936276" y="53764"/>
                </a:lnTo>
                <a:lnTo>
                  <a:pt x="936002" y="54469"/>
                </a:lnTo>
                <a:lnTo>
                  <a:pt x="935743" y="55186"/>
                </a:lnTo>
                <a:lnTo>
                  <a:pt x="935499" y="55913"/>
                </a:lnTo>
                <a:lnTo>
                  <a:pt x="935269" y="56651"/>
                </a:lnTo>
                <a:lnTo>
                  <a:pt x="935055" y="57401"/>
                </a:lnTo>
                <a:lnTo>
                  <a:pt x="934855" y="58161"/>
                </a:lnTo>
                <a:lnTo>
                  <a:pt x="934670" y="58932"/>
                </a:lnTo>
                <a:lnTo>
                  <a:pt x="934499" y="59715"/>
                </a:lnTo>
                <a:lnTo>
                  <a:pt x="934344" y="60508"/>
                </a:lnTo>
                <a:lnTo>
                  <a:pt x="934203" y="61312"/>
                </a:lnTo>
                <a:lnTo>
                  <a:pt x="934077" y="62127"/>
                </a:lnTo>
                <a:lnTo>
                  <a:pt x="933966" y="62953"/>
                </a:lnTo>
                <a:lnTo>
                  <a:pt x="933870" y="63791"/>
                </a:lnTo>
                <a:lnTo>
                  <a:pt x="933789" y="64639"/>
                </a:lnTo>
                <a:lnTo>
                  <a:pt x="933722" y="65498"/>
                </a:lnTo>
                <a:lnTo>
                  <a:pt x="933670" y="66368"/>
                </a:lnTo>
                <a:lnTo>
                  <a:pt x="933633" y="67249"/>
                </a:lnTo>
                <a:lnTo>
                  <a:pt x="933611" y="68141"/>
                </a:lnTo>
                <a:lnTo>
                  <a:pt x="933603" y="69044"/>
                </a:lnTo>
                <a:lnTo>
                  <a:pt x="933603" y="89582"/>
                </a:lnTo>
                <a:lnTo>
                  <a:pt x="933611" y="90472"/>
                </a:lnTo>
                <a:lnTo>
                  <a:pt x="933633" y="91352"/>
                </a:lnTo>
                <a:lnTo>
                  <a:pt x="933670" y="92222"/>
                </a:lnTo>
                <a:lnTo>
                  <a:pt x="933722" y="93082"/>
                </a:lnTo>
                <a:lnTo>
                  <a:pt x="933789" y="93932"/>
                </a:lnTo>
                <a:lnTo>
                  <a:pt x="933870" y="94772"/>
                </a:lnTo>
                <a:lnTo>
                  <a:pt x="933966" y="95601"/>
                </a:lnTo>
                <a:lnTo>
                  <a:pt x="934077" y="96420"/>
                </a:lnTo>
                <a:lnTo>
                  <a:pt x="934203" y="97229"/>
                </a:lnTo>
                <a:lnTo>
                  <a:pt x="934344" y="98028"/>
                </a:lnTo>
                <a:lnTo>
                  <a:pt x="934499" y="98817"/>
                </a:lnTo>
                <a:lnTo>
                  <a:pt x="934670" y="99596"/>
                </a:lnTo>
                <a:lnTo>
                  <a:pt x="934855" y="100364"/>
                </a:lnTo>
                <a:lnTo>
                  <a:pt x="935055" y="101123"/>
                </a:lnTo>
                <a:lnTo>
                  <a:pt x="935269" y="101871"/>
                </a:lnTo>
                <a:lnTo>
                  <a:pt x="935499" y="102609"/>
                </a:lnTo>
                <a:lnTo>
                  <a:pt x="935743" y="103337"/>
                </a:lnTo>
                <a:lnTo>
                  <a:pt x="936002" y="104055"/>
                </a:lnTo>
                <a:lnTo>
                  <a:pt x="936276" y="104762"/>
                </a:lnTo>
                <a:lnTo>
                  <a:pt x="936565" y="105460"/>
                </a:lnTo>
                <a:lnTo>
                  <a:pt x="936869" y="106147"/>
                </a:lnTo>
                <a:lnTo>
                  <a:pt x="937187" y="106824"/>
                </a:lnTo>
                <a:lnTo>
                  <a:pt x="937520" y="107491"/>
                </a:lnTo>
                <a:lnTo>
                  <a:pt x="937868" y="108148"/>
                </a:lnTo>
                <a:lnTo>
                  <a:pt x="938230" y="108793"/>
                </a:lnTo>
                <a:lnTo>
                  <a:pt x="938603" y="109426"/>
                </a:lnTo>
                <a:lnTo>
                  <a:pt x="938988" y="110046"/>
                </a:lnTo>
                <a:lnTo>
                  <a:pt x="939385" y="110654"/>
                </a:lnTo>
                <a:lnTo>
                  <a:pt x="939793" y="111249"/>
                </a:lnTo>
                <a:lnTo>
                  <a:pt x="940214" y="111831"/>
                </a:lnTo>
                <a:lnTo>
                  <a:pt x="940646" y="112401"/>
                </a:lnTo>
                <a:lnTo>
                  <a:pt x="941090" y="112958"/>
                </a:lnTo>
                <a:lnTo>
                  <a:pt x="941546" y="113502"/>
                </a:lnTo>
                <a:lnTo>
                  <a:pt x="942013" y="114034"/>
                </a:lnTo>
                <a:lnTo>
                  <a:pt x="942493" y="114554"/>
                </a:lnTo>
                <a:lnTo>
                  <a:pt x="942984" y="115060"/>
                </a:lnTo>
                <a:lnTo>
                  <a:pt x="943487" y="115554"/>
                </a:lnTo>
                <a:lnTo>
                  <a:pt x="944002" y="116036"/>
                </a:lnTo>
                <a:lnTo>
                  <a:pt x="944528" y="116504"/>
                </a:lnTo>
                <a:lnTo>
                  <a:pt x="945066" y="116961"/>
                </a:lnTo>
                <a:lnTo>
                  <a:pt x="945616" y="117404"/>
                </a:lnTo>
                <a:lnTo>
                  <a:pt x="946178" y="117835"/>
                </a:lnTo>
                <a:lnTo>
                  <a:pt x="946752" y="118254"/>
                </a:lnTo>
                <a:lnTo>
                  <a:pt x="947337" y="118659"/>
                </a:lnTo>
                <a:lnTo>
                  <a:pt x="947935" y="119052"/>
                </a:lnTo>
                <a:lnTo>
                  <a:pt x="948544" y="119433"/>
                </a:lnTo>
                <a:lnTo>
                  <a:pt x="949164" y="119801"/>
                </a:lnTo>
                <a:lnTo>
                  <a:pt x="949797" y="120156"/>
                </a:lnTo>
                <a:lnTo>
                  <a:pt x="950440" y="120498"/>
                </a:lnTo>
                <a:lnTo>
                  <a:pt x="951092" y="120825"/>
                </a:lnTo>
                <a:lnTo>
                  <a:pt x="951754" y="121137"/>
                </a:lnTo>
                <a:lnTo>
                  <a:pt x="952424" y="121435"/>
                </a:lnTo>
                <a:lnTo>
                  <a:pt x="953103" y="121718"/>
                </a:lnTo>
                <a:lnTo>
                  <a:pt x="953792" y="121987"/>
                </a:lnTo>
                <a:lnTo>
                  <a:pt x="954489" y="122241"/>
                </a:lnTo>
                <a:lnTo>
                  <a:pt x="955196" y="122481"/>
                </a:lnTo>
                <a:lnTo>
                  <a:pt x="955912" y="122706"/>
                </a:lnTo>
                <a:lnTo>
                  <a:pt x="956636" y="122917"/>
                </a:lnTo>
                <a:lnTo>
                  <a:pt x="957370" y="123113"/>
                </a:lnTo>
                <a:lnTo>
                  <a:pt x="958113" y="123295"/>
                </a:lnTo>
                <a:lnTo>
                  <a:pt x="958864" y="123462"/>
                </a:lnTo>
                <a:lnTo>
                  <a:pt x="959625" y="123615"/>
                </a:lnTo>
                <a:lnTo>
                  <a:pt x="960395" y="123753"/>
                </a:lnTo>
                <a:lnTo>
                  <a:pt x="961174" y="123876"/>
                </a:lnTo>
                <a:lnTo>
                  <a:pt x="961962" y="123985"/>
                </a:lnTo>
                <a:lnTo>
                  <a:pt x="962759" y="124080"/>
                </a:lnTo>
                <a:lnTo>
                  <a:pt x="963565" y="124160"/>
                </a:lnTo>
                <a:lnTo>
                  <a:pt x="964380" y="124225"/>
                </a:lnTo>
                <a:lnTo>
                  <a:pt x="965204" y="124276"/>
                </a:lnTo>
                <a:lnTo>
                  <a:pt x="966038" y="124312"/>
                </a:lnTo>
                <a:lnTo>
                  <a:pt x="966880" y="124334"/>
                </a:lnTo>
                <a:lnTo>
                  <a:pt x="967731" y="124341"/>
                </a:lnTo>
                <a:lnTo>
                  <a:pt x="968869" y="124330"/>
                </a:lnTo>
                <a:lnTo>
                  <a:pt x="969990" y="124297"/>
                </a:lnTo>
                <a:lnTo>
                  <a:pt x="971096" y="124241"/>
                </a:lnTo>
                <a:lnTo>
                  <a:pt x="972185" y="124164"/>
                </a:lnTo>
                <a:close/>
                <a:moveTo>
                  <a:pt x="947516" y="66615"/>
                </a:moveTo>
                <a:lnTo>
                  <a:pt x="947543" y="65783"/>
                </a:lnTo>
                <a:lnTo>
                  <a:pt x="947589" y="64968"/>
                </a:lnTo>
                <a:lnTo>
                  <a:pt x="947654" y="64169"/>
                </a:lnTo>
                <a:lnTo>
                  <a:pt x="947736" y="63386"/>
                </a:lnTo>
                <a:lnTo>
                  <a:pt x="947837" y="62620"/>
                </a:lnTo>
                <a:lnTo>
                  <a:pt x="947957" y="61869"/>
                </a:lnTo>
                <a:lnTo>
                  <a:pt x="948095" y="61135"/>
                </a:lnTo>
                <a:lnTo>
                  <a:pt x="948251" y="60417"/>
                </a:lnTo>
                <a:lnTo>
                  <a:pt x="948425" y="59715"/>
                </a:lnTo>
                <a:lnTo>
                  <a:pt x="948618" y="59029"/>
                </a:lnTo>
                <a:lnTo>
                  <a:pt x="948830" y="58360"/>
                </a:lnTo>
                <a:lnTo>
                  <a:pt x="949059" y="57706"/>
                </a:lnTo>
                <a:lnTo>
                  <a:pt x="949307" y="57069"/>
                </a:lnTo>
                <a:lnTo>
                  <a:pt x="949574" y="56448"/>
                </a:lnTo>
                <a:lnTo>
                  <a:pt x="949859" y="55843"/>
                </a:lnTo>
                <a:lnTo>
                  <a:pt x="950162" y="55255"/>
                </a:lnTo>
                <a:lnTo>
                  <a:pt x="950483" y="54682"/>
                </a:lnTo>
                <a:lnTo>
                  <a:pt x="950823" y="54126"/>
                </a:lnTo>
                <a:lnTo>
                  <a:pt x="951182" y="53586"/>
                </a:lnTo>
                <a:lnTo>
                  <a:pt x="951558" y="53062"/>
                </a:lnTo>
                <a:lnTo>
                  <a:pt x="951953" y="52554"/>
                </a:lnTo>
                <a:lnTo>
                  <a:pt x="952367" y="52062"/>
                </a:lnTo>
                <a:lnTo>
                  <a:pt x="952798" y="51587"/>
                </a:lnTo>
                <a:lnTo>
                  <a:pt x="953247" y="51129"/>
                </a:lnTo>
                <a:lnTo>
                  <a:pt x="953711" y="50691"/>
                </a:lnTo>
                <a:lnTo>
                  <a:pt x="954190" y="50272"/>
                </a:lnTo>
                <a:lnTo>
                  <a:pt x="954684" y="49873"/>
                </a:lnTo>
                <a:lnTo>
                  <a:pt x="955193" y="49493"/>
                </a:lnTo>
                <a:lnTo>
                  <a:pt x="955717" y="49133"/>
                </a:lnTo>
                <a:lnTo>
                  <a:pt x="956256" y="48792"/>
                </a:lnTo>
                <a:lnTo>
                  <a:pt x="956811" y="48470"/>
                </a:lnTo>
                <a:lnTo>
                  <a:pt x="957380" y="48168"/>
                </a:lnTo>
                <a:lnTo>
                  <a:pt x="957965" y="47886"/>
                </a:lnTo>
                <a:lnTo>
                  <a:pt x="958564" y="47623"/>
                </a:lnTo>
                <a:lnTo>
                  <a:pt x="959179" y="47380"/>
                </a:lnTo>
                <a:lnTo>
                  <a:pt x="959809" y="47156"/>
                </a:lnTo>
                <a:lnTo>
                  <a:pt x="960453" y="46951"/>
                </a:lnTo>
                <a:lnTo>
                  <a:pt x="961113" y="46766"/>
                </a:lnTo>
                <a:lnTo>
                  <a:pt x="961788" y="46600"/>
                </a:lnTo>
                <a:lnTo>
                  <a:pt x="962478" y="46454"/>
                </a:lnTo>
                <a:lnTo>
                  <a:pt x="963183" y="46328"/>
                </a:lnTo>
                <a:lnTo>
                  <a:pt x="963904" y="46221"/>
                </a:lnTo>
                <a:lnTo>
                  <a:pt x="964639" y="46133"/>
                </a:lnTo>
                <a:lnTo>
                  <a:pt x="965389" y="46065"/>
                </a:lnTo>
                <a:lnTo>
                  <a:pt x="966155" y="46016"/>
                </a:lnTo>
                <a:lnTo>
                  <a:pt x="966936" y="45987"/>
                </a:lnTo>
                <a:lnTo>
                  <a:pt x="967731" y="45977"/>
                </a:lnTo>
                <a:lnTo>
                  <a:pt x="968527" y="45987"/>
                </a:lnTo>
                <a:lnTo>
                  <a:pt x="969307" y="46016"/>
                </a:lnTo>
                <a:lnTo>
                  <a:pt x="970072" y="46065"/>
                </a:lnTo>
                <a:lnTo>
                  <a:pt x="970823" y="46133"/>
                </a:lnTo>
                <a:lnTo>
                  <a:pt x="971558" y="46221"/>
                </a:lnTo>
                <a:lnTo>
                  <a:pt x="972278" y="46328"/>
                </a:lnTo>
                <a:lnTo>
                  <a:pt x="972983" y="46454"/>
                </a:lnTo>
                <a:lnTo>
                  <a:pt x="973673" y="46600"/>
                </a:lnTo>
                <a:lnTo>
                  <a:pt x="974347" y="46766"/>
                </a:lnTo>
                <a:lnTo>
                  <a:pt x="975007" y="46951"/>
                </a:lnTo>
                <a:lnTo>
                  <a:pt x="975652" y="47156"/>
                </a:lnTo>
                <a:lnTo>
                  <a:pt x="976281" y="47380"/>
                </a:lnTo>
                <a:lnTo>
                  <a:pt x="976896" y="47623"/>
                </a:lnTo>
                <a:lnTo>
                  <a:pt x="977495" y="47886"/>
                </a:lnTo>
                <a:lnTo>
                  <a:pt x="978079" y="48168"/>
                </a:lnTo>
                <a:lnTo>
                  <a:pt x="978649" y="48470"/>
                </a:lnTo>
                <a:lnTo>
                  <a:pt x="979203" y="48792"/>
                </a:lnTo>
                <a:lnTo>
                  <a:pt x="979742" y="49133"/>
                </a:lnTo>
                <a:lnTo>
                  <a:pt x="980266" y="49493"/>
                </a:lnTo>
                <a:lnTo>
                  <a:pt x="980774" y="49873"/>
                </a:lnTo>
                <a:lnTo>
                  <a:pt x="981268" y="50272"/>
                </a:lnTo>
                <a:lnTo>
                  <a:pt x="981747" y="50691"/>
                </a:lnTo>
                <a:lnTo>
                  <a:pt x="982211" y="51129"/>
                </a:lnTo>
                <a:lnTo>
                  <a:pt x="982659" y="51587"/>
                </a:lnTo>
                <a:lnTo>
                  <a:pt x="983091" y="52062"/>
                </a:lnTo>
                <a:lnTo>
                  <a:pt x="983505" y="52554"/>
                </a:lnTo>
                <a:lnTo>
                  <a:pt x="983900" y="53062"/>
                </a:lnTo>
                <a:lnTo>
                  <a:pt x="984277" y="53586"/>
                </a:lnTo>
                <a:lnTo>
                  <a:pt x="984635" y="54126"/>
                </a:lnTo>
                <a:lnTo>
                  <a:pt x="984975" y="54682"/>
                </a:lnTo>
                <a:lnTo>
                  <a:pt x="985297" y="55255"/>
                </a:lnTo>
                <a:lnTo>
                  <a:pt x="985600" y="55843"/>
                </a:lnTo>
                <a:lnTo>
                  <a:pt x="985885" y="56448"/>
                </a:lnTo>
                <a:lnTo>
                  <a:pt x="986152" y="57069"/>
                </a:lnTo>
                <a:lnTo>
                  <a:pt x="986400" y="57706"/>
                </a:lnTo>
                <a:lnTo>
                  <a:pt x="986630" y="58360"/>
                </a:lnTo>
                <a:lnTo>
                  <a:pt x="986841" y="59029"/>
                </a:lnTo>
                <a:lnTo>
                  <a:pt x="987034" y="59715"/>
                </a:lnTo>
                <a:lnTo>
                  <a:pt x="987209" y="60417"/>
                </a:lnTo>
                <a:lnTo>
                  <a:pt x="987365" y="61135"/>
                </a:lnTo>
                <a:lnTo>
                  <a:pt x="987503" y="61869"/>
                </a:lnTo>
                <a:lnTo>
                  <a:pt x="987622" y="62620"/>
                </a:lnTo>
                <a:lnTo>
                  <a:pt x="987724" y="63386"/>
                </a:lnTo>
                <a:lnTo>
                  <a:pt x="987806" y="64169"/>
                </a:lnTo>
                <a:lnTo>
                  <a:pt x="987871" y="64968"/>
                </a:lnTo>
                <a:lnTo>
                  <a:pt x="987917" y="65783"/>
                </a:lnTo>
                <a:lnTo>
                  <a:pt x="987944" y="66615"/>
                </a:lnTo>
                <a:lnTo>
                  <a:pt x="987953" y="67462"/>
                </a:lnTo>
                <a:lnTo>
                  <a:pt x="987953" y="71886"/>
                </a:lnTo>
                <a:lnTo>
                  <a:pt x="947507" y="71886"/>
                </a:lnTo>
                <a:lnTo>
                  <a:pt x="947507" y="67462"/>
                </a:lnTo>
                <a:lnTo>
                  <a:pt x="947516" y="66615"/>
                </a:lnTo>
                <a:close/>
                <a:moveTo>
                  <a:pt x="1066479" y="123992"/>
                </a:moveTo>
                <a:lnTo>
                  <a:pt x="1067619" y="123838"/>
                </a:lnTo>
                <a:lnTo>
                  <a:pt x="1068740" y="123656"/>
                </a:lnTo>
                <a:lnTo>
                  <a:pt x="1069841" y="123446"/>
                </a:lnTo>
                <a:lnTo>
                  <a:pt x="1070921" y="123208"/>
                </a:lnTo>
                <a:lnTo>
                  <a:pt x="1071982" y="122942"/>
                </a:lnTo>
                <a:lnTo>
                  <a:pt x="1073022" y="122649"/>
                </a:lnTo>
                <a:lnTo>
                  <a:pt x="1074043" y="122327"/>
                </a:lnTo>
                <a:lnTo>
                  <a:pt x="1075043" y="121977"/>
                </a:lnTo>
                <a:lnTo>
                  <a:pt x="1076024" y="121600"/>
                </a:lnTo>
                <a:lnTo>
                  <a:pt x="1076984" y="121194"/>
                </a:lnTo>
                <a:lnTo>
                  <a:pt x="1077925" y="120760"/>
                </a:lnTo>
                <a:lnTo>
                  <a:pt x="1078845" y="120299"/>
                </a:lnTo>
                <a:lnTo>
                  <a:pt x="1079746" y="119809"/>
                </a:lnTo>
                <a:lnTo>
                  <a:pt x="1080626" y="119292"/>
                </a:lnTo>
                <a:lnTo>
                  <a:pt x="1081486" y="118746"/>
                </a:lnTo>
                <a:lnTo>
                  <a:pt x="1082327" y="118173"/>
                </a:lnTo>
                <a:lnTo>
                  <a:pt x="1083147" y="117571"/>
                </a:lnTo>
                <a:lnTo>
                  <a:pt x="1083947" y="116942"/>
                </a:lnTo>
                <a:lnTo>
                  <a:pt x="1084728" y="116284"/>
                </a:lnTo>
                <a:lnTo>
                  <a:pt x="1085483" y="115603"/>
                </a:lnTo>
                <a:lnTo>
                  <a:pt x="1086207" y="114901"/>
                </a:lnTo>
                <a:lnTo>
                  <a:pt x="1086901" y="114179"/>
                </a:lnTo>
                <a:lnTo>
                  <a:pt x="1087565" y="113436"/>
                </a:lnTo>
                <a:lnTo>
                  <a:pt x="1088198" y="112673"/>
                </a:lnTo>
                <a:lnTo>
                  <a:pt x="1088801" y="111890"/>
                </a:lnTo>
                <a:lnTo>
                  <a:pt x="1089373" y="111087"/>
                </a:lnTo>
                <a:lnTo>
                  <a:pt x="1089915" y="110263"/>
                </a:lnTo>
                <a:lnTo>
                  <a:pt x="1090427" y="109419"/>
                </a:lnTo>
                <a:lnTo>
                  <a:pt x="1090908" y="108555"/>
                </a:lnTo>
                <a:lnTo>
                  <a:pt x="1091358" y="107671"/>
                </a:lnTo>
                <a:lnTo>
                  <a:pt x="1091778" y="106766"/>
                </a:lnTo>
                <a:lnTo>
                  <a:pt x="1092168" y="105841"/>
                </a:lnTo>
                <a:lnTo>
                  <a:pt x="1092527" y="104895"/>
                </a:lnTo>
                <a:lnTo>
                  <a:pt x="1092856" y="103929"/>
                </a:lnTo>
                <a:lnTo>
                  <a:pt x="1093154" y="102943"/>
                </a:lnTo>
                <a:lnTo>
                  <a:pt x="1093422" y="101937"/>
                </a:lnTo>
                <a:lnTo>
                  <a:pt x="1093659" y="100910"/>
                </a:lnTo>
                <a:lnTo>
                  <a:pt x="1093866" y="99863"/>
                </a:lnTo>
                <a:lnTo>
                  <a:pt x="1094042" y="98796"/>
                </a:lnTo>
                <a:lnTo>
                  <a:pt x="1094188" y="97708"/>
                </a:lnTo>
                <a:lnTo>
                  <a:pt x="1094304" y="96601"/>
                </a:lnTo>
                <a:lnTo>
                  <a:pt x="1094389" y="95472"/>
                </a:lnTo>
                <a:lnTo>
                  <a:pt x="1094443" y="94324"/>
                </a:lnTo>
                <a:lnTo>
                  <a:pt x="1080224" y="94324"/>
                </a:lnTo>
                <a:lnTo>
                  <a:pt x="1080176" y="95002"/>
                </a:lnTo>
                <a:lnTo>
                  <a:pt x="1080112" y="95668"/>
                </a:lnTo>
                <a:lnTo>
                  <a:pt x="1080031" y="96321"/>
                </a:lnTo>
                <a:lnTo>
                  <a:pt x="1079934" y="96961"/>
                </a:lnTo>
                <a:lnTo>
                  <a:pt x="1079821" y="97589"/>
                </a:lnTo>
                <a:lnTo>
                  <a:pt x="1079691" y="98204"/>
                </a:lnTo>
                <a:lnTo>
                  <a:pt x="1079544" y="98806"/>
                </a:lnTo>
                <a:lnTo>
                  <a:pt x="1079381" y="99396"/>
                </a:lnTo>
                <a:lnTo>
                  <a:pt x="1079202" y="99974"/>
                </a:lnTo>
                <a:lnTo>
                  <a:pt x="1079006" y="100538"/>
                </a:lnTo>
                <a:lnTo>
                  <a:pt x="1078793" y="101090"/>
                </a:lnTo>
                <a:lnTo>
                  <a:pt x="1078564" y="101630"/>
                </a:lnTo>
                <a:lnTo>
                  <a:pt x="1078319" y="102157"/>
                </a:lnTo>
                <a:lnTo>
                  <a:pt x="1078057" y="102671"/>
                </a:lnTo>
                <a:lnTo>
                  <a:pt x="1077779" y="103173"/>
                </a:lnTo>
                <a:lnTo>
                  <a:pt x="1077485" y="103662"/>
                </a:lnTo>
                <a:lnTo>
                  <a:pt x="1077173" y="104138"/>
                </a:lnTo>
                <a:lnTo>
                  <a:pt x="1076846" y="104602"/>
                </a:lnTo>
                <a:lnTo>
                  <a:pt x="1076502" y="105054"/>
                </a:lnTo>
                <a:lnTo>
                  <a:pt x="1076141" y="105492"/>
                </a:lnTo>
                <a:lnTo>
                  <a:pt x="1075764" y="105918"/>
                </a:lnTo>
                <a:lnTo>
                  <a:pt x="1075371" y="106332"/>
                </a:lnTo>
                <a:lnTo>
                  <a:pt x="1074961" y="106732"/>
                </a:lnTo>
                <a:lnTo>
                  <a:pt x="1074535" y="107121"/>
                </a:lnTo>
                <a:lnTo>
                  <a:pt x="1074094" y="107494"/>
                </a:lnTo>
                <a:lnTo>
                  <a:pt x="1073641" y="107852"/>
                </a:lnTo>
                <a:lnTo>
                  <a:pt x="1073175" y="108194"/>
                </a:lnTo>
                <a:lnTo>
                  <a:pt x="1072696" y="108520"/>
                </a:lnTo>
                <a:lnTo>
                  <a:pt x="1072205" y="108830"/>
                </a:lnTo>
                <a:lnTo>
                  <a:pt x="1071701" y="109125"/>
                </a:lnTo>
                <a:lnTo>
                  <a:pt x="1071185" y="109403"/>
                </a:lnTo>
                <a:lnTo>
                  <a:pt x="1070656" y="109665"/>
                </a:lnTo>
                <a:lnTo>
                  <a:pt x="1070114" y="109912"/>
                </a:lnTo>
                <a:lnTo>
                  <a:pt x="1069560" y="110143"/>
                </a:lnTo>
                <a:lnTo>
                  <a:pt x="1068993" y="110357"/>
                </a:lnTo>
                <a:lnTo>
                  <a:pt x="1068414" y="110556"/>
                </a:lnTo>
                <a:lnTo>
                  <a:pt x="1067821" y="110739"/>
                </a:lnTo>
                <a:lnTo>
                  <a:pt x="1067217" y="110906"/>
                </a:lnTo>
                <a:lnTo>
                  <a:pt x="1066599" y="111057"/>
                </a:lnTo>
                <a:lnTo>
                  <a:pt x="1065969" y="111192"/>
                </a:lnTo>
                <a:lnTo>
                  <a:pt x="1065327" y="111312"/>
                </a:lnTo>
                <a:lnTo>
                  <a:pt x="1064671" y="111415"/>
                </a:lnTo>
                <a:lnTo>
                  <a:pt x="1064003" y="111502"/>
                </a:lnTo>
                <a:lnTo>
                  <a:pt x="1063323" y="111574"/>
                </a:lnTo>
                <a:lnTo>
                  <a:pt x="1062630" y="111630"/>
                </a:lnTo>
                <a:lnTo>
                  <a:pt x="1061924" y="111669"/>
                </a:lnTo>
                <a:lnTo>
                  <a:pt x="1061206" y="111693"/>
                </a:lnTo>
                <a:lnTo>
                  <a:pt x="1060475" y="111701"/>
                </a:lnTo>
                <a:lnTo>
                  <a:pt x="1059704" y="111692"/>
                </a:lnTo>
                <a:lnTo>
                  <a:pt x="1058947" y="111664"/>
                </a:lnTo>
                <a:lnTo>
                  <a:pt x="1058202" y="111617"/>
                </a:lnTo>
                <a:lnTo>
                  <a:pt x="1057470" y="111552"/>
                </a:lnTo>
                <a:lnTo>
                  <a:pt x="1056751" y="111468"/>
                </a:lnTo>
                <a:lnTo>
                  <a:pt x="1056045" y="111366"/>
                </a:lnTo>
                <a:lnTo>
                  <a:pt x="1055352" y="111244"/>
                </a:lnTo>
                <a:lnTo>
                  <a:pt x="1054672" y="111104"/>
                </a:lnTo>
                <a:lnTo>
                  <a:pt x="1054005" y="110946"/>
                </a:lnTo>
                <a:lnTo>
                  <a:pt x="1053350" y="110769"/>
                </a:lnTo>
                <a:lnTo>
                  <a:pt x="1052709" y="110573"/>
                </a:lnTo>
                <a:lnTo>
                  <a:pt x="1052080" y="110358"/>
                </a:lnTo>
                <a:lnTo>
                  <a:pt x="1051464" y="110125"/>
                </a:lnTo>
                <a:lnTo>
                  <a:pt x="1050862" y="109874"/>
                </a:lnTo>
                <a:lnTo>
                  <a:pt x="1050272" y="109603"/>
                </a:lnTo>
                <a:lnTo>
                  <a:pt x="1049695" y="109314"/>
                </a:lnTo>
                <a:lnTo>
                  <a:pt x="1049130" y="109006"/>
                </a:lnTo>
                <a:lnTo>
                  <a:pt x="1048579" y="108680"/>
                </a:lnTo>
                <a:lnTo>
                  <a:pt x="1048041" y="108335"/>
                </a:lnTo>
                <a:lnTo>
                  <a:pt x="1047515" y="107971"/>
                </a:lnTo>
                <a:lnTo>
                  <a:pt x="1047003" y="107589"/>
                </a:lnTo>
                <a:lnTo>
                  <a:pt x="1046503" y="107188"/>
                </a:lnTo>
                <a:lnTo>
                  <a:pt x="1046016" y="106768"/>
                </a:lnTo>
                <a:lnTo>
                  <a:pt x="1045542" y="106330"/>
                </a:lnTo>
                <a:lnTo>
                  <a:pt x="1045084" y="105875"/>
                </a:lnTo>
                <a:lnTo>
                  <a:pt x="1044646" y="105404"/>
                </a:lnTo>
                <a:lnTo>
                  <a:pt x="1044228" y="104918"/>
                </a:lnTo>
                <a:lnTo>
                  <a:pt x="1043829" y="104417"/>
                </a:lnTo>
                <a:lnTo>
                  <a:pt x="1043449" y="103900"/>
                </a:lnTo>
                <a:lnTo>
                  <a:pt x="1043089" y="103368"/>
                </a:lnTo>
                <a:lnTo>
                  <a:pt x="1042748" y="102820"/>
                </a:lnTo>
                <a:lnTo>
                  <a:pt x="1042427" y="102257"/>
                </a:lnTo>
                <a:lnTo>
                  <a:pt x="1042125" y="101679"/>
                </a:lnTo>
                <a:lnTo>
                  <a:pt x="1041843" y="101086"/>
                </a:lnTo>
                <a:lnTo>
                  <a:pt x="1041580" y="100477"/>
                </a:lnTo>
                <a:lnTo>
                  <a:pt x="1041336" y="99853"/>
                </a:lnTo>
                <a:lnTo>
                  <a:pt x="1041112" y="99213"/>
                </a:lnTo>
                <a:lnTo>
                  <a:pt x="1040908" y="98558"/>
                </a:lnTo>
                <a:lnTo>
                  <a:pt x="1040723" y="97888"/>
                </a:lnTo>
                <a:lnTo>
                  <a:pt x="1040557" y="97202"/>
                </a:lnTo>
                <a:lnTo>
                  <a:pt x="1040411" y="96501"/>
                </a:lnTo>
                <a:lnTo>
                  <a:pt x="1040285" y="95784"/>
                </a:lnTo>
                <a:lnTo>
                  <a:pt x="1040178" y="95053"/>
                </a:lnTo>
                <a:lnTo>
                  <a:pt x="1040090" y="94306"/>
                </a:lnTo>
                <a:lnTo>
                  <a:pt x="1040022" y="93543"/>
                </a:lnTo>
                <a:lnTo>
                  <a:pt x="1039973" y="92765"/>
                </a:lnTo>
                <a:lnTo>
                  <a:pt x="1039944" y="91972"/>
                </a:lnTo>
                <a:lnTo>
                  <a:pt x="1039934" y="91163"/>
                </a:lnTo>
                <a:lnTo>
                  <a:pt x="1039934" y="67306"/>
                </a:lnTo>
                <a:lnTo>
                  <a:pt x="1039944" y="66497"/>
                </a:lnTo>
                <a:lnTo>
                  <a:pt x="1039973" y="65704"/>
                </a:lnTo>
                <a:lnTo>
                  <a:pt x="1040022" y="64927"/>
                </a:lnTo>
                <a:lnTo>
                  <a:pt x="1040090" y="64166"/>
                </a:lnTo>
                <a:lnTo>
                  <a:pt x="1040178" y="63420"/>
                </a:lnTo>
                <a:lnTo>
                  <a:pt x="1040285" y="62690"/>
                </a:lnTo>
                <a:lnTo>
                  <a:pt x="1040411" y="61975"/>
                </a:lnTo>
                <a:lnTo>
                  <a:pt x="1040557" y="61276"/>
                </a:lnTo>
                <a:lnTo>
                  <a:pt x="1040723" y="60593"/>
                </a:lnTo>
                <a:lnTo>
                  <a:pt x="1040908" y="59925"/>
                </a:lnTo>
                <a:lnTo>
                  <a:pt x="1041112" y="59273"/>
                </a:lnTo>
                <a:lnTo>
                  <a:pt x="1041336" y="58636"/>
                </a:lnTo>
                <a:lnTo>
                  <a:pt x="1041580" y="58016"/>
                </a:lnTo>
                <a:lnTo>
                  <a:pt x="1041843" y="57410"/>
                </a:lnTo>
                <a:lnTo>
                  <a:pt x="1042125" y="56821"/>
                </a:lnTo>
                <a:lnTo>
                  <a:pt x="1042427" y="56247"/>
                </a:lnTo>
                <a:lnTo>
                  <a:pt x="1042748" y="55689"/>
                </a:lnTo>
                <a:lnTo>
                  <a:pt x="1043089" y="55146"/>
                </a:lnTo>
                <a:lnTo>
                  <a:pt x="1043449" y="54619"/>
                </a:lnTo>
                <a:lnTo>
                  <a:pt x="1043829" y="54108"/>
                </a:lnTo>
                <a:lnTo>
                  <a:pt x="1044228" y="53612"/>
                </a:lnTo>
                <a:lnTo>
                  <a:pt x="1044646" y="53132"/>
                </a:lnTo>
                <a:lnTo>
                  <a:pt x="1045084" y="52668"/>
                </a:lnTo>
                <a:lnTo>
                  <a:pt x="1045542" y="52219"/>
                </a:lnTo>
                <a:lnTo>
                  <a:pt x="1046016" y="51787"/>
                </a:lnTo>
                <a:lnTo>
                  <a:pt x="1046503" y="51373"/>
                </a:lnTo>
                <a:lnTo>
                  <a:pt x="1047003" y="50978"/>
                </a:lnTo>
                <a:lnTo>
                  <a:pt x="1047515" y="50601"/>
                </a:lnTo>
                <a:lnTo>
                  <a:pt x="1048041" y="50243"/>
                </a:lnTo>
                <a:lnTo>
                  <a:pt x="1048579" y="49902"/>
                </a:lnTo>
                <a:lnTo>
                  <a:pt x="1049130" y="49581"/>
                </a:lnTo>
                <a:lnTo>
                  <a:pt x="1049695" y="49277"/>
                </a:lnTo>
                <a:lnTo>
                  <a:pt x="1050272" y="48993"/>
                </a:lnTo>
                <a:lnTo>
                  <a:pt x="1050862" y="48726"/>
                </a:lnTo>
                <a:lnTo>
                  <a:pt x="1051464" y="48478"/>
                </a:lnTo>
                <a:lnTo>
                  <a:pt x="1052080" y="48248"/>
                </a:lnTo>
                <a:lnTo>
                  <a:pt x="1052709" y="48037"/>
                </a:lnTo>
                <a:lnTo>
                  <a:pt x="1053350" y="47844"/>
                </a:lnTo>
                <a:lnTo>
                  <a:pt x="1054005" y="47669"/>
                </a:lnTo>
                <a:lnTo>
                  <a:pt x="1054672" y="47513"/>
                </a:lnTo>
                <a:lnTo>
                  <a:pt x="1055352" y="47375"/>
                </a:lnTo>
                <a:lnTo>
                  <a:pt x="1056045" y="47255"/>
                </a:lnTo>
                <a:lnTo>
                  <a:pt x="1056751" y="47154"/>
                </a:lnTo>
                <a:lnTo>
                  <a:pt x="1057470" y="47072"/>
                </a:lnTo>
                <a:lnTo>
                  <a:pt x="1058202" y="47007"/>
                </a:lnTo>
                <a:lnTo>
                  <a:pt x="1058947" y="46961"/>
                </a:lnTo>
                <a:lnTo>
                  <a:pt x="1059704" y="46934"/>
                </a:lnTo>
                <a:lnTo>
                  <a:pt x="1060475" y="46925"/>
                </a:lnTo>
                <a:lnTo>
                  <a:pt x="1061206" y="46932"/>
                </a:lnTo>
                <a:lnTo>
                  <a:pt x="1061924" y="46956"/>
                </a:lnTo>
                <a:lnTo>
                  <a:pt x="1062630" y="46995"/>
                </a:lnTo>
                <a:lnTo>
                  <a:pt x="1063323" y="47050"/>
                </a:lnTo>
                <a:lnTo>
                  <a:pt x="1064003" y="47120"/>
                </a:lnTo>
                <a:lnTo>
                  <a:pt x="1064671" y="47206"/>
                </a:lnTo>
                <a:lnTo>
                  <a:pt x="1065327" y="47308"/>
                </a:lnTo>
                <a:lnTo>
                  <a:pt x="1065969" y="47425"/>
                </a:lnTo>
                <a:lnTo>
                  <a:pt x="1066599" y="47558"/>
                </a:lnTo>
                <a:lnTo>
                  <a:pt x="1067217" y="47706"/>
                </a:lnTo>
                <a:lnTo>
                  <a:pt x="1067821" y="47871"/>
                </a:lnTo>
                <a:lnTo>
                  <a:pt x="1068414" y="48050"/>
                </a:lnTo>
                <a:lnTo>
                  <a:pt x="1068993" y="48246"/>
                </a:lnTo>
                <a:lnTo>
                  <a:pt x="1069560" y="48457"/>
                </a:lnTo>
                <a:lnTo>
                  <a:pt x="1070114" y="48684"/>
                </a:lnTo>
                <a:lnTo>
                  <a:pt x="1070656" y="48926"/>
                </a:lnTo>
                <a:lnTo>
                  <a:pt x="1071185" y="49184"/>
                </a:lnTo>
                <a:lnTo>
                  <a:pt x="1071701" y="49458"/>
                </a:lnTo>
                <a:lnTo>
                  <a:pt x="1072205" y="49747"/>
                </a:lnTo>
                <a:lnTo>
                  <a:pt x="1072696" y="50052"/>
                </a:lnTo>
                <a:lnTo>
                  <a:pt x="1073175" y="50372"/>
                </a:lnTo>
                <a:lnTo>
                  <a:pt x="1073641" y="50709"/>
                </a:lnTo>
                <a:lnTo>
                  <a:pt x="1074094" y="51060"/>
                </a:lnTo>
                <a:lnTo>
                  <a:pt x="1074535" y="51428"/>
                </a:lnTo>
                <a:lnTo>
                  <a:pt x="1074961" y="51810"/>
                </a:lnTo>
                <a:lnTo>
                  <a:pt x="1075371" y="52205"/>
                </a:lnTo>
                <a:lnTo>
                  <a:pt x="1075764" y="52614"/>
                </a:lnTo>
                <a:lnTo>
                  <a:pt x="1076141" y="53036"/>
                </a:lnTo>
                <a:lnTo>
                  <a:pt x="1076502" y="53472"/>
                </a:lnTo>
                <a:lnTo>
                  <a:pt x="1076846" y="53921"/>
                </a:lnTo>
                <a:lnTo>
                  <a:pt x="1077173" y="54383"/>
                </a:lnTo>
                <a:lnTo>
                  <a:pt x="1077485" y="54859"/>
                </a:lnTo>
                <a:lnTo>
                  <a:pt x="1077779" y="55349"/>
                </a:lnTo>
                <a:lnTo>
                  <a:pt x="1078057" y="55851"/>
                </a:lnTo>
                <a:lnTo>
                  <a:pt x="1078319" y="56368"/>
                </a:lnTo>
                <a:lnTo>
                  <a:pt x="1078564" y="56898"/>
                </a:lnTo>
                <a:lnTo>
                  <a:pt x="1078793" y="57441"/>
                </a:lnTo>
                <a:lnTo>
                  <a:pt x="1079006" y="57997"/>
                </a:lnTo>
                <a:lnTo>
                  <a:pt x="1079202" y="58568"/>
                </a:lnTo>
                <a:lnTo>
                  <a:pt x="1079381" y="59151"/>
                </a:lnTo>
                <a:lnTo>
                  <a:pt x="1079544" y="59748"/>
                </a:lnTo>
                <a:lnTo>
                  <a:pt x="1079691" y="60359"/>
                </a:lnTo>
                <a:lnTo>
                  <a:pt x="1079821" y="60983"/>
                </a:lnTo>
                <a:lnTo>
                  <a:pt x="1079934" y="61620"/>
                </a:lnTo>
                <a:lnTo>
                  <a:pt x="1080031" y="62271"/>
                </a:lnTo>
                <a:lnTo>
                  <a:pt x="1080112" y="62935"/>
                </a:lnTo>
                <a:lnTo>
                  <a:pt x="1080176" y="63613"/>
                </a:lnTo>
                <a:lnTo>
                  <a:pt x="1080224" y="64304"/>
                </a:lnTo>
                <a:lnTo>
                  <a:pt x="1094443" y="64304"/>
                </a:lnTo>
                <a:lnTo>
                  <a:pt x="1094389" y="63156"/>
                </a:lnTo>
                <a:lnTo>
                  <a:pt x="1094304" y="62028"/>
                </a:lnTo>
                <a:lnTo>
                  <a:pt x="1094188" y="60920"/>
                </a:lnTo>
                <a:lnTo>
                  <a:pt x="1094042" y="59832"/>
                </a:lnTo>
                <a:lnTo>
                  <a:pt x="1093866" y="58765"/>
                </a:lnTo>
                <a:lnTo>
                  <a:pt x="1093659" y="57718"/>
                </a:lnTo>
                <a:lnTo>
                  <a:pt x="1093422" y="56691"/>
                </a:lnTo>
                <a:lnTo>
                  <a:pt x="1093154" y="55685"/>
                </a:lnTo>
                <a:lnTo>
                  <a:pt x="1092856" y="54699"/>
                </a:lnTo>
                <a:lnTo>
                  <a:pt x="1092527" y="53733"/>
                </a:lnTo>
                <a:lnTo>
                  <a:pt x="1092168" y="52788"/>
                </a:lnTo>
                <a:lnTo>
                  <a:pt x="1091778" y="51863"/>
                </a:lnTo>
                <a:lnTo>
                  <a:pt x="1091358" y="50958"/>
                </a:lnTo>
                <a:lnTo>
                  <a:pt x="1090908" y="50073"/>
                </a:lnTo>
                <a:lnTo>
                  <a:pt x="1090427" y="49209"/>
                </a:lnTo>
                <a:lnTo>
                  <a:pt x="1089915" y="48365"/>
                </a:lnTo>
                <a:lnTo>
                  <a:pt x="1089373" y="47541"/>
                </a:lnTo>
                <a:lnTo>
                  <a:pt x="1088801" y="46738"/>
                </a:lnTo>
                <a:lnTo>
                  <a:pt x="1088198" y="45955"/>
                </a:lnTo>
                <a:lnTo>
                  <a:pt x="1087565" y="45192"/>
                </a:lnTo>
                <a:lnTo>
                  <a:pt x="1086901" y="44450"/>
                </a:lnTo>
                <a:lnTo>
                  <a:pt x="1086207" y="43727"/>
                </a:lnTo>
                <a:lnTo>
                  <a:pt x="1085483" y="43025"/>
                </a:lnTo>
                <a:lnTo>
                  <a:pt x="1084728" y="42344"/>
                </a:lnTo>
                <a:lnTo>
                  <a:pt x="1083947" y="41686"/>
                </a:lnTo>
                <a:lnTo>
                  <a:pt x="1083147" y="41057"/>
                </a:lnTo>
                <a:lnTo>
                  <a:pt x="1082327" y="40455"/>
                </a:lnTo>
                <a:lnTo>
                  <a:pt x="1081486" y="39881"/>
                </a:lnTo>
                <a:lnTo>
                  <a:pt x="1080626" y="39336"/>
                </a:lnTo>
                <a:lnTo>
                  <a:pt x="1079746" y="38818"/>
                </a:lnTo>
                <a:lnTo>
                  <a:pt x="1078845" y="38328"/>
                </a:lnTo>
                <a:lnTo>
                  <a:pt x="1077925" y="37866"/>
                </a:lnTo>
                <a:lnTo>
                  <a:pt x="1076984" y="37433"/>
                </a:lnTo>
                <a:lnTo>
                  <a:pt x="1076024" y="37027"/>
                </a:lnTo>
                <a:lnTo>
                  <a:pt x="1075043" y="36649"/>
                </a:lnTo>
                <a:lnTo>
                  <a:pt x="1074043" y="36299"/>
                </a:lnTo>
                <a:lnTo>
                  <a:pt x="1073022" y="35978"/>
                </a:lnTo>
                <a:lnTo>
                  <a:pt x="1071982" y="35684"/>
                </a:lnTo>
                <a:lnTo>
                  <a:pt x="1070921" y="35418"/>
                </a:lnTo>
                <a:lnTo>
                  <a:pt x="1069841" y="35180"/>
                </a:lnTo>
                <a:lnTo>
                  <a:pt x="1068740" y="34970"/>
                </a:lnTo>
                <a:lnTo>
                  <a:pt x="1067619" y="34788"/>
                </a:lnTo>
                <a:lnTo>
                  <a:pt x="1066479" y="34634"/>
                </a:lnTo>
                <a:lnTo>
                  <a:pt x="1065318" y="34508"/>
                </a:lnTo>
                <a:lnTo>
                  <a:pt x="1064137" y="34410"/>
                </a:lnTo>
                <a:lnTo>
                  <a:pt x="1062936" y="34340"/>
                </a:lnTo>
                <a:lnTo>
                  <a:pt x="1061716" y="34298"/>
                </a:lnTo>
                <a:lnTo>
                  <a:pt x="1060475" y="34284"/>
                </a:lnTo>
                <a:lnTo>
                  <a:pt x="1059610" y="34291"/>
                </a:lnTo>
                <a:lnTo>
                  <a:pt x="1058755" y="34312"/>
                </a:lnTo>
                <a:lnTo>
                  <a:pt x="1057909" y="34346"/>
                </a:lnTo>
                <a:lnTo>
                  <a:pt x="1057071" y="34394"/>
                </a:lnTo>
                <a:lnTo>
                  <a:pt x="1056243" y="34456"/>
                </a:lnTo>
                <a:lnTo>
                  <a:pt x="1055424" y="34531"/>
                </a:lnTo>
                <a:lnTo>
                  <a:pt x="1054614" y="34621"/>
                </a:lnTo>
                <a:lnTo>
                  <a:pt x="1053813" y="34724"/>
                </a:lnTo>
                <a:lnTo>
                  <a:pt x="1053021" y="34840"/>
                </a:lnTo>
                <a:lnTo>
                  <a:pt x="1052238" y="34970"/>
                </a:lnTo>
                <a:lnTo>
                  <a:pt x="1051464" y="35115"/>
                </a:lnTo>
                <a:lnTo>
                  <a:pt x="1050699" y="35272"/>
                </a:lnTo>
                <a:lnTo>
                  <a:pt x="1049944" y="35444"/>
                </a:lnTo>
                <a:lnTo>
                  <a:pt x="1049197" y="35629"/>
                </a:lnTo>
                <a:lnTo>
                  <a:pt x="1048459" y="35828"/>
                </a:lnTo>
                <a:lnTo>
                  <a:pt x="1047731" y="36041"/>
                </a:lnTo>
                <a:lnTo>
                  <a:pt x="1047011" y="36267"/>
                </a:lnTo>
                <a:lnTo>
                  <a:pt x="1046300" y="36507"/>
                </a:lnTo>
                <a:lnTo>
                  <a:pt x="1045599" y="36761"/>
                </a:lnTo>
                <a:lnTo>
                  <a:pt x="1044906" y="37028"/>
                </a:lnTo>
                <a:lnTo>
                  <a:pt x="1044223" y="37310"/>
                </a:lnTo>
                <a:lnTo>
                  <a:pt x="1043549" y="37605"/>
                </a:lnTo>
                <a:lnTo>
                  <a:pt x="1042883" y="37913"/>
                </a:lnTo>
                <a:lnTo>
                  <a:pt x="1042227" y="38236"/>
                </a:lnTo>
                <a:lnTo>
                  <a:pt x="1041581" y="38571"/>
                </a:lnTo>
                <a:lnTo>
                  <a:pt x="1040948" y="38918"/>
                </a:lnTo>
                <a:lnTo>
                  <a:pt x="1040326" y="39277"/>
                </a:lnTo>
                <a:lnTo>
                  <a:pt x="1039717" y="39649"/>
                </a:lnTo>
                <a:lnTo>
                  <a:pt x="1039119" y="40032"/>
                </a:lnTo>
                <a:lnTo>
                  <a:pt x="1038534" y="40428"/>
                </a:lnTo>
                <a:lnTo>
                  <a:pt x="1037961" y="40835"/>
                </a:lnTo>
                <a:lnTo>
                  <a:pt x="1037399" y="41255"/>
                </a:lnTo>
                <a:lnTo>
                  <a:pt x="1036850" y="41686"/>
                </a:lnTo>
                <a:lnTo>
                  <a:pt x="1036313" y="42130"/>
                </a:lnTo>
                <a:lnTo>
                  <a:pt x="1035788" y="42586"/>
                </a:lnTo>
                <a:lnTo>
                  <a:pt x="1035275" y="43054"/>
                </a:lnTo>
                <a:lnTo>
                  <a:pt x="1034774" y="43534"/>
                </a:lnTo>
                <a:lnTo>
                  <a:pt x="1034285" y="44026"/>
                </a:lnTo>
                <a:lnTo>
                  <a:pt x="1033808" y="44530"/>
                </a:lnTo>
                <a:lnTo>
                  <a:pt x="1033343" y="45046"/>
                </a:lnTo>
                <a:lnTo>
                  <a:pt x="1032891" y="45574"/>
                </a:lnTo>
                <a:lnTo>
                  <a:pt x="1032450" y="46115"/>
                </a:lnTo>
                <a:lnTo>
                  <a:pt x="1032022" y="46667"/>
                </a:lnTo>
                <a:lnTo>
                  <a:pt x="1031605" y="47232"/>
                </a:lnTo>
                <a:lnTo>
                  <a:pt x="1031201" y="47808"/>
                </a:lnTo>
                <a:lnTo>
                  <a:pt x="1030808" y="48397"/>
                </a:lnTo>
                <a:lnTo>
                  <a:pt x="1030428" y="48997"/>
                </a:lnTo>
                <a:lnTo>
                  <a:pt x="1030060" y="49610"/>
                </a:lnTo>
                <a:lnTo>
                  <a:pt x="1029705" y="50234"/>
                </a:lnTo>
                <a:lnTo>
                  <a:pt x="1029366" y="50869"/>
                </a:lnTo>
                <a:lnTo>
                  <a:pt x="1029041" y="51513"/>
                </a:lnTo>
                <a:lnTo>
                  <a:pt x="1028732" y="52169"/>
                </a:lnTo>
                <a:lnTo>
                  <a:pt x="1028438" y="52834"/>
                </a:lnTo>
                <a:lnTo>
                  <a:pt x="1028159" y="53510"/>
                </a:lnTo>
                <a:lnTo>
                  <a:pt x="1027895" y="54197"/>
                </a:lnTo>
                <a:lnTo>
                  <a:pt x="1027646" y="54894"/>
                </a:lnTo>
                <a:lnTo>
                  <a:pt x="1027412" y="55601"/>
                </a:lnTo>
                <a:lnTo>
                  <a:pt x="1027194" y="56319"/>
                </a:lnTo>
                <a:lnTo>
                  <a:pt x="1026990" y="57047"/>
                </a:lnTo>
                <a:lnTo>
                  <a:pt x="1026801" y="57786"/>
                </a:lnTo>
                <a:lnTo>
                  <a:pt x="1026628" y="58535"/>
                </a:lnTo>
                <a:lnTo>
                  <a:pt x="1026470" y="59294"/>
                </a:lnTo>
                <a:lnTo>
                  <a:pt x="1026326" y="60064"/>
                </a:lnTo>
                <a:lnTo>
                  <a:pt x="1026198" y="60845"/>
                </a:lnTo>
                <a:lnTo>
                  <a:pt x="1026085" y="61635"/>
                </a:lnTo>
                <a:lnTo>
                  <a:pt x="1025987" y="62437"/>
                </a:lnTo>
                <a:lnTo>
                  <a:pt x="1025904" y="63248"/>
                </a:lnTo>
                <a:lnTo>
                  <a:pt x="1025836" y="64070"/>
                </a:lnTo>
                <a:lnTo>
                  <a:pt x="1025783" y="64903"/>
                </a:lnTo>
                <a:lnTo>
                  <a:pt x="1025745" y="65745"/>
                </a:lnTo>
                <a:lnTo>
                  <a:pt x="1025723" y="66599"/>
                </a:lnTo>
                <a:lnTo>
                  <a:pt x="1025715" y="67462"/>
                </a:lnTo>
                <a:lnTo>
                  <a:pt x="1025715" y="91163"/>
                </a:lnTo>
                <a:lnTo>
                  <a:pt x="1025723" y="92014"/>
                </a:lnTo>
                <a:lnTo>
                  <a:pt x="1025745" y="92856"/>
                </a:lnTo>
                <a:lnTo>
                  <a:pt x="1025783" y="93688"/>
                </a:lnTo>
                <a:lnTo>
                  <a:pt x="1025836" y="94510"/>
                </a:lnTo>
                <a:lnTo>
                  <a:pt x="1025904" y="95323"/>
                </a:lnTo>
                <a:lnTo>
                  <a:pt x="1025987" y="96126"/>
                </a:lnTo>
                <a:lnTo>
                  <a:pt x="1026085" y="96919"/>
                </a:lnTo>
                <a:lnTo>
                  <a:pt x="1026198" y="97703"/>
                </a:lnTo>
                <a:lnTo>
                  <a:pt x="1026326" y="98477"/>
                </a:lnTo>
                <a:lnTo>
                  <a:pt x="1026470" y="99242"/>
                </a:lnTo>
                <a:lnTo>
                  <a:pt x="1026628" y="99997"/>
                </a:lnTo>
                <a:lnTo>
                  <a:pt x="1026801" y="100742"/>
                </a:lnTo>
                <a:lnTo>
                  <a:pt x="1026990" y="101478"/>
                </a:lnTo>
                <a:lnTo>
                  <a:pt x="1027194" y="102204"/>
                </a:lnTo>
                <a:lnTo>
                  <a:pt x="1027412" y="102921"/>
                </a:lnTo>
                <a:lnTo>
                  <a:pt x="1027646" y="103628"/>
                </a:lnTo>
                <a:lnTo>
                  <a:pt x="1027895" y="104325"/>
                </a:lnTo>
                <a:lnTo>
                  <a:pt x="1028159" y="105013"/>
                </a:lnTo>
                <a:lnTo>
                  <a:pt x="1028438" y="105691"/>
                </a:lnTo>
                <a:lnTo>
                  <a:pt x="1028732" y="106360"/>
                </a:lnTo>
                <a:lnTo>
                  <a:pt x="1029041" y="107019"/>
                </a:lnTo>
                <a:lnTo>
                  <a:pt x="1029366" y="107668"/>
                </a:lnTo>
                <a:lnTo>
                  <a:pt x="1029705" y="108308"/>
                </a:lnTo>
                <a:lnTo>
                  <a:pt x="1030060" y="108938"/>
                </a:lnTo>
                <a:lnTo>
                  <a:pt x="1030428" y="109558"/>
                </a:lnTo>
                <a:lnTo>
                  <a:pt x="1030808" y="110165"/>
                </a:lnTo>
                <a:lnTo>
                  <a:pt x="1031201" y="110759"/>
                </a:lnTo>
                <a:lnTo>
                  <a:pt x="1031605" y="111341"/>
                </a:lnTo>
                <a:lnTo>
                  <a:pt x="1032022" y="111911"/>
                </a:lnTo>
                <a:lnTo>
                  <a:pt x="1032450" y="112469"/>
                </a:lnTo>
                <a:lnTo>
                  <a:pt x="1032891" y="113014"/>
                </a:lnTo>
                <a:lnTo>
                  <a:pt x="1033343" y="113547"/>
                </a:lnTo>
                <a:lnTo>
                  <a:pt x="1033808" y="114067"/>
                </a:lnTo>
                <a:lnTo>
                  <a:pt x="1034285" y="114575"/>
                </a:lnTo>
                <a:lnTo>
                  <a:pt x="1034774" y="115071"/>
                </a:lnTo>
                <a:lnTo>
                  <a:pt x="1035275" y="115554"/>
                </a:lnTo>
                <a:lnTo>
                  <a:pt x="1035788" y="116025"/>
                </a:lnTo>
                <a:lnTo>
                  <a:pt x="1036313" y="116484"/>
                </a:lnTo>
                <a:lnTo>
                  <a:pt x="1036850" y="116931"/>
                </a:lnTo>
                <a:lnTo>
                  <a:pt x="1037399" y="117365"/>
                </a:lnTo>
                <a:lnTo>
                  <a:pt x="1037961" y="117786"/>
                </a:lnTo>
                <a:lnTo>
                  <a:pt x="1038534" y="118196"/>
                </a:lnTo>
                <a:lnTo>
                  <a:pt x="1039119" y="118593"/>
                </a:lnTo>
                <a:lnTo>
                  <a:pt x="1039717" y="118977"/>
                </a:lnTo>
                <a:lnTo>
                  <a:pt x="1040326" y="119350"/>
                </a:lnTo>
                <a:lnTo>
                  <a:pt x="1040948" y="119709"/>
                </a:lnTo>
                <a:lnTo>
                  <a:pt x="1041581" y="120057"/>
                </a:lnTo>
                <a:lnTo>
                  <a:pt x="1042227" y="120392"/>
                </a:lnTo>
                <a:lnTo>
                  <a:pt x="1042883" y="120715"/>
                </a:lnTo>
                <a:lnTo>
                  <a:pt x="1043549" y="121023"/>
                </a:lnTo>
                <a:lnTo>
                  <a:pt x="1044223" y="121318"/>
                </a:lnTo>
                <a:lnTo>
                  <a:pt x="1044906" y="121599"/>
                </a:lnTo>
                <a:lnTo>
                  <a:pt x="1045599" y="121866"/>
                </a:lnTo>
                <a:lnTo>
                  <a:pt x="1046300" y="122120"/>
                </a:lnTo>
                <a:lnTo>
                  <a:pt x="1047011" y="122360"/>
                </a:lnTo>
                <a:lnTo>
                  <a:pt x="1047731" y="122586"/>
                </a:lnTo>
                <a:lnTo>
                  <a:pt x="1048459" y="122799"/>
                </a:lnTo>
                <a:lnTo>
                  <a:pt x="1049197" y="122998"/>
                </a:lnTo>
                <a:lnTo>
                  <a:pt x="1049944" y="123183"/>
                </a:lnTo>
                <a:lnTo>
                  <a:pt x="1050699" y="123354"/>
                </a:lnTo>
                <a:lnTo>
                  <a:pt x="1051464" y="123512"/>
                </a:lnTo>
                <a:lnTo>
                  <a:pt x="1052238" y="123656"/>
                </a:lnTo>
                <a:lnTo>
                  <a:pt x="1053021" y="123786"/>
                </a:lnTo>
                <a:lnTo>
                  <a:pt x="1053813" y="123903"/>
                </a:lnTo>
                <a:lnTo>
                  <a:pt x="1054614" y="124005"/>
                </a:lnTo>
                <a:lnTo>
                  <a:pt x="1055424" y="124094"/>
                </a:lnTo>
                <a:lnTo>
                  <a:pt x="1056243" y="124170"/>
                </a:lnTo>
                <a:lnTo>
                  <a:pt x="1057071" y="124232"/>
                </a:lnTo>
                <a:lnTo>
                  <a:pt x="1057909" y="124280"/>
                </a:lnTo>
                <a:lnTo>
                  <a:pt x="1058755" y="124314"/>
                </a:lnTo>
                <a:lnTo>
                  <a:pt x="1059610" y="124334"/>
                </a:lnTo>
                <a:lnTo>
                  <a:pt x="1060475" y="124341"/>
                </a:lnTo>
                <a:lnTo>
                  <a:pt x="1061716" y="124327"/>
                </a:lnTo>
                <a:lnTo>
                  <a:pt x="1062936" y="124285"/>
                </a:lnTo>
                <a:lnTo>
                  <a:pt x="1064137" y="124215"/>
                </a:lnTo>
                <a:lnTo>
                  <a:pt x="1065318" y="124117"/>
                </a:lnTo>
                <a:lnTo>
                  <a:pt x="1066479" y="123992"/>
                </a:lnTo>
                <a:close/>
                <a:moveTo>
                  <a:pt x="1526564" y="148042"/>
                </a:moveTo>
                <a:lnTo>
                  <a:pt x="1537625" y="99695"/>
                </a:lnTo>
                <a:lnTo>
                  <a:pt x="1520561" y="99695"/>
                </a:lnTo>
                <a:lnTo>
                  <a:pt x="1511873" y="148042"/>
                </a:lnTo>
                <a:lnTo>
                  <a:pt x="1526564" y="1480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idx:int=0,">
            <a:extLst xmlns:a="http://schemas.openxmlformats.org/drawingml/2006/main">
              <a:ext uri="{FF2B5EF4-FFF2-40B4-BE49-F238E27FC236}">
                <a16:creationId xmlns:a16="http://schemas.microsoft.com/office/drawing/2014/main" id="{BA88F9CD-1F15-4C27-8531-7DB95D38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6" y="1113571"/>
            <a:ext cx="1166034" cy="148042"/>
          </a:xfrm>
          <a:custGeom xmlns:a="http://schemas.openxmlformats.org/drawingml/2006/main">
            <a:pathLst>
              <a:path w="1166034" h="148042">
                <a:moveTo>
                  <a:pt x="38015" y="20147"/>
                </a:moveTo>
                <a:lnTo>
                  <a:pt x="38415" y="20106"/>
                </a:lnTo>
                <a:lnTo>
                  <a:pt x="38808" y="20054"/>
                </a:lnTo>
                <a:lnTo>
                  <a:pt x="39192" y="19994"/>
                </a:lnTo>
                <a:lnTo>
                  <a:pt x="39569" y="19924"/>
                </a:lnTo>
                <a:lnTo>
                  <a:pt x="39938" y="19844"/>
                </a:lnTo>
                <a:lnTo>
                  <a:pt x="40300" y="19756"/>
                </a:lnTo>
                <a:lnTo>
                  <a:pt x="40654" y="19658"/>
                </a:lnTo>
                <a:lnTo>
                  <a:pt x="41000" y="19551"/>
                </a:lnTo>
                <a:lnTo>
                  <a:pt x="41338" y="19434"/>
                </a:lnTo>
                <a:lnTo>
                  <a:pt x="41669" y="19308"/>
                </a:lnTo>
                <a:lnTo>
                  <a:pt x="41992" y="19173"/>
                </a:lnTo>
                <a:lnTo>
                  <a:pt x="42308" y="19028"/>
                </a:lnTo>
                <a:lnTo>
                  <a:pt x="42616" y="18875"/>
                </a:lnTo>
                <a:lnTo>
                  <a:pt x="42916" y="18711"/>
                </a:lnTo>
                <a:lnTo>
                  <a:pt x="43208" y="18539"/>
                </a:lnTo>
                <a:lnTo>
                  <a:pt x="43493" y="18357"/>
                </a:lnTo>
                <a:lnTo>
                  <a:pt x="43770" y="18166"/>
                </a:lnTo>
                <a:lnTo>
                  <a:pt x="44039" y="17965"/>
                </a:lnTo>
                <a:lnTo>
                  <a:pt x="44301" y="17756"/>
                </a:lnTo>
                <a:lnTo>
                  <a:pt x="44555" y="17536"/>
                </a:lnTo>
                <a:lnTo>
                  <a:pt x="44800" y="17309"/>
                </a:lnTo>
                <a:lnTo>
                  <a:pt x="45034" y="17076"/>
                </a:lnTo>
                <a:lnTo>
                  <a:pt x="45258" y="16835"/>
                </a:lnTo>
                <a:lnTo>
                  <a:pt x="45472" y="16588"/>
                </a:lnTo>
                <a:lnTo>
                  <a:pt x="45675" y="16335"/>
                </a:lnTo>
                <a:lnTo>
                  <a:pt x="45868" y="16075"/>
                </a:lnTo>
                <a:lnTo>
                  <a:pt x="46050" y="15808"/>
                </a:lnTo>
                <a:lnTo>
                  <a:pt x="46222" y="15535"/>
                </a:lnTo>
                <a:lnTo>
                  <a:pt x="46384" y="15255"/>
                </a:lnTo>
                <a:lnTo>
                  <a:pt x="46535" y="14969"/>
                </a:lnTo>
                <a:lnTo>
                  <a:pt x="46676" y="14676"/>
                </a:lnTo>
                <a:lnTo>
                  <a:pt x="46806" y="14376"/>
                </a:lnTo>
                <a:lnTo>
                  <a:pt x="46926" y="14070"/>
                </a:lnTo>
                <a:lnTo>
                  <a:pt x="47035" y="13758"/>
                </a:lnTo>
                <a:lnTo>
                  <a:pt x="47134" y="13438"/>
                </a:lnTo>
                <a:lnTo>
                  <a:pt x="47223" y="13112"/>
                </a:lnTo>
                <a:lnTo>
                  <a:pt x="47301" y="12780"/>
                </a:lnTo>
                <a:lnTo>
                  <a:pt x="47369" y="12441"/>
                </a:lnTo>
                <a:lnTo>
                  <a:pt x="47426" y="12095"/>
                </a:lnTo>
                <a:lnTo>
                  <a:pt x="47473" y="11743"/>
                </a:lnTo>
                <a:lnTo>
                  <a:pt x="47509" y="11384"/>
                </a:lnTo>
                <a:lnTo>
                  <a:pt x="47535" y="11018"/>
                </a:lnTo>
                <a:lnTo>
                  <a:pt x="47551" y="10646"/>
                </a:lnTo>
                <a:lnTo>
                  <a:pt x="47556" y="10268"/>
                </a:lnTo>
                <a:lnTo>
                  <a:pt x="47551" y="9876"/>
                </a:lnTo>
                <a:lnTo>
                  <a:pt x="47535" y="9492"/>
                </a:lnTo>
                <a:lnTo>
                  <a:pt x="47509" y="9114"/>
                </a:lnTo>
                <a:lnTo>
                  <a:pt x="47473" y="8743"/>
                </a:lnTo>
                <a:lnTo>
                  <a:pt x="47426" y="8379"/>
                </a:lnTo>
                <a:lnTo>
                  <a:pt x="47369" y="8021"/>
                </a:lnTo>
                <a:lnTo>
                  <a:pt x="47301" y="7671"/>
                </a:lnTo>
                <a:lnTo>
                  <a:pt x="47223" y="7328"/>
                </a:lnTo>
                <a:lnTo>
                  <a:pt x="47134" y="6991"/>
                </a:lnTo>
                <a:lnTo>
                  <a:pt x="47035" y="6661"/>
                </a:lnTo>
                <a:lnTo>
                  <a:pt x="46926" y="6338"/>
                </a:lnTo>
                <a:lnTo>
                  <a:pt x="46806" y="6022"/>
                </a:lnTo>
                <a:lnTo>
                  <a:pt x="46676" y="5713"/>
                </a:lnTo>
                <a:lnTo>
                  <a:pt x="46535" y="5411"/>
                </a:lnTo>
                <a:lnTo>
                  <a:pt x="46384" y="5115"/>
                </a:lnTo>
                <a:lnTo>
                  <a:pt x="46222" y="4827"/>
                </a:lnTo>
                <a:lnTo>
                  <a:pt x="46050" y="4545"/>
                </a:lnTo>
                <a:lnTo>
                  <a:pt x="45868" y="4270"/>
                </a:lnTo>
                <a:lnTo>
                  <a:pt x="45675" y="4002"/>
                </a:lnTo>
                <a:lnTo>
                  <a:pt x="45472" y="3741"/>
                </a:lnTo>
                <a:lnTo>
                  <a:pt x="45258" y="3487"/>
                </a:lnTo>
                <a:lnTo>
                  <a:pt x="45034" y="3239"/>
                </a:lnTo>
                <a:lnTo>
                  <a:pt x="44800" y="2999"/>
                </a:lnTo>
                <a:lnTo>
                  <a:pt x="44555" y="2765"/>
                </a:lnTo>
                <a:lnTo>
                  <a:pt x="44301" y="2540"/>
                </a:lnTo>
                <a:lnTo>
                  <a:pt x="44039" y="2324"/>
                </a:lnTo>
                <a:lnTo>
                  <a:pt x="43770" y="2117"/>
                </a:lnTo>
                <a:lnTo>
                  <a:pt x="43493" y="1920"/>
                </a:lnTo>
                <a:lnTo>
                  <a:pt x="43208" y="1733"/>
                </a:lnTo>
                <a:lnTo>
                  <a:pt x="42916" y="1555"/>
                </a:lnTo>
                <a:lnTo>
                  <a:pt x="42616" y="1387"/>
                </a:lnTo>
                <a:lnTo>
                  <a:pt x="42308" y="1229"/>
                </a:lnTo>
                <a:lnTo>
                  <a:pt x="41992" y="1080"/>
                </a:lnTo>
                <a:lnTo>
                  <a:pt x="41669" y="941"/>
                </a:lnTo>
                <a:lnTo>
                  <a:pt x="41338" y="811"/>
                </a:lnTo>
                <a:lnTo>
                  <a:pt x="41000" y="691"/>
                </a:lnTo>
                <a:lnTo>
                  <a:pt x="40654" y="581"/>
                </a:lnTo>
                <a:lnTo>
                  <a:pt x="40300" y="480"/>
                </a:lnTo>
                <a:lnTo>
                  <a:pt x="39938" y="389"/>
                </a:lnTo>
                <a:lnTo>
                  <a:pt x="39569" y="307"/>
                </a:lnTo>
                <a:lnTo>
                  <a:pt x="39192" y="235"/>
                </a:lnTo>
                <a:lnTo>
                  <a:pt x="38808" y="173"/>
                </a:lnTo>
                <a:lnTo>
                  <a:pt x="38415" y="120"/>
                </a:lnTo>
                <a:lnTo>
                  <a:pt x="38015" y="77"/>
                </a:lnTo>
                <a:lnTo>
                  <a:pt x="37608" y="43"/>
                </a:lnTo>
                <a:lnTo>
                  <a:pt x="37192" y="19"/>
                </a:lnTo>
                <a:lnTo>
                  <a:pt x="36769" y="5"/>
                </a:lnTo>
                <a:lnTo>
                  <a:pt x="36339" y="0"/>
                </a:lnTo>
                <a:lnTo>
                  <a:pt x="35908" y="5"/>
                </a:lnTo>
                <a:lnTo>
                  <a:pt x="35485" y="19"/>
                </a:lnTo>
                <a:lnTo>
                  <a:pt x="35070" y="43"/>
                </a:lnTo>
                <a:lnTo>
                  <a:pt x="34662" y="77"/>
                </a:lnTo>
                <a:lnTo>
                  <a:pt x="34263" y="120"/>
                </a:lnTo>
                <a:lnTo>
                  <a:pt x="33870" y="173"/>
                </a:lnTo>
                <a:lnTo>
                  <a:pt x="33486" y="235"/>
                </a:lnTo>
                <a:lnTo>
                  <a:pt x="33109" y="307"/>
                </a:lnTo>
                <a:lnTo>
                  <a:pt x="32740" y="389"/>
                </a:lnTo>
                <a:lnTo>
                  <a:pt x="32378" y="480"/>
                </a:lnTo>
                <a:lnTo>
                  <a:pt x="32025" y="581"/>
                </a:lnTo>
                <a:lnTo>
                  <a:pt x="31678" y="691"/>
                </a:lnTo>
                <a:lnTo>
                  <a:pt x="31340" y="811"/>
                </a:lnTo>
                <a:lnTo>
                  <a:pt x="31009" y="941"/>
                </a:lnTo>
                <a:lnTo>
                  <a:pt x="30686" y="1080"/>
                </a:lnTo>
                <a:lnTo>
                  <a:pt x="30370" y="1229"/>
                </a:lnTo>
                <a:lnTo>
                  <a:pt x="30063" y="1387"/>
                </a:lnTo>
                <a:lnTo>
                  <a:pt x="29762" y="1555"/>
                </a:lnTo>
                <a:lnTo>
                  <a:pt x="29470" y="1733"/>
                </a:lnTo>
                <a:lnTo>
                  <a:pt x="29185" y="1920"/>
                </a:lnTo>
                <a:lnTo>
                  <a:pt x="28908" y="2117"/>
                </a:lnTo>
                <a:lnTo>
                  <a:pt x="28638" y="2324"/>
                </a:lnTo>
                <a:lnTo>
                  <a:pt x="28377" y="2540"/>
                </a:lnTo>
                <a:lnTo>
                  <a:pt x="28122" y="2765"/>
                </a:lnTo>
                <a:lnTo>
                  <a:pt x="27877" y="2999"/>
                </a:lnTo>
                <a:lnTo>
                  <a:pt x="27643" y="3239"/>
                </a:lnTo>
                <a:lnTo>
                  <a:pt x="27419" y="3487"/>
                </a:lnTo>
                <a:lnTo>
                  <a:pt x="27205" y="3741"/>
                </a:lnTo>
                <a:lnTo>
                  <a:pt x="27002" y="4002"/>
                </a:lnTo>
                <a:lnTo>
                  <a:pt x="26809" y="4270"/>
                </a:lnTo>
                <a:lnTo>
                  <a:pt x="26627" y="4545"/>
                </a:lnTo>
                <a:lnTo>
                  <a:pt x="26455" y="4827"/>
                </a:lnTo>
                <a:lnTo>
                  <a:pt x="26293" y="5115"/>
                </a:lnTo>
                <a:lnTo>
                  <a:pt x="26142" y="5411"/>
                </a:lnTo>
                <a:lnTo>
                  <a:pt x="26002" y="5713"/>
                </a:lnTo>
                <a:lnTo>
                  <a:pt x="25871" y="6022"/>
                </a:lnTo>
                <a:lnTo>
                  <a:pt x="25751" y="6338"/>
                </a:lnTo>
                <a:lnTo>
                  <a:pt x="25642" y="6661"/>
                </a:lnTo>
                <a:lnTo>
                  <a:pt x="25543" y="6991"/>
                </a:lnTo>
                <a:lnTo>
                  <a:pt x="25454" y="7328"/>
                </a:lnTo>
                <a:lnTo>
                  <a:pt x="25376" y="7671"/>
                </a:lnTo>
                <a:lnTo>
                  <a:pt x="25309" y="8021"/>
                </a:lnTo>
                <a:lnTo>
                  <a:pt x="25251" y="8379"/>
                </a:lnTo>
                <a:lnTo>
                  <a:pt x="25204" y="8743"/>
                </a:lnTo>
                <a:lnTo>
                  <a:pt x="25168" y="9114"/>
                </a:lnTo>
                <a:lnTo>
                  <a:pt x="25142" y="9492"/>
                </a:lnTo>
                <a:lnTo>
                  <a:pt x="25126" y="9876"/>
                </a:lnTo>
                <a:lnTo>
                  <a:pt x="25121" y="10268"/>
                </a:lnTo>
                <a:lnTo>
                  <a:pt x="25126" y="10646"/>
                </a:lnTo>
                <a:lnTo>
                  <a:pt x="25142" y="11018"/>
                </a:lnTo>
                <a:lnTo>
                  <a:pt x="25168" y="11384"/>
                </a:lnTo>
                <a:lnTo>
                  <a:pt x="25204" y="11743"/>
                </a:lnTo>
                <a:lnTo>
                  <a:pt x="25251" y="12095"/>
                </a:lnTo>
                <a:lnTo>
                  <a:pt x="25309" y="12441"/>
                </a:lnTo>
                <a:lnTo>
                  <a:pt x="25376" y="12780"/>
                </a:lnTo>
                <a:lnTo>
                  <a:pt x="25454" y="13112"/>
                </a:lnTo>
                <a:lnTo>
                  <a:pt x="25543" y="13438"/>
                </a:lnTo>
                <a:lnTo>
                  <a:pt x="25642" y="13758"/>
                </a:lnTo>
                <a:lnTo>
                  <a:pt x="25751" y="14070"/>
                </a:lnTo>
                <a:lnTo>
                  <a:pt x="25871" y="14376"/>
                </a:lnTo>
                <a:lnTo>
                  <a:pt x="26002" y="14676"/>
                </a:lnTo>
                <a:lnTo>
                  <a:pt x="26142" y="14969"/>
                </a:lnTo>
                <a:lnTo>
                  <a:pt x="26293" y="15255"/>
                </a:lnTo>
                <a:lnTo>
                  <a:pt x="26455" y="15535"/>
                </a:lnTo>
                <a:lnTo>
                  <a:pt x="26627" y="15808"/>
                </a:lnTo>
                <a:lnTo>
                  <a:pt x="26809" y="16075"/>
                </a:lnTo>
                <a:lnTo>
                  <a:pt x="27002" y="16335"/>
                </a:lnTo>
                <a:lnTo>
                  <a:pt x="27205" y="16588"/>
                </a:lnTo>
                <a:lnTo>
                  <a:pt x="27419" y="16835"/>
                </a:lnTo>
                <a:lnTo>
                  <a:pt x="27643" y="17076"/>
                </a:lnTo>
                <a:lnTo>
                  <a:pt x="27877" y="17309"/>
                </a:lnTo>
                <a:lnTo>
                  <a:pt x="28122" y="17536"/>
                </a:lnTo>
                <a:lnTo>
                  <a:pt x="28377" y="17756"/>
                </a:lnTo>
                <a:lnTo>
                  <a:pt x="28638" y="17965"/>
                </a:lnTo>
                <a:lnTo>
                  <a:pt x="28908" y="18166"/>
                </a:lnTo>
                <a:lnTo>
                  <a:pt x="29185" y="18357"/>
                </a:lnTo>
                <a:lnTo>
                  <a:pt x="29470" y="18539"/>
                </a:lnTo>
                <a:lnTo>
                  <a:pt x="29762" y="18711"/>
                </a:lnTo>
                <a:lnTo>
                  <a:pt x="30063" y="18875"/>
                </a:lnTo>
                <a:lnTo>
                  <a:pt x="30370" y="19028"/>
                </a:lnTo>
                <a:lnTo>
                  <a:pt x="30686" y="19173"/>
                </a:lnTo>
                <a:lnTo>
                  <a:pt x="31009" y="19308"/>
                </a:lnTo>
                <a:lnTo>
                  <a:pt x="31340" y="19434"/>
                </a:lnTo>
                <a:lnTo>
                  <a:pt x="31678" y="19551"/>
                </a:lnTo>
                <a:lnTo>
                  <a:pt x="32025" y="19658"/>
                </a:lnTo>
                <a:lnTo>
                  <a:pt x="32378" y="19756"/>
                </a:lnTo>
                <a:lnTo>
                  <a:pt x="32740" y="19844"/>
                </a:lnTo>
                <a:lnTo>
                  <a:pt x="33109" y="19924"/>
                </a:lnTo>
                <a:lnTo>
                  <a:pt x="33486" y="19994"/>
                </a:lnTo>
                <a:lnTo>
                  <a:pt x="33870" y="20054"/>
                </a:lnTo>
                <a:lnTo>
                  <a:pt x="34263" y="20106"/>
                </a:lnTo>
                <a:lnTo>
                  <a:pt x="34662" y="20147"/>
                </a:lnTo>
                <a:lnTo>
                  <a:pt x="35070" y="20180"/>
                </a:lnTo>
                <a:lnTo>
                  <a:pt x="35485" y="20203"/>
                </a:lnTo>
                <a:lnTo>
                  <a:pt x="35908" y="20217"/>
                </a:lnTo>
                <a:lnTo>
                  <a:pt x="36339" y="20222"/>
                </a:lnTo>
                <a:lnTo>
                  <a:pt x="36769" y="20217"/>
                </a:lnTo>
                <a:lnTo>
                  <a:pt x="37192" y="20203"/>
                </a:lnTo>
                <a:lnTo>
                  <a:pt x="37608" y="20180"/>
                </a:lnTo>
                <a:lnTo>
                  <a:pt x="38015" y="20147"/>
                </a:lnTo>
                <a:close/>
                <a:moveTo>
                  <a:pt x="505388" y="20147"/>
                </a:moveTo>
                <a:lnTo>
                  <a:pt x="505788" y="20106"/>
                </a:lnTo>
                <a:lnTo>
                  <a:pt x="506181" y="20054"/>
                </a:lnTo>
                <a:lnTo>
                  <a:pt x="506565" y="19994"/>
                </a:lnTo>
                <a:lnTo>
                  <a:pt x="506942" y="19924"/>
                </a:lnTo>
                <a:lnTo>
                  <a:pt x="507311" y="19844"/>
                </a:lnTo>
                <a:lnTo>
                  <a:pt x="507673" y="19756"/>
                </a:lnTo>
                <a:lnTo>
                  <a:pt x="508027" y="19658"/>
                </a:lnTo>
                <a:lnTo>
                  <a:pt x="508373" y="19551"/>
                </a:lnTo>
                <a:lnTo>
                  <a:pt x="508711" y="19434"/>
                </a:lnTo>
                <a:lnTo>
                  <a:pt x="509042" y="19308"/>
                </a:lnTo>
                <a:lnTo>
                  <a:pt x="509365" y="19173"/>
                </a:lnTo>
                <a:lnTo>
                  <a:pt x="509681" y="19028"/>
                </a:lnTo>
                <a:lnTo>
                  <a:pt x="509989" y="18875"/>
                </a:lnTo>
                <a:lnTo>
                  <a:pt x="510289" y="18711"/>
                </a:lnTo>
                <a:lnTo>
                  <a:pt x="510581" y="18539"/>
                </a:lnTo>
                <a:lnTo>
                  <a:pt x="510866" y="18357"/>
                </a:lnTo>
                <a:lnTo>
                  <a:pt x="511143" y="18166"/>
                </a:lnTo>
                <a:lnTo>
                  <a:pt x="511412" y="17965"/>
                </a:lnTo>
                <a:lnTo>
                  <a:pt x="511674" y="17756"/>
                </a:lnTo>
                <a:lnTo>
                  <a:pt x="511928" y="17536"/>
                </a:lnTo>
                <a:lnTo>
                  <a:pt x="512173" y="17309"/>
                </a:lnTo>
                <a:lnTo>
                  <a:pt x="512407" y="17076"/>
                </a:lnTo>
                <a:lnTo>
                  <a:pt x="512631" y="16835"/>
                </a:lnTo>
                <a:lnTo>
                  <a:pt x="512845" y="16588"/>
                </a:lnTo>
                <a:lnTo>
                  <a:pt x="513048" y="16335"/>
                </a:lnTo>
                <a:lnTo>
                  <a:pt x="513241" y="16075"/>
                </a:lnTo>
                <a:lnTo>
                  <a:pt x="513423" y="15808"/>
                </a:lnTo>
                <a:lnTo>
                  <a:pt x="513595" y="15535"/>
                </a:lnTo>
                <a:lnTo>
                  <a:pt x="513757" y="15255"/>
                </a:lnTo>
                <a:lnTo>
                  <a:pt x="513908" y="14969"/>
                </a:lnTo>
                <a:lnTo>
                  <a:pt x="514048" y="14676"/>
                </a:lnTo>
                <a:lnTo>
                  <a:pt x="514179" y="14376"/>
                </a:lnTo>
                <a:lnTo>
                  <a:pt x="514299" y="14070"/>
                </a:lnTo>
                <a:lnTo>
                  <a:pt x="514408" y="13758"/>
                </a:lnTo>
                <a:lnTo>
                  <a:pt x="514507" y="13438"/>
                </a:lnTo>
                <a:lnTo>
                  <a:pt x="514596" y="13112"/>
                </a:lnTo>
                <a:lnTo>
                  <a:pt x="514674" y="12780"/>
                </a:lnTo>
                <a:lnTo>
                  <a:pt x="514742" y="12441"/>
                </a:lnTo>
                <a:lnTo>
                  <a:pt x="514799" y="12095"/>
                </a:lnTo>
                <a:lnTo>
                  <a:pt x="514846" y="11743"/>
                </a:lnTo>
                <a:lnTo>
                  <a:pt x="514882" y="11384"/>
                </a:lnTo>
                <a:lnTo>
                  <a:pt x="514908" y="11018"/>
                </a:lnTo>
                <a:lnTo>
                  <a:pt x="514924" y="10646"/>
                </a:lnTo>
                <a:lnTo>
                  <a:pt x="514929" y="10268"/>
                </a:lnTo>
                <a:lnTo>
                  <a:pt x="514924" y="9876"/>
                </a:lnTo>
                <a:lnTo>
                  <a:pt x="514908" y="9492"/>
                </a:lnTo>
                <a:lnTo>
                  <a:pt x="514882" y="9114"/>
                </a:lnTo>
                <a:lnTo>
                  <a:pt x="514846" y="8743"/>
                </a:lnTo>
                <a:lnTo>
                  <a:pt x="514799" y="8379"/>
                </a:lnTo>
                <a:lnTo>
                  <a:pt x="514742" y="8021"/>
                </a:lnTo>
                <a:lnTo>
                  <a:pt x="514674" y="7671"/>
                </a:lnTo>
                <a:lnTo>
                  <a:pt x="514596" y="7328"/>
                </a:lnTo>
                <a:lnTo>
                  <a:pt x="514507" y="6991"/>
                </a:lnTo>
                <a:lnTo>
                  <a:pt x="514408" y="6661"/>
                </a:lnTo>
                <a:lnTo>
                  <a:pt x="514299" y="6338"/>
                </a:lnTo>
                <a:lnTo>
                  <a:pt x="514179" y="6022"/>
                </a:lnTo>
                <a:lnTo>
                  <a:pt x="514048" y="5713"/>
                </a:lnTo>
                <a:lnTo>
                  <a:pt x="513908" y="5411"/>
                </a:lnTo>
                <a:lnTo>
                  <a:pt x="513757" y="5115"/>
                </a:lnTo>
                <a:lnTo>
                  <a:pt x="513595" y="4827"/>
                </a:lnTo>
                <a:lnTo>
                  <a:pt x="513423" y="4545"/>
                </a:lnTo>
                <a:lnTo>
                  <a:pt x="513241" y="4270"/>
                </a:lnTo>
                <a:lnTo>
                  <a:pt x="513048" y="4002"/>
                </a:lnTo>
                <a:lnTo>
                  <a:pt x="512845" y="3741"/>
                </a:lnTo>
                <a:lnTo>
                  <a:pt x="512631" y="3487"/>
                </a:lnTo>
                <a:lnTo>
                  <a:pt x="512407" y="3239"/>
                </a:lnTo>
                <a:lnTo>
                  <a:pt x="512173" y="2999"/>
                </a:lnTo>
                <a:lnTo>
                  <a:pt x="511928" y="2765"/>
                </a:lnTo>
                <a:lnTo>
                  <a:pt x="511674" y="2540"/>
                </a:lnTo>
                <a:lnTo>
                  <a:pt x="511412" y="2324"/>
                </a:lnTo>
                <a:lnTo>
                  <a:pt x="511143" y="2117"/>
                </a:lnTo>
                <a:lnTo>
                  <a:pt x="510866" y="1920"/>
                </a:lnTo>
                <a:lnTo>
                  <a:pt x="510581" y="1733"/>
                </a:lnTo>
                <a:lnTo>
                  <a:pt x="510289" y="1555"/>
                </a:lnTo>
                <a:lnTo>
                  <a:pt x="509989" y="1387"/>
                </a:lnTo>
                <a:lnTo>
                  <a:pt x="509681" y="1229"/>
                </a:lnTo>
                <a:lnTo>
                  <a:pt x="509365" y="1080"/>
                </a:lnTo>
                <a:lnTo>
                  <a:pt x="509042" y="941"/>
                </a:lnTo>
                <a:lnTo>
                  <a:pt x="508711" y="811"/>
                </a:lnTo>
                <a:lnTo>
                  <a:pt x="508373" y="691"/>
                </a:lnTo>
                <a:lnTo>
                  <a:pt x="508027" y="581"/>
                </a:lnTo>
                <a:lnTo>
                  <a:pt x="507673" y="480"/>
                </a:lnTo>
                <a:lnTo>
                  <a:pt x="507311" y="389"/>
                </a:lnTo>
                <a:lnTo>
                  <a:pt x="506942" y="307"/>
                </a:lnTo>
                <a:lnTo>
                  <a:pt x="506565" y="235"/>
                </a:lnTo>
                <a:lnTo>
                  <a:pt x="506181" y="173"/>
                </a:lnTo>
                <a:lnTo>
                  <a:pt x="505788" y="120"/>
                </a:lnTo>
                <a:lnTo>
                  <a:pt x="505388" y="77"/>
                </a:lnTo>
                <a:lnTo>
                  <a:pt x="504981" y="43"/>
                </a:lnTo>
                <a:lnTo>
                  <a:pt x="504565" y="19"/>
                </a:lnTo>
                <a:lnTo>
                  <a:pt x="504142" y="5"/>
                </a:lnTo>
                <a:lnTo>
                  <a:pt x="503712" y="0"/>
                </a:lnTo>
                <a:lnTo>
                  <a:pt x="503281" y="5"/>
                </a:lnTo>
                <a:lnTo>
                  <a:pt x="502858" y="19"/>
                </a:lnTo>
                <a:lnTo>
                  <a:pt x="502443" y="43"/>
                </a:lnTo>
                <a:lnTo>
                  <a:pt x="502035" y="77"/>
                </a:lnTo>
                <a:lnTo>
                  <a:pt x="501636" y="120"/>
                </a:lnTo>
                <a:lnTo>
                  <a:pt x="501243" y="173"/>
                </a:lnTo>
                <a:lnTo>
                  <a:pt x="500859" y="235"/>
                </a:lnTo>
                <a:lnTo>
                  <a:pt x="500482" y="307"/>
                </a:lnTo>
                <a:lnTo>
                  <a:pt x="500113" y="389"/>
                </a:lnTo>
                <a:lnTo>
                  <a:pt x="499751" y="480"/>
                </a:lnTo>
                <a:lnTo>
                  <a:pt x="499398" y="581"/>
                </a:lnTo>
                <a:lnTo>
                  <a:pt x="499051" y="691"/>
                </a:lnTo>
                <a:lnTo>
                  <a:pt x="498713" y="811"/>
                </a:lnTo>
                <a:lnTo>
                  <a:pt x="498382" y="941"/>
                </a:lnTo>
                <a:lnTo>
                  <a:pt x="498059" y="1080"/>
                </a:lnTo>
                <a:lnTo>
                  <a:pt x="497743" y="1229"/>
                </a:lnTo>
                <a:lnTo>
                  <a:pt x="497436" y="1387"/>
                </a:lnTo>
                <a:lnTo>
                  <a:pt x="497135" y="1555"/>
                </a:lnTo>
                <a:lnTo>
                  <a:pt x="496843" y="1733"/>
                </a:lnTo>
                <a:lnTo>
                  <a:pt x="496558" y="1920"/>
                </a:lnTo>
                <a:lnTo>
                  <a:pt x="496281" y="2117"/>
                </a:lnTo>
                <a:lnTo>
                  <a:pt x="496011" y="2324"/>
                </a:lnTo>
                <a:lnTo>
                  <a:pt x="495750" y="2540"/>
                </a:lnTo>
                <a:lnTo>
                  <a:pt x="495495" y="2765"/>
                </a:lnTo>
                <a:lnTo>
                  <a:pt x="495250" y="2999"/>
                </a:lnTo>
                <a:lnTo>
                  <a:pt x="495016" y="3239"/>
                </a:lnTo>
                <a:lnTo>
                  <a:pt x="494792" y="3487"/>
                </a:lnTo>
                <a:lnTo>
                  <a:pt x="494578" y="3741"/>
                </a:lnTo>
                <a:lnTo>
                  <a:pt x="494375" y="4002"/>
                </a:lnTo>
                <a:lnTo>
                  <a:pt x="494182" y="4270"/>
                </a:lnTo>
                <a:lnTo>
                  <a:pt x="494000" y="4545"/>
                </a:lnTo>
                <a:lnTo>
                  <a:pt x="493828" y="4827"/>
                </a:lnTo>
                <a:lnTo>
                  <a:pt x="493666" y="5115"/>
                </a:lnTo>
                <a:lnTo>
                  <a:pt x="493515" y="5411"/>
                </a:lnTo>
                <a:lnTo>
                  <a:pt x="493375" y="5713"/>
                </a:lnTo>
                <a:lnTo>
                  <a:pt x="493244" y="6022"/>
                </a:lnTo>
                <a:lnTo>
                  <a:pt x="493124" y="6338"/>
                </a:lnTo>
                <a:lnTo>
                  <a:pt x="493015" y="6661"/>
                </a:lnTo>
                <a:lnTo>
                  <a:pt x="492916" y="6991"/>
                </a:lnTo>
                <a:lnTo>
                  <a:pt x="492827" y="7328"/>
                </a:lnTo>
                <a:lnTo>
                  <a:pt x="492749" y="7671"/>
                </a:lnTo>
                <a:lnTo>
                  <a:pt x="492681" y="8021"/>
                </a:lnTo>
                <a:lnTo>
                  <a:pt x="492624" y="8379"/>
                </a:lnTo>
                <a:lnTo>
                  <a:pt x="492577" y="8743"/>
                </a:lnTo>
                <a:lnTo>
                  <a:pt x="492541" y="9114"/>
                </a:lnTo>
                <a:lnTo>
                  <a:pt x="492515" y="9492"/>
                </a:lnTo>
                <a:lnTo>
                  <a:pt x="492499" y="9876"/>
                </a:lnTo>
                <a:lnTo>
                  <a:pt x="492494" y="10268"/>
                </a:lnTo>
                <a:lnTo>
                  <a:pt x="492499" y="10646"/>
                </a:lnTo>
                <a:lnTo>
                  <a:pt x="492515" y="11018"/>
                </a:lnTo>
                <a:lnTo>
                  <a:pt x="492541" y="11384"/>
                </a:lnTo>
                <a:lnTo>
                  <a:pt x="492577" y="11743"/>
                </a:lnTo>
                <a:lnTo>
                  <a:pt x="492624" y="12095"/>
                </a:lnTo>
                <a:lnTo>
                  <a:pt x="492681" y="12441"/>
                </a:lnTo>
                <a:lnTo>
                  <a:pt x="492749" y="12780"/>
                </a:lnTo>
                <a:lnTo>
                  <a:pt x="492827" y="13112"/>
                </a:lnTo>
                <a:lnTo>
                  <a:pt x="492916" y="13438"/>
                </a:lnTo>
                <a:lnTo>
                  <a:pt x="493015" y="13758"/>
                </a:lnTo>
                <a:lnTo>
                  <a:pt x="493124" y="14070"/>
                </a:lnTo>
                <a:lnTo>
                  <a:pt x="493244" y="14376"/>
                </a:lnTo>
                <a:lnTo>
                  <a:pt x="493375" y="14676"/>
                </a:lnTo>
                <a:lnTo>
                  <a:pt x="493515" y="14969"/>
                </a:lnTo>
                <a:lnTo>
                  <a:pt x="493666" y="15255"/>
                </a:lnTo>
                <a:lnTo>
                  <a:pt x="493828" y="15535"/>
                </a:lnTo>
                <a:lnTo>
                  <a:pt x="494000" y="15808"/>
                </a:lnTo>
                <a:lnTo>
                  <a:pt x="494182" y="16075"/>
                </a:lnTo>
                <a:lnTo>
                  <a:pt x="494375" y="16335"/>
                </a:lnTo>
                <a:lnTo>
                  <a:pt x="494578" y="16588"/>
                </a:lnTo>
                <a:lnTo>
                  <a:pt x="494792" y="16835"/>
                </a:lnTo>
                <a:lnTo>
                  <a:pt x="495016" y="17076"/>
                </a:lnTo>
                <a:lnTo>
                  <a:pt x="495250" y="17309"/>
                </a:lnTo>
                <a:lnTo>
                  <a:pt x="495495" y="17536"/>
                </a:lnTo>
                <a:lnTo>
                  <a:pt x="495750" y="17756"/>
                </a:lnTo>
                <a:lnTo>
                  <a:pt x="496011" y="17965"/>
                </a:lnTo>
                <a:lnTo>
                  <a:pt x="496281" y="18166"/>
                </a:lnTo>
                <a:lnTo>
                  <a:pt x="496558" y="18357"/>
                </a:lnTo>
                <a:lnTo>
                  <a:pt x="496843" y="18539"/>
                </a:lnTo>
                <a:lnTo>
                  <a:pt x="497135" y="18711"/>
                </a:lnTo>
                <a:lnTo>
                  <a:pt x="497436" y="18875"/>
                </a:lnTo>
                <a:lnTo>
                  <a:pt x="497743" y="19028"/>
                </a:lnTo>
                <a:lnTo>
                  <a:pt x="498059" y="19173"/>
                </a:lnTo>
                <a:lnTo>
                  <a:pt x="498382" y="19308"/>
                </a:lnTo>
                <a:lnTo>
                  <a:pt x="498713" y="19434"/>
                </a:lnTo>
                <a:lnTo>
                  <a:pt x="499051" y="19551"/>
                </a:lnTo>
                <a:lnTo>
                  <a:pt x="499398" y="19658"/>
                </a:lnTo>
                <a:lnTo>
                  <a:pt x="499751" y="19756"/>
                </a:lnTo>
                <a:lnTo>
                  <a:pt x="500113" y="19844"/>
                </a:lnTo>
                <a:lnTo>
                  <a:pt x="500482" y="19924"/>
                </a:lnTo>
                <a:lnTo>
                  <a:pt x="500859" y="19994"/>
                </a:lnTo>
                <a:lnTo>
                  <a:pt x="501243" y="20054"/>
                </a:lnTo>
                <a:lnTo>
                  <a:pt x="501636" y="20106"/>
                </a:lnTo>
                <a:lnTo>
                  <a:pt x="502035" y="20147"/>
                </a:lnTo>
                <a:lnTo>
                  <a:pt x="502443" y="20180"/>
                </a:lnTo>
                <a:lnTo>
                  <a:pt x="502858" y="20203"/>
                </a:lnTo>
                <a:lnTo>
                  <a:pt x="503281" y="20217"/>
                </a:lnTo>
                <a:lnTo>
                  <a:pt x="503712" y="20222"/>
                </a:lnTo>
                <a:lnTo>
                  <a:pt x="504142" y="20217"/>
                </a:lnTo>
                <a:lnTo>
                  <a:pt x="504565" y="20203"/>
                </a:lnTo>
                <a:lnTo>
                  <a:pt x="504981" y="20180"/>
                </a:lnTo>
                <a:lnTo>
                  <a:pt x="505388" y="20147"/>
                </a:lnTo>
                <a:close/>
                <a:moveTo>
                  <a:pt x="316661" y="57579"/>
                </a:moveTo>
                <a:lnTo>
                  <a:pt x="317151" y="57530"/>
                </a:lnTo>
                <a:lnTo>
                  <a:pt x="317631" y="57470"/>
                </a:lnTo>
                <a:lnTo>
                  <a:pt x="318099" y="57399"/>
                </a:lnTo>
                <a:lnTo>
                  <a:pt x="318557" y="57316"/>
                </a:lnTo>
                <a:lnTo>
                  <a:pt x="319003" y="57223"/>
                </a:lnTo>
                <a:lnTo>
                  <a:pt x="319439" y="57119"/>
                </a:lnTo>
                <a:lnTo>
                  <a:pt x="319863" y="57004"/>
                </a:lnTo>
                <a:lnTo>
                  <a:pt x="320277" y="56878"/>
                </a:lnTo>
                <a:lnTo>
                  <a:pt x="320680" y="56741"/>
                </a:lnTo>
                <a:lnTo>
                  <a:pt x="321071" y="56593"/>
                </a:lnTo>
                <a:lnTo>
                  <a:pt x="321452" y="56434"/>
                </a:lnTo>
                <a:lnTo>
                  <a:pt x="321822" y="56264"/>
                </a:lnTo>
                <a:lnTo>
                  <a:pt x="322180" y="56083"/>
                </a:lnTo>
                <a:lnTo>
                  <a:pt x="322528" y="55891"/>
                </a:lnTo>
                <a:lnTo>
                  <a:pt x="322865" y="55688"/>
                </a:lnTo>
                <a:lnTo>
                  <a:pt x="323191" y="55474"/>
                </a:lnTo>
                <a:lnTo>
                  <a:pt x="323506" y="55249"/>
                </a:lnTo>
                <a:lnTo>
                  <a:pt x="323810" y="55013"/>
                </a:lnTo>
                <a:lnTo>
                  <a:pt x="324102" y="54767"/>
                </a:lnTo>
                <a:lnTo>
                  <a:pt x="324384" y="54509"/>
                </a:lnTo>
                <a:lnTo>
                  <a:pt x="324655" y="54242"/>
                </a:lnTo>
                <a:lnTo>
                  <a:pt x="324914" y="53967"/>
                </a:lnTo>
                <a:lnTo>
                  <a:pt x="325162" y="53684"/>
                </a:lnTo>
                <a:lnTo>
                  <a:pt x="325398" y="53394"/>
                </a:lnTo>
                <a:lnTo>
                  <a:pt x="325623" y="53096"/>
                </a:lnTo>
                <a:lnTo>
                  <a:pt x="325836" y="52791"/>
                </a:lnTo>
                <a:lnTo>
                  <a:pt x="326037" y="52477"/>
                </a:lnTo>
                <a:lnTo>
                  <a:pt x="326227" y="52156"/>
                </a:lnTo>
                <a:lnTo>
                  <a:pt x="326406" y="51828"/>
                </a:lnTo>
                <a:lnTo>
                  <a:pt x="326573" y="51491"/>
                </a:lnTo>
                <a:lnTo>
                  <a:pt x="326728" y="51147"/>
                </a:lnTo>
                <a:lnTo>
                  <a:pt x="326872" y="50796"/>
                </a:lnTo>
                <a:lnTo>
                  <a:pt x="327005" y="50436"/>
                </a:lnTo>
                <a:lnTo>
                  <a:pt x="327126" y="50069"/>
                </a:lnTo>
                <a:lnTo>
                  <a:pt x="327235" y="49695"/>
                </a:lnTo>
                <a:lnTo>
                  <a:pt x="327333" y="49312"/>
                </a:lnTo>
                <a:lnTo>
                  <a:pt x="327419" y="48922"/>
                </a:lnTo>
                <a:lnTo>
                  <a:pt x="327494" y="48525"/>
                </a:lnTo>
                <a:lnTo>
                  <a:pt x="327558" y="48119"/>
                </a:lnTo>
                <a:lnTo>
                  <a:pt x="327610" y="47706"/>
                </a:lnTo>
                <a:lnTo>
                  <a:pt x="327650" y="47285"/>
                </a:lnTo>
                <a:lnTo>
                  <a:pt x="327679" y="46857"/>
                </a:lnTo>
                <a:lnTo>
                  <a:pt x="327696" y="46421"/>
                </a:lnTo>
                <a:lnTo>
                  <a:pt x="327702" y="45977"/>
                </a:lnTo>
                <a:lnTo>
                  <a:pt x="327696" y="45533"/>
                </a:lnTo>
                <a:lnTo>
                  <a:pt x="327679" y="45097"/>
                </a:lnTo>
                <a:lnTo>
                  <a:pt x="327650" y="44668"/>
                </a:lnTo>
                <a:lnTo>
                  <a:pt x="327610" y="44247"/>
                </a:lnTo>
                <a:lnTo>
                  <a:pt x="327558" y="43834"/>
                </a:lnTo>
                <a:lnTo>
                  <a:pt x="327494" y="43429"/>
                </a:lnTo>
                <a:lnTo>
                  <a:pt x="327419" y="43031"/>
                </a:lnTo>
                <a:lnTo>
                  <a:pt x="327333" y="42641"/>
                </a:lnTo>
                <a:lnTo>
                  <a:pt x="327235" y="42258"/>
                </a:lnTo>
                <a:lnTo>
                  <a:pt x="327126" y="41884"/>
                </a:lnTo>
                <a:lnTo>
                  <a:pt x="327005" y="41517"/>
                </a:lnTo>
                <a:lnTo>
                  <a:pt x="326872" y="41157"/>
                </a:lnTo>
                <a:lnTo>
                  <a:pt x="326728" y="40806"/>
                </a:lnTo>
                <a:lnTo>
                  <a:pt x="326573" y="40462"/>
                </a:lnTo>
                <a:lnTo>
                  <a:pt x="326406" y="40125"/>
                </a:lnTo>
                <a:lnTo>
                  <a:pt x="326227" y="39797"/>
                </a:lnTo>
                <a:lnTo>
                  <a:pt x="326037" y="39476"/>
                </a:lnTo>
                <a:lnTo>
                  <a:pt x="325836" y="39163"/>
                </a:lnTo>
                <a:lnTo>
                  <a:pt x="325623" y="38857"/>
                </a:lnTo>
                <a:lnTo>
                  <a:pt x="325398" y="38559"/>
                </a:lnTo>
                <a:lnTo>
                  <a:pt x="325162" y="38269"/>
                </a:lnTo>
                <a:lnTo>
                  <a:pt x="324914" y="37987"/>
                </a:lnTo>
                <a:lnTo>
                  <a:pt x="324655" y="37712"/>
                </a:lnTo>
                <a:lnTo>
                  <a:pt x="324384" y="37445"/>
                </a:lnTo>
                <a:lnTo>
                  <a:pt x="324102" y="37187"/>
                </a:lnTo>
                <a:lnTo>
                  <a:pt x="323810" y="36940"/>
                </a:lnTo>
                <a:lnTo>
                  <a:pt x="323506" y="36704"/>
                </a:lnTo>
                <a:lnTo>
                  <a:pt x="323191" y="36479"/>
                </a:lnTo>
                <a:lnTo>
                  <a:pt x="322865" y="36265"/>
                </a:lnTo>
                <a:lnTo>
                  <a:pt x="322528" y="36062"/>
                </a:lnTo>
                <a:lnTo>
                  <a:pt x="322180" y="35870"/>
                </a:lnTo>
                <a:lnTo>
                  <a:pt x="321822" y="35689"/>
                </a:lnTo>
                <a:lnTo>
                  <a:pt x="321452" y="35519"/>
                </a:lnTo>
                <a:lnTo>
                  <a:pt x="321071" y="35360"/>
                </a:lnTo>
                <a:lnTo>
                  <a:pt x="320680" y="35212"/>
                </a:lnTo>
                <a:lnTo>
                  <a:pt x="320277" y="35075"/>
                </a:lnTo>
                <a:lnTo>
                  <a:pt x="319863" y="34948"/>
                </a:lnTo>
                <a:lnTo>
                  <a:pt x="319439" y="34833"/>
                </a:lnTo>
                <a:lnTo>
                  <a:pt x="319003" y="34729"/>
                </a:lnTo>
                <a:lnTo>
                  <a:pt x="318557" y="34636"/>
                </a:lnTo>
                <a:lnTo>
                  <a:pt x="318099" y="34553"/>
                </a:lnTo>
                <a:lnTo>
                  <a:pt x="317631" y="34482"/>
                </a:lnTo>
                <a:lnTo>
                  <a:pt x="317151" y="34422"/>
                </a:lnTo>
                <a:lnTo>
                  <a:pt x="316661" y="34372"/>
                </a:lnTo>
                <a:lnTo>
                  <a:pt x="316159" y="34334"/>
                </a:lnTo>
                <a:lnTo>
                  <a:pt x="315647" y="34306"/>
                </a:lnTo>
                <a:lnTo>
                  <a:pt x="315123" y="34290"/>
                </a:lnTo>
                <a:lnTo>
                  <a:pt x="314589" y="34284"/>
                </a:lnTo>
                <a:lnTo>
                  <a:pt x="314055" y="34290"/>
                </a:lnTo>
                <a:lnTo>
                  <a:pt x="313531" y="34306"/>
                </a:lnTo>
                <a:lnTo>
                  <a:pt x="313019" y="34334"/>
                </a:lnTo>
                <a:lnTo>
                  <a:pt x="312518" y="34372"/>
                </a:lnTo>
                <a:lnTo>
                  <a:pt x="312027" y="34422"/>
                </a:lnTo>
                <a:lnTo>
                  <a:pt x="311548" y="34482"/>
                </a:lnTo>
                <a:lnTo>
                  <a:pt x="311079" y="34553"/>
                </a:lnTo>
                <a:lnTo>
                  <a:pt x="310621" y="34636"/>
                </a:lnTo>
                <a:lnTo>
                  <a:pt x="310175" y="34729"/>
                </a:lnTo>
                <a:lnTo>
                  <a:pt x="309739" y="34833"/>
                </a:lnTo>
                <a:lnTo>
                  <a:pt x="309314" y="34948"/>
                </a:lnTo>
                <a:lnTo>
                  <a:pt x="308901" y="35075"/>
                </a:lnTo>
                <a:lnTo>
                  <a:pt x="308498" y="35212"/>
                </a:lnTo>
                <a:lnTo>
                  <a:pt x="308106" y="35360"/>
                </a:lnTo>
                <a:lnTo>
                  <a:pt x="307725" y="35519"/>
                </a:lnTo>
                <a:lnTo>
                  <a:pt x="307356" y="35689"/>
                </a:lnTo>
                <a:lnTo>
                  <a:pt x="306997" y="35870"/>
                </a:lnTo>
                <a:lnTo>
                  <a:pt x="306649" y="36062"/>
                </a:lnTo>
                <a:lnTo>
                  <a:pt x="306312" y="36265"/>
                </a:lnTo>
                <a:lnTo>
                  <a:pt x="305986" y="36479"/>
                </a:lnTo>
                <a:lnTo>
                  <a:pt x="305671" y="36704"/>
                </a:lnTo>
                <a:lnTo>
                  <a:pt x="305367" y="36940"/>
                </a:lnTo>
                <a:lnTo>
                  <a:pt x="305074" y="37187"/>
                </a:lnTo>
                <a:lnTo>
                  <a:pt x="304791" y="37445"/>
                </a:lnTo>
                <a:lnTo>
                  <a:pt x="304521" y="37712"/>
                </a:lnTo>
                <a:lnTo>
                  <a:pt x="304262" y="37987"/>
                </a:lnTo>
                <a:lnTo>
                  <a:pt x="304014" y="38269"/>
                </a:lnTo>
                <a:lnTo>
                  <a:pt x="303778" y="38559"/>
                </a:lnTo>
                <a:lnTo>
                  <a:pt x="303553" y="38857"/>
                </a:lnTo>
                <a:lnTo>
                  <a:pt x="303340" y="39163"/>
                </a:lnTo>
                <a:lnTo>
                  <a:pt x="303139" y="39476"/>
                </a:lnTo>
                <a:lnTo>
                  <a:pt x="302949" y="39797"/>
                </a:lnTo>
                <a:lnTo>
                  <a:pt x="302770" y="40125"/>
                </a:lnTo>
                <a:lnTo>
                  <a:pt x="302603" y="40462"/>
                </a:lnTo>
                <a:lnTo>
                  <a:pt x="302447" y="40806"/>
                </a:lnTo>
                <a:lnTo>
                  <a:pt x="302304" y="41157"/>
                </a:lnTo>
                <a:lnTo>
                  <a:pt x="302171" y="41517"/>
                </a:lnTo>
                <a:lnTo>
                  <a:pt x="302050" y="41884"/>
                </a:lnTo>
                <a:lnTo>
                  <a:pt x="301941" y="42258"/>
                </a:lnTo>
                <a:lnTo>
                  <a:pt x="301843" y="42641"/>
                </a:lnTo>
                <a:lnTo>
                  <a:pt x="301756" y="43031"/>
                </a:lnTo>
                <a:lnTo>
                  <a:pt x="301682" y="43429"/>
                </a:lnTo>
                <a:lnTo>
                  <a:pt x="301618" y="43834"/>
                </a:lnTo>
                <a:lnTo>
                  <a:pt x="301566" y="44247"/>
                </a:lnTo>
                <a:lnTo>
                  <a:pt x="301526" y="44668"/>
                </a:lnTo>
                <a:lnTo>
                  <a:pt x="301497" y="45097"/>
                </a:lnTo>
                <a:lnTo>
                  <a:pt x="301480" y="45533"/>
                </a:lnTo>
                <a:lnTo>
                  <a:pt x="301474" y="45977"/>
                </a:lnTo>
                <a:lnTo>
                  <a:pt x="301480" y="46421"/>
                </a:lnTo>
                <a:lnTo>
                  <a:pt x="301497" y="46857"/>
                </a:lnTo>
                <a:lnTo>
                  <a:pt x="301526" y="47285"/>
                </a:lnTo>
                <a:lnTo>
                  <a:pt x="301566" y="47706"/>
                </a:lnTo>
                <a:lnTo>
                  <a:pt x="301618" y="48119"/>
                </a:lnTo>
                <a:lnTo>
                  <a:pt x="301682" y="48525"/>
                </a:lnTo>
                <a:lnTo>
                  <a:pt x="301756" y="48922"/>
                </a:lnTo>
                <a:lnTo>
                  <a:pt x="301843" y="49312"/>
                </a:lnTo>
                <a:lnTo>
                  <a:pt x="301941" y="49695"/>
                </a:lnTo>
                <a:lnTo>
                  <a:pt x="302050" y="50069"/>
                </a:lnTo>
                <a:lnTo>
                  <a:pt x="302171" y="50436"/>
                </a:lnTo>
                <a:lnTo>
                  <a:pt x="302304" y="50796"/>
                </a:lnTo>
                <a:lnTo>
                  <a:pt x="302447" y="51147"/>
                </a:lnTo>
                <a:lnTo>
                  <a:pt x="302603" y="51491"/>
                </a:lnTo>
                <a:lnTo>
                  <a:pt x="302770" y="51828"/>
                </a:lnTo>
                <a:lnTo>
                  <a:pt x="302949" y="52156"/>
                </a:lnTo>
                <a:lnTo>
                  <a:pt x="303139" y="52477"/>
                </a:lnTo>
                <a:lnTo>
                  <a:pt x="303340" y="52791"/>
                </a:lnTo>
                <a:lnTo>
                  <a:pt x="303553" y="53096"/>
                </a:lnTo>
                <a:lnTo>
                  <a:pt x="303778" y="53394"/>
                </a:lnTo>
                <a:lnTo>
                  <a:pt x="304014" y="53684"/>
                </a:lnTo>
                <a:lnTo>
                  <a:pt x="304262" y="53967"/>
                </a:lnTo>
                <a:lnTo>
                  <a:pt x="304521" y="54242"/>
                </a:lnTo>
                <a:lnTo>
                  <a:pt x="304791" y="54509"/>
                </a:lnTo>
                <a:lnTo>
                  <a:pt x="305074" y="54767"/>
                </a:lnTo>
                <a:lnTo>
                  <a:pt x="305367" y="55013"/>
                </a:lnTo>
                <a:lnTo>
                  <a:pt x="305671" y="55249"/>
                </a:lnTo>
                <a:lnTo>
                  <a:pt x="305986" y="55474"/>
                </a:lnTo>
                <a:lnTo>
                  <a:pt x="306312" y="55688"/>
                </a:lnTo>
                <a:lnTo>
                  <a:pt x="306649" y="55891"/>
                </a:lnTo>
                <a:lnTo>
                  <a:pt x="306997" y="56083"/>
                </a:lnTo>
                <a:lnTo>
                  <a:pt x="307356" y="56264"/>
                </a:lnTo>
                <a:lnTo>
                  <a:pt x="307725" y="56434"/>
                </a:lnTo>
                <a:lnTo>
                  <a:pt x="308106" y="56593"/>
                </a:lnTo>
                <a:lnTo>
                  <a:pt x="308498" y="56741"/>
                </a:lnTo>
                <a:lnTo>
                  <a:pt x="308901" y="56878"/>
                </a:lnTo>
                <a:lnTo>
                  <a:pt x="309314" y="57004"/>
                </a:lnTo>
                <a:lnTo>
                  <a:pt x="309739" y="57119"/>
                </a:lnTo>
                <a:lnTo>
                  <a:pt x="310175" y="57223"/>
                </a:lnTo>
                <a:lnTo>
                  <a:pt x="310621" y="57316"/>
                </a:lnTo>
                <a:lnTo>
                  <a:pt x="311079" y="57399"/>
                </a:lnTo>
                <a:lnTo>
                  <a:pt x="311548" y="57470"/>
                </a:lnTo>
                <a:lnTo>
                  <a:pt x="312027" y="57530"/>
                </a:lnTo>
                <a:lnTo>
                  <a:pt x="312518" y="57579"/>
                </a:lnTo>
                <a:lnTo>
                  <a:pt x="313019" y="57618"/>
                </a:lnTo>
                <a:lnTo>
                  <a:pt x="313531" y="57645"/>
                </a:lnTo>
                <a:lnTo>
                  <a:pt x="314055" y="57662"/>
                </a:lnTo>
                <a:lnTo>
                  <a:pt x="314589" y="57667"/>
                </a:lnTo>
                <a:lnTo>
                  <a:pt x="315123" y="57662"/>
                </a:lnTo>
                <a:lnTo>
                  <a:pt x="315647" y="57645"/>
                </a:lnTo>
                <a:lnTo>
                  <a:pt x="316159" y="57618"/>
                </a:lnTo>
                <a:lnTo>
                  <a:pt x="316661" y="57579"/>
                </a:lnTo>
                <a:close/>
                <a:moveTo>
                  <a:pt x="144144" y="49681"/>
                </a:moveTo>
                <a:lnTo>
                  <a:pt x="143948" y="48981"/>
                </a:lnTo>
                <a:lnTo>
                  <a:pt x="143729" y="48295"/>
                </a:lnTo>
                <a:lnTo>
                  <a:pt x="143487" y="47623"/>
                </a:lnTo>
                <a:lnTo>
                  <a:pt x="143222" y="46964"/>
                </a:lnTo>
                <a:lnTo>
                  <a:pt x="142934" y="46319"/>
                </a:lnTo>
                <a:lnTo>
                  <a:pt x="142623" y="45688"/>
                </a:lnTo>
                <a:lnTo>
                  <a:pt x="142289" y="45071"/>
                </a:lnTo>
                <a:lnTo>
                  <a:pt x="141932" y="44467"/>
                </a:lnTo>
                <a:lnTo>
                  <a:pt x="141552" y="43877"/>
                </a:lnTo>
                <a:lnTo>
                  <a:pt x="141148" y="43301"/>
                </a:lnTo>
                <a:lnTo>
                  <a:pt x="140722" y="42738"/>
                </a:lnTo>
                <a:lnTo>
                  <a:pt x="140273" y="42189"/>
                </a:lnTo>
                <a:lnTo>
                  <a:pt x="139800" y="41654"/>
                </a:lnTo>
                <a:lnTo>
                  <a:pt x="139305" y="41133"/>
                </a:lnTo>
                <a:lnTo>
                  <a:pt x="138786" y="40625"/>
                </a:lnTo>
                <a:lnTo>
                  <a:pt x="138245" y="40131"/>
                </a:lnTo>
                <a:lnTo>
                  <a:pt x="137685" y="39654"/>
                </a:lnTo>
                <a:lnTo>
                  <a:pt x="137110" y="39197"/>
                </a:lnTo>
                <a:lnTo>
                  <a:pt x="136522" y="38761"/>
                </a:lnTo>
                <a:lnTo>
                  <a:pt x="135919" y="38344"/>
                </a:lnTo>
                <a:lnTo>
                  <a:pt x="135302" y="37949"/>
                </a:lnTo>
                <a:lnTo>
                  <a:pt x="134671" y="37573"/>
                </a:lnTo>
                <a:lnTo>
                  <a:pt x="134025" y="37218"/>
                </a:lnTo>
                <a:lnTo>
                  <a:pt x="133365" y="36883"/>
                </a:lnTo>
                <a:lnTo>
                  <a:pt x="132691" y="36568"/>
                </a:lnTo>
                <a:lnTo>
                  <a:pt x="132003" y="36274"/>
                </a:lnTo>
                <a:lnTo>
                  <a:pt x="131300" y="36000"/>
                </a:lnTo>
                <a:lnTo>
                  <a:pt x="130583" y="35746"/>
                </a:lnTo>
                <a:lnTo>
                  <a:pt x="129852" y="35513"/>
                </a:lnTo>
                <a:lnTo>
                  <a:pt x="129106" y="35299"/>
                </a:lnTo>
                <a:lnTo>
                  <a:pt x="128347" y="35107"/>
                </a:lnTo>
                <a:lnTo>
                  <a:pt x="127573" y="34934"/>
                </a:lnTo>
                <a:lnTo>
                  <a:pt x="126784" y="34782"/>
                </a:lnTo>
                <a:lnTo>
                  <a:pt x="125982" y="34650"/>
                </a:lnTo>
                <a:lnTo>
                  <a:pt x="125165" y="34538"/>
                </a:lnTo>
                <a:lnTo>
                  <a:pt x="124334" y="34447"/>
                </a:lnTo>
                <a:lnTo>
                  <a:pt x="123489" y="34376"/>
                </a:lnTo>
                <a:lnTo>
                  <a:pt x="122629" y="34325"/>
                </a:lnTo>
                <a:lnTo>
                  <a:pt x="121755" y="34295"/>
                </a:lnTo>
                <a:lnTo>
                  <a:pt x="120867" y="34284"/>
                </a:lnTo>
                <a:lnTo>
                  <a:pt x="119784" y="34300"/>
                </a:lnTo>
                <a:lnTo>
                  <a:pt x="118719" y="34345"/>
                </a:lnTo>
                <a:lnTo>
                  <a:pt x="117673" y="34420"/>
                </a:lnTo>
                <a:lnTo>
                  <a:pt x="116645" y="34526"/>
                </a:lnTo>
                <a:lnTo>
                  <a:pt x="115636" y="34662"/>
                </a:lnTo>
                <a:lnTo>
                  <a:pt x="114646" y="34828"/>
                </a:lnTo>
                <a:lnTo>
                  <a:pt x="113674" y="35024"/>
                </a:lnTo>
                <a:lnTo>
                  <a:pt x="112721" y="35250"/>
                </a:lnTo>
                <a:lnTo>
                  <a:pt x="111787" y="35507"/>
                </a:lnTo>
                <a:lnTo>
                  <a:pt x="110871" y="35793"/>
                </a:lnTo>
                <a:lnTo>
                  <a:pt x="109974" y="36110"/>
                </a:lnTo>
                <a:lnTo>
                  <a:pt x="109096" y="36457"/>
                </a:lnTo>
                <a:lnTo>
                  <a:pt x="108236" y="36834"/>
                </a:lnTo>
                <a:lnTo>
                  <a:pt x="107395" y="37242"/>
                </a:lnTo>
                <a:lnTo>
                  <a:pt x="106573" y="37679"/>
                </a:lnTo>
                <a:lnTo>
                  <a:pt x="105769" y="38147"/>
                </a:lnTo>
                <a:lnTo>
                  <a:pt x="104984" y="38645"/>
                </a:lnTo>
                <a:lnTo>
                  <a:pt x="104218" y="39173"/>
                </a:lnTo>
                <a:lnTo>
                  <a:pt x="103470" y="39732"/>
                </a:lnTo>
                <a:lnTo>
                  <a:pt x="102741" y="40320"/>
                </a:lnTo>
                <a:lnTo>
                  <a:pt x="102030" y="40939"/>
                </a:lnTo>
                <a:lnTo>
                  <a:pt x="101339" y="41587"/>
                </a:lnTo>
                <a:lnTo>
                  <a:pt x="100666" y="42266"/>
                </a:lnTo>
                <a:lnTo>
                  <a:pt x="100011" y="42976"/>
                </a:lnTo>
                <a:lnTo>
                  <a:pt x="99380" y="43711"/>
                </a:lnTo>
                <a:lnTo>
                  <a:pt x="98775" y="44468"/>
                </a:lnTo>
                <a:lnTo>
                  <a:pt x="98197" y="45246"/>
                </a:lnTo>
                <a:lnTo>
                  <a:pt x="97646" y="46047"/>
                </a:lnTo>
                <a:lnTo>
                  <a:pt x="97122" y="46870"/>
                </a:lnTo>
                <a:lnTo>
                  <a:pt x="96624" y="47715"/>
                </a:lnTo>
                <a:lnTo>
                  <a:pt x="96154" y="48582"/>
                </a:lnTo>
                <a:lnTo>
                  <a:pt x="95711" y="49470"/>
                </a:lnTo>
                <a:lnTo>
                  <a:pt x="95294" y="50381"/>
                </a:lnTo>
                <a:lnTo>
                  <a:pt x="94904" y="51314"/>
                </a:lnTo>
                <a:lnTo>
                  <a:pt x="94541" y="52268"/>
                </a:lnTo>
                <a:lnTo>
                  <a:pt x="94205" y="53245"/>
                </a:lnTo>
                <a:lnTo>
                  <a:pt x="93896" y="54243"/>
                </a:lnTo>
                <a:lnTo>
                  <a:pt x="93614" y="55263"/>
                </a:lnTo>
                <a:lnTo>
                  <a:pt x="93359" y="56306"/>
                </a:lnTo>
                <a:lnTo>
                  <a:pt x="93130" y="57370"/>
                </a:lnTo>
                <a:lnTo>
                  <a:pt x="92929" y="58456"/>
                </a:lnTo>
                <a:lnTo>
                  <a:pt x="92754" y="59564"/>
                </a:lnTo>
                <a:lnTo>
                  <a:pt x="92606" y="60694"/>
                </a:lnTo>
                <a:lnTo>
                  <a:pt x="92485" y="61846"/>
                </a:lnTo>
                <a:lnTo>
                  <a:pt x="92391" y="63020"/>
                </a:lnTo>
                <a:lnTo>
                  <a:pt x="92324" y="64216"/>
                </a:lnTo>
                <a:lnTo>
                  <a:pt x="92283" y="65434"/>
                </a:lnTo>
                <a:lnTo>
                  <a:pt x="92270" y="66674"/>
                </a:lnTo>
                <a:lnTo>
                  <a:pt x="92270" y="92111"/>
                </a:lnTo>
                <a:lnTo>
                  <a:pt x="92284" y="93338"/>
                </a:lnTo>
                <a:lnTo>
                  <a:pt x="92324" y="94543"/>
                </a:lnTo>
                <a:lnTo>
                  <a:pt x="92392" y="95727"/>
                </a:lnTo>
                <a:lnTo>
                  <a:pt x="92487" y="96890"/>
                </a:lnTo>
                <a:lnTo>
                  <a:pt x="92609" y="98031"/>
                </a:lnTo>
                <a:lnTo>
                  <a:pt x="92759" y="99151"/>
                </a:lnTo>
                <a:lnTo>
                  <a:pt x="92935" y="100250"/>
                </a:lnTo>
                <a:lnTo>
                  <a:pt x="93139" y="101327"/>
                </a:lnTo>
                <a:lnTo>
                  <a:pt x="93370" y="102383"/>
                </a:lnTo>
                <a:lnTo>
                  <a:pt x="93628" y="103417"/>
                </a:lnTo>
                <a:lnTo>
                  <a:pt x="93913" y="104430"/>
                </a:lnTo>
                <a:lnTo>
                  <a:pt x="94225" y="105422"/>
                </a:lnTo>
                <a:lnTo>
                  <a:pt x="94565" y="106392"/>
                </a:lnTo>
                <a:lnTo>
                  <a:pt x="94931" y="107341"/>
                </a:lnTo>
                <a:lnTo>
                  <a:pt x="95325" y="108268"/>
                </a:lnTo>
                <a:lnTo>
                  <a:pt x="95746" y="109174"/>
                </a:lnTo>
                <a:lnTo>
                  <a:pt x="96194" y="110059"/>
                </a:lnTo>
                <a:lnTo>
                  <a:pt x="96669" y="110922"/>
                </a:lnTo>
                <a:lnTo>
                  <a:pt x="97172" y="111764"/>
                </a:lnTo>
                <a:lnTo>
                  <a:pt x="97701" y="112585"/>
                </a:lnTo>
                <a:lnTo>
                  <a:pt x="98258" y="113384"/>
                </a:lnTo>
                <a:lnTo>
                  <a:pt x="98842" y="114161"/>
                </a:lnTo>
                <a:lnTo>
                  <a:pt x="99453" y="114918"/>
                </a:lnTo>
                <a:lnTo>
                  <a:pt x="100091" y="115653"/>
                </a:lnTo>
                <a:lnTo>
                  <a:pt x="100751" y="116362"/>
                </a:lnTo>
                <a:lnTo>
                  <a:pt x="101430" y="117040"/>
                </a:lnTo>
                <a:lnTo>
                  <a:pt x="102126" y="117689"/>
                </a:lnTo>
                <a:lnTo>
                  <a:pt x="102840" y="118307"/>
                </a:lnTo>
                <a:lnTo>
                  <a:pt x="103572" y="118896"/>
                </a:lnTo>
                <a:lnTo>
                  <a:pt x="104322" y="119454"/>
                </a:lnTo>
                <a:lnTo>
                  <a:pt x="105090" y="119982"/>
                </a:lnTo>
                <a:lnTo>
                  <a:pt x="105875" y="120480"/>
                </a:lnTo>
                <a:lnTo>
                  <a:pt x="106678" y="120947"/>
                </a:lnTo>
                <a:lnTo>
                  <a:pt x="107500" y="121385"/>
                </a:lnTo>
                <a:lnTo>
                  <a:pt x="108339" y="121792"/>
                </a:lnTo>
                <a:lnTo>
                  <a:pt x="109195" y="122169"/>
                </a:lnTo>
                <a:lnTo>
                  <a:pt x="110070" y="122516"/>
                </a:lnTo>
                <a:lnTo>
                  <a:pt x="110962" y="122833"/>
                </a:lnTo>
                <a:lnTo>
                  <a:pt x="111873" y="123119"/>
                </a:lnTo>
                <a:lnTo>
                  <a:pt x="112801" y="123376"/>
                </a:lnTo>
                <a:lnTo>
                  <a:pt x="113747" y="123602"/>
                </a:lnTo>
                <a:lnTo>
                  <a:pt x="114710" y="123798"/>
                </a:lnTo>
                <a:lnTo>
                  <a:pt x="115692" y="123964"/>
                </a:lnTo>
                <a:lnTo>
                  <a:pt x="116691" y="124100"/>
                </a:lnTo>
                <a:lnTo>
                  <a:pt x="117709" y="124206"/>
                </a:lnTo>
                <a:lnTo>
                  <a:pt x="118744" y="124281"/>
                </a:lnTo>
                <a:lnTo>
                  <a:pt x="119797" y="124326"/>
                </a:lnTo>
                <a:lnTo>
                  <a:pt x="120867" y="124341"/>
                </a:lnTo>
                <a:lnTo>
                  <a:pt x="121755" y="124331"/>
                </a:lnTo>
                <a:lnTo>
                  <a:pt x="122628" y="124301"/>
                </a:lnTo>
                <a:lnTo>
                  <a:pt x="123486" y="124251"/>
                </a:lnTo>
                <a:lnTo>
                  <a:pt x="124330" y="124181"/>
                </a:lnTo>
                <a:lnTo>
                  <a:pt x="125158" y="124091"/>
                </a:lnTo>
                <a:lnTo>
                  <a:pt x="125972" y="123981"/>
                </a:lnTo>
                <a:lnTo>
                  <a:pt x="126771" y="123851"/>
                </a:lnTo>
                <a:lnTo>
                  <a:pt x="127555" y="123701"/>
                </a:lnTo>
                <a:lnTo>
                  <a:pt x="128325" y="123530"/>
                </a:lnTo>
                <a:lnTo>
                  <a:pt x="129079" y="123340"/>
                </a:lnTo>
                <a:lnTo>
                  <a:pt x="129819" y="123130"/>
                </a:lnTo>
                <a:lnTo>
                  <a:pt x="130544" y="122900"/>
                </a:lnTo>
                <a:lnTo>
                  <a:pt x="131254" y="122649"/>
                </a:lnTo>
                <a:lnTo>
                  <a:pt x="131949" y="122379"/>
                </a:lnTo>
                <a:lnTo>
                  <a:pt x="132630" y="122089"/>
                </a:lnTo>
                <a:lnTo>
                  <a:pt x="133295" y="121778"/>
                </a:lnTo>
                <a:lnTo>
                  <a:pt x="133946" y="121448"/>
                </a:lnTo>
                <a:lnTo>
                  <a:pt x="134582" y="121097"/>
                </a:lnTo>
                <a:lnTo>
                  <a:pt x="135204" y="120727"/>
                </a:lnTo>
                <a:lnTo>
                  <a:pt x="135810" y="120337"/>
                </a:lnTo>
                <a:lnTo>
                  <a:pt x="136402" y="119926"/>
                </a:lnTo>
                <a:lnTo>
                  <a:pt x="136979" y="119496"/>
                </a:lnTo>
                <a:lnTo>
                  <a:pt x="137541" y="119045"/>
                </a:lnTo>
                <a:lnTo>
                  <a:pt x="138088" y="118575"/>
                </a:lnTo>
                <a:lnTo>
                  <a:pt x="138617" y="118087"/>
                </a:lnTo>
                <a:lnTo>
                  <a:pt x="139123" y="117584"/>
                </a:lnTo>
                <a:lnTo>
                  <a:pt x="139606" y="117067"/>
                </a:lnTo>
                <a:lnTo>
                  <a:pt x="140067" y="116536"/>
                </a:lnTo>
                <a:lnTo>
                  <a:pt x="140506" y="115990"/>
                </a:lnTo>
                <a:lnTo>
                  <a:pt x="140922" y="115429"/>
                </a:lnTo>
                <a:lnTo>
                  <a:pt x="141316" y="114854"/>
                </a:lnTo>
                <a:lnTo>
                  <a:pt x="141687" y="114265"/>
                </a:lnTo>
                <a:lnTo>
                  <a:pt x="142035" y="113661"/>
                </a:lnTo>
                <a:lnTo>
                  <a:pt x="142362" y="113042"/>
                </a:lnTo>
                <a:lnTo>
                  <a:pt x="142665" y="112409"/>
                </a:lnTo>
                <a:lnTo>
                  <a:pt x="142946" y="111761"/>
                </a:lnTo>
                <a:lnTo>
                  <a:pt x="143205" y="111099"/>
                </a:lnTo>
                <a:lnTo>
                  <a:pt x="143441" y="110422"/>
                </a:lnTo>
                <a:lnTo>
                  <a:pt x="143655" y="109730"/>
                </a:lnTo>
                <a:lnTo>
                  <a:pt x="143846" y="109024"/>
                </a:lnTo>
                <a:lnTo>
                  <a:pt x="144015" y="108304"/>
                </a:lnTo>
                <a:lnTo>
                  <a:pt x="144161" y="107569"/>
                </a:lnTo>
                <a:lnTo>
                  <a:pt x="144285" y="106819"/>
                </a:lnTo>
                <a:lnTo>
                  <a:pt x="144370" y="106173"/>
                </a:lnTo>
                <a:lnTo>
                  <a:pt x="144566" y="106173"/>
                </a:lnTo>
                <a:lnTo>
                  <a:pt x="144566" y="122762"/>
                </a:lnTo>
                <a:lnTo>
                  <a:pt x="158785" y="122762"/>
                </a:lnTo>
                <a:lnTo>
                  <a:pt x="158785" y="7425"/>
                </a:lnTo>
                <a:lnTo>
                  <a:pt x="144566" y="7425"/>
                </a:lnTo>
                <a:lnTo>
                  <a:pt x="144566" y="32703"/>
                </a:lnTo>
                <a:lnTo>
                  <a:pt x="144882" y="52453"/>
                </a:lnTo>
                <a:lnTo>
                  <a:pt x="144675" y="52453"/>
                </a:lnTo>
                <a:lnTo>
                  <a:pt x="144594" y="51862"/>
                </a:lnTo>
                <a:lnTo>
                  <a:pt x="144467" y="51121"/>
                </a:lnTo>
                <a:lnTo>
                  <a:pt x="144317" y="50394"/>
                </a:lnTo>
                <a:lnTo>
                  <a:pt x="144144" y="49681"/>
                </a:lnTo>
                <a:close/>
                <a:moveTo>
                  <a:pt x="122715" y="111888"/>
                </a:moveTo>
                <a:lnTo>
                  <a:pt x="122026" y="111814"/>
                </a:lnTo>
                <a:lnTo>
                  <a:pt x="121351" y="111723"/>
                </a:lnTo>
                <a:lnTo>
                  <a:pt x="120689" y="111616"/>
                </a:lnTo>
                <a:lnTo>
                  <a:pt x="120042" y="111493"/>
                </a:lnTo>
                <a:lnTo>
                  <a:pt x="119408" y="111353"/>
                </a:lnTo>
                <a:lnTo>
                  <a:pt x="118787" y="111197"/>
                </a:lnTo>
                <a:lnTo>
                  <a:pt x="118181" y="111024"/>
                </a:lnTo>
                <a:lnTo>
                  <a:pt x="117588" y="110835"/>
                </a:lnTo>
                <a:lnTo>
                  <a:pt x="117009" y="110629"/>
                </a:lnTo>
                <a:lnTo>
                  <a:pt x="116444" y="110407"/>
                </a:lnTo>
                <a:lnTo>
                  <a:pt x="115892" y="110168"/>
                </a:lnTo>
                <a:lnTo>
                  <a:pt x="115354" y="109913"/>
                </a:lnTo>
                <a:lnTo>
                  <a:pt x="114830" y="109641"/>
                </a:lnTo>
                <a:lnTo>
                  <a:pt x="114319" y="109353"/>
                </a:lnTo>
                <a:lnTo>
                  <a:pt x="113823" y="109049"/>
                </a:lnTo>
                <a:lnTo>
                  <a:pt x="113340" y="108728"/>
                </a:lnTo>
                <a:lnTo>
                  <a:pt x="112870" y="108391"/>
                </a:lnTo>
                <a:lnTo>
                  <a:pt x="112415" y="108037"/>
                </a:lnTo>
                <a:lnTo>
                  <a:pt x="111973" y="107667"/>
                </a:lnTo>
                <a:lnTo>
                  <a:pt x="111545" y="107280"/>
                </a:lnTo>
                <a:lnTo>
                  <a:pt x="111132" y="106874"/>
                </a:lnTo>
                <a:lnTo>
                  <a:pt x="110737" y="106449"/>
                </a:lnTo>
                <a:lnTo>
                  <a:pt x="110360" y="106003"/>
                </a:lnTo>
                <a:lnTo>
                  <a:pt x="110000" y="105537"/>
                </a:lnTo>
                <a:lnTo>
                  <a:pt x="109658" y="105050"/>
                </a:lnTo>
                <a:lnTo>
                  <a:pt x="109333" y="104543"/>
                </a:lnTo>
                <a:lnTo>
                  <a:pt x="109026" y="104016"/>
                </a:lnTo>
                <a:lnTo>
                  <a:pt x="108736" y="103469"/>
                </a:lnTo>
                <a:lnTo>
                  <a:pt x="108464" y="102901"/>
                </a:lnTo>
                <a:lnTo>
                  <a:pt x="108209" y="102313"/>
                </a:lnTo>
                <a:lnTo>
                  <a:pt x="107972" y="101705"/>
                </a:lnTo>
                <a:lnTo>
                  <a:pt x="107753" y="101077"/>
                </a:lnTo>
                <a:lnTo>
                  <a:pt x="107551" y="100428"/>
                </a:lnTo>
                <a:lnTo>
                  <a:pt x="107367" y="99759"/>
                </a:lnTo>
                <a:lnTo>
                  <a:pt x="107200" y="99069"/>
                </a:lnTo>
                <a:lnTo>
                  <a:pt x="107051" y="98360"/>
                </a:lnTo>
                <a:lnTo>
                  <a:pt x="106919" y="97630"/>
                </a:lnTo>
                <a:lnTo>
                  <a:pt x="106805" y="96879"/>
                </a:lnTo>
                <a:lnTo>
                  <a:pt x="106709" y="96109"/>
                </a:lnTo>
                <a:lnTo>
                  <a:pt x="106630" y="95318"/>
                </a:lnTo>
                <a:lnTo>
                  <a:pt x="106568" y="94507"/>
                </a:lnTo>
                <a:lnTo>
                  <a:pt x="106524" y="93675"/>
                </a:lnTo>
                <a:lnTo>
                  <a:pt x="106498" y="92824"/>
                </a:lnTo>
                <a:lnTo>
                  <a:pt x="106489" y="91952"/>
                </a:lnTo>
                <a:lnTo>
                  <a:pt x="106489" y="66674"/>
                </a:lnTo>
                <a:lnTo>
                  <a:pt x="106498" y="65789"/>
                </a:lnTo>
                <a:lnTo>
                  <a:pt x="106524" y="64925"/>
                </a:lnTo>
                <a:lnTo>
                  <a:pt x="106568" y="64083"/>
                </a:lnTo>
                <a:lnTo>
                  <a:pt x="106630" y="63261"/>
                </a:lnTo>
                <a:lnTo>
                  <a:pt x="106709" y="62461"/>
                </a:lnTo>
                <a:lnTo>
                  <a:pt x="106805" y="61682"/>
                </a:lnTo>
                <a:lnTo>
                  <a:pt x="106919" y="60924"/>
                </a:lnTo>
                <a:lnTo>
                  <a:pt x="107051" y="60187"/>
                </a:lnTo>
                <a:lnTo>
                  <a:pt x="107200" y="59471"/>
                </a:lnTo>
                <a:lnTo>
                  <a:pt x="107367" y="58776"/>
                </a:lnTo>
                <a:lnTo>
                  <a:pt x="107551" y="58103"/>
                </a:lnTo>
                <a:lnTo>
                  <a:pt x="107753" y="57450"/>
                </a:lnTo>
                <a:lnTo>
                  <a:pt x="107972" y="56819"/>
                </a:lnTo>
                <a:lnTo>
                  <a:pt x="108209" y="56209"/>
                </a:lnTo>
                <a:lnTo>
                  <a:pt x="108464" y="55620"/>
                </a:lnTo>
                <a:lnTo>
                  <a:pt x="108736" y="55052"/>
                </a:lnTo>
                <a:lnTo>
                  <a:pt x="109026" y="54505"/>
                </a:lnTo>
                <a:lnTo>
                  <a:pt x="109333" y="53979"/>
                </a:lnTo>
                <a:lnTo>
                  <a:pt x="109658" y="53475"/>
                </a:lnTo>
                <a:lnTo>
                  <a:pt x="110000" y="52991"/>
                </a:lnTo>
                <a:lnTo>
                  <a:pt x="110360" y="52529"/>
                </a:lnTo>
                <a:lnTo>
                  <a:pt x="110737" y="52088"/>
                </a:lnTo>
                <a:lnTo>
                  <a:pt x="111132" y="51668"/>
                </a:lnTo>
                <a:lnTo>
                  <a:pt x="111545" y="51269"/>
                </a:lnTo>
                <a:lnTo>
                  <a:pt x="111973" y="50889"/>
                </a:lnTo>
                <a:lnTo>
                  <a:pt x="112415" y="50525"/>
                </a:lnTo>
                <a:lnTo>
                  <a:pt x="112870" y="50177"/>
                </a:lnTo>
                <a:lnTo>
                  <a:pt x="113340" y="49845"/>
                </a:lnTo>
                <a:lnTo>
                  <a:pt x="113823" y="49529"/>
                </a:lnTo>
                <a:lnTo>
                  <a:pt x="114319" y="49230"/>
                </a:lnTo>
                <a:lnTo>
                  <a:pt x="114830" y="48947"/>
                </a:lnTo>
                <a:lnTo>
                  <a:pt x="115354" y="48680"/>
                </a:lnTo>
                <a:lnTo>
                  <a:pt x="115892" y="48429"/>
                </a:lnTo>
                <a:lnTo>
                  <a:pt x="116444" y="48194"/>
                </a:lnTo>
                <a:lnTo>
                  <a:pt x="117009" y="47976"/>
                </a:lnTo>
                <a:lnTo>
                  <a:pt x="117588" y="47774"/>
                </a:lnTo>
                <a:lnTo>
                  <a:pt x="118181" y="47588"/>
                </a:lnTo>
                <a:lnTo>
                  <a:pt x="118787" y="47418"/>
                </a:lnTo>
                <a:lnTo>
                  <a:pt x="119408" y="47264"/>
                </a:lnTo>
                <a:lnTo>
                  <a:pt x="120042" y="47126"/>
                </a:lnTo>
                <a:lnTo>
                  <a:pt x="120689" y="47005"/>
                </a:lnTo>
                <a:lnTo>
                  <a:pt x="121351" y="46900"/>
                </a:lnTo>
                <a:lnTo>
                  <a:pt x="122026" y="46811"/>
                </a:lnTo>
                <a:lnTo>
                  <a:pt x="122715" y="46738"/>
                </a:lnTo>
                <a:lnTo>
                  <a:pt x="123417" y="46682"/>
                </a:lnTo>
                <a:lnTo>
                  <a:pt x="124133" y="46641"/>
                </a:lnTo>
                <a:lnTo>
                  <a:pt x="124863" y="46617"/>
                </a:lnTo>
                <a:lnTo>
                  <a:pt x="125607" y="46609"/>
                </a:lnTo>
                <a:lnTo>
                  <a:pt x="126338" y="46618"/>
                </a:lnTo>
                <a:lnTo>
                  <a:pt x="127055" y="46647"/>
                </a:lnTo>
                <a:lnTo>
                  <a:pt x="127760" y="46695"/>
                </a:lnTo>
                <a:lnTo>
                  <a:pt x="128451" y="46762"/>
                </a:lnTo>
                <a:lnTo>
                  <a:pt x="129129" y="46849"/>
                </a:lnTo>
                <a:lnTo>
                  <a:pt x="129794" y="46954"/>
                </a:lnTo>
                <a:lnTo>
                  <a:pt x="130446" y="47079"/>
                </a:lnTo>
                <a:lnTo>
                  <a:pt x="131084" y="47223"/>
                </a:lnTo>
                <a:lnTo>
                  <a:pt x="131710" y="47386"/>
                </a:lnTo>
                <a:lnTo>
                  <a:pt x="132322" y="47569"/>
                </a:lnTo>
                <a:lnTo>
                  <a:pt x="132921" y="47770"/>
                </a:lnTo>
                <a:lnTo>
                  <a:pt x="133507" y="47991"/>
                </a:lnTo>
                <a:lnTo>
                  <a:pt x="134079" y="48231"/>
                </a:lnTo>
                <a:lnTo>
                  <a:pt x="134639" y="48491"/>
                </a:lnTo>
                <a:lnTo>
                  <a:pt x="135185" y="48769"/>
                </a:lnTo>
                <a:lnTo>
                  <a:pt x="135719" y="49067"/>
                </a:lnTo>
                <a:lnTo>
                  <a:pt x="136239" y="49384"/>
                </a:lnTo>
                <a:lnTo>
                  <a:pt x="136746" y="49720"/>
                </a:lnTo>
                <a:lnTo>
                  <a:pt x="137239" y="50075"/>
                </a:lnTo>
                <a:lnTo>
                  <a:pt x="137720" y="50449"/>
                </a:lnTo>
                <a:lnTo>
                  <a:pt x="138187" y="50843"/>
                </a:lnTo>
                <a:lnTo>
                  <a:pt x="138641" y="51256"/>
                </a:lnTo>
                <a:lnTo>
                  <a:pt x="139082" y="51688"/>
                </a:lnTo>
                <a:lnTo>
                  <a:pt x="139510" y="52139"/>
                </a:lnTo>
                <a:lnTo>
                  <a:pt x="139923" y="52607"/>
                </a:lnTo>
                <a:lnTo>
                  <a:pt x="140318" y="53090"/>
                </a:lnTo>
                <a:lnTo>
                  <a:pt x="140695" y="53588"/>
                </a:lnTo>
                <a:lnTo>
                  <a:pt x="141055" y="54100"/>
                </a:lnTo>
                <a:lnTo>
                  <a:pt x="141397" y="54628"/>
                </a:lnTo>
                <a:lnTo>
                  <a:pt x="141722" y="55170"/>
                </a:lnTo>
                <a:lnTo>
                  <a:pt x="142029" y="55727"/>
                </a:lnTo>
                <a:lnTo>
                  <a:pt x="142319" y="56299"/>
                </a:lnTo>
                <a:lnTo>
                  <a:pt x="142591" y="56885"/>
                </a:lnTo>
                <a:lnTo>
                  <a:pt x="142846" y="57487"/>
                </a:lnTo>
                <a:lnTo>
                  <a:pt x="143083" y="58103"/>
                </a:lnTo>
                <a:lnTo>
                  <a:pt x="143302" y="58734"/>
                </a:lnTo>
                <a:lnTo>
                  <a:pt x="143504" y="59380"/>
                </a:lnTo>
                <a:lnTo>
                  <a:pt x="143688" y="60041"/>
                </a:lnTo>
                <a:lnTo>
                  <a:pt x="143855" y="60716"/>
                </a:lnTo>
                <a:lnTo>
                  <a:pt x="144004" y="61406"/>
                </a:lnTo>
                <a:lnTo>
                  <a:pt x="144136" y="62112"/>
                </a:lnTo>
                <a:lnTo>
                  <a:pt x="144250" y="62832"/>
                </a:lnTo>
                <a:lnTo>
                  <a:pt x="144346" y="63566"/>
                </a:lnTo>
                <a:lnTo>
                  <a:pt x="144425" y="64316"/>
                </a:lnTo>
                <a:lnTo>
                  <a:pt x="144487" y="65080"/>
                </a:lnTo>
                <a:lnTo>
                  <a:pt x="144531" y="65860"/>
                </a:lnTo>
                <a:lnTo>
                  <a:pt x="144557" y="66654"/>
                </a:lnTo>
                <a:lnTo>
                  <a:pt x="144566" y="67462"/>
                </a:lnTo>
                <a:lnTo>
                  <a:pt x="144566" y="91163"/>
                </a:lnTo>
                <a:lnTo>
                  <a:pt x="144557" y="91972"/>
                </a:lnTo>
                <a:lnTo>
                  <a:pt x="144531" y="92766"/>
                </a:lnTo>
                <a:lnTo>
                  <a:pt x="144487" y="93546"/>
                </a:lnTo>
                <a:lnTo>
                  <a:pt x="144425" y="94310"/>
                </a:lnTo>
                <a:lnTo>
                  <a:pt x="144346" y="95060"/>
                </a:lnTo>
                <a:lnTo>
                  <a:pt x="144250" y="95794"/>
                </a:lnTo>
                <a:lnTo>
                  <a:pt x="144136" y="96514"/>
                </a:lnTo>
                <a:lnTo>
                  <a:pt x="144004" y="97220"/>
                </a:lnTo>
                <a:lnTo>
                  <a:pt x="143855" y="97910"/>
                </a:lnTo>
                <a:lnTo>
                  <a:pt x="143688" y="98586"/>
                </a:lnTo>
                <a:lnTo>
                  <a:pt x="143504" y="99246"/>
                </a:lnTo>
                <a:lnTo>
                  <a:pt x="143302" y="99892"/>
                </a:lnTo>
                <a:lnTo>
                  <a:pt x="143083" y="100524"/>
                </a:lnTo>
                <a:lnTo>
                  <a:pt x="142846" y="101140"/>
                </a:lnTo>
                <a:lnTo>
                  <a:pt x="142591" y="101741"/>
                </a:lnTo>
                <a:lnTo>
                  <a:pt x="142319" y="102328"/>
                </a:lnTo>
                <a:lnTo>
                  <a:pt x="142029" y="102900"/>
                </a:lnTo>
                <a:lnTo>
                  <a:pt x="141722" y="103457"/>
                </a:lnTo>
                <a:lnTo>
                  <a:pt x="141397" y="104000"/>
                </a:lnTo>
                <a:lnTo>
                  <a:pt x="141055" y="104527"/>
                </a:lnTo>
                <a:lnTo>
                  <a:pt x="140695" y="105040"/>
                </a:lnTo>
                <a:lnTo>
                  <a:pt x="140318" y="105538"/>
                </a:lnTo>
                <a:lnTo>
                  <a:pt x="139923" y="106021"/>
                </a:lnTo>
                <a:lnTo>
                  <a:pt x="139510" y="106489"/>
                </a:lnTo>
                <a:lnTo>
                  <a:pt x="139082" y="106940"/>
                </a:lnTo>
                <a:lnTo>
                  <a:pt x="138641" y="107372"/>
                </a:lnTo>
                <a:lnTo>
                  <a:pt x="138187" y="107785"/>
                </a:lnTo>
                <a:lnTo>
                  <a:pt x="137720" y="108179"/>
                </a:lnTo>
                <a:lnTo>
                  <a:pt x="137239" y="108553"/>
                </a:lnTo>
                <a:lnTo>
                  <a:pt x="136746" y="108909"/>
                </a:lnTo>
                <a:lnTo>
                  <a:pt x="136239" y="109245"/>
                </a:lnTo>
                <a:lnTo>
                  <a:pt x="135719" y="109562"/>
                </a:lnTo>
                <a:lnTo>
                  <a:pt x="135185" y="109859"/>
                </a:lnTo>
                <a:lnTo>
                  <a:pt x="134639" y="110138"/>
                </a:lnTo>
                <a:lnTo>
                  <a:pt x="134079" y="110397"/>
                </a:lnTo>
                <a:lnTo>
                  <a:pt x="133507" y="110637"/>
                </a:lnTo>
                <a:lnTo>
                  <a:pt x="132921" y="110858"/>
                </a:lnTo>
                <a:lnTo>
                  <a:pt x="132322" y="111059"/>
                </a:lnTo>
                <a:lnTo>
                  <a:pt x="131710" y="111242"/>
                </a:lnTo>
                <a:lnTo>
                  <a:pt x="131084" y="111405"/>
                </a:lnTo>
                <a:lnTo>
                  <a:pt x="130446" y="111549"/>
                </a:lnTo>
                <a:lnTo>
                  <a:pt x="129794" y="111674"/>
                </a:lnTo>
                <a:lnTo>
                  <a:pt x="129129" y="111779"/>
                </a:lnTo>
                <a:lnTo>
                  <a:pt x="128451" y="111866"/>
                </a:lnTo>
                <a:lnTo>
                  <a:pt x="127760" y="111933"/>
                </a:lnTo>
                <a:lnTo>
                  <a:pt x="127055" y="111981"/>
                </a:lnTo>
                <a:lnTo>
                  <a:pt x="126338" y="112010"/>
                </a:lnTo>
                <a:lnTo>
                  <a:pt x="125607" y="112019"/>
                </a:lnTo>
                <a:lnTo>
                  <a:pt x="124863" y="112011"/>
                </a:lnTo>
                <a:lnTo>
                  <a:pt x="124133" y="111987"/>
                </a:lnTo>
                <a:lnTo>
                  <a:pt x="123417" y="111945"/>
                </a:lnTo>
                <a:lnTo>
                  <a:pt x="122715" y="111888"/>
                </a:lnTo>
                <a:close/>
                <a:moveTo>
                  <a:pt x="45027" y="35864"/>
                </a:moveTo>
                <a:lnTo>
                  <a:pt x="3158" y="35864"/>
                </a:lnTo>
                <a:lnTo>
                  <a:pt x="3158" y="48819"/>
                </a:lnTo>
                <a:lnTo>
                  <a:pt x="30808" y="48819"/>
                </a:lnTo>
                <a:lnTo>
                  <a:pt x="30808" y="109806"/>
                </a:lnTo>
                <a:lnTo>
                  <a:pt x="0" y="109806"/>
                </a:lnTo>
                <a:lnTo>
                  <a:pt x="0" y="122762"/>
                </a:lnTo>
                <a:lnTo>
                  <a:pt x="74256" y="122762"/>
                </a:lnTo>
                <a:lnTo>
                  <a:pt x="74256" y="109806"/>
                </a:lnTo>
                <a:lnTo>
                  <a:pt x="45027" y="109806"/>
                </a:lnTo>
                <a:lnTo>
                  <a:pt x="45027" y="35864"/>
                </a:lnTo>
                <a:close/>
                <a:moveTo>
                  <a:pt x="216823" y="94030"/>
                </a:moveTo>
                <a:lnTo>
                  <a:pt x="216927" y="93881"/>
                </a:lnTo>
                <a:lnTo>
                  <a:pt x="217032" y="93729"/>
                </a:lnTo>
                <a:lnTo>
                  <a:pt x="217136" y="93576"/>
                </a:lnTo>
                <a:lnTo>
                  <a:pt x="217239" y="93420"/>
                </a:lnTo>
                <a:lnTo>
                  <a:pt x="217343" y="93263"/>
                </a:lnTo>
                <a:lnTo>
                  <a:pt x="217446" y="93104"/>
                </a:lnTo>
                <a:lnTo>
                  <a:pt x="217549" y="92943"/>
                </a:lnTo>
                <a:lnTo>
                  <a:pt x="217652" y="92780"/>
                </a:lnTo>
                <a:lnTo>
                  <a:pt x="217754" y="92615"/>
                </a:lnTo>
                <a:lnTo>
                  <a:pt x="217856" y="92448"/>
                </a:lnTo>
                <a:lnTo>
                  <a:pt x="217958" y="92279"/>
                </a:lnTo>
                <a:lnTo>
                  <a:pt x="218059" y="92108"/>
                </a:lnTo>
                <a:lnTo>
                  <a:pt x="218161" y="91936"/>
                </a:lnTo>
                <a:lnTo>
                  <a:pt x="218262" y="91761"/>
                </a:lnTo>
                <a:lnTo>
                  <a:pt x="218362" y="91584"/>
                </a:lnTo>
                <a:lnTo>
                  <a:pt x="218463" y="91406"/>
                </a:lnTo>
                <a:lnTo>
                  <a:pt x="218563" y="91226"/>
                </a:lnTo>
                <a:lnTo>
                  <a:pt x="218663" y="91044"/>
                </a:lnTo>
                <a:lnTo>
                  <a:pt x="218763" y="90859"/>
                </a:lnTo>
                <a:lnTo>
                  <a:pt x="218862" y="90673"/>
                </a:lnTo>
                <a:lnTo>
                  <a:pt x="218961" y="90485"/>
                </a:lnTo>
                <a:lnTo>
                  <a:pt x="219060" y="90295"/>
                </a:lnTo>
                <a:lnTo>
                  <a:pt x="219158" y="90106"/>
                </a:lnTo>
                <a:lnTo>
                  <a:pt x="219254" y="89919"/>
                </a:lnTo>
                <a:lnTo>
                  <a:pt x="219348" y="89736"/>
                </a:lnTo>
                <a:lnTo>
                  <a:pt x="219440" y="89555"/>
                </a:lnTo>
                <a:lnTo>
                  <a:pt x="219530" y="89378"/>
                </a:lnTo>
                <a:lnTo>
                  <a:pt x="219618" y="89203"/>
                </a:lnTo>
                <a:lnTo>
                  <a:pt x="219704" y="89032"/>
                </a:lnTo>
                <a:lnTo>
                  <a:pt x="219789" y="88864"/>
                </a:lnTo>
                <a:lnTo>
                  <a:pt x="219871" y="88698"/>
                </a:lnTo>
                <a:lnTo>
                  <a:pt x="219952" y="88536"/>
                </a:lnTo>
                <a:lnTo>
                  <a:pt x="220031" y="88377"/>
                </a:lnTo>
                <a:lnTo>
                  <a:pt x="220107" y="88220"/>
                </a:lnTo>
                <a:lnTo>
                  <a:pt x="220182" y="88067"/>
                </a:lnTo>
                <a:lnTo>
                  <a:pt x="220255" y="87917"/>
                </a:lnTo>
                <a:lnTo>
                  <a:pt x="220326" y="87770"/>
                </a:lnTo>
                <a:lnTo>
                  <a:pt x="220395" y="87625"/>
                </a:lnTo>
                <a:lnTo>
                  <a:pt x="220462" y="87484"/>
                </a:lnTo>
                <a:lnTo>
                  <a:pt x="220527" y="87346"/>
                </a:lnTo>
                <a:lnTo>
                  <a:pt x="220590" y="87211"/>
                </a:lnTo>
                <a:lnTo>
                  <a:pt x="220652" y="87079"/>
                </a:lnTo>
                <a:lnTo>
                  <a:pt x="220711" y="86950"/>
                </a:lnTo>
                <a:lnTo>
                  <a:pt x="220768" y="86823"/>
                </a:lnTo>
                <a:lnTo>
                  <a:pt x="220824" y="86700"/>
                </a:lnTo>
                <a:lnTo>
                  <a:pt x="220877" y="86580"/>
                </a:lnTo>
                <a:lnTo>
                  <a:pt x="220944" y="86700"/>
                </a:lnTo>
                <a:lnTo>
                  <a:pt x="221011" y="86823"/>
                </a:lnTo>
                <a:lnTo>
                  <a:pt x="221079" y="86950"/>
                </a:lnTo>
                <a:lnTo>
                  <a:pt x="221148" y="87079"/>
                </a:lnTo>
                <a:lnTo>
                  <a:pt x="221217" y="87211"/>
                </a:lnTo>
                <a:lnTo>
                  <a:pt x="221288" y="87346"/>
                </a:lnTo>
                <a:lnTo>
                  <a:pt x="221359" y="87484"/>
                </a:lnTo>
                <a:lnTo>
                  <a:pt x="221431" y="87625"/>
                </a:lnTo>
                <a:lnTo>
                  <a:pt x="221504" y="87770"/>
                </a:lnTo>
                <a:lnTo>
                  <a:pt x="221577" y="87917"/>
                </a:lnTo>
                <a:lnTo>
                  <a:pt x="221652" y="88067"/>
                </a:lnTo>
                <a:lnTo>
                  <a:pt x="221727" y="88220"/>
                </a:lnTo>
                <a:lnTo>
                  <a:pt x="221803" y="88377"/>
                </a:lnTo>
                <a:lnTo>
                  <a:pt x="221880" y="88536"/>
                </a:lnTo>
                <a:lnTo>
                  <a:pt x="221958" y="88698"/>
                </a:lnTo>
                <a:lnTo>
                  <a:pt x="222037" y="88864"/>
                </a:lnTo>
                <a:lnTo>
                  <a:pt x="222116" y="89032"/>
                </a:lnTo>
                <a:lnTo>
                  <a:pt x="222197" y="89203"/>
                </a:lnTo>
                <a:lnTo>
                  <a:pt x="222278" y="89378"/>
                </a:lnTo>
                <a:lnTo>
                  <a:pt x="222359" y="89555"/>
                </a:lnTo>
                <a:lnTo>
                  <a:pt x="222442" y="89736"/>
                </a:lnTo>
                <a:lnTo>
                  <a:pt x="222526" y="89919"/>
                </a:lnTo>
                <a:lnTo>
                  <a:pt x="222610" y="90106"/>
                </a:lnTo>
                <a:lnTo>
                  <a:pt x="222695" y="90295"/>
                </a:lnTo>
                <a:lnTo>
                  <a:pt x="222781" y="90485"/>
                </a:lnTo>
                <a:lnTo>
                  <a:pt x="222867" y="90673"/>
                </a:lnTo>
                <a:lnTo>
                  <a:pt x="222953" y="90859"/>
                </a:lnTo>
                <a:lnTo>
                  <a:pt x="223040" y="91044"/>
                </a:lnTo>
                <a:lnTo>
                  <a:pt x="223127" y="91226"/>
                </a:lnTo>
                <a:lnTo>
                  <a:pt x="223214" y="91406"/>
                </a:lnTo>
                <a:lnTo>
                  <a:pt x="223301" y="91584"/>
                </a:lnTo>
                <a:lnTo>
                  <a:pt x="223389" y="91761"/>
                </a:lnTo>
                <a:lnTo>
                  <a:pt x="223477" y="91936"/>
                </a:lnTo>
                <a:lnTo>
                  <a:pt x="223565" y="92108"/>
                </a:lnTo>
                <a:lnTo>
                  <a:pt x="223653" y="92279"/>
                </a:lnTo>
                <a:lnTo>
                  <a:pt x="223742" y="92448"/>
                </a:lnTo>
                <a:lnTo>
                  <a:pt x="223831" y="92615"/>
                </a:lnTo>
                <a:lnTo>
                  <a:pt x="223921" y="92780"/>
                </a:lnTo>
                <a:lnTo>
                  <a:pt x="224010" y="92943"/>
                </a:lnTo>
                <a:lnTo>
                  <a:pt x="224100" y="93104"/>
                </a:lnTo>
                <a:lnTo>
                  <a:pt x="224190" y="93263"/>
                </a:lnTo>
                <a:lnTo>
                  <a:pt x="224281" y="93420"/>
                </a:lnTo>
                <a:lnTo>
                  <a:pt x="224371" y="93576"/>
                </a:lnTo>
                <a:lnTo>
                  <a:pt x="224462" y="93729"/>
                </a:lnTo>
                <a:lnTo>
                  <a:pt x="224553" y="93881"/>
                </a:lnTo>
                <a:lnTo>
                  <a:pt x="224645" y="94030"/>
                </a:lnTo>
                <a:lnTo>
                  <a:pt x="224737" y="94178"/>
                </a:lnTo>
                <a:lnTo>
                  <a:pt x="224829" y="94324"/>
                </a:lnTo>
                <a:lnTo>
                  <a:pt x="243472" y="122762"/>
                </a:lnTo>
                <a:lnTo>
                  <a:pt x="260220" y="122762"/>
                </a:lnTo>
                <a:lnTo>
                  <a:pt x="229569" y="78208"/>
                </a:lnTo>
                <a:lnTo>
                  <a:pt x="258482" y="35864"/>
                </a:lnTo>
                <a:lnTo>
                  <a:pt x="241734" y="35864"/>
                </a:lnTo>
                <a:lnTo>
                  <a:pt x="224513" y="62723"/>
                </a:lnTo>
                <a:lnTo>
                  <a:pt x="224421" y="62868"/>
                </a:lnTo>
                <a:lnTo>
                  <a:pt x="224329" y="63015"/>
                </a:lnTo>
                <a:lnTo>
                  <a:pt x="224238" y="63162"/>
                </a:lnTo>
                <a:lnTo>
                  <a:pt x="224146" y="63311"/>
                </a:lnTo>
                <a:lnTo>
                  <a:pt x="224055" y="63461"/>
                </a:lnTo>
                <a:lnTo>
                  <a:pt x="223965" y="63612"/>
                </a:lnTo>
                <a:lnTo>
                  <a:pt x="223874" y="63764"/>
                </a:lnTo>
                <a:lnTo>
                  <a:pt x="223784" y="63917"/>
                </a:lnTo>
                <a:lnTo>
                  <a:pt x="223694" y="64071"/>
                </a:lnTo>
                <a:lnTo>
                  <a:pt x="223605" y="64226"/>
                </a:lnTo>
                <a:lnTo>
                  <a:pt x="223515" y="64382"/>
                </a:lnTo>
                <a:lnTo>
                  <a:pt x="223426" y="64540"/>
                </a:lnTo>
                <a:lnTo>
                  <a:pt x="223338" y="64698"/>
                </a:lnTo>
                <a:lnTo>
                  <a:pt x="223249" y="64858"/>
                </a:lnTo>
                <a:lnTo>
                  <a:pt x="223161" y="65019"/>
                </a:lnTo>
                <a:lnTo>
                  <a:pt x="223073" y="65181"/>
                </a:lnTo>
                <a:lnTo>
                  <a:pt x="222985" y="65344"/>
                </a:lnTo>
                <a:lnTo>
                  <a:pt x="222898" y="65508"/>
                </a:lnTo>
                <a:lnTo>
                  <a:pt x="222811" y="65673"/>
                </a:lnTo>
                <a:lnTo>
                  <a:pt x="222724" y="65839"/>
                </a:lnTo>
                <a:lnTo>
                  <a:pt x="222637" y="66006"/>
                </a:lnTo>
                <a:lnTo>
                  <a:pt x="222551" y="66175"/>
                </a:lnTo>
                <a:lnTo>
                  <a:pt x="222465" y="66344"/>
                </a:lnTo>
                <a:lnTo>
                  <a:pt x="222379" y="66515"/>
                </a:lnTo>
                <a:lnTo>
                  <a:pt x="222295" y="66685"/>
                </a:lnTo>
                <a:lnTo>
                  <a:pt x="222212" y="66852"/>
                </a:lnTo>
                <a:lnTo>
                  <a:pt x="222131" y="67016"/>
                </a:lnTo>
                <a:lnTo>
                  <a:pt x="222052" y="67178"/>
                </a:lnTo>
                <a:lnTo>
                  <a:pt x="221975" y="67336"/>
                </a:lnTo>
                <a:lnTo>
                  <a:pt x="221900" y="67493"/>
                </a:lnTo>
                <a:lnTo>
                  <a:pt x="221827" y="67646"/>
                </a:lnTo>
                <a:lnTo>
                  <a:pt x="221756" y="67796"/>
                </a:lnTo>
                <a:lnTo>
                  <a:pt x="221687" y="67944"/>
                </a:lnTo>
                <a:lnTo>
                  <a:pt x="221619" y="68089"/>
                </a:lnTo>
                <a:lnTo>
                  <a:pt x="221554" y="68232"/>
                </a:lnTo>
                <a:lnTo>
                  <a:pt x="221490" y="68371"/>
                </a:lnTo>
                <a:lnTo>
                  <a:pt x="221429" y="68508"/>
                </a:lnTo>
                <a:lnTo>
                  <a:pt x="221369" y="68642"/>
                </a:lnTo>
                <a:lnTo>
                  <a:pt x="221311" y="68774"/>
                </a:lnTo>
                <a:lnTo>
                  <a:pt x="221255" y="68902"/>
                </a:lnTo>
                <a:lnTo>
                  <a:pt x="221202" y="69028"/>
                </a:lnTo>
                <a:lnTo>
                  <a:pt x="221149" y="69151"/>
                </a:lnTo>
                <a:lnTo>
                  <a:pt x="221099" y="69272"/>
                </a:lnTo>
                <a:lnTo>
                  <a:pt x="221051" y="69389"/>
                </a:lnTo>
                <a:lnTo>
                  <a:pt x="221005" y="69504"/>
                </a:lnTo>
                <a:lnTo>
                  <a:pt x="220960" y="69616"/>
                </a:lnTo>
                <a:lnTo>
                  <a:pt x="220918" y="69726"/>
                </a:lnTo>
                <a:lnTo>
                  <a:pt x="220877" y="69832"/>
                </a:lnTo>
                <a:lnTo>
                  <a:pt x="220824" y="69726"/>
                </a:lnTo>
                <a:lnTo>
                  <a:pt x="220769" y="69616"/>
                </a:lnTo>
                <a:lnTo>
                  <a:pt x="220713" y="69504"/>
                </a:lnTo>
                <a:lnTo>
                  <a:pt x="220656" y="69389"/>
                </a:lnTo>
                <a:lnTo>
                  <a:pt x="220597" y="69272"/>
                </a:lnTo>
                <a:lnTo>
                  <a:pt x="220537" y="69151"/>
                </a:lnTo>
                <a:lnTo>
                  <a:pt x="220475" y="69028"/>
                </a:lnTo>
                <a:lnTo>
                  <a:pt x="220412" y="68902"/>
                </a:lnTo>
                <a:lnTo>
                  <a:pt x="220348" y="68774"/>
                </a:lnTo>
                <a:lnTo>
                  <a:pt x="220282" y="68642"/>
                </a:lnTo>
                <a:lnTo>
                  <a:pt x="220215" y="68508"/>
                </a:lnTo>
                <a:lnTo>
                  <a:pt x="220147" y="68371"/>
                </a:lnTo>
                <a:lnTo>
                  <a:pt x="220077" y="68232"/>
                </a:lnTo>
                <a:lnTo>
                  <a:pt x="220006" y="68089"/>
                </a:lnTo>
                <a:lnTo>
                  <a:pt x="219934" y="67944"/>
                </a:lnTo>
                <a:lnTo>
                  <a:pt x="219860" y="67796"/>
                </a:lnTo>
                <a:lnTo>
                  <a:pt x="219784" y="67646"/>
                </a:lnTo>
                <a:lnTo>
                  <a:pt x="219708" y="67493"/>
                </a:lnTo>
                <a:lnTo>
                  <a:pt x="219630" y="67336"/>
                </a:lnTo>
                <a:lnTo>
                  <a:pt x="219550" y="67178"/>
                </a:lnTo>
                <a:lnTo>
                  <a:pt x="219469" y="67016"/>
                </a:lnTo>
                <a:lnTo>
                  <a:pt x="219387" y="66852"/>
                </a:lnTo>
                <a:lnTo>
                  <a:pt x="219304" y="66685"/>
                </a:lnTo>
                <a:lnTo>
                  <a:pt x="219219" y="66515"/>
                </a:lnTo>
                <a:lnTo>
                  <a:pt x="219133" y="66344"/>
                </a:lnTo>
                <a:lnTo>
                  <a:pt x="219047" y="66175"/>
                </a:lnTo>
                <a:lnTo>
                  <a:pt x="218961" y="66006"/>
                </a:lnTo>
                <a:lnTo>
                  <a:pt x="218874" y="65839"/>
                </a:lnTo>
                <a:lnTo>
                  <a:pt x="218787" y="65673"/>
                </a:lnTo>
                <a:lnTo>
                  <a:pt x="218700" y="65508"/>
                </a:lnTo>
                <a:lnTo>
                  <a:pt x="218613" y="65344"/>
                </a:lnTo>
                <a:lnTo>
                  <a:pt x="218525" y="65181"/>
                </a:lnTo>
                <a:lnTo>
                  <a:pt x="218437" y="65019"/>
                </a:lnTo>
                <a:lnTo>
                  <a:pt x="218349" y="64858"/>
                </a:lnTo>
                <a:lnTo>
                  <a:pt x="218261" y="64698"/>
                </a:lnTo>
                <a:lnTo>
                  <a:pt x="218172" y="64540"/>
                </a:lnTo>
                <a:lnTo>
                  <a:pt x="218083" y="64382"/>
                </a:lnTo>
                <a:lnTo>
                  <a:pt x="217994" y="64226"/>
                </a:lnTo>
                <a:lnTo>
                  <a:pt x="217904" y="64071"/>
                </a:lnTo>
                <a:lnTo>
                  <a:pt x="217814" y="63917"/>
                </a:lnTo>
                <a:lnTo>
                  <a:pt x="217724" y="63764"/>
                </a:lnTo>
                <a:lnTo>
                  <a:pt x="217634" y="63612"/>
                </a:lnTo>
                <a:lnTo>
                  <a:pt x="217543" y="63461"/>
                </a:lnTo>
                <a:lnTo>
                  <a:pt x="217452" y="63311"/>
                </a:lnTo>
                <a:lnTo>
                  <a:pt x="217361" y="63162"/>
                </a:lnTo>
                <a:lnTo>
                  <a:pt x="217269" y="63015"/>
                </a:lnTo>
                <a:lnTo>
                  <a:pt x="217177" y="62868"/>
                </a:lnTo>
                <a:lnTo>
                  <a:pt x="217085" y="62723"/>
                </a:lnTo>
                <a:lnTo>
                  <a:pt x="199865" y="35864"/>
                </a:lnTo>
                <a:lnTo>
                  <a:pt x="183117" y="35864"/>
                </a:lnTo>
                <a:lnTo>
                  <a:pt x="212030" y="78048"/>
                </a:lnTo>
                <a:lnTo>
                  <a:pt x="181222" y="122762"/>
                </a:lnTo>
                <a:lnTo>
                  <a:pt x="197970" y="122762"/>
                </a:lnTo>
                <a:lnTo>
                  <a:pt x="216613" y="94324"/>
                </a:lnTo>
                <a:lnTo>
                  <a:pt x="216718" y="94178"/>
                </a:lnTo>
                <a:lnTo>
                  <a:pt x="216823" y="94030"/>
                </a:lnTo>
                <a:close/>
                <a:moveTo>
                  <a:pt x="317151" y="124204"/>
                </a:moveTo>
                <a:lnTo>
                  <a:pt x="317631" y="124144"/>
                </a:lnTo>
                <a:lnTo>
                  <a:pt x="318099" y="124073"/>
                </a:lnTo>
                <a:lnTo>
                  <a:pt x="318557" y="123990"/>
                </a:lnTo>
                <a:lnTo>
                  <a:pt x="319003" y="123897"/>
                </a:lnTo>
                <a:lnTo>
                  <a:pt x="319439" y="123793"/>
                </a:lnTo>
                <a:lnTo>
                  <a:pt x="319863" y="123678"/>
                </a:lnTo>
                <a:lnTo>
                  <a:pt x="320277" y="123552"/>
                </a:lnTo>
                <a:lnTo>
                  <a:pt x="320680" y="123415"/>
                </a:lnTo>
                <a:lnTo>
                  <a:pt x="321071" y="123267"/>
                </a:lnTo>
                <a:lnTo>
                  <a:pt x="321452" y="123108"/>
                </a:lnTo>
                <a:lnTo>
                  <a:pt x="321822" y="122938"/>
                </a:lnTo>
                <a:lnTo>
                  <a:pt x="322180" y="122757"/>
                </a:lnTo>
                <a:lnTo>
                  <a:pt x="322528" y="122565"/>
                </a:lnTo>
                <a:lnTo>
                  <a:pt x="322865" y="122362"/>
                </a:lnTo>
                <a:lnTo>
                  <a:pt x="323191" y="122148"/>
                </a:lnTo>
                <a:lnTo>
                  <a:pt x="323506" y="121923"/>
                </a:lnTo>
                <a:lnTo>
                  <a:pt x="323810" y="121688"/>
                </a:lnTo>
                <a:lnTo>
                  <a:pt x="324102" y="121441"/>
                </a:lnTo>
                <a:lnTo>
                  <a:pt x="324384" y="121183"/>
                </a:lnTo>
                <a:lnTo>
                  <a:pt x="324655" y="120916"/>
                </a:lnTo>
                <a:lnTo>
                  <a:pt x="324914" y="120641"/>
                </a:lnTo>
                <a:lnTo>
                  <a:pt x="325162" y="120358"/>
                </a:lnTo>
                <a:lnTo>
                  <a:pt x="325398" y="120068"/>
                </a:lnTo>
                <a:lnTo>
                  <a:pt x="325623" y="119770"/>
                </a:lnTo>
                <a:lnTo>
                  <a:pt x="325836" y="119465"/>
                </a:lnTo>
                <a:lnTo>
                  <a:pt x="326037" y="119151"/>
                </a:lnTo>
                <a:lnTo>
                  <a:pt x="326227" y="118830"/>
                </a:lnTo>
                <a:lnTo>
                  <a:pt x="326406" y="118502"/>
                </a:lnTo>
                <a:lnTo>
                  <a:pt x="326573" y="118165"/>
                </a:lnTo>
                <a:lnTo>
                  <a:pt x="326728" y="117821"/>
                </a:lnTo>
                <a:lnTo>
                  <a:pt x="326872" y="117470"/>
                </a:lnTo>
                <a:lnTo>
                  <a:pt x="327005" y="117110"/>
                </a:lnTo>
                <a:lnTo>
                  <a:pt x="327126" y="116743"/>
                </a:lnTo>
                <a:lnTo>
                  <a:pt x="327235" y="116369"/>
                </a:lnTo>
                <a:lnTo>
                  <a:pt x="327333" y="115986"/>
                </a:lnTo>
                <a:lnTo>
                  <a:pt x="327419" y="115596"/>
                </a:lnTo>
                <a:lnTo>
                  <a:pt x="327494" y="115199"/>
                </a:lnTo>
                <a:lnTo>
                  <a:pt x="327558" y="114793"/>
                </a:lnTo>
                <a:lnTo>
                  <a:pt x="327610" y="114380"/>
                </a:lnTo>
                <a:lnTo>
                  <a:pt x="327650" y="113959"/>
                </a:lnTo>
                <a:lnTo>
                  <a:pt x="327679" y="113531"/>
                </a:lnTo>
                <a:lnTo>
                  <a:pt x="327696" y="113095"/>
                </a:lnTo>
                <a:lnTo>
                  <a:pt x="327702" y="112651"/>
                </a:lnTo>
                <a:lnTo>
                  <a:pt x="327696" y="112207"/>
                </a:lnTo>
                <a:lnTo>
                  <a:pt x="327679" y="111771"/>
                </a:lnTo>
                <a:lnTo>
                  <a:pt x="327650" y="111342"/>
                </a:lnTo>
                <a:lnTo>
                  <a:pt x="327610" y="110921"/>
                </a:lnTo>
                <a:lnTo>
                  <a:pt x="327558" y="110508"/>
                </a:lnTo>
                <a:lnTo>
                  <a:pt x="327494" y="110103"/>
                </a:lnTo>
                <a:lnTo>
                  <a:pt x="327419" y="109705"/>
                </a:lnTo>
                <a:lnTo>
                  <a:pt x="327333" y="109315"/>
                </a:lnTo>
                <a:lnTo>
                  <a:pt x="327235" y="108932"/>
                </a:lnTo>
                <a:lnTo>
                  <a:pt x="327126" y="108558"/>
                </a:lnTo>
                <a:lnTo>
                  <a:pt x="327005" y="108191"/>
                </a:lnTo>
                <a:lnTo>
                  <a:pt x="326872" y="107831"/>
                </a:lnTo>
                <a:lnTo>
                  <a:pt x="326728" y="107480"/>
                </a:lnTo>
                <a:lnTo>
                  <a:pt x="326573" y="107136"/>
                </a:lnTo>
                <a:lnTo>
                  <a:pt x="326406" y="106799"/>
                </a:lnTo>
                <a:lnTo>
                  <a:pt x="326227" y="106471"/>
                </a:lnTo>
                <a:lnTo>
                  <a:pt x="326037" y="106150"/>
                </a:lnTo>
                <a:lnTo>
                  <a:pt x="325836" y="105837"/>
                </a:lnTo>
                <a:lnTo>
                  <a:pt x="325623" y="105531"/>
                </a:lnTo>
                <a:lnTo>
                  <a:pt x="325398" y="105233"/>
                </a:lnTo>
                <a:lnTo>
                  <a:pt x="325162" y="104943"/>
                </a:lnTo>
                <a:lnTo>
                  <a:pt x="324914" y="104661"/>
                </a:lnTo>
                <a:lnTo>
                  <a:pt x="324655" y="104386"/>
                </a:lnTo>
                <a:lnTo>
                  <a:pt x="324384" y="104119"/>
                </a:lnTo>
                <a:lnTo>
                  <a:pt x="324102" y="103861"/>
                </a:lnTo>
                <a:lnTo>
                  <a:pt x="323810" y="103614"/>
                </a:lnTo>
                <a:lnTo>
                  <a:pt x="323506" y="103378"/>
                </a:lnTo>
                <a:lnTo>
                  <a:pt x="323191" y="103153"/>
                </a:lnTo>
                <a:lnTo>
                  <a:pt x="322865" y="102939"/>
                </a:lnTo>
                <a:lnTo>
                  <a:pt x="322528" y="102736"/>
                </a:lnTo>
                <a:lnTo>
                  <a:pt x="322180" y="102544"/>
                </a:lnTo>
                <a:lnTo>
                  <a:pt x="321822" y="102363"/>
                </a:lnTo>
                <a:lnTo>
                  <a:pt x="321452" y="102193"/>
                </a:lnTo>
                <a:lnTo>
                  <a:pt x="321071" y="102034"/>
                </a:lnTo>
                <a:lnTo>
                  <a:pt x="320680" y="101886"/>
                </a:lnTo>
                <a:lnTo>
                  <a:pt x="320277" y="101749"/>
                </a:lnTo>
                <a:lnTo>
                  <a:pt x="319863" y="101623"/>
                </a:lnTo>
                <a:lnTo>
                  <a:pt x="319439" y="101507"/>
                </a:lnTo>
                <a:lnTo>
                  <a:pt x="319003" y="101403"/>
                </a:lnTo>
                <a:lnTo>
                  <a:pt x="318557" y="101310"/>
                </a:lnTo>
                <a:lnTo>
                  <a:pt x="318099" y="101227"/>
                </a:lnTo>
                <a:lnTo>
                  <a:pt x="317631" y="101156"/>
                </a:lnTo>
                <a:lnTo>
                  <a:pt x="317151" y="101096"/>
                </a:lnTo>
                <a:lnTo>
                  <a:pt x="316661" y="101046"/>
                </a:lnTo>
                <a:lnTo>
                  <a:pt x="316159" y="101008"/>
                </a:lnTo>
                <a:lnTo>
                  <a:pt x="315647" y="100981"/>
                </a:lnTo>
                <a:lnTo>
                  <a:pt x="315123" y="100964"/>
                </a:lnTo>
                <a:lnTo>
                  <a:pt x="314589" y="100959"/>
                </a:lnTo>
                <a:lnTo>
                  <a:pt x="314055" y="100964"/>
                </a:lnTo>
                <a:lnTo>
                  <a:pt x="313531" y="100981"/>
                </a:lnTo>
                <a:lnTo>
                  <a:pt x="313019" y="101008"/>
                </a:lnTo>
                <a:lnTo>
                  <a:pt x="312518" y="101046"/>
                </a:lnTo>
                <a:lnTo>
                  <a:pt x="312027" y="101096"/>
                </a:lnTo>
                <a:lnTo>
                  <a:pt x="311548" y="101156"/>
                </a:lnTo>
                <a:lnTo>
                  <a:pt x="311079" y="101227"/>
                </a:lnTo>
                <a:lnTo>
                  <a:pt x="310621" y="101310"/>
                </a:lnTo>
                <a:lnTo>
                  <a:pt x="310175" y="101403"/>
                </a:lnTo>
                <a:lnTo>
                  <a:pt x="309739" y="101507"/>
                </a:lnTo>
                <a:lnTo>
                  <a:pt x="309314" y="101623"/>
                </a:lnTo>
                <a:lnTo>
                  <a:pt x="308901" y="101749"/>
                </a:lnTo>
                <a:lnTo>
                  <a:pt x="308498" y="101886"/>
                </a:lnTo>
                <a:lnTo>
                  <a:pt x="308106" y="102034"/>
                </a:lnTo>
                <a:lnTo>
                  <a:pt x="307725" y="102193"/>
                </a:lnTo>
                <a:lnTo>
                  <a:pt x="307356" y="102363"/>
                </a:lnTo>
                <a:lnTo>
                  <a:pt x="306997" y="102544"/>
                </a:lnTo>
                <a:lnTo>
                  <a:pt x="306649" y="102736"/>
                </a:lnTo>
                <a:lnTo>
                  <a:pt x="306312" y="102939"/>
                </a:lnTo>
                <a:lnTo>
                  <a:pt x="305986" y="103153"/>
                </a:lnTo>
                <a:lnTo>
                  <a:pt x="305671" y="103378"/>
                </a:lnTo>
                <a:lnTo>
                  <a:pt x="305367" y="103614"/>
                </a:lnTo>
                <a:lnTo>
                  <a:pt x="305074" y="103861"/>
                </a:lnTo>
                <a:lnTo>
                  <a:pt x="304791" y="104119"/>
                </a:lnTo>
                <a:lnTo>
                  <a:pt x="304521" y="104386"/>
                </a:lnTo>
                <a:lnTo>
                  <a:pt x="304262" y="104661"/>
                </a:lnTo>
                <a:lnTo>
                  <a:pt x="304014" y="104943"/>
                </a:lnTo>
                <a:lnTo>
                  <a:pt x="303778" y="105233"/>
                </a:lnTo>
                <a:lnTo>
                  <a:pt x="303553" y="105531"/>
                </a:lnTo>
                <a:lnTo>
                  <a:pt x="303340" y="105837"/>
                </a:lnTo>
                <a:lnTo>
                  <a:pt x="303139" y="106150"/>
                </a:lnTo>
                <a:lnTo>
                  <a:pt x="302949" y="106471"/>
                </a:lnTo>
                <a:lnTo>
                  <a:pt x="302770" y="106799"/>
                </a:lnTo>
                <a:lnTo>
                  <a:pt x="302603" y="107136"/>
                </a:lnTo>
                <a:lnTo>
                  <a:pt x="302447" y="107480"/>
                </a:lnTo>
                <a:lnTo>
                  <a:pt x="302304" y="107831"/>
                </a:lnTo>
                <a:lnTo>
                  <a:pt x="302171" y="108191"/>
                </a:lnTo>
                <a:lnTo>
                  <a:pt x="302050" y="108558"/>
                </a:lnTo>
                <a:lnTo>
                  <a:pt x="301941" y="108932"/>
                </a:lnTo>
                <a:lnTo>
                  <a:pt x="301843" y="109315"/>
                </a:lnTo>
                <a:lnTo>
                  <a:pt x="301756" y="109705"/>
                </a:lnTo>
                <a:lnTo>
                  <a:pt x="301682" y="110103"/>
                </a:lnTo>
                <a:lnTo>
                  <a:pt x="301618" y="110508"/>
                </a:lnTo>
                <a:lnTo>
                  <a:pt x="301566" y="110921"/>
                </a:lnTo>
                <a:lnTo>
                  <a:pt x="301526" y="111342"/>
                </a:lnTo>
                <a:lnTo>
                  <a:pt x="301497" y="111771"/>
                </a:lnTo>
                <a:lnTo>
                  <a:pt x="301480" y="112207"/>
                </a:lnTo>
                <a:lnTo>
                  <a:pt x="301474" y="112651"/>
                </a:lnTo>
                <a:lnTo>
                  <a:pt x="301480" y="113095"/>
                </a:lnTo>
                <a:lnTo>
                  <a:pt x="301497" y="113531"/>
                </a:lnTo>
                <a:lnTo>
                  <a:pt x="301526" y="113959"/>
                </a:lnTo>
                <a:lnTo>
                  <a:pt x="301566" y="114380"/>
                </a:lnTo>
                <a:lnTo>
                  <a:pt x="301618" y="114793"/>
                </a:lnTo>
                <a:lnTo>
                  <a:pt x="301682" y="115199"/>
                </a:lnTo>
                <a:lnTo>
                  <a:pt x="301756" y="115596"/>
                </a:lnTo>
                <a:lnTo>
                  <a:pt x="301843" y="115986"/>
                </a:lnTo>
                <a:lnTo>
                  <a:pt x="301941" y="116369"/>
                </a:lnTo>
                <a:lnTo>
                  <a:pt x="302050" y="116743"/>
                </a:lnTo>
                <a:lnTo>
                  <a:pt x="302171" y="117110"/>
                </a:lnTo>
                <a:lnTo>
                  <a:pt x="302304" y="117470"/>
                </a:lnTo>
                <a:lnTo>
                  <a:pt x="302447" y="117821"/>
                </a:lnTo>
                <a:lnTo>
                  <a:pt x="302603" y="118165"/>
                </a:lnTo>
                <a:lnTo>
                  <a:pt x="302770" y="118502"/>
                </a:lnTo>
                <a:lnTo>
                  <a:pt x="302949" y="118830"/>
                </a:lnTo>
                <a:lnTo>
                  <a:pt x="303139" y="119151"/>
                </a:lnTo>
                <a:lnTo>
                  <a:pt x="303340" y="119465"/>
                </a:lnTo>
                <a:lnTo>
                  <a:pt x="303553" y="119770"/>
                </a:lnTo>
                <a:lnTo>
                  <a:pt x="303778" y="120068"/>
                </a:lnTo>
                <a:lnTo>
                  <a:pt x="304014" y="120358"/>
                </a:lnTo>
                <a:lnTo>
                  <a:pt x="304262" y="120641"/>
                </a:lnTo>
                <a:lnTo>
                  <a:pt x="304521" y="120916"/>
                </a:lnTo>
                <a:lnTo>
                  <a:pt x="304791" y="121183"/>
                </a:lnTo>
                <a:lnTo>
                  <a:pt x="305074" y="121441"/>
                </a:lnTo>
                <a:lnTo>
                  <a:pt x="305367" y="121688"/>
                </a:lnTo>
                <a:lnTo>
                  <a:pt x="305671" y="121923"/>
                </a:lnTo>
                <a:lnTo>
                  <a:pt x="305986" y="122148"/>
                </a:lnTo>
                <a:lnTo>
                  <a:pt x="306312" y="122362"/>
                </a:lnTo>
                <a:lnTo>
                  <a:pt x="306649" y="122565"/>
                </a:lnTo>
                <a:lnTo>
                  <a:pt x="306997" y="122757"/>
                </a:lnTo>
                <a:lnTo>
                  <a:pt x="307356" y="122938"/>
                </a:lnTo>
                <a:lnTo>
                  <a:pt x="307725" y="123108"/>
                </a:lnTo>
                <a:lnTo>
                  <a:pt x="308106" y="123267"/>
                </a:lnTo>
                <a:lnTo>
                  <a:pt x="308498" y="123415"/>
                </a:lnTo>
                <a:lnTo>
                  <a:pt x="308901" y="123552"/>
                </a:lnTo>
                <a:lnTo>
                  <a:pt x="309314" y="123678"/>
                </a:lnTo>
                <a:lnTo>
                  <a:pt x="309739" y="123793"/>
                </a:lnTo>
                <a:lnTo>
                  <a:pt x="310175" y="123897"/>
                </a:lnTo>
                <a:lnTo>
                  <a:pt x="310621" y="123990"/>
                </a:lnTo>
                <a:lnTo>
                  <a:pt x="311079" y="124073"/>
                </a:lnTo>
                <a:lnTo>
                  <a:pt x="311548" y="124144"/>
                </a:lnTo>
                <a:lnTo>
                  <a:pt x="312027" y="124204"/>
                </a:lnTo>
                <a:lnTo>
                  <a:pt x="312518" y="124254"/>
                </a:lnTo>
                <a:lnTo>
                  <a:pt x="313019" y="124292"/>
                </a:lnTo>
                <a:lnTo>
                  <a:pt x="313531" y="124319"/>
                </a:lnTo>
                <a:lnTo>
                  <a:pt x="314055" y="124336"/>
                </a:lnTo>
                <a:lnTo>
                  <a:pt x="314589" y="124341"/>
                </a:lnTo>
                <a:lnTo>
                  <a:pt x="315123" y="124336"/>
                </a:lnTo>
                <a:lnTo>
                  <a:pt x="315647" y="124319"/>
                </a:lnTo>
                <a:lnTo>
                  <a:pt x="316159" y="124292"/>
                </a:lnTo>
                <a:lnTo>
                  <a:pt x="316661" y="124254"/>
                </a:lnTo>
                <a:lnTo>
                  <a:pt x="317151" y="124204"/>
                </a:lnTo>
                <a:close/>
                <a:moveTo>
                  <a:pt x="839455" y="57983"/>
                </a:moveTo>
                <a:lnTo>
                  <a:pt x="907393" y="57983"/>
                </a:lnTo>
                <a:lnTo>
                  <a:pt x="907393" y="45343"/>
                </a:lnTo>
                <a:lnTo>
                  <a:pt x="839455" y="45343"/>
                </a:lnTo>
                <a:lnTo>
                  <a:pt x="839455" y="57983"/>
                </a:lnTo>
                <a:close/>
                <a:moveTo>
                  <a:pt x="1061078" y="73718"/>
                </a:moveTo>
                <a:lnTo>
                  <a:pt x="1061407" y="73681"/>
                </a:lnTo>
                <a:lnTo>
                  <a:pt x="1061731" y="73636"/>
                </a:lnTo>
                <a:lnTo>
                  <a:pt x="1062049" y="73582"/>
                </a:lnTo>
                <a:lnTo>
                  <a:pt x="1062361" y="73520"/>
                </a:lnTo>
                <a:lnTo>
                  <a:pt x="1062668" y="73450"/>
                </a:lnTo>
                <a:lnTo>
                  <a:pt x="1062968" y="73372"/>
                </a:lnTo>
                <a:lnTo>
                  <a:pt x="1063263" y="73286"/>
                </a:lnTo>
                <a:lnTo>
                  <a:pt x="1063552" y="73191"/>
                </a:lnTo>
                <a:lnTo>
                  <a:pt x="1063836" y="73088"/>
                </a:lnTo>
                <a:lnTo>
                  <a:pt x="1064113" y="72977"/>
                </a:lnTo>
                <a:lnTo>
                  <a:pt x="1064385" y="72858"/>
                </a:lnTo>
                <a:lnTo>
                  <a:pt x="1064651" y="72730"/>
                </a:lnTo>
                <a:lnTo>
                  <a:pt x="1064912" y="72595"/>
                </a:lnTo>
                <a:lnTo>
                  <a:pt x="1065166" y="72451"/>
                </a:lnTo>
                <a:lnTo>
                  <a:pt x="1065415" y="72298"/>
                </a:lnTo>
                <a:lnTo>
                  <a:pt x="1065658" y="72138"/>
                </a:lnTo>
                <a:lnTo>
                  <a:pt x="1065896" y="71969"/>
                </a:lnTo>
                <a:lnTo>
                  <a:pt x="1066127" y="71792"/>
                </a:lnTo>
                <a:lnTo>
                  <a:pt x="1066353" y="71607"/>
                </a:lnTo>
                <a:lnTo>
                  <a:pt x="1066573" y="71414"/>
                </a:lnTo>
                <a:lnTo>
                  <a:pt x="1066786" y="71213"/>
                </a:lnTo>
                <a:lnTo>
                  <a:pt x="1066990" y="71005"/>
                </a:lnTo>
                <a:lnTo>
                  <a:pt x="1067185" y="70789"/>
                </a:lnTo>
                <a:lnTo>
                  <a:pt x="1067370" y="70567"/>
                </a:lnTo>
                <a:lnTo>
                  <a:pt x="1067547" y="70337"/>
                </a:lnTo>
                <a:lnTo>
                  <a:pt x="1067714" y="70100"/>
                </a:lnTo>
                <a:lnTo>
                  <a:pt x="1067873" y="69857"/>
                </a:lnTo>
                <a:lnTo>
                  <a:pt x="1068022" y="69606"/>
                </a:lnTo>
                <a:lnTo>
                  <a:pt x="1068163" y="69348"/>
                </a:lnTo>
                <a:lnTo>
                  <a:pt x="1068294" y="69082"/>
                </a:lnTo>
                <a:lnTo>
                  <a:pt x="1068416" y="68810"/>
                </a:lnTo>
                <a:lnTo>
                  <a:pt x="1068530" y="68530"/>
                </a:lnTo>
                <a:lnTo>
                  <a:pt x="1068634" y="68244"/>
                </a:lnTo>
                <a:lnTo>
                  <a:pt x="1068729" y="67950"/>
                </a:lnTo>
                <a:lnTo>
                  <a:pt x="1068815" y="67649"/>
                </a:lnTo>
                <a:lnTo>
                  <a:pt x="1068892" y="67341"/>
                </a:lnTo>
                <a:lnTo>
                  <a:pt x="1068960" y="67026"/>
                </a:lnTo>
                <a:lnTo>
                  <a:pt x="1069019" y="66704"/>
                </a:lnTo>
                <a:lnTo>
                  <a:pt x="1069068" y="66374"/>
                </a:lnTo>
                <a:lnTo>
                  <a:pt x="1069109" y="66038"/>
                </a:lnTo>
                <a:lnTo>
                  <a:pt x="1069141" y="65694"/>
                </a:lnTo>
                <a:lnTo>
                  <a:pt x="1069164" y="65343"/>
                </a:lnTo>
                <a:lnTo>
                  <a:pt x="1069177" y="64985"/>
                </a:lnTo>
                <a:lnTo>
                  <a:pt x="1069182" y="64620"/>
                </a:lnTo>
                <a:lnTo>
                  <a:pt x="1069177" y="64268"/>
                </a:lnTo>
                <a:lnTo>
                  <a:pt x="1069164" y="63923"/>
                </a:lnTo>
                <a:lnTo>
                  <a:pt x="1069141" y="63584"/>
                </a:lnTo>
                <a:lnTo>
                  <a:pt x="1069109" y="63253"/>
                </a:lnTo>
                <a:lnTo>
                  <a:pt x="1069068" y="62928"/>
                </a:lnTo>
                <a:lnTo>
                  <a:pt x="1069019" y="62610"/>
                </a:lnTo>
                <a:lnTo>
                  <a:pt x="1068960" y="62299"/>
                </a:lnTo>
                <a:lnTo>
                  <a:pt x="1068892" y="61995"/>
                </a:lnTo>
                <a:lnTo>
                  <a:pt x="1068815" y="61698"/>
                </a:lnTo>
                <a:lnTo>
                  <a:pt x="1068729" y="61407"/>
                </a:lnTo>
                <a:lnTo>
                  <a:pt x="1068634" y="61124"/>
                </a:lnTo>
                <a:lnTo>
                  <a:pt x="1068530" y="60847"/>
                </a:lnTo>
                <a:lnTo>
                  <a:pt x="1068416" y="60577"/>
                </a:lnTo>
                <a:lnTo>
                  <a:pt x="1068294" y="60314"/>
                </a:lnTo>
                <a:lnTo>
                  <a:pt x="1068163" y="60058"/>
                </a:lnTo>
                <a:lnTo>
                  <a:pt x="1068022" y="59809"/>
                </a:lnTo>
                <a:lnTo>
                  <a:pt x="1067873" y="59567"/>
                </a:lnTo>
                <a:lnTo>
                  <a:pt x="1067714" y="59331"/>
                </a:lnTo>
                <a:lnTo>
                  <a:pt x="1067547" y="59103"/>
                </a:lnTo>
                <a:lnTo>
                  <a:pt x="1067370" y="58881"/>
                </a:lnTo>
                <a:lnTo>
                  <a:pt x="1067185" y="58666"/>
                </a:lnTo>
                <a:lnTo>
                  <a:pt x="1066990" y="58458"/>
                </a:lnTo>
                <a:lnTo>
                  <a:pt x="1066786" y="58257"/>
                </a:lnTo>
                <a:lnTo>
                  <a:pt x="1066573" y="58063"/>
                </a:lnTo>
                <a:lnTo>
                  <a:pt x="1066353" y="57876"/>
                </a:lnTo>
                <a:lnTo>
                  <a:pt x="1066127" y="57697"/>
                </a:lnTo>
                <a:lnTo>
                  <a:pt x="1065896" y="57526"/>
                </a:lnTo>
                <a:lnTo>
                  <a:pt x="1065658" y="57363"/>
                </a:lnTo>
                <a:lnTo>
                  <a:pt x="1065415" y="57208"/>
                </a:lnTo>
                <a:lnTo>
                  <a:pt x="1065166" y="57061"/>
                </a:lnTo>
                <a:lnTo>
                  <a:pt x="1064912" y="56921"/>
                </a:lnTo>
                <a:lnTo>
                  <a:pt x="1064651" y="56790"/>
                </a:lnTo>
                <a:lnTo>
                  <a:pt x="1064385" y="56667"/>
                </a:lnTo>
                <a:lnTo>
                  <a:pt x="1064113" y="56552"/>
                </a:lnTo>
                <a:lnTo>
                  <a:pt x="1063836" y="56444"/>
                </a:lnTo>
                <a:lnTo>
                  <a:pt x="1063552" y="56345"/>
                </a:lnTo>
                <a:lnTo>
                  <a:pt x="1063263" y="56253"/>
                </a:lnTo>
                <a:lnTo>
                  <a:pt x="1062968" y="56170"/>
                </a:lnTo>
                <a:lnTo>
                  <a:pt x="1062668" y="56094"/>
                </a:lnTo>
                <a:lnTo>
                  <a:pt x="1062361" y="56027"/>
                </a:lnTo>
                <a:lnTo>
                  <a:pt x="1062049" y="55967"/>
                </a:lnTo>
                <a:lnTo>
                  <a:pt x="1061731" y="55915"/>
                </a:lnTo>
                <a:lnTo>
                  <a:pt x="1061407" y="55872"/>
                </a:lnTo>
                <a:lnTo>
                  <a:pt x="1061078" y="55836"/>
                </a:lnTo>
                <a:lnTo>
                  <a:pt x="1060743" y="55808"/>
                </a:lnTo>
                <a:lnTo>
                  <a:pt x="1060402" y="55788"/>
                </a:lnTo>
                <a:lnTo>
                  <a:pt x="1060055" y="55776"/>
                </a:lnTo>
                <a:lnTo>
                  <a:pt x="1059702" y="55772"/>
                </a:lnTo>
                <a:lnTo>
                  <a:pt x="1059350" y="55776"/>
                </a:lnTo>
                <a:lnTo>
                  <a:pt x="1059003" y="55788"/>
                </a:lnTo>
                <a:lnTo>
                  <a:pt x="1058661" y="55808"/>
                </a:lnTo>
                <a:lnTo>
                  <a:pt x="1058326" y="55836"/>
                </a:lnTo>
                <a:lnTo>
                  <a:pt x="1057996" y="55872"/>
                </a:lnTo>
                <a:lnTo>
                  <a:pt x="1057673" y="55915"/>
                </a:lnTo>
                <a:lnTo>
                  <a:pt x="1057354" y="55967"/>
                </a:lnTo>
                <a:lnTo>
                  <a:pt x="1057042" y="56027"/>
                </a:lnTo>
                <a:lnTo>
                  <a:pt x="1056735" y="56094"/>
                </a:lnTo>
                <a:lnTo>
                  <a:pt x="1056435" y="56170"/>
                </a:lnTo>
                <a:lnTo>
                  <a:pt x="1056140" y="56253"/>
                </a:lnTo>
                <a:lnTo>
                  <a:pt x="1055850" y="56345"/>
                </a:lnTo>
                <a:lnTo>
                  <a:pt x="1055567" y="56444"/>
                </a:lnTo>
                <a:lnTo>
                  <a:pt x="1055289" y="56552"/>
                </a:lnTo>
                <a:lnTo>
                  <a:pt x="1055017" y="56667"/>
                </a:lnTo>
                <a:lnTo>
                  <a:pt x="1054751" y="56790"/>
                </a:lnTo>
                <a:lnTo>
                  <a:pt x="1054491" y="56921"/>
                </a:lnTo>
                <a:lnTo>
                  <a:pt x="1054236" y="57061"/>
                </a:lnTo>
                <a:lnTo>
                  <a:pt x="1053987" y="57208"/>
                </a:lnTo>
                <a:lnTo>
                  <a:pt x="1053744" y="57363"/>
                </a:lnTo>
                <a:lnTo>
                  <a:pt x="1053506" y="57526"/>
                </a:lnTo>
                <a:lnTo>
                  <a:pt x="1053275" y="57697"/>
                </a:lnTo>
                <a:lnTo>
                  <a:pt x="1053049" y="57876"/>
                </a:lnTo>
                <a:lnTo>
                  <a:pt x="1052829" y="58063"/>
                </a:lnTo>
                <a:lnTo>
                  <a:pt x="1052616" y="58257"/>
                </a:lnTo>
                <a:lnTo>
                  <a:pt x="1052413" y="58458"/>
                </a:lnTo>
                <a:lnTo>
                  <a:pt x="1052218" y="58666"/>
                </a:lnTo>
                <a:lnTo>
                  <a:pt x="1052033" y="58881"/>
                </a:lnTo>
                <a:lnTo>
                  <a:pt x="1051856" y="59103"/>
                </a:lnTo>
                <a:lnTo>
                  <a:pt x="1051689" y="59331"/>
                </a:lnTo>
                <a:lnTo>
                  <a:pt x="1051530" y="59567"/>
                </a:lnTo>
                <a:lnTo>
                  <a:pt x="1051381" y="59809"/>
                </a:lnTo>
                <a:lnTo>
                  <a:pt x="1051241" y="60058"/>
                </a:lnTo>
                <a:lnTo>
                  <a:pt x="1051110" y="60314"/>
                </a:lnTo>
                <a:lnTo>
                  <a:pt x="1050988" y="60577"/>
                </a:lnTo>
                <a:lnTo>
                  <a:pt x="1050874" y="60847"/>
                </a:lnTo>
                <a:lnTo>
                  <a:pt x="1050770" y="61124"/>
                </a:lnTo>
                <a:lnTo>
                  <a:pt x="1050675" y="61407"/>
                </a:lnTo>
                <a:lnTo>
                  <a:pt x="1050589" y="61698"/>
                </a:lnTo>
                <a:lnTo>
                  <a:pt x="1050512" y="61995"/>
                </a:lnTo>
                <a:lnTo>
                  <a:pt x="1050445" y="62299"/>
                </a:lnTo>
                <a:lnTo>
                  <a:pt x="1050386" y="62610"/>
                </a:lnTo>
                <a:lnTo>
                  <a:pt x="1050336" y="62928"/>
                </a:lnTo>
                <a:lnTo>
                  <a:pt x="1050295" y="63253"/>
                </a:lnTo>
                <a:lnTo>
                  <a:pt x="1050264" y="63584"/>
                </a:lnTo>
                <a:lnTo>
                  <a:pt x="1050241" y="63923"/>
                </a:lnTo>
                <a:lnTo>
                  <a:pt x="1050227" y="64268"/>
                </a:lnTo>
                <a:lnTo>
                  <a:pt x="1050223" y="64620"/>
                </a:lnTo>
                <a:lnTo>
                  <a:pt x="1050227" y="64985"/>
                </a:lnTo>
                <a:lnTo>
                  <a:pt x="1050241" y="65343"/>
                </a:lnTo>
                <a:lnTo>
                  <a:pt x="1050264" y="65694"/>
                </a:lnTo>
                <a:lnTo>
                  <a:pt x="1050295" y="66038"/>
                </a:lnTo>
                <a:lnTo>
                  <a:pt x="1050336" y="66374"/>
                </a:lnTo>
                <a:lnTo>
                  <a:pt x="1050386" y="66704"/>
                </a:lnTo>
                <a:lnTo>
                  <a:pt x="1050445" y="67026"/>
                </a:lnTo>
                <a:lnTo>
                  <a:pt x="1050512" y="67341"/>
                </a:lnTo>
                <a:lnTo>
                  <a:pt x="1050589" y="67649"/>
                </a:lnTo>
                <a:lnTo>
                  <a:pt x="1050675" y="67950"/>
                </a:lnTo>
                <a:lnTo>
                  <a:pt x="1050770" y="68244"/>
                </a:lnTo>
                <a:lnTo>
                  <a:pt x="1050874" y="68530"/>
                </a:lnTo>
                <a:lnTo>
                  <a:pt x="1050988" y="68810"/>
                </a:lnTo>
                <a:lnTo>
                  <a:pt x="1051110" y="69082"/>
                </a:lnTo>
                <a:lnTo>
                  <a:pt x="1051241" y="69348"/>
                </a:lnTo>
                <a:lnTo>
                  <a:pt x="1051381" y="69606"/>
                </a:lnTo>
                <a:lnTo>
                  <a:pt x="1051530" y="69857"/>
                </a:lnTo>
                <a:lnTo>
                  <a:pt x="1051689" y="70100"/>
                </a:lnTo>
                <a:lnTo>
                  <a:pt x="1051856" y="70337"/>
                </a:lnTo>
                <a:lnTo>
                  <a:pt x="1052033" y="70567"/>
                </a:lnTo>
                <a:lnTo>
                  <a:pt x="1052218" y="70789"/>
                </a:lnTo>
                <a:lnTo>
                  <a:pt x="1052413" y="71005"/>
                </a:lnTo>
                <a:lnTo>
                  <a:pt x="1052616" y="71213"/>
                </a:lnTo>
                <a:lnTo>
                  <a:pt x="1052829" y="71414"/>
                </a:lnTo>
                <a:lnTo>
                  <a:pt x="1053049" y="71607"/>
                </a:lnTo>
                <a:lnTo>
                  <a:pt x="1053275" y="71792"/>
                </a:lnTo>
                <a:lnTo>
                  <a:pt x="1053506" y="71969"/>
                </a:lnTo>
                <a:lnTo>
                  <a:pt x="1053744" y="72138"/>
                </a:lnTo>
                <a:lnTo>
                  <a:pt x="1053987" y="72298"/>
                </a:lnTo>
                <a:lnTo>
                  <a:pt x="1054236" y="72451"/>
                </a:lnTo>
                <a:lnTo>
                  <a:pt x="1054491" y="72595"/>
                </a:lnTo>
                <a:lnTo>
                  <a:pt x="1054751" y="72730"/>
                </a:lnTo>
                <a:lnTo>
                  <a:pt x="1055017" y="72858"/>
                </a:lnTo>
                <a:lnTo>
                  <a:pt x="1055289" y="72977"/>
                </a:lnTo>
                <a:lnTo>
                  <a:pt x="1055567" y="73088"/>
                </a:lnTo>
                <a:lnTo>
                  <a:pt x="1055850" y="73191"/>
                </a:lnTo>
                <a:lnTo>
                  <a:pt x="1056140" y="73286"/>
                </a:lnTo>
                <a:lnTo>
                  <a:pt x="1056435" y="73372"/>
                </a:lnTo>
                <a:lnTo>
                  <a:pt x="1056735" y="73450"/>
                </a:lnTo>
                <a:lnTo>
                  <a:pt x="1057042" y="73520"/>
                </a:lnTo>
                <a:lnTo>
                  <a:pt x="1057354" y="73582"/>
                </a:lnTo>
                <a:lnTo>
                  <a:pt x="1057673" y="73636"/>
                </a:lnTo>
                <a:lnTo>
                  <a:pt x="1057996" y="73681"/>
                </a:lnTo>
                <a:lnTo>
                  <a:pt x="1058326" y="73718"/>
                </a:lnTo>
                <a:lnTo>
                  <a:pt x="1058661" y="73747"/>
                </a:lnTo>
                <a:lnTo>
                  <a:pt x="1059003" y="73767"/>
                </a:lnTo>
                <a:lnTo>
                  <a:pt x="1059350" y="73780"/>
                </a:lnTo>
                <a:lnTo>
                  <a:pt x="1059702" y="73784"/>
                </a:lnTo>
                <a:lnTo>
                  <a:pt x="1060055" y="73780"/>
                </a:lnTo>
                <a:lnTo>
                  <a:pt x="1060402" y="73767"/>
                </a:lnTo>
                <a:lnTo>
                  <a:pt x="1060743" y="73747"/>
                </a:lnTo>
                <a:lnTo>
                  <a:pt x="1061078" y="73718"/>
                </a:lnTo>
                <a:close/>
                <a:moveTo>
                  <a:pt x="1063154" y="124225"/>
                </a:moveTo>
                <a:lnTo>
                  <a:pt x="1063993" y="124160"/>
                </a:lnTo>
                <a:lnTo>
                  <a:pt x="1064822" y="124080"/>
                </a:lnTo>
                <a:lnTo>
                  <a:pt x="1065642" y="123985"/>
                </a:lnTo>
                <a:lnTo>
                  <a:pt x="1066452" y="123876"/>
                </a:lnTo>
                <a:lnTo>
                  <a:pt x="1067253" y="123753"/>
                </a:lnTo>
                <a:lnTo>
                  <a:pt x="1068044" y="123615"/>
                </a:lnTo>
                <a:lnTo>
                  <a:pt x="1068825" y="123462"/>
                </a:lnTo>
                <a:lnTo>
                  <a:pt x="1069597" y="123295"/>
                </a:lnTo>
                <a:lnTo>
                  <a:pt x="1070359" y="123113"/>
                </a:lnTo>
                <a:lnTo>
                  <a:pt x="1071112" y="122917"/>
                </a:lnTo>
                <a:lnTo>
                  <a:pt x="1071855" y="122706"/>
                </a:lnTo>
                <a:lnTo>
                  <a:pt x="1072588" y="122481"/>
                </a:lnTo>
                <a:lnTo>
                  <a:pt x="1073312" y="122241"/>
                </a:lnTo>
                <a:lnTo>
                  <a:pt x="1074026" y="121987"/>
                </a:lnTo>
                <a:lnTo>
                  <a:pt x="1074730" y="121718"/>
                </a:lnTo>
                <a:lnTo>
                  <a:pt x="1075425" y="121435"/>
                </a:lnTo>
                <a:lnTo>
                  <a:pt x="1076111" y="121137"/>
                </a:lnTo>
                <a:lnTo>
                  <a:pt x="1076786" y="120825"/>
                </a:lnTo>
                <a:lnTo>
                  <a:pt x="1077452" y="120498"/>
                </a:lnTo>
                <a:lnTo>
                  <a:pt x="1078109" y="120156"/>
                </a:lnTo>
                <a:lnTo>
                  <a:pt x="1078755" y="119801"/>
                </a:lnTo>
                <a:lnTo>
                  <a:pt x="1079388" y="119434"/>
                </a:lnTo>
                <a:lnTo>
                  <a:pt x="1080009" y="119055"/>
                </a:lnTo>
                <a:lnTo>
                  <a:pt x="1080617" y="118664"/>
                </a:lnTo>
                <a:lnTo>
                  <a:pt x="1081213" y="118260"/>
                </a:lnTo>
                <a:lnTo>
                  <a:pt x="1081797" y="117845"/>
                </a:lnTo>
                <a:lnTo>
                  <a:pt x="1082369" y="117418"/>
                </a:lnTo>
                <a:lnTo>
                  <a:pt x="1082928" y="116978"/>
                </a:lnTo>
                <a:lnTo>
                  <a:pt x="1083475" y="116527"/>
                </a:lnTo>
                <a:lnTo>
                  <a:pt x="1084009" y="116063"/>
                </a:lnTo>
                <a:lnTo>
                  <a:pt x="1084531" y="115588"/>
                </a:lnTo>
                <a:lnTo>
                  <a:pt x="1085041" y="115100"/>
                </a:lnTo>
                <a:lnTo>
                  <a:pt x="1085538" y="114600"/>
                </a:lnTo>
                <a:lnTo>
                  <a:pt x="1086023" y="114088"/>
                </a:lnTo>
                <a:lnTo>
                  <a:pt x="1086496" y="113565"/>
                </a:lnTo>
                <a:lnTo>
                  <a:pt x="1086956" y="113029"/>
                </a:lnTo>
                <a:lnTo>
                  <a:pt x="1087404" y="112481"/>
                </a:lnTo>
                <a:lnTo>
                  <a:pt x="1087840" y="111920"/>
                </a:lnTo>
                <a:lnTo>
                  <a:pt x="1088263" y="111348"/>
                </a:lnTo>
                <a:lnTo>
                  <a:pt x="1088674" y="110764"/>
                </a:lnTo>
                <a:lnTo>
                  <a:pt x="1089073" y="110168"/>
                </a:lnTo>
                <a:lnTo>
                  <a:pt x="1089459" y="109560"/>
                </a:lnTo>
                <a:lnTo>
                  <a:pt x="1089833" y="108939"/>
                </a:lnTo>
                <a:lnTo>
                  <a:pt x="1090195" y="108307"/>
                </a:lnTo>
                <a:lnTo>
                  <a:pt x="1090543" y="107664"/>
                </a:lnTo>
                <a:lnTo>
                  <a:pt x="1090876" y="107011"/>
                </a:lnTo>
                <a:lnTo>
                  <a:pt x="1091195" y="106350"/>
                </a:lnTo>
                <a:lnTo>
                  <a:pt x="1091498" y="105680"/>
                </a:lnTo>
                <a:lnTo>
                  <a:pt x="1091787" y="105000"/>
                </a:lnTo>
                <a:lnTo>
                  <a:pt x="1092061" y="104312"/>
                </a:lnTo>
                <a:lnTo>
                  <a:pt x="1092321" y="103614"/>
                </a:lnTo>
                <a:lnTo>
                  <a:pt x="1092565" y="102908"/>
                </a:lnTo>
                <a:lnTo>
                  <a:pt x="1092795" y="102192"/>
                </a:lnTo>
                <a:lnTo>
                  <a:pt x="1093010" y="101468"/>
                </a:lnTo>
                <a:lnTo>
                  <a:pt x="1093210" y="100734"/>
                </a:lnTo>
                <a:lnTo>
                  <a:pt x="1093395" y="99991"/>
                </a:lnTo>
                <a:lnTo>
                  <a:pt x="1093565" y="99239"/>
                </a:lnTo>
                <a:lnTo>
                  <a:pt x="1093721" y="98479"/>
                </a:lnTo>
                <a:lnTo>
                  <a:pt x="1093862" y="97709"/>
                </a:lnTo>
                <a:lnTo>
                  <a:pt x="1093988" y="96930"/>
                </a:lnTo>
                <a:lnTo>
                  <a:pt x="1094099" y="96142"/>
                </a:lnTo>
                <a:lnTo>
                  <a:pt x="1094195" y="95345"/>
                </a:lnTo>
                <a:lnTo>
                  <a:pt x="1094277" y="94539"/>
                </a:lnTo>
                <a:lnTo>
                  <a:pt x="1094343" y="93724"/>
                </a:lnTo>
                <a:lnTo>
                  <a:pt x="1094395" y="92899"/>
                </a:lnTo>
                <a:lnTo>
                  <a:pt x="1094432" y="92066"/>
                </a:lnTo>
                <a:lnTo>
                  <a:pt x="1094454" y="91224"/>
                </a:lnTo>
                <a:lnTo>
                  <a:pt x="1094462" y="90373"/>
                </a:lnTo>
                <a:lnTo>
                  <a:pt x="1094462" y="39815"/>
                </a:lnTo>
                <a:lnTo>
                  <a:pt x="1094454" y="38951"/>
                </a:lnTo>
                <a:lnTo>
                  <a:pt x="1094432" y="38097"/>
                </a:lnTo>
                <a:lnTo>
                  <a:pt x="1094395" y="37252"/>
                </a:lnTo>
                <a:lnTo>
                  <a:pt x="1094343" y="36418"/>
                </a:lnTo>
                <a:lnTo>
                  <a:pt x="1094277" y="35593"/>
                </a:lnTo>
                <a:lnTo>
                  <a:pt x="1094195" y="34778"/>
                </a:lnTo>
                <a:lnTo>
                  <a:pt x="1094099" y="33973"/>
                </a:lnTo>
                <a:lnTo>
                  <a:pt x="1093988" y="33178"/>
                </a:lnTo>
                <a:lnTo>
                  <a:pt x="1093862" y="32393"/>
                </a:lnTo>
                <a:lnTo>
                  <a:pt x="1093721" y="31618"/>
                </a:lnTo>
                <a:lnTo>
                  <a:pt x="1093565" y="30853"/>
                </a:lnTo>
                <a:lnTo>
                  <a:pt x="1093395" y="30097"/>
                </a:lnTo>
                <a:lnTo>
                  <a:pt x="1093210" y="29352"/>
                </a:lnTo>
                <a:lnTo>
                  <a:pt x="1093010" y="28616"/>
                </a:lnTo>
                <a:lnTo>
                  <a:pt x="1092795" y="27891"/>
                </a:lnTo>
                <a:lnTo>
                  <a:pt x="1092565" y="27175"/>
                </a:lnTo>
                <a:lnTo>
                  <a:pt x="1092321" y="26469"/>
                </a:lnTo>
                <a:lnTo>
                  <a:pt x="1092061" y="25773"/>
                </a:lnTo>
                <a:lnTo>
                  <a:pt x="1091787" y="25086"/>
                </a:lnTo>
                <a:lnTo>
                  <a:pt x="1091498" y="24410"/>
                </a:lnTo>
                <a:lnTo>
                  <a:pt x="1091195" y="23744"/>
                </a:lnTo>
                <a:lnTo>
                  <a:pt x="1090876" y="23087"/>
                </a:lnTo>
                <a:lnTo>
                  <a:pt x="1090543" y="22440"/>
                </a:lnTo>
                <a:lnTo>
                  <a:pt x="1090195" y="21804"/>
                </a:lnTo>
                <a:lnTo>
                  <a:pt x="1089833" y="21177"/>
                </a:lnTo>
                <a:lnTo>
                  <a:pt x="1089460" y="20563"/>
                </a:lnTo>
                <a:lnTo>
                  <a:pt x="1089074" y="19961"/>
                </a:lnTo>
                <a:lnTo>
                  <a:pt x="1088676" y="19370"/>
                </a:lnTo>
                <a:lnTo>
                  <a:pt x="1088267" y="18791"/>
                </a:lnTo>
                <a:lnTo>
                  <a:pt x="1087845" y="18224"/>
                </a:lnTo>
                <a:lnTo>
                  <a:pt x="1087411" y="17668"/>
                </a:lnTo>
                <a:lnTo>
                  <a:pt x="1086965" y="17125"/>
                </a:lnTo>
                <a:lnTo>
                  <a:pt x="1086507" y="16593"/>
                </a:lnTo>
                <a:lnTo>
                  <a:pt x="1086037" y="16073"/>
                </a:lnTo>
                <a:lnTo>
                  <a:pt x="1085554" y="15565"/>
                </a:lnTo>
                <a:lnTo>
                  <a:pt x="1085060" y="15068"/>
                </a:lnTo>
                <a:lnTo>
                  <a:pt x="1084554" y="14584"/>
                </a:lnTo>
                <a:lnTo>
                  <a:pt x="1084035" y="14111"/>
                </a:lnTo>
                <a:lnTo>
                  <a:pt x="1083505" y="13650"/>
                </a:lnTo>
                <a:lnTo>
                  <a:pt x="1082962" y="13201"/>
                </a:lnTo>
                <a:lnTo>
                  <a:pt x="1082407" y="12763"/>
                </a:lnTo>
                <a:lnTo>
                  <a:pt x="1081841" y="12338"/>
                </a:lnTo>
                <a:lnTo>
                  <a:pt x="1081262" y="11924"/>
                </a:lnTo>
                <a:lnTo>
                  <a:pt x="1080671" y="11522"/>
                </a:lnTo>
                <a:lnTo>
                  <a:pt x="1080068" y="11131"/>
                </a:lnTo>
                <a:lnTo>
                  <a:pt x="1079453" y="10753"/>
                </a:lnTo>
                <a:lnTo>
                  <a:pt x="1078825" y="10386"/>
                </a:lnTo>
                <a:lnTo>
                  <a:pt x="1078186" y="10031"/>
                </a:lnTo>
                <a:lnTo>
                  <a:pt x="1077536" y="9690"/>
                </a:lnTo>
                <a:lnTo>
                  <a:pt x="1076875" y="9363"/>
                </a:lnTo>
                <a:lnTo>
                  <a:pt x="1076204" y="9050"/>
                </a:lnTo>
                <a:lnTo>
                  <a:pt x="1075522" y="8752"/>
                </a:lnTo>
                <a:lnTo>
                  <a:pt x="1074830" y="8468"/>
                </a:lnTo>
                <a:lnTo>
                  <a:pt x="1074128" y="8199"/>
                </a:lnTo>
                <a:lnTo>
                  <a:pt x="1073415" y="7945"/>
                </a:lnTo>
                <a:lnTo>
                  <a:pt x="1072692" y="7705"/>
                </a:lnTo>
                <a:lnTo>
                  <a:pt x="1071958" y="7480"/>
                </a:lnTo>
                <a:lnTo>
                  <a:pt x="1071214" y="7269"/>
                </a:lnTo>
                <a:lnTo>
                  <a:pt x="1070460" y="7073"/>
                </a:lnTo>
                <a:lnTo>
                  <a:pt x="1069695" y="6891"/>
                </a:lnTo>
                <a:lnTo>
                  <a:pt x="1068919" y="6724"/>
                </a:lnTo>
                <a:lnTo>
                  <a:pt x="1068133" y="6571"/>
                </a:lnTo>
                <a:lnTo>
                  <a:pt x="1067337" y="6433"/>
                </a:lnTo>
                <a:lnTo>
                  <a:pt x="1066531" y="6309"/>
                </a:lnTo>
                <a:lnTo>
                  <a:pt x="1065714" y="6200"/>
                </a:lnTo>
                <a:lnTo>
                  <a:pt x="1064886" y="6106"/>
                </a:lnTo>
                <a:lnTo>
                  <a:pt x="1064048" y="6026"/>
                </a:lnTo>
                <a:lnTo>
                  <a:pt x="1063200" y="5960"/>
                </a:lnTo>
                <a:lnTo>
                  <a:pt x="1062341" y="5909"/>
                </a:lnTo>
                <a:lnTo>
                  <a:pt x="1061472" y="5873"/>
                </a:lnTo>
                <a:lnTo>
                  <a:pt x="1060592" y="5851"/>
                </a:lnTo>
                <a:lnTo>
                  <a:pt x="1059702" y="5844"/>
                </a:lnTo>
                <a:lnTo>
                  <a:pt x="1058825" y="5851"/>
                </a:lnTo>
                <a:lnTo>
                  <a:pt x="1057957" y="5873"/>
                </a:lnTo>
                <a:lnTo>
                  <a:pt x="1057099" y="5909"/>
                </a:lnTo>
                <a:lnTo>
                  <a:pt x="1056250" y="5960"/>
                </a:lnTo>
                <a:lnTo>
                  <a:pt x="1055411" y="6026"/>
                </a:lnTo>
                <a:lnTo>
                  <a:pt x="1054582" y="6106"/>
                </a:lnTo>
                <a:lnTo>
                  <a:pt x="1053762" y="6200"/>
                </a:lnTo>
                <a:lnTo>
                  <a:pt x="1052952" y="6309"/>
                </a:lnTo>
                <a:lnTo>
                  <a:pt x="1052152" y="6433"/>
                </a:lnTo>
                <a:lnTo>
                  <a:pt x="1051361" y="6571"/>
                </a:lnTo>
                <a:lnTo>
                  <a:pt x="1050579" y="6724"/>
                </a:lnTo>
                <a:lnTo>
                  <a:pt x="1049808" y="6891"/>
                </a:lnTo>
                <a:lnTo>
                  <a:pt x="1049045" y="7073"/>
                </a:lnTo>
                <a:lnTo>
                  <a:pt x="1048293" y="7269"/>
                </a:lnTo>
                <a:lnTo>
                  <a:pt x="1047550" y="7480"/>
                </a:lnTo>
                <a:lnTo>
                  <a:pt x="1046817" y="7705"/>
                </a:lnTo>
                <a:lnTo>
                  <a:pt x="1046093" y="7945"/>
                </a:lnTo>
                <a:lnTo>
                  <a:pt x="1045379" y="8199"/>
                </a:lnTo>
                <a:lnTo>
                  <a:pt x="1044674" y="8468"/>
                </a:lnTo>
                <a:lnTo>
                  <a:pt x="1043979" y="8752"/>
                </a:lnTo>
                <a:lnTo>
                  <a:pt x="1043294" y="9050"/>
                </a:lnTo>
                <a:lnTo>
                  <a:pt x="1042618" y="9363"/>
                </a:lnTo>
                <a:lnTo>
                  <a:pt x="1041952" y="9690"/>
                </a:lnTo>
                <a:lnTo>
                  <a:pt x="1041296" y="10031"/>
                </a:lnTo>
                <a:lnTo>
                  <a:pt x="1040650" y="10386"/>
                </a:lnTo>
                <a:lnTo>
                  <a:pt x="1040017" y="10753"/>
                </a:lnTo>
                <a:lnTo>
                  <a:pt x="1039396" y="11131"/>
                </a:lnTo>
                <a:lnTo>
                  <a:pt x="1038787" y="11522"/>
                </a:lnTo>
                <a:lnTo>
                  <a:pt x="1038191" y="11924"/>
                </a:lnTo>
                <a:lnTo>
                  <a:pt x="1037607" y="12338"/>
                </a:lnTo>
                <a:lnTo>
                  <a:pt x="1037036" y="12763"/>
                </a:lnTo>
                <a:lnTo>
                  <a:pt x="1036477" y="13201"/>
                </a:lnTo>
                <a:lnTo>
                  <a:pt x="1035930" y="13650"/>
                </a:lnTo>
                <a:lnTo>
                  <a:pt x="1035395" y="14111"/>
                </a:lnTo>
                <a:lnTo>
                  <a:pt x="1034873" y="14584"/>
                </a:lnTo>
                <a:lnTo>
                  <a:pt x="1034363" y="15068"/>
                </a:lnTo>
                <a:lnTo>
                  <a:pt x="1033866" y="15565"/>
                </a:lnTo>
                <a:lnTo>
                  <a:pt x="1033381" y="16073"/>
                </a:lnTo>
                <a:lnTo>
                  <a:pt x="1032908" y="16593"/>
                </a:lnTo>
                <a:lnTo>
                  <a:pt x="1032447" y="17125"/>
                </a:lnTo>
                <a:lnTo>
                  <a:pt x="1031999" y="17668"/>
                </a:lnTo>
                <a:lnTo>
                  <a:pt x="1031563" y="18224"/>
                </a:lnTo>
                <a:lnTo>
                  <a:pt x="1031140" y="18791"/>
                </a:lnTo>
                <a:lnTo>
                  <a:pt x="1030729" y="19370"/>
                </a:lnTo>
                <a:lnTo>
                  <a:pt x="1030330" y="19961"/>
                </a:lnTo>
                <a:lnTo>
                  <a:pt x="1029943" y="20563"/>
                </a:lnTo>
                <a:lnTo>
                  <a:pt x="1029569" y="21177"/>
                </a:lnTo>
                <a:lnTo>
                  <a:pt x="1029208" y="21804"/>
                </a:lnTo>
                <a:lnTo>
                  <a:pt x="1028860" y="22440"/>
                </a:lnTo>
                <a:lnTo>
                  <a:pt x="1028526" y="23087"/>
                </a:lnTo>
                <a:lnTo>
                  <a:pt x="1028208" y="23744"/>
                </a:lnTo>
                <a:lnTo>
                  <a:pt x="1027904" y="24410"/>
                </a:lnTo>
                <a:lnTo>
                  <a:pt x="1027616" y="25086"/>
                </a:lnTo>
                <a:lnTo>
                  <a:pt x="1027342" y="25773"/>
                </a:lnTo>
                <a:lnTo>
                  <a:pt x="1027083" y="26469"/>
                </a:lnTo>
                <a:lnTo>
                  <a:pt x="1026838" y="27175"/>
                </a:lnTo>
                <a:lnTo>
                  <a:pt x="1026609" y="27891"/>
                </a:lnTo>
                <a:lnTo>
                  <a:pt x="1026394" y="28616"/>
                </a:lnTo>
                <a:lnTo>
                  <a:pt x="1026194" y="29352"/>
                </a:lnTo>
                <a:lnTo>
                  <a:pt x="1026009" y="30097"/>
                </a:lnTo>
                <a:lnTo>
                  <a:pt x="1025839" y="30853"/>
                </a:lnTo>
                <a:lnTo>
                  <a:pt x="1025683" y="31618"/>
                </a:lnTo>
                <a:lnTo>
                  <a:pt x="1025543" y="32393"/>
                </a:lnTo>
                <a:lnTo>
                  <a:pt x="1025417" y="33178"/>
                </a:lnTo>
                <a:lnTo>
                  <a:pt x="1025306" y="33973"/>
                </a:lnTo>
                <a:lnTo>
                  <a:pt x="1025209" y="34778"/>
                </a:lnTo>
                <a:lnTo>
                  <a:pt x="1025128" y="35593"/>
                </a:lnTo>
                <a:lnTo>
                  <a:pt x="1025061" y="36418"/>
                </a:lnTo>
                <a:lnTo>
                  <a:pt x="1025009" y="37252"/>
                </a:lnTo>
                <a:lnTo>
                  <a:pt x="1024972" y="38097"/>
                </a:lnTo>
                <a:lnTo>
                  <a:pt x="1024950" y="38951"/>
                </a:lnTo>
                <a:lnTo>
                  <a:pt x="1024943" y="39815"/>
                </a:lnTo>
                <a:lnTo>
                  <a:pt x="1024943" y="90373"/>
                </a:lnTo>
                <a:lnTo>
                  <a:pt x="1024950" y="91224"/>
                </a:lnTo>
                <a:lnTo>
                  <a:pt x="1024972" y="92066"/>
                </a:lnTo>
                <a:lnTo>
                  <a:pt x="1025009" y="92899"/>
                </a:lnTo>
                <a:lnTo>
                  <a:pt x="1025061" y="93724"/>
                </a:lnTo>
                <a:lnTo>
                  <a:pt x="1025128" y="94539"/>
                </a:lnTo>
                <a:lnTo>
                  <a:pt x="1025209" y="95345"/>
                </a:lnTo>
                <a:lnTo>
                  <a:pt x="1025306" y="96142"/>
                </a:lnTo>
                <a:lnTo>
                  <a:pt x="1025417" y="96930"/>
                </a:lnTo>
                <a:lnTo>
                  <a:pt x="1025543" y="97709"/>
                </a:lnTo>
                <a:lnTo>
                  <a:pt x="1025683" y="98479"/>
                </a:lnTo>
                <a:lnTo>
                  <a:pt x="1025839" y="99239"/>
                </a:lnTo>
                <a:lnTo>
                  <a:pt x="1026009" y="99991"/>
                </a:lnTo>
                <a:lnTo>
                  <a:pt x="1026194" y="100734"/>
                </a:lnTo>
                <a:lnTo>
                  <a:pt x="1026394" y="101468"/>
                </a:lnTo>
                <a:lnTo>
                  <a:pt x="1026609" y="102192"/>
                </a:lnTo>
                <a:lnTo>
                  <a:pt x="1026838" y="102908"/>
                </a:lnTo>
                <a:lnTo>
                  <a:pt x="1027083" y="103614"/>
                </a:lnTo>
                <a:lnTo>
                  <a:pt x="1027342" y="104312"/>
                </a:lnTo>
                <a:lnTo>
                  <a:pt x="1027616" y="105000"/>
                </a:lnTo>
                <a:lnTo>
                  <a:pt x="1027904" y="105680"/>
                </a:lnTo>
                <a:lnTo>
                  <a:pt x="1028208" y="106350"/>
                </a:lnTo>
                <a:lnTo>
                  <a:pt x="1028526" y="107011"/>
                </a:lnTo>
                <a:lnTo>
                  <a:pt x="1028860" y="107664"/>
                </a:lnTo>
                <a:lnTo>
                  <a:pt x="1029208" y="108307"/>
                </a:lnTo>
                <a:lnTo>
                  <a:pt x="1029569" y="108939"/>
                </a:lnTo>
                <a:lnTo>
                  <a:pt x="1029943" y="109560"/>
                </a:lnTo>
                <a:lnTo>
                  <a:pt x="1030330" y="110168"/>
                </a:lnTo>
                <a:lnTo>
                  <a:pt x="1030729" y="110764"/>
                </a:lnTo>
                <a:lnTo>
                  <a:pt x="1031140" y="111348"/>
                </a:lnTo>
                <a:lnTo>
                  <a:pt x="1031563" y="111920"/>
                </a:lnTo>
                <a:lnTo>
                  <a:pt x="1031999" y="112481"/>
                </a:lnTo>
                <a:lnTo>
                  <a:pt x="1032447" y="113029"/>
                </a:lnTo>
                <a:lnTo>
                  <a:pt x="1032908" y="113565"/>
                </a:lnTo>
                <a:lnTo>
                  <a:pt x="1033381" y="114088"/>
                </a:lnTo>
                <a:lnTo>
                  <a:pt x="1033866" y="114600"/>
                </a:lnTo>
                <a:lnTo>
                  <a:pt x="1034363" y="115100"/>
                </a:lnTo>
                <a:lnTo>
                  <a:pt x="1034873" y="115588"/>
                </a:lnTo>
                <a:lnTo>
                  <a:pt x="1035395" y="116063"/>
                </a:lnTo>
                <a:lnTo>
                  <a:pt x="1035930" y="116527"/>
                </a:lnTo>
                <a:lnTo>
                  <a:pt x="1036477" y="116978"/>
                </a:lnTo>
                <a:lnTo>
                  <a:pt x="1037036" y="117418"/>
                </a:lnTo>
                <a:lnTo>
                  <a:pt x="1037607" y="117845"/>
                </a:lnTo>
                <a:lnTo>
                  <a:pt x="1038191" y="118260"/>
                </a:lnTo>
                <a:lnTo>
                  <a:pt x="1038787" y="118664"/>
                </a:lnTo>
                <a:lnTo>
                  <a:pt x="1039396" y="119055"/>
                </a:lnTo>
                <a:lnTo>
                  <a:pt x="1040017" y="119434"/>
                </a:lnTo>
                <a:lnTo>
                  <a:pt x="1040650" y="119801"/>
                </a:lnTo>
                <a:lnTo>
                  <a:pt x="1041296" y="120156"/>
                </a:lnTo>
                <a:lnTo>
                  <a:pt x="1041952" y="120498"/>
                </a:lnTo>
                <a:lnTo>
                  <a:pt x="1042618" y="120825"/>
                </a:lnTo>
                <a:lnTo>
                  <a:pt x="1043294" y="121137"/>
                </a:lnTo>
                <a:lnTo>
                  <a:pt x="1043979" y="121435"/>
                </a:lnTo>
                <a:lnTo>
                  <a:pt x="1044674" y="121718"/>
                </a:lnTo>
                <a:lnTo>
                  <a:pt x="1045379" y="121987"/>
                </a:lnTo>
                <a:lnTo>
                  <a:pt x="1046093" y="122241"/>
                </a:lnTo>
                <a:lnTo>
                  <a:pt x="1046817" y="122481"/>
                </a:lnTo>
                <a:lnTo>
                  <a:pt x="1047550" y="122706"/>
                </a:lnTo>
                <a:lnTo>
                  <a:pt x="1048293" y="122917"/>
                </a:lnTo>
                <a:lnTo>
                  <a:pt x="1049045" y="123113"/>
                </a:lnTo>
                <a:lnTo>
                  <a:pt x="1049808" y="123295"/>
                </a:lnTo>
                <a:lnTo>
                  <a:pt x="1050579" y="123462"/>
                </a:lnTo>
                <a:lnTo>
                  <a:pt x="1051361" y="123615"/>
                </a:lnTo>
                <a:lnTo>
                  <a:pt x="1052152" y="123753"/>
                </a:lnTo>
                <a:lnTo>
                  <a:pt x="1052952" y="123876"/>
                </a:lnTo>
                <a:lnTo>
                  <a:pt x="1053762" y="123985"/>
                </a:lnTo>
                <a:lnTo>
                  <a:pt x="1054582" y="124080"/>
                </a:lnTo>
                <a:lnTo>
                  <a:pt x="1055411" y="124160"/>
                </a:lnTo>
                <a:lnTo>
                  <a:pt x="1056250" y="124225"/>
                </a:lnTo>
                <a:lnTo>
                  <a:pt x="1057099" y="124276"/>
                </a:lnTo>
                <a:lnTo>
                  <a:pt x="1057957" y="124312"/>
                </a:lnTo>
                <a:lnTo>
                  <a:pt x="1058825" y="124334"/>
                </a:lnTo>
                <a:lnTo>
                  <a:pt x="1059702" y="124341"/>
                </a:lnTo>
                <a:lnTo>
                  <a:pt x="1060580" y="124334"/>
                </a:lnTo>
                <a:lnTo>
                  <a:pt x="1061447" y="124312"/>
                </a:lnTo>
                <a:lnTo>
                  <a:pt x="1062306" y="124276"/>
                </a:lnTo>
                <a:lnTo>
                  <a:pt x="1063154" y="124225"/>
                </a:lnTo>
                <a:close/>
                <a:moveTo>
                  <a:pt x="1056646" y="112007"/>
                </a:moveTo>
                <a:lnTo>
                  <a:pt x="1055914" y="111912"/>
                </a:lnTo>
                <a:lnTo>
                  <a:pt x="1055195" y="111796"/>
                </a:lnTo>
                <a:lnTo>
                  <a:pt x="1054488" y="111659"/>
                </a:lnTo>
                <a:lnTo>
                  <a:pt x="1053795" y="111500"/>
                </a:lnTo>
                <a:lnTo>
                  <a:pt x="1053115" y="111321"/>
                </a:lnTo>
                <a:lnTo>
                  <a:pt x="1052447" y="111120"/>
                </a:lnTo>
                <a:lnTo>
                  <a:pt x="1051793" y="110898"/>
                </a:lnTo>
                <a:lnTo>
                  <a:pt x="1051151" y="110656"/>
                </a:lnTo>
                <a:lnTo>
                  <a:pt x="1050522" y="110392"/>
                </a:lnTo>
                <a:lnTo>
                  <a:pt x="1049906" y="110106"/>
                </a:lnTo>
                <a:lnTo>
                  <a:pt x="1049303" y="109800"/>
                </a:lnTo>
                <a:lnTo>
                  <a:pt x="1048713" y="109473"/>
                </a:lnTo>
                <a:lnTo>
                  <a:pt x="1048136" y="109124"/>
                </a:lnTo>
                <a:lnTo>
                  <a:pt x="1047572" y="108755"/>
                </a:lnTo>
                <a:lnTo>
                  <a:pt x="1047020" y="108364"/>
                </a:lnTo>
                <a:lnTo>
                  <a:pt x="1046482" y="107952"/>
                </a:lnTo>
                <a:lnTo>
                  <a:pt x="1045956" y="107519"/>
                </a:lnTo>
                <a:lnTo>
                  <a:pt x="1045443" y="107065"/>
                </a:lnTo>
                <a:lnTo>
                  <a:pt x="1044943" y="106590"/>
                </a:lnTo>
                <a:lnTo>
                  <a:pt x="1044456" y="106094"/>
                </a:lnTo>
                <a:lnTo>
                  <a:pt x="1043986" y="105581"/>
                </a:lnTo>
                <a:lnTo>
                  <a:pt x="1043535" y="105055"/>
                </a:lnTo>
                <a:lnTo>
                  <a:pt x="1043105" y="104517"/>
                </a:lnTo>
                <a:lnTo>
                  <a:pt x="1042694" y="103967"/>
                </a:lnTo>
                <a:lnTo>
                  <a:pt x="1042304" y="103405"/>
                </a:lnTo>
                <a:lnTo>
                  <a:pt x="1041933" y="102830"/>
                </a:lnTo>
                <a:lnTo>
                  <a:pt x="1041583" y="102243"/>
                </a:lnTo>
                <a:lnTo>
                  <a:pt x="1041252" y="101644"/>
                </a:lnTo>
                <a:lnTo>
                  <a:pt x="1040942" y="101032"/>
                </a:lnTo>
                <a:lnTo>
                  <a:pt x="1040652" y="100408"/>
                </a:lnTo>
                <a:lnTo>
                  <a:pt x="1040381" y="99771"/>
                </a:lnTo>
                <a:lnTo>
                  <a:pt x="1040131" y="99122"/>
                </a:lnTo>
                <a:lnTo>
                  <a:pt x="1039901" y="98461"/>
                </a:lnTo>
                <a:lnTo>
                  <a:pt x="1039691" y="97787"/>
                </a:lnTo>
                <a:lnTo>
                  <a:pt x="1039500" y="97101"/>
                </a:lnTo>
                <a:lnTo>
                  <a:pt x="1039330" y="96403"/>
                </a:lnTo>
                <a:lnTo>
                  <a:pt x="1039180" y="95693"/>
                </a:lnTo>
                <a:lnTo>
                  <a:pt x="1039050" y="94970"/>
                </a:lnTo>
                <a:lnTo>
                  <a:pt x="1038940" y="94234"/>
                </a:lnTo>
                <a:lnTo>
                  <a:pt x="1038850" y="93487"/>
                </a:lnTo>
                <a:lnTo>
                  <a:pt x="1038780" y="92727"/>
                </a:lnTo>
                <a:lnTo>
                  <a:pt x="1038729" y="91954"/>
                </a:lnTo>
                <a:lnTo>
                  <a:pt x="1038699" y="91170"/>
                </a:lnTo>
                <a:lnTo>
                  <a:pt x="1038689" y="90373"/>
                </a:lnTo>
                <a:lnTo>
                  <a:pt x="1038689" y="39815"/>
                </a:lnTo>
                <a:lnTo>
                  <a:pt x="1038699" y="39018"/>
                </a:lnTo>
                <a:lnTo>
                  <a:pt x="1038729" y="38233"/>
                </a:lnTo>
                <a:lnTo>
                  <a:pt x="1038780" y="37461"/>
                </a:lnTo>
                <a:lnTo>
                  <a:pt x="1038850" y="36701"/>
                </a:lnTo>
                <a:lnTo>
                  <a:pt x="1038940" y="35953"/>
                </a:lnTo>
                <a:lnTo>
                  <a:pt x="1039050" y="35218"/>
                </a:lnTo>
                <a:lnTo>
                  <a:pt x="1039180" y="34495"/>
                </a:lnTo>
                <a:lnTo>
                  <a:pt x="1039330" y="33784"/>
                </a:lnTo>
                <a:lnTo>
                  <a:pt x="1039500" y="33086"/>
                </a:lnTo>
                <a:lnTo>
                  <a:pt x="1039691" y="32400"/>
                </a:lnTo>
                <a:lnTo>
                  <a:pt x="1039901" y="31727"/>
                </a:lnTo>
                <a:lnTo>
                  <a:pt x="1040131" y="31065"/>
                </a:lnTo>
                <a:lnTo>
                  <a:pt x="1040381" y="30417"/>
                </a:lnTo>
                <a:lnTo>
                  <a:pt x="1040652" y="29780"/>
                </a:lnTo>
                <a:lnTo>
                  <a:pt x="1040942" y="29156"/>
                </a:lnTo>
                <a:lnTo>
                  <a:pt x="1041252" y="28544"/>
                </a:lnTo>
                <a:lnTo>
                  <a:pt x="1041583" y="27945"/>
                </a:lnTo>
                <a:lnTo>
                  <a:pt x="1041933" y="27357"/>
                </a:lnTo>
                <a:lnTo>
                  <a:pt x="1042304" y="26783"/>
                </a:lnTo>
                <a:lnTo>
                  <a:pt x="1042694" y="26220"/>
                </a:lnTo>
                <a:lnTo>
                  <a:pt x="1043105" y="25670"/>
                </a:lnTo>
                <a:lnTo>
                  <a:pt x="1043535" y="25132"/>
                </a:lnTo>
                <a:lnTo>
                  <a:pt x="1043986" y="24607"/>
                </a:lnTo>
                <a:lnTo>
                  <a:pt x="1044456" y="24094"/>
                </a:lnTo>
                <a:lnTo>
                  <a:pt x="1044943" y="23598"/>
                </a:lnTo>
                <a:lnTo>
                  <a:pt x="1045443" y="23122"/>
                </a:lnTo>
                <a:lnTo>
                  <a:pt x="1045956" y="22668"/>
                </a:lnTo>
                <a:lnTo>
                  <a:pt x="1046482" y="22235"/>
                </a:lnTo>
                <a:lnTo>
                  <a:pt x="1047020" y="21823"/>
                </a:lnTo>
                <a:lnTo>
                  <a:pt x="1047572" y="21433"/>
                </a:lnTo>
                <a:lnTo>
                  <a:pt x="1048136" y="21063"/>
                </a:lnTo>
                <a:lnTo>
                  <a:pt x="1048713" y="20715"/>
                </a:lnTo>
                <a:lnTo>
                  <a:pt x="1049303" y="20387"/>
                </a:lnTo>
                <a:lnTo>
                  <a:pt x="1049906" y="20081"/>
                </a:lnTo>
                <a:lnTo>
                  <a:pt x="1050522" y="19796"/>
                </a:lnTo>
                <a:lnTo>
                  <a:pt x="1051151" y="19532"/>
                </a:lnTo>
                <a:lnTo>
                  <a:pt x="1051793" y="19289"/>
                </a:lnTo>
                <a:lnTo>
                  <a:pt x="1052447" y="19067"/>
                </a:lnTo>
                <a:lnTo>
                  <a:pt x="1053115" y="18867"/>
                </a:lnTo>
                <a:lnTo>
                  <a:pt x="1053795" y="18687"/>
                </a:lnTo>
                <a:lnTo>
                  <a:pt x="1054488" y="18529"/>
                </a:lnTo>
                <a:lnTo>
                  <a:pt x="1055195" y="18392"/>
                </a:lnTo>
                <a:lnTo>
                  <a:pt x="1055914" y="18275"/>
                </a:lnTo>
                <a:lnTo>
                  <a:pt x="1056646" y="18180"/>
                </a:lnTo>
                <a:lnTo>
                  <a:pt x="1057390" y="18106"/>
                </a:lnTo>
                <a:lnTo>
                  <a:pt x="1058148" y="18054"/>
                </a:lnTo>
                <a:lnTo>
                  <a:pt x="1058919" y="18022"/>
                </a:lnTo>
                <a:lnTo>
                  <a:pt x="1059702" y="18011"/>
                </a:lnTo>
                <a:lnTo>
                  <a:pt x="1060486" y="18022"/>
                </a:lnTo>
                <a:lnTo>
                  <a:pt x="1061256" y="18054"/>
                </a:lnTo>
                <a:lnTo>
                  <a:pt x="1062014" y="18106"/>
                </a:lnTo>
                <a:lnTo>
                  <a:pt x="1062759" y="18180"/>
                </a:lnTo>
                <a:lnTo>
                  <a:pt x="1063491" y="18275"/>
                </a:lnTo>
                <a:lnTo>
                  <a:pt x="1064210" y="18392"/>
                </a:lnTo>
                <a:lnTo>
                  <a:pt x="1064916" y="18529"/>
                </a:lnTo>
                <a:lnTo>
                  <a:pt x="1065609" y="18687"/>
                </a:lnTo>
                <a:lnTo>
                  <a:pt x="1066290" y="18867"/>
                </a:lnTo>
                <a:lnTo>
                  <a:pt x="1066957" y="19067"/>
                </a:lnTo>
                <a:lnTo>
                  <a:pt x="1067612" y="19289"/>
                </a:lnTo>
                <a:lnTo>
                  <a:pt x="1068254" y="19532"/>
                </a:lnTo>
                <a:lnTo>
                  <a:pt x="1068882" y="19796"/>
                </a:lnTo>
                <a:lnTo>
                  <a:pt x="1069498" y="20081"/>
                </a:lnTo>
                <a:lnTo>
                  <a:pt x="1070101" y="20387"/>
                </a:lnTo>
                <a:lnTo>
                  <a:pt x="1070691" y="20715"/>
                </a:lnTo>
                <a:lnTo>
                  <a:pt x="1071269" y="21063"/>
                </a:lnTo>
                <a:lnTo>
                  <a:pt x="1071833" y="21433"/>
                </a:lnTo>
                <a:lnTo>
                  <a:pt x="1072384" y="21823"/>
                </a:lnTo>
                <a:lnTo>
                  <a:pt x="1072923" y="22235"/>
                </a:lnTo>
                <a:lnTo>
                  <a:pt x="1073449" y="22668"/>
                </a:lnTo>
                <a:lnTo>
                  <a:pt x="1073962" y="23122"/>
                </a:lnTo>
                <a:lnTo>
                  <a:pt x="1074461" y="23598"/>
                </a:lnTo>
                <a:lnTo>
                  <a:pt x="1074948" y="24094"/>
                </a:lnTo>
                <a:lnTo>
                  <a:pt x="1075419" y="24607"/>
                </a:lnTo>
                <a:lnTo>
                  <a:pt x="1075869" y="25132"/>
                </a:lnTo>
                <a:lnTo>
                  <a:pt x="1076300" y="25670"/>
                </a:lnTo>
                <a:lnTo>
                  <a:pt x="1076710" y="26220"/>
                </a:lnTo>
                <a:lnTo>
                  <a:pt x="1077101" y="26783"/>
                </a:lnTo>
                <a:lnTo>
                  <a:pt x="1077471" y="27357"/>
                </a:lnTo>
                <a:lnTo>
                  <a:pt x="1077822" y="27945"/>
                </a:lnTo>
                <a:lnTo>
                  <a:pt x="1078152" y="28544"/>
                </a:lnTo>
                <a:lnTo>
                  <a:pt x="1078463" y="29156"/>
                </a:lnTo>
                <a:lnTo>
                  <a:pt x="1078753" y="29780"/>
                </a:lnTo>
                <a:lnTo>
                  <a:pt x="1079023" y="30417"/>
                </a:lnTo>
                <a:lnTo>
                  <a:pt x="1079273" y="31065"/>
                </a:lnTo>
                <a:lnTo>
                  <a:pt x="1079504" y="31727"/>
                </a:lnTo>
                <a:lnTo>
                  <a:pt x="1079714" y="32400"/>
                </a:lnTo>
                <a:lnTo>
                  <a:pt x="1079904" y="33086"/>
                </a:lnTo>
                <a:lnTo>
                  <a:pt x="1080074" y="33784"/>
                </a:lnTo>
                <a:lnTo>
                  <a:pt x="1080225" y="34495"/>
                </a:lnTo>
                <a:lnTo>
                  <a:pt x="1080355" y="35218"/>
                </a:lnTo>
                <a:lnTo>
                  <a:pt x="1080465" y="35953"/>
                </a:lnTo>
                <a:lnTo>
                  <a:pt x="1080555" y="36701"/>
                </a:lnTo>
                <a:lnTo>
                  <a:pt x="1080625" y="37461"/>
                </a:lnTo>
                <a:lnTo>
                  <a:pt x="1080675" y="38233"/>
                </a:lnTo>
                <a:lnTo>
                  <a:pt x="1080705" y="39018"/>
                </a:lnTo>
                <a:lnTo>
                  <a:pt x="1080715" y="39815"/>
                </a:lnTo>
                <a:lnTo>
                  <a:pt x="1080715" y="90373"/>
                </a:lnTo>
                <a:lnTo>
                  <a:pt x="1080705" y="91170"/>
                </a:lnTo>
                <a:lnTo>
                  <a:pt x="1080675" y="91954"/>
                </a:lnTo>
                <a:lnTo>
                  <a:pt x="1080625" y="92727"/>
                </a:lnTo>
                <a:lnTo>
                  <a:pt x="1080555" y="93487"/>
                </a:lnTo>
                <a:lnTo>
                  <a:pt x="1080465" y="94234"/>
                </a:lnTo>
                <a:lnTo>
                  <a:pt x="1080355" y="94970"/>
                </a:lnTo>
                <a:lnTo>
                  <a:pt x="1080225" y="95693"/>
                </a:lnTo>
                <a:lnTo>
                  <a:pt x="1080074" y="96403"/>
                </a:lnTo>
                <a:lnTo>
                  <a:pt x="1079904" y="97101"/>
                </a:lnTo>
                <a:lnTo>
                  <a:pt x="1079714" y="97787"/>
                </a:lnTo>
                <a:lnTo>
                  <a:pt x="1079504" y="98461"/>
                </a:lnTo>
                <a:lnTo>
                  <a:pt x="1079273" y="99122"/>
                </a:lnTo>
                <a:lnTo>
                  <a:pt x="1079023" y="99771"/>
                </a:lnTo>
                <a:lnTo>
                  <a:pt x="1078753" y="100408"/>
                </a:lnTo>
                <a:lnTo>
                  <a:pt x="1078463" y="101032"/>
                </a:lnTo>
                <a:lnTo>
                  <a:pt x="1078152" y="101644"/>
                </a:lnTo>
                <a:lnTo>
                  <a:pt x="1077822" y="102243"/>
                </a:lnTo>
                <a:lnTo>
                  <a:pt x="1077471" y="102830"/>
                </a:lnTo>
                <a:lnTo>
                  <a:pt x="1077101" y="103405"/>
                </a:lnTo>
                <a:lnTo>
                  <a:pt x="1076710" y="103967"/>
                </a:lnTo>
                <a:lnTo>
                  <a:pt x="1076300" y="104517"/>
                </a:lnTo>
                <a:lnTo>
                  <a:pt x="1075869" y="105055"/>
                </a:lnTo>
                <a:lnTo>
                  <a:pt x="1075419" y="105581"/>
                </a:lnTo>
                <a:lnTo>
                  <a:pt x="1074948" y="106094"/>
                </a:lnTo>
                <a:lnTo>
                  <a:pt x="1074461" y="106590"/>
                </a:lnTo>
                <a:lnTo>
                  <a:pt x="1073962" y="107065"/>
                </a:lnTo>
                <a:lnTo>
                  <a:pt x="1073449" y="107519"/>
                </a:lnTo>
                <a:lnTo>
                  <a:pt x="1072923" y="107952"/>
                </a:lnTo>
                <a:lnTo>
                  <a:pt x="1072384" y="108364"/>
                </a:lnTo>
                <a:lnTo>
                  <a:pt x="1071833" y="108755"/>
                </a:lnTo>
                <a:lnTo>
                  <a:pt x="1071269" y="109124"/>
                </a:lnTo>
                <a:lnTo>
                  <a:pt x="1070691" y="109473"/>
                </a:lnTo>
                <a:lnTo>
                  <a:pt x="1070101" y="109800"/>
                </a:lnTo>
                <a:lnTo>
                  <a:pt x="1069498" y="110106"/>
                </a:lnTo>
                <a:lnTo>
                  <a:pt x="1068882" y="110392"/>
                </a:lnTo>
                <a:lnTo>
                  <a:pt x="1068254" y="110656"/>
                </a:lnTo>
                <a:lnTo>
                  <a:pt x="1067612" y="110898"/>
                </a:lnTo>
                <a:lnTo>
                  <a:pt x="1066957" y="111120"/>
                </a:lnTo>
                <a:lnTo>
                  <a:pt x="1066290" y="111321"/>
                </a:lnTo>
                <a:lnTo>
                  <a:pt x="1065609" y="111500"/>
                </a:lnTo>
                <a:lnTo>
                  <a:pt x="1064916" y="111659"/>
                </a:lnTo>
                <a:lnTo>
                  <a:pt x="1064210" y="111796"/>
                </a:lnTo>
                <a:lnTo>
                  <a:pt x="1063491" y="111912"/>
                </a:lnTo>
                <a:lnTo>
                  <a:pt x="1062759" y="112007"/>
                </a:lnTo>
                <a:lnTo>
                  <a:pt x="1062014" y="112081"/>
                </a:lnTo>
                <a:lnTo>
                  <a:pt x="1061256" y="112134"/>
                </a:lnTo>
                <a:lnTo>
                  <a:pt x="1060486" y="112166"/>
                </a:lnTo>
                <a:lnTo>
                  <a:pt x="1059702" y="112176"/>
                </a:lnTo>
                <a:lnTo>
                  <a:pt x="1058919" y="112166"/>
                </a:lnTo>
                <a:lnTo>
                  <a:pt x="1058148" y="112134"/>
                </a:lnTo>
                <a:lnTo>
                  <a:pt x="1057390" y="112081"/>
                </a:lnTo>
                <a:lnTo>
                  <a:pt x="1056646" y="112007"/>
                </a:lnTo>
                <a:close/>
                <a:moveTo>
                  <a:pt x="695956" y="109802"/>
                </a:moveTo>
                <a:lnTo>
                  <a:pt x="695609" y="109787"/>
                </a:lnTo>
                <a:lnTo>
                  <a:pt x="695268" y="109763"/>
                </a:lnTo>
                <a:lnTo>
                  <a:pt x="694933" y="109730"/>
                </a:lnTo>
                <a:lnTo>
                  <a:pt x="694603" y="109686"/>
                </a:lnTo>
                <a:lnTo>
                  <a:pt x="694280" y="109634"/>
                </a:lnTo>
                <a:lnTo>
                  <a:pt x="693962" y="109571"/>
                </a:lnTo>
                <a:lnTo>
                  <a:pt x="693649" y="109499"/>
                </a:lnTo>
                <a:lnTo>
                  <a:pt x="693343" y="109417"/>
                </a:lnTo>
                <a:lnTo>
                  <a:pt x="693042" y="109326"/>
                </a:lnTo>
                <a:lnTo>
                  <a:pt x="692747" y="109225"/>
                </a:lnTo>
                <a:lnTo>
                  <a:pt x="692458" y="109115"/>
                </a:lnTo>
                <a:lnTo>
                  <a:pt x="692174" y="108995"/>
                </a:lnTo>
                <a:lnTo>
                  <a:pt x="691896" y="108865"/>
                </a:lnTo>
                <a:lnTo>
                  <a:pt x="691624" y="108726"/>
                </a:lnTo>
                <a:lnTo>
                  <a:pt x="691358" y="108577"/>
                </a:lnTo>
                <a:lnTo>
                  <a:pt x="691098" y="108419"/>
                </a:lnTo>
                <a:lnTo>
                  <a:pt x="690843" y="108251"/>
                </a:lnTo>
                <a:lnTo>
                  <a:pt x="690594" y="108073"/>
                </a:lnTo>
                <a:lnTo>
                  <a:pt x="690351" y="107886"/>
                </a:lnTo>
                <a:lnTo>
                  <a:pt x="690113" y="107689"/>
                </a:lnTo>
                <a:lnTo>
                  <a:pt x="689881" y="107483"/>
                </a:lnTo>
                <a:lnTo>
                  <a:pt x="689655" y="107267"/>
                </a:lnTo>
                <a:lnTo>
                  <a:pt x="689435" y="107041"/>
                </a:lnTo>
                <a:lnTo>
                  <a:pt x="689223" y="106808"/>
                </a:lnTo>
                <a:lnTo>
                  <a:pt x="689019" y="106569"/>
                </a:lnTo>
                <a:lnTo>
                  <a:pt x="688824" y="106324"/>
                </a:lnTo>
                <a:lnTo>
                  <a:pt x="688639" y="106073"/>
                </a:lnTo>
                <a:lnTo>
                  <a:pt x="688462" y="105817"/>
                </a:lnTo>
                <a:lnTo>
                  <a:pt x="688295" y="105555"/>
                </a:lnTo>
                <a:lnTo>
                  <a:pt x="688137" y="105287"/>
                </a:lnTo>
                <a:lnTo>
                  <a:pt x="687987" y="105013"/>
                </a:lnTo>
                <a:lnTo>
                  <a:pt x="687847" y="104734"/>
                </a:lnTo>
                <a:lnTo>
                  <a:pt x="687716" y="104449"/>
                </a:lnTo>
                <a:lnTo>
                  <a:pt x="687594" y="104158"/>
                </a:lnTo>
                <a:lnTo>
                  <a:pt x="687481" y="103861"/>
                </a:lnTo>
                <a:lnTo>
                  <a:pt x="687377" y="103559"/>
                </a:lnTo>
                <a:lnTo>
                  <a:pt x="687282" y="103251"/>
                </a:lnTo>
                <a:lnTo>
                  <a:pt x="687196" y="102937"/>
                </a:lnTo>
                <a:lnTo>
                  <a:pt x="687119" y="102617"/>
                </a:lnTo>
                <a:lnTo>
                  <a:pt x="687051" y="102292"/>
                </a:lnTo>
                <a:lnTo>
                  <a:pt x="686992" y="101960"/>
                </a:lnTo>
                <a:lnTo>
                  <a:pt x="686942" y="101623"/>
                </a:lnTo>
                <a:lnTo>
                  <a:pt x="686901" y="101281"/>
                </a:lnTo>
                <a:lnTo>
                  <a:pt x="686870" y="100932"/>
                </a:lnTo>
                <a:lnTo>
                  <a:pt x="686847" y="100578"/>
                </a:lnTo>
                <a:lnTo>
                  <a:pt x="686834" y="100218"/>
                </a:lnTo>
                <a:lnTo>
                  <a:pt x="686829" y="99852"/>
                </a:lnTo>
                <a:lnTo>
                  <a:pt x="686829" y="48819"/>
                </a:lnTo>
                <a:lnTo>
                  <a:pt x="722379" y="48819"/>
                </a:lnTo>
                <a:lnTo>
                  <a:pt x="722379" y="35864"/>
                </a:lnTo>
                <a:lnTo>
                  <a:pt x="686829" y="35864"/>
                </a:lnTo>
                <a:lnTo>
                  <a:pt x="686829" y="11374"/>
                </a:lnTo>
                <a:lnTo>
                  <a:pt x="672610" y="11374"/>
                </a:lnTo>
                <a:lnTo>
                  <a:pt x="672610" y="35864"/>
                </a:lnTo>
                <a:lnTo>
                  <a:pt x="647646" y="35864"/>
                </a:lnTo>
                <a:lnTo>
                  <a:pt x="647646" y="48819"/>
                </a:lnTo>
                <a:lnTo>
                  <a:pt x="672610" y="48819"/>
                </a:lnTo>
                <a:lnTo>
                  <a:pt x="672610" y="99852"/>
                </a:lnTo>
                <a:lnTo>
                  <a:pt x="672621" y="100714"/>
                </a:lnTo>
                <a:lnTo>
                  <a:pt x="672655" y="101561"/>
                </a:lnTo>
                <a:lnTo>
                  <a:pt x="672711" y="102394"/>
                </a:lnTo>
                <a:lnTo>
                  <a:pt x="672790" y="103212"/>
                </a:lnTo>
                <a:lnTo>
                  <a:pt x="672891" y="104016"/>
                </a:lnTo>
                <a:lnTo>
                  <a:pt x="673015" y="104805"/>
                </a:lnTo>
                <a:lnTo>
                  <a:pt x="673161" y="105580"/>
                </a:lnTo>
                <a:lnTo>
                  <a:pt x="673330" y="106340"/>
                </a:lnTo>
                <a:lnTo>
                  <a:pt x="673521" y="107085"/>
                </a:lnTo>
                <a:lnTo>
                  <a:pt x="673735" y="107816"/>
                </a:lnTo>
                <a:lnTo>
                  <a:pt x="673971" y="108532"/>
                </a:lnTo>
                <a:lnTo>
                  <a:pt x="674229" y="109234"/>
                </a:lnTo>
                <a:lnTo>
                  <a:pt x="674511" y="109922"/>
                </a:lnTo>
                <a:lnTo>
                  <a:pt x="674814" y="110595"/>
                </a:lnTo>
                <a:lnTo>
                  <a:pt x="675140" y="111253"/>
                </a:lnTo>
                <a:lnTo>
                  <a:pt x="675489" y="111897"/>
                </a:lnTo>
                <a:lnTo>
                  <a:pt x="675860" y="112526"/>
                </a:lnTo>
                <a:lnTo>
                  <a:pt x="676254" y="113140"/>
                </a:lnTo>
                <a:lnTo>
                  <a:pt x="676670" y="113740"/>
                </a:lnTo>
                <a:lnTo>
                  <a:pt x="677108" y="114326"/>
                </a:lnTo>
                <a:lnTo>
                  <a:pt x="677570" y="114897"/>
                </a:lnTo>
                <a:lnTo>
                  <a:pt x="678053" y="115454"/>
                </a:lnTo>
                <a:lnTo>
                  <a:pt x="678559" y="115996"/>
                </a:lnTo>
                <a:lnTo>
                  <a:pt x="679088" y="116523"/>
                </a:lnTo>
                <a:lnTo>
                  <a:pt x="679635" y="117032"/>
                </a:lnTo>
                <a:lnTo>
                  <a:pt x="680197" y="117519"/>
                </a:lnTo>
                <a:lnTo>
                  <a:pt x="680774" y="117985"/>
                </a:lnTo>
                <a:lnTo>
                  <a:pt x="681366" y="118429"/>
                </a:lnTo>
                <a:lnTo>
                  <a:pt x="681972" y="118852"/>
                </a:lnTo>
                <a:lnTo>
                  <a:pt x="682593" y="119253"/>
                </a:lnTo>
                <a:lnTo>
                  <a:pt x="683229" y="119632"/>
                </a:lnTo>
                <a:lnTo>
                  <a:pt x="683880" y="119989"/>
                </a:lnTo>
                <a:lnTo>
                  <a:pt x="684546" y="120325"/>
                </a:lnTo>
                <a:lnTo>
                  <a:pt x="685227" y="120639"/>
                </a:lnTo>
                <a:lnTo>
                  <a:pt x="685922" y="120932"/>
                </a:lnTo>
                <a:lnTo>
                  <a:pt x="686632" y="121202"/>
                </a:lnTo>
                <a:lnTo>
                  <a:pt x="687357" y="121452"/>
                </a:lnTo>
                <a:lnTo>
                  <a:pt x="688097" y="121679"/>
                </a:lnTo>
                <a:lnTo>
                  <a:pt x="688851" y="121885"/>
                </a:lnTo>
                <a:lnTo>
                  <a:pt x="689621" y="122069"/>
                </a:lnTo>
                <a:lnTo>
                  <a:pt x="690405" y="122231"/>
                </a:lnTo>
                <a:lnTo>
                  <a:pt x="691204" y="122372"/>
                </a:lnTo>
                <a:lnTo>
                  <a:pt x="692017" y="122491"/>
                </a:lnTo>
                <a:lnTo>
                  <a:pt x="692846" y="122589"/>
                </a:lnTo>
                <a:lnTo>
                  <a:pt x="693689" y="122665"/>
                </a:lnTo>
                <a:lnTo>
                  <a:pt x="694548" y="122719"/>
                </a:lnTo>
                <a:lnTo>
                  <a:pt x="695421" y="122751"/>
                </a:lnTo>
                <a:lnTo>
                  <a:pt x="696308" y="122762"/>
                </a:lnTo>
                <a:lnTo>
                  <a:pt x="721588" y="122762"/>
                </a:lnTo>
                <a:lnTo>
                  <a:pt x="721588" y="109806"/>
                </a:lnTo>
                <a:lnTo>
                  <a:pt x="696308" y="109806"/>
                </a:lnTo>
                <a:lnTo>
                  <a:pt x="695956" y="109802"/>
                </a:lnTo>
                <a:close/>
                <a:moveTo>
                  <a:pt x="559957" y="122762"/>
                </a:moveTo>
                <a:lnTo>
                  <a:pt x="574179" y="122762"/>
                </a:lnTo>
                <a:lnTo>
                  <a:pt x="574179" y="67462"/>
                </a:lnTo>
                <a:lnTo>
                  <a:pt x="574188" y="66628"/>
                </a:lnTo>
                <a:lnTo>
                  <a:pt x="574214" y="65809"/>
                </a:lnTo>
                <a:lnTo>
                  <a:pt x="574259" y="65006"/>
                </a:lnTo>
                <a:lnTo>
                  <a:pt x="574321" y="64219"/>
                </a:lnTo>
                <a:lnTo>
                  <a:pt x="574401" y="63448"/>
                </a:lnTo>
                <a:lnTo>
                  <a:pt x="574499" y="62693"/>
                </a:lnTo>
                <a:lnTo>
                  <a:pt x="574615" y="61954"/>
                </a:lnTo>
                <a:lnTo>
                  <a:pt x="574749" y="61231"/>
                </a:lnTo>
                <a:lnTo>
                  <a:pt x="574900" y="60524"/>
                </a:lnTo>
                <a:lnTo>
                  <a:pt x="575070" y="59832"/>
                </a:lnTo>
                <a:lnTo>
                  <a:pt x="575257" y="59157"/>
                </a:lnTo>
                <a:lnTo>
                  <a:pt x="575462" y="58497"/>
                </a:lnTo>
                <a:lnTo>
                  <a:pt x="575685" y="57853"/>
                </a:lnTo>
                <a:lnTo>
                  <a:pt x="575925" y="57226"/>
                </a:lnTo>
                <a:lnTo>
                  <a:pt x="576184" y="56614"/>
                </a:lnTo>
                <a:lnTo>
                  <a:pt x="576460" y="56018"/>
                </a:lnTo>
                <a:lnTo>
                  <a:pt x="576754" y="55438"/>
                </a:lnTo>
                <a:lnTo>
                  <a:pt x="577066" y="54874"/>
                </a:lnTo>
                <a:lnTo>
                  <a:pt x="577396" y="54326"/>
                </a:lnTo>
                <a:lnTo>
                  <a:pt x="577743" y="53793"/>
                </a:lnTo>
                <a:lnTo>
                  <a:pt x="578108" y="53277"/>
                </a:lnTo>
                <a:lnTo>
                  <a:pt x="578492" y="52776"/>
                </a:lnTo>
                <a:lnTo>
                  <a:pt x="578893" y="52292"/>
                </a:lnTo>
                <a:lnTo>
                  <a:pt x="579311" y="51823"/>
                </a:lnTo>
                <a:lnTo>
                  <a:pt x="579746" y="51372"/>
                </a:lnTo>
                <a:lnTo>
                  <a:pt x="580193" y="50940"/>
                </a:lnTo>
                <a:lnTo>
                  <a:pt x="580653" y="50527"/>
                </a:lnTo>
                <a:lnTo>
                  <a:pt x="581126" y="50133"/>
                </a:lnTo>
                <a:lnTo>
                  <a:pt x="581612" y="49759"/>
                </a:lnTo>
                <a:lnTo>
                  <a:pt x="582111" y="49404"/>
                </a:lnTo>
                <a:lnTo>
                  <a:pt x="582623" y="49068"/>
                </a:lnTo>
                <a:lnTo>
                  <a:pt x="583147" y="48751"/>
                </a:lnTo>
                <a:lnTo>
                  <a:pt x="583685" y="48453"/>
                </a:lnTo>
                <a:lnTo>
                  <a:pt x="584235" y="48175"/>
                </a:lnTo>
                <a:lnTo>
                  <a:pt x="584798" y="47916"/>
                </a:lnTo>
                <a:lnTo>
                  <a:pt x="585375" y="47675"/>
                </a:lnTo>
                <a:lnTo>
                  <a:pt x="585964" y="47455"/>
                </a:lnTo>
                <a:lnTo>
                  <a:pt x="586566" y="47253"/>
                </a:lnTo>
                <a:lnTo>
                  <a:pt x="587180" y="47071"/>
                </a:lnTo>
                <a:lnTo>
                  <a:pt x="587808" y="46907"/>
                </a:lnTo>
                <a:lnTo>
                  <a:pt x="588449" y="46763"/>
                </a:lnTo>
                <a:lnTo>
                  <a:pt x="589102" y="46639"/>
                </a:lnTo>
                <a:lnTo>
                  <a:pt x="589769" y="46533"/>
                </a:lnTo>
                <a:lnTo>
                  <a:pt x="590448" y="46446"/>
                </a:lnTo>
                <a:lnTo>
                  <a:pt x="591140" y="46379"/>
                </a:lnTo>
                <a:lnTo>
                  <a:pt x="591845" y="46331"/>
                </a:lnTo>
                <a:lnTo>
                  <a:pt x="592563" y="46302"/>
                </a:lnTo>
                <a:lnTo>
                  <a:pt x="593294" y="46293"/>
                </a:lnTo>
                <a:lnTo>
                  <a:pt x="593999" y="46302"/>
                </a:lnTo>
                <a:lnTo>
                  <a:pt x="594691" y="46330"/>
                </a:lnTo>
                <a:lnTo>
                  <a:pt x="595372" y="46376"/>
                </a:lnTo>
                <a:lnTo>
                  <a:pt x="596039" y="46440"/>
                </a:lnTo>
                <a:lnTo>
                  <a:pt x="596695" y="46523"/>
                </a:lnTo>
                <a:lnTo>
                  <a:pt x="597338" y="46624"/>
                </a:lnTo>
                <a:lnTo>
                  <a:pt x="597969" y="46743"/>
                </a:lnTo>
                <a:lnTo>
                  <a:pt x="598587" y="46881"/>
                </a:lnTo>
                <a:lnTo>
                  <a:pt x="599193" y="47037"/>
                </a:lnTo>
                <a:lnTo>
                  <a:pt x="599787" y="47212"/>
                </a:lnTo>
                <a:lnTo>
                  <a:pt x="600368" y="47405"/>
                </a:lnTo>
                <a:lnTo>
                  <a:pt x="600937" y="47616"/>
                </a:lnTo>
                <a:lnTo>
                  <a:pt x="601494" y="47845"/>
                </a:lnTo>
                <a:lnTo>
                  <a:pt x="602038" y="48094"/>
                </a:lnTo>
                <a:lnTo>
                  <a:pt x="602570" y="48360"/>
                </a:lnTo>
                <a:lnTo>
                  <a:pt x="603090" y="48645"/>
                </a:lnTo>
                <a:lnTo>
                  <a:pt x="603597" y="48948"/>
                </a:lnTo>
                <a:lnTo>
                  <a:pt x="604092" y="49269"/>
                </a:lnTo>
                <a:lnTo>
                  <a:pt x="604574" y="49609"/>
                </a:lnTo>
                <a:lnTo>
                  <a:pt x="605045" y="49968"/>
                </a:lnTo>
                <a:lnTo>
                  <a:pt x="605503" y="50344"/>
                </a:lnTo>
                <a:lnTo>
                  <a:pt x="605948" y="50739"/>
                </a:lnTo>
                <a:lnTo>
                  <a:pt x="606381" y="51153"/>
                </a:lnTo>
                <a:lnTo>
                  <a:pt x="606802" y="51585"/>
                </a:lnTo>
                <a:lnTo>
                  <a:pt x="607208" y="52034"/>
                </a:lnTo>
                <a:lnTo>
                  <a:pt x="607597" y="52499"/>
                </a:lnTo>
                <a:lnTo>
                  <a:pt x="607969" y="52980"/>
                </a:lnTo>
                <a:lnTo>
                  <a:pt x="608323" y="53478"/>
                </a:lnTo>
                <a:lnTo>
                  <a:pt x="608660" y="53992"/>
                </a:lnTo>
                <a:lnTo>
                  <a:pt x="608980" y="54522"/>
                </a:lnTo>
                <a:lnTo>
                  <a:pt x="609283" y="55068"/>
                </a:lnTo>
                <a:lnTo>
                  <a:pt x="609568" y="55631"/>
                </a:lnTo>
                <a:lnTo>
                  <a:pt x="609836" y="56209"/>
                </a:lnTo>
                <a:lnTo>
                  <a:pt x="610086" y="56804"/>
                </a:lnTo>
                <a:lnTo>
                  <a:pt x="610320" y="57415"/>
                </a:lnTo>
                <a:lnTo>
                  <a:pt x="610536" y="58042"/>
                </a:lnTo>
                <a:lnTo>
                  <a:pt x="610735" y="58685"/>
                </a:lnTo>
                <a:lnTo>
                  <a:pt x="610916" y="59345"/>
                </a:lnTo>
                <a:lnTo>
                  <a:pt x="611080" y="60021"/>
                </a:lnTo>
                <a:lnTo>
                  <a:pt x="611227" y="60713"/>
                </a:lnTo>
                <a:lnTo>
                  <a:pt x="611357" y="61421"/>
                </a:lnTo>
                <a:lnTo>
                  <a:pt x="611469" y="62145"/>
                </a:lnTo>
                <a:lnTo>
                  <a:pt x="611564" y="62886"/>
                </a:lnTo>
                <a:lnTo>
                  <a:pt x="611642" y="63642"/>
                </a:lnTo>
                <a:lnTo>
                  <a:pt x="611703" y="64415"/>
                </a:lnTo>
                <a:lnTo>
                  <a:pt x="611746" y="65204"/>
                </a:lnTo>
                <a:lnTo>
                  <a:pt x="611772" y="66009"/>
                </a:lnTo>
                <a:lnTo>
                  <a:pt x="611780" y="66831"/>
                </a:lnTo>
                <a:lnTo>
                  <a:pt x="611780" y="122762"/>
                </a:lnTo>
                <a:lnTo>
                  <a:pt x="626000" y="122762"/>
                </a:lnTo>
                <a:lnTo>
                  <a:pt x="626000" y="64304"/>
                </a:lnTo>
                <a:lnTo>
                  <a:pt x="625986" y="63156"/>
                </a:lnTo>
                <a:lnTo>
                  <a:pt x="625946" y="62028"/>
                </a:lnTo>
                <a:lnTo>
                  <a:pt x="625879" y="60920"/>
                </a:lnTo>
                <a:lnTo>
                  <a:pt x="625785" y="59832"/>
                </a:lnTo>
                <a:lnTo>
                  <a:pt x="625664" y="58765"/>
                </a:lnTo>
                <a:lnTo>
                  <a:pt x="625516" y="57718"/>
                </a:lnTo>
                <a:lnTo>
                  <a:pt x="625341" y="56691"/>
                </a:lnTo>
                <a:lnTo>
                  <a:pt x="625139" y="55685"/>
                </a:lnTo>
                <a:lnTo>
                  <a:pt x="624911" y="54699"/>
                </a:lnTo>
                <a:lnTo>
                  <a:pt x="624656" y="53733"/>
                </a:lnTo>
                <a:lnTo>
                  <a:pt x="624373" y="52788"/>
                </a:lnTo>
                <a:lnTo>
                  <a:pt x="624064" y="51863"/>
                </a:lnTo>
                <a:lnTo>
                  <a:pt x="623728" y="50958"/>
                </a:lnTo>
                <a:lnTo>
                  <a:pt x="623365" y="50073"/>
                </a:lnTo>
                <a:lnTo>
                  <a:pt x="622976" y="49209"/>
                </a:lnTo>
                <a:lnTo>
                  <a:pt x="622559" y="48365"/>
                </a:lnTo>
                <a:lnTo>
                  <a:pt x="622116" y="47541"/>
                </a:lnTo>
                <a:lnTo>
                  <a:pt x="621645" y="46738"/>
                </a:lnTo>
                <a:lnTo>
                  <a:pt x="621148" y="45955"/>
                </a:lnTo>
                <a:lnTo>
                  <a:pt x="620624" y="45192"/>
                </a:lnTo>
                <a:lnTo>
                  <a:pt x="620073" y="44450"/>
                </a:lnTo>
                <a:lnTo>
                  <a:pt x="619495" y="43727"/>
                </a:lnTo>
                <a:lnTo>
                  <a:pt x="618890" y="43025"/>
                </a:lnTo>
                <a:lnTo>
                  <a:pt x="618258" y="42344"/>
                </a:lnTo>
                <a:lnTo>
                  <a:pt x="617604" y="41686"/>
                </a:lnTo>
                <a:lnTo>
                  <a:pt x="616931" y="41057"/>
                </a:lnTo>
                <a:lnTo>
                  <a:pt x="616239" y="40455"/>
                </a:lnTo>
                <a:lnTo>
                  <a:pt x="615529" y="39881"/>
                </a:lnTo>
                <a:lnTo>
                  <a:pt x="614800" y="39336"/>
                </a:lnTo>
                <a:lnTo>
                  <a:pt x="614052" y="38818"/>
                </a:lnTo>
                <a:lnTo>
                  <a:pt x="613286" y="38328"/>
                </a:lnTo>
                <a:lnTo>
                  <a:pt x="612501" y="37866"/>
                </a:lnTo>
                <a:lnTo>
                  <a:pt x="611697" y="37433"/>
                </a:lnTo>
                <a:lnTo>
                  <a:pt x="610874" y="37027"/>
                </a:lnTo>
                <a:lnTo>
                  <a:pt x="610033" y="36649"/>
                </a:lnTo>
                <a:lnTo>
                  <a:pt x="609174" y="36299"/>
                </a:lnTo>
                <a:lnTo>
                  <a:pt x="608295" y="35978"/>
                </a:lnTo>
                <a:lnTo>
                  <a:pt x="607398" y="35684"/>
                </a:lnTo>
                <a:lnTo>
                  <a:pt x="606483" y="35418"/>
                </a:lnTo>
                <a:lnTo>
                  <a:pt x="605548" y="35180"/>
                </a:lnTo>
                <a:lnTo>
                  <a:pt x="604596" y="34970"/>
                </a:lnTo>
                <a:lnTo>
                  <a:pt x="603624" y="34788"/>
                </a:lnTo>
                <a:lnTo>
                  <a:pt x="602634" y="34634"/>
                </a:lnTo>
                <a:lnTo>
                  <a:pt x="601625" y="34508"/>
                </a:lnTo>
                <a:lnTo>
                  <a:pt x="600597" y="34410"/>
                </a:lnTo>
                <a:lnTo>
                  <a:pt x="599551" y="34340"/>
                </a:lnTo>
                <a:lnTo>
                  <a:pt x="598486" y="34298"/>
                </a:lnTo>
                <a:lnTo>
                  <a:pt x="597402" y="34284"/>
                </a:lnTo>
                <a:lnTo>
                  <a:pt x="596502" y="34294"/>
                </a:lnTo>
                <a:lnTo>
                  <a:pt x="595618" y="34323"/>
                </a:lnTo>
                <a:lnTo>
                  <a:pt x="594751" y="34372"/>
                </a:lnTo>
                <a:lnTo>
                  <a:pt x="593900" y="34440"/>
                </a:lnTo>
                <a:lnTo>
                  <a:pt x="593066" y="34528"/>
                </a:lnTo>
                <a:lnTo>
                  <a:pt x="592248" y="34635"/>
                </a:lnTo>
                <a:lnTo>
                  <a:pt x="591446" y="34762"/>
                </a:lnTo>
                <a:lnTo>
                  <a:pt x="590661" y="34908"/>
                </a:lnTo>
                <a:lnTo>
                  <a:pt x="589892" y="35073"/>
                </a:lnTo>
                <a:lnTo>
                  <a:pt x="589140" y="35258"/>
                </a:lnTo>
                <a:lnTo>
                  <a:pt x="588405" y="35463"/>
                </a:lnTo>
                <a:lnTo>
                  <a:pt x="587685" y="35687"/>
                </a:lnTo>
                <a:lnTo>
                  <a:pt x="586983" y="35930"/>
                </a:lnTo>
                <a:lnTo>
                  <a:pt x="586296" y="36193"/>
                </a:lnTo>
                <a:lnTo>
                  <a:pt x="585626" y="36476"/>
                </a:lnTo>
                <a:lnTo>
                  <a:pt x="584973" y="36778"/>
                </a:lnTo>
                <a:lnTo>
                  <a:pt x="584336" y="37099"/>
                </a:lnTo>
                <a:lnTo>
                  <a:pt x="583716" y="37440"/>
                </a:lnTo>
                <a:lnTo>
                  <a:pt x="583112" y="37800"/>
                </a:lnTo>
                <a:lnTo>
                  <a:pt x="582524" y="38180"/>
                </a:lnTo>
                <a:lnTo>
                  <a:pt x="581953" y="38580"/>
                </a:lnTo>
                <a:lnTo>
                  <a:pt x="581398" y="38998"/>
                </a:lnTo>
                <a:lnTo>
                  <a:pt x="580860" y="39437"/>
                </a:lnTo>
                <a:lnTo>
                  <a:pt x="580338" y="39895"/>
                </a:lnTo>
                <a:lnTo>
                  <a:pt x="579836" y="40370"/>
                </a:lnTo>
                <a:lnTo>
                  <a:pt x="579355" y="40861"/>
                </a:lnTo>
                <a:lnTo>
                  <a:pt x="578895" y="41369"/>
                </a:lnTo>
                <a:lnTo>
                  <a:pt x="578456" y="41893"/>
                </a:lnTo>
                <a:lnTo>
                  <a:pt x="578039" y="42433"/>
                </a:lnTo>
                <a:lnTo>
                  <a:pt x="577643" y="42990"/>
                </a:lnTo>
                <a:lnTo>
                  <a:pt x="577269" y="43562"/>
                </a:lnTo>
                <a:lnTo>
                  <a:pt x="576916" y="44151"/>
                </a:lnTo>
                <a:lnTo>
                  <a:pt x="576585" y="44756"/>
                </a:lnTo>
                <a:lnTo>
                  <a:pt x="576275" y="45377"/>
                </a:lnTo>
                <a:lnTo>
                  <a:pt x="575986" y="46014"/>
                </a:lnTo>
                <a:lnTo>
                  <a:pt x="575719" y="46668"/>
                </a:lnTo>
                <a:lnTo>
                  <a:pt x="575473" y="47337"/>
                </a:lnTo>
                <a:lnTo>
                  <a:pt x="575248" y="48023"/>
                </a:lnTo>
                <a:lnTo>
                  <a:pt x="575045" y="48725"/>
                </a:lnTo>
                <a:lnTo>
                  <a:pt x="574863" y="49444"/>
                </a:lnTo>
                <a:lnTo>
                  <a:pt x="574703" y="50178"/>
                </a:lnTo>
                <a:lnTo>
                  <a:pt x="574564" y="50929"/>
                </a:lnTo>
                <a:lnTo>
                  <a:pt x="574446" y="51695"/>
                </a:lnTo>
                <a:lnTo>
                  <a:pt x="574353" y="52453"/>
                </a:lnTo>
                <a:lnTo>
                  <a:pt x="574179" y="52453"/>
                </a:lnTo>
                <a:lnTo>
                  <a:pt x="574179" y="35864"/>
                </a:lnTo>
                <a:lnTo>
                  <a:pt x="559957" y="35864"/>
                </a:lnTo>
                <a:lnTo>
                  <a:pt x="559957" y="122762"/>
                </a:lnTo>
                <a:close/>
                <a:moveTo>
                  <a:pt x="512400" y="35864"/>
                </a:moveTo>
                <a:lnTo>
                  <a:pt x="470531" y="35864"/>
                </a:lnTo>
                <a:lnTo>
                  <a:pt x="470531" y="48819"/>
                </a:lnTo>
                <a:lnTo>
                  <a:pt x="498181" y="48819"/>
                </a:lnTo>
                <a:lnTo>
                  <a:pt x="498181" y="109806"/>
                </a:lnTo>
                <a:lnTo>
                  <a:pt x="467373" y="109806"/>
                </a:lnTo>
                <a:lnTo>
                  <a:pt x="467373" y="122762"/>
                </a:lnTo>
                <a:lnTo>
                  <a:pt x="541629" y="122762"/>
                </a:lnTo>
                <a:lnTo>
                  <a:pt x="541629" y="109806"/>
                </a:lnTo>
                <a:lnTo>
                  <a:pt x="512400" y="109806"/>
                </a:lnTo>
                <a:lnTo>
                  <a:pt x="512400" y="35864"/>
                </a:lnTo>
                <a:close/>
                <a:moveTo>
                  <a:pt x="907393" y="95903"/>
                </a:moveTo>
                <a:lnTo>
                  <a:pt x="907393" y="83263"/>
                </a:lnTo>
                <a:lnTo>
                  <a:pt x="839455" y="83263"/>
                </a:lnTo>
                <a:lnTo>
                  <a:pt x="839455" y="95903"/>
                </a:lnTo>
                <a:lnTo>
                  <a:pt x="907393" y="95903"/>
                </a:lnTo>
                <a:close/>
                <a:moveTo>
                  <a:pt x="1154973" y="148042"/>
                </a:moveTo>
                <a:lnTo>
                  <a:pt x="1166034" y="99695"/>
                </a:lnTo>
                <a:lnTo>
                  <a:pt x="1148970" y="99695"/>
                </a:lnTo>
                <a:lnTo>
                  <a:pt x="1140281" y="148042"/>
                </a:lnTo>
                <a:lnTo>
                  <a:pt x="1154973" y="1480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field:str=&quot;source&quot;">
            <a:extLst xmlns:a="http://schemas.openxmlformats.org/drawingml/2006/main">
              <a:ext uri="{FF2B5EF4-FFF2-40B4-BE49-F238E27FC236}">
                <a16:creationId xmlns:a16="http://schemas.microsoft.com/office/drawing/2014/main" id="{B453CF95-CE82-4D42-8173-BD0F62C7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04" y="1302223"/>
            <a:ext cx="1931038" cy="124341"/>
          </a:xfrm>
          <a:custGeom xmlns:a="http://schemas.openxmlformats.org/drawingml/2006/main">
            <a:pathLst>
              <a:path w="1931038" h="124341">
                <a:moveTo>
                  <a:pt x="134712" y="20147"/>
                </a:moveTo>
                <a:lnTo>
                  <a:pt x="135112" y="20106"/>
                </a:lnTo>
                <a:lnTo>
                  <a:pt x="135504" y="20054"/>
                </a:lnTo>
                <a:lnTo>
                  <a:pt x="135888" y="19994"/>
                </a:lnTo>
                <a:lnTo>
                  <a:pt x="136265" y="19924"/>
                </a:lnTo>
                <a:lnTo>
                  <a:pt x="136635" y="19844"/>
                </a:lnTo>
                <a:lnTo>
                  <a:pt x="136996" y="19756"/>
                </a:lnTo>
                <a:lnTo>
                  <a:pt x="137350" y="19658"/>
                </a:lnTo>
                <a:lnTo>
                  <a:pt x="137696" y="19551"/>
                </a:lnTo>
                <a:lnTo>
                  <a:pt x="138035" y="19434"/>
                </a:lnTo>
                <a:lnTo>
                  <a:pt x="138366" y="19308"/>
                </a:lnTo>
                <a:lnTo>
                  <a:pt x="138689" y="19173"/>
                </a:lnTo>
                <a:lnTo>
                  <a:pt x="139004" y="19028"/>
                </a:lnTo>
                <a:lnTo>
                  <a:pt x="139312" y="18875"/>
                </a:lnTo>
                <a:lnTo>
                  <a:pt x="139612" y="18711"/>
                </a:lnTo>
                <a:lnTo>
                  <a:pt x="139904" y="18539"/>
                </a:lnTo>
                <a:lnTo>
                  <a:pt x="140189" y="18357"/>
                </a:lnTo>
                <a:lnTo>
                  <a:pt x="140466" y="18166"/>
                </a:lnTo>
                <a:lnTo>
                  <a:pt x="140735" y="17965"/>
                </a:lnTo>
                <a:lnTo>
                  <a:pt x="140997" y="17756"/>
                </a:lnTo>
                <a:lnTo>
                  <a:pt x="141251" y="17536"/>
                </a:lnTo>
                <a:lnTo>
                  <a:pt x="141496" y="17309"/>
                </a:lnTo>
                <a:lnTo>
                  <a:pt x="141730" y="17076"/>
                </a:lnTo>
                <a:lnTo>
                  <a:pt x="141954" y="16835"/>
                </a:lnTo>
                <a:lnTo>
                  <a:pt x="142168" y="16588"/>
                </a:lnTo>
                <a:lnTo>
                  <a:pt x="142371" y="16335"/>
                </a:lnTo>
                <a:lnTo>
                  <a:pt x="142564" y="16075"/>
                </a:lnTo>
                <a:lnTo>
                  <a:pt x="142747" y="15808"/>
                </a:lnTo>
                <a:lnTo>
                  <a:pt x="142918" y="15535"/>
                </a:lnTo>
                <a:lnTo>
                  <a:pt x="143080" y="15255"/>
                </a:lnTo>
                <a:lnTo>
                  <a:pt x="143231" y="14969"/>
                </a:lnTo>
                <a:lnTo>
                  <a:pt x="143372" y="14676"/>
                </a:lnTo>
                <a:lnTo>
                  <a:pt x="143502" y="14376"/>
                </a:lnTo>
                <a:lnTo>
                  <a:pt x="143622" y="14070"/>
                </a:lnTo>
                <a:lnTo>
                  <a:pt x="143731" y="13758"/>
                </a:lnTo>
                <a:lnTo>
                  <a:pt x="143830" y="13438"/>
                </a:lnTo>
                <a:lnTo>
                  <a:pt x="143919" y="13112"/>
                </a:lnTo>
                <a:lnTo>
                  <a:pt x="143997" y="12780"/>
                </a:lnTo>
                <a:lnTo>
                  <a:pt x="144065" y="12441"/>
                </a:lnTo>
                <a:lnTo>
                  <a:pt x="144122" y="12095"/>
                </a:lnTo>
                <a:lnTo>
                  <a:pt x="144169" y="11743"/>
                </a:lnTo>
                <a:lnTo>
                  <a:pt x="144206" y="11384"/>
                </a:lnTo>
                <a:lnTo>
                  <a:pt x="144232" y="11018"/>
                </a:lnTo>
                <a:lnTo>
                  <a:pt x="144247" y="10646"/>
                </a:lnTo>
                <a:lnTo>
                  <a:pt x="144252" y="10268"/>
                </a:lnTo>
                <a:lnTo>
                  <a:pt x="144247" y="9876"/>
                </a:lnTo>
                <a:lnTo>
                  <a:pt x="144232" y="9492"/>
                </a:lnTo>
                <a:lnTo>
                  <a:pt x="144206" y="9114"/>
                </a:lnTo>
                <a:lnTo>
                  <a:pt x="144169" y="8743"/>
                </a:lnTo>
                <a:lnTo>
                  <a:pt x="144122" y="8379"/>
                </a:lnTo>
                <a:lnTo>
                  <a:pt x="144065" y="8021"/>
                </a:lnTo>
                <a:lnTo>
                  <a:pt x="143997" y="7671"/>
                </a:lnTo>
                <a:lnTo>
                  <a:pt x="143919" y="7328"/>
                </a:lnTo>
                <a:lnTo>
                  <a:pt x="143830" y="6991"/>
                </a:lnTo>
                <a:lnTo>
                  <a:pt x="143731" y="6661"/>
                </a:lnTo>
                <a:lnTo>
                  <a:pt x="143622" y="6338"/>
                </a:lnTo>
                <a:lnTo>
                  <a:pt x="143502" y="6022"/>
                </a:lnTo>
                <a:lnTo>
                  <a:pt x="143372" y="5713"/>
                </a:lnTo>
                <a:lnTo>
                  <a:pt x="143231" y="5411"/>
                </a:lnTo>
                <a:lnTo>
                  <a:pt x="143080" y="5115"/>
                </a:lnTo>
                <a:lnTo>
                  <a:pt x="142918" y="4827"/>
                </a:lnTo>
                <a:lnTo>
                  <a:pt x="142747" y="4545"/>
                </a:lnTo>
                <a:lnTo>
                  <a:pt x="142564" y="4270"/>
                </a:lnTo>
                <a:lnTo>
                  <a:pt x="142371" y="4002"/>
                </a:lnTo>
                <a:lnTo>
                  <a:pt x="142168" y="3741"/>
                </a:lnTo>
                <a:lnTo>
                  <a:pt x="141954" y="3487"/>
                </a:lnTo>
                <a:lnTo>
                  <a:pt x="141730" y="3239"/>
                </a:lnTo>
                <a:lnTo>
                  <a:pt x="141496" y="2999"/>
                </a:lnTo>
                <a:lnTo>
                  <a:pt x="141251" y="2765"/>
                </a:lnTo>
                <a:lnTo>
                  <a:pt x="140997" y="2540"/>
                </a:lnTo>
                <a:lnTo>
                  <a:pt x="140735" y="2324"/>
                </a:lnTo>
                <a:lnTo>
                  <a:pt x="140466" y="2117"/>
                </a:lnTo>
                <a:lnTo>
                  <a:pt x="140189" y="1920"/>
                </a:lnTo>
                <a:lnTo>
                  <a:pt x="139904" y="1733"/>
                </a:lnTo>
                <a:lnTo>
                  <a:pt x="139612" y="1555"/>
                </a:lnTo>
                <a:lnTo>
                  <a:pt x="139312" y="1387"/>
                </a:lnTo>
                <a:lnTo>
                  <a:pt x="139004" y="1229"/>
                </a:lnTo>
                <a:lnTo>
                  <a:pt x="138689" y="1080"/>
                </a:lnTo>
                <a:lnTo>
                  <a:pt x="138366" y="941"/>
                </a:lnTo>
                <a:lnTo>
                  <a:pt x="138035" y="811"/>
                </a:lnTo>
                <a:lnTo>
                  <a:pt x="137696" y="691"/>
                </a:lnTo>
                <a:lnTo>
                  <a:pt x="137350" y="581"/>
                </a:lnTo>
                <a:lnTo>
                  <a:pt x="136996" y="480"/>
                </a:lnTo>
                <a:lnTo>
                  <a:pt x="136635" y="389"/>
                </a:lnTo>
                <a:lnTo>
                  <a:pt x="136265" y="307"/>
                </a:lnTo>
                <a:lnTo>
                  <a:pt x="135888" y="235"/>
                </a:lnTo>
                <a:lnTo>
                  <a:pt x="135504" y="173"/>
                </a:lnTo>
                <a:lnTo>
                  <a:pt x="135112" y="120"/>
                </a:lnTo>
                <a:lnTo>
                  <a:pt x="134712" y="77"/>
                </a:lnTo>
                <a:lnTo>
                  <a:pt x="134304" y="43"/>
                </a:lnTo>
                <a:lnTo>
                  <a:pt x="133889" y="19"/>
                </a:lnTo>
                <a:lnTo>
                  <a:pt x="133466" y="5"/>
                </a:lnTo>
                <a:lnTo>
                  <a:pt x="133035" y="0"/>
                </a:lnTo>
                <a:lnTo>
                  <a:pt x="132604" y="5"/>
                </a:lnTo>
                <a:lnTo>
                  <a:pt x="132181" y="19"/>
                </a:lnTo>
                <a:lnTo>
                  <a:pt x="131766" y="43"/>
                </a:lnTo>
                <a:lnTo>
                  <a:pt x="131359" y="77"/>
                </a:lnTo>
                <a:lnTo>
                  <a:pt x="130959" y="120"/>
                </a:lnTo>
                <a:lnTo>
                  <a:pt x="130567" y="173"/>
                </a:lnTo>
                <a:lnTo>
                  <a:pt x="130182" y="235"/>
                </a:lnTo>
                <a:lnTo>
                  <a:pt x="129805" y="307"/>
                </a:lnTo>
                <a:lnTo>
                  <a:pt x="129436" y="389"/>
                </a:lnTo>
                <a:lnTo>
                  <a:pt x="129075" y="480"/>
                </a:lnTo>
                <a:lnTo>
                  <a:pt x="128721" y="581"/>
                </a:lnTo>
                <a:lnTo>
                  <a:pt x="128375" y="691"/>
                </a:lnTo>
                <a:lnTo>
                  <a:pt x="128036" y="811"/>
                </a:lnTo>
                <a:lnTo>
                  <a:pt x="127705" y="941"/>
                </a:lnTo>
                <a:lnTo>
                  <a:pt x="127382" y="1080"/>
                </a:lnTo>
                <a:lnTo>
                  <a:pt x="127067" y="1229"/>
                </a:lnTo>
                <a:lnTo>
                  <a:pt x="126759" y="1387"/>
                </a:lnTo>
                <a:lnTo>
                  <a:pt x="126459" y="1555"/>
                </a:lnTo>
                <a:lnTo>
                  <a:pt x="126166" y="1733"/>
                </a:lnTo>
                <a:lnTo>
                  <a:pt x="125881" y="1920"/>
                </a:lnTo>
                <a:lnTo>
                  <a:pt x="125604" y="2117"/>
                </a:lnTo>
                <a:lnTo>
                  <a:pt x="125335" y="2324"/>
                </a:lnTo>
                <a:lnTo>
                  <a:pt x="125073" y="2540"/>
                </a:lnTo>
                <a:lnTo>
                  <a:pt x="124819" y="2765"/>
                </a:lnTo>
                <a:lnTo>
                  <a:pt x="124574" y="2999"/>
                </a:lnTo>
                <a:lnTo>
                  <a:pt x="124339" y="3239"/>
                </a:lnTo>
                <a:lnTo>
                  <a:pt x="124115" y="3487"/>
                </a:lnTo>
                <a:lnTo>
                  <a:pt x="123902" y="3741"/>
                </a:lnTo>
                <a:lnTo>
                  <a:pt x="123698" y="4002"/>
                </a:lnTo>
                <a:lnTo>
                  <a:pt x="123506" y="4270"/>
                </a:lnTo>
                <a:lnTo>
                  <a:pt x="123323" y="4545"/>
                </a:lnTo>
                <a:lnTo>
                  <a:pt x="123151" y="4827"/>
                </a:lnTo>
                <a:lnTo>
                  <a:pt x="122990" y="5115"/>
                </a:lnTo>
                <a:lnTo>
                  <a:pt x="122839" y="5411"/>
                </a:lnTo>
                <a:lnTo>
                  <a:pt x="122698" y="5713"/>
                </a:lnTo>
                <a:lnTo>
                  <a:pt x="122568" y="6022"/>
                </a:lnTo>
                <a:lnTo>
                  <a:pt x="122448" y="6338"/>
                </a:lnTo>
                <a:lnTo>
                  <a:pt x="122338" y="6661"/>
                </a:lnTo>
                <a:lnTo>
                  <a:pt x="122239" y="6991"/>
                </a:lnTo>
                <a:lnTo>
                  <a:pt x="122151" y="7328"/>
                </a:lnTo>
                <a:lnTo>
                  <a:pt x="122073" y="7671"/>
                </a:lnTo>
                <a:lnTo>
                  <a:pt x="122005" y="8021"/>
                </a:lnTo>
                <a:lnTo>
                  <a:pt x="121948" y="8379"/>
                </a:lnTo>
                <a:lnTo>
                  <a:pt x="121901" y="8743"/>
                </a:lnTo>
                <a:lnTo>
                  <a:pt x="121864" y="9114"/>
                </a:lnTo>
                <a:lnTo>
                  <a:pt x="121838" y="9492"/>
                </a:lnTo>
                <a:lnTo>
                  <a:pt x="121822" y="9876"/>
                </a:lnTo>
                <a:lnTo>
                  <a:pt x="121817" y="10268"/>
                </a:lnTo>
                <a:lnTo>
                  <a:pt x="121822" y="10646"/>
                </a:lnTo>
                <a:lnTo>
                  <a:pt x="121838" y="11018"/>
                </a:lnTo>
                <a:lnTo>
                  <a:pt x="121864" y="11384"/>
                </a:lnTo>
                <a:lnTo>
                  <a:pt x="121901" y="11743"/>
                </a:lnTo>
                <a:lnTo>
                  <a:pt x="121948" y="12095"/>
                </a:lnTo>
                <a:lnTo>
                  <a:pt x="122005" y="12441"/>
                </a:lnTo>
                <a:lnTo>
                  <a:pt x="122073" y="12780"/>
                </a:lnTo>
                <a:lnTo>
                  <a:pt x="122151" y="13112"/>
                </a:lnTo>
                <a:lnTo>
                  <a:pt x="122239" y="13438"/>
                </a:lnTo>
                <a:lnTo>
                  <a:pt x="122338" y="13758"/>
                </a:lnTo>
                <a:lnTo>
                  <a:pt x="122448" y="14070"/>
                </a:lnTo>
                <a:lnTo>
                  <a:pt x="122568" y="14376"/>
                </a:lnTo>
                <a:lnTo>
                  <a:pt x="122698" y="14676"/>
                </a:lnTo>
                <a:lnTo>
                  <a:pt x="122839" y="14969"/>
                </a:lnTo>
                <a:lnTo>
                  <a:pt x="122990" y="15255"/>
                </a:lnTo>
                <a:lnTo>
                  <a:pt x="123151" y="15535"/>
                </a:lnTo>
                <a:lnTo>
                  <a:pt x="123323" y="15808"/>
                </a:lnTo>
                <a:lnTo>
                  <a:pt x="123506" y="16075"/>
                </a:lnTo>
                <a:lnTo>
                  <a:pt x="123698" y="16335"/>
                </a:lnTo>
                <a:lnTo>
                  <a:pt x="123902" y="16588"/>
                </a:lnTo>
                <a:lnTo>
                  <a:pt x="124115" y="16835"/>
                </a:lnTo>
                <a:lnTo>
                  <a:pt x="124339" y="17076"/>
                </a:lnTo>
                <a:lnTo>
                  <a:pt x="124574" y="17309"/>
                </a:lnTo>
                <a:lnTo>
                  <a:pt x="124819" y="17536"/>
                </a:lnTo>
                <a:lnTo>
                  <a:pt x="125073" y="17756"/>
                </a:lnTo>
                <a:lnTo>
                  <a:pt x="125335" y="17965"/>
                </a:lnTo>
                <a:lnTo>
                  <a:pt x="125604" y="18166"/>
                </a:lnTo>
                <a:lnTo>
                  <a:pt x="125881" y="18357"/>
                </a:lnTo>
                <a:lnTo>
                  <a:pt x="126166" y="18539"/>
                </a:lnTo>
                <a:lnTo>
                  <a:pt x="126459" y="18711"/>
                </a:lnTo>
                <a:lnTo>
                  <a:pt x="126759" y="18875"/>
                </a:lnTo>
                <a:lnTo>
                  <a:pt x="127067" y="19028"/>
                </a:lnTo>
                <a:lnTo>
                  <a:pt x="127382" y="19173"/>
                </a:lnTo>
                <a:lnTo>
                  <a:pt x="127705" y="19308"/>
                </a:lnTo>
                <a:lnTo>
                  <a:pt x="128036" y="19434"/>
                </a:lnTo>
                <a:lnTo>
                  <a:pt x="128375" y="19551"/>
                </a:lnTo>
                <a:lnTo>
                  <a:pt x="128721" y="19658"/>
                </a:lnTo>
                <a:lnTo>
                  <a:pt x="129075" y="19756"/>
                </a:lnTo>
                <a:lnTo>
                  <a:pt x="129436" y="19844"/>
                </a:lnTo>
                <a:lnTo>
                  <a:pt x="129805" y="19924"/>
                </a:lnTo>
                <a:lnTo>
                  <a:pt x="130182" y="19994"/>
                </a:lnTo>
                <a:lnTo>
                  <a:pt x="130567" y="20054"/>
                </a:lnTo>
                <a:lnTo>
                  <a:pt x="130959" y="20106"/>
                </a:lnTo>
                <a:lnTo>
                  <a:pt x="131359" y="20147"/>
                </a:lnTo>
                <a:lnTo>
                  <a:pt x="131766" y="20180"/>
                </a:lnTo>
                <a:lnTo>
                  <a:pt x="132181" y="20203"/>
                </a:lnTo>
                <a:lnTo>
                  <a:pt x="132604" y="20217"/>
                </a:lnTo>
                <a:lnTo>
                  <a:pt x="133035" y="20222"/>
                </a:lnTo>
                <a:lnTo>
                  <a:pt x="133466" y="20217"/>
                </a:lnTo>
                <a:lnTo>
                  <a:pt x="133889" y="20203"/>
                </a:lnTo>
                <a:lnTo>
                  <a:pt x="134304" y="20180"/>
                </a:lnTo>
                <a:lnTo>
                  <a:pt x="134712" y="20147"/>
                </a:lnTo>
                <a:close/>
                <a:moveTo>
                  <a:pt x="508627" y="57530"/>
                </a:moveTo>
                <a:lnTo>
                  <a:pt x="509107" y="57470"/>
                </a:lnTo>
                <a:lnTo>
                  <a:pt x="509575" y="57399"/>
                </a:lnTo>
                <a:lnTo>
                  <a:pt x="510033" y="57316"/>
                </a:lnTo>
                <a:lnTo>
                  <a:pt x="510479" y="57223"/>
                </a:lnTo>
                <a:lnTo>
                  <a:pt x="510915" y="57119"/>
                </a:lnTo>
                <a:lnTo>
                  <a:pt x="511340" y="57004"/>
                </a:lnTo>
                <a:lnTo>
                  <a:pt x="511753" y="56878"/>
                </a:lnTo>
                <a:lnTo>
                  <a:pt x="512156" y="56741"/>
                </a:lnTo>
                <a:lnTo>
                  <a:pt x="512548" y="56593"/>
                </a:lnTo>
                <a:lnTo>
                  <a:pt x="512928" y="56434"/>
                </a:lnTo>
                <a:lnTo>
                  <a:pt x="513298" y="56264"/>
                </a:lnTo>
                <a:lnTo>
                  <a:pt x="513657" y="56083"/>
                </a:lnTo>
                <a:lnTo>
                  <a:pt x="514005" y="55891"/>
                </a:lnTo>
                <a:lnTo>
                  <a:pt x="514341" y="55688"/>
                </a:lnTo>
                <a:lnTo>
                  <a:pt x="514667" y="55474"/>
                </a:lnTo>
                <a:lnTo>
                  <a:pt x="514982" y="55249"/>
                </a:lnTo>
                <a:lnTo>
                  <a:pt x="515286" y="55013"/>
                </a:lnTo>
                <a:lnTo>
                  <a:pt x="515579" y="54767"/>
                </a:lnTo>
                <a:lnTo>
                  <a:pt x="515861" y="54509"/>
                </a:lnTo>
                <a:lnTo>
                  <a:pt x="516131" y="54242"/>
                </a:lnTo>
                <a:lnTo>
                  <a:pt x="516391" y="53967"/>
                </a:lnTo>
                <a:lnTo>
                  <a:pt x="516638" y="53684"/>
                </a:lnTo>
                <a:lnTo>
                  <a:pt x="516874" y="53394"/>
                </a:lnTo>
                <a:lnTo>
                  <a:pt x="517099" y="53096"/>
                </a:lnTo>
                <a:lnTo>
                  <a:pt x="517312" y="52791"/>
                </a:lnTo>
                <a:lnTo>
                  <a:pt x="517514" y="52477"/>
                </a:lnTo>
                <a:lnTo>
                  <a:pt x="517704" y="52156"/>
                </a:lnTo>
                <a:lnTo>
                  <a:pt x="517882" y="51828"/>
                </a:lnTo>
                <a:lnTo>
                  <a:pt x="518049" y="51491"/>
                </a:lnTo>
                <a:lnTo>
                  <a:pt x="518205" y="51147"/>
                </a:lnTo>
                <a:lnTo>
                  <a:pt x="518349" y="50796"/>
                </a:lnTo>
                <a:lnTo>
                  <a:pt x="518481" y="50436"/>
                </a:lnTo>
                <a:lnTo>
                  <a:pt x="518602" y="50069"/>
                </a:lnTo>
                <a:lnTo>
                  <a:pt x="518712" y="49695"/>
                </a:lnTo>
                <a:lnTo>
                  <a:pt x="518809" y="49312"/>
                </a:lnTo>
                <a:lnTo>
                  <a:pt x="518896" y="48922"/>
                </a:lnTo>
                <a:lnTo>
                  <a:pt x="518971" y="48525"/>
                </a:lnTo>
                <a:lnTo>
                  <a:pt x="519034" y="48119"/>
                </a:lnTo>
                <a:lnTo>
                  <a:pt x="519086" y="47706"/>
                </a:lnTo>
                <a:lnTo>
                  <a:pt x="519126" y="47285"/>
                </a:lnTo>
                <a:lnTo>
                  <a:pt x="519155" y="46857"/>
                </a:lnTo>
                <a:lnTo>
                  <a:pt x="519172" y="46421"/>
                </a:lnTo>
                <a:lnTo>
                  <a:pt x="519178" y="45977"/>
                </a:lnTo>
                <a:lnTo>
                  <a:pt x="519172" y="45533"/>
                </a:lnTo>
                <a:lnTo>
                  <a:pt x="519155" y="45097"/>
                </a:lnTo>
                <a:lnTo>
                  <a:pt x="519126" y="44668"/>
                </a:lnTo>
                <a:lnTo>
                  <a:pt x="519086" y="44247"/>
                </a:lnTo>
                <a:lnTo>
                  <a:pt x="519034" y="43834"/>
                </a:lnTo>
                <a:lnTo>
                  <a:pt x="518971" y="43429"/>
                </a:lnTo>
                <a:lnTo>
                  <a:pt x="518896" y="43031"/>
                </a:lnTo>
                <a:lnTo>
                  <a:pt x="518809" y="42641"/>
                </a:lnTo>
                <a:lnTo>
                  <a:pt x="518712" y="42258"/>
                </a:lnTo>
                <a:lnTo>
                  <a:pt x="518602" y="41884"/>
                </a:lnTo>
                <a:lnTo>
                  <a:pt x="518481" y="41517"/>
                </a:lnTo>
                <a:lnTo>
                  <a:pt x="518349" y="41157"/>
                </a:lnTo>
                <a:lnTo>
                  <a:pt x="518205" y="40806"/>
                </a:lnTo>
                <a:lnTo>
                  <a:pt x="518049" y="40462"/>
                </a:lnTo>
                <a:lnTo>
                  <a:pt x="517882" y="40125"/>
                </a:lnTo>
                <a:lnTo>
                  <a:pt x="517704" y="39797"/>
                </a:lnTo>
                <a:lnTo>
                  <a:pt x="517514" y="39476"/>
                </a:lnTo>
                <a:lnTo>
                  <a:pt x="517312" y="39163"/>
                </a:lnTo>
                <a:lnTo>
                  <a:pt x="517099" y="38857"/>
                </a:lnTo>
                <a:lnTo>
                  <a:pt x="516874" y="38559"/>
                </a:lnTo>
                <a:lnTo>
                  <a:pt x="516638" y="38269"/>
                </a:lnTo>
                <a:lnTo>
                  <a:pt x="516391" y="37987"/>
                </a:lnTo>
                <a:lnTo>
                  <a:pt x="516131" y="37712"/>
                </a:lnTo>
                <a:lnTo>
                  <a:pt x="515861" y="37445"/>
                </a:lnTo>
                <a:lnTo>
                  <a:pt x="515579" y="37187"/>
                </a:lnTo>
                <a:lnTo>
                  <a:pt x="515286" y="36940"/>
                </a:lnTo>
                <a:lnTo>
                  <a:pt x="514982" y="36704"/>
                </a:lnTo>
                <a:lnTo>
                  <a:pt x="514667" y="36479"/>
                </a:lnTo>
                <a:lnTo>
                  <a:pt x="514341" y="36265"/>
                </a:lnTo>
                <a:lnTo>
                  <a:pt x="514005" y="36062"/>
                </a:lnTo>
                <a:lnTo>
                  <a:pt x="513657" y="35870"/>
                </a:lnTo>
                <a:lnTo>
                  <a:pt x="513298" y="35689"/>
                </a:lnTo>
                <a:lnTo>
                  <a:pt x="512928" y="35519"/>
                </a:lnTo>
                <a:lnTo>
                  <a:pt x="512548" y="35360"/>
                </a:lnTo>
                <a:lnTo>
                  <a:pt x="512156" y="35212"/>
                </a:lnTo>
                <a:lnTo>
                  <a:pt x="511753" y="35075"/>
                </a:lnTo>
                <a:lnTo>
                  <a:pt x="511340" y="34948"/>
                </a:lnTo>
                <a:lnTo>
                  <a:pt x="510915" y="34833"/>
                </a:lnTo>
                <a:lnTo>
                  <a:pt x="510479" y="34729"/>
                </a:lnTo>
                <a:lnTo>
                  <a:pt x="510033" y="34636"/>
                </a:lnTo>
                <a:lnTo>
                  <a:pt x="509575" y="34553"/>
                </a:lnTo>
                <a:lnTo>
                  <a:pt x="509107" y="34482"/>
                </a:lnTo>
                <a:lnTo>
                  <a:pt x="508627" y="34422"/>
                </a:lnTo>
                <a:lnTo>
                  <a:pt x="508137" y="34372"/>
                </a:lnTo>
                <a:lnTo>
                  <a:pt x="507636" y="34334"/>
                </a:lnTo>
                <a:lnTo>
                  <a:pt x="507123" y="34306"/>
                </a:lnTo>
                <a:lnTo>
                  <a:pt x="506600" y="34290"/>
                </a:lnTo>
                <a:lnTo>
                  <a:pt x="506065" y="34284"/>
                </a:lnTo>
                <a:lnTo>
                  <a:pt x="505531" y="34290"/>
                </a:lnTo>
                <a:lnTo>
                  <a:pt x="505008" y="34306"/>
                </a:lnTo>
                <a:lnTo>
                  <a:pt x="504495" y="34334"/>
                </a:lnTo>
                <a:lnTo>
                  <a:pt x="503994" y="34372"/>
                </a:lnTo>
                <a:lnTo>
                  <a:pt x="503503" y="34422"/>
                </a:lnTo>
                <a:lnTo>
                  <a:pt x="503024" y="34482"/>
                </a:lnTo>
                <a:lnTo>
                  <a:pt x="502555" y="34553"/>
                </a:lnTo>
                <a:lnTo>
                  <a:pt x="502098" y="34636"/>
                </a:lnTo>
                <a:lnTo>
                  <a:pt x="501651" y="34729"/>
                </a:lnTo>
                <a:lnTo>
                  <a:pt x="501216" y="34833"/>
                </a:lnTo>
                <a:lnTo>
                  <a:pt x="500791" y="34948"/>
                </a:lnTo>
                <a:lnTo>
                  <a:pt x="500377" y="35075"/>
                </a:lnTo>
                <a:lnTo>
                  <a:pt x="499974" y="35212"/>
                </a:lnTo>
                <a:lnTo>
                  <a:pt x="499583" y="35360"/>
                </a:lnTo>
                <a:lnTo>
                  <a:pt x="499202" y="35519"/>
                </a:lnTo>
                <a:lnTo>
                  <a:pt x="498832" y="35689"/>
                </a:lnTo>
                <a:lnTo>
                  <a:pt x="498473" y="35870"/>
                </a:lnTo>
                <a:lnTo>
                  <a:pt x="498125" y="36062"/>
                </a:lnTo>
                <a:lnTo>
                  <a:pt x="497788" y="36265"/>
                </a:lnTo>
                <a:lnTo>
                  <a:pt x="497462" y="36479"/>
                </a:lnTo>
                <a:lnTo>
                  <a:pt x="497147" y="36704"/>
                </a:lnTo>
                <a:lnTo>
                  <a:pt x="496843" y="36940"/>
                </a:lnTo>
                <a:lnTo>
                  <a:pt x="496550" y="37187"/>
                </a:lnTo>
                <a:lnTo>
                  <a:pt x="496268" y="37445"/>
                </a:lnTo>
                <a:lnTo>
                  <a:pt x="495997" y="37712"/>
                </a:lnTo>
                <a:lnTo>
                  <a:pt x="495738" y="37987"/>
                </a:lnTo>
                <a:lnTo>
                  <a:pt x="495490" y="38269"/>
                </a:lnTo>
                <a:lnTo>
                  <a:pt x="495254" y="38559"/>
                </a:lnTo>
                <a:lnTo>
                  <a:pt x="495030" y="38857"/>
                </a:lnTo>
                <a:lnTo>
                  <a:pt x="494817" y="39163"/>
                </a:lnTo>
                <a:lnTo>
                  <a:pt x="494615" y="39476"/>
                </a:lnTo>
                <a:lnTo>
                  <a:pt x="494425" y="39797"/>
                </a:lnTo>
                <a:lnTo>
                  <a:pt x="494246" y="40125"/>
                </a:lnTo>
                <a:lnTo>
                  <a:pt x="494079" y="40462"/>
                </a:lnTo>
                <a:lnTo>
                  <a:pt x="493924" y="40806"/>
                </a:lnTo>
                <a:lnTo>
                  <a:pt x="493780" y="41157"/>
                </a:lnTo>
                <a:lnTo>
                  <a:pt x="493647" y="41517"/>
                </a:lnTo>
                <a:lnTo>
                  <a:pt x="493526" y="41884"/>
                </a:lnTo>
                <a:lnTo>
                  <a:pt x="493417" y="42258"/>
                </a:lnTo>
                <a:lnTo>
                  <a:pt x="493319" y="42641"/>
                </a:lnTo>
                <a:lnTo>
                  <a:pt x="493233" y="43031"/>
                </a:lnTo>
                <a:lnTo>
                  <a:pt x="493158" y="43429"/>
                </a:lnTo>
                <a:lnTo>
                  <a:pt x="493095" y="43834"/>
                </a:lnTo>
                <a:lnTo>
                  <a:pt x="493043" y="44247"/>
                </a:lnTo>
                <a:lnTo>
                  <a:pt x="493002" y="44668"/>
                </a:lnTo>
                <a:lnTo>
                  <a:pt x="492974" y="45097"/>
                </a:lnTo>
                <a:lnTo>
                  <a:pt x="492956" y="45533"/>
                </a:lnTo>
                <a:lnTo>
                  <a:pt x="492951" y="45977"/>
                </a:lnTo>
                <a:lnTo>
                  <a:pt x="492956" y="46421"/>
                </a:lnTo>
                <a:lnTo>
                  <a:pt x="492974" y="46857"/>
                </a:lnTo>
                <a:lnTo>
                  <a:pt x="493002" y="47285"/>
                </a:lnTo>
                <a:lnTo>
                  <a:pt x="493043" y="47706"/>
                </a:lnTo>
                <a:lnTo>
                  <a:pt x="493095" y="48119"/>
                </a:lnTo>
                <a:lnTo>
                  <a:pt x="493158" y="48525"/>
                </a:lnTo>
                <a:lnTo>
                  <a:pt x="493233" y="48922"/>
                </a:lnTo>
                <a:lnTo>
                  <a:pt x="493319" y="49312"/>
                </a:lnTo>
                <a:lnTo>
                  <a:pt x="493417" y="49695"/>
                </a:lnTo>
                <a:lnTo>
                  <a:pt x="493526" y="50069"/>
                </a:lnTo>
                <a:lnTo>
                  <a:pt x="493647" y="50436"/>
                </a:lnTo>
                <a:lnTo>
                  <a:pt x="493780" y="50796"/>
                </a:lnTo>
                <a:lnTo>
                  <a:pt x="493924" y="51147"/>
                </a:lnTo>
                <a:lnTo>
                  <a:pt x="494079" y="51491"/>
                </a:lnTo>
                <a:lnTo>
                  <a:pt x="494246" y="51828"/>
                </a:lnTo>
                <a:lnTo>
                  <a:pt x="494425" y="52156"/>
                </a:lnTo>
                <a:lnTo>
                  <a:pt x="494615" y="52477"/>
                </a:lnTo>
                <a:lnTo>
                  <a:pt x="494817" y="52791"/>
                </a:lnTo>
                <a:lnTo>
                  <a:pt x="495030" y="53096"/>
                </a:lnTo>
                <a:lnTo>
                  <a:pt x="495254" y="53394"/>
                </a:lnTo>
                <a:lnTo>
                  <a:pt x="495490" y="53684"/>
                </a:lnTo>
                <a:lnTo>
                  <a:pt x="495738" y="53967"/>
                </a:lnTo>
                <a:lnTo>
                  <a:pt x="495997" y="54242"/>
                </a:lnTo>
                <a:lnTo>
                  <a:pt x="496268" y="54509"/>
                </a:lnTo>
                <a:lnTo>
                  <a:pt x="496550" y="54767"/>
                </a:lnTo>
                <a:lnTo>
                  <a:pt x="496843" y="55013"/>
                </a:lnTo>
                <a:lnTo>
                  <a:pt x="497147" y="55249"/>
                </a:lnTo>
                <a:lnTo>
                  <a:pt x="497462" y="55474"/>
                </a:lnTo>
                <a:lnTo>
                  <a:pt x="497788" y="55688"/>
                </a:lnTo>
                <a:lnTo>
                  <a:pt x="498125" y="55891"/>
                </a:lnTo>
                <a:lnTo>
                  <a:pt x="498473" y="56083"/>
                </a:lnTo>
                <a:lnTo>
                  <a:pt x="498832" y="56264"/>
                </a:lnTo>
                <a:lnTo>
                  <a:pt x="499202" y="56434"/>
                </a:lnTo>
                <a:lnTo>
                  <a:pt x="499583" y="56593"/>
                </a:lnTo>
                <a:lnTo>
                  <a:pt x="499974" y="56741"/>
                </a:lnTo>
                <a:lnTo>
                  <a:pt x="500377" y="56878"/>
                </a:lnTo>
                <a:lnTo>
                  <a:pt x="500791" y="57004"/>
                </a:lnTo>
                <a:lnTo>
                  <a:pt x="501216" y="57119"/>
                </a:lnTo>
                <a:lnTo>
                  <a:pt x="501651" y="57223"/>
                </a:lnTo>
                <a:lnTo>
                  <a:pt x="502098" y="57316"/>
                </a:lnTo>
                <a:lnTo>
                  <a:pt x="502555" y="57399"/>
                </a:lnTo>
                <a:lnTo>
                  <a:pt x="503024" y="57470"/>
                </a:lnTo>
                <a:lnTo>
                  <a:pt x="503503" y="57530"/>
                </a:lnTo>
                <a:lnTo>
                  <a:pt x="503994" y="57579"/>
                </a:lnTo>
                <a:lnTo>
                  <a:pt x="504495" y="57618"/>
                </a:lnTo>
                <a:lnTo>
                  <a:pt x="505008" y="57645"/>
                </a:lnTo>
                <a:lnTo>
                  <a:pt x="505531" y="57662"/>
                </a:lnTo>
                <a:lnTo>
                  <a:pt x="506065" y="57667"/>
                </a:lnTo>
                <a:lnTo>
                  <a:pt x="506600" y="57662"/>
                </a:lnTo>
                <a:lnTo>
                  <a:pt x="507123" y="57645"/>
                </a:lnTo>
                <a:lnTo>
                  <a:pt x="507636" y="57618"/>
                </a:lnTo>
                <a:lnTo>
                  <a:pt x="508137" y="57579"/>
                </a:lnTo>
                <a:lnTo>
                  <a:pt x="508627" y="57530"/>
                </a:lnTo>
                <a:close/>
                <a:moveTo>
                  <a:pt x="39499" y="47713"/>
                </a:moveTo>
                <a:lnTo>
                  <a:pt x="39499" y="29545"/>
                </a:lnTo>
                <a:lnTo>
                  <a:pt x="39504" y="29167"/>
                </a:lnTo>
                <a:lnTo>
                  <a:pt x="39517" y="28797"/>
                </a:lnTo>
                <a:lnTo>
                  <a:pt x="39540" y="28435"/>
                </a:lnTo>
                <a:lnTo>
                  <a:pt x="39572" y="28081"/>
                </a:lnTo>
                <a:lnTo>
                  <a:pt x="39612" y="27735"/>
                </a:lnTo>
                <a:lnTo>
                  <a:pt x="39662" y="27397"/>
                </a:lnTo>
                <a:lnTo>
                  <a:pt x="39721" y="27066"/>
                </a:lnTo>
                <a:lnTo>
                  <a:pt x="39789" y="26744"/>
                </a:lnTo>
                <a:lnTo>
                  <a:pt x="39866" y="26430"/>
                </a:lnTo>
                <a:lnTo>
                  <a:pt x="39952" y="26124"/>
                </a:lnTo>
                <a:lnTo>
                  <a:pt x="40047" y="25825"/>
                </a:lnTo>
                <a:lnTo>
                  <a:pt x="40151" y="25535"/>
                </a:lnTo>
                <a:lnTo>
                  <a:pt x="40264" y="25253"/>
                </a:lnTo>
                <a:lnTo>
                  <a:pt x="40386" y="24978"/>
                </a:lnTo>
                <a:lnTo>
                  <a:pt x="40517" y="24712"/>
                </a:lnTo>
                <a:lnTo>
                  <a:pt x="40657" y="24453"/>
                </a:lnTo>
                <a:lnTo>
                  <a:pt x="40807" y="24203"/>
                </a:lnTo>
                <a:lnTo>
                  <a:pt x="40965" y="23960"/>
                </a:lnTo>
                <a:lnTo>
                  <a:pt x="41132" y="23725"/>
                </a:lnTo>
                <a:lnTo>
                  <a:pt x="41309" y="23499"/>
                </a:lnTo>
                <a:lnTo>
                  <a:pt x="41494" y="23280"/>
                </a:lnTo>
                <a:lnTo>
                  <a:pt x="41689" y="23069"/>
                </a:lnTo>
                <a:lnTo>
                  <a:pt x="41893" y="22866"/>
                </a:lnTo>
                <a:lnTo>
                  <a:pt x="42105" y="22671"/>
                </a:lnTo>
                <a:lnTo>
                  <a:pt x="42327" y="22485"/>
                </a:lnTo>
                <a:lnTo>
                  <a:pt x="42556" y="22306"/>
                </a:lnTo>
                <a:lnTo>
                  <a:pt x="42793" y="22135"/>
                </a:lnTo>
                <a:lnTo>
                  <a:pt x="43038" y="21972"/>
                </a:lnTo>
                <a:lnTo>
                  <a:pt x="43292" y="21817"/>
                </a:lnTo>
                <a:lnTo>
                  <a:pt x="43553" y="21669"/>
                </a:lnTo>
                <a:lnTo>
                  <a:pt x="43822" y="21530"/>
                </a:lnTo>
                <a:lnTo>
                  <a:pt x="44099" y="21399"/>
                </a:lnTo>
                <a:lnTo>
                  <a:pt x="44384" y="21276"/>
                </a:lnTo>
                <a:lnTo>
                  <a:pt x="44677" y="21161"/>
                </a:lnTo>
                <a:lnTo>
                  <a:pt x="44978" y="21053"/>
                </a:lnTo>
                <a:lnTo>
                  <a:pt x="45286" y="20954"/>
                </a:lnTo>
                <a:lnTo>
                  <a:pt x="45603" y="20862"/>
                </a:lnTo>
                <a:lnTo>
                  <a:pt x="45928" y="20779"/>
                </a:lnTo>
                <a:lnTo>
                  <a:pt x="46261" y="20703"/>
                </a:lnTo>
                <a:lnTo>
                  <a:pt x="46601" y="20636"/>
                </a:lnTo>
                <a:lnTo>
                  <a:pt x="46950" y="20576"/>
                </a:lnTo>
                <a:lnTo>
                  <a:pt x="47306" y="20524"/>
                </a:lnTo>
                <a:lnTo>
                  <a:pt x="47671" y="20481"/>
                </a:lnTo>
                <a:lnTo>
                  <a:pt x="48043" y="20445"/>
                </a:lnTo>
                <a:lnTo>
                  <a:pt x="48424" y="20417"/>
                </a:lnTo>
                <a:lnTo>
                  <a:pt x="48812" y="20397"/>
                </a:lnTo>
                <a:lnTo>
                  <a:pt x="49208" y="20385"/>
                </a:lnTo>
                <a:lnTo>
                  <a:pt x="49613" y="20381"/>
                </a:lnTo>
                <a:lnTo>
                  <a:pt x="75049" y="20381"/>
                </a:lnTo>
                <a:lnTo>
                  <a:pt x="75049" y="7425"/>
                </a:lnTo>
                <a:lnTo>
                  <a:pt x="49613" y="7425"/>
                </a:lnTo>
                <a:lnTo>
                  <a:pt x="48673" y="7436"/>
                </a:lnTo>
                <a:lnTo>
                  <a:pt x="47750" y="7467"/>
                </a:lnTo>
                <a:lnTo>
                  <a:pt x="46845" y="7518"/>
                </a:lnTo>
                <a:lnTo>
                  <a:pt x="45956" y="7590"/>
                </a:lnTo>
                <a:lnTo>
                  <a:pt x="45085" y="7683"/>
                </a:lnTo>
                <a:lnTo>
                  <a:pt x="44230" y="7796"/>
                </a:lnTo>
                <a:lnTo>
                  <a:pt x="43393" y="7929"/>
                </a:lnTo>
                <a:lnTo>
                  <a:pt x="42572" y="8084"/>
                </a:lnTo>
                <a:lnTo>
                  <a:pt x="41769" y="8259"/>
                </a:lnTo>
                <a:lnTo>
                  <a:pt x="40982" y="8454"/>
                </a:lnTo>
                <a:lnTo>
                  <a:pt x="40213" y="8670"/>
                </a:lnTo>
                <a:lnTo>
                  <a:pt x="39461" y="8907"/>
                </a:lnTo>
                <a:lnTo>
                  <a:pt x="38725" y="9164"/>
                </a:lnTo>
                <a:lnTo>
                  <a:pt x="38007" y="9442"/>
                </a:lnTo>
                <a:lnTo>
                  <a:pt x="37305" y="9740"/>
                </a:lnTo>
                <a:lnTo>
                  <a:pt x="36621" y="10059"/>
                </a:lnTo>
                <a:lnTo>
                  <a:pt x="35953" y="10399"/>
                </a:lnTo>
                <a:lnTo>
                  <a:pt x="35303" y="10759"/>
                </a:lnTo>
                <a:lnTo>
                  <a:pt x="34670" y="11139"/>
                </a:lnTo>
                <a:lnTo>
                  <a:pt x="34053" y="11541"/>
                </a:lnTo>
                <a:lnTo>
                  <a:pt x="33454" y="11962"/>
                </a:lnTo>
                <a:lnTo>
                  <a:pt x="32872" y="12405"/>
                </a:lnTo>
                <a:lnTo>
                  <a:pt x="32306" y="12868"/>
                </a:lnTo>
                <a:lnTo>
                  <a:pt x="31758" y="13351"/>
                </a:lnTo>
                <a:lnTo>
                  <a:pt x="31229" y="13852"/>
                </a:lnTo>
                <a:lnTo>
                  <a:pt x="30723" y="14369"/>
                </a:lnTo>
                <a:lnTo>
                  <a:pt x="30240" y="14900"/>
                </a:lnTo>
                <a:lnTo>
                  <a:pt x="29779" y="15446"/>
                </a:lnTo>
                <a:lnTo>
                  <a:pt x="29340" y="16008"/>
                </a:lnTo>
                <a:lnTo>
                  <a:pt x="28924" y="16585"/>
                </a:lnTo>
                <a:lnTo>
                  <a:pt x="28530" y="17176"/>
                </a:lnTo>
                <a:lnTo>
                  <a:pt x="28159" y="17783"/>
                </a:lnTo>
                <a:lnTo>
                  <a:pt x="27810" y="18405"/>
                </a:lnTo>
                <a:lnTo>
                  <a:pt x="27484" y="19042"/>
                </a:lnTo>
                <a:lnTo>
                  <a:pt x="27181" y="19694"/>
                </a:lnTo>
                <a:lnTo>
                  <a:pt x="26900" y="20361"/>
                </a:lnTo>
                <a:lnTo>
                  <a:pt x="26641" y="21044"/>
                </a:lnTo>
                <a:lnTo>
                  <a:pt x="26405" y="21741"/>
                </a:lnTo>
                <a:lnTo>
                  <a:pt x="26191" y="22453"/>
                </a:lnTo>
                <a:lnTo>
                  <a:pt x="26000" y="23181"/>
                </a:lnTo>
                <a:lnTo>
                  <a:pt x="25831" y="23924"/>
                </a:lnTo>
                <a:lnTo>
                  <a:pt x="25685" y="24681"/>
                </a:lnTo>
                <a:lnTo>
                  <a:pt x="25561" y="25454"/>
                </a:lnTo>
                <a:lnTo>
                  <a:pt x="25460" y="26242"/>
                </a:lnTo>
                <a:lnTo>
                  <a:pt x="25381" y="27045"/>
                </a:lnTo>
                <a:lnTo>
                  <a:pt x="25325" y="27863"/>
                </a:lnTo>
                <a:lnTo>
                  <a:pt x="25291" y="28696"/>
                </a:lnTo>
                <a:lnTo>
                  <a:pt x="25280" y="29545"/>
                </a:lnTo>
                <a:lnTo>
                  <a:pt x="25280" y="47713"/>
                </a:lnTo>
                <a:lnTo>
                  <a:pt x="0" y="47713"/>
                </a:lnTo>
                <a:lnTo>
                  <a:pt x="0" y="60669"/>
                </a:lnTo>
                <a:lnTo>
                  <a:pt x="25280" y="60669"/>
                </a:lnTo>
                <a:lnTo>
                  <a:pt x="25280" y="122762"/>
                </a:lnTo>
                <a:lnTo>
                  <a:pt x="39499" y="122762"/>
                </a:lnTo>
                <a:lnTo>
                  <a:pt x="39499" y="60669"/>
                </a:lnTo>
                <a:lnTo>
                  <a:pt x="75049" y="60669"/>
                </a:lnTo>
                <a:lnTo>
                  <a:pt x="75049" y="47713"/>
                </a:lnTo>
                <a:lnTo>
                  <a:pt x="39499" y="47713"/>
                </a:lnTo>
                <a:close/>
                <a:moveTo>
                  <a:pt x="331125" y="109785"/>
                </a:moveTo>
                <a:lnTo>
                  <a:pt x="330721" y="109758"/>
                </a:lnTo>
                <a:lnTo>
                  <a:pt x="330325" y="109721"/>
                </a:lnTo>
                <a:lnTo>
                  <a:pt x="329936" y="109673"/>
                </a:lnTo>
                <a:lnTo>
                  <a:pt x="329553" y="109614"/>
                </a:lnTo>
                <a:lnTo>
                  <a:pt x="329178" y="109544"/>
                </a:lnTo>
                <a:lnTo>
                  <a:pt x="328811" y="109464"/>
                </a:lnTo>
                <a:lnTo>
                  <a:pt x="328450" y="109373"/>
                </a:lnTo>
                <a:lnTo>
                  <a:pt x="328096" y="109271"/>
                </a:lnTo>
                <a:lnTo>
                  <a:pt x="327750" y="109159"/>
                </a:lnTo>
                <a:lnTo>
                  <a:pt x="327410" y="109036"/>
                </a:lnTo>
                <a:lnTo>
                  <a:pt x="327078" y="108902"/>
                </a:lnTo>
                <a:lnTo>
                  <a:pt x="326753" y="108758"/>
                </a:lnTo>
                <a:lnTo>
                  <a:pt x="326435" y="108603"/>
                </a:lnTo>
                <a:lnTo>
                  <a:pt x="326124" y="108437"/>
                </a:lnTo>
                <a:lnTo>
                  <a:pt x="325820" y="108260"/>
                </a:lnTo>
                <a:lnTo>
                  <a:pt x="325524" y="108073"/>
                </a:lnTo>
                <a:lnTo>
                  <a:pt x="325234" y="107875"/>
                </a:lnTo>
                <a:lnTo>
                  <a:pt x="324952" y="107667"/>
                </a:lnTo>
                <a:lnTo>
                  <a:pt x="324677" y="107447"/>
                </a:lnTo>
                <a:lnTo>
                  <a:pt x="324408" y="107217"/>
                </a:lnTo>
                <a:lnTo>
                  <a:pt x="324147" y="106977"/>
                </a:lnTo>
                <a:lnTo>
                  <a:pt x="323894" y="106725"/>
                </a:lnTo>
                <a:lnTo>
                  <a:pt x="323649" y="106465"/>
                </a:lnTo>
                <a:lnTo>
                  <a:pt x="323414" y="106196"/>
                </a:lnTo>
                <a:lnTo>
                  <a:pt x="323190" y="105919"/>
                </a:lnTo>
                <a:lnTo>
                  <a:pt x="322976" y="105635"/>
                </a:lnTo>
                <a:lnTo>
                  <a:pt x="322773" y="105342"/>
                </a:lnTo>
                <a:lnTo>
                  <a:pt x="322580" y="105042"/>
                </a:lnTo>
                <a:lnTo>
                  <a:pt x="322398" y="104733"/>
                </a:lnTo>
                <a:lnTo>
                  <a:pt x="322226" y="104417"/>
                </a:lnTo>
                <a:lnTo>
                  <a:pt x="322064" y="104092"/>
                </a:lnTo>
                <a:lnTo>
                  <a:pt x="321913" y="103760"/>
                </a:lnTo>
                <a:lnTo>
                  <a:pt x="321773" y="103420"/>
                </a:lnTo>
                <a:lnTo>
                  <a:pt x="321642" y="103072"/>
                </a:lnTo>
                <a:lnTo>
                  <a:pt x="321523" y="102716"/>
                </a:lnTo>
                <a:lnTo>
                  <a:pt x="321413" y="102351"/>
                </a:lnTo>
                <a:lnTo>
                  <a:pt x="321314" y="101979"/>
                </a:lnTo>
                <a:lnTo>
                  <a:pt x="321226" y="101599"/>
                </a:lnTo>
                <a:lnTo>
                  <a:pt x="321147" y="101211"/>
                </a:lnTo>
                <a:lnTo>
                  <a:pt x="321080" y="100815"/>
                </a:lnTo>
                <a:lnTo>
                  <a:pt x="321022" y="100412"/>
                </a:lnTo>
                <a:lnTo>
                  <a:pt x="320975" y="100000"/>
                </a:lnTo>
                <a:lnTo>
                  <a:pt x="320939" y="99580"/>
                </a:lnTo>
                <a:lnTo>
                  <a:pt x="320913" y="99152"/>
                </a:lnTo>
                <a:lnTo>
                  <a:pt x="320897" y="98717"/>
                </a:lnTo>
                <a:lnTo>
                  <a:pt x="320892" y="98273"/>
                </a:lnTo>
                <a:lnTo>
                  <a:pt x="320892" y="7425"/>
                </a:lnTo>
                <a:lnTo>
                  <a:pt x="276653" y="7425"/>
                </a:lnTo>
                <a:lnTo>
                  <a:pt x="276653" y="20381"/>
                </a:lnTo>
                <a:lnTo>
                  <a:pt x="306673" y="20381"/>
                </a:lnTo>
                <a:lnTo>
                  <a:pt x="306673" y="98273"/>
                </a:lnTo>
                <a:lnTo>
                  <a:pt x="306678" y="98888"/>
                </a:lnTo>
                <a:lnTo>
                  <a:pt x="306695" y="99497"/>
                </a:lnTo>
                <a:lnTo>
                  <a:pt x="306722" y="100100"/>
                </a:lnTo>
                <a:lnTo>
                  <a:pt x="306761" y="100695"/>
                </a:lnTo>
                <a:lnTo>
                  <a:pt x="306810" y="101285"/>
                </a:lnTo>
                <a:lnTo>
                  <a:pt x="306870" y="101867"/>
                </a:lnTo>
                <a:lnTo>
                  <a:pt x="306942" y="102443"/>
                </a:lnTo>
                <a:lnTo>
                  <a:pt x="307024" y="103013"/>
                </a:lnTo>
                <a:lnTo>
                  <a:pt x="307117" y="103575"/>
                </a:lnTo>
                <a:lnTo>
                  <a:pt x="307221" y="104132"/>
                </a:lnTo>
                <a:lnTo>
                  <a:pt x="307336" y="104681"/>
                </a:lnTo>
                <a:lnTo>
                  <a:pt x="307462" y="105225"/>
                </a:lnTo>
                <a:lnTo>
                  <a:pt x="307600" y="105761"/>
                </a:lnTo>
                <a:lnTo>
                  <a:pt x="307748" y="106291"/>
                </a:lnTo>
                <a:lnTo>
                  <a:pt x="307907" y="106814"/>
                </a:lnTo>
                <a:lnTo>
                  <a:pt x="308077" y="107331"/>
                </a:lnTo>
                <a:lnTo>
                  <a:pt x="308257" y="107841"/>
                </a:lnTo>
                <a:lnTo>
                  <a:pt x="308449" y="108345"/>
                </a:lnTo>
                <a:lnTo>
                  <a:pt x="308652" y="108842"/>
                </a:lnTo>
                <a:lnTo>
                  <a:pt x="308866" y="109333"/>
                </a:lnTo>
                <a:lnTo>
                  <a:pt x="309091" y="109817"/>
                </a:lnTo>
                <a:lnTo>
                  <a:pt x="309327" y="110294"/>
                </a:lnTo>
                <a:lnTo>
                  <a:pt x="309573" y="110765"/>
                </a:lnTo>
                <a:lnTo>
                  <a:pt x="309831" y="111229"/>
                </a:lnTo>
                <a:lnTo>
                  <a:pt x="310099" y="111685"/>
                </a:lnTo>
                <a:lnTo>
                  <a:pt x="310375" y="112133"/>
                </a:lnTo>
                <a:lnTo>
                  <a:pt x="310661" y="112572"/>
                </a:lnTo>
                <a:lnTo>
                  <a:pt x="310955" y="113002"/>
                </a:lnTo>
                <a:lnTo>
                  <a:pt x="311258" y="113423"/>
                </a:lnTo>
                <a:lnTo>
                  <a:pt x="311569" y="113836"/>
                </a:lnTo>
                <a:lnTo>
                  <a:pt x="311890" y="114240"/>
                </a:lnTo>
                <a:lnTo>
                  <a:pt x="312219" y="114635"/>
                </a:lnTo>
                <a:lnTo>
                  <a:pt x="312557" y="115021"/>
                </a:lnTo>
                <a:lnTo>
                  <a:pt x="312904" y="115398"/>
                </a:lnTo>
                <a:lnTo>
                  <a:pt x="313259" y="115767"/>
                </a:lnTo>
                <a:lnTo>
                  <a:pt x="313623" y="116127"/>
                </a:lnTo>
                <a:lnTo>
                  <a:pt x="313996" y="116478"/>
                </a:lnTo>
                <a:lnTo>
                  <a:pt x="314378" y="116820"/>
                </a:lnTo>
                <a:lnTo>
                  <a:pt x="314769" y="117154"/>
                </a:lnTo>
                <a:lnTo>
                  <a:pt x="315168" y="117479"/>
                </a:lnTo>
                <a:lnTo>
                  <a:pt x="315576" y="117795"/>
                </a:lnTo>
                <a:lnTo>
                  <a:pt x="315993" y="118102"/>
                </a:lnTo>
                <a:lnTo>
                  <a:pt x="316419" y="118400"/>
                </a:lnTo>
                <a:lnTo>
                  <a:pt x="316853" y="118690"/>
                </a:lnTo>
                <a:lnTo>
                  <a:pt x="317297" y="118971"/>
                </a:lnTo>
                <a:lnTo>
                  <a:pt x="317749" y="119243"/>
                </a:lnTo>
                <a:lnTo>
                  <a:pt x="318209" y="119506"/>
                </a:lnTo>
                <a:lnTo>
                  <a:pt x="318679" y="119761"/>
                </a:lnTo>
                <a:lnTo>
                  <a:pt x="319156" y="120006"/>
                </a:lnTo>
                <a:lnTo>
                  <a:pt x="319640" y="120240"/>
                </a:lnTo>
                <a:lnTo>
                  <a:pt x="320131" y="120464"/>
                </a:lnTo>
                <a:lnTo>
                  <a:pt x="320628" y="120678"/>
                </a:lnTo>
                <a:lnTo>
                  <a:pt x="321132" y="120881"/>
                </a:lnTo>
                <a:lnTo>
                  <a:pt x="321642" y="121074"/>
                </a:lnTo>
                <a:lnTo>
                  <a:pt x="322159" y="121256"/>
                </a:lnTo>
                <a:lnTo>
                  <a:pt x="322682" y="121428"/>
                </a:lnTo>
                <a:lnTo>
                  <a:pt x="323213" y="121590"/>
                </a:lnTo>
                <a:lnTo>
                  <a:pt x="323749" y="121741"/>
                </a:lnTo>
                <a:lnTo>
                  <a:pt x="324292" y="121882"/>
                </a:lnTo>
                <a:lnTo>
                  <a:pt x="324842" y="122012"/>
                </a:lnTo>
                <a:lnTo>
                  <a:pt x="325399" y="122132"/>
                </a:lnTo>
                <a:lnTo>
                  <a:pt x="325962" y="122241"/>
                </a:lnTo>
                <a:lnTo>
                  <a:pt x="326531" y="122340"/>
                </a:lnTo>
                <a:lnTo>
                  <a:pt x="327107" y="122429"/>
                </a:lnTo>
                <a:lnTo>
                  <a:pt x="327690" y="122507"/>
                </a:lnTo>
                <a:lnTo>
                  <a:pt x="328279" y="122575"/>
                </a:lnTo>
                <a:lnTo>
                  <a:pt x="328875" y="122632"/>
                </a:lnTo>
                <a:lnTo>
                  <a:pt x="329477" y="122679"/>
                </a:lnTo>
                <a:lnTo>
                  <a:pt x="330086" y="122715"/>
                </a:lnTo>
                <a:lnTo>
                  <a:pt x="330702" y="122741"/>
                </a:lnTo>
                <a:lnTo>
                  <a:pt x="331324" y="122757"/>
                </a:lnTo>
                <a:lnTo>
                  <a:pt x="331953" y="122762"/>
                </a:lnTo>
                <a:lnTo>
                  <a:pt x="358812" y="122762"/>
                </a:lnTo>
                <a:lnTo>
                  <a:pt x="358812" y="109806"/>
                </a:lnTo>
                <a:lnTo>
                  <a:pt x="331953" y="109806"/>
                </a:lnTo>
                <a:lnTo>
                  <a:pt x="331535" y="109801"/>
                </a:lnTo>
                <a:lnTo>
                  <a:pt x="331125" y="109785"/>
                </a:lnTo>
                <a:close/>
                <a:moveTo>
                  <a:pt x="429293" y="48981"/>
                </a:moveTo>
                <a:lnTo>
                  <a:pt x="429074" y="48295"/>
                </a:lnTo>
                <a:lnTo>
                  <a:pt x="428832" y="47623"/>
                </a:lnTo>
                <a:lnTo>
                  <a:pt x="428567" y="46964"/>
                </a:lnTo>
                <a:lnTo>
                  <a:pt x="428279" y="46319"/>
                </a:lnTo>
                <a:lnTo>
                  <a:pt x="427968" y="45688"/>
                </a:lnTo>
                <a:lnTo>
                  <a:pt x="427634" y="45071"/>
                </a:lnTo>
                <a:lnTo>
                  <a:pt x="427276" y="44467"/>
                </a:lnTo>
                <a:lnTo>
                  <a:pt x="426896" y="43877"/>
                </a:lnTo>
                <a:lnTo>
                  <a:pt x="426493" y="43301"/>
                </a:lnTo>
                <a:lnTo>
                  <a:pt x="426066" y="42738"/>
                </a:lnTo>
                <a:lnTo>
                  <a:pt x="425617" y="42189"/>
                </a:lnTo>
                <a:lnTo>
                  <a:pt x="425145" y="41654"/>
                </a:lnTo>
                <a:lnTo>
                  <a:pt x="424649" y="41133"/>
                </a:lnTo>
                <a:lnTo>
                  <a:pt x="424131" y="40625"/>
                </a:lnTo>
                <a:lnTo>
                  <a:pt x="423589" y="40131"/>
                </a:lnTo>
                <a:lnTo>
                  <a:pt x="423029" y="39654"/>
                </a:lnTo>
                <a:lnTo>
                  <a:pt x="422455" y="39197"/>
                </a:lnTo>
                <a:lnTo>
                  <a:pt x="421866" y="38761"/>
                </a:lnTo>
                <a:lnTo>
                  <a:pt x="421263" y="38344"/>
                </a:lnTo>
                <a:lnTo>
                  <a:pt x="420646" y="37949"/>
                </a:lnTo>
                <a:lnTo>
                  <a:pt x="420015" y="37573"/>
                </a:lnTo>
                <a:lnTo>
                  <a:pt x="419369" y="37218"/>
                </a:lnTo>
                <a:lnTo>
                  <a:pt x="418710" y="36883"/>
                </a:lnTo>
                <a:lnTo>
                  <a:pt x="418035" y="36568"/>
                </a:lnTo>
                <a:lnTo>
                  <a:pt x="417347" y="36274"/>
                </a:lnTo>
                <a:lnTo>
                  <a:pt x="416644" y="36000"/>
                </a:lnTo>
                <a:lnTo>
                  <a:pt x="415927" y="35746"/>
                </a:lnTo>
                <a:lnTo>
                  <a:pt x="415196" y="35513"/>
                </a:lnTo>
                <a:lnTo>
                  <a:pt x="414451" y="35299"/>
                </a:lnTo>
                <a:lnTo>
                  <a:pt x="413691" y="35107"/>
                </a:lnTo>
                <a:lnTo>
                  <a:pt x="412917" y="34934"/>
                </a:lnTo>
                <a:lnTo>
                  <a:pt x="412129" y="34782"/>
                </a:lnTo>
                <a:lnTo>
                  <a:pt x="411326" y="34650"/>
                </a:lnTo>
                <a:lnTo>
                  <a:pt x="410510" y="34538"/>
                </a:lnTo>
                <a:lnTo>
                  <a:pt x="409679" y="34447"/>
                </a:lnTo>
                <a:lnTo>
                  <a:pt x="408833" y="34376"/>
                </a:lnTo>
                <a:lnTo>
                  <a:pt x="407974" y="34325"/>
                </a:lnTo>
                <a:lnTo>
                  <a:pt x="407100" y="34295"/>
                </a:lnTo>
                <a:lnTo>
                  <a:pt x="406212" y="34284"/>
                </a:lnTo>
                <a:lnTo>
                  <a:pt x="405128" y="34300"/>
                </a:lnTo>
                <a:lnTo>
                  <a:pt x="404063" y="34345"/>
                </a:lnTo>
                <a:lnTo>
                  <a:pt x="403017" y="34420"/>
                </a:lnTo>
                <a:lnTo>
                  <a:pt x="401989" y="34526"/>
                </a:lnTo>
                <a:lnTo>
                  <a:pt x="400980" y="34662"/>
                </a:lnTo>
                <a:lnTo>
                  <a:pt x="399990" y="34828"/>
                </a:lnTo>
                <a:lnTo>
                  <a:pt x="399019" y="35024"/>
                </a:lnTo>
                <a:lnTo>
                  <a:pt x="398066" y="35250"/>
                </a:lnTo>
                <a:lnTo>
                  <a:pt x="397131" y="35507"/>
                </a:lnTo>
                <a:lnTo>
                  <a:pt x="396216" y="35793"/>
                </a:lnTo>
                <a:lnTo>
                  <a:pt x="395319" y="36110"/>
                </a:lnTo>
                <a:lnTo>
                  <a:pt x="394440" y="36457"/>
                </a:lnTo>
                <a:lnTo>
                  <a:pt x="393581" y="36834"/>
                </a:lnTo>
                <a:lnTo>
                  <a:pt x="392740" y="37242"/>
                </a:lnTo>
                <a:lnTo>
                  <a:pt x="391917" y="37679"/>
                </a:lnTo>
                <a:lnTo>
                  <a:pt x="391114" y="38147"/>
                </a:lnTo>
                <a:lnTo>
                  <a:pt x="390329" y="38645"/>
                </a:lnTo>
                <a:lnTo>
                  <a:pt x="389562" y="39173"/>
                </a:lnTo>
                <a:lnTo>
                  <a:pt x="388814" y="39732"/>
                </a:lnTo>
                <a:lnTo>
                  <a:pt x="388085" y="40320"/>
                </a:lnTo>
                <a:lnTo>
                  <a:pt x="387375" y="40939"/>
                </a:lnTo>
                <a:lnTo>
                  <a:pt x="386683" y="41587"/>
                </a:lnTo>
                <a:lnTo>
                  <a:pt x="386010" y="42266"/>
                </a:lnTo>
                <a:lnTo>
                  <a:pt x="385356" y="42976"/>
                </a:lnTo>
                <a:lnTo>
                  <a:pt x="384724" y="43711"/>
                </a:lnTo>
                <a:lnTo>
                  <a:pt x="384119" y="44468"/>
                </a:lnTo>
                <a:lnTo>
                  <a:pt x="383541" y="45246"/>
                </a:lnTo>
                <a:lnTo>
                  <a:pt x="382990" y="46047"/>
                </a:lnTo>
                <a:lnTo>
                  <a:pt x="382466" y="46870"/>
                </a:lnTo>
                <a:lnTo>
                  <a:pt x="381969" y="47715"/>
                </a:lnTo>
                <a:lnTo>
                  <a:pt x="381499" y="48582"/>
                </a:lnTo>
                <a:lnTo>
                  <a:pt x="381055" y="49470"/>
                </a:lnTo>
                <a:lnTo>
                  <a:pt x="380638" y="50381"/>
                </a:lnTo>
                <a:lnTo>
                  <a:pt x="380249" y="51314"/>
                </a:lnTo>
                <a:lnTo>
                  <a:pt x="379886" y="52268"/>
                </a:lnTo>
                <a:lnTo>
                  <a:pt x="379550" y="53245"/>
                </a:lnTo>
                <a:lnTo>
                  <a:pt x="379241" y="54243"/>
                </a:lnTo>
                <a:lnTo>
                  <a:pt x="378958" y="55263"/>
                </a:lnTo>
                <a:lnTo>
                  <a:pt x="378703" y="56306"/>
                </a:lnTo>
                <a:lnTo>
                  <a:pt x="378475" y="57370"/>
                </a:lnTo>
                <a:lnTo>
                  <a:pt x="378273" y="58456"/>
                </a:lnTo>
                <a:lnTo>
                  <a:pt x="378098" y="59564"/>
                </a:lnTo>
                <a:lnTo>
                  <a:pt x="377950" y="60694"/>
                </a:lnTo>
                <a:lnTo>
                  <a:pt x="377830" y="61846"/>
                </a:lnTo>
                <a:lnTo>
                  <a:pt x="377735" y="63020"/>
                </a:lnTo>
                <a:lnTo>
                  <a:pt x="377668" y="64216"/>
                </a:lnTo>
                <a:lnTo>
                  <a:pt x="377628" y="65434"/>
                </a:lnTo>
                <a:lnTo>
                  <a:pt x="377614" y="66674"/>
                </a:lnTo>
                <a:lnTo>
                  <a:pt x="377614" y="92111"/>
                </a:lnTo>
                <a:lnTo>
                  <a:pt x="377628" y="93338"/>
                </a:lnTo>
                <a:lnTo>
                  <a:pt x="377669" y="94543"/>
                </a:lnTo>
                <a:lnTo>
                  <a:pt x="377737" y="95727"/>
                </a:lnTo>
                <a:lnTo>
                  <a:pt x="377832" y="96890"/>
                </a:lnTo>
                <a:lnTo>
                  <a:pt x="377954" y="98031"/>
                </a:lnTo>
                <a:lnTo>
                  <a:pt x="378103" y="99151"/>
                </a:lnTo>
                <a:lnTo>
                  <a:pt x="378280" y="100250"/>
                </a:lnTo>
                <a:lnTo>
                  <a:pt x="378483" y="101327"/>
                </a:lnTo>
                <a:lnTo>
                  <a:pt x="378714" y="102383"/>
                </a:lnTo>
                <a:lnTo>
                  <a:pt x="378972" y="103417"/>
                </a:lnTo>
                <a:lnTo>
                  <a:pt x="379257" y="104430"/>
                </a:lnTo>
                <a:lnTo>
                  <a:pt x="379570" y="105422"/>
                </a:lnTo>
                <a:lnTo>
                  <a:pt x="379909" y="106392"/>
                </a:lnTo>
                <a:lnTo>
                  <a:pt x="380276" y="107341"/>
                </a:lnTo>
                <a:lnTo>
                  <a:pt x="380669" y="108268"/>
                </a:lnTo>
                <a:lnTo>
                  <a:pt x="381090" y="109174"/>
                </a:lnTo>
                <a:lnTo>
                  <a:pt x="381538" y="110059"/>
                </a:lnTo>
                <a:lnTo>
                  <a:pt x="382014" y="110922"/>
                </a:lnTo>
                <a:lnTo>
                  <a:pt x="382516" y="111764"/>
                </a:lnTo>
                <a:lnTo>
                  <a:pt x="383046" y="112585"/>
                </a:lnTo>
                <a:lnTo>
                  <a:pt x="383602" y="113384"/>
                </a:lnTo>
                <a:lnTo>
                  <a:pt x="384186" y="114161"/>
                </a:lnTo>
                <a:lnTo>
                  <a:pt x="384797" y="114918"/>
                </a:lnTo>
                <a:lnTo>
                  <a:pt x="385435" y="115653"/>
                </a:lnTo>
                <a:lnTo>
                  <a:pt x="386096" y="116362"/>
                </a:lnTo>
                <a:lnTo>
                  <a:pt x="386774" y="117040"/>
                </a:lnTo>
                <a:lnTo>
                  <a:pt x="387471" y="117689"/>
                </a:lnTo>
                <a:lnTo>
                  <a:pt x="388185" y="118307"/>
                </a:lnTo>
                <a:lnTo>
                  <a:pt x="388917" y="118896"/>
                </a:lnTo>
                <a:lnTo>
                  <a:pt x="389667" y="119454"/>
                </a:lnTo>
                <a:lnTo>
                  <a:pt x="390434" y="119982"/>
                </a:lnTo>
                <a:lnTo>
                  <a:pt x="391220" y="120480"/>
                </a:lnTo>
                <a:lnTo>
                  <a:pt x="392023" y="120947"/>
                </a:lnTo>
                <a:lnTo>
                  <a:pt x="392844" y="121385"/>
                </a:lnTo>
                <a:lnTo>
                  <a:pt x="393683" y="121792"/>
                </a:lnTo>
                <a:lnTo>
                  <a:pt x="394540" y="122169"/>
                </a:lnTo>
                <a:lnTo>
                  <a:pt x="395414" y="122516"/>
                </a:lnTo>
                <a:lnTo>
                  <a:pt x="396307" y="122833"/>
                </a:lnTo>
                <a:lnTo>
                  <a:pt x="397217" y="123119"/>
                </a:lnTo>
                <a:lnTo>
                  <a:pt x="398145" y="123376"/>
                </a:lnTo>
                <a:lnTo>
                  <a:pt x="399091" y="123602"/>
                </a:lnTo>
                <a:lnTo>
                  <a:pt x="400055" y="123798"/>
                </a:lnTo>
                <a:lnTo>
                  <a:pt x="401036" y="123964"/>
                </a:lnTo>
                <a:lnTo>
                  <a:pt x="402036" y="124100"/>
                </a:lnTo>
                <a:lnTo>
                  <a:pt x="403053" y="124206"/>
                </a:lnTo>
                <a:lnTo>
                  <a:pt x="404088" y="124281"/>
                </a:lnTo>
                <a:lnTo>
                  <a:pt x="405141" y="124326"/>
                </a:lnTo>
                <a:lnTo>
                  <a:pt x="406212" y="124341"/>
                </a:lnTo>
                <a:lnTo>
                  <a:pt x="407100" y="124331"/>
                </a:lnTo>
                <a:lnTo>
                  <a:pt x="407973" y="124301"/>
                </a:lnTo>
                <a:lnTo>
                  <a:pt x="408831" y="124251"/>
                </a:lnTo>
                <a:lnTo>
                  <a:pt x="409674" y="124181"/>
                </a:lnTo>
                <a:lnTo>
                  <a:pt x="410503" y="124091"/>
                </a:lnTo>
                <a:lnTo>
                  <a:pt x="411317" y="123981"/>
                </a:lnTo>
                <a:lnTo>
                  <a:pt x="412116" y="123851"/>
                </a:lnTo>
                <a:lnTo>
                  <a:pt x="412900" y="123701"/>
                </a:lnTo>
                <a:lnTo>
                  <a:pt x="413669" y="123530"/>
                </a:lnTo>
                <a:lnTo>
                  <a:pt x="414424" y="123340"/>
                </a:lnTo>
                <a:lnTo>
                  <a:pt x="415163" y="123130"/>
                </a:lnTo>
                <a:lnTo>
                  <a:pt x="415888" y="122900"/>
                </a:lnTo>
                <a:lnTo>
                  <a:pt x="416598" y="122649"/>
                </a:lnTo>
                <a:lnTo>
                  <a:pt x="417294" y="122379"/>
                </a:lnTo>
                <a:lnTo>
                  <a:pt x="417974" y="122089"/>
                </a:lnTo>
                <a:lnTo>
                  <a:pt x="418640" y="121778"/>
                </a:lnTo>
                <a:lnTo>
                  <a:pt x="419291" y="121448"/>
                </a:lnTo>
                <a:lnTo>
                  <a:pt x="419927" y="121097"/>
                </a:lnTo>
                <a:lnTo>
                  <a:pt x="420548" y="120727"/>
                </a:lnTo>
                <a:lnTo>
                  <a:pt x="421155" y="120337"/>
                </a:lnTo>
                <a:lnTo>
                  <a:pt x="421746" y="119926"/>
                </a:lnTo>
                <a:lnTo>
                  <a:pt x="422323" y="119496"/>
                </a:lnTo>
                <a:lnTo>
                  <a:pt x="422885" y="119045"/>
                </a:lnTo>
                <a:lnTo>
                  <a:pt x="423432" y="118575"/>
                </a:lnTo>
                <a:lnTo>
                  <a:pt x="423961" y="118087"/>
                </a:lnTo>
                <a:lnTo>
                  <a:pt x="424467" y="117584"/>
                </a:lnTo>
                <a:lnTo>
                  <a:pt x="424951" y="117067"/>
                </a:lnTo>
                <a:lnTo>
                  <a:pt x="425412" y="116536"/>
                </a:lnTo>
                <a:lnTo>
                  <a:pt x="425850" y="115990"/>
                </a:lnTo>
                <a:lnTo>
                  <a:pt x="426266" y="115429"/>
                </a:lnTo>
                <a:lnTo>
                  <a:pt x="426660" y="114854"/>
                </a:lnTo>
                <a:lnTo>
                  <a:pt x="427031" y="114265"/>
                </a:lnTo>
                <a:lnTo>
                  <a:pt x="427380" y="113661"/>
                </a:lnTo>
                <a:lnTo>
                  <a:pt x="427706" y="113042"/>
                </a:lnTo>
                <a:lnTo>
                  <a:pt x="428010" y="112409"/>
                </a:lnTo>
                <a:lnTo>
                  <a:pt x="428291" y="111761"/>
                </a:lnTo>
                <a:lnTo>
                  <a:pt x="428550" y="111099"/>
                </a:lnTo>
                <a:lnTo>
                  <a:pt x="428786" y="110422"/>
                </a:lnTo>
                <a:lnTo>
                  <a:pt x="428999" y="109730"/>
                </a:lnTo>
                <a:lnTo>
                  <a:pt x="429191" y="109024"/>
                </a:lnTo>
                <a:lnTo>
                  <a:pt x="429359" y="108304"/>
                </a:lnTo>
                <a:lnTo>
                  <a:pt x="429505" y="107569"/>
                </a:lnTo>
                <a:lnTo>
                  <a:pt x="429629" y="106819"/>
                </a:lnTo>
                <a:lnTo>
                  <a:pt x="429715" y="106173"/>
                </a:lnTo>
                <a:lnTo>
                  <a:pt x="429910" y="106173"/>
                </a:lnTo>
                <a:lnTo>
                  <a:pt x="429910" y="122762"/>
                </a:lnTo>
                <a:lnTo>
                  <a:pt x="444129" y="122762"/>
                </a:lnTo>
                <a:lnTo>
                  <a:pt x="444129" y="7425"/>
                </a:lnTo>
                <a:lnTo>
                  <a:pt x="429910" y="7425"/>
                </a:lnTo>
                <a:lnTo>
                  <a:pt x="429910" y="32703"/>
                </a:lnTo>
                <a:lnTo>
                  <a:pt x="430226" y="52453"/>
                </a:lnTo>
                <a:lnTo>
                  <a:pt x="430019" y="52453"/>
                </a:lnTo>
                <a:lnTo>
                  <a:pt x="429938" y="51862"/>
                </a:lnTo>
                <a:lnTo>
                  <a:pt x="429811" y="51121"/>
                </a:lnTo>
                <a:lnTo>
                  <a:pt x="429662" y="50394"/>
                </a:lnTo>
                <a:lnTo>
                  <a:pt x="429489" y="49681"/>
                </a:lnTo>
                <a:lnTo>
                  <a:pt x="429293" y="48981"/>
                </a:lnTo>
                <a:close/>
                <a:moveTo>
                  <a:pt x="407370" y="111814"/>
                </a:moveTo>
                <a:lnTo>
                  <a:pt x="406695" y="111723"/>
                </a:lnTo>
                <a:lnTo>
                  <a:pt x="406034" y="111616"/>
                </a:lnTo>
                <a:lnTo>
                  <a:pt x="405386" y="111493"/>
                </a:lnTo>
                <a:lnTo>
                  <a:pt x="404752" y="111353"/>
                </a:lnTo>
                <a:lnTo>
                  <a:pt x="404132" y="111197"/>
                </a:lnTo>
                <a:lnTo>
                  <a:pt x="403525" y="111024"/>
                </a:lnTo>
                <a:lnTo>
                  <a:pt x="402932" y="110835"/>
                </a:lnTo>
                <a:lnTo>
                  <a:pt x="402353" y="110629"/>
                </a:lnTo>
                <a:lnTo>
                  <a:pt x="401788" y="110407"/>
                </a:lnTo>
                <a:lnTo>
                  <a:pt x="401236" y="110168"/>
                </a:lnTo>
                <a:lnTo>
                  <a:pt x="400698" y="109913"/>
                </a:lnTo>
                <a:lnTo>
                  <a:pt x="400174" y="109641"/>
                </a:lnTo>
                <a:lnTo>
                  <a:pt x="399664" y="109353"/>
                </a:lnTo>
                <a:lnTo>
                  <a:pt x="399167" y="109049"/>
                </a:lnTo>
                <a:lnTo>
                  <a:pt x="398684" y="108728"/>
                </a:lnTo>
                <a:lnTo>
                  <a:pt x="398215" y="108391"/>
                </a:lnTo>
                <a:lnTo>
                  <a:pt x="397759" y="108037"/>
                </a:lnTo>
                <a:lnTo>
                  <a:pt x="397317" y="107667"/>
                </a:lnTo>
                <a:lnTo>
                  <a:pt x="396889" y="107280"/>
                </a:lnTo>
                <a:lnTo>
                  <a:pt x="396477" y="106874"/>
                </a:lnTo>
                <a:lnTo>
                  <a:pt x="396082" y="106449"/>
                </a:lnTo>
                <a:lnTo>
                  <a:pt x="395704" y="106003"/>
                </a:lnTo>
                <a:lnTo>
                  <a:pt x="395344" y="105537"/>
                </a:lnTo>
                <a:lnTo>
                  <a:pt x="395002" y="105050"/>
                </a:lnTo>
                <a:lnTo>
                  <a:pt x="394677" y="104543"/>
                </a:lnTo>
                <a:lnTo>
                  <a:pt x="394370" y="104016"/>
                </a:lnTo>
                <a:lnTo>
                  <a:pt x="394080" y="103469"/>
                </a:lnTo>
                <a:lnTo>
                  <a:pt x="393808" y="102901"/>
                </a:lnTo>
                <a:lnTo>
                  <a:pt x="393554" y="102313"/>
                </a:lnTo>
                <a:lnTo>
                  <a:pt x="393317" y="101705"/>
                </a:lnTo>
                <a:lnTo>
                  <a:pt x="393097" y="101077"/>
                </a:lnTo>
                <a:lnTo>
                  <a:pt x="392896" y="100428"/>
                </a:lnTo>
                <a:lnTo>
                  <a:pt x="392711" y="99759"/>
                </a:lnTo>
                <a:lnTo>
                  <a:pt x="392545" y="99069"/>
                </a:lnTo>
                <a:lnTo>
                  <a:pt x="392395" y="98360"/>
                </a:lnTo>
                <a:lnTo>
                  <a:pt x="392264" y="97630"/>
                </a:lnTo>
                <a:lnTo>
                  <a:pt x="392150" y="96879"/>
                </a:lnTo>
                <a:lnTo>
                  <a:pt x="392053" y="96109"/>
                </a:lnTo>
                <a:lnTo>
                  <a:pt x="391974" y="95318"/>
                </a:lnTo>
                <a:lnTo>
                  <a:pt x="391913" y="94507"/>
                </a:lnTo>
                <a:lnTo>
                  <a:pt x="391869" y="93675"/>
                </a:lnTo>
                <a:lnTo>
                  <a:pt x="391842" y="92824"/>
                </a:lnTo>
                <a:lnTo>
                  <a:pt x="391834" y="91952"/>
                </a:lnTo>
                <a:lnTo>
                  <a:pt x="391834" y="66674"/>
                </a:lnTo>
                <a:lnTo>
                  <a:pt x="391842" y="65789"/>
                </a:lnTo>
                <a:lnTo>
                  <a:pt x="391869" y="64925"/>
                </a:lnTo>
                <a:lnTo>
                  <a:pt x="391913" y="64083"/>
                </a:lnTo>
                <a:lnTo>
                  <a:pt x="391974" y="63261"/>
                </a:lnTo>
                <a:lnTo>
                  <a:pt x="392053" y="62461"/>
                </a:lnTo>
                <a:lnTo>
                  <a:pt x="392150" y="61682"/>
                </a:lnTo>
                <a:lnTo>
                  <a:pt x="392264" y="60924"/>
                </a:lnTo>
                <a:lnTo>
                  <a:pt x="392395" y="60187"/>
                </a:lnTo>
                <a:lnTo>
                  <a:pt x="392545" y="59471"/>
                </a:lnTo>
                <a:lnTo>
                  <a:pt x="392711" y="58776"/>
                </a:lnTo>
                <a:lnTo>
                  <a:pt x="392896" y="58103"/>
                </a:lnTo>
                <a:lnTo>
                  <a:pt x="393097" y="57450"/>
                </a:lnTo>
                <a:lnTo>
                  <a:pt x="393317" y="56819"/>
                </a:lnTo>
                <a:lnTo>
                  <a:pt x="393554" y="56209"/>
                </a:lnTo>
                <a:lnTo>
                  <a:pt x="393808" y="55620"/>
                </a:lnTo>
                <a:lnTo>
                  <a:pt x="394080" y="55052"/>
                </a:lnTo>
                <a:lnTo>
                  <a:pt x="394370" y="54505"/>
                </a:lnTo>
                <a:lnTo>
                  <a:pt x="394677" y="53979"/>
                </a:lnTo>
                <a:lnTo>
                  <a:pt x="395002" y="53475"/>
                </a:lnTo>
                <a:lnTo>
                  <a:pt x="395344" y="52991"/>
                </a:lnTo>
                <a:lnTo>
                  <a:pt x="395704" y="52529"/>
                </a:lnTo>
                <a:lnTo>
                  <a:pt x="396082" y="52088"/>
                </a:lnTo>
                <a:lnTo>
                  <a:pt x="396477" y="51668"/>
                </a:lnTo>
                <a:lnTo>
                  <a:pt x="396889" y="51269"/>
                </a:lnTo>
                <a:lnTo>
                  <a:pt x="397317" y="50889"/>
                </a:lnTo>
                <a:lnTo>
                  <a:pt x="397759" y="50525"/>
                </a:lnTo>
                <a:lnTo>
                  <a:pt x="398215" y="50177"/>
                </a:lnTo>
                <a:lnTo>
                  <a:pt x="398684" y="49845"/>
                </a:lnTo>
                <a:lnTo>
                  <a:pt x="399167" y="49529"/>
                </a:lnTo>
                <a:lnTo>
                  <a:pt x="399664" y="49230"/>
                </a:lnTo>
                <a:lnTo>
                  <a:pt x="400174" y="48947"/>
                </a:lnTo>
                <a:lnTo>
                  <a:pt x="400698" y="48680"/>
                </a:lnTo>
                <a:lnTo>
                  <a:pt x="401236" y="48429"/>
                </a:lnTo>
                <a:lnTo>
                  <a:pt x="401788" y="48194"/>
                </a:lnTo>
                <a:lnTo>
                  <a:pt x="402353" y="47976"/>
                </a:lnTo>
                <a:lnTo>
                  <a:pt x="402932" y="47774"/>
                </a:lnTo>
                <a:lnTo>
                  <a:pt x="403525" y="47588"/>
                </a:lnTo>
                <a:lnTo>
                  <a:pt x="404132" y="47418"/>
                </a:lnTo>
                <a:lnTo>
                  <a:pt x="404752" y="47264"/>
                </a:lnTo>
                <a:lnTo>
                  <a:pt x="405386" y="47126"/>
                </a:lnTo>
                <a:lnTo>
                  <a:pt x="406034" y="47005"/>
                </a:lnTo>
                <a:lnTo>
                  <a:pt x="406695" y="46900"/>
                </a:lnTo>
                <a:lnTo>
                  <a:pt x="407370" y="46811"/>
                </a:lnTo>
                <a:lnTo>
                  <a:pt x="408059" y="46738"/>
                </a:lnTo>
                <a:lnTo>
                  <a:pt x="408762" y="46682"/>
                </a:lnTo>
                <a:lnTo>
                  <a:pt x="409478" y="46641"/>
                </a:lnTo>
                <a:lnTo>
                  <a:pt x="410208" y="46617"/>
                </a:lnTo>
                <a:lnTo>
                  <a:pt x="410952" y="46609"/>
                </a:lnTo>
                <a:lnTo>
                  <a:pt x="411682" y="46618"/>
                </a:lnTo>
                <a:lnTo>
                  <a:pt x="412400" y="46647"/>
                </a:lnTo>
                <a:lnTo>
                  <a:pt x="413104" y="46695"/>
                </a:lnTo>
                <a:lnTo>
                  <a:pt x="413795" y="46762"/>
                </a:lnTo>
                <a:lnTo>
                  <a:pt x="414473" y="46849"/>
                </a:lnTo>
                <a:lnTo>
                  <a:pt x="415138" y="46954"/>
                </a:lnTo>
                <a:lnTo>
                  <a:pt x="415790" y="47079"/>
                </a:lnTo>
                <a:lnTo>
                  <a:pt x="416429" y="47223"/>
                </a:lnTo>
                <a:lnTo>
                  <a:pt x="417054" y="47386"/>
                </a:lnTo>
                <a:lnTo>
                  <a:pt x="417666" y="47569"/>
                </a:lnTo>
                <a:lnTo>
                  <a:pt x="418265" y="47770"/>
                </a:lnTo>
                <a:lnTo>
                  <a:pt x="418851" y="47991"/>
                </a:lnTo>
                <a:lnTo>
                  <a:pt x="419424" y="48231"/>
                </a:lnTo>
                <a:lnTo>
                  <a:pt x="419983" y="48491"/>
                </a:lnTo>
                <a:lnTo>
                  <a:pt x="420530" y="48769"/>
                </a:lnTo>
                <a:lnTo>
                  <a:pt x="421063" y="49067"/>
                </a:lnTo>
                <a:lnTo>
                  <a:pt x="421583" y="49384"/>
                </a:lnTo>
                <a:lnTo>
                  <a:pt x="422090" y="49720"/>
                </a:lnTo>
                <a:lnTo>
                  <a:pt x="422584" y="50075"/>
                </a:lnTo>
                <a:lnTo>
                  <a:pt x="423064" y="50449"/>
                </a:lnTo>
                <a:lnTo>
                  <a:pt x="423532" y="50843"/>
                </a:lnTo>
                <a:lnTo>
                  <a:pt x="423986" y="51256"/>
                </a:lnTo>
                <a:lnTo>
                  <a:pt x="424427" y="51688"/>
                </a:lnTo>
                <a:lnTo>
                  <a:pt x="424855" y="52139"/>
                </a:lnTo>
                <a:lnTo>
                  <a:pt x="425267" y="52607"/>
                </a:lnTo>
                <a:lnTo>
                  <a:pt x="425662" y="53090"/>
                </a:lnTo>
                <a:lnTo>
                  <a:pt x="426040" y="53588"/>
                </a:lnTo>
                <a:lnTo>
                  <a:pt x="426400" y="54100"/>
                </a:lnTo>
                <a:lnTo>
                  <a:pt x="426742" y="54628"/>
                </a:lnTo>
                <a:lnTo>
                  <a:pt x="427067" y="55170"/>
                </a:lnTo>
                <a:lnTo>
                  <a:pt x="427374" y="55727"/>
                </a:lnTo>
                <a:lnTo>
                  <a:pt x="427663" y="56299"/>
                </a:lnTo>
                <a:lnTo>
                  <a:pt x="427936" y="56885"/>
                </a:lnTo>
                <a:lnTo>
                  <a:pt x="428190" y="57487"/>
                </a:lnTo>
                <a:lnTo>
                  <a:pt x="428427" y="58103"/>
                </a:lnTo>
                <a:lnTo>
                  <a:pt x="428646" y="58734"/>
                </a:lnTo>
                <a:lnTo>
                  <a:pt x="428848" y="59380"/>
                </a:lnTo>
                <a:lnTo>
                  <a:pt x="429033" y="60041"/>
                </a:lnTo>
                <a:lnTo>
                  <a:pt x="429199" y="60716"/>
                </a:lnTo>
                <a:lnTo>
                  <a:pt x="429349" y="61406"/>
                </a:lnTo>
                <a:lnTo>
                  <a:pt x="429480" y="62112"/>
                </a:lnTo>
                <a:lnTo>
                  <a:pt x="429594" y="62832"/>
                </a:lnTo>
                <a:lnTo>
                  <a:pt x="429691" y="63566"/>
                </a:lnTo>
                <a:lnTo>
                  <a:pt x="429770" y="64316"/>
                </a:lnTo>
                <a:lnTo>
                  <a:pt x="429831" y="65080"/>
                </a:lnTo>
                <a:lnTo>
                  <a:pt x="429875" y="65860"/>
                </a:lnTo>
                <a:lnTo>
                  <a:pt x="429902" y="66654"/>
                </a:lnTo>
                <a:lnTo>
                  <a:pt x="429910" y="67462"/>
                </a:lnTo>
                <a:lnTo>
                  <a:pt x="429910" y="91163"/>
                </a:lnTo>
                <a:lnTo>
                  <a:pt x="429902" y="91972"/>
                </a:lnTo>
                <a:lnTo>
                  <a:pt x="429875" y="92766"/>
                </a:lnTo>
                <a:lnTo>
                  <a:pt x="429831" y="93546"/>
                </a:lnTo>
                <a:lnTo>
                  <a:pt x="429770" y="94310"/>
                </a:lnTo>
                <a:lnTo>
                  <a:pt x="429691" y="95060"/>
                </a:lnTo>
                <a:lnTo>
                  <a:pt x="429594" y="95794"/>
                </a:lnTo>
                <a:lnTo>
                  <a:pt x="429480" y="96514"/>
                </a:lnTo>
                <a:lnTo>
                  <a:pt x="429349" y="97220"/>
                </a:lnTo>
                <a:lnTo>
                  <a:pt x="429199" y="97910"/>
                </a:lnTo>
                <a:lnTo>
                  <a:pt x="429033" y="98586"/>
                </a:lnTo>
                <a:lnTo>
                  <a:pt x="428848" y="99246"/>
                </a:lnTo>
                <a:lnTo>
                  <a:pt x="428646" y="99892"/>
                </a:lnTo>
                <a:lnTo>
                  <a:pt x="428427" y="100524"/>
                </a:lnTo>
                <a:lnTo>
                  <a:pt x="428190" y="101140"/>
                </a:lnTo>
                <a:lnTo>
                  <a:pt x="427936" y="101741"/>
                </a:lnTo>
                <a:lnTo>
                  <a:pt x="427663" y="102328"/>
                </a:lnTo>
                <a:lnTo>
                  <a:pt x="427374" y="102900"/>
                </a:lnTo>
                <a:lnTo>
                  <a:pt x="427067" y="103457"/>
                </a:lnTo>
                <a:lnTo>
                  <a:pt x="426742" y="104000"/>
                </a:lnTo>
                <a:lnTo>
                  <a:pt x="426400" y="104527"/>
                </a:lnTo>
                <a:lnTo>
                  <a:pt x="426040" y="105040"/>
                </a:lnTo>
                <a:lnTo>
                  <a:pt x="425662" y="105538"/>
                </a:lnTo>
                <a:lnTo>
                  <a:pt x="425267" y="106021"/>
                </a:lnTo>
                <a:lnTo>
                  <a:pt x="424855" y="106489"/>
                </a:lnTo>
                <a:lnTo>
                  <a:pt x="424427" y="106940"/>
                </a:lnTo>
                <a:lnTo>
                  <a:pt x="423986" y="107372"/>
                </a:lnTo>
                <a:lnTo>
                  <a:pt x="423532" y="107785"/>
                </a:lnTo>
                <a:lnTo>
                  <a:pt x="423064" y="108179"/>
                </a:lnTo>
                <a:lnTo>
                  <a:pt x="422584" y="108553"/>
                </a:lnTo>
                <a:lnTo>
                  <a:pt x="422090" y="108909"/>
                </a:lnTo>
                <a:lnTo>
                  <a:pt x="421583" y="109245"/>
                </a:lnTo>
                <a:lnTo>
                  <a:pt x="421063" y="109562"/>
                </a:lnTo>
                <a:lnTo>
                  <a:pt x="420530" y="109859"/>
                </a:lnTo>
                <a:lnTo>
                  <a:pt x="419983" y="110138"/>
                </a:lnTo>
                <a:lnTo>
                  <a:pt x="419424" y="110397"/>
                </a:lnTo>
                <a:lnTo>
                  <a:pt x="418851" y="110637"/>
                </a:lnTo>
                <a:lnTo>
                  <a:pt x="418265" y="110858"/>
                </a:lnTo>
                <a:lnTo>
                  <a:pt x="417666" y="111059"/>
                </a:lnTo>
                <a:lnTo>
                  <a:pt x="417054" y="111242"/>
                </a:lnTo>
                <a:lnTo>
                  <a:pt x="416429" y="111405"/>
                </a:lnTo>
                <a:lnTo>
                  <a:pt x="415790" y="111549"/>
                </a:lnTo>
                <a:lnTo>
                  <a:pt x="415138" y="111674"/>
                </a:lnTo>
                <a:lnTo>
                  <a:pt x="414473" y="111779"/>
                </a:lnTo>
                <a:lnTo>
                  <a:pt x="413795" y="111866"/>
                </a:lnTo>
                <a:lnTo>
                  <a:pt x="413104" y="111933"/>
                </a:lnTo>
                <a:lnTo>
                  <a:pt x="412400" y="111981"/>
                </a:lnTo>
                <a:lnTo>
                  <a:pt x="411682" y="112010"/>
                </a:lnTo>
                <a:lnTo>
                  <a:pt x="410952" y="112019"/>
                </a:lnTo>
                <a:lnTo>
                  <a:pt x="410208" y="112011"/>
                </a:lnTo>
                <a:lnTo>
                  <a:pt x="409478" y="111987"/>
                </a:lnTo>
                <a:lnTo>
                  <a:pt x="408762" y="111945"/>
                </a:lnTo>
                <a:lnTo>
                  <a:pt x="408059" y="111888"/>
                </a:lnTo>
                <a:lnTo>
                  <a:pt x="407370" y="111814"/>
                </a:lnTo>
                <a:close/>
                <a:moveTo>
                  <a:pt x="794530" y="109802"/>
                </a:moveTo>
                <a:lnTo>
                  <a:pt x="794183" y="109787"/>
                </a:lnTo>
                <a:lnTo>
                  <a:pt x="793842" y="109763"/>
                </a:lnTo>
                <a:lnTo>
                  <a:pt x="793507" y="109730"/>
                </a:lnTo>
                <a:lnTo>
                  <a:pt x="793177" y="109686"/>
                </a:lnTo>
                <a:lnTo>
                  <a:pt x="792854" y="109634"/>
                </a:lnTo>
                <a:lnTo>
                  <a:pt x="792536" y="109571"/>
                </a:lnTo>
                <a:lnTo>
                  <a:pt x="792223" y="109499"/>
                </a:lnTo>
                <a:lnTo>
                  <a:pt x="791917" y="109417"/>
                </a:lnTo>
                <a:lnTo>
                  <a:pt x="791616" y="109326"/>
                </a:lnTo>
                <a:lnTo>
                  <a:pt x="791321" y="109225"/>
                </a:lnTo>
                <a:lnTo>
                  <a:pt x="791032" y="109115"/>
                </a:lnTo>
                <a:lnTo>
                  <a:pt x="790748" y="108995"/>
                </a:lnTo>
                <a:lnTo>
                  <a:pt x="790471" y="108865"/>
                </a:lnTo>
                <a:lnTo>
                  <a:pt x="790199" y="108726"/>
                </a:lnTo>
                <a:lnTo>
                  <a:pt x="789932" y="108577"/>
                </a:lnTo>
                <a:lnTo>
                  <a:pt x="789672" y="108419"/>
                </a:lnTo>
                <a:lnTo>
                  <a:pt x="789417" y="108251"/>
                </a:lnTo>
                <a:lnTo>
                  <a:pt x="789168" y="108073"/>
                </a:lnTo>
                <a:lnTo>
                  <a:pt x="788925" y="107886"/>
                </a:lnTo>
                <a:lnTo>
                  <a:pt x="788687" y="107689"/>
                </a:lnTo>
                <a:lnTo>
                  <a:pt x="788455" y="107483"/>
                </a:lnTo>
                <a:lnTo>
                  <a:pt x="788229" y="107267"/>
                </a:lnTo>
                <a:lnTo>
                  <a:pt x="788009" y="107041"/>
                </a:lnTo>
                <a:lnTo>
                  <a:pt x="787797" y="106808"/>
                </a:lnTo>
                <a:lnTo>
                  <a:pt x="787593" y="106569"/>
                </a:lnTo>
                <a:lnTo>
                  <a:pt x="787398" y="106324"/>
                </a:lnTo>
                <a:lnTo>
                  <a:pt x="787213" y="106073"/>
                </a:lnTo>
                <a:lnTo>
                  <a:pt x="787036" y="105817"/>
                </a:lnTo>
                <a:lnTo>
                  <a:pt x="786869" y="105555"/>
                </a:lnTo>
                <a:lnTo>
                  <a:pt x="786711" y="105287"/>
                </a:lnTo>
                <a:lnTo>
                  <a:pt x="786561" y="105013"/>
                </a:lnTo>
                <a:lnTo>
                  <a:pt x="786421" y="104734"/>
                </a:lnTo>
                <a:lnTo>
                  <a:pt x="786290" y="104449"/>
                </a:lnTo>
                <a:lnTo>
                  <a:pt x="786168" y="104158"/>
                </a:lnTo>
                <a:lnTo>
                  <a:pt x="786055" y="103861"/>
                </a:lnTo>
                <a:lnTo>
                  <a:pt x="785951" y="103559"/>
                </a:lnTo>
                <a:lnTo>
                  <a:pt x="785856" y="103251"/>
                </a:lnTo>
                <a:lnTo>
                  <a:pt x="785770" y="102937"/>
                </a:lnTo>
                <a:lnTo>
                  <a:pt x="785693" y="102617"/>
                </a:lnTo>
                <a:lnTo>
                  <a:pt x="785625" y="102292"/>
                </a:lnTo>
                <a:lnTo>
                  <a:pt x="785566" y="101960"/>
                </a:lnTo>
                <a:lnTo>
                  <a:pt x="785516" y="101623"/>
                </a:lnTo>
                <a:lnTo>
                  <a:pt x="785476" y="101281"/>
                </a:lnTo>
                <a:lnTo>
                  <a:pt x="785444" y="100932"/>
                </a:lnTo>
                <a:lnTo>
                  <a:pt x="785421" y="100578"/>
                </a:lnTo>
                <a:lnTo>
                  <a:pt x="785408" y="100218"/>
                </a:lnTo>
                <a:lnTo>
                  <a:pt x="785403" y="99852"/>
                </a:lnTo>
                <a:lnTo>
                  <a:pt x="785403" y="48819"/>
                </a:lnTo>
                <a:lnTo>
                  <a:pt x="820953" y="48819"/>
                </a:lnTo>
                <a:lnTo>
                  <a:pt x="820953" y="35864"/>
                </a:lnTo>
                <a:lnTo>
                  <a:pt x="785403" y="35864"/>
                </a:lnTo>
                <a:lnTo>
                  <a:pt x="785403" y="11374"/>
                </a:lnTo>
                <a:lnTo>
                  <a:pt x="771184" y="11374"/>
                </a:lnTo>
                <a:lnTo>
                  <a:pt x="771184" y="35864"/>
                </a:lnTo>
                <a:lnTo>
                  <a:pt x="746220" y="35864"/>
                </a:lnTo>
                <a:lnTo>
                  <a:pt x="746220" y="48819"/>
                </a:lnTo>
                <a:lnTo>
                  <a:pt x="771184" y="48819"/>
                </a:lnTo>
                <a:lnTo>
                  <a:pt x="771184" y="99852"/>
                </a:lnTo>
                <a:lnTo>
                  <a:pt x="771195" y="100714"/>
                </a:lnTo>
                <a:lnTo>
                  <a:pt x="771229" y="101561"/>
                </a:lnTo>
                <a:lnTo>
                  <a:pt x="771285" y="102394"/>
                </a:lnTo>
                <a:lnTo>
                  <a:pt x="771364" y="103212"/>
                </a:lnTo>
                <a:lnTo>
                  <a:pt x="771465" y="104016"/>
                </a:lnTo>
                <a:lnTo>
                  <a:pt x="771589" y="104805"/>
                </a:lnTo>
                <a:lnTo>
                  <a:pt x="771735" y="105580"/>
                </a:lnTo>
                <a:lnTo>
                  <a:pt x="771904" y="106340"/>
                </a:lnTo>
                <a:lnTo>
                  <a:pt x="772095" y="107085"/>
                </a:lnTo>
                <a:lnTo>
                  <a:pt x="772309" y="107816"/>
                </a:lnTo>
                <a:lnTo>
                  <a:pt x="772545" y="108532"/>
                </a:lnTo>
                <a:lnTo>
                  <a:pt x="772803" y="109234"/>
                </a:lnTo>
                <a:lnTo>
                  <a:pt x="773085" y="109922"/>
                </a:lnTo>
                <a:lnTo>
                  <a:pt x="773388" y="110595"/>
                </a:lnTo>
                <a:lnTo>
                  <a:pt x="773714" y="111253"/>
                </a:lnTo>
                <a:lnTo>
                  <a:pt x="774063" y="111897"/>
                </a:lnTo>
                <a:lnTo>
                  <a:pt x="774434" y="112526"/>
                </a:lnTo>
                <a:lnTo>
                  <a:pt x="774828" y="113140"/>
                </a:lnTo>
                <a:lnTo>
                  <a:pt x="775244" y="113740"/>
                </a:lnTo>
                <a:lnTo>
                  <a:pt x="775683" y="114326"/>
                </a:lnTo>
                <a:lnTo>
                  <a:pt x="776144" y="114897"/>
                </a:lnTo>
                <a:lnTo>
                  <a:pt x="776627" y="115454"/>
                </a:lnTo>
                <a:lnTo>
                  <a:pt x="777133" y="115996"/>
                </a:lnTo>
                <a:lnTo>
                  <a:pt x="777662" y="116523"/>
                </a:lnTo>
                <a:lnTo>
                  <a:pt x="778209" y="117032"/>
                </a:lnTo>
                <a:lnTo>
                  <a:pt x="778771" y="117519"/>
                </a:lnTo>
                <a:lnTo>
                  <a:pt x="779348" y="117985"/>
                </a:lnTo>
                <a:lnTo>
                  <a:pt x="779940" y="118429"/>
                </a:lnTo>
                <a:lnTo>
                  <a:pt x="780546" y="118852"/>
                </a:lnTo>
                <a:lnTo>
                  <a:pt x="781167" y="119253"/>
                </a:lnTo>
                <a:lnTo>
                  <a:pt x="781804" y="119632"/>
                </a:lnTo>
                <a:lnTo>
                  <a:pt x="782454" y="119989"/>
                </a:lnTo>
                <a:lnTo>
                  <a:pt x="783120" y="120325"/>
                </a:lnTo>
                <a:lnTo>
                  <a:pt x="783801" y="120639"/>
                </a:lnTo>
                <a:lnTo>
                  <a:pt x="784496" y="120932"/>
                </a:lnTo>
                <a:lnTo>
                  <a:pt x="785206" y="121202"/>
                </a:lnTo>
                <a:lnTo>
                  <a:pt x="785931" y="121452"/>
                </a:lnTo>
                <a:lnTo>
                  <a:pt x="786671" y="121679"/>
                </a:lnTo>
                <a:lnTo>
                  <a:pt x="787425" y="121885"/>
                </a:lnTo>
                <a:lnTo>
                  <a:pt x="788195" y="122069"/>
                </a:lnTo>
                <a:lnTo>
                  <a:pt x="788979" y="122231"/>
                </a:lnTo>
                <a:lnTo>
                  <a:pt x="789778" y="122372"/>
                </a:lnTo>
                <a:lnTo>
                  <a:pt x="790592" y="122491"/>
                </a:lnTo>
                <a:lnTo>
                  <a:pt x="791420" y="122589"/>
                </a:lnTo>
                <a:lnTo>
                  <a:pt x="792263" y="122665"/>
                </a:lnTo>
                <a:lnTo>
                  <a:pt x="793122" y="122719"/>
                </a:lnTo>
                <a:lnTo>
                  <a:pt x="793995" y="122751"/>
                </a:lnTo>
                <a:lnTo>
                  <a:pt x="794883" y="122762"/>
                </a:lnTo>
                <a:lnTo>
                  <a:pt x="820163" y="122762"/>
                </a:lnTo>
                <a:lnTo>
                  <a:pt x="820163" y="109806"/>
                </a:lnTo>
                <a:lnTo>
                  <a:pt x="794883" y="109806"/>
                </a:lnTo>
                <a:lnTo>
                  <a:pt x="794530" y="109802"/>
                </a:lnTo>
                <a:close/>
                <a:moveTo>
                  <a:pt x="862663" y="122762"/>
                </a:moveTo>
                <a:lnTo>
                  <a:pt x="862663" y="67462"/>
                </a:lnTo>
                <a:lnTo>
                  <a:pt x="862672" y="66628"/>
                </a:lnTo>
                <a:lnTo>
                  <a:pt x="862697" y="65810"/>
                </a:lnTo>
                <a:lnTo>
                  <a:pt x="862740" y="65009"/>
                </a:lnTo>
                <a:lnTo>
                  <a:pt x="862799" y="64224"/>
                </a:lnTo>
                <a:lnTo>
                  <a:pt x="862876" y="63455"/>
                </a:lnTo>
                <a:lnTo>
                  <a:pt x="862969" y="62703"/>
                </a:lnTo>
                <a:lnTo>
                  <a:pt x="863080" y="61968"/>
                </a:lnTo>
                <a:lnTo>
                  <a:pt x="863207" y="61248"/>
                </a:lnTo>
                <a:lnTo>
                  <a:pt x="863352" y="60546"/>
                </a:lnTo>
                <a:lnTo>
                  <a:pt x="863514" y="59859"/>
                </a:lnTo>
                <a:lnTo>
                  <a:pt x="863692" y="59190"/>
                </a:lnTo>
                <a:lnTo>
                  <a:pt x="863888" y="58536"/>
                </a:lnTo>
                <a:lnTo>
                  <a:pt x="864100" y="57899"/>
                </a:lnTo>
                <a:lnTo>
                  <a:pt x="864330" y="57279"/>
                </a:lnTo>
                <a:lnTo>
                  <a:pt x="864577" y="56675"/>
                </a:lnTo>
                <a:lnTo>
                  <a:pt x="864840" y="56088"/>
                </a:lnTo>
                <a:lnTo>
                  <a:pt x="865121" y="55517"/>
                </a:lnTo>
                <a:lnTo>
                  <a:pt x="865419" y="54962"/>
                </a:lnTo>
                <a:lnTo>
                  <a:pt x="865733" y="54424"/>
                </a:lnTo>
                <a:lnTo>
                  <a:pt x="866065" y="53902"/>
                </a:lnTo>
                <a:lnTo>
                  <a:pt x="866414" y="53397"/>
                </a:lnTo>
                <a:lnTo>
                  <a:pt x="866779" y="52908"/>
                </a:lnTo>
                <a:lnTo>
                  <a:pt x="867162" y="52436"/>
                </a:lnTo>
                <a:lnTo>
                  <a:pt x="867562" y="51980"/>
                </a:lnTo>
                <a:lnTo>
                  <a:pt x="867978" y="51542"/>
                </a:lnTo>
                <a:lnTo>
                  <a:pt x="868409" y="51122"/>
                </a:lnTo>
                <a:lnTo>
                  <a:pt x="868856" y="50721"/>
                </a:lnTo>
                <a:lnTo>
                  <a:pt x="869318" y="50339"/>
                </a:lnTo>
                <a:lnTo>
                  <a:pt x="869795" y="49975"/>
                </a:lnTo>
                <a:lnTo>
                  <a:pt x="870288" y="49630"/>
                </a:lnTo>
                <a:lnTo>
                  <a:pt x="870796" y="49304"/>
                </a:lnTo>
                <a:lnTo>
                  <a:pt x="871319" y="48996"/>
                </a:lnTo>
                <a:lnTo>
                  <a:pt x="871858" y="48707"/>
                </a:lnTo>
                <a:lnTo>
                  <a:pt x="872412" y="48436"/>
                </a:lnTo>
                <a:lnTo>
                  <a:pt x="872981" y="48185"/>
                </a:lnTo>
                <a:lnTo>
                  <a:pt x="873566" y="47952"/>
                </a:lnTo>
                <a:lnTo>
                  <a:pt x="874166" y="47737"/>
                </a:lnTo>
                <a:lnTo>
                  <a:pt x="874782" y="47541"/>
                </a:lnTo>
                <a:lnTo>
                  <a:pt x="875413" y="47364"/>
                </a:lnTo>
                <a:lnTo>
                  <a:pt x="876059" y="47206"/>
                </a:lnTo>
                <a:lnTo>
                  <a:pt x="876720" y="47066"/>
                </a:lnTo>
                <a:lnTo>
                  <a:pt x="877397" y="46944"/>
                </a:lnTo>
                <a:lnTo>
                  <a:pt x="878089" y="46842"/>
                </a:lnTo>
                <a:lnTo>
                  <a:pt x="878797" y="46758"/>
                </a:lnTo>
                <a:lnTo>
                  <a:pt x="879520" y="46693"/>
                </a:lnTo>
                <a:lnTo>
                  <a:pt x="880258" y="46646"/>
                </a:lnTo>
                <a:lnTo>
                  <a:pt x="881012" y="46618"/>
                </a:lnTo>
                <a:lnTo>
                  <a:pt x="881781" y="46609"/>
                </a:lnTo>
                <a:lnTo>
                  <a:pt x="882524" y="46617"/>
                </a:lnTo>
                <a:lnTo>
                  <a:pt x="883252" y="46641"/>
                </a:lnTo>
                <a:lnTo>
                  <a:pt x="883966" y="46682"/>
                </a:lnTo>
                <a:lnTo>
                  <a:pt x="884665" y="46738"/>
                </a:lnTo>
                <a:lnTo>
                  <a:pt x="885349" y="46811"/>
                </a:lnTo>
                <a:lnTo>
                  <a:pt x="886018" y="46900"/>
                </a:lnTo>
                <a:lnTo>
                  <a:pt x="886672" y="47005"/>
                </a:lnTo>
                <a:lnTo>
                  <a:pt x="887311" y="47126"/>
                </a:lnTo>
                <a:lnTo>
                  <a:pt x="887936" y="47264"/>
                </a:lnTo>
                <a:lnTo>
                  <a:pt x="888546" y="47418"/>
                </a:lnTo>
                <a:lnTo>
                  <a:pt x="889141" y="47588"/>
                </a:lnTo>
                <a:lnTo>
                  <a:pt x="889721" y="47774"/>
                </a:lnTo>
                <a:lnTo>
                  <a:pt x="890286" y="47976"/>
                </a:lnTo>
                <a:lnTo>
                  <a:pt x="890837" y="48194"/>
                </a:lnTo>
                <a:lnTo>
                  <a:pt x="891373" y="48429"/>
                </a:lnTo>
                <a:lnTo>
                  <a:pt x="891894" y="48680"/>
                </a:lnTo>
                <a:lnTo>
                  <a:pt x="892400" y="48947"/>
                </a:lnTo>
                <a:lnTo>
                  <a:pt x="892891" y="49230"/>
                </a:lnTo>
                <a:lnTo>
                  <a:pt x="893367" y="49529"/>
                </a:lnTo>
                <a:lnTo>
                  <a:pt x="893829" y="49845"/>
                </a:lnTo>
                <a:lnTo>
                  <a:pt x="894276" y="50177"/>
                </a:lnTo>
                <a:lnTo>
                  <a:pt x="894708" y="50525"/>
                </a:lnTo>
                <a:lnTo>
                  <a:pt x="895125" y="50889"/>
                </a:lnTo>
                <a:lnTo>
                  <a:pt x="895528" y="51269"/>
                </a:lnTo>
                <a:lnTo>
                  <a:pt x="895914" y="51666"/>
                </a:lnTo>
                <a:lnTo>
                  <a:pt x="896285" y="52080"/>
                </a:lnTo>
                <a:lnTo>
                  <a:pt x="896638" y="52512"/>
                </a:lnTo>
                <a:lnTo>
                  <a:pt x="896976" y="52961"/>
                </a:lnTo>
                <a:lnTo>
                  <a:pt x="897297" y="53427"/>
                </a:lnTo>
                <a:lnTo>
                  <a:pt x="897601" y="53910"/>
                </a:lnTo>
                <a:lnTo>
                  <a:pt x="897889" y="54411"/>
                </a:lnTo>
                <a:lnTo>
                  <a:pt x="898161" y="54929"/>
                </a:lnTo>
                <a:lnTo>
                  <a:pt x="898416" y="55464"/>
                </a:lnTo>
                <a:lnTo>
                  <a:pt x="898654" y="56017"/>
                </a:lnTo>
                <a:lnTo>
                  <a:pt x="898877" y="56586"/>
                </a:lnTo>
                <a:lnTo>
                  <a:pt x="899082" y="57174"/>
                </a:lnTo>
                <a:lnTo>
                  <a:pt x="899272" y="57778"/>
                </a:lnTo>
                <a:lnTo>
                  <a:pt x="899444" y="58400"/>
                </a:lnTo>
                <a:lnTo>
                  <a:pt x="899601" y="59039"/>
                </a:lnTo>
                <a:lnTo>
                  <a:pt x="899741" y="59695"/>
                </a:lnTo>
                <a:lnTo>
                  <a:pt x="899864" y="60369"/>
                </a:lnTo>
                <a:lnTo>
                  <a:pt x="899971" y="61059"/>
                </a:lnTo>
                <a:lnTo>
                  <a:pt x="900062" y="61768"/>
                </a:lnTo>
                <a:lnTo>
                  <a:pt x="900136" y="62493"/>
                </a:lnTo>
                <a:lnTo>
                  <a:pt x="900193" y="63236"/>
                </a:lnTo>
                <a:lnTo>
                  <a:pt x="900234" y="63996"/>
                </a:lnTo>
                <a:lnTo>
                  <a:pt x="900259" y="64773"/>
                </a:lnTo>
                <a:lnTo>
                  <a:pt x="900267" y="65568"/>
                </a:lnTo>
                <a:lnTo>
                  <a:pt x="900267" y="72993"/>
                </a:lnTo>
                <a:lnTo>
                  <a:pt x="914486" y="72993"/>
                </a:lnTo>
                <a:lnTo>
                  <a:pt x="914486" y="65568"/>
                </a:lnTo>
                <a:lnTo>
                  <a:pt x="914474" y="64329"/>
                </a:lnTo>
                <a:lnTo>
                  <a:pt x="914435" y="63114"/>
                </a:lnTo>
                <a:lnTo>
                  <a:pt x="914372" y="61922"/>
                </a:lnTo>
                <a:lnTo>
                  <a:pt x="914282" y="60755"/>
                </a:lnTo>
                <a:lnTo>
                  <a:pt x="914167" y="59612"/>
                </a:lnTo>
                <a:lnTo>
                  <a:pt x="914027" y="58492"/>
                </a:lnTo>
                <a:lnTo>
                  <a:pt x="913861" y="57396"/>
                </a:lnTo>
                <a:lnTo>
                  <a:pt x="913670" y="56325"/>
                </a:lnTo>
                <a:lnTo>
                  <a:pt x="913453" y="55277"/>
                </a:lnTo>
                <a:lnTo>
                  <a:pt x="913211" y="54253"/>
                </a:lnTo>
                <a:lnTo>
                  <a:pt x="912943" y="53252"/>
                </a:lnTo>
                <a:lnTo>
                  <a:pt x="912649" y="52276"/>
                </a:lnTo>
                <a:lnTo>
                  <a:pt x="912330" y="51323"/>
                </a:lnTo>
                <a:lnTo>
                  <a:pt x="911986" y="50395"/>
                </a:lnTo>
                <a:lnTo>
                  <a:pt x="911616" y="49490"/>
                </a:lnTo>
                <a:lnTo>
                  <a:pt x="911221" y="48609"/>
                </a:lnTo>
                <a:lnTo>
                  <a:pt x="910800" y="47752"/>
                </a:lnTo>
                <a:lnTo>
                  <a:pt x="910353" y="46919"/>
                </a:lnTo>
                <a:lnTo>
                  <a:pt x="909881" y="46110"/>
                </a:lnTo>
                <a:lnTo>
                  <a:pt x="909383" y="45324"/>
                </a:lnTo>
                <a:lnTo>
                  <a:pt x="908860" y="44563"/>
                </a:lnTo>
                <a:lnTo>
                  <a:pt x="908312" y="43825"/>
                </a:lnTo>
                <a:lnTo>
                  <a:pt x="907738" y="43111"/>
                </a:lnTo>
                <a:lnTo>
                  <a:pt x="907138" y="42421"/>
                </a:lnTo>
                <a:lnTo>
                  <a:pt x="906515" y="41757"/>
                </a:lnTo>
                <a:lnTo>
                  <a:pt x="905871" y="41121"/>
                </a:lnTo>
                <a:lnTo>
                  <a:pt x="905204" y="40514"/>
                </a:lnTo>
                <a:lnTo>
                  <a:pt x="904516" y="39935"/>
                </a:lnTo>
                <a:lnTo>
                  <a:pt x="903806" y="39384"/>
                </a:lnTo>
                <a:lnTo>
                  <a:pt x="903075" y="38861"/>
                </a:lnTo>
                <a:lnTo>
                  <a:pt x="902322" y="38367"/>
                </a:lnTo>
                <a:lnTo>
                  <a:pt x="901547" y="37901"/>
                </a:lnTo>
                <a:lnTo>
                  <a:pt x="900751" y="37463"/>
                </a:lnTo>
                <a:lnTo>
                  <a:pt x="899933" y="37053"/>
                </a:lnTo>
                <a:lnTo>
                  <a:pt x="899093" y="36672"/>
                </a:lnTo>
                <a:lnTo>
                  <a:pt x="898232" y="36319"/>
                </a:lnTo>
                <a:lnTo>
                  <a:pt x="897349" y="35994"/>
                </a:lnTo>
                <a:lnTo>
                  <a:pt x="896444" y="35697"/>
                </a:lnTo>
                <a:lnTo>
                  <a:pt x="895518" y="35429"/>
                </a:lnTo>
                <a:lnTo>
                  <a:pt x="894570" y="35189"/>
                </a:lnTo>
                <a:lnTo>
                  <a:pt x="893600" y="34977"/>
                </a:lnTo>
                <a:lnTo>
                  <a:pt x="892609" y="34793"/>
                </a:lnTo>
                <a:lnTo>
                  <a:pt x="891595" y="34638"/>
                </a:lnTo>
                <a:lnTo>
                  <a:pt x="890561" y="34511"/>
                </a:lnTo>
                <a:lnTo>
                  <a:pt x="889504" y="34412"/>
                </a:lnTo>
                <a:lnTo>
                  <a:pt x="888426" y="34341"/>
                </a:lnTo>
                <a:lnTo>
                  <a:pt x="887326" y="34299"/>
                </a:lnTo>
                <a:lnTo>
                  <a:pt x="886205" y="34284"/>
                </a:lnTo>
                <a:lnTo>
                  <a:pt x="885292" y="34295"/>
                </a:lnTo>
                <a:lnTo>
                  <a:pt x="884395" y="34326"/>
                </a:lnTo>
                <a:lnTo>
                  <a:pt x="883516" y="34377"/>
                </a:lnTo>
                <a:lnTo>
                  <a:pt x="882653" y="34449"/>
                </a:lnTo>
                <a:lnTo>
                  <a:pt x="881806" y="34542"/>
                </a:lnTo>
                <a:lnTo>
                  <a:pt x="880977" y="34655"/>
                </a:lnTo>
                <a:lnTo>
                  <a:pt x="880164" y="34789"/>
                </a:lnTo>
                <a:lnTo>
                  <a:pt x="879368" y="34943"/>
                </a:lnTo>
                <a:lnTo>
                  <a:pt x="878588" y="35118"/>
                </a:lnTo>
                <a:lnTo>
                  <a:pt x="877826" y="35313"/>
                </a:lnTo>
                <a:lnTo>
                  <a:pt x="877080" y="35529"/>
                </a:lnTo>
                <a:lnTo>
                  <a:pt x="876351" y="35766"/>
                </a:lnTo>
                <a:lnTo>
                  <a:pt x="875638" y="36023"/>
                </a:lnTo>
                <a:lnTo>
                  <a:pt x="874942" y="36301"/>
                </a:lnTo>
                <a:lnTo>
                  <a:pt x="874263" y="36599"/>
                </a:lnTo>
                <a:lnTo>
                  <a:pt x="873601" y="36918"/>
                </a:lnTo>
                <a:lnTo>
                  <a:pt x="872955" y="37258"/>
                </a:lnTo>
                <a:lnTo>
                  <a:pt x="872327" y="37618"/>
                </a:lnTo>
                <a:lnTo>
                  <a:pt x="871714" y="37998"/>
                </a:lnTo>
                <a:lnTo>
                  <a:pt x="871119" y="38400"/>
                </a:lnTo>
                <a:lnTo>
                  <a:pt x="870540" y="38821"/>
                </a:lnTo>
                <a:lnTo>
                  <a:pt x="869978" y="39264"/>
                </a:lnTo>
                <a:lnTo>
                  <a:pt x="869433" y="39727"/>
                </a:lnTo>
                <a:lnTo>
                  <a:pt x="868905" y="40210"/>
                </a:lnTo>
                <a:lnTo>
                  <a:pt x="868395" y="40711"/>
                </a:lnTo>
                <a:lnTo>
                  <a:pt x="867908" y="41227"/>
                </a:lnTo>
                <a:lnTo>
                  <a:pt x="867442" y="41757"/>
                </a:lnTo>
                <a:lnTo>
                  <a:pt x="866998" y="42301"/>
                </a:lnTo>
                <a:lnTo>
                  <a:pt x="866575" y="42860"/>
                </a:lnTo>
                <a:lnTo>
                  <a:pt x="866174" y="43434"/>
                </a:lnTo>
                <a:lnTo>
                  <a:pt x="865795" y="44022"/>
                </a:lnTo>
                <a:lnTo>
                  <a:pt x="865437" y="44625"/>
                </a:lnTo>
                <a:lnTo>
                  <a:pt x="865101" y="45242"/>
                </a:lnTo>
                <a:lnTo>
                  <a:pt x="864787" y="45874"/>
                </a:lnTo>
                <a:lnTo>
                  <a:pt x="864494" y="46520"/>
                </a:lnTo>
                <a:lnTo>
                  <a:pt x="864223" y="47181"/>
                </a:lnTo>
                <a:lnTo>
                  <a:pt x="863974" y="47856"/>
                </a:lnTo>
                <a:lnTo>
                  <a:pt x="863747" y="48546"/>
                </a:lnTo>
                <a:lnTo>
                  <a:pt x="863541" y="49250"/>
                </a:lnTo>
                <a:lnTo>
                  <a:pt x="863357" y="49969"/>
                </a:lnTo>
                <a:lnTo>
                  <a:pt x="863194" y="50703"/>
                </a:lnTo>
                <a:lnTo>
                  <a:pt x="863053" y="51451"/>
                </a:lnTo>
                <a:lnTo>
                  <a:pt x="862934" y="52214"/>
                </a:lnTo>
                <a:lnTo>
                  <a:pt x="862904" y="52453"/>
                </a:lnTo>
                <a:lnTo>
                  <a:pt x="862663" y="52453"/>
                </a:lnTo>
                <a:lnTo>
                  <a:pt x="862663" y="35864"/>
                </a:lnTo>
                <a:lnTo>
                  <a:pt x="848444" y="35864"/>
                </a:lnTo>
                <a:lnTo>
                  <a:pt x="848444" y="122762"/>
                </a:lnTo>
                <a:lnTo>
                  <a:pt x="862663" y="122762"/>
                </a:lnTo>
                <a:close/>
                <a:moveTo>
                  <a:pt x="99855" y="35864"/>
                </a:moveTo>
                <a:lnTo>
                  <a:pt x="99855" y="48819"/>
                </a:lnTo>
                <a:lnTo>
                  <a:pt x="127504" y="48819"/>
                </a:lnTo>
                <a:lnTo>
                  <a:pt x="127504" y="109806"/>
                </a:lnTo>
                <a:lnTo>
                  <a:pt x="96696" y="109806"/>
                </a:lnTo>
                <a:lnTo>
                  <a:pt x="96696" y="122762"/>
                </a:lnTo>
                <a:lnTo>
                  <a:pt x="170952" y="122762"/>
                </a:lnTo>
                <a:lnTo>
                  <a:pt x="170952" y="109806"/>
                </a:lnTo>
                <a:lnTo>
                  <a:pt x="141724" y="109806"/>
                </a:lnTo>
                <a:lnTo>
                  <a:pt x="141724" y="35864"/>
                </a:lnTo>
                <a:lnTo>
                  <a:pt x="99855" y="35864"/>
                </a:lnTo>
                <a:close/>
                <a:moveTo>
                  <a:pt x="700483" y="123839"/>
                </a:moveTo>
                <a:lnTo>
                  <a:pt x="701592" y="123734"/>
                </a:lnTo>
                <a:lnTo>
                  <a:pt x="702678" y="123606"/>
                </a:lnTo>
                <a:lnTo>
                  <a:pt x="703741" y="123454"/>
                </a:lnTo>
                <a:lnTo>
                  <a:pt x="704781" y="123279"/>
                </a:lnTo>
                <a:lnTo>
                  <a:pt x="705799" y="123081"/>
                </a:lnTo>
                <a:lnTo>
                  <a:pt x="706794" y="122860"/>
                </a:lnTo>
                <a:lnTo>
                  <a:pt x="707766" y="122615"/>
                </a:lnTo>
                <a:lnTo>
                  <a:pt x="708716" y="122347"/>
                </a:lnTo>
                <a:lnTo>
                  <a:pt x="709642" y="122055"/>
                </a:lnTo>
                <a:lnTo>
                  <a:pt x="710546" y="121741"/>
                </a:lnTo>
                <a:lnTo>
                  <a:pt x="711427" y="121403"/>
                </a:lnTo>
                <a:lnTo>
                  <a:pt x="712286" y="121041"/>
                </a:lnTo>
                <a:lnTo>
                  <a:pt x="713121" y="120657"/>
                </a:lnTo>
                <a:lnTo>
                  <a:pt x="713934" y="120249"/>
                </a:lnTo>
                <a:lnTo>
                  <a:pt x="714724" y="119817"/>
                </a:lnTo>
                <a:lnTo>
                  <a:pt x="715491" y="119363"/>
                </a:lnTo>
                <a:lnTo>
                  <a:pt x="716236" y="118885"/>
                </a:lnTo>
                <a:lnTo>
                  <a:pt x="716957" y="118384"/>
                </a:lnTo>
                <a:lnTo>
                  <a:pt x="717656" y="117859"/>
                </a:lnTo>
                <a:lnTo>
                  <a:pt x="718332" y="117311"/>
                </a:lnTo>
                <a:lnTo>
                  <a:pt x="718984" y="116742"/>
                </a:lnTo>
                <a:lnTo>
                  <a:pt x="719607" y="116154"/>
                </a:lnTo>
                <a:lnTo>
                  <a:pt x="720203" y="115548"/>
                </a:lnTo>
                <a:lnTo>
                  <a:pt x="720771" y="114922"/>
                </a:lnTo>
                <a:lnTo>
                  <a:pt x="721311" y="114277"/>
                </a:lnTo>
                <a:lnTo>
                  <a:pt x="721824" y="113613"/>
                </a:lnTo>
                <a:lnTo>
                  <a:pt x="722309" y="112931"/>
                </a:lnTo>
                <a:lnTo>
                  <a:pt x="722766" y="112229"/>
                </a:lnTo>
                <a:lnTo>
                  <a:pt x="723195" y="111509"/>
                </a:lnTo>
                <a:lnTo>
                  <a:pt x="723597" y="110769"/>
                </a:lnTo>
                <a:lnTo>
                  <a:pt x="723971" y="110011"/>
                </a:lnTo>
                <a:lnTo>
                  <a:pt x="724317" y="109234"/>
                </a:lnTo>
                <a:lnTo>
                  <a:pt x="724636" y="108438"/>
                </a:lnTo>
                <a:lnTo>
                  <a:pt x="724927" y="107622"/>
                </a:lnTo>
                <a:lnTo>
                  <a:pt x="725190" y="106788"/>
                </a:lnTo>
                <a:lnTo>
                  <a:pt x="725426" y="105935"/>
                </a:lnTo>
                <a:lnTo>
                  <a:pt x="725633" y="105063"/>
                </a:lnTo>
                <a:lnTo>
                  <a:pt x="725814" y="104173"/>
                </a:lnTo>
                <a:lnTo>
                  <a:pt x="725966" y="103263"/>
                </a:lnTo>
                <a:lnTo>
                  <a:pt x="726091" y="102334"/>
                </a:lnTo>
                <a:lnTo>
                  <a:pt x="726188" y="101386"/>
                </a:lnTo>
                <a:lnTo>
                  <a:pt x="726257" y="100420"/>
                </a:lnTo>
                <a:lnTo>
                  <a:pt x="726298" y="99434"/>
                </a:lnTo>
                <a:lnTo>
                  <a:pt x="726312" y="98430"/>
                </a:lnTo>
                <a:lnTo>
                  <a:pt x="726303" y="97490"/>
                </a:lnTo>
                <a:lnTo>
                  <a:pt x="726274" y="96568"/>
                </a:lnTo>
                <a:lnTo>
                  <a:pt x="726226" y="95663"/>
                </a:lnTo>
                <a:lnTo>
                  <a:pt x="726159" y="94774"/>
                </a:lnTo>
                <a:lnTo>
                  <a:pt x="726072" y="93903"/>
                </a:lnTo>
                <a:lnTo>
                  <a:pt x="725967" y="93048"/>
                </a:lnTo>
                <a:lnTo>
                  <a:pt x="725842" y="92211"/>
                </a:lnTo>
                <a:lnTo>
                  <a:pt x="725698" y="91391"/>
                </a:lnTo>
                <a:lnTo>
                  <a:pt x="725535" y="90587"/>
                </a:lnTo>
                <a:lnTo>
                  <a:pt x="725352" y="89801"/>
                </a:lnTo>
                <a:lnTo>
                  <a:pt x="725151" y="89032"/>
                </a:lnTo>
                <a:lnTo>
                  <a:pt x="724930" y="88279"/>
                </a:lnTo>
                <a:lnTo>
                  <a:pt x="724690" y="87544"/>
                </a:lnTo>
                <a:lnTo>
                  <a:pt x="724430" y="86826"/>
                </a:lnTo>
                <a:lnTo>
                  <a:pt x="724152" y="86124"/>
                </a:lnTo>
                <a:lnTo>
                  <a:pt x="723854" y="85440"/>
                </a:lnTo>
                <a:lnTo>
                  <a:pt x="723537" y="84773"/>
                </a:lnTo>
                <a:lnTo>
                  <a:pt x="723201" y="84122"/>
                </a:lnTo>
                <a:lnTo>
                  <a:pt x="722846" y="83489"/>
                </a:lnTo>
                <a:lnTo>
                  <a:pt x="722472" y="82873"/>
                </a:lnTo>
                <a:lnTo>
                  <a:pt x="722078" y="82273"/>
                </a:lnTo>
                <a:lnTo>
                  <a:pt x="721665" y="81691"/>
                </a:lnTo>
                <a:lnTo>
                  <a:pt x="721233" y="81126"/>
                </a:lnTo>
                <a:lnTo>
                  <a:pt x="720782" y="80577"/>
                </a:lnTo>
                <a:lnTo>
                  <a:pt x="720312" y="80046"/>
                </a:lnTo>
                <a:lnTo>
                  <a:pt x="719822" y="79532"/>
                </a:lnTo>
                <a:lnTo>
                  <a:pt x="719313" y="79034"/>
                </a:lnTo>
                <a:lnTo>
                  <a:pt x="718785" y="78554"/>
                </a:lnTo>
                <a:lnTo>
                  <a:pt x="718238" y="78091"/>
                </a:lnTo>
                <a:lnTo>
                  <a:pt x="717672" y="77645"/>
                </a:lnTo>
                <a:lnTo>
                  <a:pt x="717086" y="77215"/>
                </a:lnTo>
                <a:lnTo>
                  <a:pt x="716482" y="76803"/>
                </a:lnTo>
                <a:lnTo>
                  <a:pt x="715858" y="76408"/>
                </a:lnTo>
                <a:lnTo>
                  <a:pt x="715215" y="76030"/>
                </a:lnTo>
                <a:lnTo>
                  <a:pt x="714552" y="75668"/>
                </a:lnTo>
                <a:lnTo>
                  <a:pt x="713871" y="75324"/>
                </a:lnTo>
                <a:lnTo>
                  <a:pt x="713170" y="74997"/>
                </a:lnTo>
                <a:lnTo>
                  <a:pt x="712450" y="74687"/>
                </a:lnTo>
                <a:lnTo>
                  <a:pt x="711711" y="74394"/>
                </a:lnTo>
                <a:lnTo>
                  <a:pt x="710952" y="74117"/>
                </a:lnTo>
                <a:lnTo>
                  <a:pt x="710174" y="73858"/>
                </a:lnTo>
                <a:lnTo>
                  <a:pt x="709378" y="73616"/>
                </a:lnTo>
                <a:lnTo>
                  <a:pt x="708561" y="73391"/>
                </a:lnTo>
                <a:lnTo>
                  <a:pt x="707726" y="73183"/>
                </a:lnTo>
                <a:lnTo>
                  <a:pt x="706872" y="72992"/>
                </a:lnTo>
                <a:lnTo>
                  <a:pt x="705998" y="72818"/>
                </a:lnTo>
                <a:lnTo>
                  <a:pt x="705105" y="72660"/>
                </a:lnTo>
                <a:lnTo>
                  <a:pt x="704193" y="72520"/>
                </a:lnTo>
                <a:lnTo>
                  <a:pt x="681758" y="69360"/>
                </a:lnTo>
                <a:lnTo>
                  <a:pt x="681419" y="69304"/>
                </a:lnTo>
                <a:lnTo>
                  <a:pt x="681087" y="69240"/>
                </a:lnTo>
                <a:lnTo>
                  <a:pt x="680761" y="69170"/>
                </a:lnTo>
                <a:lnTo>
                  <a:pt x="680443" y="69092"/>
                </a:lnTo>
                <a:lnTo>
                  <a:pt x="680132" y="69007"/>
                </a:lnTo>
                <a:lnTo>
                  <a:pt x="679827" y="68916"/>
                </a:lnTo>
                <a:lnTo>
                  <a:pt x="679529" y="68817"/>
                </a:lnTo>
                <a:lnTo>
                  <a:pt x="679238" y="68710"/>
                </a:lnTo>
                <a:lnTo>
                  <a:pt x="678954" y="68597"/>
                </a:lnTo>
                <a:lnTo>
                  <a:pt x="678677" y="68477"/>
                </a:lnTo>
                <a:lnTo>
                  <a:pt x="678407" y="68349"/>
                </a:lnTo>
                <a:lnTo>
                  <a:pt x="678143" y="68215"/>
                </a:lnTo>
                <a:lnTo>
                  <a:pt x="677887" y="68073"/>
                </a:lnTo>
                <a:lnTo>
                  <a:pt x="677637" y="67924"/>
                </a:lnTo>
                <a:lnTo>
                  <a:pt x="677394" y="67768"/>
                </a:lnTo>
                <a:lnTo>
                  <a:pt x="677158" y="67605"/>
                </a:lnTo>
                <a:lnTo>
                  <a:pt x="676929" y="67434"/>
                </a:lnTo>
                <a:lnTo>
                  <a:pt x="676706" y="67257"/>
                </a:lnTo>
                <a:lnTo>
                  <a:pt x="676491" y="67072"/>
                </a:lnTo>
                <a:lnTo>
                  <a:pt x="676282" y="66881"/>
                </a:lnTo>
                <a:lnTo>
                  <a:pt x="676080" y="66682"/>
                </a:lnTo>
                <a:lnTo>
                  <a:pt x="675885" y="66476"/>
                </a:lnTo>
                <a:lnTo>
                  <a:pt x="675697" y="66263"/>
                </a:lnTo>
                <a:lnTo>
                  <a:pt x="675516" y="66042"/>
                </a:lnTo>
                <a:lnTo>
                  <a:pt x="675342" y="65815"/>
                </a:lnTo>
                <a:lnTo>
                  <a:pt x="675175" y="65582"/>
                </a:lnTo>
                <a:lnTo>
                  <a:pt x="675016" y="65343"/>
                </a:lnTo>
                <a:lnTo>
                  <a:pt x="674864" y="65098"/>
                </a:lnTo>
                <a:lnTo>
                  <a:pt x="674720" y="64847"/>
                </a:lnTo>
                <a:lnTo>
                  <a:pt x="674583" y="64590"/>
                </a:lnTo>
                <a:lnTo>
                  <a:pt x="674453" y="64327"/>
                </a:lnTo>
                <a:lnTo>
                  <a:pt x="674331" y="64058"/>
                </a:lnTo>
                <a:lnTo>
                  <a:pt x="674216" y="63782"/>
                </a:lnTo>
                <a:lnTo>
                  <a:pt x="674108" y="63501"/>
                </a:lnTo>
                <a:lnTo>
                  <a:pt x="674008" y="63214"/>
                </a:lnTo>
                <a:lnTo>
                  <a:pt x="673916" y="62920"/>
                </a:lnTo>
                <a:lnTo>
                  <a:pt x="673831" y="62621"/>
                </a:lnTo>
                <a:lnTo>
                  <a:pt x="673753" y="62316"/>
                </a:lnTo>
                <a:lnTo>
                  <a:pt x="673682" y="62004"/>
                </a:lnTo>
                <a:lnTo>
                  <a:pt x="673619" y="61687"/>
                </a:lnTo>
                <a:lnTo>
                  <a:pt x="673564" y="61363"/>
                </a:lnTo>
                <a:lnTo>
                  <a:pt x="673516" y="61034"/>
                </a:lnTo>
                <a:lnTo>
                  <a:pt x="673475" y="60698"/>
                </a:lnTo>
                <a:lnTo>
                  <a:pt x="673442" y="60357"/>
                </a:lnTo>
                <a:lnTo>
                  <a:pt x="673416" y="60009"/>
                </a:lnTo>
                <a:lnTo>
                  <a:pt x="673397" y="59656"/>
                </a:lnTo>
                <a:lnTo>
                  <a:pt x="673386" y="59296"/>
                </a:lnTo>
                <a:lnTo>
                  <a:pt x="673382" y="58930"/>
                </a:lnTo>
                <a:lnTo>
                  <a:pt x="673390" y="58461"/>
                </a:lnTo>
                <a:lnTo>
                  <a:pt x="673411" y="57999"/>
                </a:lnTo>
                <a:lnTo>
                  <a:pt x="673447" y="57546"/>
                </a:lnTo>
                <a:lnTo>
                  <a:pt x="673497" y="57101"/>
                </a:lnTo>
                <a:lnTo>
                  <a:pt x="673561" y="56664"/>
                </a:lnTo>
                <a:lnTo>
                  <a:pt x="673639" y="56235"/>
                </a:lnTo>
                <a:lnTo>
                  <a:pt x="673732" y="55815"/>
                </a:lnTo>
                <a:lnTo>
                  <a:pt x="673839" y="55402"/>
                </a:lnTo>
                <a:lnTo>
                  <a:pt x="673960" y="54998"/>
                </a:lnTo>
                <a:lnTo>
                  <a:pt x="674096" y="54603"/>
                </a:lnTo>
                <a:lnTo>
                  <a:pt x="674245" y="54215"/>
                </a:lnTo>
                <a:lnTo>
                  <a:pt x="674409" y="53836"/>
                </a:lnTo>
                <a:lnTo>
                  <a:pt x="674588" y="53465"/>
                </a:lnTo>
                <a:lnTo>
                  <a:pt x="674780" y="53102"/>
                </a:lnTo>
                <a:lnTo>
                  <a:pt x="674987" y="52747"/>
                </a:lnTo>
                <a:lnTo>
                  <a:pt x="675208" y="52401"/>
                </a:lnTo>
                <a:lnTo>
                  <a:pt x="675444" y="52063"/>
                </a:lnTo>
                <a:lnTo>
                  <a:pt x="675693" y="51733"/>
                </a:lnTo>
                <a:lnTo>
                  <a:pt x="675957" y="51411"/>
                </a:lnTo>
                <a:lnTo>
                  <a:pt x="676235" y="51098"/>
                </a:lnTo>
                <a:lnTo>
                  <a:pt x="676528" y="50792"/>
                </a:lnTo>
                <a:lnTo>
                  <a:pt x="676834" y="50495"/>
                </a:lnTo>
                <a:lnTo>
                  <a:pt x="677155" y="50207"/>
                </a:lnTo>
                <a:lnTo>
                  <a:pt x="677490" y="49926"/>
                </a:lnTo>
                <a:lnTo>
                  <a:pt x="677838" y="49655"/>
                </a:lnTo>
                <a:lnTo>
                  <a:pt x="678197" y="49396"/>
                </a:lnTo>
                <a:lnTo>
                  <a:pt x="678567" y="49149"/>
                </a:lnTo>
                <a:lnTo>
                  <a:pt x="678948" y="48912"/>
                </a:lnTo>
                <a:lnTo>
                  <a:pt x="679339" y="48688"/>
                </a:lnTo>
                <a:lnTo>
                  <a:pt x="679742" y="48475"/>
                </a:lnTo>
                <a:lnTo>
                  <a:pt x="680156" y="48273"/>
                </a:lnTo>
                <a:lnTo>
                  <a:pt x="680580" y="48083"/>
                </a:lnTo>
                <a:lnTo>
                  <a:pt x="681016" y="47905"/>
                </a:lnTo>
                <a:lnTo>
                  <a:pt x="681463" y="47737"/>
                </a:lnTo>
                <a:lnTo>
                  <a:pt x="681920" y="47582"/>
                </a:lnTo>
                <a:lnTo>
                  <a:pt x="682389" y="47438"/>
                </a:lnTo>
                <a:lnTo>
                  <a:pt x="682868" y="47306"/>
                </a:lnTo>
                <a:lnTo>
                  <a:pt x="683359" y="47185"/>
                </a:lnTo>
                <a:lnTo>
                  <a:pt x="683860" y="47075"/>
                </a:lnTo>
                <a:lnTo>
                  <a:pt x="684373" y="46977"/>
                </a:lnTo>
                <a:lnTo>
                  <a:pt x="684896" y="46891"/>
                </a:lnTo>
                <a:lnTo>
                  <a:pt x="685430" y="46816"/>
                </a:lnTo>
                <a:lnTo>
                  <a:pt x="685976" y="46753"/>
                </a:lnTo>
                <a:lnTo>
                  <a:pt x="686532" y="46701"/>
                </a:lnTo>
                <a:lnTo>
                  <a:pt x="687099" y="46661"/>
                </a:lnTo>
                <a:lnTo>
                  <a:pt x="687678" y="46632"/>
                </a:lnTo>
                <a:lnTo>
                  <a:pt x="688267" y="46614"/>
                </a:lnTo>
                <a:lnTo>
                  <a:pt x="688867" y="46609"/>
                </a:lnTo>
                <a:lnTo>
                  <a:pt x="695820" y="46609"/>
                </a:lnTo>
                <a:lnTo>
                  <a:pt x="696356" y="46614"/>
                </a:lnTo>
                <a:lnTo>
                  <a:pt x="696883" y="46630"/>
                </a:lnTo>
                <a:lnTo>
                  <a:pt x="697401" y="46656"/>
                </a:lnTo>
                <a:lnTo>
                  <a:pt x="697911" y="46692"/>
                </a:lnTo>
                <a:lnTo>
                  <a:pt x="698413" y="46739"/>
                </a:lnTo>
                <a:lnTo>
                  <a:pt x="698906" y="46796"/>
                </a:lnTo>
                <a:lnTo>
                  <a:pt x="699390" y="46864"/>
                </a:lnTo>
                <a:lnTo>
                  <a:pt x="699867" y="46942"/>
                </a:lnTo>
                <a:lnTo>
                  <a:pt x="700334" y="47031"/>
                </a:lnTo>
                <a:lnTo>
                  <a:pt x="700793" y="47130"/>
                </a:lnTo>
                <a:lnTo>
                  <a:pt x="701244" y="47239"/>
                </a:lnTo>
                <a:lnTo>
                  <a:pt x="701686" y="47359"/>
                </a:lnTo>
                <a:lnTo>
                  <a:pt x="702119" y="47489"/>
                </a:lnTo>
                <a:lnTo>
                  <a:pt x="702544" y="47630"/>
                </a:lnTo>
                <a:lnTo>
                  <a:pt x="702961" y="47781"/>
                </a:lnTo>
                <a:lnTo>
                  <a:pt x="703369" y="47943"/>
                </a:lnTo>
                <a:lnTo>
                  <a:pt x="703768" y="48115"/>
                </a:lnTo>
                <a:lnTo>
                  <a:pt x="704159" y="48297"/>
                </a:lnTo>
                <a:lnTo>
                  <a:pt x="704542" y="48490"/>
                </a:lnTo>
                <a:lnTo>
                  <a:pt x="704916" y="48693"/>
                </a:lnTo>
                <a:lnTo>
                  <a:pt x="705281" y="48907"/>
                </a:lnTo>
                <a:lnTo>
                  <a:pt x="705638" y="49131"/>
                </a:lnTo>
                <a:lnTo>
                  <a:pt x="705987" y="49365"/>
                </a:lnTo>
                <a:lnTo>
                  <a:pt x="706326" y="49610"/>
                </a:lnTo>
                <a:lnTo>
                  <a:pt x="706656" y="49863"/>
                </a:lnTo>
                <a:lnTo>
                  <a:pt x="706972" y="50121"/>
                </a:lnTo>
                <a:lnTo>
                  <a:pt x="707276" y="50385"/>
                </a:lnTo>
                <a:lnTo>
                  <a:pt x="707566" y="50655"/>
                </a:lnTo>
                <a:lnTo>
                  <a:pt x="707844" y="50929"/>
                </a:lnTo>
                <a:lnTo>
                  <a:pt x="708109" y="51210"/>
                </a:lnTo>
                <a:lnTo>
                  <a:pt x="708361" y="51496"/>
                </a:lnTo>
                <a:lnTo>
                  <a:pt x="708600" y="51787"/>
                </a:lnTo>
                <a:lnTo>
                  <a:pt x="708826" y="52084"/>
                </a:lnTo>
                <a:lnTo>
                  <a:pt x="709039" y="52386"/>
                </a:lnTo>
                <a:lnTo>
                  <a:pt x="709239" y="52694"/>
                </a:lnTo>
                <a:lnTo>
                  <a:pt x="709427" y="53007"/>
                </a:lnTo>
                <a:lnTo>
                  <a:pt x="709601" y="53326"/>
                </a:lnTo>
                <a:lnTo>
                  <a:pt x="709763" y="53650"/>
                </a:lnTo>
                <a:lnTo>
                  <a:pt x="709912" y="53980"/>
                </a:lnTo>
                <a:lnTo>
                  <a:pt x="710048" y="54315"/>
                </a:lnTo>
                <a:lnTo>
                  <a:pt x="710171" y="54656"/>
                </a:lnTo>
                <a:lnTo>
                  <a:pt x="710281" y="55002"/>
                </a:lnTo>
                <a:lnTo>
                  <a:pt x="710378" y="55354"/>
                </a:lnTo>
                <a:lnTo>
                  <a:pt x="710462" y="55711"/>
                </a:lnTo>
                <a:lnTo>
                  <a:pt x="710534" y="56074"/>
                </a:lnTo>
                <a:lnTo>
                  <a:pt x="710592" y="56442"/>
                </a:lnTo>
                <a:lnTo>
                  <a:pt x="710638" y="56815"/>
                </a:lnTo>
                <a:lnTo>
                  <a:pt x="710671" y="57195"/>
                </a:lnTo>
                <a:lnTo>
                  <a:pt x="725049" y="57195"/>
                </a:lnTo>
                <a:lnTo>
                  <a:pt x="724984" y="56359"/>
                </a:lnTo>
                <a:lnTo>
                  <a:pt x="724893" y="55536"/>
                </a:lnTo>
                <a:lnTo>
                  <a:pt x="724776" y="54727"/>
                </a:lnTo>
                <a:lnTo>
                  <a:pt x="724634" y="53931"/>
                </a:lnTo>
                <a:lnTo>
                  <a:pt x="724467" y="53149"/>
                </a:lnTo>
                <a:lnTo>
                  <a:pt x="724274" y="52380"/>
                </a:lnTo>
                <a:lnTo>
                  <a:pt x="724055" y="51625"/>
                </a:lnTo>
                <a:lnTo>
                  <a:pt x="723811" y="50883"/>
                </a:lnTo>
                <a:lnTo>
                  <a:pt x="723542" y="50154"/>
                </a:lnTo>
                <a:lnTo>
                  <a:pt x="723247" y="49439"/>
                </a:lnTo>
                <a:lnTo>
                  <a:pt x="722926" y="48738"/>
                </a:lnTo>
                <a:lnTo>
                  <a:pt x="722580" y="48050"/>
                </a:lnTo>
                <a:lnTo>
                  <a:pt x="722209" y="47375"/>
                </a:lnTo>
                <a:lnTo>
                  <a:pt x="721812" y="46714"/>
                </a:lnTo>
                <a:lnTo>
                  <a:pt x="721389" y="46066"/>
                </a:lnTo>
                <a:lnTo>
                  <a:pt x="720941" y="45432"/>
                </a:lnTo>
                <a:lnTo>
                  <a:pt x="720467" y="44811"/>
                </a:lnTo>
                <a:lnTo>
                  <a:pt x="719968" y="44204"/>
                </a:lnTo>
                <a:lnTo>
                  <a:pt x="719444" y="43610"/>
                </a:lnTo>
                <a:lnTo>
                  <a:pt x="718893" y="43029"/>
                </a:lnTo>
                <a:lnTo>
                  <a:pt x="718318" y="42462"/>
                </a:lnTo>
                <a:lnTo>
                  <a:pt x="717716" y="41909"/>
                </a:lnTo>
                <a:lnTo>
                  <a:pt x="717090" y="41369"/>
                </a:lnTo>
                <a:lnTo>
                  <a:pt x="716438" y="40842"/>
                </a:lnTo>
                <a:lnTo>
                  <a:pt x="715764" y="40333"/>
                </a:lnTo>
                <a:lnTo>
                  <a:pt x="715075" y="39845"/>
                </a:lnTo>
                <a:lnTo>
                  <a:pt x="714370" y="39379"/>
                </a:lnTo>
                <a:lnTo>
                  <a:pt x="713648" y="38935"/>
                </a:lnTo>
                <a:lnTo>
                  <a:pt x="712910" y="38512"/>
                </a:lnTo>
                <a:lnTo>
                  <a:pt x="712156" y="38111"/>
                </a:lnTo>
                <a:lnTo>
                  <a:pt x="711386" y="37732"/>
                </a:lnTo>
                <a:lnTo>
                  <a:pt x="710600" y="37374"/>
                </a:lnTo>
                <a:lnTo>
                  <a:pt x="709798" y="37038"/>
                </a:lnTo>
                <a:lnTo>
                  <a:pt x="708979" y="36724"/>
                </a:lnTo>
                <a:lnTo>
                  <a:pt x="708144" y="36432"/>
                </a:lnTo>
                <a:lnTo>
                  <a:pt x="707293" y="36161"/>
                </a:lnTo>
                <a:lnTo>
                  <a:pt x="706426" y="35911"/>
                </a:lnTo>
                <a:lnTo>
                  <a:pt x="705543" y="35684"/>
                </a:lnTo>
                <a:lnTo>
                  <a:pt x="704643" y="35478"/>
                </a:lnTo>
                <a:lnTo>
                  <a:pt x="703728" y="35294"/>
                </a:lnTo>
                <a:lnTo>
                  <a:pt x="702796" y="35131"/>
                </a:lnTo>
                <a:lnTo>
                  <a:pt x="701848" y="34990"/>
                </a:lnTo>
                <a:lnTo>
                  <a:pt x="700884" y="34871"/>
                </a:lnTo>
                <a:lnTo>
                  <a:pt x="699903" y="34774"/>
                </a:lnTo>
                <a:lnTo>
                  <a:pt x="698907" y="34698"/>
                </a:lnTo>
                <a:lnTo>
                  <a:pt x="697894" y="34644"/>
                </a:lnTo>
                <a:lnTo>
                  <a:pt x="696865" y="34611"/>
                </a:lnTo>
                <a:lnTo>
                  <a:pt x="695820" y="34600"/>
                </a:lnTo>
                <a:lnTo>
                  <a:pt x="688867" y="34600"/>
                </a:lnTo>
                <a:lnTo>
                  <a:pt x="687732" y="34612"/>
                </a:lnTo>
                <a:lnTo>
                  <a:pt x="686617" y="34645"/>
                </a:lnTo>
                <a:lnTo>
                  <a:pt x="685523" y="34702"/>
                </a:lnTo>
                <a:lnTo>
                  <a:pt x="684450" y="34780"/>
                </a:lnTo>
                <a:lnTo>
                  <a:pt x="683397" y="34881"/>
                </a:lnTo>
                <a:lnTo>
                  <a:pt x="682364" y="35005"/>
                </a:lnTo>
                <a:lnTo>
                  <a:pt x="681352" y="35151"/>
                </a:lnTo>
                <a:lnTo>
                  <a:pt x="680361" y="35320"/>
                </a:lnTo>
                <a:lnTo>
                  <a:pt x="679391" y="35511"/>
                </a:lnTo>
                <a:lnTo>
                  <a:pt x="678441" y="35725"/>
                </a:lnTo>
                <a:lnTo>
                  <a:pt x="677511" y="35961"/>
                </a:lnTo>
                <a:lnTo>
                  <a:pt x="676602" y="36220"/>
                </a:lnTo>
                <a:lnTo>
                  <a:pt x="675714" y="36501"/>
                </a:lnTo>
                <a:lnTo>
                  <a:pt x="674846" y="36805"/>
                </a:lnTo>
                <a:lnTo>
                  <a:pt x="673999" y="37131"/>
                </a:lnTo>
                <a:lnTo>
                  <a:pt x="673172" y="37479"/>
                </a:lnTo>
                <a:lnTo>
                  <a:pt x="672366" y="37851"/>
                </a:lnTo>
                <a:lnTo>
                  <a:pt x="671581" y="38244"/>
                </a:lnTo>
                <a:lnTo>
                  <a:pt x="670816" y="38660"/>
                </a:lnTo>
                <a:lnTo>
                  <a:pt x="670071" y="39099"/>
                </a:lnTo>
                <a:lnTo>
                  <a:pt x="669348" y="39560"/>
                </a:lnTo>
                <a:lnTo>
                  <a:pt x="668644" y="40044"/>
                </a:lnTo>
                <a:lnTo>
                  <a:pt x="667962" y="40550"/>
                </a:lnTo>
                <a:lnTo>
                  <a:pt x="667300" y="41078"/>
                </a:lnTo>
                <a:lnTo>
                  <a:pt x="666662" y="41627"/>
                </a:lnTo>
                <a:lnTo>
                  <a:pt x="666051" y="42192"/>
                </a:lnTo>
                <a:lnTo>
                  <a:pt x="665467" y="42774"/>
                </a:lnTo>
                <a:lnTo>
                  <a:pt x="664910" y="43374"/>
                </a:lnTo>
                <a:lnTo>
                  <a:pt x="664381" y="43990"/>
                </a:lnTo>
                <a:lnTo>
                  <a:pt x="663878" y="44623"/>
                </a:lnTo>
                <a:lnTo>
                  <a:pt x="663403" y="45274"/>
                </a:lnTo>
                <a:lnTo>
                  <a:pt x="662955" y="45941"/>
                </a:lnTo>
                <a:lnTo>
                  <a:pt x="662534" y="46625"/>
                </a:lnTo>
                <a:lnTo>
                  <a:pt x="662140" y="47327"/>
                </a:lnTo>
                <a:lnTo>
                  <a:pt x="661774" y="48045"/>
                </a:lnTo>
                <a:lnTo>
                  <a:pt x="661434" y="48780"/>
                </a:lnTo>
                <a:lnTo>
                  <a:pt x="661122" y="49533"/>
                </a:lnTo>
                <a:lnTo>
                  <a:pt x="660837" y="50302"/>
                </a:lnTo>
                <a:lnTo>
                  <a:pt x="660579" y="51088"/>
                </a:lnTo>
                <a:lnTo>
                  <a:pt x="660348" y="51892"/>
                </a:lnTo>
                <a:lnTo>
                  <a:pt x="660144" y="52712"/>
                </a:lnTo>
                <a:lnTo>
                  <a:pt x="659968" y="53549"/>
                </a:lnTo>
                <a:lnTo>
                  <a:pt x="659819" y="54404"/>
                </a:lnTo>
                <a:lnTo>
                  <a:pt x="659696" y="55275"/>
                </a:lnTo>
                <a:lnTo>
                  <a:pt x="659601" y="56163"/>
                </a:lnTo>
                <a:lnTo>
                  <a:pt x="659533" y="57069"/>
                </a:lnTo>
                <a:lnTo>
                  <a:pt x="659493" y="57991"/>
                </a:lnTo>
                <a:lnTo>
                  <a:pt x="659479" y="58930"/>
                </a:lnTo>
                <a:lnTo>
                  <a:pt x="659488" y="59753"/>
                </a:lnTo>
                <a:lnTo>
                  <a:pt x="659513" y="60563"/>
                </a:lnTo>
                <a:lnTo>
                  <a:pt x="659556" y="61359"/>
                </a:lnTo>
                <a:lnTo>
                  <a:pt x="659615" y="62141"/>
                </a:lnTo>
                <a:lnTo>
                  <a:pt x="659692" y="62910"/>
                </a:lnTo>
                <a:lnTo>
                  <a:pt x="659785" y="63666"/>
                </a:lnTo>
                <a:lnTo>
                  <a:pt x="659896" y="64408"/>
                </a:lnTo>
                <a:lnTo>
                  <a:pt x="660023" y="65137"/>
                </a:lnTo>
                <a:lnTo>
                  <a:pt x="660168" y="65852"/>
                </a:lnTo>
                <a:lnTo>
                  <a:pt x="660330" y="66554"/>
                </a:lnTo>
                <a:lnTo>
                  <a:pt x="660508" y="67242"/>
                </a:lnTo>
                <a:lnTo>
                  <a:pt x="660704" y="67917"/>
                </a:lnTo>
                <a:lnTo>
                  <a:pt x="660916" y="68578"/>
                </a:lnTo>
                <a:lnTo>
                  <a:pt x="661146" y="69226"/>
                </a:lnTo>
                <a:lnTo>
                  <a:pt x="661393" y="69861"/>
                </a:lnTo>
                <a:lnTo>
                  <a:pt x="661656" y="70482"/>
                </a:lnTo>
                <a:lnTo>
                  <a:pt x="661937" y="71090"/>
                </a:lnTo>
                <a:lnTo>
                  <a:pt x="662235" y="71684"/>
                </a:lnTo>
                <a:lnTo>
                  <a:pt x="662549" y="72265"/>
                </a:lnTo>
                <a:lnTo>
                  <a:pt x="662881" y="72832"/>
                </a:lnTo>
                <a:lnTo>
                  <a:pt x="663230" y="73386"/>
                </a:lnTo>
                <a:lnTo>
                  <a:pt x="663595" y="73927"/>
                </a:lnTo>
                <a:lnTo>
                  <a:pt x="663978" y="74454"/>
                </a:lnTo>
                <a:lnTo>
                  <a:pt x="664378" y="74967"/>
                </a:lnTo>
                <a:lnTo>
                  <a:pt x="664793" y="75466"/>
                </a:lnTo>
                <a:lnTo>
                  <a:pt x="665222" y="75948"/>
                </a:lnTo>
                <a:lnTo>
                  <a:pt x="665664" y="76413"/>
                </a:lnTo>
                <a:lnTo>
                  <a:pt x="666121" y="76861"/>
                </a:lnTo>
                <a:lnTo>
                  <a:pt x="666591" y="77293"/>
                </a:lnTo>
                <a:lnTo>
                  <a:pt x="667074" y="77708"/>
                </a:lnTo>
                <a:lnTo>
                  <a:pt x="667572" y="78106"/>
                </a:lnTo>
                <a:lnTo>
                  <a:pt x="668083" y="78487"/>
                </a:lnTo>
                <a:lnTo>
                  <a:pt x="668607" y="78852"/>
                </a:lnTo>
                <a:lnTo>
                  <a:pt x="669146" y="79200"/>
                </a:lnTo>
                <a:lnTo>
                  <a:pt x="669698" y="79531"/>
                </a:lnTo>
                <a:lnTo>
                  <a:pt x="670264" y="79846"/>
                </a:lnTo>
                <a:lnTo>
                  <a:pt x="670844" y="80143"/>
                </a:lnTo>
                <a:lnTo>
                  <a:pt x="671437" y="80425"/>
                </a:lnTo>
                <a:lnTo>
                  <a:pt x="672044" y="80689"/>
                </a:lnTo>
                <a:lnTo>
                  <a:pt x="672665" y="80937"/>
                </a:lnTo>
                <a:lnTo>
                  <a:pt x="673299" y="81167"/>
                </a:lnTo>
                <a:lnTo>
                  <a:pt x="673947" y="81382"/>
                </a:lnTo>
                <a:lnTo>
                  <a:pt x="674609" y="81579"/>
                </a:lnTo>
                <a:lnTo>
                  <a:pt x="675285" y="81760"/>
                </a:lnTo>
                <a:lnTo>
                  <a:pt x="675974" y="81924"/>
                </a:lnTo>
                <a:lnTo>
                  <a:pt x="676677" y="82071"/>
                </a:lnTo>
                <a:lnTo>
                  <a:pt x="677394" y="82202"/>
                </a:lnTo>
                <a:lnTo>
                  <a:pt x="678125" y="82316"/>
                </a:lnTo>
                <a:lnTo>
                  <a:pt x="702139" y="85792"/>
                </a:lnTo>
                <a:lnTo>
                  <a:pt x="702569" y="85849"/>
                </a:lnTo>
                <a:lnTo>
                  <a:pt x="702989" y="85915"/>
                </a:lnTo>
                <a:lnTo>
                  <a:pt x="703401" y="85989"/>
                </a:lnTo>
                <a:lnTo>
                  <a:pt x="703802" y="86073"/>
                </a:lnTo>
                <a:lnTo>
                  <a:pt x="704195" y="86165"/>
                </a:lnTo>
                <a:lnTo>
                  <a:pt x="704578" y="86266"/>
                </a:lnTo>
                <a:lnTo>
                  <a:pt x="704952" y="86376"/>
                </a:lnTo>
                <a:lnTo>
                  <a:pt x="705317" y="86494"/>
                </a:lnTo>
                <a:lnTo>
                  <a:pt x="705672" y="86621"/>
                </a:lnTo>
                <a:lnTo>
                  <a:pt x="706018" y="86757"/>
                </a:lnTo>
                <a:lnTo>
                  <a:pt x="706354" y="86902"/>
                </a:lnTo>
                <a:lnTo>
                  <a:pt x="706681" y="87056"/>
                </a:lnTo>
                <a:lnTo>
                  <a:pt x="706999" y="87218"/>
                </a:lnTo>
                <a:lnTo>
                  <a:pt x="707308" y="87389"/>
                </a:lnTo>
                <a:lnTo>
                  <a:pt x="707607" y="87569"/>
                </a:lnTo>
                <a:lnTo>
                  <a:pt x="707897" y="87758"/>
                </a:lnTo>
                <a:lnTo>
                  <a:pt x="708178" y="87956"/>
                </a:lnTo>
                <a:lnTo>
                  <a:pt x="708449" y="88162"/>
                </a:lnTo>
                <a:lnTo>
                  <a:pt x="708711" y="88377"/>
                </a:lnTo>
                <a:lnTo>
                  <a:pt x="708963" y="88601"/>
                </a:lnTo>
                <a:lnTo>
                  <a:pt x="709206" y="88834"/>
                </a:lnTo>
                <a:lnTo>
                  <a:pt x="709440" y="89075"/>
                </a:lnTo>
                <a:lnTo>
                  <a:pt x="709665" y="89325"/>
                </a:lnTo>
                <a:lnTo>
                  <a:pt x="709880" y="89584"/>
                </a:lnTo>
                <a:lnTo>
                  <a:pt x="710086" y="89852"/>
                </a:lnTo>
                <a:lnTo>
                  <a:pt x="710284" y="90128"/>
                </a:lnTo>
                <a:lnTo>
                  <a:pt x="710473" y="90413"/>
                </a:lnTo>
                <a:lnTo>
                  <a:pt x="710653" y="90707"/>
                </a:lnTo>
                <a:lnTo>
                  <a:pt x="710824" y="91010"/>
                </a:lnTo>
                <a:lnTo>
                  <a:pt x="710986" y="91321"/>
                </a:lnTo>
                <a:lnTo>
                  <a:pt x="711140" y="91642"/>
                </a:lnTo>
                <a:lnTo>
                  <a:pt x="711285" y="91971"/>
                </a:lnTo>
                <a:lnTo>
                  <a:pt x="711421" y="92309"/>
                </a:lnTo>
                <a:lnTo>
                  <a:pt x="711548" y="92655"/>
                </a:lnTo>
                <a:lnTo>
                  <a:pt x="711667" y="93011"/>
                </a:lnTo>
                <a:lnTo>
                  <a:pt x="711777" y="93375"/>
                </a:lnTo>
                <a:lnTo>
                  <a:pt x="711878" y="93748"/>
                </a:lnTo>
                <a:lnTo>
                  <a:pt x="711970" y="94129"/>
                </a:lnTo>
                <a:lnTo>
                  <a:pt x="712053" y="94520"/>
                </a:lnTo>
                <a:lnTo>
                  <a:pt x="712128" y="94919"/>
                </a:lnTo>
                <a:lnTo>
                  <a:pt x="712194" y="95327"/>
                </a:lnTo>
                <a:lnTo>
                  <a:pt x="712251" y="95744"/>
                </a:lnTo>
                <a:lnTo>
                  <a:pt x="712299" y="96170"/>
                </a:lnTo>
                <a:lnTo>
                  <a:pt x="712339" y="96604"/>
                </a:lnTo>
                <a:lnTo>
                  <a:pt x="712370" y="97047"/>
                </a:lnTo>
                <a:lnTo>
                  <a:pt x="712391" y="97499"/>
                </a:lnTo>
                <a:lnTo>
                  <a:pt x="712405" y="97960"/>
                </a:lnTo>
                <a:lnTo>
                  <a:pt x="712409" y="98430"/>
                </a:lnTo>
                <a:lnTo>
                  <a:pt x="712401" y="98951"/>
                </a:lnTo>
                <a:lnTo>
                  <a:pt x="712379" y="99463"/>
                </a:lnTo>
                <a:lnTo>
                  <a:pt x="712341" y="99965"/>
                </a:lnTo>
                <a:lnTo>
                  <a:pt x="712288" y="100458"/>
                </a:lnTo>
                <a:lnTo>
                  <a:pt x="712220" y="100940"/>
                </a:lnTo>
                <a:lnTo>
                  <a:pt x="712137" y="101412"/>
                </a:lnTo>
                <a:lnTo>
                  <a:pt x="712039" y="101875"/>
                </a:lnTo>
                <a:lnTo>
                  <a:pt x="711926" y="102328"/>
                </a:lnTo>
                <a:lnTo>
                  <a:pt x="711798" y="102770"/>
                </a:lnTo>
                <a:lnTo>
                  <a:pt x="711654" y="103203"/>
                </a:lnTo>
                <a:lnTo>
                  <a:pt x="711496" y="103626"/>
                </a:lnTo>
                <a:lnTo>
                  <a:pt x="711322" y="104040"/>
                </a:lnTo>
                <a:lnTo>
                  <a:pt x="711134" y="104443"/>
                </a:lnTo>
                <a:lnTo>
                  <a:pt x="710930" y="104836"/>
                </a:lnTo>
                <a:lnTo>
                  <a:pt x="710711" y="105220"/>
                </a:lnTo>
                <a:lnTo>
                  <a:pt x="710477" y="105594"/>
                </a:lnTo>
                <a:lnTo>
                  <a:pt x="710228" y="105957"/>
                </a:lnTo>
                <a:lnTo>
                  <a:pt x="709964" y="106311"/>
                </a:lnTo>
                <a:lnTo>
                  <a:pt x="709685" y="106655"/>
                </a:lnTo>
                <a:lnTo>
                  <a:pt x="709390" y="106989"/>
                </a:lnTo>
                <a:lnTo>
                  <a:pt x="709081" y="107314"/>
                </a:lnTo>
                <a:lnTo>
                  <a:pt x="708757" y="107628"/>
                </a:lnTo>
                <a:lnTo>
                  <a:pt x="708417" y="107933"/>
                </a:lnTo>
                <a:lnTo>
                  <a:pt x="708062" y="108227"/>
                </a:lnTo>
                <a:lnTo>
                  <a:pt x="707694" y="108511"/>
                </a:lnTo>
                <a:lnTo>
                  <a:pt x="707314" y="108782"/>
                </a:lnTo>
                <a:lnTo>
                  <a:pt x="706921" y="109041"/>
                </a:lnTo>
                <a:lnTo>
                  <a:pt x="706515" y="109289"/>
                </a:lnTo>
                <a:lnTo>
                  <a:pt x="706098" y="109524"/>
                </a:lnTo>
                <a:lnTo>
                  <a:pt x="705668" y="109747"/>
                </a:lnTo>
                <a:lnTo>
                  <a:pt x="705226" y="109958"/>
                </a:lnTo>
                <a:lnTo>
                  <a:pt x="704771" y="110157"/>
                </a:lnTo>
                <a:lnTo>
                  <a:pt x="704304" y="110344"/>
                </a:lnTo>
                <a:lnTo>
                  <a:pt x="703825" y="110519"/>
                </a:lnTo>
                <a:lnTo>
                  <a:pt x="703333" y="110682"/>
                </a:lnTo>
                <a:lnTo>
                  <a:pt x="702830" y="110833"/>
                </a:lnTo>
                <a:lnTo>
                  <a:pt x="702313" y="110971"/>
                </a:lnTo>
                <a:lnTo>
                  <a:pt x="701785" y="111098"/>
                </a:lnTo>
                <a:lnTo>
                  <a:pt x="701244" y="111213"/>
                </a:lnTo>
                <a:lnTo>
                  <a:pt x="700690" y="111315"/>
                </a:lnTo>
                <a:lnTo>
                  <a:pt x="700125" y="111406"/>
                </a:lnTo>
                <a:lnTo>
                  <a:pt x="699547" y="111484"/>
                </a:lnTo>
                <a:lnTo>
                  <a:pt x="698957" y="111550"/>
                </a:lnTo>
                <a:lnTo>
                  <a:pt x="698354" y="111605"/>
                </a:lnTo>
                <a:lnTo>
                  <a:pt x="697739" y="111647"/>
                </a:lnTo>
                <a:lnTo>
                  <a:pt x="697112" y="111677"/>
                </a:lnTo>
                <a:lnTo>
                  <a:pt x="696472" y="111695"/>
                </a:lnTo>
                <a:lnTo>
                  <a:pt x="695820" y="111701"/>
                </a:lnTo>
                <a:lnTo>
                  <a:pt x="688867" y="111701"/>
                </a:lnTo>
                <a:lnTo>
                  <a:pt x="688228" y="111695"/>
                </a:lnTo>
                <a:lnTo>
                  <a:pt x="687601" y="111678"/>
                </a:lnTo>
                <a:lnTo>
                  <a:pt x="686986" y="111648"/>
                </a:lnTo>
                <a:lnTo>
                  <a:pt x="686383" y="111607"/>
                </a:lnTo>
                <a:lnTo>
                  <a:pt x="685792" y="111554"/>
                </a:lnTo>
                <a:lnTo>
                  <a:pt x="685214" y="111489"/>
                </a:lnTo>
                <a:lnTo>
                  <a:pt x="684647" y="111412"/>
                </a:lnTo>
                <a:lnTo>
                  <a:pt x="684092" y="111324"/>
                </a:lnTo>
                <a:lnTo>
                  <a:pt x="683550" y="111224"/>
                </a:lnTo>
                <a:lnTo>
                  <a:pt x="683019" y="111112"/>
                </a:lnTo>
                <a:lnTo>
                  <a:pt x="682501" y="110988"/>
                </a:lnTo>
                <a:lnTo>
                  <a:pt x="681995" y="110852"/>
                </a:lnTo>
                <a:lnTo>
                  <a:pt x="681500" y="110705"/>
                </a:lnTo>
                <a:lnTo>
                  <a:pt x="681018" y="110545"/>
                </a:lnTo>
                <a:lnTo>
                  <a:pt x="680548" y="110374"/>
                </a:lnTo>
                <a:lnTo>
                  <a:pt x="680090" y="110192"/>
                </a:lnTo>
                <a:lnTo>
                  <a:pt x="679644" y="109997"/>
                </a:lnTo>
                <a:lnTo>
                  <a:pt x="679210" y="109791"/>
                </a:lnTo>
                <a:lnTo>
                  <a:pt x="678788" y="109572"/>
                </a:lnTo>
                <a:lnTo>
                  <a:pt x="678378" y="109342"/>
                </a:lnTo>
                <a:lnTo>
                  <a:pt x="677980" y="109101"/>
                </a:lnTo>
                <a:lnTo>
                  <a:pt x="677594" y="108847"/>
                </a:lnTo>
                <a:lnTo>
                  <a:pt x="677220" y="108582"/>
                </a:lnTo>
                <a:lnTo>
                  <a:pt x="676859" y="108304"/>
                </a:lnTo>
                <a:lnTo>
                  <a:pt x="676511" y="108017"/>
                </a:lnTo>
                <a:lnTo>
                  <a:pt x="676178" y="107720"/>
                </a:lnTo>
                <a:lnTo>
                  <a:pt x="675859" y="107414"/>
                </a:lnTo>
                <a:lnTo>
                  <a:pt x="675556" y="107100"/>
                </a:lnTo>
                <a:lnTo>
                  <a:pt x="675267" y="106776"/>
                </a:lnTo>
                <a:lnTo>
                  <a:pt x="674993" y="106443"/>
                </a:lnTo>
                <a:lnTo>
                  <a:pt x="674734" y="106101"/>
                </a:lnTo>
                <a:lnTo>
                  <a:pt x="674490" y="105750"/>
                </a:lnTo>
                <a:lnTo>
                  <a:pt x="674260" y="105390"/>
                </a:lnTo>
                <a:lnTo>
                  <a:pt x="674045" y="105021"/>
                </a:lnTo>
                <a:lnTo>
                  <a:pt x="673845" y="104643"/>
                </a:lnTo>
                <a:lnTo>
                  <a:pt x="673660" y="104256"/>
                </a:lnTo>
                <a:lnTo>
                  <a:pt x="673490" y="103860"/>
                </a:lnTo>
                <a:lnTo>
                  <a:pt x="673334" y="103455"/>
                </a:lnTo>
                <a:lnTo>
                  <a:pt x="673194" y="103040"/>
                </a:lnTo>
                <a:lnTo>
                  <a:pt x="673068" y="102617"/>
                </a:lnTo>
                <a:lnTo>
                  <a:pt x="672957" y="102185"/>
                </a:lnTo>
                <a:lnTo>
                  <a:pt x="672861" y="101743"/>
                </a:lnTo>
                <a:lnTo>
                  <a:pt x="672779" y="101293"/>
                </a:lnTo>
                <a:lnTo>
                  <a:pt x="672713" y="100833"/>
                </a:lnTo>
                <a:lnTo>
                  <a:pt x="672661" y="100365"/>
                </a:lnTo>
                <a:lnTo>
                  <a:pt x="672624" y="99887"/>
                </a:lnTo>
                <a:lnTo>
                  <a:pt x="672601" y="99400"/>
                </a:lnTo>
                <a:lnTo>
                  <a:pt x="672594" y="98905"/>
                </a:lnTo>
                <a:lnTo>
                  <a:pt x="658375" y="98905"/>
                </a:lnTo>
                <a:lnTo>
                  <a:pt x="658381" y="99572"/>
                </a:lnTo>
                <a:lnTo>
                  <a:pt x="658400" y="100230"/>
                </a:lnTo>
                <a:lnTo>
                  <a:pt x="658430" y="100881"/>
                </a:lnTo>
                <a:lnTo>
                  <a:pt x="658474" y="101522"/>
                </a:lnTo>
                <a:lnTo>
                  <a:pt x="658529" y="102155"/>
                </a:lnTo>
                <a:lnTo>
                  <a:pt x="658597" y="102780"/>
                </a:lnTo>
                <a:lnTo>
                  <a:pt x="658677" y="103396"/>
                </a:lnTo>
                <a:lnTo>
                  <a:pt x="658770" y="104004"/>
                </a:lnTo>
                <a:lnTo>
                  <a:pt x="658875" y="104603"/>
                </a:lnTo>
                <a:lnTo>
                  <a:pt x="658992" y="105194"/>
                </a:lnTo>
                <a:lnTo>
                  <a:pt x="659121" y="105776"/>
                </a:lnTo>
                <a:lnTo>
                  <a:pt x="659263" y="106350"/>
                </a:lnTo>
                <a:lnTo>
                  <a:pt x="659418" y="106915"/>
                </a:lnTo>
                <a:lnTo>
                  <a:pt x="659584" y="107472"/>
                </a:lnTo>
                <a:lnTo>
                  <a:pt x="659763" y="108020"/>
                </a:lnTo>
                <a:lnTo>
                  <a:pt x="659954" y="108560"/>
                </a:lnTo>
                <a:lnTo>
                  <a:pt x="660158" y="109091"/>
                </a:lnTo>
                <a:lnTo>
                  <a:pt x="660374" y="109614"/>
                </a:lnTo>
                <a:lnTo>
                  <a:pt x="660602" y="110128"/>
                </a:lnTo>
                <a:lnTo>
                  <a:pt x="660843" y="110634"/>
                </a:lnTo>
                <a:lnTo>
                  <a:pt x="661096" y="111131"/>
                </a:lnTo>
                <a:lnTo>
                  <a:pt x="661361" y="111620"/>
                </a:lnTo>
                <a:lnTo>
                  <a:pt x="661639" y="112100"/>
                </a:lnTo>
                <a:lnTo>
                  <a:pt x="661929" y="112572"/>
                </a:lnTo>
                <a:lnTo>
                  <a:pt x="662231" y="113034"/>
                </a:lnTo>
                <a:lnTo>
                  <a:pt x="662544" y="113488"/>
                </a:lnTo>
                <a:lnTo>
                  <a:pt x="662869" y="113932"/>
                </a:lnTo>
                <a:lnTo>
                  <a:pt x="663206" y="114366"/>
                </a:lnTo>
                <a:lnTo>
                  <a:pt x="663554" y="114792"/>
                </a:lnTo>
                <a:lnTo>
                  <a:pt x="663914" y="115208"/>
                </a:lnTo>
                <a:lnTo>
                  <a:pt x="664285" y="115614"/>
                </a:lnTo>
                <a:lnTo>
                  <a:pt x="664668" y="116012"/>
                </a:lnTo>
                <a:lnTo>
                  <a:pt x="665062" y="116400"/>
                </a:lnTo>
                <a:lnTo>
                  <a:pt x="665467" y="116779"/>
                </a:lnTo>
                <a:lnTo>
                  <a:pt x="665885" y="117148"/>
                </a:lnTo>
                <a:lnTo>
                  <a:pt x="666313" y="117508"/>
                </a:lnTo>
                <a:lnTo>
                  <a:pt x="666753" y="117859"/>
                </a:lnTo>
                <a:lnTo>
                  <a:pt x="667205" y="118201"/>
                </a:lnTo>
                <a:lnTo>
                  <a:pt x="667668" y="118533"/>
                </a:lnTo>
                <a:lnTo>
                  <a:pt x="668143" y="118856"/>
                </a:lnTo>
                <a:lnTo>
                  <a:pt x="668629" y="119169"/>
                </a:lnTo>
                <a:lnTo>
                  <a:pt x="669127" y="119474"/>
                </a:lnTo>
                <a:lnTo>
                  <a:pt x="669636" y="119769"/>
                </a:lnTo>
                <a:lnTo>
                  <a:pt x="670157" y="120054"/>
                </a:lnTo>
                <a:lnTo>
                  <a:pt x="670689" y="120331"/>
                </a:lnTo>
                <a:lnTo>
                  <a:pt x="671233" y="120597"/>
                </a:lnTo>
                <a:lnTo>
                  <a:pt x="671789" y="120855"/>
                </a:lnTo>
                <a:lnTo>
                  <a:pt x="672355" y="121104"/>
                </a:lnTo>
                <a:lnTo>
                  <a:pt x="672933" y="121342"/>
                </a:lnTo>
                <a:lnTo>
                  <a:pt x="673520" y="121570"/>
                </a:lnTo>
                <a:lnTo>
                  <a:pt x="674117" y="121788"/>
                </a:lnTo>
                <a:lnTo>
                  <a:pt x="674723" y="121996"/>
                </a:lnTo>
                <a:lnTo>
                  <a:pt x="675339" y="122194"/>
                </a:lnTo>
                <a:lnTo>
                  <a:pt x="675965" y="122382"/>
                </a:lnTo>
                <a:lnTo>
                  <a:pt x="676600" y="122559"/>
                </a:lnTo>
                <a:lnTo>
                  <a:pt x="677245" y="122727"/>
                </a:lnTo>
                <a:lnTo>
                  <a:pt x="677899" y="122884"/>
                </a:lnTo>
                <a:lnTo>
                  <a:pt x="678563" y="123031"/>
                </a:lnTo>
                <a:lnTo>
                  <a:pt x="679237" y="123168"/>
                </a:lnTo>
                <a:lnTo>
                  <a:pt x="679920" y="123295"/>
                </a:lnTo>
                <a:lnTo>
                  <a:pt x="680613" y="123412"/>
                </a:lnTo>
                <a:lnTo>
                  <a:pt x="681315" y="123518"/>
                </a:lnTo>
                <a:lnTo>
                  <a:pt x="682027" y="123615"/>
                </a:lnTo>
                <a:lnTo>
                  <a:pt x="682749" y="123701"/>
                </a:lnTo>
                <a:lnTo>
                  <a:pt x="683480" y="123777"/>
                </a:lnTo>
                <a:lnTo>
                  <a:pt x="684221" y="123843"/>
                </a:lnTo>
                <a:lnTo>
                  <a:pt x="684971" y="123899"/>
                </a:lnTo>
                <a:lnTo>
                  <a:pt x="685731" y="123944"/>
                </a:lnTo>
                <a:lnTo>
                  <a:pt x="686501" y="123980"/>
                </a:lnTo>
                <a:lnTo>
                  <a:pt x="687280" y="124005"/>
                </a:lnTo>
                <a:lnTo>
                  <a:pt x="688069" y="124020"/>
                </a:lnTo>
                <a:lnTo>
                  <a:pt x="688867" y="124025"/>
                </a:lnTo>
                <a:lnTo>
                  <a:pt x="695820" y="124025"/>
                </a:lnTo>
                <a:lnTo>
                  <a:pt x="697020" y="124014"/>
                </a:lnTo>
                <a:lnTo>
                  <a:pt x="698197" y="123979"/>
                </a:lnTo>
                <a:lnTo>
                  <a:pt x="699351" y="123921"/>
                </a:lnTo>
                <a:lnTo>
                  <a:pt x="700483" y="123839"/>
                </a:lnTo>
                <a:close/>
                <a:moveTo>
                  <a:pt x="230991" y="124064"/>
                </a:moveTo>
                <a:lnTo>
                  <a:pt x="232049" y="123941"/>
                </a:lnTo>
                <a:lnTo>
                  <a:pt x="233091" y="123797"/>
                </a:lnTo>
                <a:lnTo>
                  <a:pt x="234117" y="123630"/>
                </a:lnTo>
                <a:lnTo>
                  <a:pt x="235127" y="123442"/>
                </a:lnTo>
                <a:lnTo>
                  <a:pt x="236121" y="123230"/>
                </a:lnTo>
                <a:lnTo>
                  <a:pt x="237099" y="122997"/>
                </a:lnTo>
                <a:lnTo>
                  <a:pt x="238062" y="122742"/>
                </a:lnTo>
                <a:lnTo>
                  <a:pt x="239008" y="122464"/>
                </a:lnTo>
                <a:lnTo>
                  <a:pt x="239939" y="122164"/>
                </a:lnTo>
                <a:lnTo>
                  <a:pt x="240854" y="121842"/>
                </a:lnTo>
                <a:lnTo>
                  <a:pt x="241753" y="121498"/>
                </a:lnTo>
                <a:lnTo>
                  <a:pt x="242636" y="121131"/>
                </a:lnTo>
                <a:lnTo>
                  <a:pt x="243503" y="120742"/>
                </a:lnTo>
                <a:lnTo>
                  <a:pt x="244354" y="120331"/>
                </a:lnTo>
                <a:lnTo>
                  <a:pt x="245189" y="119898"/>
                </a:lnTo>
                <a:lnTo>
                  <a:pt x="246008" y="119443"/>
                </a:lnTo>
                <a:lnTo>
                  <a:pt x="246812" y="118965"/>
                </a:lnTo>
                <a:lnTo>
                  <a:pt x="247599" y="118465"/>
                </a:lnTo>
                <a:lnTo>
                  <a:pt x="248371" y="117943"/>
                </a:lnTo>
                <a:lnTo>
                  <a:pt x="249121" y="117402"/>
                </a:lnTo>
                <a:lnTo>
                  <a:pt x="249845" y="116845"/>
                </a:lnTo>
                <a:lnTo>
                  <a:pt x="250541" y="116273"/>
                </a:lnTo>
                <a:lnTo>
                  <a:pt x="251211" y="115685"/>
                </a:lnTo>
                <a:lnTo>
                  <a:pt x="251854" y="115081"/>
                </a:lnTo>
                <a:lnTo>
                  <a:pt x="252470" y="114462"/>
                </a:lnTo>
                <a:lnTo>
                  <a:pt x="253059" y="113827"/>
                </a:lnTo>
                <a:lnTo>
                  <a:pt x="253621" y="113177"/>
                </a:lnTo>
                <a:lnTo>
                  <a:pt x="254156" y="112511"/>
                </a:lnTo>
                <a:lnTo>
                  <a:pt x="254664" y="111829"/>
                </a:lnTo>
                <a:lnTo>
                  <a:pt x="255146" y="111132"/>
                </a:lnTo>
                <a:lnTo>
                  <a:pt x="255600" y="110419"/>
                </a:lnTo>
                <a:lnTo>
                  <a:pt x="256028" y="109690"/>
                </a:lnTo>
                <a:lnTo>
                  <a:pt x="256429" y="108946"/>
                </a:lnTo>
                <a:lnTo>
                  <a:pt x="256802" y="108186"/>
                </a:lnTo>
                <a:lnTo>
                  <a:pt x="257149" y="107410"/>
                </a:lnTo>
                <a:lnTo>
                  <a:pt x="257469" y="106619"/>
                </a:lnTo>
                <a:lnTo>
                  <a:pt x="257763" y="105812"/>
                </a:lnTo>
                <a:lnTo>
                  <a:pt x="258029" y="104990"/>
                </a:lnTo>
                <a:lnTo>
                  <a:pt x="258268" y="104152"/>
                </a:lnTo>
                <a:lnTo>
                  <a:pt x="258481" y="103298"/>
                </a:lnTo>
                <a:lnTo>
                  <a:pt x="258666" y="102428"/>
                </a:lnTo>
                <a:lnTo>
                  <a:pt x="258825" y="101543"/>
                </a:lnTo>
                <a:lnTo>
                  <a:pt x="258957" y="100643"/>
                </a:lnTo>
                <a:lnTo>
                  <a:pt x="244738" y="100643"/>
                </a:lnTo>
                <a:lnTo>
                  <a:pt x="244638" y="101074"/>
                </a:lnTo>
                <a:lnTo>
                  <a:pt x="244525" y="101497"/>
                </a:lnTo>
                <a:lnTo>
                  <a:pt x="244398" y="101913"/>
                </a:lnTo>
                <a:lnTo>
                  <a:pt x="244257" y="102322"/>
                </a:lnTo>
                <a:lnTo>
                  <a:pt x="244102" y="102723"/>
                </a:lnTo>
                <a:lnTo>
                  <a:pt x="243932" y="103117"/>
                </a:lnTo>
                <a:lnTo>
                  <a:pt x="243749" y="103503"/>
                </a:lnTo>
                <a:lnTo>
                  <a:pt x="243552" y="103882"/>
                </a:lnTo>
                <a:lnTo>
                  <a:pt x="243341" y="104254"/>
                </a:lnTo>
                <a:lnTo>
                  <a:pt x="243116" y="104618"/>
                </a:lnTo>
                <a:lnTo>
                  <a:pt x="242877" y="104975"/>
                </a:lnTo>
                <a:lnTo>
                  <a:pt x="242624" y="105324"/>
                </a:lnTo>
                <a:lnTo>
                  <a:pt x="242357" y="105666"/>
                </a:lnTo>
                <a:lnTo>
                  <a:pt x="242076" y="106000"/>
                </a:lnTo>
                <a:lnTo>
                  <a:pt x="241781" y="106328"/>
                </a:lnTo>
                <a:lnTo>
                  <a:pt x="241472" y="106647"/>
                </a:lnTo>
                <a:lnTo>
                  <a:pt x="241149" y="106960"/>
                </a:lnTo>
                <a:lnTo>
                  <a:pt x="240812" y="107265"/>
                </a:lnTo>
                <a:lnTo>
                  <a:pt x="240461" y="107562"/>
                </a:lnTo>
                <a:lnTo>
                  <a:pt x="240096" y="107852"/>
                </a:lnTo>
                <a:lnTo>
                  <a:pt x="239717" y="108135"/>
                </a:lnTo>
                <a:lnTo>
                  <a:pt x="239324" y="108410"/>
                </a:lnTo>
                <a:lnTo>
                  <a:pt x="238917" y="108678"/>
                </a:lnTo>
                <a:lnTo>
                  <a:pt x="238496" y="108938"/>
                </a:lnTo>
                <a:lnTo>
                  <a:pt x="238063" y="109190"/>
                </a:lnTo>
                <a:lnTo>
                  <a:pt x="237621" y="109431"/>
                </a:lnTo>
                <a:lnTo>
                  <a:pt x="237169" y="109661"/>
                </a:lnTo>
                <a:lnTo>
                  <a:pt x="236708" y="109880"/>
                </a:lnTo>
                <a:lnTo>
                  <a:pt x="236237" y="110088"/>
                </a:lnTo>
                <a:lnTo>
                  <a:pt x="235757" y="110286"/>
                </a:lnTo>
                <a:lnTo>
                  <a:pt x="235266" y="110474"/>
                </a:lnTo>
                <a:lnTo>
                  <a:pt x="234767" y="110650"/>
                </a:lnTo>
                <a:lnTo>
                  <a:pt x="234257" y="110816"/>
                </a:lnTo>
                <a:lnTo>
                  <a:pt x="233738" y="110971"/>
                </a:lnTo>
                <a:lnTo>
                  <a:pt x="233210" y="111116"/>
                </a:lnTo>
                <a:lnTo>
                  <a:pt x="232671" y="111249"/>
                </a:lnTo>
                <a:lnTo>
                  <a:pt x="232123" y="111372"/>
                </a:lnTo>
                <a:lnTo>
                  <a:pt x="231566" y="111485"/>
                </a:lnTo>
                <a:lnTo>
                  <a:pt x="230999" y="111586"/>
                </a:lnTo>
                <a:lnTo>
                  <a:pt x="230422" y="111677"/>
                </a:lnTo>
                <a:lnTo>
                  <a:pt x="229836" y="111757"/>
                </a:lnTo>
                <a:lnTo>
                  <a:pt x="229240" y="111827"/>
                </a:lnTo>
                <a:lnTo>
                  <a:pt x="228635" y="111886"/>
                </a:lnTo>
                <a:lnTo>
                  <a:pt x="228019" y="111934"/>
                </a:lnTo>
                <a:lnTo>
                  <a:pt x="227395" y="111971"/>
                </a:lnTo>
                <a:lnTo>
                  <a:pt x="226760" y="111998"/>
                </a:lnTo>
                <a:lnTo>
                  <a:pt x="226116" y="112014"/>
                </a:lnTo>
                <a:lnTo>
                  <a:pt x="225463" y="112019"/>
                </a:lnTo>
                <a:lnTo>
                  <a:pt x="224706" y="112010"/>
                </a:lnTo>
                <a:lnTo>
                  <a:pt x="223961" y="111981"/>
                </a:lnTo>
                <a:lnTo>
                  <a:pt x="223229" y="111932"/>
                </a:lnTo>
                <a:lnTo>
                  <a:pt x="222509" y="111864"/>
                </a:lnTo>
                <a:lnTo>
                  <a:pt x="221802" y="111776"/>
                </a:lnTo>
                <a:lnTo>
                  <a:pt x="221108" y="111669"/>
                </a:lnTo>
                <a:lnTo>
                  <a:pt x="220427" y="111542"/>
                </a:lnTo>
                <a:lnTo>
                  <a:pt x="219758" y="111396"/>
                </a:lnTo>
                <a:lnTo>
                  <a:pt x="219101" y="111231"/>
                </a:lnTo>
                <a:lnTo>
                  <a:pt x="218457" y="111046"/>
                </a:lnTo>
                <a:lnTo>
                  <a:pt x="217826" y="110841"/>
                </a:lnTo>
                <a:lnTo>
                  <a:pt x="217208" y="110617"/>
                </a:lnTo>
                <a:lnTo>
                  <a:pt x="216602" y="110373"/>
                </a:lnTo>
                <a:lnTo>
                  <a:pt x="216008" y="110111"/>
                </a:lnTo>
                <a:lnTo>
                  <a:pt x="215428" y="109828"/>
                </a:lnTo>
                <a:lnTo>
                  <a:pt x="214860" y="109526"/>
                </a:lnTo>
                <a:lnTo>
                  <a:pt x="214304" y="109205"/>
                </a:lnTo>
                <a:lnTo>
                  <a:pt x="213761" y="108864"/>
                </a:lnTo>
                <a:lnTo>
                  <a:pt x="213231" y="108503"/>
                </a:lnTo>
                <a:lnTo>
                  <a:pt x="212713" y="108124"/>
                </a:lnTo>
                <a:lnTo>
                  <a:pt x="212208" y="107724"/>
                </a:lnTo>
                <a:lnTo>
                  <a:pt x="211716" y="107306"/>
                </a:lnTo>
                <a:lnTo>
                  <a:pt x="211236" y="106867"/>
                </a:lnTo>
                <a:lnTo>
                  <a:pt x="210769" y="106409"/>
                </a:lnTo>
                <a:lnTo>
                  <a:pt x="210318" y="105935"/>
                </a:lnTo>
                <a:lnTo>
                  <a:pt x="209886" y="105447"/>
                </a:lnTo>
                <a:lnTo>
                  <a:pt x="209473" y="104944"/>
                </a:lnTo>
                <a:lnTo>
                  <a:pt x="209079" y="104428"/>
                </a:lnTo>
                <a:lnTo>
                  <a:pt x="208705" y="103897"/>
                </a:lnTo>
                <a:lnTo>
                  <a:pt x="208349" y="103353"/>
                </a:lnTo>
                <a:lnTo>
                  <a:pt x="208013" y="102794"/>
                </a:lnTo>
                <a:lnTo>
                  <a:pt x="207696" y="102222"/>
                </a:lnTo>
                <a:lnTo>
                  <a:pt x="207399" y="101636"/>
                </a:lnTo>
                <a:lnTo>
                  <a:pt x="207120" y="101035"/>
                </a:lnTo>
                <a:lnTo>
                  <a:pt x="206861" y="100421"/>
                </a:lnTo>
                <a:lnTo>
                  <a:pt x="206621" y="99793"/>
                </a:lnTo>
                <a:lnTo>
                  <a:pt x="206400" y="99151"/>
                </a:lnTo>
                <a:lnTo>
                  <a:pt x="206199" y="98494"/>
                </a:lnTo>
                <a:lnTo>
                  <a:pt x="206016" y="97824"/>
                </a:lnTo>
                <a:lnTo>
                  <a:pt x="205853" y="97140"/>
                </a:lnTo>
                <a:lnTo>
                  <a:pt x="205709" y="96442"/>
                </a:lnTo>
                <a:lnTo>
                  <a:pt x="205584" y="95730"/>
                </a:lnTo>
                <a:lnTo>
                  <a:pt x="205478" y="95004"/>
                </a:lnTo>
                <a:lnTo>
                  <a:pt x="205392" y="94264"/>
                </a:lnTo>
                <a:lnTo>
                  <a:pt x="205325" y="93509"/>
                </a:lnTo>
                <a:lnTo>
                  <a:pt x="205277" y="92741"/>
                </a:lnTo>
                <a:lnTo>
                  <a:pt x="205248" y="91959"/>
                </a:lnTo>
                <a:lnTo>
                  <a:pt x="205238" y="91163"/>
                </a:lnTo>
                <a:lnTo>
                  <a:pt x="205238" y="82947"/>
                </a:lnTo>
                <a:lnTo>
                  <a:pt x="259591" y="82947"/>
                </a:lnTo>
                <a:lnTo>
                  <a:pt x="259591" y="67462"/>
                </a:lnTo>
                <a:lnTo>
                  <a:pt x="259583" y="66624"/>
                </a:lnTo>
                <a:lnTo>
                  <a:pt x="259561" y="65796"/>
                </a:lnTo>
                <a:lnTo>
                  <a:pt x="259524" y="64977"/>
                </a:lnTo>
                <a:lnTo>
                  <a:pt x="259472" y="64167"/>
                </a:lnTo>
                <a:lnTo>
                  <a:pt x="259405" y="63366"/>
                </a:lnTo>
                <a:lnTo>
                  <a:pt x="259324" y="62575"/>
                </a:lnTo>
                <a:lnTo>
                  <a:pt x="259228" y="61793"/>
                </a:lnTo>
                <a:lnTo>
                  <a:pt x="259117" y="61020"/>
                </a:lnTo>
                <a:lnTo>
                  <a:pt x="258991" y="60257"/>
                </a:lnTo>
                <a:lnTo>
                  <a:pt x="258850" y="59503"/>
                </a:lnTo>
                <a:lnTo>
                  <a:pt x="258694" y="58758"/>
                </a:lnTo>
                <a:lnTo>
                  <a:pt x="258524" y="58023"/>
                </a:lnTo>
                <a:lnTo>
                  <a:pt x="258339" y="57297"/>
                </a:lnTo>
                <a:lnTo>
                  <a:pt x="258139" y="56580"/>
                </a:lnTo>
                <a:lnTo>
                  <a:pt x="257924" y="55873"/>
                </a:lnTo>
                <a:lnTo>
                  <a:pt x="257694" y="55175"/>
                </a:lnTo>
                <a:lnTo>
                  <a:pt x="257450" y="54486"/>
                </a:lnTo>
                <a:lnTo>
                  <a:pt x="257190" y="53807"/>
                </a:lnTo>
                <a:lnTo>
                  <a:pt x="256916" y="53136"/>
                </a:lnTo>
                <a:lnTo>
                  <a:pt x="256627" y="52476"/>
                </a:lnTo>
                <a:lnTo>
                  <a:pt x="256324" y="51824"/>
                </a:lnTo>
                <a:lnTo>
                  <a:pt x="256005" y="51182"/>
                </a:lnTo>
                <a:lnTo>
                  <a:pt x="255672" y="50549"/>
                </a:lnTo>
                <a:lnTo>
                  <a:pt x="255324" y="49926"/>
                </a:lnTo>
                <a:lnTo>
                  <a:pt x="254962" y="49313"/>
                </a:lnTo>
                <a:lnTo>
                  <a:pt x="254589" y="48711"/>
                </a:lnTo>
                <a:lnTo>
                  <a:pt x="254204" y="48121"/>
                </a:lnTo>
                <a:lnTo>
                  <a:pt x="253808" y="47543"/>
                </a:lnTo>
                <a:lnTo>
                  <a:pt x="253399" y="46976"/>
                </a:lnTo>
                <a:lnTo>
                  <a:pt x="252979" y="46421"/>
                </a:lnTo>
                <a:lnTo>
                  <a:pt x="252547" y="45877"/>
                </a:lnTo>
                <a:lnTo>
                  <a:pt x="252103" y="45344"/>
                </a:lnTo>
                <a:lnTo>
                  <a:pt x="251647" y="44823"/>
                </a:lnTo>
                <a:lnTo>
                  <a:pt x="251179" y="44314"/>
                </a:lnTo>
                <a:lnTo>
                  <a:pt x="250700" y="43816"/>
                </a:lnTo>
                <a:lnTo>
                  <a:pt x="250209" y="43330"/>
                </a:lnTo>
                <a:lnTo>
                  <a:pt x="249706" y="42855"/>
                </a:lnTo>
                <a:lnTo>
                  <a:pt x="249191" y="42392"/>
                </a:lnTo>
                <a:lnTo>
                  <a:pt x="248665" y="41940"/>
                </a:lnTo>
                <a:lnTo>
                  <a:pt x="248126" y="41500"/>
                </a:lnTo>
                <a:lnTo>
                  <a:pt x="247576" y="41071"/>
                </a:lnTo>
                <a:lnTo>
                  <a:pt x="247014" y="40654"/>
                </a:lnTo>
                <a:lnTo>
                  <a:pt x="246441" y="40248"/>
                </a:lnTo>
                <a:lnTo>
                  <a:pt x="245855" y="39854"/>
                </a:lnTo>
                <a:lnTo>
                  <a:pt x="245258" y="39471"/>
                </a:lnTo>
                <a:lnTo>
                  <a:pt x="244648" y="39100"/>
                </a:lnTo>
                <a:lnTo>
                  <a:pt x="244027" y="38741"/>
                </a:lnTo>
                <a:lnTo>
                  <a:pt x="243395" y="38393"/>
                </a:lnTo>
                <a:lnTo>
                  <a:pt x="242752" y="38057"/>
                </a:lnTo>
                <a:lnTo>
                  <a:pt x="242100" y="37736"/>
                </a:lnTo>
                <a:lnTo>
                  <a:pt x="241439" y="37430"/>
                </a:lnTo>
                <a:lnTo>
                  <a:pt x="240768" y="37137"/>
                </a:lnTo>
                <a:lnTo>
                  <a:pt x="240089" y="36859"/>
                </a:lnTo>
                <a:lnTo>
                  <a:pt x="239401" y="36595"/>
                </a:lnTo>
                <a:lnTo>
                  <a:pt x="238704" y="36346"/>
                </a:lnTo>
                <a:lnTo>
                  <a:pt x="237997" y="36110"/>
                </a:lnTo>
                <a:lnTo>
                  <a:pt x="237282" y="35889"/>
                </a:lnTo>
                <a:lnTo>
                  <a:pt x="236557" y="35682"/>
                </a:lnTo>
                <a:lnTo>
                  <a:pt x="235824" y="35490"/>
                </a:lnTo>
                <a:lnTo>
                  <a:pt x="235081" y="35312"/>
                </a:lnTo>
                <a:lnTo>
                  <a:pt x="234329" y="35147"/>
                </a:lnTo>
                <a:lnTo>
                  <a:pt x="233569" y="34998"/>
                </a:lnTo>
                <a:lnTo>
                  <a:pt x="232799" y="34862"/>
                </a:lnTo>
                <a:lnTo>
                  <a:pt x="232020" y="34741"/>
                </a:lnTo>
                <a:lnTo>
                  <a:pt x="231232" y="34634"/>
                </a:lnTo>
                <a:lnTo>
                  <a:pt x="230435" y="34541"/>
                </a:lnTo>
                <a:lnTo>
                  <a:pt x="229629" y="34463"/>
                </a:lnTo>
                <a:lnTo>
                  <a:pt x="228814" y="34399"/>
                </a:lnTo>
                <a:lnTo>
                  <a:pt x="227990" y="34349"/>
                </a:lnTo>
                <a:lnTo>
                  <a:pt x="227156" y="34313"/>
                </a:lnTo>
                <a:lnTo>
                  <a:pt x="226314" y="34292"/>
                </a:lnTo>
                <a:lnTo>
                  <a:pt x="225463" y="34284"/>
                </a:lnTo>
                <a:lnTo>
                  <a:pt x="224612" y="34292"/>
                </a:lnTo>
                <a:lnTo>
                  <a:pt x="223769" y="34314"/>
                </a:lnTo>
                <a:lnTo>
                  <a:pt x="222936" y="34350"/>
                </a:lnTo>
                <a:lnTo>
                  <a:pt x="222112" y="34401"/>
                </a:lnTo>
                <a:lnTo>
                  <a:pt x="221297" y="34466"/>
                </a:lnTo>
                <a:lnTo>
                  <a:pt x="220491" y="34546"/>
                </a:lnTo>
                <a:lnTo>
                  <a:pt x="219694" y="34641"/>
                </a:lnTo>
                <a:lnTo>
                  <a:pt x="218906" y="34750"/>
                </a:lnTo>
                <a:lnTo>
                  <a:pt x="218127" y="34873"/>
                </a:lnTo>
                <a:lnTo>
                  <a:pt x="217357" y="35012"/>
                </a:lnTo>
                <a:lnTo>
                  <a:pt x="216596" y="35164"/>
                </a:lnTo>
                <a:lnTo>
                  <a:pt x="215844" y="35331"/>
                </a:lnTo>
                <a:lnTo>
                  <a:pt x="215102" y="35513"/>
                </a:lnTo>
                <a:lnTo>
                  <a:pt x="214368" y="35709"/>
                </a:lnTo>
                <a:lnTo>
                  <a:pt x="213643" y="35920"/>
                </a:lnTo>
                <a:lnTo>
                  <a:pt x="212928" y="36146"/>
                </a:lnTo>
                <a:lnTo>
                  <a:pt x="212221" y="36386"/>
                </a:lnTo>
                <a:lnTo>
                  <a:pt x="211524" y="36640"/>
                </a:lnTo>
                <a:lnTo>
                  <a:pt x="210835" y="36909"/>
                </a:lnTo>
                <a:lnTo>
                  <a:pt x="210156" y="37193"/>
                </a:lnTo>
                <a:lnTo>
                  <a:pt x="209485" y="37491"/>
                </a:lnTo>
                <a:lnTo>
                  <a:pt x="208824" y="37803"/>
                </a:lnTo>
                <a:lnTo>
                  <a:pt x="208172" y="38130"/>
                </a:lnTo>
                <a:lnTo>
                  <a:pt x="207529" y="38472"/>
                </a:lnTo>
                <a:lnTo>
                  <a:pt x="206896" y="38827"/>
                </a:lnTo>
                <a:lnTo>
                  <a:pt x="206275" y="39194"/>
                </a:lnTo>
                <a:lnTo>
                  <a:pt x="205666" y="39574"/>
                </a:lnTo>
                <a:lnTo>
                  <a:pt x="205069" y="39966"/>
                </a:lnTo>
                <a:lnTo>
                  <a:pt x="204484" y="40370"/>
                </a:lnTo>
                <a:lnTo>
                  <a:pt x="203910" y="40787"/>
                </a:lnTo>
                <a:lnTo>
                  <a:pt x="203348" y="41216"/>
                </a:lnTo>
                <a:lnTo>
                  <a:pt x="202798" y="41658"/>
                </a:lnTo>
                <a:lnTo>
                  <a:pt x="202260" y="42111"/>
                </a:lnTo>
                <a:lnTo>
                  <a:pt x="201733" y="42578"/>
                </a:lnTo>
                <a:lnTo>
                  <a:pt x="201219" y="43056"/>
                </a:lnTo>
                <a:lnTo>
                  <a:pt x="200716" y="43547"/>
                </a:lnTo>
                <a:lnTo>
                  <a:pt x="200225" y="44050"/>
                </a:lnTo>
                <a:lnTo>
                  <a:pt x="199745" y="44566"/>
                </a:lnTo>
                <a:lnTo>
                  <a:pt x="199278" y="45094"/>
                </a:lnTo>
                <a:lnTo>
                  <a:pt x="198822" y="45634"/>
                </a:lnTo>
                <a:lnTo>
                  <a:pt x="198378" y="46187"/>
                </a:lnTo>
                <a:lnTo>
                  <a:pt x="197946" y="46752"/>
                </a:lnTo>
                <a:lnTo>
                  <a:pt x="197525" y="47329"/>
                </a:lnTo>
                <a:lnTo>
                  <a:pt x="197117" y="47919"/>
                </a:lnTo>
                <a:lnTo>
                  <a:pt x="196720" y="48521"/>
                </a:lnTo>
                <a:lnTo>
                  <a:pt x="196335" y="49135"/>
                </a:lnTo>
                <a:lnTo>
                  <a:pt x="195961" y="49762"/>
                </a:lnTo>
                <a:lnTo>
                  <a:pt x="195600" y="50401"/>
                </a:lnTo>
                <a:lnTo>
                  <a:pt x="195252" y="51052"/>
                </a:lnTo>
                <a:lnTo>
                  <a:pt x="194919" y="51713"/>
                </a:lnTo>
                <a:lnTo>
                  <a:pt x="194600" y="52386"/>
                </a:lnTo>
                <a:lnTo>
                  <a:pt x="194297" y="53069"/>
                </a:lnTo>
                <a:lnTo>
                  <a:pt x="194008" y="53764"/>
                </a:lnTo>
                <a:lnTo>
                  <a:pt x="193734" y="54469"/>
                </a:lnTo>
                <a:lnTo>
                  <a:pt x="193475" y="55186"/>
                </a:lnTo>
                <a:lnTo>
                  <a:pt x="193231" y="55913"/>
                </a:lnTo>
                <a:lnTo>
                  <a:pt x="193001" y="56651"/>
                </a:lnTo>
                <a:lnTo>
                  <a:pt x="192786" y="57401"/>
                </a:lnTo>
                <a:lnTo>
                  <a:pt x="192586" y="58161"/>
                </a:lnTo>
                <a:lnTo>
                  <a:pt x="192401" y="58932"/>
                </a:lnTo>
                <a:lnTo>
                  <a:pt x="192231" y="59715"/>
                </a:lnTo>
                <a:lnTo>
                  <a:pt x="192076" y="60508"/>
                </a:lnTo>
                <a:lnTo>
                  <a:pt x="191935" y="61312"/>
                </a:lnTo>
                <a:lnTo>
                  <a:pt x="191809" y="62127"/>
                </a:lnTo>
                <a:lnTo>
                  <a:pt x="191698" y="62953"/>
                </a:lnTo>
                <a:lnTo>
                  <a:pt x="191602" y="63791"/>
                </a:lnTo>
                <a:lnTo>
                  <a:pt x="191520" y="64639"/>
                </a:lnTo>
                <a:lnTo>
                  <a:pt x="191454" y="65498"/>
                </a:lnTo>
                <a:lnTo>
                  <a:pt x="191402" y="66368"/>
                </a:lnTo>
                <a:lnTo>
                  <a:pt x="191365" y="67249"/>
                </a:lnTo>
                <a:lnTo>
                  <a:pt x="191343" y="68141"/>
                </a:lnTo>
                <a:lnTo>
                  <a:pt x="191335" y="69044"/>
                </a:lnTo>
                <a:lnTo>
                  <a:pt x="191335" y="89582"/>
                </a:lnTo>
                <a:lnTo>
                  <a:pt x="191343" y="90472"/>
                </a:lnTo>
                <a:lnTo>
                  <a:pt x="191365" y="91352"/>
                </a:lnTo>
                <a:lnTo>
                  <a:pt x="191402" y="92222"/>
                </a:lnTo>
                <a:lnTo>
                  <a:pt x="191454" y="93082"/>
                </a:lnTo>
                <a:lnTo>
                  <a:pt x="191520" y="93932"/>
                </a:lnTo>
                <a:lnTo>
                  <a:pt x="191602" y="94772"/>
                </a:lnTo>
                <a:lnTo>
                  <a:pt x="191698" y="95601"/>
                </a:lnTo>
                <a:lnTo>
                  <a:pt x="191809" y="96420"/>
                </a:lnTo>
                <a:lnTo>
                  <a:pt x="191935" y="97229"/>
                </a:lnTo>
                <a:lnTo>
                  <a:pt x="192076" y="98028"/>
                </a:lnTo>
                <a:lnTo>
                  <a:pt x="192231" y="98817"/>
                </a:lnTo>
                <a:lnTo>
                  <a:pt x="192401" y="99596"/>
                </a:lnTo>
                <a:lnTo>
                  <a:pt x="192586" y="100364"/>
                </a:lnTo>
                <a:lnTo>
                  <a:pt x="192786" y="101123"/>
                </a:lnTo>
                <a:lnTo>
                  <a:pt x="193001" y="101871"/>
                </a:lnTo>
                <a:lnTo>
                  <a:pt x="193231" y="102609"/>
                </a:lnTo>
                <a:lnTo>
                  <a:pt x="193475" y="103337"/>
                </a:lnTo>
                <a:lnTo>
                  <a:pt x="193734" y="104055"/>
                </a:lnTo>
                <a:lnTo>
                  <a:pt x="194008" y="104762"/>
                </a:lnTo>
                <a:lnTo>
                  <a:pt x="194297" y="105460"/>
                </a:lnTo>
                <a:lnTo>
                  <a:pt x="194600" y="106147"/>
                </a:lnTo>
                <a:lnTo>
                  <a:pt x="194919" y="106824"/>
                </a:lnTo>
                <a:lnTo>
                  <a:pt x="195252" y="107491"/>
                </a:lnTo>
                <a:lnTo>
                  <a:pt x="195600" y="108148"/>
                </a:lnTo>
                <a:lnTo>
                  <a:pt x="195961" y="108793"/>
                </a:lnTo>
                <a:lnTo>
                  <a:pt x="196335" y="109426"/>
                </a:lnTo>
                <a:lnTo>
                  <a:pt x="196720" y="110046"/>
                </a:lnTo>
                <a:lnTo>
                  <a:pt x="197117" y="110654"/>
                </a:lnTo>
                <a:lnTo>
                  <a:pt x="197525" y="111249"/>
                </a:lnTo>
                <a:lnTo>
                  <a:pt x="197946" y="111831"/>
                </a:lnTo>
                <a:lnTo>
                  <a:pt x="198378" y="112401"/>
                </a:lnTo>
                <a:lnTo>
                  <a:pt x="198822" y="112958"/>
                </a:lnTo>
                <a:lnTo>
                  <a:pt x="199278" y="113502"/>
                </a:lnTo>
                <a:lnTo>
                  <a:pt x="199745" y="114034"/>
                </a:lnTo>
                <a:lnTo>
                  <a:pt x="200225" y="114554"/>
                </a:lnTo>
                <a:lnTo>
                  <a:pt x="200716" y="115060"/>
                </a:lnTo>
                <a:lnTo>
                  <a:pt x="201219" y="115554"/>
                </a:lnTo>
                <a:lnTo>
                  <a:pt x="201733" y="116036"/>
                </a:lnTo>
                <a:lnTo>
                  <a:pt x="202260" y="116504"/>
                </a:lnTo>
                <a:lnTo>
                  <a:pt x="202798" y="116961"/>
                </a:lnTo>
                <a:lnTo>
                  <a:pt x="203348" y="117404"/>
                </a:lnTo>
                <a:lnTo>
                  <a:pt x="203910" y="117835"/>
                </a:lnTo>
                <a:lnTo>
                  <a:pt x="204484" y="118254"/>
                </a:lnTo>
                <a:lnTo>
                  <a:pt x="205069" y="118659"/>
                </a:lnTo>
                <a:lnTo>
                  <a:pt x="205666" y="119052"/>
                </a:lnTo>
                <a:lnTo>
                  <a:pt x="206275" y="119433"/>
                </a:lnTo>
                <a:lnTo>
                  <a:pt x="206896" y="119801"/>
                </a:lnTo>
                <a:lnTo>
                  <a:pt x="207529" y="120156"/>
                </a:lnTo>
                <a:lnTo>
                  <a:pt x="208172" y="120498"/>
                </a:lnTo>
                <a:lnTo>
                  <a:pt x="208824" y="120825"/>
                </a:lnTo>
                <a:lnTo>
                  <a:pt x="209485" y="121137"/>
                </a:lnTo>
                <a:lnTo>
                  <a:pt x="210156" y="121435"/>
                </a:lnTo>
                <a:lnTo>
                  <a:pt x="210835" y="121718"/>
                </a:lnTo>
                <a:lnTo>
                  <a:pt x="211524" y="121987"/>
                </a:lnTo>
                <a:lnTo>
                  <a:pt x="212221" y="122241"/>
                </a:lnTo>
                <a:lnTo>
                  <a:pt x="212928" y="122481"/>
                </a:lnTo>
                <a:lnTo>
                  <a:pt x="213643" y="122706"/>
                </a:lnTo>
                <a:lnTo>
                  <a:pt x="214368" y="122917"/>
                </a:lnTo>
                <a:lnTo>
                  <a:pt x="215102" y="123113"/>
                </a:lnTo>
                <a:lnTo>
                  <a:pt x="215844" y="123295"/>
                </a:lnTo>
                <a:lnTo>
                  <a:pt x="216596" y="123462"/>
                </a:lnTo>
                <a:lnTo>
                  <a:pt x="217357" y="123615"/>
                </a:lnTo>
                <a:lnTo>
                  <a:pt x="218127" y="123753"/>
                </a:lnTo>
                <a:lnTo>
                  <a:pt x="218906" y="123876"/>
                </a:lnTo>
                <a:lnTo>
                  <a:pt x="219694" y="123985"/>
                </a:lnTo>
                <a:lnTo>
                  <a:pt x="220491" y="124080"/>
                </a:lnTo>
                <a:lnTo>
                  <a:pt x="221297" y="124160"/>
                </a:lnTo>
                <a:lnTo>
                  <a:pt x="222112" y="124225"/>
                </a:lnTo>
                <a:lnTo>
                  <a:pt x="222936" y="124276"/>
                </a:lnTo>
                <a:lnTo>
                  <a:pt x="223769" y="124312"/>
                </a:lnTo>
                <a:lnTo>
                  <a:pt x="224612" y="124334"/>
                </a:lnTo>
                <a:lnTo>
                  <a:pt x="225463" y="124341"/>
                </a:lnTo>
                <a:lnTo>
                  <a:pt x="226600" y="124330"/>
                </a:lnTo>
                <a:lnTo>
                  <a:pt x="227722" y="124297"/>
                </a:lnTo>
                <a:lnTo>
                  <a:pt x="228827" y="124241"/>
                </a:lnTo>
                <a:lnTo>
                  <a:pt x="229917" y="124164"/>
                </a:lnTo>
                <a:lnTo>
                  <a:pt x="230991" y="124064"/>
                </a:lnTo>
                <a:close/>
                <a:moveTo>
                  <a:pt x="205275" y="65783"/>
                </a:moveTo>
                <a:lnTo>
                  <a:pt x="205321" y="64968"/>
                </a:lnTo>
                <a:lnTo>
                  <a:pt x="205385" y="64169"/>
                </a:lnTo>
                <a:lnTo>
                  <a:pt x="205468" y="63386"/>
                </a:lnTo>
                <a:lnTo>
                  <a:pt x="205569" y="62620"/>
                </a:lnTo>
                <a:lnTo>
                  <a:pt x="205689" y="61869"/>
                </a:lnTo>
                <a:lnTo>
                  <a:pt x="205826" y="61135"/>
                </a:lnTo>
                <a:lnTo>
                  <a:pt x="205983" y="60417"/>
                </a:lnTo>
                <a:lnTo>
                  <a:pt x="206157" y="59715"/>
                </a:lnTo>
                <a:lnTo>
                  <a:pt x="206350" y="59029"/>
                </a:lnTo>
                <a:lnTo>
                  <a:pt x="206561" y="58360"/>
                </a:lnTo>
                <a:lnTo>
                  <a:pt x="206791" y="57706"/>
                </a:lnTo>
                <a:lnTo>
                  <a:pt x="207039" y="57069"/>
                </a:lnTo>
                <a:lnTo>
                  <a:pt x="207306" y="56448"/>
                </a:lnTo>
                <a:lnTo>
                  <a:pt x="207590" y="55843"/>
                </a:lnTo>
                <a:lnTo>
                  <a:pt x="207893" y="55255"/>
                </a:lnTo>
                <a:lnTo>
                  <a:pt x="208215" y="54682"/>
                </a:lnTo>
                <a:lnTo>
                  <a:pt x="208555" y="54126"/>
                </a:lnTo>
                <a:lnTo>
                  <a:pt x="208913" y="53586"/>
                </a:lnTo>
                <a:lnTo>
                  <a:pt x="209290" y="53062"/>
                </a:lnTo>
                <a:lnTo>
                  <a:pt x="209685" y="52554"/>
                </a:lnTo>
                <a:lnTo>
                  <a:pt x="210098" y="52062"/>
                </a:lnTo>
                <a:lnTo>
                  <a:pt x="210530" y="51587"/>
                </a:lnTo>
                <a:lnTo>
                  <a:pt x="210979" y="51129"/>
                </a:lnTo>
                <a:lnTo>
                  <a:pt x="211443" y="50691"/>
                </a:lnTo>
                <a:lnTo>
                  <a:pt x="211922" y="50272"/>
                </a:lnTo>
                <a:lnTo>
                  <a:pt x="212416" y="49873"/>
                </a:lnTo>
                <a:lnTo>
                  <a:pt x="212925" y="49493"/>
                </a:lnTo>
                <a:lnTo>
                  <a:pt x="213449" y="49133"/>
                </a:lnTo>
                <a:lnTo>
                  <a:pt x="213988" y="48792"/>
                </a:lnTo>
                <a:lnTo>
                  <a:pt x="214542" y="48470"/>
                </a:lnTo>
                <a:lnTo>
                  <a:pt x="215112" y="48168"/>
                </a:lnTo>
                <a:lnTo>
                  <a:pt x="215696" y="47886"/>
                </a:lnTo>
                <a:lnTo>
                  <a:pt x="216296" y="47623"/>
                </a:lnTo>
                <a:lnTo>
                  <a:pt x="216910" y="47380"/>
                </a:lnTo>
                <a:lnTo>
                  <a:pt x="217540" y="47156"/>
                </a:lnTo>
                <a:lnTo>
                  <a:pt x="218185" y="46951"/>
                </a:lnTo>
                <a:lnTo>
                  <a:pt x="218845" y="46766"/>
                </a:lnTo>
                <a:lnTo>
                  <a:pt x="219520" y="46600"/>
                </a:lnTo>
                <a:lnTo>
                  <a:pt x="220210" y="46454"/>
                </a:lnTo>
                <a:lnTo>
                  <a:pt x="220915" y="46328"/>
                </a:lnTo>
                <a:lnTo>
                  <a:pt x="221635" y="46221"/>
                </a:lnTo>
                <a:lnTo>
                  <a:pt x="222371" y="46133"/>
                </a:lnTo>
                <a:lnTo>
                  <a:pt x="223121" y="46065"/>
                </a:lnTo>
                <a:lnTo>
                  <a:pt x="223887" y="46016"/>
                </a:lnTo>
                <a:lnTo>
                  <a:pt x="224667" y="45987"/>
                </a:lnTo>
                <a:lnTo>
                  <a:pt x="225463" y="45977"/>
                </a:lnTo>
                <a:lnTo>
                  <a:pt x="226258" y="45987"/>
                </a:lnTo>
                <a:lnTo>
                  <a:pt x="227039" y="46016"/>
                </a:lnTo>
                <a:lnTo>
                  <a:pt x="227804" y="46065"/>
                </a:lnTo>
                <a:lnTo>
                  <a:pt x="228554" y="46133"/>
                </a:lnTo>
                <a:lnTo>
                  <a:pt x="229289" y="46221"/>
                </a:lnTo>
                <a:lnTo>
                  <a:pt x="230009" y="46328"/>
                </a:lnTo>
                <a:lnTo>
                  <a:pt x="230714" y="46454"/>
                </a:lnTo>
                <a:lnTo>
                  <a:pt x="231404" y="46600"/>
                </a:lnTo>
                <a:lnTo>
                  <a:pt x="232079" y="46766"/>
                </a:lnTo>
                <a:lnTo>
                  <a:pt x="232739" y="46951"/>
                </a:lnTo>
                <a:lnTo>
                  <a:pt x="233383" y="47156"/>
                </a:lnTo>
                <a:lnTo>
                  <a:pt x="234013" y="47380"/>
                </a:lnTo>
                <a:lnTo>
                  <a:pt x="234627" y="47623"/>
                </a:lnTo>
                <a:lnTo>
                  <a:pt x="235227" y="47886"/>
                </a:lnTo>
                <a:lnTo>
                  <a:pt x="235811" y="48168"/>
                </a:lnTo>
                <a:lnTo>
                  <a:pt x="236380" y="48470"/>
                </a:lnTo>
                <a:lnTo>
                  <a:pt x="236934" y="48792"/>
                </a:lnTo>
                <a:lnTo>
                  <a:pt x="237473" y="49133"/>
                </a:lnTo>
                <a:lnTo>
                  <a:pt x="237997" y="49493"/>
                </a:lnTo>
                <a:lnTo>
                  <a:pt x="238506" y="49873"/>
                </a:lnTo>
                <a:lnTo>
                  <a:pt x="239000" y="50272"/>
                </a:lnTo>
                <a:lnTo>
                  <a:pt x="239479" y="50691"/>
                </a:lnTo>
                <a:lnTo>
                  <a:pt x="239942" y="51129"/>
                </a:lnTo>
                <a:lnTo>
                  <a:pt x="240391" y="51587"/>
                </a:lnTo>
                <a:lnTo>
                  <a:pt x="240823" y="52062"/>
                </a:lnTo>
                <a:lnTo>
                  <a:pt x="241236" y="52554"/>
                </a:lnTo>
                <a:lnTo>
                  <a:pt x="241632" y="53062"/>
                </a:lnTo>
                <a:lnTo>
                  <a:pt x="242008" y="53586"/>
                </a:lnTo>
                <a:lnTo>
                  <a:pt x="242367" y="54126"/>
                </a:lnTo>
                <a:lnTo>
                  <a:pt x="242707" y="54682"/>
                </a:lnTo>
                <a:lnTo>
                  <a:pt x="243029" y="55255"/>
                </a:lnTo>
                <a:lnTo>
                  <a:pt x="243332" y="55843"/>
                </a:lnTo>
                <a:lnTo>
                  <a:pt x="243617" y="56448"/>
                </a:lnTo>
                <a:lnTo>
                  <a:pt x="243884" y="57069"/>
                </a:lnTo>
                <a:lnTo>
                  <a:pt x="244132" y="57706"/>
                </a:lnTo>
                <a:lnTo>
                  <a:pt x="244361" y="58360"/>
                </a:lnTo>
                <a:lnTo>
                  <a:pt x="244573" y="59029"/>
                </a:lnTo>
                <a:lnTo>
                  <a:pt x="244766" y="59715"/>
                </a:lnTo>
                <a:lnTo>
                  <a:pt x="244941" y="60417"/>
                </a:lnTo>
                <a:lnTo>
                  <a:pt x="245097" y="61135"/>
                </a:lnTo>
                <a:lnTo>
                  <a:pt x="245235" y="61869"/>
                </a:lnTo>
                <a:lnTo>
                  <a:pt x="245354" y="62620"/>
                </a:lnTo>
                <a:lnTo>
                  <a:pt x="245455" y="63386"/>
                </a:lnTo>
                <a:lnTo>
                  <a:pt x="245538" y="64169"/>
                </a:lnTo>
                <a:lnTo>
                  <a:pt x="245602" y="64968"/>
                </a:lnTo>
                <a:lnTo>
                  <a:pt x="245648" y="65783"/>
                </a:lnTo>
                <a:lnTo>
                  <a:pt x="245676" y="66615"/>
                </a:lnTo>
                <a:lnTo>
                  <a:pt x="245685" y="67462"/>
                </a:lnTo>
                <a:lnTo>
                  <a:pt x="245685" y="71886"/>
                </a:lnTo>
                <a:lnTo>
                  <a:pt x="205238" y="71886"/>
                </a:lnTo>
                <a:lnTo>
                  <a:pt x="205238" y="67462"/>
                </a:lnTo>
                <a:lnTo>
                  <a:pt x="205248" y="66615"/>
                </a:lnTo>
                <a:lnTo>
                  <a:pt x="205275" y="65783"/>
                </a:lnTo>
                <a:close/>
                <a:moveTo>
                  <a:pt x="508137" y="124254"/>
                </a:moveTo>
                <a:lnTo>
                  <a:pt x="508627" y="124204"/>
                </a:lnTo>
                <a:lnTo>
                  <a:pt x="509107" y="124144"/>
                </a:lnTo>
                <a:lnTo>
                  <a:pt x="509575" y="124073"/>
                </a:lnTo>
                <a:lnTo>
                  <a:pt x="510033" y="123990"/>
                </a:lnTo>
                <a:lnTo>
                  <a:pt x="510479" y="123897"/>
                </a:lnTo>
                <a:lnTo>
                  <a:pt x="510915" y="123793"/>
                </a:lnTo>
                <a:lnTo>
                  <a:pt x="511340" y="123678"/>
                </a:lnTo>
                <a:lnTo>
                  <a:pt x="511753" y="123552"/>
                </a:lnTo>
                <a:lnTo>
                  <a:pt x="512156" y="123415"/>
                </a:lnTo>
                <a:lnTo>
                  <a:pt x="512548" y="123267"/>
                </a:lnTo>
                <a:lnTo>
                  <a:pt x="512928" y="123108"/>
                </a:lnTo>
                <a:lnTo>
                  <a:pt x="513298" y="122938"/>
                </a:lnTo>
                <a:lnTo>
                  <a:pt x="513657" y="122757"/>
                </a:lnTo>
                <a:lnTo>
                  <a:pt x="514005" y="122565"/>
                </a:lnTo>
                <a:lnTo>
                  <a:pt x="514341" y="122362"/>
                </a:lnTo>
                <a:lnTo>
                  <a:pt x="514667" y="122148"/>
                </a:lnTo>
                <a:lnTo>
                  <a:pt x="514982" y="121923"/>
                </a:lnTo>
                <a:lnTo>
                  <a:pt x="515286" y="121688"/>
                </a:lnTo>
                <a:lnTo>
                  <a:pt x="515579" y="121441"/>
                </a:lnTo>
                <a:lnTo>
                  <a:pt x="515861" y="121183"/>
                </a:lnTo>
                <a:lnTo>
                  <a:pt x="516131" y="120916"/>
                </a:lnTo>
                <a:lnTo>
                  <a:pt x="516391" y="120641"/>
                </a:lnTo>
                <a:lnTo>
                  <a:pt x="516638" y="120358"/>
                </a:lnTo>
                <a:lnTo>
                  <a:pt x="516874" y="120068"/>
                </a:lnTo>
                <a:lnTo>
                  <a:pt x="517099" y="119770"/>
                </a:lnTo>
                <a:lnTo>
                  <a:pt x="517312" y="119465"/>
                </a:lnTo>
                <a:lnTo>
                  <a:pt x="517514" y="119151"/>
                </a:lnTo>
                <a:lnTo>
                  <a:pt x="517704" y="118830"/>
                </a:lnTo>
                <a:lnTo>
                  <a:pt x="517882" y="118502"/>
                </a:lnTo>
                <a:lnTo>
                  <a:pt x="518049" y="118165"/>
                </a:lnTo>
                <a:lnTo>
                  <a:pt x="518205" y="117821"/>
                </a:lnTo>
                <a:lnTo>
                  <a:pt x="518349" y="117470"/>
                </a:lnTo>
                <a:lnTo>
                  <a:pt x="518481" y="117110"/>
                </a:lnTo>
                <a:lnTo>
                  <a:pt x="518602" y="116743"/>
                </a:lnTo>
                <a:lnTo>
                  <a:pt x="518712" y="116369"/>
                </a:lnTo>
                <a:lnTo>
                  <a:pt x="518809" y="115986"/>
                </a:lnTo>
                <a:lnTo>
                  <a:pt x="518896" y="115596"/>
                </a:lnTo>
                <a:lnTo>
                  <a:pt x="518971" y="115199"/>
                </a:lnTo>
                <a:lnTo>
                  <a:pt x="519034" y="114793"/>
                </a:lnTo>
                <a:lnTo>
                  <a:pt x="519086" y="114380"/>
                </a:lnTo>
                <a:lnTo>
                  <a:pt x="519126" y="113959"/>
                </a:lnTo>
                <a:lnTo>
                  <a:pt x="519155" y="113531"/>
                </a:lnTo>
                <a:lnTo>
                  <a:pt x="519172" y="113095"/>
                </a:lnTo>
                <a:lnTo>
                  <a:pt x="519178" y="112651"/>
                </a:lnTo>
                <a:lnTo>
                  <a:pt x="519172" y="112207"/>
                </a:lnTo>
                <a:lnTo>
                  <a:pt x="519155" y="111771"/>
                </a:lnTo>
                <a:lnTo>
                  <a:pt x="519126" y="111342"/>
                </a:lnTo>
                <a:lnTo>
                  <a:pt x="519086" y="110921"/>
                </a:lnTo>
                <a:lnTo>
                  <a:pt x="519034" y="110508"/>
                </a:lnTo>
                <a:lnTo>
                  <a:pt x="518971" y="110103"/>
                </a:lnTo>
                <a:lnTo>
                  <a:pt x="518896" y="109705"/>
                </a:lnTo>
                <a:lnTo>
                  <a:pt x="518809" y="109315"/>
                </a:lnTo>
                <a:lnTo>
                  <a:pt x="518712" y="108932"/>
                </a:lnTo>
                <a:lnTo>
                  <a:pt x="518602" y="108558"/>
                </a:lnTo>
                <a:lnTo>
                  <a:pt x="518481" y="108191"/>
                </a:lnTo>
                <a:lnTo>
                  <a:pt x="518349" y="107831"/>
                </a:lnTo>
                <a:lnTo>
                  <a:pt x="518205" y="107480"/>
                </a:lnTo>
                <a:lnTo>
                  <a:pt x="518049" y="107136"/>
                </a:lnTo>
                <a:lnTo>
                  <a:pt x="517882" y="106799"/>
                </a:lnTo>
                <a:lnTo>
                  <a:pt x="517704" y="106471"/>
                </a:lnTo>
                <a:lnTo>
                  <a:pt x="517514" y="106150"/>
                </a:lnTo>
                <a:lnTo>
                  <a:pt x="517312" y="105837"/>
                </a:lnTo>
                <a:lnTo>
                  <a:pt x="517099" y="105531"/>
                </a:lnTo>
                <a:lnTo>
                  <a:pt x="516874" y="105233"/>
                </a:lnTo>
                <a:lnTo>
                  <a:pt x="516638" y="104943"/>
                </a:lnTo>
                <a:lnTo>
                  <a:pt x="516391" y="104661"/>
                </a:lnTo>
                <a:lnTo>
                  <a:pt x="516131" y="104386"/>
                </a:lnTo>
                <a:lnTo>
                  <a:pt x="515861" y="104119"/>
                </a:lnTo>
                <a:lnTo>
                  <a:pt x="515579" y="103861"/>
                </a:lnTo>
                <a:lnTo>
                  <a:pt x="515286" y="103614"/>
                </a:lnTo>
                <a:lnTo>
                  <a:pt x="514982" y="103378"/>
                </a:lnTo>
                <a:lnTo>
                  <a:pt x="514667" y="103153"/>
                </a:lnTo>
                <a:lnTo>
                  <a:pt x="514341" y="102939"/>
                </a:lnTo>
                <a:lnTo>
                  <a:pt x="514005" y="102736"/>
                </a:lnTo>
                <a:lnTo>
                  <a:pt x="513657" y="102544"/>
                </a:lnTo>
                <a:lnTo>
                  <a:pt x="513298" y="102363"/>
                </a:lnTo>
                <a:lnTo>
                  <a:pt x="512928" y="102193"/>
                </a:lnTo>
                <a:lnTo>
                  <a:pt x="512548" y="102034"/>
                </a:lnTo>
                <a:lnTo>
                  <a:pt x="512156" y="101886"/>
                </a:lnTo>
                <a:lnTo>
                  <a:pt x="511753" y="101749"/>
                </a:lnTo>
                <a:lnTo>
                  <a:pt x="511340" y="101623"/>
                </a:lnTo>
                <a:lnTo>
                  <a:pt x="510915" y="101507"/>
                </a:lnTo>
                <a:lnTo>
                  <a:pt x="510479" y="101403"/>
                </a:lnTo>
                <a:lnTo>
                  <a:pt x="510033" y="101310"/>
                </a:lnTo>
                <a:lnTo>
                  <a:pt x="509575" y="101227"/>
                </a:lnTo>
                <a:lnTo>
                  <a:pt x="509107" y="101156"/>
                </a:lnTo>
                <a:lnTo>
                  <a:pt x="508627" y="101096"/>
                </a:lnTo>
                <a:lnTo>
                  <a:pt x="508137" y="101046"/>
                </a:lnTo>
                <a:lnTo>
                  <a:pt x="507636" y="101008"/>
                </a:lnTo>
                <a:lnTo>
                  <a:pt x="507123" y="100981"/>
                </a:lnTo>
                <a:lnTo>
                  <a:pt x="506600" y="100964"/>
                </a:lnTo>
                <a:lnTo>
                  <a:pt x="506065" y="100959"/>
                </a:lnTo>
                <a:lnTo>
                  <a:pt x="505531" y="100964"/>
                </a:lnTo>
                <a:lnTo>
                  <a:pt x="505008" y="100981"/>
                </a:lnTo>
                <a:lnTo>
                  <a:pt x="504495" y="101008"/>
                </a:lnTo>
                <a:lnTo>
                  <a:pt x="503994" y="101046"/>
                </a:lnTo>
                <a:lnTo>
                  <a:pt x="503503" y="101096"/>
                </a:lnTo>
                <a:lnTo>
                  <a:pt x="503024" y="101156"/>
                </a:lnTo>
                <a:lnTo>
                  <a:pt x="502555" y="101227"/>
                </a:lnTo>
                <a:lnTo>
                  <a:pt x="502098" y="101310"/>
                </a:lnTo>
                <a:lnTo>
                  <a:pt x="501651" y="101403"/>
                </a:lnTo>
                <a:lnTo>
                  <a:pt x="501216" y="101507"/>
                </a:lnTo>
                <a:lnTo>
                  <a:pt x="500791" y="101623"/>
                </a:lnTo>
                <a:lnTo>
                  <a:pt x="500377" y="101749"/>
                </a:lnTo>
                <a:lnTo>
                  <a:pt x="499974" y="101886"/>
                </a:lnTo>
                <a:lnTo>
                  <a:pt x="499583" y="102034"/>
                </a:lnTo>
                <a:lnTo>
                  <a:pt x="499202" y="102193"/>
                </a:lnTo>
                <a:lnTo>
                  <a:pt x="498832" y="102363"/>
                </a:lnTo>
                <a:lnTo>
                  <a:pt x="498473" y="102544"/>
                </a:lnTo>
                <a:lnTo>
                  <a:pt x="498125" y="102736"/>
                </a:lnTo>
                <a:lnTo>
                  <a:pt x="497788" y="102939"/>
                </a:lnTo>
                <a:lnTo>
                  <a:pt x="497462" y="103153"/>
                </a:lnTo>
                <a:lnTo>
                  <a:pt x="497147" y="103378"/>
                </a:lnTo>
                <a:lnTo>
                  <a:pt x="496843" y="103614"/>
                </a:lnTo>
                <a:lnTo>
                  <a:pt x="496550" y="103861"/>
                </a:lnTo>
                <a:lnTo>
                  <a:pt x="496268" y="104119"/>
                </a:lnTo>
                <a:lnTo>
                  <a:pt x="495997" y="104386"/>
                </a:lnTo>
                <a:lnTo>
                  <a:pt x="495738" y="104661"/>
                </a:lnTo>
                <a:lnTo>
                  <a:pt x="495490" y="104943"/>
                </a:lnTo>
                <a:lnTo>
                  <a:pt x="495254" y="105233"/>
                </a:lnTo>
                <a:lnTo>
                  <a:pt x="495030" y="105531"/>
                </a:lnTo>
                <a:lnTo>
                  <a:pt x="494817" y="105837"/>
                </a:lnTo>
                <a:lnTo>
                  <a:pt x="494615" y="106150"/>
                </a:lnTo>
                <a:lnTo>
                  <a:pt x="494425" y="106471"/>
                </a:lnTo>
                <a:lnTo>
                  <a:pt x="494246" y="106799"/>
                </a:lnTo>
                <a:lnTo>
                  <a:pt x="494079" y="107136"/>
                </a:lnTo>
                <a:lnTo>
                  <a:pt x="493924" y="107480"/>
                </a:lnTo>
                <a:lnTo>
                  <a:pt x="493780" y="107831"/>
                </a:lnTo>
                <a:lnTo>
                  <a:pt x="493647" y="108191"/>
                </a:lnTo>
                <a:lnTo>
                  <a:pt x="493526" y="108558"/>
                </a:lnTo>
                <a:lnTo>
                  <a:pt x="493417" y="108932"/>
                </a:lnTo>
                <a:lnTo>
                  <a:pt x="493319" y="109315"/>
                </a:lnTo>
                <a:lnTo>
                  <a:pt x="493233" y="109705"/>
                </a:lnTo>
                <a:lnTo>
                  <a:pt x="493158" y="110103"/>
                </a:lnTo>
                <a:lnTo>
                  <a:pt x="493095" y="110508"/>
                </a:lnTo>
                <a:lnTo>
                  <a:pt x="493043" y="110921"/>
                </a:lnTo>
                <a:lnTo>
                  <a:pt x="493002" y="111342"/>
                </a:lnTo>
                <a:lnTo>
                  <a:pt x="492974" y="111771"/>
                </a:lnTo>
                <a:lnTo>
                  <a:pt x="492956" y="112207"/>
                </a:lnTo>
                <a:lnTo>
                  <a:pt x="492951" y="112651"/>
                </a:lnTo>
                <a:lnTo>
                  <a:pt x="492956" y="113095"/>
                </a:lnTo>
                <a:lnTo>
                  <a:pt x="492974" y="113531"/>
                </a:lnTo>
                <a:lnTo>
                  <a:pt x="493002" y="113959"/>
                </a:lnTo>
                <a:lnTo>
                  <a:pt x="493043" y="114380"/>
                </a:lnTo>
                <a:lnTo>
                  <a:pt x="493095" y="114793"/>
                </a:lnTo>
                <a:lnTo>
                  <a:pt x="493158" y="115199"/>
                </a:lnTo>
                <a:lnTo>
                  <a:pt x="493233" y="115596"/>
                </a:lnTo>
                <a:lnTo>
                  <a:pt x="493319" y="115986"/>
                </a:lnTo>
                <a:lnTo>
                  <a:pt x="493417" y="116369"/>
                </a:lnTo>
                <a:lnTo>
                  <a:pt x="493526" y="116743"/>
                </a:lnTo>
                <a:lnTo>
                  <a:pt x="493647" y="117110"/>
                </a:lnTo>
                <a:lnTo>
                  <a:pt x="493780" y="117470"/>
                </a:lnTo>
                <a:lnTo>
                  <a:pt x="493924" y="117821"/>
                </a:lnTo>
                <a:lnTo>
                  <a:pt x="494079" y="118165"/>
                </a:lnTo>
                <a:lnTo>
                  <a:pt x="494246" y="118502"/>
                </a:lnTo>
                <a:lnTo>
                  <a:pt x="494425" y="118830"/>
                </a:lnTo>
                <a:lnTo>
                  <a:pt x="494615" y="119151"/>
                </a:lnTo>
                <a:lnTo>
                  <a:pt x="494817" y="119465"/>
                </a:lnTo>
                <a:lnTo>
                  <a:pt x="495030" y="119770"/>
                </a:lnTo>
                <a:lnTo>
                  <a:pt x="495254" y="120068"/>
                </a:lnTo>
                <a:lnTo>
                  <a:pt x="495490" y="120358"/>
                </a:lnTo>
                <a:lnTo>
                  <a:pt x="495738" y="120641"/>
                </a:lnTo>
                <a:lnTo>
                  <a:pt x="495997" y="120916"/>
                </a:lnTo>
                <a:lnTo>
                  <a:pt x="496268" y="121183"/>
                </a:lnTo>
                <a:lnTo>
                  <a:pt x="496550" y="121441"/>
                </a:lnTo>
                <a:lnTo>
                  <a:pt x="496843" y="121688"/>
                </a:lnTo>
                <a:lnTo>
                  <a:pt x="497147" y="121923"/>
                </a:lnTo>
                <a:lnTo>
                  <a:pt x="497462" y="122148"/>
                </a:lnTo>
                <a:lnTo>
                  <a:pt x="497788" y="122362"/>
                </a:lnTo>
                <a:lnTo>
                  <a:pt x="498125" y="122565"/>
                </a:lnTo>
                <a:lnTo>
                  <a:pt x="498473" y="122757"/>
                </a:lnTo>
                <a:lnTo>
                  <a:pt x="498832" y="122938"/>
                </a:lnTo>
                <a:lnTo>
                  <a:pt x="499202" y="123108"/>
                </a:lnTo>
                <a:lnTo>
                  <a:pt x="499583" y="123267"/>
                </a:lnTo>
                <a:lnTo>
                  <a:pt x="499974" y="123415"/>
                </a:lnTo>
                <a:lnTo>
                  <a:pt x="500377" y="123552"/>
                </a:lnTo>
                <a:lnTo>
                  <a:pt x="500791" y="123678"/>
                </a:lnTo>
                <a:lnTo>
                  <a:pt x="501216" y="123793"/>
                </a:lnTo>
                <a:lnTo>
                  <a:pt x="501651" y="123897"/>
                </a:lnTo>
                <a:lnTo>
                  <a:pt x="502098" y="123990"/>
                </a:lnTo>
                <a:lnTo>
                  <a:pt x="502555" y="124073"/>
                </a:lnTo>
                <a:lnTo>
                  <a:pt x="503024" y="124144"/>
                </a:lnTo>
                <a:lnTo>
                  <a:pt x="503503" y="124204"/>
                </a:lnTo>
                <a:lnTo>
                  <a:pt x="503994" y="124254"/>
                </a:lnTo>
                <a:lnTo>
                  <a:pt x="504495" y="124292"/>
                </a:lnTo>
                <a:lnTo>
                  <a:pt x="505008" y="124319"/>
                </a:lnTo>
                <a:lnTo>
                  <a:pt x="505531" y="124336"/>
                </a:lnTo>
                <a:lnTo>
                  <a:pt x="506065" y="124341"/>
                </a:lnTo>
                <a:lnTo>
                  <a:pt x="506600" y="124336"/>
                </a:lnTo>
                <a:lnTo>
                  <a:pt x="507123" y="124319"/>
                </a:lnTo>
                <a:lnTo>
                  <a:pt x="507636" y="124292"/>
                </a:lnTo>
                <a:lnTo>
                  <a:pt x="508137" y="124254"/>
                </a:lnTo>
                <a:close/>
                <a:moveTo>
                  <a:pt x="1240907" y="54825"/>
                </a:moveTo>
                <a:lnTo>
                  <a:pt x="1242013" y="7425"/>
                </a:lnTo>
                <a:lnTo>
                  <a:pt x="1225897" y="7425"/>
                </a:lnTo>
                <a:lnTo>
                  <a:pt x="1227162" y="54825"/>
                </a:lnTo>
                <a:lnTo>
                  <a:pt x="1240907" y="54825"/>
                </a:lnTo>
                <a:close/>
                <a:moveTo>
                  <a:pt x="1274403" y="54825"/>
                </a:moveTo>
                <a:lnTo>
                  <a:pt x="1275509" y="7425"/>
                </a:lnTo>
                <a:lnTo>
                  <a:pt x="1259393" y="7425"/>
                </a:lnTo>
                <a:lnTo>
                  <a:pt x="1260659" y="54825"/>
                </a:lnTo>
                <a:lnTo>
                  <a:pt x="1274403" y="54825"/>
                </a:lnTo>
                <a:close/>
                <a:moveTo>
                  <a:pt x="1896435" y="54825"/>
                </a:moveTo>
                <a:lnTo>
                  <a:pt x="1897541" y="7425"/>
                </a:lnTo>
                <a:lnTo>
                  <a:pt x="1881425" y="7425"/>
                </a:lnTo>
                <a:lnTo>
                  <a:pt x="1882691" y="54825"/>
                </a:lnTo>
                <a:lnTo>
                  <a:pt x="1896435" y="54825"/>
                </a:lnTo>
                <a:close/>
                <a:moveTo>
                  <a:pt x="1929931" y="54825"/>
                </a:moveTo>
                <a:lnTo>
                  <a:pt x="1931038" y="7425"/>
                </a:lnTo>
                <a:lnTo>
                  <a:pt x="1914921" y="7425"/>
                </a:lnTo>
                <a:lnTo>
                  <a:pt x="1916187" y="54825"/>
                </a:lnTo>
                <a:lnTo>
                  <a:pt x="1929931" y="54825"/>
                </a:lnTo>
                <a:close/>
                <a:moveTo>
                  <a:pt x="1098395" y="57983"/>
                </a:moveTo>
                <a:lnTo>
                  <a:pt x="1098395" y="45343"/>
                </a:lnTo>
                <a:lnTo>
                  <a:pt x="1030457" y="45343"/>
                </a:lnTo>
                <a:lnTo>
                  <a:pt x="1030457" y="57983"/>
                </a:lnTo>
                <a:lnTo>
                  <a:pt x="1098395" y="57983"/>
                </a:lnTo>
                <a:close/>
                <a:moveTo>
                  <a:pt x="1610620" y="122762"/>
                </a:moveTo>
                <a:lnTo>
                  <a:pt x="1610620" y="67462"/>
                </a:lnTo>
                <a:lnTo>
                  <a:pt x="1610628" y="66628"/>
                </a:lnTo>
                <a:lnTo>
                  <a:pt x="1610654" y="65810"/>
                </a:lnTo>
                <a:lnTo>
                  <a:pt x="1610696" y="65009"/>
                </a:lnTo>
                <a:lnTo>
                  <a:pt x="1610756" y="64224"/>
                </a:lnTo>
                <a:lnTo>
                  <a:pt x="1610832" y="63455"/>
                </a:lnTo>
                <a:lnTo>
                  <a:pt x="1610926" y="62703"/>
                </a:lnTo>
                <a:lnTo>
                  <a:pt x="1611037" y="61968"/>
                </a:lnTo>
                <a:lnTo>
                  <a:pt x="1611164" y="61248"/>
                </a:lnTo>
                <a:lnTo>
                  <a:pt x="1611309" y="60546"/>
                </a:lnTo>
                <a:lnTo>
                  <a:pt x="1611470" y="59859"/>
                </a:lnTo>
                <a:lnTo>
                  <a:pt x="1611649" y="59190"/>
                </a:lnTo>
                <a:lnTo>
                  <a:pt x="1611845" y="58536"/>
                </a:lnTo>
                <a:lnTo>
                  <a:pt x="1612057" y="57899"/>
                </a:lnTo>
                <a:lnTo>
                  <a:pt x="1612287" y="57279"/>
                </a:lnTo>
                <a:lnTo>
                  <a:pt x="1612533" y="56675"/>
                </a:lnTo>
                <a:lnTo>
                  <a:pt x="1612797" y="56088"/>
                </a:lnTo>
                <a:lnTo>
                  <a:pt x="1613078" y="55517"/>
                </a:lnTo>
                <a:lnTo>
                  <a:pt x="1613375" y="54962"/>
                </a:lnTo>
                <a:lnTo>
                  <a:pt x="1613690" y="54424"/>
                </a:lnTo>
                <a:lnTo>
                  <a:pt x="1614022" y="53902"/>
                </a:lnTo>
                <a:lnTo>
                  <a:pt x="1614370" y="53397"/>
                </a:lnTo>
                <a:lnTo>
                  <a:pt x="1614736" y="52908"/>
                </a:lnTo>
                <a:lnTo>
                  <a:pt x="1615119" y="52436"/>
                </a:lnTo>
                <a:lnTo>
                  <a:pt x="1615519" y="51980"/>
                </a:lnTo>
                <a:lnTo>
                  <a:pt x="1615935" y="51542"/>
                </a:lnTo>
                <a:lnTo>
                  <a:pt x="1616366" y="51122"/>
                </a:lnTo>
                <a:lnTo>
                  <a:pt x="1616812" y="50721"/>
                </a:lnTo>
                <a:lnTo>
                  <a:pt x="1617274" y="50339"/>
                </a:lnTo>
                <a:lnTo>
                  <a:pt x="1617752" y="49975"/>
                </a:lnTo>
                <a:lnTo>
                  <a:pt x="1618244" y="49630"/>
                </a:lnTo>
                <a:lnTo>
                  <a:pt x="1618752" y="49304"/>
                </a:lnTo>
                <a:lnTo>
                  <a:pt x="1619276" y="48996"/>
                </a:lnTo>
                <a:lnTo>
                  <a:pt x="1619815" y="48707"/>
                </a:lnTo>
                <a:lnTo>
                  <a:pt x="1620369" y="48436"/>
                </a:lnTo>
                <a:lnTo>
                  <a:pt x="1620938" y="48185"/>
                </a:lnTo>
                <a:lnTo>
                  <a:pt x="1621523" y="47952"/>
                </a:lnTo>
                <a:lnTo>
                  <a:pt x="1622123" y="47737"/>
                </a:lnTo>
                <a:lnTo>
                  <a:pt x="1622738" y="47541"/>
                </a:lnTo>
                <a:lnTo>
                  <a:pt x="1623369" y="47364"/>
                </a:lnTo>
                <a:lnTo>
                  <a:pt x="1624015" y="47206"/>
                </a:lnTo>
                <a:lnTo>
                  <a:pt x="1624677" y="47066"/>
                </a:lnTo>
                <a:lnTo>
                  <a:pt x="1625354" y="46944"/>
                </a:lnTo>
                <a:lnTo>
                  <a:pt x="1626046" y="46842"/>
                </a:lnTo>
                <a:lnTo>
                  <a:pt x="1626754" y="46758"/>
                </a:lnTo>
                <a:lnTo>
                  <a:pt x="1627477" y="46693"/>
                </a:lnTo>
                <a:lnTo>
                  <a:pt x="1628215" y="46646"/>
                </a:lnTo>
                <a:lnTo>
                  <a:pt x="1628969" y="46618"/>
                </a:lnTo>
                <a:lnTo>
                  <a:pt x="1629738" y="46609"/>
                </a:lnTo>
                <a:lnTo>
                  <a:pt x="1630481" y="46617"/>
                </a:lnTo>
                <a:lnTo>
                  <a:pt x="1631209" y="46641"/>
                </a:lnTo>
                <a:lnTo>
                  <a:pt x="1631923" y="46682"/>
                </a:lnTo>
                <a:lnTo>
                  <a:pt x="1632622" y="46738"/>
                </a:lnTo>
                <a:lnTo>
                  <a:pt x="1633305" y="46811"/>
                </a:lnTo>
                <a:lnTo>
                  <a:pt x="1633974" y="46900"/>
                </a:lnTo>
                <a:lnTo>
                  <a:pt x="1634629" y="47005"/>
                </a:lnTo>
                <a:lnTo>
                  <a:pt x="1635268" y="47126"/>
                </a:lnTo>
                <a:lnTo>
                  <a:pt x="1635893" y="47264"/>
                </a:lnTo>
                <a:lnTo>
                  <a:pt x="1636503" y="47418"/>
                </a:lnTo>
                <a:lnTo>
                  <a:pt x="1637098" y="47588"/>
                </a:lnTo>
                <a:lnTo>
                  <a:pt x="1637678" y="47774"/>
                </a:lnTo>
                <a:lnTo>
                  <a:pt x="1638243" y="47976"/>
                </a:lnTo>
                <a:lnTo>
                  <a:pt x="1638794" y="48194"/>
                </a:lnTo>
                <a:lnTo>
                  <a:pt x="1639329" y="48429"/>
                </a:lnTo>
                <a:lnTo>
                  <a:pt x="1639850" y="48680"/>
                </a:lnTo>
                <a:lnTo>
                  <a:pt x="1640357" y="48947"/>
                </a:lnTo>
                <a:lnTo>
                  <a:pt x="1640848" y="49230"/>
                </a:lnTo>
                <a:lnTo>
                  <a:pt x="1641324" y="49529"/>
                </a:lnTo>
                <a:lnTo>
                  <a:pt x="1641786" y="49845"/>
                </a:lnTo>
                <a:lnTo>
                  <a:pt x="1642233" y="50177"/>
                </a:lnTo>
                <a:lnTo>
                  <a:pt x="1642665" y="50525"/>
                </a:lnTo>
                <a:lnTo>
                  <a:pt x="1643082" y="50889"/>
                </a:lnTo>
                <a:lnTo>
                  <a:pt x="1643484" y="51269"/>
                </a:lnTo>
                <a:lnTo>
                  <a:pt x="1643871" y="51666"/>
                </a:lnTo>
                <a:lnTo>
                  <a:pt x="1644241" y="52080"/>
                </a:lnTo>
                <a:lnTo>
                  <a:pt x="1644595" y="52512"/>
                </a:lnTo>
                <a:lnTo>
                  <a:pt x="1644933" y="52961"/>
                </a:lnTo>
                <a:lnTo>
                  <a:pt x="1645253" y="53427"/>
                </a:lnTo>
                <a:lnTo>
                  <a:pt x="1645558" y="53910"/>
                </a:lnTo>
                <a:lnTo>
                  <a:pt x="1645846" y="54411"/>
                </a:lnTo>
                <a:lnTo>
                  <a:pt x="1646118" y="54929"/>
                </a:lnTo>
                <a:lnTo>
                  <a:pt x="1646373" y="55464"/>
                </a:lnTo>
                <a:lnTo>
                  <a:pt x="1646611" y="56017"/>
                </a:lnTo>
                <a:lnTo>
                  <a:pt x="1646833" y="56586"/>
                </a:lnTo>
                <a:lnTo>
                  <a:pt x="1647039" y="57174"/>
                </a:lnTo>
                <a:lnTo>
                  <a:pt x="1647228" y="57778"/>
                </a:lnTo>
                <a:lnTo>
                  <a:pt x="1647401" y="58400"/>
                </a:lnTo>
                <a:lnTo>
                  <a:pt x="1647558" y="59039"/>
                </a:lnTo>
                <a:lnTo>
                  <a:pt x="1647697" y="59695"/>
                </a:lnTo>
                <a:lnTo>
                  <a:pt x="1647821" y="60369"/>
                </a:lnTo>
                <a:lnTo>
                  <a:pt x="1647928" y="61059"/>
                </a:lnTo>
                <a:lnTo>
                  <a:pt x="1648018" y="61768"/>
                </a:lnTo>
                <a:lnTo>
                  <a:pt x="1648092" y="62493"/>
                </a:lnTo>
                <a:lnTo>
                  <a:pt x="1648150" y="63236"/>
                </a:lnTo>
                <a:lnTo>
                  <a:pt x="1648191" y="63996"/>
                </a:lnTo>
                <a:lnTo>
                  <a:pt x="1648216" y="64773"/>
                </a:lnTo>
                <a:lnTo>
                  <a:pt x="1648224" y="65568"/>
                </a:lnTo>
                <a:lnTo>
                  <a:pt x="1648224" y="72993"/>
                </a:lnTo>
                <a:lnTo>
                  <a:pt x="1662443" y="72993"/>
                </a:lnTo>
                <a:lnTo>
                  <a:pt x="1662443" y="65568"/>
                </a:lnTo>
                <a:lnTo>
                  <a:pt x="1662430" y="64329"/>
                </a:lnTo>
                <a:lnTo>
                  <a:pt x="1662392" y="63114"/>
                </a:lnTo>
                <a:lnTo>
                  <a:pt x="1662328" y="61922"/>
                </a:lnTo>
                <a:lnTo>
                  <a:pt x="1662239" y="60755"/>
                </a:lnTo>
                <a:lnTo>
                  <a:pt x="1662124" y="59612"/>
                </a:lnTo>
                <a:lnTo>
                  <a:pt x="1661984" y="58492"/>
                </a:lnTo>
                <a:lnTo>
                  <a:pt x="1661818" y="57396"/>
                </a:lnTo>
                <a:lnTo>
                  <a:pt x="1661627" y="56325"/>
                </a:lnTo>
                <a:lnTo>
                  <a:pt x="1661410" y="55277"/>
                </a:lnTo>
                <a:lnTo>
                  <a:pt x="1661167" y="54253"/>
                </a:lnTo>
                <a:lnTo>
                  <a:pt x="1660900" y="53252"/>
                </a:lnTo>
                <a:lnTo>
                  <a:pt x="1660606" y="52276"/>
                </a:lnTo>
                <a:lnTo>
                  <a:pt x="1660287" y="51323"/>
                </a:lnTo>
                <a:lnTo>
                  <a:pt x="1659943" y="50395"/>
                </a:lnTo>
                <a:lnTo>
                  <a:pt x="1659573" y="49490"/>
                </a:lnTo>
                <a:lnTo>
                  <a:pt x="1659177" y="48609"/>
                </a:lnTo>
                <a:lnTo>
                  <a:pt x="1658756" y="47752"/>
                </a:lnTo>
                <a:lnTo>
                  <a:pt x="1658310" y="46919"/>
                </a:lnTo>
                <a:lnTo>
                  <a:pt x="1657838" y="46110"/>
                </a:lnTo>
                <a:lnTo>
                  <a:pt x="1657340" y="45324"/>
                </a:lnTo>
                <a:lnTo>
                  <a:pt x="1656817" y="44563"/>
                </a:lnTo>
                <a:lnTo>
                  <a:pt x="1656269" y="43825"/>
                </a:lnTo>
                <a:lnTo>
                  <a:pt x="1655695" y="43111"/>
                </a:lnTo>
                <a:lnTo>
                  <a:pt x="1655095" y="42421"/>
                </a:lnTo>
                <a:lnTo>
                  <a:pt x="1654472" y="41757"/>
                </a:lnTo>
                <a:lnTo>
                  <a:pt x="1653827" y="41121"/>
                </a:lnTo>
                <a:lnTo>
                  <a:pt x="1653161" y="40514"/>
                </a:lnTo>
                <a:lnTo>
                  <a:pt x="1652473" y="39935"/>
                </a:lnTo>
                <a:lnTo>
                  <a:pt x="1651763" y="39384"/>
                </a:lnTo>
                <a:lnTo>
                  <a:pt x="1651032" y="38861"/>
                </a:lnTo>
                <a:lnTo>
                  <a:pt x="1650279" y="38367"/>
                </a:lnTo>
                <a:lnTo>
                  <a:pt x="1649504" y="37901"/>
                </a:lnTo>
                <a:lnTo>
                  <a:pt x="1648708" y="37463"/>
                </a:lnTo>
                <a:lnTo>
                  <a:pt x="1647890" y="37053"/>
                </a:lnTo>
                <a:lnTo>
                  <a:pt x="1647050" y="36672"/>
                </a:lnTo>
                <a:lnTo>
                  <a:pt x="1646189" y="36319"/>
                </a:lnTo>
                <a:lnTo>
                  <a:pt x="1645306" y="35994"/>
                </a:lnTo>
                <a:lnTo>
                  <a:pt x="1644401" y="35697"/>
                </a:lnTo>
                <a:lnTo>
                  <a:pt x="1643475" y="35429"/>
                </a:lnTo>
                <a:lnTo>
                  <a:pt x="1642526" y="35189"/>
                </a:lnTo>
                <a:lnTo>
                  <a:pt x="1641557" y="34977"/>
                </a:lnTo>
                <a:lnTo>
                  <a:pt x="1640565" y="34793"/>
                </a:lnTo>
                <a:lnTo>
                  <a:pt x="1639552" y="34638"/>
                </a:lnTo>
                <a:lnTo>
                  <a:pt x="1638517" y="34511"/>
                </a:lnTo>
                <a:lnTo>
                  <a:pt x="1637461" y="34412"/>
                </a:lnTo>
                <a:lnTo>
                  <a:pt x="1636383" y="34341"/>
                </a:lnTo>
                <a:lnTo>
                  <a:pt x="1635283" y="34299"/>
                </a:lnTo>
                <a:lnTo>
                  <a:pt x="1634162" y="34284"/>
                </a:lnTo>
                <a:lnTo>
                  <a:pt x="1633248" y="34295"/>
                </a:lnTo>
                <a:lnTo>
                  <a:pt x="1632352" y="34326"/>
                </a:lnTo>
                <a:lnTo>
                  <a:pt x="1631472" y="34377"/>
                </a:lnTo>
                <a:lnTo>
                  <a:pt x="1630609" y="34449"/>
                </a:lnTo>
                <a:lnTo>
                  <a:pt x="1629763" y="34542"/>
                </a:lnTo>
                <a:lnTo>
                  <a:pt x="1628933" y="34655"/>
                </a:lnTo>
                <a:lnTo>
                  <a:pt x="1628121" y="34789"/>
                </a:lnTo>
                <a:lnTo>
                  <a:pt x="1627325" y="34943"/>
                </a:lnTo>
                <a:lnTo>
                  <a:pt x="1626545" y="35118"/>
                </a:lnTo>
                <a:lnTo>
                  <a:pt x="1625782" y="35313"/>
                </a:lnTo>
                <a:lnTo>
                  <a:pt x="1625037" y="35529"/>
                </a:lnTo>
                <a:lnTo>
                  <a:pt x="1624307" y="35766"/>
                </a:lnTo>
                <a:lnTo>
                  <a:pt x="1623595" y="36023"/>
                </a:lnTo>
                <a:lnTo>
                  <a:pt x="1622899" y="36301"/>
                </a:lnTo>
                <a:lnTo>
                  <a:pt x="1622220" y="36599"/>
                </a:lnTo>
                <a:lnTo>
                  <a:pt x="1621558" y="36918"/>
                </a:lnTo>
                <a:lnTo>
                  <a:pt x="1620912" y="37258"/>
                </a:lnTo>
                <a:lnTo>
                  <a:pt x="1620283" y="37618"/>
                </a:lnTo>
                <a:lnTo>
                  <a:pt x="1619671" y="37998"/>
                </a:lnTo>
                <a:lnTo>
                  <a:pt x="1619076" y="38400"/>
                </a:lnTo>
                <a:lnTo>
                  <a:pt x="1618497" y="38821"/>
                </a:lnTo>
                <a:lnTo>
                  <a:pt x="1617935" y="39264"/>
                </a:lnTo>
                <a:lnTo>
                  <a:pt x="1617390" y="39727"/>
                </a:lnTo>
                <a:lnTo>
                  <a:pt x="1616861" y="40210"/>
                </a:lnTo>
                <a:lnTo>
                  <a:pt x="1616352" y="40711"/>
                </a:lnTo>
                <a:lnTo>
                  <a:pt x="1615865" y="41227"/>
                </a:lnTo>
                <a:lnTo>
                  <a:pt x="1615399" y="41757"/>
                </a:lnTo>
                <a:lnTo>
                  <a:pt x="1614954" y="42301"/>
                </a:lnTo>
                <a:lnTo>
                  <a:pt x="1614532" y="42860"/>
                </a:lnTo>
                <a:lnTo>
                  <a:pt x="1614131" y="43434"/>
                </a:lnTo>
                <a:lnTo>
                  <a:pt x="1613751" y="44022"/>
                </a:lnTo>
                <a:lnTo>
                  <a:pt x="1613394" y="44625"/>
                </a:lnTo>
                <a:lnTo>
                  <a:pt x="1613058" y="45242"/>
                </a:lnTo>
                <a:lnTo>
                  <a:pt x="1612744" y="45874"/>
                </a:lnTo>
                <a:lnTo>
                  <a:pt x="1612451" y="46520"/>
                </a:lnTo>
                <a:lnTo>
                  <a:pt x="1612180" y="47181"/>
                </a:lnTo>
                <a:lnTo>
                  <a:pt x="1611931" y="47856"/>
                </a:lnTo>
                <a:lnTo>
                  <a:pt x="1611703" y="48546"/>
                </a:lnTo>
                <a:lnTo>
                  <a:pt x="1611498" y="49250"/>
                </a:lnTo>
                <a:lnTo>
                  <a:pt x="1611313" y="49969"/>
                </a:lnTo>
                <a:lnTo>
                  <a:pt x="1611151" y="50703"/>
                </a:lnTo>
                <a:lnTo>
                  <a:pt x="1611010" y="51451"/>
                </a:lnTo>
                <a:lnTo>
                  <a:pt x="1610891" y="52214"/>
                </a:lnTo>
                <a:lnTo>
                  <a:pt x="1610861" y="52453"/>
                </a:lnTo>
                <a:lnTo>
                  <a:pt x="1610620" y="52453"/>
                </a:lnTo>
                <a:lnTo>
                  <a:pt x="1610620" y="35864"/>
                </a:lnTo>
                <a:lnTo>
                  <a:pt x="1596401" y="35864"/>
                </a:lnTo>
                <a:lnTo>
                  <a:pt x="1596401" y="122762"/>
                </a:lnTo>
                <a:lnTo>
                  <a:pt x="1610620" y="122762"/>
                </a:lnTo>
                <a:close/>
                <a:moveTo>
                  <a:pt x="1353642" y="123839"/>
                </a:moveTo>
                <a:lnTo>
                  <a:pt x="1354750" y="123734"/>
                </a:lnTo>
                <a:lnTo>
                  <a:pt x="1355836" y="123606"/>
                </a:lnTo>
                <a:lnTo>
                  <a:pt x="1356900" y="123454"/>
                </a:lnTo>
                <a:lnTo>
                  <a:pt x="1357940" y="123279"/>
                </a:lnTo>
                <a:lnTo>
                  <a:pt x="1358958" y="123081"/>
                </a:lnTo>
                <a:lnTo>
                  <a:pt x="1359953" y="122860"/>
                </a:lnTo>
                <a:lnTo>
                  <a:pt x="1360925" y="122615"/>
                </a:lnTo>
                <a:lnTo>
                  <a:pt x="1361874" y="122347"/>
                </a:lnTo>
                <a:lnTo>
                  <a:pt x="1362801" y="122055"/>
                </a:lnTo>
                <a:lnTo>
                  <a:pt x="1363705" y="121741"/>
                </a:lnTo>
                <a:lnTo>
                  <a:pt x="1364586" y="121403"/>
                </a:lnTo>
                <a:lnTo>
                  <a:pt x="1365444" y="121041"/>
                </a:lnTo>
                <a:lnTo>
                  <a:pt x="1366280" y="120657"/>
                </a:lnTo>
                <a:lnTo>
                  <a:pt x="1367093" y="120249"/>
                </a:lnTo>
                <a:lnTo>
                  <a:pt x="1367883" y="119817"/>
                </a:lnTo>
                <a:lnTo>
                  <a:pt x="1368650" y="119363"/>
                </a:lnTo>
                <a:lnTo>
                  <a:pt x="1369394" y="118885"/>
                </a:lnTo>
                <a:lnTo>
                  <a:pt x="1370116" y="118384"/>
                </a:lnTo>
                <a:lnTo>
                  <a:pt x="1370815" y="117859"/>
                </a:lnTo>
                <a:lnTo>
                  <a:pt x="1371491" y="117311"/>
                </a:lnTo>
                <a:lnTo>
                  <a:pt x="1372142" y="116742"/>
                </a:lnTo>
                <a:lnTo>
                  <a:pt x="1372766" y="116154"/>
                </a:lnTo>
                <a:lnTo>
                  <a:pt x="1373361" y="115548"/>
                </a:lnTo>
                <a:lnTo>
                  <a:pt x="1373929" y="114922"/>
                </a:lnTo>
                <a:lnTo>
                  <a:pt x="1374470" y="114277"/>
                </a:lnTo>
                <a:lnTo>
                  <a:pt x="1374982" y="113613"/>
                </a:lnTo>
                <a:lnTo>
                  <a:pt x="1375467" y="112931"/>
                </a:lnTo>
                <a:lnTo>
                  <a:pt x="1375924" y="112229"/>
                </a:lnTo>
                <a:lnTo>
                  <a:pt x="1376354" y="111509"/>
                </a:lnTo>
                <a:lnTo>
                  <a:pt x="1376756" y="110769"/>
                </a:lnTo>
                <a:lnTo>
                  <a:pt x="1377130" y="110011"/>
                </a:lnTo>
                <a:lnTo>
                  <a:pt x="1377476" y="109234"/>
                </a:lnTo>
                <a:lnTo>
                  <a:pt x="1377795" y="108438"/>
                </a:lnTo>
                <a:lnTo>
                  <a:pt x="1378086" y="107622"/>
                </a:lnTo>
                <a:lnTo>
                  <a:pt x="1378349" y="106788"/>
                </a:lnTo>
                <a:lnTo>
                  <a:pt x="1378584" y="105935"/>
                </a:lnTo>
                <a:lnTo>
                  <a:pt x="1378792" y="105063"/>
                </a:lnTo>
                <a:lnTo>
                  <a:pt x="1378972" y="104173"/>
                </a:lnTo>
                <a:lnTo>
                  <a:pt x="1379125" y="103263"/>
                </a:lnTo>
                <a:lnTo>
                  <a:pt x="1379249" y="102334"/>
                </a:lnTo>
                <a:lnTo>
                  <a:pt x="1379346" y="101386"/>
                </a:lnTo>
                <a:lnTo>
                  <a:pt x="1379416" y="100420"/>
                </a:lnTo>
                <a:lnTo>
                  <a:pt x="1379457" y="99434"/>
                </a:lnTo>
                <a:lnTo>
                  <a:pt x="1379471" y="98430"/>
                </a:lnTo>
                <a:lnTo>
                  <a:pt x="1379461" y="97490"/>
                </a:lnTo>
                <a:lnTo>
                  <a:pt x="1379433" y="96568"/>
                </a:lnTo>
                <a:lnTo>
                  <a:pt x="1379385" y="95663"/>
                </a:lnTo>
                <a:lnTo>
                  <a:pt x="1379317" y="94774"/>
                </a:lnTo>
                <a:lnTo>
                  <a:pt x="1379231" y="93903"/>
                </a:lnTo>
                <a:lnTo>
                  <a:pt x="1379125" y="93048"/>
                </a:lnTo>
                <a:lnTo>
                  <a:pt x="1379001" y="92211"/>
                </a:lnTo>
                <a:lnTo>
                  <a:pt x="1378857" y="91391"/>
                </a:lnTo>
                <a:lnTo>
                  <a:pt x="1378693" y="90587"/>
                </a:lnTo>
                <a:lnTo>
                  <a:pt x="1378511" y="89801"/>
                </a:lnTo>
                <a:lnTo>
                  <a:pt x="1378309" y="89032"/>
                </a:lnTo>
                <a:lnTo>
                  <a:pt x="1378088" y="88279"/>
                </a:lnTo>
                <a:lnTo>
                  <a:pt x="1377848" y="87544"/>
                </a:lnTo>
                <a:lnTo>
                  <a:pt x="1377589" y="86826"/>
                </a:lnTo>
                <a:lnTo>
                  <a:pt x="1377311" y="86124"/>
                </a:lnTo>
                <a:lnTo>
                  <a:pt x="1377013" y="85440"/>
                </a:lnTo>
                <a:lnTo>
                  <a:pt x="1376696" y="84773"/>
                </a:lnTo>
                <a:lnTo>
                  <a:pt x="1376360" y="84122"/>
                </a:lnTo>
                <a:lnTo>
                  <a:pt x="1376005" y="83489"/>
                </a:lnTo>
                <a:lnTo>
                  <a:pt x="1375630" y="82873"/>
                </a:lnTo>
                <a:lnTo>
                  <a:pt x="1375237" y="82273"/>
                </a:lnTo>
                <a:lnTo>
                  <a:pt x="1374824" y="81691"/>
                </a:lnTo>
                <a:lnTo>
                  <a:pt x="1374392" y="81126"/>
                </a:lnTo>
                <a:lnTo>
                  <a:pt x="1373941" y="80577"/>
                </a:lnTo>
                <a:lnTo>
                  <a:pt x="1373470" y="80046"/>
                </a:lnTo>
                <a:lnTo>
                  <a:pt x="1372981" y="79532"/>
                </a:lnTo>
                <a:lnTo>
                  <a:pt x="1372472" y="79034"/>
                </a:lnTo>
                <a:lnTo>
                  <a:pt x="1371944" y="78554"/>
                </a:lnTo>
                <a:lnTo>
                  <a:pt x="1371397" y="78091"/>
                </a:lnTo>
                <a:lnTo>
                  <a:pt x="1370831" y="77645"/>
                </a:lnTo>
                <a:lnTo>
                  <a:pt x="1370245" y="77215"/>
                </a:lnTo>
                <a:lnTo>
                  <a:pt x="1369640" y="76803"/>
                </a:lnTo>
                <a:lnTo>
                  <a:pt x="1369017" y="76408"/>
                </a:lnTo>
                <a:lnTo>
                  <a:pt x="1368373" y="76030"/>
                </a:lnTo>
                <a:lnTo>
                  <a:pt x="1367711" y="75668"/>
                </a:lnTo>
                <a:lnTo>
                  <a:pt x="1367029" y="75324"/>
                </a:lnTo>
                <a:lnTo>
                  <a:pt x="1366329" y="74997"/>
                </a:lnTo>
                <a:lnTo>
                  <a:pt x="1365609" y="74687"/>
                </a:lnTo>
                <a:lnTo>
                  <a:pt x="1364869" y="74394"/>
                </a:lnTo>
                <a:lnTo>
                  <a:pt x="1364111" y="74117"/>
                </a:lnTo>
                <a:lnTo>
                  <a:pt x="1363333" y="73858"/>
                </a:lnTo>
                <a:lnTo>
                  <a:pt x="1362536" y="73616"/>
                </a:lnTo>
                <a:lnTo>
                  <a:pt x="1361720" y="73391"/>
                </a:lnTo>
                <a:lnTo>
                  <a:pt x="1360885" y="73183"/>
                </a:lnTo>
                <a:lnTo>
                  <a:pt x="1360030" y="72992"/>
                </a:lnTo>
                <a:lnTo>
                  <a:pt x="1359157" y="72818"/>
                </a:lnTo>
                <a:lnTo>
                  <a:pt x="1358264" y="72660"/>
                </a:lnTo>
                <a:lnTo>
                  <a:pt x="1357352" y="72520"/>
                </a:lnTo>
                <a:lnTo>
                  <a:pt x="1334916" y="69360"/>
                </a:lnTo>
                <a:lnTo>
                  <a:pt x="1334577" y="69304"/>
                </a:lnTo>
                <a:lnTo>
                  <a:pt x="1334245" y="69240"/>
                </a:lnTo>
                <a:lnTo>
                  <a:pt x="1333920" y="69170"/>
                </a:lnTo>
                <a:lnTo>
                  <a:pt x="1333602" y="69092"/>
                </a:lnTo>
                <a:lnTo>
                  <a:pt x="1333290" y="69007"/>
                </a:lnTo>
                <a:lnTo>
                  <a:pt x="1332986" y="68916"/>
                </a:lnTo>
                <a:lnTo>
                  <a:pt x="1332688" y="68817"/>
                </a:lnTo>
                <a:lnTo>
                  <a:pt x="1332397" y="68710"/>
                </a:lnTo>
                <a:lnTo>
                  <a:pt x="1332113" y="68597"/>
                </a:lnTo>
                <a:lnTo>
                  <a:pt x="1331836" y="68477"/>
                </a:lnTo>
                <a:lnTo>
                  <a:pt x="1331565" y="68349"/>
                </a:lnTo>
                <a:lnTo>
                  <a:pt x="1331302" y="68215"/>
                </a:lnTo>
                <a:lnTo>
                  <a:pt x="1331045" y="68073"/>
                </a:lnTo>
                <a:lnTo>
                  <a:pt x="1330796" y="67924"/>
                </a:lnTo>
                <a:lnTo>
                  <a:pt x="1330553" y="67768"/>
                </a:lnTo>
                <a:lnTo>
                  <a:pt x="1330317" y="67605"/>
                </a:lnTo>
                <a:lnTo>
                  <a:pt x="1330087" y="67434"/>
                </a:lnTo>
                <a:lnTo>
                  <a:pt x="1329865" y="67257"/>
                </a:lnTo>
                <a:lnTo>
                  <a:pt x="1329649" y="67072"/>
                </a:lnTo>
                <a:lnTo>
                  <a:pt x="1329441" y="66881"/>
                </a:lnTo>
                <a:lnTo>
                  <a:pt x="1329239" y="66682"/>
                </a:lnTo>
                <a:lnTo>
                  <a:pt x="1329044" y="66476"/>
                </a:lnTo>
                <a:lnTo>
                  <a:pt x="1328856" y="66263"/>
                </a:lnTo>
                <a:lnTo>
                  <a:pt x="1328675" y="66042"/>
                </a:lnTo>
                <a:lnTo>
                  <a:pt x="1328501" y="65815"/>
                </a:lnTo>
                <a:lnTo>
                  <a:pt x="1328334" y="65582"/>
                </a:lnTo>
                <a:lnTo>
                  <a:pt x="1328175" y="65343"/>
                </a:lnTo>
                <a:lnTo>
                  <a:pt x="1328023" y="65098"/>
                </a:lnTo>
                <a:lnTo>
                  <a:pt x="1327878" y="64847"/>
                </a:lnTo>
                <a:lnTo>
                  <a:pt x="1327741" y="64590"/>
                </a:lnTo>
                <a:lnTo>
                  <a:pt x="1327612" y="64327"/>
                </a:lnTo>
                <a:lnTo>
                  <a:pt x="1327489" y="64058"/>
                </a:lnTo>
                <a:lnTo>
                  <a:pt x="1327375" y="63782"/>
                </a:lnTo>
                <a:lnTo>
                  <a:pt x="1327267" y="63501"/>
                </a:lnTo>
                <a:lnTo>
                  <a:pt x="1327167" y="63214"/>
                </a:lnTo>
                <a:lnTo>
                  <a:pt x="1327075" y="62920"/>
                </a:lnTo>
                <a:lnTo>
                  <a:pt x="1326989" y="62621"/>
                </a:lnTo>
                <a:lnTo>
                  <a:pt x="1326912" y="62316"/>
                </a:lnTo>
                <a:lnTo>
                  <a:pt x="1326841" y="62004"/>
                </a:lnTo>
                <a:lnTo>
                  <a:pt x="1326778" y="61687"/>
                </a:lnTo>
                <a:lnTo>
                  <a:pt x="1326723" y="61363"/>
                </a:lnTo>
                <a:lnTo>
                  <a:pt x="1326675" y="61034"/>
                </a:lnTo>
                <a:lnTo>
                  <a:pt x="1326634" y="60698"/>
                </a:lnTo>
                <a:lnTo>
                  <a:pt x="1326600" y="60357"/>
                </a:lnTo>
                <a:lnTo>
                  <a:pt x="1326574" y="60009"/>
                </a:lnTo>
                <a:lnTo>
                  <a:pt x="1326556" y="59656"/>
                </a:lnTo>
                <a:lnTo>
                  <a:pt x="1326545" y="59296"/>
                </a:lnTo>
                <a:lnTo>
                  <a:pt x="1326541" y="58930"/>
                </a:lnTo>
                <a:lnTo>
                  <a:pt x="1326548" y="58461"/>
                </a:lnTo>
                <a:lnTo>
                  <a:pt x="1326570" y="57999"/>
                </a:lnTo>
                <a:lnTo>
                  <a:pt x="1326605" y="57546"/>
                </a:lnTo>
                <a:lnTo>
                  <a:pt x="1326655" y="57101"/>
                </a:lnTo>
                <a:lnTo>
                  <a:pt x="1326719" y="56664"/>
                </a:lnTo>
                <a:lnTo>
                  <a:pt x="1326798" y="56235"/>
                </a:lnTo>
                <a:lnTo>
                  <a:pt x="1326891" y="55815"/>
                </a:lnTo>
                <a:lnTo>
                  <a:pt x="1326998" y="55402"/>
                </a:lnTo>
                <a:lnTo>
                  <a:pt x="1327119" y="54998"/>
                </a:lnTo>
                <a:lnTo>
                  <a:pt x="1327254" y="54603"/>
                </a:lnTo>
                <a:lnTo>
                  <a:pt x="1327404" y="54215"/>
                </a:lnTo>
                <a:lnTo>
                  <a:pt x="1327568" y="53836"/>
                </a:lnTo>
                <a:lnTo>
                  <a:pt x="1327746" y="53465"/>
                </a:lnTo>
                <a:lnTo>
                  <a:pt x="1327939" y="53102"/>
                </a:lnTo>
                <a:lnTo>
                  <a:pt x="1328146" y="52747"/>
                </a:lnTo>
                <a:lnTo>
                  <a:pt x="1328367" y="52401"/>
                </a:lnTo>
                <a:lnTo>
                  <a:pt x="1328602" y="52063"/>
                </a:lnTo>
                <a:lnTo>
                  <a:pt x="1328852" y="51733"/>
                </a:lnTo>
                <a:lnTo>
                  <a:pt x="1329116" y="51411"/>
                </a:lnTo>
                <a:lnTo>
                  <a:pt x="1329394" y="51098"/>
                </a:lnTo>
                <a:lnTo>
                  <a:pt x="1329686" y="50792"/>
                </a:lnTo>
                <a:lnTo>
                  <a:pt x="1329993" y="50495"/>
                </a:lnTo>
                <a:lnTo>
                  <a:pt x="1330314" y="50207"/>
                </a:lnTo>
                <a:lnTo>
                  <a:pt x="1330649" y="49926"/>
                </a:lnTo>
                <a:lnTo>
                  <a:pt x="1330997" y="49655"/>
                </a:lnTo>
                <a:lnTo>
                  <a:pt x="1331356" y="49396"/>
                </a:lnTo>
                <a:lnTo>
                  <a:pt x="1331726" y="49149"/>
                </a:lnTo>
                <a:lnTo>
                  <a:pt x="1332106" y="48912"/>
                </a:lnTo>
                <a:lnTo>
                  <a:pt x="1332498" y="48688"/>
                </a:lnTo>
                <a:lnTo>
                  <a:pt x="1332901" y="48475"/>
                </a:lnTo>
                <a:lnTo>
                  <a:pt x="1333314" y="48273"/>
                </a:lnTo>
                <a:lnTo>
                  <a:pt x="1333739" y="48083"/>
                </a:lnTo>
                <a:lnTo>
                  <a:pt x="1334175" y="47905"/>
                </a:lnTo>
                <a:lnTo>
                  <a:pt x="1334621" y="47737"/>
                </a:lnTo>
                <a:lnTo>
                  <a:pt x="1335079" y="47582"/>
                </a:lnTo>
                <a:lnTo>
                  <a:pt x="1335547" y="47438"/>
                </a:lnTo>
                <a:lnTo>
                  <a:pt x="1336027" y="47306"/>
                </a:lnTo>
                <a:lnTo>
                  <a:pt x="1336517" y="47185"/>
                </a:lnTo>
                <a:lnTo>
                  <a:pt x="1337019" y="47075"/>
                </a:lnTo>
                <a:lnTo>
                  <a:pt x="1337531" y="46977"/>
                </a:lnTo>
                <a:lnTo>
                  <a:pt x="1338055" y="46891"/>
                </a:lnTo>
                <a:lnTo>
                  <a:pt x="1338589" y="46816"/>
                </a:lnTo>
                <a:lnTo>
                  <a:pt x="1339135" y="46753"/>
                </a:lnTo>
                <a:lnTo>
                  <a:pt x="1339691" y="46701"/>
                </a:lnTo>
                <a:lnTo>
                  <a:pt x="1340258" y="46661"/>
                </a:lnTo>
                <a:lnTo>
                  <a:pt x="1340836" y="46632"/>
                </a:lnTo>
                <a:lnTo>
                  <a:pt x="1341426" y="46614"/>
                </a:lnTo>
                <a:lnTo>
                  <a:pt x="1342026" y="46609"/>
                </a:lnTo>
                <a:lnTo>
                  <a:pt x="1348979" y="46609"/>
                </a:lnTo>
                <a:lnTo>
                  <a:pt x="1349514" y="46614"/>
                </a:lnTo>
                <a:lnTo>
                  <a:pt x="1350041" y="46630"/>
                </a:lnTo>
                <a:lnTo>
                  <a:pt x="1350560" y="46656"/>
                </a:lnTo>
                <a:lnTo>
                  <a:pt x="1351070" y="46692"/>
                </a:lnTo>
                <a:lnTo>
                  <a:pt x="1351572" y="46739"/>
                </a:lnTo>
                <a:lnTo>
                  <a:pt x="1352065" y="46796"/>
                </a:lnTo>
                <a:lnTo>
                  <a:pt x="1352549" y="46864"/>
                </a:lnTo>
                <a:lnTo>
                  <a:pt x="1353025" y="46942"/>
                </a:lnTo>
                <a:lnTo>
                  <a:pt x="1353493" y="47031"/>
                </a:lnTo>
                <a:lnTo>
                  <a:pt x="1353952" y="47130"/>
                </a:lnTo>
                <a:lnTo>
                  <a:pt x="1354402" y="47239"/>
                </a:lnTo>
                <a:lnTo>
                  <a:pt x="1354844" y="47359"/>
                </a:lnTo>
                <a:lnTo>
                  <a:pt x="1355278" y="47489"/>
                </a:lnTo>
                <a:lnTo>
                  <a:pt x="1355703" y="47630"/>
                </a:lnTo>
                <a:lnTo>
                  <a:pt x="1356119" y="47781"/>
                </a:lnTo>
                <a:lnTo>
                  <a:pt x="1356527" y="47943"/>
                </a:lnTo>
                <a:lnTo>
                  <a:pt x="1356927" y="48115"/>
                </a:lnTo>
                <a:lnTo>
                  <a:pt x="1357318" y="48297"/>
                </a:lnTo>
                <a:lnTo>
                  <a:pt x="1357700" y="48490"/>
                </a:lnTo>
                <a:lnTo>
                  <a:pt x="1358074" y="48693"/>
                </a:lnTo>
                <a:lnTo>
                  <a:pt x="1358440" y="48907"/>
                </a:lnTo>
                <a:lnTo>
                  <a:pt x="1358797" y="49131"/>
                </a:lnTo>
                <a:lnTo>
                  <a:pt x="1359145" y="49365"/>
                </a:lnTo>
                <a:lnTo>
                  <a:pt x="1359485" y="49610"/>
                </a:lnTo>
                <a:lnTo>
                  <a:pt x="1359814" y="49863"/>
                </a:lnTo>
                <a:lnTo>
                  <a:pt x="1360131" y="50121"/>
                </a:lnTo>
                <a:lnTo>
                  <a:pt x="1360434" y="50385"/>
                </a:lnTo>
                <a:lnTo>
                  <a:pt x="1360725" y="50655"/>
                </a:lnTo>
                <a:lnTo>
                  <a:pt x="1361003" y="50929"/>
                </a:lnTo>
                <a:lnTo>
                  <a:pt x="1361267" y="51210"/>
                </a:lnTo>
                <a:lnTo>
                  <a:pt x="1361519" y="51496"/>
                </a:lnTo>
                <a:lnTo>
                  <a:pt x="1361758" y="51787"/>
                </a:lnTo>
                <a:lnTo>
                  <a:pt x="1361985" y="52084"/>
                </a:lnTo>
                <a:lnTo>
                  <a:pt x="1362198" y="52386"/>
                </a:lnTo>
                <a:lnTo>
                  <a:pt x="1362398" y="52694"/>
                </a:lnTo>
                <a:lnTo>
                  <a:pt x="1362586" y="53007"/>
                </a:lnTo>
                <a:lnTo>
                  <a:pt x="1362760" y="53326"/>
                </a:lnTo>
                <a:lnTo>
                  <a:pt x="1362922" y="53650"/>
                </a:lnTo>
                <a:lnTo>
                  <a:pt x="1363071" y="53980"/>
                </a:lnTo>
                <a:lnTo>
                  <a:pt x="1363206" y="54315"/>
                </a:lnTo>
                <a:lnTo>
                  <a:pt x="1363329" y="54656"/>
                </a:lnTo>
                <a:lnTo>
                  <a:pt x="1363440" y="55002"/>
                </a:lnTo>
                <a:lnTo>
                  <a:pt x="1363537" y="55354"/>
                </a:lnTo>
                <a:lnTo>
                  <a:pt x="1363621" y="55711"/>
                </a:lnTo>
                <a:lnTo>
                  <a:pt x="1363693" y="56074"/>
                </a:lnTo>
                <a:lnTo>
                  <a:pt x="1363751" y="56442"/>
                </a:lnTo>
                <a:lnTo>
                  <a:pt x="1363797" y="56815"/>
                </a:lnTo>
                <a:lnTo>
                  <a:pt x="1363830" y="57195"/>
                </a:lnTo>
                <a:lnTo>
                  <a:pt x="1378208" y="57195"/>
                </a:lnTo>
                <a:lnTo>
                  <a:pt x="1378142" y="56359"/>
                </a:lnTo>
                <a:lnTo>
                  <a:pt x="1378051" y="55536"/>
                </a:lnTo>
                <a:lnTo>
                  <a:pt x="1377935" y="54727"/>
                </a:lnTo>
                <a:lnTo>
                  <a:pt x="1377793" y="53931"/>
                </a:lnTo>
                <a:lnTo>
                  <a:pt x="1377626" y="53149"/>
                </a:lnTo>
                <a:lnTo>
                  <a:pt x="1377433" y="52380"/>
                </a:lnTo>
                <a:lnTo>
                  <a:pt x="1377214" y="51625"/>
                </a:lnTo>
                <a:lnTo>
                  <a:pt x="1376970" y="50883"/>
                </a:lnTo>
                <a:lnTo>
                  <a:pt x="1376701" y="50154"/>
                </a:lnTo>
                <a:lnTo>
                  <a:pt x="1376406" y="49439"/>
                </a:lnTo>
                <a:lnTo>
                  <a:pt x="1376085" y="48738"/>
                </a:lnTo>
                <a:lnTo>
                  <a:pt x="1375739" y="48050"/>
                </a:lnTo>
                <a:lnTo>
                  <a:pt x="1375368" y="47375"/>
                </a:lnTo>
                <a:lnTo>
                  <a:pt x="1374970" y="46714"/>
                </a:lnTo>
                <a:lnTo>
                  <a:pt x="1374548" y="46066"/>
                </a:lnTo>
                <a:lnTo>
                  <a:pt x="1374100" y="45432"/>
                </a:lnTo>
                <a:lnTo>
                  <a:pt x="1373626" y="44811"/>
                </a:lnTo>
                <a:lnTo>
                  <a:pt x="1373127" y="44204"/>
                </a:lnTo>
                <a:lnTo>
                  <a:pt x="1372602" y="43610"/>
                </a:lnTo>
                <a:lnTo>
                  <a:pt x="1372052" y="43029"/>
                </a:lnTo>
                <a:lnTo>
                  <a:pt x="1371476" y="42462"/>
                </a:lnTo>
                <a:lnTo>
                  <a:pt x="1370875" y="41909"/>
                </a:lnTo>
                <a:lnTo>
                  <a:pt x="1370249" y="41369"/>
                </a:lnTo>
                <a:lnTo>
                  <a:pt x="1369596" y="40842"/>
                </a:lnTo>
                <a:lnTo>
                  <a:pt x="1368923" y="40333"/>
                </a:lnTo>
                <a:lnTo>
                  <a:pt x="1368234" y="39845"/>
                </a:lnTo>
                <a:lnTo>
                  <a:pt x="1367529" y="39379"/>
                </a:lnTo>
                <a:lnTo>
                  <a:pt x="1366807" y="38935"/>
                </a:lnTo>
                <a:lnTo>
                  <a:pt x="1366069" y="38512"/>
                </a:lnTo>
                <a:lnTo>
                  <a:pt x="1365315" y="38111"/>
                </a:lnTo>
                <a:lnTo>
                  <a:pt x="1364545" y="37732"/>
                </a:lnTo>
                <a:lnTo>
                  <a:pt x="1363759" y="37374"/>
                </a:lnTo>
                <a:lnTo>
                  <a:pt x="1362956" y="37038"/>
                </a:lnTo>
                <a:lnTo>
                  <a:pt x="1362138" y="36724"/>
                </a:lnTo>
                <a:lnTo>
                  <a:pt x="1361303" y="36432"/>
                </a:lnTo>
                <a:lnTo>
                  <a:pt x="1360452" y="36161"/>
                </a:lnTo>
                <a:lnTo>
                  <a:pt x="1359585" y="35911"/>
                </a:lnTo>
                <a:lnTo>
                  <a:pt x="1358702" y="35684"/>
                </a:lnTo>
                <a:lnTo>
                  <a:pt x="1357802" y="35478"/>
                </a:lnTo>
                <a:lnTo>
                  <a:pt x="1356886" y="35294"/>
                </a:lnTo>
                <a:lnTo>
                  <a:pt x="1355955" y="35131"/>
                </a:lnTo>
                <a:lnTo>
                  <a:pt x="1355006" y="34990"/>
                </a:lnTo>
                <a:lnTo>
                  <a:pt x="1354042" y="34871"/>
                </a:lnTo>
                <a:lnTo>
                  <a:pt x="1353062" y="34774"/>
                </a:lnTo>
                <a:lnTo>
                  <a:pt x="1352065" y="34698"/>
                </a:lnTo>
                <a:lnTo>
                  <a:pt x="1351053" y="34644"/>
                </a:lnTo>
                <a:lnTo>
                  <a:pt x="1350024" y="34611"/>
                </a:lnTo>
                <a:lnTo>
                  <a:pt x="1348979" y="34600"/>
                </a:lnTo>
                <a:lnTo>
                  <a:pt x="1342026" y="34600"/>
                </a:lnTo>
                <a:lnTo>
                  <a:pt x="1340891" y="34612"/>
                </a:lnTo>
                <a:lnTo>
                  <a:pt x="1339776" y="34645"/>
                </a:lnTo>
                <a:lnTo>
                  <a:pt x="1338682" y="34702"/>
                </a:lnTo>
                <a:lnTo>
                  <a:pt x="1337608" y="34780"/>
                </a:lnTo>
                <a:lnTo>
                  <a:pt x="1336555" y="34881"/>
                </a:lnTo>
                <a:lnTo>
                  <a:pt x="1335523" y="35005"/>
                </a:lnTo>
                <a:lnTo>
                  <a:pt x="1334511" y="35151"/>
                </a:lnTo>
                <a:lnTo>
                  <a:pt x="1333520" y="35320"/>
                </a:lnTo>
                <a:lnTo>
                  <a:pt x="1332549" y="35511"/>
                </a:lnTo>
                <a:lnTo>
                  <a:pt x="1331599" y="35725"/>
                </a:lnTo>
                <a:lnTo>
                  <a:pt x="1330670" y="35961"/>
                </a:lnTo>
                <a:lnTo>
                  <a:pt x="1329761" y="36220"/>
                </a:lnTo>
                <a:lnTo>
                  <a:pt x="1328872" y="36501"/>
                </a:lnTo>
                <a:lnTo>
                  <a:pt x="1328005" y="36805"/>
                </a:lnTo>
                <a:lnTo>
                  <a:pt x="1327157" y="37131"/>
                </a:lnTo>
                <a:lnTo>
                  <a:pt x="1326331" y="37479"/>
                </a:lnTo>
                <a:lnTo>
                  <a:pt x="1325525" y="37851"/>
                </a:lnTo>
                <a:lnTo>
                  <a:pt x="1324739" y="38244"/>
                </a:lnTo>
                <a:lnTo>
                  <a:pt x="1323974" y="38660"/>
                </a:lnTo>
                <a:lnTo>
                  <a:pt x="1323230" y="39099"/>
                </a:lnTo>
                <a:lnTo>
                  <a:pt x="1322506" y="39560"/>
                </a:lnTo>
                <a:lnTo>
                  <a:pt x="1321803" y="40044"/>
                </a:lnTo>
                <a:lnTo>
                  <a:pt x="1321121" y="40550"/>
                </a:lnTo>
                <a:lnTo>
                  <a:pt x="1320459" y="41078"/>
                </a:lnTo>
                <a:lnTo>
                  <a:pt x="1319820" y="41627"/>
                </a:lnTo>
                <a:lnTo>
                  <a:pt x="1319209" y="42192"/>
                </a:lnTo>
                <a:lnTo>
                  <a:pt x="1318626" y="42774"/>
                </a:lnTo>
                <a:lnTo>
                  <a:pt x="1318069" y="43374"/>
                </a:lnTo>
                <a:lnTo>
                  <a:pt x="1317539" y="43990"/>
                </a:lnTo>
                <a:lnTo>
                  <a:pt x="1317037" y="44623"/>
                </a:lnTo>
                <a:lnTo>
                  <a:pt x="1316562" y="45274"/>
                </a:lnTo>
                <a:lnTo>
                  <a:pt x="1316114" y="45941"/>
                </a:lnTo>
                <a:lnTo>
                  <a:pt x="1315693" y="46625"/>
                </a:lnTo>
                <a:lnTo>
                  <a:pt x="1315299" y="47327"/>
                </a:lnTo>
                <a:lnTo>
                  <a:pt x="1314932" y="48045"/>
                </a:lnTo>
                <a:lnTo>
                  <a:pt x="1314593" y="48780"/>
                </a:lnTo>
                <a:lnTo>
                  <a:pt x="1314281" y="49533"/>
                </a:lnTo>
                <a:lnTo>
                  <a:pt x="1313996" y="50302"/>
                </a:lnTo>
                <a:lnTo>
                  <a:pt x="1313738" y="51088"/>
                </a:lnTo>
                <a:lnTo>
                  <a:pt x="1313507" y="51892"/>
                </a:lnTo>
                <a:lnTo>
                  <a:pt x="1313303" y="52712"/>
                </a:lnTo>
                <a:lnTo>
                  <a:pt x="1313127" y="53549"/>
                </a:lnTo>
                <a:lnTo>
                  <a:pt x="1312977" y="54404"/>
                </a:lnTo>
                <a:lnTo>
                  <a:pt x="1312855" y="55275"/>
                </a:lnTo>
                <a:lnTo>
                  <a:pt x="1312760" y="56163"/>
                </a:lnTo>
                <a:lnTo>
                  <a:pt x="1312692" y="57069"/>
                </a:lnTo>
                <a:lnTo>
                  <a:pt x="1312651" y="57991"/>
                </a:lnTo>
                <a:lnTo>
                  <a:pt x="1312638" y="58930"/>
                </a:lnTo>
                <a:lnTo>
                  <a:pt x="1312646" y="59753"/>
                </a:lnTo>
                <a:lnTo>
                  <a:pt x="1312672" y="60563"/>
                </a:lnTo>
                <a:lnTo>
                  <a:pt x="1312714" y="61359"/>
                </a:lnTo>
                <a:lnTo>
                  <a:pt x="1312774" y="62141"/>
                </a:lnTo>
                <a:lnTo>
                  <a:pt x="1312850" y="62910"/>
                </a:lnTo>
                <a:lnTo>
                  <a:pt x="1312944" y="63666"/>
                </a:lnTo>
                <a:lnTo>
                  <a:pt x="1313055" y="64408"/>
                </a:lnTo>
                <a:lnTo>
                  <a:pt x="1313182" y="65137"/>
                </a:lnTo>
                <a:lnTo>
                  <a:pt x="1313327" y="65852"/>
                </a:lnTo>
                <a:lnTo>
                  <a:pt x="1313488" y="66554"/>
                </a:lnTo>
                <a:lnTo>
                  <a:pt x="1313667" y="67242"/>
                </a:lnTo>
                <a:lnTo>
                  <a:pt x="1313863" y="67917"/>
                </a:lnTo>
                <a:lnTo>
                  <a:pt x="1314075" y="68578"/>
                </a:lnTo>
                <a:lnTo>
                  <a:pt x="1314305" y="69226"/>
                </a:lnTo>
                <a:lnTo>
                  <a:pt x="1314551" y="69861"/>
                </a:lnTo>
                <a:lnTo>
                  <a:pt x="1314815" y="70482"/>
                </a:lnTo>
                <a:lnTo>
                  <a:pt x="1315096" y="71090"/>
                </a:lnTo>
                <a:lnTo>
                  <a:pt x="1315393" y="71684"/>
                </a:lnTo>
                <a:lnTo>
                  <a:pt x="1315708" y="72265"/>
                </a:lnTo>
                <a:lnTo>
                  <a:pt x="1316040" y="72832"/>
                </a:lnTo>
                <a:lnTo>
                  <a:pt x="1316389" y="73386"/>
                </a:lnTo>
                <a:lnTo>
                  <a:pt x="1316754" y="73927"/>
                </a:lnTo>
                <a:lnTo>
                  <a:pt x="1317137" y="74454"/>
                </a:lnTo>
                <a:lnTo>
                  <a:pt x="1317537" y="74967"/>
                </a:lnTo>
                <a:lnTo>
                  <a:pt x="1317952" y="75466"/>
                </a:lnTo>
                <a:lnTo>
                  <a:pt x="1318381" y="75948"/>
                </a:lnTo>
                <a:lnTo>
                  <a:pt x="1318823" y="76413"/>
                </a:lnTo>
                <a:lnTo>
                  <a:pt x="1319279" y="76861"/>
                </a:lnTo>
                <a:lnTo>
                  <a:pt x="1319749" y="77293"/>
                </a:lnTo>
                <a:lnTo>
                  <a:pt x="1320233" y="77708"/>
                </a:lnTo>
                <a:lnTo>
                  <a:pt x="1320730" y="78106"/>
                </a:lnTo>
                <a:lnTo>
                  <a:pt x="1321241" y="78487"/>
                </a:lnTo>
                <a:lnTo>
                  <a:pt x="1321766" y="78852"/>
                </a:lnTo>
                <a:lnTo>
                  <a:pt x="1322305" y="79200"/>
                </a:lnTo>
                <a:lnTo>
                  <a:pt x="1322857" y="79531"/>
                </a:lnTo>
                <a:lnTo>
                  <a:pt x="1323423" y="79846"/>
                </a:lnTo>
                <a:lnTo>
                  <a:pt x="1324002" y="80143"/>
                </a:lnTo>
                <a:lnTo>
                  <a:pt x="1324596" y="80425"/>
                </a:lnTo>
                <a:lnTo>
                  <a:pt x="1325203" y="80689"/>
                </a:lnTo>
                <a:lnTo>
                  <a:pt x="1325824" y="80937"/>
                </a:lnTo>
                <a:lnTo>
                  <a:pt x="1326458" y="81167"/>
                </a:lnTo>
                <a:lnTo>
                  <a:pt x="1327106" y="81382"/>
                </a:lnTo>
                <a:lnTo>
                  <a:pt x="1327768" y="81579"/>
                </a:lnTo>
                <a:lnTo>
                  <a:pt x="1328444" y="81760"/>
                </a:lnTo>
                <a:lnTo>
                  <a:pt x="1329133" y="81924"/>
                </a:lnTo>
                <a:lnTo>
                  <a:pt x="1329836" y="82071"/>
                </a:lnTo>
                <a:lnTo>
                  <a:pt x="1330553" y="82202"/>
                </a:lnTo>
                <a:lnTo>
                  <a:pt x="1331283" y="82316"/>
                </a:lnTo>
                <a:lnTo>
                  <a:pt x="1355298" y="85792"/>
                </a:lnTo>
                <a:lnTo>
                  <a:pt x="1355727" y="85849"/>
                </a:lnTo>
                <a:lnTo>
                  <a:pt x="1356148" y="85915"/>
                </a:lnTo>
                <a:lnTo>
                  <a:pt x="1356559" y="85989"/>
                </a:lnTo>
                <a:lnTo>
                  <a:pt x="1356961" y="86073"/>
                </a:lnTo>
                <a:lnTo>
                  <a:pt x="1357354" y="86165"/>
                </a:lnTo>
                <a:lnTo>
                  <a:pt x="1357737" y="86266"/>
                </a:lnTo>
                <a:lnTo>
                  <a:pt x="1358111" y="86376"/>
                </a:lnTo>
                <a:lnTo>
                  <a:pt x="1358475" y="86494"/>
                </a:lnTo>
                <a:lnTo>
                  <a:pt x="1358831" y="86621"/>
                </a:lnTo>
                <a:lnTo>
                  <a:pt x="1359176" y="86757"/>
                </a:lnTo>
                <a:lnTo>
                  <a:pt x="1359513" y="86902"/>
                </a:lnTo>
                <a:lnTo>
                  <a:pt x="1359840" y="87056"/>
                </a:lnTo>
                <a:lnTo>
                  <a:pt x="1360158" y="87218"/>
                </a:lnTo>
                <a:lnTo>
                  <a:pt x="1360467" y="87389"/>
                </a:lnTo>
                <a:lnTo>
                  <a:pt x="1360766" y="87569"/>
                </a:lnTo>
                <a:lnTo>
                  <a:pt x="1361056" y="87758"/>
                </a:lnTo>
                <a:lnTo>
                  <a:pt x="1361336" y="87956"/>
                </a:lnTo>
                <a:lnTo>
                  <a:pt x="1361608" y="88162"/>
                </a:lnTo>
                <a:lnTo>
                  <a:pt x="1361869" y="88377"/>
                </a:lnTo>
                <a:lnTo>
                  <a:pt x="1362122" y="88601"/>
                </a:lnTo>
                <a:lnTo>
                  <a:pt x="1362365" y="88834"/>
                </a:lnTo>
                <a:lnTo>
                  <a:pt x="1362599" y="89075"/>
                </a:lnTo>
                <a:lnTo>
                  <a:pt x="1362824" y="89325"/>
                </a:lnTo>
                <a:lnTo>
                  <a:pt x="1363039" y="89584"/>
                </a:lnTo>
                <a:lnTo>
                  <a:pt x="1363245" y="89852"/>
                </a:lnTo>
                <a:lnTo>
                  <a:pt x="1363443" y="90128"/>
                </a:lnTo>
                <a:lnTo>
                  <a:pt x="1363632" y="90413"/>
                </a:lnTo>
                <a:lnTo>
                  <a:pt x="1363812" y="90707"/>
                </a:lnTo>
                <a:lnTo>
                  <a:pt x="1363983" y="91010"/>
                </a:lnTo>
                <a:lnTo>
                  <a:pt x="1364145" y="91321"/>
                </a:lnTo>
                <a:lnTo>
                  <a:pt x="1364299" y="91642"/>
                </a:lnTo>
                <a:lnTo>
                  <a:pt x="1364444" y="91971"/>
                </a:lnTo>
                <a:lnTo>
                  <a:pt x="1364580" y="92309"/>
                </a:lnTo>
                <a:lnTo>
                  <a:pt x="1364707" y="92655"/>
                </a:lnTo>
                <a:lnTo>
                  <a:pt x="1364826" y="93011"/>
                </a:lnTo>
                <a:lnTo>
                  <a:pt x="1364936" y="93375"/>
                </a:lnTo>
                <a:lnTo>
                  <a:pt x="1365037" y="93748"/>
                </a:lnTo>
                <a:lnTo>
                  <a:pt x="1365129" y="94129"/>
                </a:lnTo>
                <a:lnTo>
                  <a:pt x="1365212" y="94520"/>
                </a:lnTo>
                <a:lnTo>
                  <a:pt x="1365287" y="94919"/>
                </a:lnTo>
                <a:lnTo>
                  <a:pt x="1365353" y="95327"/>
                </a:lnTo>
                <a:lnTo>
                  <a:pt x="1365410" y="95744"/>
                </a:lnTo>
                <a:lnTo>
                  <a:pt x="1365458" y="96170"/>
                </a:lnTo>
                <a:lnTo>
                  <a:pt x="1365498" y="96604"/>
                </a:lnTo>
                <a:lnTo>
                  <a:pt x="1365528" y="97047"/>
                </a:lnTo>
                <a:lnTo>
                  <a:pt x="1365550" y="97499"/>
                </a:lnTo>
                <a:lnTo>
                  <a:pt x="1365563" y="97960"/>
                </a:lnTo>
                <a:lnTo>
                  <a:pt x="1365568" y="98430"/>
                </a:lnTo>
                <a:lnTo>
                  <a:pt x="1365560" y="98951"/>
                </a:lnTo>
                <a:lnTo>
                  <a:pt x="1365538" y="99463"/>
                </a:lnTo>
                <a:lnTo>
                  <a:pt x="1365500" y="99965"/>
                </a:lnTo>
                <a:lnTo>
                  <a:pt x="1365447" y="100458"/>
                </a:lnTo>
                <a:lnTo>
                  <a:pt x="1365379" y="100940"/>
                </a:lnTo>
                <a:lnTo>
                  <a:pt x="1365296" y="101412"/>
                </a:lnTo>
                <a:lnTo>
                  <a:pt x="1365198" y="101875"/>
                </a:lnTo>
                <a:lnTo>
                  <a:pt x="1365085" y="102328"/>
                </a:lnTo>
                <a:lnTo>
                  <a:pt x="1364957" y="102770"/>
                </a:lnTo>
                <a:lnTo>
                  <a:pt x="1364813" y="103203"/>
                </a:lnTo>
                <a:lnTo>
                  <a:pt x="1364655" y="103626"/>
                </a:lnTo>
                <a:lnTo>
                  <a:pt x="1364481" y="104040"/>
                </a:lnTo>
                <a:lnTo>
                  <a:pt x="1364292" y="104443"/>
                </a:lnTo>
                <a:lnTo>
                  <a:pt x="1364089" y="104836"/>
                </a:lnTo>
                <a:lnTo>
                  <a:pt x="1363870" y="105220"/>
                </a:lnTo>
                <a:lnTo>
                  <a:pt x="1363636" y="105594"/>
                </a:lnTo>
                <a:lnTo>
                  <a:pt x="1363387" y="105957"/>
                </a:lnTo>
                <a:lnTo>
                  <a:pt x="1363123" y="106311"/>
                </a:lnTo>
                <a:lnTo>
                  <a:pt x="1362844" y="106655"/>
                </a:lnTo>
                <a:lnTo>
                  <a:pt x="1362549" y="106989"/>
                </a:lnTo>
                <a:lnTo>
                  <a:pt x="1362240" y="107314"/>
                </a:lnTo>
                <a:lnTo>
                  <a:pt x="1361915" y="107628"/>
                </a:lnTo>
                <a:lnTo>
                  <a:pt x="1361576" y="107933"/>
                </a:lnTo>
                <a:lnTo>
                  <a:pt x="1361221" y="108227"/>
                </a:lnTo>
                <a:lnTo>
                  <a:pt x="1360853" y="108511"/>
                </a:lnTo>
                <a:lnTo>
                  <a:pt x="1360472" y="108782"/>
                </a:lnTo>
                <a:lnTo>
                  <a:pt x="1360079" y="109041"/>
                </a:lnTo>
                <a:lnTo>
                  <a:pt x="1359674" y="109289"/>
                </a:lnTo>
                <a:lnTo>
                  <a:pt x="1359257" y="109524"/>
                </a:lnTo>
                <a:lnTo>
                  <a:pt x="1358827" y="109747"/>
                </a:lnTo>
                <a:lnTo>
                  <a:pt x="1358385" y="109958"/>
                </a:lnTo>
                <a:lnTo>
                  <a:pt x="1357930" y="110157"/>
                </a:lnTo>
                <a:lnTo>
                  <a:pt x="1357463" y="110344"/>
                </a:lnTo>
                <a:lnTo>
                  <a:pt x="1356984" y="110519"/>
                </a:lnTo>
                <a:lnTo>
                  <a:pt x="1356492" y="110682"/>
                </a:lnTo>
                <a:lnTo>
                  <a:pt x="1355988" y="110833"/>
                </a:lnTo>
                <a:lnTo>
                  <a:pt x="1355472" y="110971"/>
                </a:lnTo>
                <a:lnTo>
                  <a:pt x="1354943" y="111098"/>
                </a:lnTo>
                <a:lnTo>
                  <a:pt x="1354403" y="111213"/>
                </a:lnTo>
                <a:lnTo>
                  <a:pt x="1353849" y="111315"/>
                </a:lnTo>
                <a:lnTo>
                  <a:pt x="1353284" y="111406"/>
                </a:lnTo>
                <a:lnTo>
                  <a:pt x="1352706" y="111484"/>
                </a:lnTo>
                <a:lnTo>
                  <a:pt x="1352115" y="111550"/>
                </a:lnTo>
                <a:lnTo>
                  <a:pt x="1351513" y="111605"/>
                </a:lnTo>
                <a:lnTo>
                  <a:pt x="1350898" y="111647"/>
                </a:lnTo>
                <a:lnTo>
                  <a:pt x="1350270" y="111677"/>
                </a:lnTo>
                <a:lnTo>
                  <a:pt x="1349631" y="111695"/>
                </a:lnTo>
                <a:lnTo>
                  <a:pt x="1348979" y="111701"/>
                </a:lnTo>
                <a:lnTo>
                  <a:pt x="1342026" y="111701"/>
                </a:lnTo>
                <a:lnTo>
                  <a:pt x="1341387" y="111695"/>
                </a:lnTo>
                <a:lnTo>
                  <a:pt x="1340760" y="111678"/>
                </a:lnTo>
                <a:lnTo>
                  <a:pt x="1340145" y="111648"/>
                </a:lnTo>
                <a:lnTo>
                  <a:pt x="1339542" y="111607"/>
                </a:lnTo>
                <a:lnTo>
                  <a:pt x="1338951" y="111554"/>
                </a:lnTo>
                <a:lnTo>
                  <a:pt x="1338372" y="111489"/>
                </a:lnTo>
                <a:lnTo>
                  <a:pt x="1337806" y="111412"/>
                </a:lnTo>
                <a:lnTo>
                  <a:pt x="1337251" y="111324"/>
                </a:lnTo>
                <a:lnTo>
                  <a:pt x="1336709" y="111224"/>
                </a:lnTo>
                <a:lnTo>
                  <a:pt x="1336178" y="111112"/>
                </a:lnTo>
                <a:lnTo>
                  <a:pt x="1335660" y="110988"/>
                </a:lnTo>
                <a:lnTo>
                  <a:pt x="1335153" y="110852"/>
                </a:lnTo>
                <a:lnTo>
                  <a:pt x="1334659" y="110705"/>
                </a:lnTo>
                <a:lnTo>
                  <a:pt x="1334177" y="110545"/>
                </a:lnTo>
                <a:lnTo>
                  <a:pt x="1333706" y="110374"/>
                </a:lnTo>
                <a:lnTo>
                  <a:pt x="1333248" y="110192"/>
                </a:lnTo>
                <a:lnTo>
                  <a:pt x="1332802" y="109997"/>
                </a:lnTo>
                <a:lnTo>
                  <a:pt x="1332368" y="109791"/>
                </a:lnTo>
                <a:lnTo>
                  <a:pt x="1331946" y="109572"/>
                </a:lnTo>
                <a:lnTo>
                  <a:pt x="1331536" y="109342"/>
                </a:lnTo>
                <a:lnTo>
                  <a:pt x="1331139" y="109101"/>
                </a:lnTo>
                <a:lnTo>
                  <a:pt x="1330753" y="108847"/>
                </a:lnTo>
                <a:lnTo>
                  <a:pt x="1330379" y="108582"/>
                </a:lnTo>
                <a:lnTo>
                  <a:pt x="1330018" y="108304"/>
                </a:lnTo>
                <a:lnTo>
                  <a:pt x="1329670" y="108017"/>
                </a:lnTo>
                <a:lnTo>
                  <a:pt x="1329336" y="107720"/>
                </a:lnTo>
                <a:lnTo>
                  <a:pt x="1329018" y="107414"/>
                </a:lnTo>
                <a:lnTo>
                  <a:pt x="1328714" y="107100"/>
                </a:lnTo>
                <a:lnTo>
                  <a:pt x="1328426" y="106776"/>
                </a:lnTo>
                <a:lnTo>
                  <a:pt x="1328152" y="106443"/>
                </a:lnTo>
                <a:lnTo>
                  <a:pt x="1327893" y="106101"/>
                </a:lnTo>
                <a:lnTo>
                  <a:pt x="1327648" y="105750"/>
                </a:lnTo>
                <a:lnTo>
                  <a:pt x="1327419" y="105390"/>
                </a:lnTo>
                <a:lnTo>
                  <a:pt x="1327204" y="105021"/>
                </a:lnTo>
                <a:lnTo>
                  <a:pt x="1327004" y="104643"/>
                </a:lnTo>
                <a:lnTo>
                  <a:pt x="1326819" y="104256"/>
                </a:lnTo>
                <a:lnTo>
                  <a:pt x="1326649" y="103860"/>
                </a:lnTo>
                <a:lnTo>
                  <a:pt x="1326493" y="103455"/>
                </a:lnTo>
                <a:lnTo>
                  <a:pt x="1326353" y="103040"/>
                </a:lnTo>
                <a:lnTo>
                  <a:pt x="1326227" y="102617"/>
                </a:lnTo>
                <a:lnTo>
                  <a:pt x="1326116" y="102185"/>
                </a:lnTo>
                <a:lnTo>
                  <a:pt x="1326019" y="101743"/>
                </a:lnTo>
                <a:lnTo>
                  <a:pt x="1325938" y="101293"/>
                </a:lnTo>
                <a:lnTo>
                  <a:pt x="1325871" y="100833"/>
                </a:lnTo>
                <a:lnTo>
                  <a:pt x="1325819" y="100365"/>
                </a:lnTo>
                <a:lnTo>
                  <a:pt x="1325782" y="99887"/>
                </a:lnTo>
                <a:lnTo>
                  <a:pt x="1325760" y="99400"/>
                </a:lnTo>
                <a:lnTo>
                  <a:pt x="1325753" y="98905"/>
                </a:lnTo>
                <a:lnTo>
                  <a:pt x="1311534" y="98905"/>
                </a:lnTo>
                <a:lnTo>
                  <a:pt x="1311540" y="99572"/>
                </a:lnTo>
                <a:lnTo>
                  <a:pt x="1311558" y="100230"/>
                </a:lnTo>
                <a:lnTo>
                  <a:pt x="1311589" y="100881"/>
                </a:lnTo>
                <a:lnTo>
                  <a:pt x="1311632" y="101522"/>
                </a:lnTo>
                <a:lnTo>
                  <a:pt x="1311688" y="102155"/>
                </a:lnTo>
                <a:lnTo>
                  <a:pt x="1311756" y="102780"/>
                </a:lnTo>
                <a:lnTo>
                  <a:pt x="1311836" y="103396"/>
                </a:lnTo>
                <a:lnTo>
                  <a:pt x="1311929" y="104004"/>
                </a:lnTo>
                <a:lnTo>
                  <a:pt x="1312033" y="104603"/>
                </a:lnTo>
                <a:lnTo>
                  <a:pt x="1312151" y="105194"/>
                </a:lnTo>
                <a:lnTo>
                  <a:pt x="1312280" y="105776"/>
                </a:lnTo>
                <a:lnTo>
                  <a:pt x="1312422" y="106350"/>
                </a:lnTo>
                <a:lnTo>
                  <a:pt x="1312576" y="106915"/>
                </a:lnTo>
                <a:lnTo>
                  <a:pt x="1312743" y="107472"/>
                </a:lnTo>
                <a:lnTo>
                  <a:pt x="1312922" y="108020"/>
                </a:lnTo>
                <a:lnTo>
                  <a:pt x="1313113" y="108560"/>
                </a:lnTo>
                <a:lnTo>
                  <a:pt x="1313317" y="109091"/>
                </a:lnTo>
                <a:lnTo>
                  <a:pt x="1313533" y="109614"/>
                </a:lnTo>
                <a:lnTo>
                  <a:pt x="1313761" y="110128"/>
                </a:lnTo>
                <a:lnTo>
                  <a:pt x="1314001" y="110634"/>
                </a:lnTo>
                <a:lnTo>
                  <a:pt x="1314254" y="111131"/>
                </a:lnTo>
                <a:lnTo>
                  <a:pt x="1314520" y="111620"/>
                </a:lnTo>
                <a:lnTo>
                  <a:pt x="1314797" y="112100"/>
                </a:lnTo>
                <a:lnTo>
                  <a:pt x="1315087" y="112572"/>
                </a:lnTo>
                <a:lnTo>
                  <a:pt x="1315389" y="113034"/>
                </a:lnTo>
                <a:lnTo>
                  <a:pt x="1315703" y="113488"/>
                </a:lnTo>
                <a:lnTo>
                  <a:pt x="1316028" y="113932"/>
                </a:lnTo>
                <a:lnTo>
                  <a:pt x="1316365" y="114366"/>
                </a:lnTo>
                <a:lnTo>
                  <a:pt x="1316713" y="114792"/>
                </a:lnTo>
                <a:lnTo>
                  <a:pt x="1317072" y="115208"/>
                </a:lnTo>
                <a:lnTo>
                  <a:pt x="1317444" y="115614"/>
                </a:lnTo>
                <a:lnTo>
                  <a:pt x="1317826" y="116012"/>
                </a:lnTo>
                <a:lnTo>
                  <a:pt x="1318220" y="116400"/>
                </a:lnTo>
                <a:lnTo>
                  <a:pt x="1318626" y="116779"/>
                </a:lnTo>
                <a:lnTo>
                  <a:pt x="1319043" y="117148"/>
                </a:lnTo>
                <a:lnTo>
                  <a:pt x="1319472" y="117508"/>
                </a:lnTo>
                <a:lnTo>
                  <a:pt x="1319912" y="117859"/>
                </a:lnTo>
                <a:lnTo>
                  <a:pt x="1320364" y="118201"/>
                </a:lnTo>
                <a:lnTo>
                  <a:pt x="1320827" y="118533"/>
                </a:lnTo>
                <a:lnTo>
                  <a:pt x="1321302" y="118856"/>
                </a:lnTo>
                <a:lnTo>
                  <a:pt x="1321788" y="119169"/>
                </a:lnTo>
                <a:lnTo>
                  <a:pt x="1322286" y="119474"/>
                </a:lnTo>
                <a:lnTo>
                  <a:pt x="1322795" y="119769"/>
                </a:lnTo>
                <a:lnTo>
                  <a:pt x="1323316" y="120054"/>
                </a:lnTo>
                <a:lnTo>
                  <a:pt x="1323848" y="120331"/>
                </a:lnTo>
                <a:lnTo>
                  <a:pt x="1324392" y="120597"/>
                </a:lnTo>
                <a:lnTo>
                  <a:pt x="1324947" y="120855"/>
                </a:lnTo>
                <a:lnTo>
                  <a:pt x="1325514" y="121104"/>
                </a:lnTo>
                <a:lnTo>
                  <a:pt x="1326092" y="121342"/>
                </a:lnTo>
                <a:lnTo>
                  <a:pt x="1326679" y="121570"/>
                </a:lnTo>
                <a:lnTo>
                  <a:pt x="1327276" y="121788"/>
                </a:lnTo>
                <a:lnTo>
                  <a:pt x="1327882" y="121996"/>
                </a:lnTo>
                <a:lnTo>
                  <a:pt x="1328498" y="122194"/>
                </a:lnTo>
                <a:lnTo>
                  <a:pt x="1329124" y="122382"/>
                </a:lnTo>
                <a:lnTo>
                  <a:pt x="1329759" y="122559"/>
                </a:lnTo>
                <a:lnTo>
                  <a:pt x="1330404" y="122727"/>
                </a:lnTo>
                <a:lnTo>
                  <a:pt x="1331058" y="122884"/>
                </a:lnTo>
                <a:lnTo>
                  <a:pt x="1331722" y="123031"/>
                </a:lnTo>
                <a:lnTo>
                  <a:pt x="1332396" y="123168"/>
                </a:lnTo>
                <a:lnTo>
                  <a:pt x="1333079" y="123295"/>
                </a:lnTo>
                <a:lnTo>
                  <a:pt x="1333772" y="123412"/>
                </a:lnTo>
                <a:lnTo>
                  <a:pt x="1334474" y="123518"/>
                </a:lnTo>
                <a:lnTo>
                  <a:pt x="1335186" y="123615"/>
                </a:lnTo>
                <a:lnTo>
                  <a:pt x="1335908" y="123701"/>
                </a:lnTo>
                <a:lnTo>
                  <a:pt x="1336639" y="123777"/>
                </a:lnTo>
                <a:lnTo>
                  <a:pt x="1337380" y="123843"/>
                </a:lnTo>
                <a:lnTo>
                  <a:pt x="1338130" y="123899"/>
                </a:lnTo>
                <a:lnTo>
                  <a:pt x="1338890" y="123944"/>
                </a:lnTo>
                <a:lnTo>
                  <a:pt x="1339660" y="123980"/>
                </a:lnTo>
                <a:lnTo>
                  <a:pt x="1340439" y="124005"/>
                </a:lnTo>
                <a:lnTo>
                  <a:pt x="1341228" y="124020"/>
                </a:lnTo>
                <a:lnTo>
                  <a:pt x="1342026" y="124025"/>
                </a:lnTo>
                <a:lnTo>
                  <a:pt x="1348979" y="124025"/>
                </a:lnTo>
                <a:lnTo>
                  <a:pt x="1350179" y="124014"/>
                </a:lnTo>
                <a:lnTo>
                  <a:pt x="1351356" y="123979"/>
                </a:lnTo>
                <a:lnTo>
                  <a:pt x="1352510" y="123921"/>
                </a:lnTo>
                <a:lnTo>
                  <a:pt x="1353642" y="123839"/>
                </a:lnTo>
                <a:close/>
                <a:moveTo>
                  <a:pt x="1443577" y="123847"/>
                </a:moveTo>
                <a:lnTo>
                  <a:pt x="1444393" y="123769"/>
                </a:lnTo>
                <a:lnTo>
                  <a:pt x="1445200" y="123676"/>
                </a:lnTo>
                <a:lnTo>
                  <a:pt x="1445996" y="123569"/>
                </a:lnTo>
                <a:lnTo>
                  <a:pt x="1446784" y="123448"/>
                </a:lnTo>
                <a:lnTo>
                  <a:pt x="1447561" y="123312"/>
                </a:lnTo>
                <a:lnTo>
                  <a:pt x="1448329" y="123162"/>
                </a:lnTo>
                <a:lnTo>
                  <a:pt x="1449088" y="122998"/>
                </a:lnTo>
                <a:lnTo>
                  <a:pt x="1449837" y="122820"/>
                </a:lnTo>
                <a:lnTo>
                  <a:pt x="1450576" y="122628"/>
                </a:lnTo>
                <a:lnTo>
                  <a:pt x="1451306" y="122421"/>
                </a:lnTo>
                <a:lnTo>
                  <a:pt x="1452026" y="122200"/>
                </a:lnTo>
                <a:lnTo>
                  <a:pt x="1452736" y="121964"/>
                </a:lnTo>
                <a:lnTo>
                  <a:pt x="1453437" y="121715"/>
                </a:lnTo>
                <a:lnTo>
                  <a:pt x="1454129" y="121451"/>
                </a:lnTo>
                <a:lnTo>
                  <a:pt x="1454810" y="121173"/>
                </a:lnTo>
                <a:lnTo>
                  <a:pt x="1455482" y="120880"/>
                </a:lnTo>
                <a:lnTo>
                  <a:pt x="1456145" y="120574"/>
                </a:lnTo>
                <a:lnTo>
                  <a:pt x="1456798" y="120253"/>
                </a:lnTo>
                <a:lnTo>
                  <a:pt x="1457441" y="119917"/>
                </a:lnTo>
                <a:lnTo>
                  <a:pt x="1458074" y="119569"/>
                </a:lnTo>
                <a:lnTo>
                  <a:pt x="1458694" y="119207"/>
                </a:lnTo>
                <a:lnTo>
                  <a:pt x="1459303" y="118832"/>
                </a:lnTo>
                <a:lnTo>
                  <a:pt x="1459899" y="118445"/>
                </a:lnTo>
                <a:lnTo>
                  <a:pt x="1460483" y="118045"/>
                </a:lnTo>
                <a:lnTo>
                  <a:pt x="1461056" y="117631"/>
                </a:lnTo>
                <a:lnTo>
                  <a:pt x="1461616" y="117205"/>
                </a:lnTo>
                <a:lnTo>
                  <a:pt x="1462164" y="116766"/>
                </a:lnTo>
                <a:lnTo>
                  <a:pt x="1462700" y="116314"/>
                </a:lnTo>
                <a:lnTo>
                  <a:pt x="1463224" y="115849"/>
                </a:lnTo>
                <a:lnTo>
                  <a:pt x="1463736" y="115372"/>
                </a:lnTo>
                <a:lnTo>
                  <a:pt x="1464236" y="114881"/>
                </a:lnTo>
                <a:lnTo>
                  <a:pt x="1464724" y="114378"/>
                </a:lnTo>
                <a:lnTo>
                  <a:pt x="1465199" y="113861"/>
                </a:lnTo>
                <a:lnTo>
                  <a:pt x="1465663" y="113332"/>
                </a:lnTo>
                <a:lnTo>
                  <a:pt x="1466115" y="112790"/>
                </a:lnTo>
                <a:lnTo>
                  <a:pt x="1466554" y="112235"/>
                </a:lnTo>
                <a:lnTo>
                  <a:pt x="1466982" y="111667"/>
                </a:lnTo>
                <a:lnTo>
                  <a:pt x="1467397" y="111086"/>
                </a:lnTo>
                <a:lnTo>
                  <a:pt x="1467800" y="110492"/>
                </a:lnTo>
                <a:lnTo>
                  <a:pt x="1468191" y="109886"/>
                </a:lnTo>
                <a:lnTo>
                  <a:pt x="1468571" y="109266"/>
                </a:lnTo>
                <a:lnTo>
                  <a:pt x="1468938" y="108634"/>
                </a:lnTo>
                <a:lnTo>
                  <a:pt x="1469293" y="107989"/>
                </a:lnTo>
                <a:lnTo>
                  <a:pt x="1469634" y="107331"/>
                </a:lnTo>
                <a:lnTo>
                  <a:pt x="1469961" y="106664"/>
                </a:lnTo>
                <a:lnTo>
                  <a:pt x="1470274" y="105985"/>
                </a:lnTo>
                <a:lnTo>
                  <a:pt x="1470572" y="105296"/>
                </a:lnTo>
                <a:lnTo>
                  <a:pt x="1470856" y="104596"/>
                </a:lnTo>
                <a:lnTo>
                  <a:pt x="1471125" y="103886"/>
                </a:lnTo>
                <a:lnTo>
                  <a:pt x="1471379" y="103164"/>
                </a:lnTo>
                <a:lnTo>
                  <a:pt x="1471619" y="102432"/>
                </a:lnTo>
                <a:lnTo>
                  <a:pt x="1471844" y="101690"/>
                </a:lnTo>
                <a:lnTo>
                  <a:pt x="1472055" y="100936"/>
                </a:lnTo>
                <a:lnTo>
                  <a:pt x="1472252" y="100172"/>
                </a:lnTo>
                <a:lnTo>
                  <a:pt x="1472433" y="99398"/>
                </a:lnTo>
                <a:lnTo>
                  <a:pt x="1472601" y="98612"/>
                </a:lnTo>
                <a:lnTo>
                  <a:pt x="1472753" y="97816"/>
                </a:lnTo>
                <a:lnTo>
                  <a:pt x="1472891" y="97009"/>
                </a:lnTo>
                <a:lnTo>
                  <a:pt x="1473015" y="96192"/>
                </a:lnTo>
                <a:lnTo>
                  <a:pt x="1473124" y="95363"/>
                </a:lnTo>
                <a:lnTo>
                  <a:pt x="1473218" y="94524"/>
                </a:lnTo>
                <a:lnTo>
                  <a:pt x="1473298" y="93675"/>
                </a:lnTo>
                <a:lnTo>
                  <a:pt x="1473364" y="92814"/>
                </a:lnTo>
                <a:lnTo>
                  <a:pt x="1473415" y="91943"/>
                </a:lnTo>
                <a:lnTo>
                  <a:pt x="1473451" y="91062"/>
                </a:lnTo>
                <a:lnTo>
                  <a:pt x="1473473" y="90169"/>
                </a:lnTo>
                <a:lnTo>
                  <a:pt x="1473480" y="89266"/>
                </a:lnTo>
                <a:lnTo>
                  <a:pt x="1473480" y="69360"/>
                </a:lnTo>
                <a:lnTo>
                  <a:pt x="1473473" y="68444"/>
                </a:lnTo>
                <a:lnTo>
                  <a:pt x="1473451" y="67539"/>
                </a:lnTo>
                <a:lnTo>
                  <a:pt x="1473415" y="66646"/>
                </a:lnTo>
                <a:lnTo>
                  <a:pt x="1473364" y="65765"/>
                </a:lnTo>
                <a:lnTo>
                  <a:pt x="1473298" y="64895"/>
                </a:lnTo>
                <a:lnTo>
                  <a:pt x="1473218" y="64037"/>
                </a:lnTo>
                <a:lnTo>
                  <a:pt x="1473124" y="63190"/>
                </a:lnTo>
                <a:lnTo>
                  <a:pt x="1473015" y="62355"/>
                </a:lnTo>
                <a:lnTo>
                  <a:pt x="1472891" y="61531"/>
                </a:lnTo>
                <a:lnTo>
                  <a:pt x="1472753" y="60719"/>
                </a:lnTo>
                <a:lnTo>
                  <a:pt x="1472601" y="59918"/>
                </a:lnTo>
                <a:lnTo>
                  <a:pt x="1472433" y="59129"/>
                </a:lnTo>
                <a:lnTo>
                  <a:pt x="1472252" y="58351"/>
                </a:lnTo>
                <a:lnTo>
                  <a:pt x="1472055" y="57585"/>
                </a:lnTo>
                <a:lnTo>
                  <a:pt x="1471844" y="56830"/>
                </a:lnTo>
                <a:lnTo>
                  <a:pt x="1471619" y="56087"/>
                </a:lnTo>
                <a:lnTo>
                  <a:pt x="1471379" y="55356"/>
                </a:lnTo>
                <a:lnTo>
                  <a:pt x="1471125" y="54636"/>
                </a:lnTo>
                <a:lnTo>
                  <a:pt x="1470856" y="53927"/>
                </a:lnTo>
                <a:lnTo>
                  <a:pt x="1470572" y="53230"/>
                </a:lnTo>
                <a:lnTo>
                  <a:pt x="1470274" y="52545"/>
                </a:lnTo>
                <a:lnTo>
                  <a:pt x="1469961" y="51871"/>
                </a:lnTo>
                <a:lnTo>
                  <a:pt x="1469634" y="51209"/>
                </a:lnTo>
                <a:lnTo>
                  <a:pt x="1469293" y="50558"/>
                </a:lnTo>
                <a:lnTo>
                  <a:pt x="1468938" y="49919"/>
                </a:lnTo>
                <a:lnTo>
                  <a:pt x="1468571" y="49293"/>
                </a:lnTo>
                <a:lnTo>
                  <a:pt x="1468193" y="48679"/>
                </a:lnTo>
                <a:lnTo>
                  <a:pt x="1467802" y="48078"/>
                </a:lnTo>
                <a:lnTo>
                  <a:pt x="1467400" y="47490"/>
                </a:lnTo>
                <a:lnTo>
                  <a:pt x="1466986" y="46914"/>
                </a:lnTo>
                <a:lnTo>
                  <a:pt x="1466561" y="46351"/>
                </a:lnTo>
                <a:lnTo>
                  <a:pt x="1466123" y="45801"/>
                </a:lnTo>
                <a:lnTo>
                  <a:pt x="1465674" y="45263"/>
                </a:lnTo>
                <a:lnTo>
                  <a:pt x="1465213" y="44737"/>
                </a:lnTo>
                <a:lnTo>
                  <a:pt x="1464740" y="44225"/>
                </a:lnTo>
                <a:lnTo>
                  <a:pt x="1464256" y="43725"/>
                </a:lnTo>
                <a:lnTo>
                  <a:pt x="1463759" y="43237"/>
                </a:lnTo>
                <a:lnTo>
                  <a:pt x="1463251" y="42763"/>
                </a:lnTo>
                <a:lnTo>
                  <a:pt x="1462731" y="42300"/>
                </a:lnTo>
                <a:lnTo>
                  <a:pt x="1462199" y="41851"/>
                </a:lnTo>
                <a:lnTo>
                  <a:pt x="1461656" y="41414"/>
                </a:lnTo>
                <a:lnTo>
                  <a:pt x="1461100" y="40989"/>
                </a:lnTo>
                <a:lnTo>
                  <a:pt x="1460533" y="40578"/>
                </a:lnTo>
                <a:lnTo>
                  <a:pt x="1459954" y="40179"/>
                </a:lnTo>
                <a:lnTo>
                  <a:pt x="1459364" y="39792"/>
                </a:lnTo>
                <a:lnTo>
                  <a:pt x="1458761" y="39418"/>
                </a:lnTo>
                <a:lnTo>
                  <a:pt x="1458147" y="39057"/>
                </a:lnTo>
                <a:lnTo>
                  <a:pt x="1457520" y="38708"/>
                </a:lnTo>
                <a:lnTo>
                  <a:pt x="1456883" y="38373"/>
                </a:lnTo>
                <a:lnTo>
                  <a:pt x="1456236" y="38052"/>
                </a:lnTo>
                <a:lnTo>
                  <a:pt x="1455578" y="37746"/>
                </a:lnTo>
                <a:lnTo>
                  <a:pt x="1454910" y="37453"/>
                </a:lnTo>
                <a:lnTo>
                  <a:pt x="1454231" y="37175"/>
                </a:lnTo>
                <a:lnTo>
                  <a:pt x="1453542" y="36911"/>
                </a:lnTo>
                <a:lnTo>
                  <a:pt x="1452842" y="36661"/>
                </a:lnTo>
                <a:lnTo>
                  <a:pt x="1452132" y="36426"/>
                </a:lnTo>
                <a:lnTo>
                  <a:pt x="1451412" y="36205"/>
                </a:lnTo>
                <a:lnTo>
                  <a:pt x="1450681" y="35998"/>
                </a:lnTo>
                <a:lnTo>
                  <a:pt x="1449939" y="35806"/>
                </a:lnTo>
                <a:lnTo>
                  <a:pt x="1449187" y="35627"/>
                </a:lnTo>
                <a:lnTo>
                  <a:pt x="1448425" y="35463"/>
                </a:lnTo>
                <a:lnTo>
                  <a:pt x="1447653" y="35314"/>
                </a:lnTo>
                <a:lnTo>
                  <a:pt x="1446869" y="35178"/>
                </a:lnTo>
                <a:lnTo>
                  <a:pt x="1446076" y="35057"/>
                </a:lnTo>
                <a:lnTo>
                  <a:pt x="1445272" y="34950"/>
                </a:lnTo>
                <a:lnTo>
                  <a:pt x="1444458" y="34857"/>
                </a:lnTo>
                <a:lnTo>
                  <a:pt x="1443633" y="34779"/>
                </a:lnTo>
                <a:lnTo>
                  <a:pt x="1442798" y="34714"/>
                </a:lnTo>
                <a:lnTo>
                  <a:pt x="1441952" y="34665"/>
                </a:lnTo>
                <a:lnTo>
                  <a:pt x="1441096" y="34629"/>
                </a:lnTo>
                <a:lnTo>
                  <a:pt x="1440229" y="34607"/>
                </a:lnTo>
                <a:lnTo>
                  <a:pt x="1439352" y="34600"/>
                </a:lnTo>
                <a:lnTo>
                  <a:pt x="1438488" y="34607"/>
                </a:lnTo>
                <a:lnTo>
                  <a:pt x="1437633" y="34629"/>
                </a:lnTo>
                <a:lnTo>
                  <a:pt x="1436788" y="34665"/>
                </a:lnTo>
                <a:lnTo>
                  <a:pt x="1435953" y="34714"/>
                </a:lnTo>
                <a:lnTo>
                  <a:pt x="1435127" y="34779"/>
                </a:lnTo>
                <a:lnTo>
                  <a:pt x="1434311" y="34857"/>
                </a:lnTo>
                <a:lnTo>
                  <a:pt x="1433504" y="34950"/>
                </a:lnTo>
                <a:lnTo>
                  <a:pt x="1432707" y="35057"/>
                </a:lnTo>
                <a:lnTo>
                  <a:pt x="1431919" y="35178"/>
                </a:lnTo>
                <a:lnTo>
                  <a:pt x="1431141" y="35314"/>
                </a:lnTo>
                <a:lnTo>
                  <a:pt x="1430373" y="35463"/>
                </a:lnTo>
                <a:lnTo>
                  <a:pt x="1429614" y="35627"/>
                </a:lnTo>
                <a:lnTo>
                  <a:pt x="1428865" y="35806"/>
                </a:lnTo>
                <a:lnTo>
                  <a:pt x="1428126" y="35998"/>
                </a:lnTo>
                <a:lnTo>
                  <a:pt x="1427396" y="36205"/>
                </a:lnTo>
                <a:lnTo>
                  <a:pt x="1426676" y="36426"/>
                </a:lnTo>
                <a:lnTo>
                  <a:pt x="1425965" y="36661"/>
                </a:lnTo>
                <a:lnTo>
                  <a:pt x="1425264" y="36911"/>
                </a:lnTo>
                <a:lnTo>
                  <a:pt x="1424572" y="37175"/>
                </a:lnTo>
                <a:lnTo>
                  <a:pt x="1423891" y="37453"/>
                </a:lnTo>
                <a:lnTo>
                  <a:pt x="1423218" y="37746"/>
                </a:lnTo>
                <a:lnTo>
                  <a:pt x="1422556" y="38052"/>
                </a:lnTo>
                <a:lnTo>
                  <a:pt x="1421903" y="38373"/>
                </a:lnTo>
                <a:lnTo>
                  <a:pt x="1421259" y="38708"/>
                </a:lnTo>
                <a:lnTo>
                  <a:pt x="1420627" y="39057"/>
                </a:lnTo>
                <a:lnTo>
                  <a:pt x="1420006" y="39418"/>
                </a:lnTo>
                <a:lnTo>
                  <a:pt x="1419398" y="39792"/>
                </a:lnTo>
                <a:lnTo>
                  <a:pt x="1418802" y="40179"/>
                </a:lnTo>
                <a:lnTo>
                  <a:pt x="1418218" y="40578"/>
                </a:lnTo>
                <a:lnTo>
                  <a:pt x="1417645" y="40989"/>
                </a:lnTo>
                <a:lnTo>
                  <a:pt x="1417085" y="41414"/>
                </a:lnTo>
                <a:lnTo>
                  <a:pt x="1416537" y="41851"/>
                </a:lnTo>
                <a:lnTo>
                  <a:pt x="1416001" y="42300"/>
                </a:lnTo>
                <a:lnTo>
                  <a:pt x="1415478" y="42763"/>
                </a:lnTo>
                <a:lnTo>
                  <a:pt x="1414966" y="43237"/>
                </a:lnTo>
                <a:lnTo>
                  <a:pt x="1414466" y="43725"/>
                </a:lnTo>
                <a:lnTo>
                  <a:pt x="1413978" y="44225"/>
                </a:lnTo>
                <a:lnTo>
                  <a:pt x="1413503" y="44737"/>
                </a:lnTo>
                <a:lnTo>
                  <a:pt x="1413039" y="45263"/>
                </a:lnTo>
                <a:lnTo>
                  <a:pt x="1412588" y="45801"/>
                </a:lnTo>
                <a:lnTo>
                  <a:pt x="1412148" y="46351"/>
                </a:lnTo>
                <a:lnTo>
                  <a:pt x="1411721" y="46914"/>
                </a:lnTo>
                <a:lnTo>
                  <a:pt x="1411305" y="47490"/>
                </a:lnTo>
                <a:lnTo>
                  <a:pt x="1410902" y="48078"/>
                </a:lnTo>
                <a:lnTo>
                  <a:pt x="1410511" y="48679"/>
                </a:lnTo>
                <a:lnTo>
                  <a:pt x="1410132" y="49293"/>
                </a:lnTo>
                <a:lnTo>
                  <a:pt x="1409765" y="49919"/>
                </a:lnTo>
                <a:lnTo>
                  <a:pt x="1409410" y="50558"/>
                </a:lnTo>
                <a:lnTo>
                  <a:pt x="1409068" y="51209"/>
                </a:lnTo>
                <a:lnTo>
                  <a:pt x="1408741" y="51871"/>
                </a:lnTo>
                <a:lnTo>
                  <a:pt x="1408429" y="52545"/>
                </a:lnTo>
                <a:lnTo>
                  <a:pt x="1408131" y="53230"/>
                </a:lnTo>
                <a:lnTo>
                  <a:pt x="1407848" y="53927"/>
                </a:lnTo>
                <a:lnTo>
                  <a:pt x="1407579" y="54636"/>
                </a:lnTo>
                <a:lnTo>
                  <a:pt x="1407325" y="55356"/>
                </a:lnTo>
                <a:lnTo>
                  <a:pt x="1407085" y="56087"/>
                </a:lnTo>
                <a:lnTo>
                  <a:pt x="1406859" y="56830"/>
                </a:lnTo>
                <a:lnTo>
                  <a:pt x="1406649" y="57585"/>
                </a:lnTo>
                <a:lnTo>
                  <a:pt x="1406453" y="58351"/>
                </a:lnTo>
                <a:lnTo>
                  <a:pt x="1406271" y="59129"/>
                </a:lnTo>
                <a:lnTo>
                  <a:pt x="1406104" y="59918"/>
                </a:lnTo>
                <a:lnTo>
                  <a:pt x="1405951" y="60719"/>
                </a:lnTo>
                <a:lnTo>
                  <a:pt x="1405813" y="61531"/>
                </a:lnTo>
                <a:lnTo>
                  <a:pt x="1405690" y="62355"/>
                </a:lnTo>
                <a:lnTo>
                  <a:pt x="1405581" y="63190"/>
                </a:lnTo>
                <a:lnTo>
                  <a:pt x="1405486" y="64037"/>
                </a:lnTo>
                <a:lnTo>
                  <a:pt x="1405406" y="64895"/>
                </a:lnTo>
                <a:lnTo>
                  <a:pt x="1405341" y="65765"/>
                </a:lnTo>
                <a:lnTo>
                  <a:pt x="1405290" y="66646"/>
                </a:lnTo>
                <a:lnTo>
                  <a:pt x="1405254" y="67539"/>
                </a:lnTo>
                <a:lnTo>
                  <a:pt x="1405232" y="68444"/>
                </a:lnTo>
                <a:lnTo>
                  <a:pt x="1405225" y="69360"/>
                </a:lnTo>
                <a:lnTo>
                  <a:pt x="1405225" y="89266"/>
                </a:lnTo>
                <a:lnTo>
                  <a:pt x="1405232" y="90169"/>
                </a:lnTo>
                <a:lnTo>
                  <a:pt x="1405254" y="91062"/>
                </a:lnTo>
                <a:lnTo>
                  <a:pt x="1405290" y="91943"/>
                </a:lnTo>
                <a:lnTo>
                  <a:pt x="1405341" y="92814"/>
                </a:lnTo>
                <a:lnTo>
                  <a:pt x="1405406" y="93675"/>
                </a:lnTo>
                <a:lnTo>
                  <a:pt x="1405486" y="94524"/>
                </a:lnTo>
                <a:lnTo>
                  <a:pt x="1405581" y="95363"/>
                </a:lnTo>
                <a:lnTo>
                  <a:pt x="1405690" y="96192"/>
                </a:lnTo>
                <a:lnTo>
                  <a:pt x="1405813" y="97009"/>
                </a:lnTo>
                <a:lnTo>
                  <a:pt x="1405951" y="97816"/>
                </a:lnTo>
                <a:lnTo>
                  <a:pt x="1406104" y="98612"/>
                </a:lnTo>
                <a:lnTo>
                  <a:pt x="1406271" y="99398"/>
                </a:lnTo>
                <a:lnTo>
                  <a:pt x="1406453" y="100172"/>
                </a:lnTo>
                <a:lnTo>
                  <a:pt x="1406649" y="100936"/>
                </a:lnTo>
                <a:lnTo>
                  <a:pt x="1406859" y="101690"/>
                </a:lnTo>
                <a:lnTo>
                  <a:pt x="1407085" y="102432"/>
                </a:lnTo>
                <a:lnTo>
                  <a:pt x="1407325" y="103164"/>
                </a:lnTo>
                <a:lnTo>
                  <a:pt x="1407579" y="103886"/>
                </a:lnTo>
                <a:lnTo>
                  <a:pt x="1407848" y="104596"/>
                </a:lnTo>
                <a:lnTo>
                  <a:pt x="1408131" y="105296"/>
                </a:lnTo>
                <a:lnTo>
                  <a:pt x="1408429" y="105985"/>
                </a:lnTo>
                <a:lnTo>
                  <a:pt x="1408741" y="106664"/>
                </a:lnTo>
                <a:lnTo>
                  <a:pt x="1409068" y="107331"/>
                </a:lnTo>
                <a:lnTo>
                  <a:pt x="1409410" y="107989"/>
                </a:lnTo>
                <a:lnTo>
                  <a:pt x="1409765" y="108634"/>
                </a:lnTo>
                <a:lnTo>
                  <a:pt x="1410132" y="109266"/>
                </a:lnTo>
                <a:lnTo>
                  <a:pt x="1410511" y="109886"/>
                </a:lnTo>
                <a:lnTo>
                  <a:pt x="1410902" y="110492"/>
                </a:lnTo>
                <a:lnTo>
                  <a:pt x="1411305" y="111086"/>
                </a:lnTo>
                <a:lnTo>
                  <a:pt x="1411721" y="111667"/>
                </a:lnTo>
                <a:lnTo>
                  <a:pt x="1412148" y="112235"/>
                </a:lnTo>
                <a:lnTo>
                  <a:pt x="1412588" y="112790"/>
                </a:lnTo>
                <a:lnTo>
                  <a:pt x="1413039" y="113332"/>
                </a:lnTo>
                <a:lnTo>
                  <a:pt x="1413503" y="113861"/>
                </a:lnTo>
                <a:lnTo>
                  <a:pt x="1413978" y="114378"/>
                </a:lnTo>
                <a:lnTo>
                  <a:pt x="1414466" y="114881"/>
                </a:lnTo>
                <a:lnTo>
                  <a:pt x="1414966" y="115372"/>
                </a:lnTo>
                <a:lnTo>
                  <a:pt x="1415478" y="115849"/>
                </a:lnTo>
                <a:lnTo>
                  <a:pt x="1416001" y="116314"/>
                </a:lnTo>
                <a:lnTo>
                  <a:pt x="1416537" y="116766"/>
                </a:lnTo>
                <a:lnTo>
                  <a:pt x="1417085" y="117205"/>
                </a:lnTo>
                <a:lnTo>
                  <a:pt x="1417645" y="117631"/>
                </a:lnTo>
                <a:lnTo>
                  <a:pt x="1418218" y="118045"/>
                </a:lnTo>
                <a:lnTo>
                  <a:pt x="1418802" y="118445"/>
                </a:lnTo>
                <a:lnTo>
                  <a:pt x="1419398" y="118832"/>
                </a:lnTo>
                <a:lnTo>
                  <a:pt x="1420006" y="119207"/>
                </a:lnTo>
                <a:lnTo>
                  <a:pt x="1420627" y="119569"/>
                </a:lnTo>
                <a:lnTo>
                  <a:pt x="1421259" y="119917"/>
                </a:lnTo>
                <a:lnTo>
                  <a:pt x="1421903" y="120253"/>
                </a:lnTo>
                <a:lnTo>
                  <a:pt x="1422556" y="120574"/>
                </a:lnTo>
                <a:lnTo>
                  <a:pt x="1423218" y="120880"/>
                </a:lnTo>
                <a:lnTo>
                  <a:pt x="1423891" y="121173"/>
                </a:lnTo>
                <a:lnTo>
                  <a:pt x="1424572" y="121451"/>
                </a:lnTo>
                <a:lnTo>
                  <a:pt x="1425264" y="121715"/>
                </a:lnTo>
                <a:lnTo>
                  <a:pt x="1425965" y="121964"/>
                </a:lnTo>
                <a:lnTo>
                  <a:pt x="1426676" y="122200"/>
                </a:lnTo>
                <a:lnTo>
                  <a:pt x="1427396" y="122421"/>
                </a:lnTo>
                <a:lnTo>
                  <a:pt x="1428126" y="122628"/>
                </a:lnTo>
                <a:lnTo>
                  <a:pt x="1428865" y="122820"/>
                </a:lnTo>
                <a:lnTo>
                  <a:pt x="1429614" y="122998"/>
                </a:lnTo>
                <a:lnTo>
                  <a:pt x="1430373" y="123162"/>
                </a:lnTo>
                <a:lnTo>
                  <a:pt x="1431141" y="123312"/>
                </a:lnTo>
                <a:lnTo>
                  <a:pt x="1431919" y="123448"/>
                </a:lnTo>
                <a:lnTo>
                  <a:pt x="1432707" y="123569"/>
                </a:lnTo>
                <a:lnTo>
                  <a:pt x="1433504" y="123676"/>
                </a:lnTo>
                <a:lnTo>
                  <a:pt x="1434311" y="123769"/>
                </a:lnTo>
                <a:lnTo>
                  <a:pt x="1435127" y="123847"/>
                </a:lnTo>
                <a:lnTo>
                  <a:pt x="1435953" y="123911"/>
                </a:lnTo>
                <a:lnTo>
                  <a:pt x="1436788" y="123961"/>
                </a:lnTo>
                <a:lnTo>
                  <a:pt x="1437633" y="123997"/>
                </a:lnTo>
                <a:lnTo>
                  <a:pt x="1438488" y="124018"/>
                </a:lnTo>
                <a:lnTo>
                  <a:pt x="1439352" y="124025"/>
                </a:lnTo>
                <a:lnTo>
                  <a:pt x="1440217" y="124018"/>
                </a:lnTo>
                <a:lnTo>
                  <a:pt x="1441071" y="123997"/>
                </a:lnTo>
                <a:lnTo>
                  <a:pt x="1441916" y="123961"/>
                </a:lnTo>
                <a:lnTo>
                  <a:pt x="1442751" y="123911"/>
                </a:lnTo>
                <a:lnTo>
                  <a:pt x="1443577" y="123847"/>
                </a:lnTo>
                <a:close/>
                <a:moveTo>
                  <a:pt x="1435699" y="111159"/>
                </a:moveTo>
                <a:lnTo>
                  <a:pt x="1435007" y="111060"/>
                </a:lnTo>
                <a:lnTo>
                  <a:pt x="1434329" y="110942"/>
                </a:lnTo>
                <a:lnTo>
                  <a:pt x="1433664" y="110806"/>
                </a:lnTo>
                <a:lnTo>
                  <a:pt x="1433013" y="110652"/>
                </a:lnTo>
                <a:lnTo>
                  <a:pt x="1432374" y="110481"/>
                </a:lnTo>
                <a:lnTo>
                  <a:pt x="1431749" y="110291"/>
                </a:lnTo>
                <a:lnTo>
                  <a:pt x="1431136" y="110082"/>
                </a:lnTo>
                <a:lnTo>
                  <a:pt x="1430537" y="109856"/>
                </a:lnTo>
                <a:lnTo>
                  <a:pt x="1429951" y="109612"/>
                </a:lnTo>
                <a:lnTo>
                  <a:pt x="1429378" y="109349"/>
                </a:lnTo>
                <a:lnTo>
                  <a:pt x="1428819" y="109069"/>
                </a:lnTo>
                <a:lnTo>
                  <a:pt x="1428272" y="108770"/>
                </a:lnTo>
                <a:lnTo>
                  <a:pt x="1427739" y="108454"/>
                </a:lnTo>
                <a:lnTo>
                  <a:pt x="1427219" y="108119"/>
                </a:lnTo>
                <a:lnTo>
                  <a:pt x="1426712" y="107766"/>
                </a:lnTo>
                <a:lnTo>
                  <a:pt x="1426218" y="107395"/>
                </a:lnTo>
                <a:lnTo>
                  <a:pt x="1425737" y="107006"/>
                </a:lnTo>
                <a:lnTo>
                  <a:pt x="1425269" y="106599"/>
                </a:lnTo>
                <a:lnTo>
                  <a:pt x="1424815" y="106173"/>
                </a:lnTo>
                <a:lnTo>
                  <a:pt x="1424377" y="105730"/>
                </a:lnTo>
                <a:lnTo>
                  <a:pt x="1423957" y="105270"/>
                </a:lnTo>
                <a:lnTo>
                  <a:pt x="1423556" y="104793"/>
                </a:lnTo>
                <a:lnTo>
                  <a:pt x="1423174" y="104299"/>
                </a:lnTo>
                <a:lnTo>
                  <a:pt x="1422810" y="103788"/>
                </a:lnTo>
                <a:lnTo>
                  <a:pt x="1422465" y="103260"/>
                </a:lnTo>
                <a:lnTo>
                  <a:pt x="1422139" y="102715"/>
                </a:lnTo>
                <a:lnTo>
                  <a:pt x="1421831" y="102153"/>
                </a:lnTo>
                <a:lnTo>
                  <a:pt x="1421542" y="101574"/>
                </a:lnTo>
                <a:lnTo>
                  <a:pt x="1421271" y="100978"/>
                </a:lnTo>
                <a:lnTo>
                  <a:pt x="1421020" y="100365"/>
                </a:lnTo>
                <a:lnTo>
                  <a:pt x="1420787" y="99734"/>
                </a:lnTo>
                <a:lnTo>
                  <a:pt x="1420572" y="99087"/>
                </a:lnTo>
                <a:lnTo>
                  <a:pt x="1420376" y="98423"/>
                </a:lnTo>
                <a:lnTo>
                  <a:pt x="1420199" y="97742"/>
                </a:lnTo>
                <a:lnTo>
                  <a:pt x="1420041" y="97044"/>
                </a:lnTo>
                <a:lnTo>
                  <a:pt x="1419901" y="96329"/>
                </a:lnTo>
                <a:lnTo>
                  <a:pt x="1419779" y="95597"/>
                </a:lnTo>
                <a:lnTo>
                  <a:pt x="1419677" y="94848"/>
                </a:lnTo>
                <a:lnTo>
                  <a:pt x="1419593" y="94082"/>
                </a:lnTo>
                <a:lnTo>
                  <a:pt x="1419528" y="93299"/>
                </a:lnTo>
                <a:lnTo>
                  <a:pt x="1419481" y="92499"/>
                </a:lnTo>
                <a:lnTo>
                  <a:pt x="1419453" y="91682"/>
                </a:lnTo>
                <a:lnTo>
                  <a:pt x="1419444" y="90848"/>
                </a:lnTo>
                <a:lnTo>
                  <a:pt x="1419444" y="67778"/>
                </a:lnTo>
                <a:lnTo>
                  <a:pt x="1419453" y="66944"/>
                </a:lnTo>
                <a:lnTo>
                  <a:pt x="1419481" y="66127"/>
                </a:lnTo>
                <a:lnTo>
                  <a:pt x="1419528" y="65327"/>
                </a:lnTo>
                <a:lnTo>
                  <a:pt x="1419593" y="64544"/>
                </a:lnTo>
                <a:lnTo>
                  <a:pt x="1419677" y="63778"/>
                </a:lnTo>
                <a:lnTo>
                  <a:pt x="1419779" y="63029"/>
                </a:lnTo>
                <a:lnTo>
                  <a:pt x="1419901" y="62297"/>
                </a:lnTo>
                <a:lnTo>
                  <a:pt x="1420041" y="61582"/>
                </a:lnTo>
                <a:lnTo>
                  <a:pt x="1420199" y="60884"/>
                </a:lnTo>
                <a:lnTo>
                  <a:pt x="1420376" y="60203"/>
                </a:lnTo>
                <a:lnTo>
                  <a:pt x="1420572" y="59539"/>
                </a:lnTo>
                <a:lnTo>
                  <a:pt x="1420787" y="58892"/>
                </a:lnTo>
                <a:lnTo>
                  <a:pt x="1421020" y="58262"/>
                </a:lnTo>
                <a:lnTo>
                  <a:pt x="1421271" y="57649"/>
                </a:lnTo>
                <a:lnTo>
                  <a:pt x="1421542" y="57053"/>
                </a:lnTo>
                <a:lnTo>
                  <a:pt x="1421831" y="56474"/>
                </a:lnTo>
                <a:lnTo>
                  <a:pt x="1422139" y="55912"/>
                </a:lnTo>
                <a:lnTo>
                  <a:pt x="1422465" y="55367"/>
                </a:lnTo>
                <a:lnTo>
                  <a:pt x="1422810" y="54839"/>
                </a:lnTo>
                <a:lnTo>
                  <a:pt x="1423174" y="54328"/>
                </a:lnTo>
                <a:lnTo>
                  <a:pt x="1423556" y="53835"/>
                </a:lnTo>
                <a:lnTo>
                  <a:pt x="1423957" y="53358"/>
                </a:lnTo>
                <a:lnTo>
                  <a:pt x="1424377" y="52898"/>
                </a:lnTo>
                <a:lnTo>
                  <a:pt x="1424815" y="52455"/>
                </a:lnTo>
                <a:lnTo>
                  <a:pt x="1425269" y="52029"/>
                </a:lnTo>
                <a:lnTo>
                  <a:pt x="1425737" y="51622"/>
                </a:lnTo>
                <a:lnTo>
                  <a:pt x="1426218" y="51233"/>
                </a:lnTo>
                <a:lnTo>
                  <a:pt x="1426712" y="50862"/>
                </a:lnTo>
                <a:lnTo>
                  <a:pt x="1427219" y="50509"/>
                </a:lnTo>
                <a:lnTo>
                  <a:pt x="1427739" y="50174"/>
                </a:lnTo>
                <a:lnTo>
                  <a:pt x="1428272" y="49857"/>
                </a:lnTo>
                <a:lnTo>
                  <a:pt x="1428819" y="49558"/>
                </a:lnTo>
                <a:lnTo>
                  <a:pt x="1429378" y="49277"/>
                </a:lnTo>
                <a:lnTo>
                  <a:pt x="1429951" y="49015"/>
                </a:lnTo>
                <a:lnTo>
                  <a:pt x="1430537" y="48770"/>
                </a:lnTo>
                <a:lnTo>
                  <a:pt x="1431136" y="48544"/>
                </a:lnTo>
                <a:lnTo>
                  <a:pt x="1431749" y="48336"/>
                </a:lnTo>
                <a:lnTo>
                  <a:pt x="1432374" y="48146"/>
                </a:lnTo>
                <a:lnTo>
                  <a:pt x="1433013" y="47974"/>
                </a:lnTo>
                <a:lnTo>
                  <a:pt x="1433664" y="47820"/>
                </a:lnTo>
                <a:lnTo>
                  <a:pt x="1434329" y="47684"/>
                </a:lnTo>
                <a:lnTo>
                  <a:pt x="1435007" y="47566"/>
                </a:lnTo>
                <a:lnTo>
                  <a:pt x="1435699" y="47467"/>
                </a:lnTo>
                <a:lnTo>
                  <a:pt x="1436403" y="47385"/>
                </a:lnTo>
                <a:lnTo>
                  <a:pt x="1437121" y="47322"/>
                </a:lnTo>
                <a:lnTo>
                  <a:pt x="1437851" y="47277"/>
                </a:lnTo>
                <a:lnTo>
                  <a:pt x="1438595" y="47249"/>
                </a:lnTo>
                <a:lnTo>
                  <a:pt x="1439352" y="47240"/>
                </a:lnTo>
                <a:lnTo>
                  <a:pt x="1440122" y="47249"/>
                </a:lnTo>
                <a:lnTo>
                  <a:pt x="1440878" y="47277"/>
                </a:lnTo>
                <a:lnTo>
                  <a:pt x="1441620" y="47322"/>
                </a:lnTo>
                <a:lnTo>
                  <a:pt x="1442347" y="47385"/>
                </a:lnTo>
                <a:lnTo>
                  <a:pt x="1443061" y="47467"/>
                </a:lnTo>
                <a:lnTo>
                  <a:pt x="1443761" y="47566"/>
                </a:lnTo>
                <a:lnTo>
                  <a:pt x="1444447" y="47684"/>
                </a:lnTo>
                <a:lnTo>
                  <a:pt x="1445118" y="47820"/>
                </a:lnTo>
                <a:lnTo>
                  <a:pt x="1445776" y="47974"/>
                </a:lnTo>
                <a:lnTo>
                  <a:pt x="1446420" y="48146"/>
                </a:lnTo>
                <a:lnTo>
                  <a:pt x="1447050" y="48336"/>
                </a:lnTo>
                <a:lnTo>
                  <a:pt x="1447666" y="48544"/>
                </a:lnTo>
                <a:lnTo>
                  <a:pt x="1448267" y="48770"/>
                </a:lnTo>
                <a:lnTo>
                  <a:pt x="1448855" y="49015"/>
                </a:lnTo>
                <a:lnTo>
                  <a:pt x="1449429" y="49277"/>
                </a:lnTo>
                <a:lnTo>
                  <a:pt x="1449989" y="49558"/>
                </a:lnTo>
                <a:lnTo>
                  <a:pt x="1450535" y="49857"/>
                </a:lnTo>
                <a:lnTo>
                  <a:pt x="1451067" y="50174"/>
                </a:lnTo>
                <a:lnTo>
                  <a:pt x="1451585" y="50509"/>
                </a:lnTo>
                <a:lnTo>
                  <a:pt x="1452089" y="50862"/>
                </a:lnTo>
                <a:lnTo>
                  <a:pt x="1452579" y="51233"/>
                </a:lnTo>
                <a:lnTo>
                  <a:pt x="1453055" y="51622"/>
                </a:lnTo>
                <a:lnTo>
                  <a:pt x="1453517" y="52029"/>
                </a:lnTo>
                <a:lnTo>
                  <a:pt x="1453965" y="52455"/>
                </a:lnTo>
                <a:lnTo>
                  <a:pt x="1454396" y="52898"/>
                </a:lnTo>
                <a:lnTo>
                  <a:pt x="1454810" y="53358"/>
                </a:lnTo>
                <a:lnTo>
                  <a:pt x="1455205" y="53835"/>
                </a:lnTo>
                <a:lnTo>
                  <a:pt x="1455582" y="54328"/>
                </a:lnTo>
                <a:lnTo>
                  <a:pt x="1455941" y="54839"/>
                </a:lnTo>
                <a:lnTo>
                  <a:pt x="1456281" y="55367"/>
                </a:lnTo>
                <a:lnTo>
                  <a:pt x="1456602" y="55912"/>
                </a:lnTo>
                <a:lnTo>
                  <a:pt x="1456906" y="56474"/>
                </a:lnTo>
                <a:lnTo>
                  <a:pt x="1457191" y="57053"/>
                </a:lnTo>
                <a:lnTo>
                  <a:pt x="1457457" y="57649"/>
                </a:lnTo>
                <a:lnTo>
                  <a:pt x="1457705" y="58262"/>
                </a:lnTo>
                <a:lnTo>
                  <a:pt x="1457935" y="58892"/>
                </a:lnTo>
                <a:lnTo>
                  <a:pt x="1458147" y="59539"/>
                </a:lnTo>
                <a:lnTo>
                  <a:pt x="1458340" y="60203"/>
                </a:lnTo>
                <a:lnTo>
                  <a:pt x="1458514" y="60884"/>
                </a:lnTo>
                <a:lnTo>
                  <a:pt x="1458670" y="61582"/>
                </a:lnTo>
                <a:lnTo>
                  <a:pt x="1458808" y="62297"/>
                </a:lnTo>
                <a:lnTo>
                  <a:pt x="1458928" y="63029"/>
                </a:lnTo>
                <a:lnTo>
                  <a:pt x="1459029" y="63778"/>
                </a:lnTo>
                <a:lnTo>
                  <a:pt x="1459112" y="64544"/>
                </a:lnTo>
                <a:lnTo>
                  <a:pt x="1459176" y="65327"/>
                </a:lnTo>
                <a:lnTo>
                  <a:pt x="1459222" y="66127"/>
                </a:lnTo>
                <a:lnTo>
                  <a:pt x="1459250" y="66944"/>
                </a:lnTo>
                <a:lnTo>
                  <a:pt x="1459259" y="67778"/>
                </a:lnTo>
                <a:lnTo>
                  <a:pt x="1459259" y="90848"/>
                </a:lnTo>
                <a:lnTo>
                  <a:pt x="1459250" y="91682"/>
                </a:lnTo>
                <a:lnTo>
                  <a:pt x="1459222" y="92499"/>
                </a:lnTo>
                <a:lnTo>
                  <a:pt x="1459176" y="93299"/>
                </a:lnTo>
                <a:lnTo>
                  <a:pt x="1459112" y="94082"/>
                </a:lnTo>
                <a:lnTo>
                  <a:pt x="1459029" y="94848"/>
                </a:lnTo>
                <a:lnTo>
                  <a:pt x="1458928" y="95597"/>
                </a:lnTo>
                <a:lnTo>
                  <a:pt x="1458808" y="96329"/>
                </a:lnTo>
                <a:lnTo>
                  <a:pt x="1458670" y="97044"/>
                </a:lnTo>
                <a:lnTo>
                  <a:pt x="1458514" y="97742"/>
                </a:lnTo>
                <a:lnTo>
                  <a:pt x="1458340" y="98423"/>
                </a:lnTo>
                <a:lnTo>
                  <a:pt x="1458147" y="99087"/>
                </a:lnTo>
                <a:lnTo>
                  <a:pt x="1457935" y="99734"/>
                </a:lnTo>
                <a:lnTo>
                  <a:pt x="1457705" y="100365"/>
                </a:lnTo>
                <a:lnTo>
                  <a:pt x="1457457" y="100978"/>
                </a:lnTo>
                <a:lnTo>
                  <a:pt x="1457191" y="101574"/>
                </a:lnTo>
                <a:lnTo>
                  <a:pt x="1456906" y="102153"/>
                </a:lnTo>
                <a:lnTo>
                  <a:pt x="1456602" y="102715"/>
                </a:lnTo>
                <a:lnTo>
                  <a:pt x="1456281" y="103260"/>
                </a:lnTo>
                <a:lnTo>
                  <a:pt x="1455941" y="103788"/>
                </a:lnTo>
                <a:lnTo>
                  <a:pt x="1455582" y="104299"/>
                </a:lnTo>
                <a:lnTo>
                  <a:pt x="1455205" y="104793"/>
                </a:lnTo>
                <a:lnTo>
                  <a:pt x="1454810" y="105270"/>
                </a:lnTo>
                <a:lnTo>
                  <a:pt x="1454396" y="105730"/>
                </a:lnTo>
                <a:lnTo>
                  <a:pt x="1453965" y="106173"/>
                </a:lnTo>
                <a:lnTo>
                  <a:pt x="1453517" y="106599"/>
                </a:lnTo>
                <a:lnTo>
                  <a:pt x="1453055" y="107006"/>
                </a:lnTo>
                <a:lnTo>
                  <a:pt x="1452579" y="107395"/>
                </a:lnTo>
                <a:lnTo>
                  <a:pt x="1452089" y="107766"/>
                </a:lnTo>
                <a:lnTo>
                  <a:pt x="1451585" y="108119"/>
                </a:lnTo>
                <a:lnTo>
                  <a:pt x="1451067" y="108454"/>
                </a:lnTo>
                <a:lnTo>
                  <a:pt x="1450535" y="108770"/>
                </a:lnTo>
                <a:lnTo>
                  <a:pt x="1449989" y="109069"/>
                </a:lnTo>
                <a:lnTo>
                  <a:pt x="1449429" y="109349"/>
                </a:lnTo>
                <a:lnTo>
                  <a:pt x="1448855" y="109612"/>
                </a:lnTo>
                <a:lnTo>
                  <a:pt x="1448267" y="109856"/>
                </a:lnTo>
                <a:lnTo>
                  <a:pt x="1447666" y="110082"/>
                </a:lnTo>
                <a:lnTo>
                  <a:pt x="1447050" y="110291"/>
                </a:lnTo>
                <a:lnTo>
                  <a:pt x="1446420" y="110481"/>
                </a:lnTo>
                <a:lnTo>
                  <a:pt x="1445776" y="110652"/>
                </a:lnTo>
                <a:lnTo>
                  <a:pt x="1445118" y="110806"/>
                </a:lnTo>
                <a:lnTo>
                  <a:pt x="1444447" y="110942"/>
                </a:lnTo>
                <a:lnTo>
                  <a:pt x="1443761" y="111060"/>
                </a:lnTo>
                <a:lnTo>
                  <a:pt x="1443061" y="111159"/>
                </a:lnTo>
                <a:lnTo>
                  <a:pt x="1442347" y="111241"/>
                </a:lnTo>
                <a:lnTo>
                  <a:pt x="1441620" y="111304"/>
                </a:lnTo>
                <a:lnTo>
                  <a:pt x="1440878" y="111349"/>
                </a:lnTo>
                <a:lnTo>
                  <a:pt x="1440122" y="111376"/>
                </a:lnTo>
                <a:lnTo>
                  <a:pt x="1439352" y="111385"/>
                </a:lnTo>
                <a:lnTo>
                  <a:pt x="1438595" y="111376"/>
                </a:lnTo>
                <a:lnTo>
                  <a:pt x="1437851" y="111349"/>
                </a:lnTo>
                <a:lnTo>
                  <a:pt x="1437121" y="111304"/>
                </a:lnTo>
                <a:lnTo>
                  <a:pt x="1436403" y="111241"/>
                </a:lnTo>
                <a:lnTo>
                  <a:pt x="1435699" y="111159"/>
                </a:lnTo>
                <a:close/>
                <a:moveTo>
                  <a:pt x="1724852" y="123992"/>
                </a:moveTo>
                <a:lnTo>
                  <a:pt x="1725992" y="123838"/>
                </a:lnTo>
                <a:lnTo>
                  <a:pt x="1727113" y="123656"/>
                </a:lnTo>
                <a:lnTo>
                  <a:pt x="1728214" y="123446"/>
                </a:lnTo>
                <a:lnTo>
                  <a:pt x="1729294" y="123208"/>
                </a:lnTo>
                <a:lnTo>
                  <a:pt x="1730355" y="122942"/>
                </a:lnTo>
                <a:lnTo>
                  <a:pt x="1731396" y="122649"/>
                </a:lnTo>
                <a:lnTo>
                  <a:pt x="1732416" y="122327"/>
                </a:lnTo>
                <a:lnTo>
                  <a:pt x="1733417" y="121977"/>
                </a:lnTo>
                <a:lnTo>
                  <a:pt x="1734397" y="121600"/>
                </a:lnTo>
                <a:lnTo>
                  <a:pt x="1735358" y="121194"/>
                </a:lnTo>
                <a:lnTo>
                  <a:pt x="1736298" y="120760"/>
                </a:lnTo>
                <a:lnTo>
                  <a:pt x="1737219" y="120299"/>
                </a:lnTo>
                <a:lnTo>
                  <a:pt x="1738119" y="119809"/>
                </a:lnTo>
                <a:lnTo>
                  <a:pt x="1738999" y="119292"/>
                </a:lnTo>
                <a:lnTo>
                  <a:pt x="1739860" y="118746"/>
                </a:lnTo>
                <a:lnTo>
                  <a:pt x="1740700" y="118173"/>
                </a:lnTo>
                <a:lnTo>
                  <a:pt x="1741520" y="117571"/>
                </a:lnTo>
                <a:lnTo>
                  <a:pt x="1742321" y="116942"/>
                </a:lnTo>
                <a:lnTo>
                  <a:pt x="1743101" y="116284"/>
                </a:lnTo>
                <a:lnTo>
                  <a:pt x="1743856" y="115603"/>
                </a:lnTo>
                <a:lnTo>
                  <a:pt x="1744581" y="114901"/>
                </a:lnTo>
                <a:lnTo>
                  <a:pt x="1745275" y="114179"/>
                </a:lnTo>
                <a:lnTo>
                  <a:pt x="1745938" y="113436"/>
                </a:lnTo>
                <a:lnTo>
                  <a:pt x="1746572" y="112673"/>
                </a:lnTo>
                <a:lnTo>
                  <a:pt x="1747174" y="111890"/>
                </a:lnTo>
                <a:lnTo>
                  <a:pt x="1747747" y="111087"/>
                </a:lnTo>
                <a:lnTo>
                  <a:pt x="1748288" y="110263"/>
                </a:lnTo>
                <a:lnTo>
                  <a:pt x="1748800" y="109419"/>
                </a:lnTo>
                <a:lnTo>
                  <a:pt x="1749281" y="108555"/>
                </a:lnTo>
                <a:lnTo>
                  <a:pt x="1749731" y="107671"/>
                </a:lnTo>
                <a:lnTo>
                  <a:pt x="1750151" y="106766"/>
                </a:lnTo>
                <a:lnTo>
                  <a:pt x="1750541" y="105841"/>
                </a:lnTo>
                <a:lnTo>
                  <a:pt x="1750900" y="104895"/>
                </a:lnTo>
                <a:lnTo>
                  <a:pt x="1751229" y="103929"/>
                </a:lnTo>
                <a:lnTo>
                  <a:pt x="1751527" y="102943"/>
                </a:lnTo>
                <a:lnTo>
                  <a:pt x="1751795" y="101937"/>
                </a:lnTo>
                <a:lnTo>
                  <a:pt x="1752032" y="100910"/>
                </a:lnTo>
                <a:lnTo>
                  <a:pt x="1752239" y="99863"/>
                </a:lnTo>
                <a:lnTo>
                  <a:pt x="1752415" y="98796"/>
                </a:lnTo>
                <a:lnTo>
                  <a:pt x="1752561" y="97708"/>
                </a:lnTo>
                <a:lnTo>
                  <a:pt x="1752677" y="96601"/>
                </a:lnTo>
                <a:lnTo>
                  <a:pt x="1752762" y="95472"/>
                </a:lnTo>
                <a:lnTo>
                  <a:pt x="1752817" y="94324"/>
                </a:lnTo>
                <a:lnTo>
                  <a:pt x="1738597" y="94324"/>
                </a:lnTo>
                <a:lnTo>
                  <a:pt x="1738550" y="95002"/>
                </a:lnTo>
                <a:lnTo>
                  <a:pt x="1738485" y="95668"/>
                </a:lnTo>
                <a:lnTo>
                  <a:pt x="1738405" y="96321"/>
                </a:lnTo>
                <a:lnTo>
                  <a:pt x="1738308" y="96961"/>
                </a:lnTo>
                <a:lnTo>
                  <a:pt x="1738194" y="97589"/>
                </a:lnTo>
                <a:lnTo>
                  <a:pt x="1738064" y="98204"/>
                </a:lnTo>
                <a:lnTo>
                  <a:pt x="1737917" y="98806"/>
                </a:lnTo>
                <a:lnTo>
                  <a:pt x="1737754" y="99396"/>
                </a:lnTo>
                <a:lnTo>
                  <a:pt x="1737575" y="99974"/>
                </a:lnTo>
                <a:lnTo>
                  <a:pt x="1737379" y="100538"/>
                </a:lnTo>
                <a:lnTo>
                  <a:pt x="1737166" y="101090"/>
                </a:lnTo>
                <a:lnTo>
                  <a:pt x="1736938" y="101630"/>
                </a:lnTo>
                <a:lnTo>
                  <a:pt x="1736692" y="102157"/>
                </a:lnTo>
                <a:lnTo>
                  <a:pt x="1736431" y="102671"/>
                </a:lnTo>
                <a:lnTo>
                  <a:pt x="1736152" y="103173"/>
                </a:lnTo>
                <a:lnTo>
                  <a:pt x="1735858" y="103662"/>
                </a:lnTo>
                <a:lnTo>
                  <a:pt x="1735547" y="104138"/>
                </a:lnTo>
                <a:lnTo>
                  <a:pt x="1735219" y="104602"/>
                </a:lnTo>
                <a:lnTo>
                  <a:pt x="1734875" y="105054"/>
                </a:lnTo>
                <a:lnTo>
                  <a:pt x="1734514" y="105492"/>
                </a:lnTo>
                <a:lnTo>
                  <a:pt x="1734138" y="105918"/>
                </a:lnTo>
                <a:lnTo>
                  <a:pt x="1733744" y="106332"/>
                </a:lnTo>
                <a:lnTo>
                  <a:pt x="1733334" y="106732"/>
                </a:lnTo>
                <a:lnTo>
                  <a:pt x="1732908" y="107121"/>
                </a:lnTo>
                <a:lnTo>
                  <a:pt x="1732467" y="107494"/>
                </a:lnTo>
                <a:lnTo>
                  <a:pt x="1732014" y="107852"/>
                </a:lnTo>
                <a:lnTo>
                  <a:pt x="1731548" y="108194"/>
                </a:lnTo>
                <a:lnTo>
                  <a:pt x="1731070" y="108520"/>
                </a:lnTo>
                <a:lnTo>
                  <a:pt x="1730578" y="108830"/>
                </a:lnTo>
                <a:lnTo>
                  <a:pt x="1730075" y="109125"/>
                </a:lnTo>
                <a:lnTo>
                  <a:pt x="1729558" y="109403"/>
                </a:lnTo>
                <a:lnTo>
                  <a:pt x="1729029" y="109665"/>
                </a:lnTo>
                <a:lnTo>
                  <a:pt x="1728487" y="109912"/>
                </a:lnTo>
                <a:lnTo>
                  <a:pt x="1727933" y="110143"/>
                </a:lnTo>
                <a:lnTo>
                  <a:pt x="1727366" y="110357"/>
                </a:lnTo>
                <a:lnTo>
                  <a:pt x="1726787" y="110556"/>
                </a:lnTo>
                <a:lnTo>
                  <a:pt x="1726195" y="110739"/>
                </a:lnTo>
                <a:lnTo>
                  <a:pt x="1725590" y="110906"/>
                </a:lnTo>
                <a:lnTo>
                  <a:pt x="1724972" y="111057"/>
                </a:lnTo>
                <a:lnTo>
                  <a:pt x="1724342" y="111192"/>
                </a:lnTo>
                <a:lnTo>
                  <a:pt x="1723700" y="111312"/>
                </a:lnTo>
                <a:lnTo>
                  <a:pt x="1723045" y="111415"/>
                </a:lnTo>
                <a:lnTo>
                  <a:pt x="1722377" y="111502"/>
                </a:lnTo>
                <a:lnTo>
                  <a:pt x="1721696" y="111574"/>
                </a:lnTo>
                <a:lnTo>
                  <a:pt x="1721003" y="111630"/>
                </a:lnTo>
                <a:lnTo>
                  <a:pt x="1720297" y="111669"/>
                </a:lnTo>
                <a:lnTo>
                  <a:pt x="1719579" y="111693"/>
                </a:lnTo>
                <a:lnTo>
                  <a:pt x="1718848" y="111701"/>
                </a:lnTo>
                <a:lnTo>
                  <a:pt x="1718077" y="111692"/>
                </a:lnTo>
                <a:lnTo>
                  <a:pt x="1717320" y="111664"/>
                </a:lnTo>
                <a:lnTo>
                  <a:pt x="1716575" y="111617"/>
                </a:lnTo>
                <a:lnTo>
                  <a:pt x="1715843" y="111552"/>
                </a:lnTo>
                <a:lnTo>
                  <a:pt x="1715125" y="111468"/>
                </a:lnTo>
                <a:lnTo>
                  <a:pt x="1714419" y="111366"/>
                </a:lnTo>
                <a:lnTo>
                  <a:pt x="1713725" y="111244"/>
                </a:lnTo>
                <a:lnTo>
                  <a:pt x="1713045" y="111104"/>
                </a:lnTo>
                <a:lnTo>
                  <a:pt x="1712378" y="110946"/>
                </a:lnTo>
                <a:lnTo>
                  <a:pt x="1711724" y="110769"/>
                </a:lnTo>
                <a:lnTo>
                  <a:pt x="1711082" y="110573"/>
                </a:lnTo>
                <a:lnTo>
                  <a:pt x="1710453" y="110358"/>
                </a:lnTo>
                <a:lnTo>
                  <a:pt x="1709838" y="110125"/>
                </a:lnTo>
                <a:lnTo>
                  <a:pt x="1709235" y="109874"/>
                </a:lnTo>
                <a:lnTo>
                  <a:pt x="1708645" y="109603"/>
                </a:lnTo>
                <a:lnTo>
                  <a:pt x="1708068" y="109314"/>
                </a:lnTo>
                <a:lnTo>
                  <a:pt x="1707504" y="109006"/>
                </a:lnTo>
                <a:lnTo>
                  <a:pt x="1706952" y="108680"/>
                </a:lnTo>
                <a:lnTo>
                  <a:pt x="1706414" y="108335"/>
                </a:lnTo>
                <a:lnTo>
                  <a:pt x="1705888" y="107971"/>
                </a:lnTo>
                <a:lnTo>
                  <a:pt x="1705376" y="107589"/>
                </a:lnTo>
                <a:lnTo>
                  <a:pt x="1704876" y="107188"/>
                </a:lnTo>
                <a:lnTo>
                  <a:pt x="1704389" y="106768"/>
                </a:lnTo>
                <a:lnTo>
                  <a:pt x="1703915" y="106330"/>
                </a:lnTo>
                <a:lnTo>
                  <a:pt x="1703458" y="105875"/>
                </a:lnTo>
                <a:lnTo>
                  <a:pt x="1703020" y="105404"/>
                </a:lnTo>
                <a:lnTo>
                  <a:pt x="1702601" y="104918"/>
                </a:lnTo>
                <a:lnTo>
                  <a:pt x="1702202" y="104417"/>
                </a:lnTo>
                <a:lnTo>
                  <a:pt x="1701822" y="103900"/>
                </a:lnTo>
                <a:lnTo>
                  <a:pt x="1701462" y="103368"/>
                </a:lnTo>
                <a:lnTo>
                  <a:pt x="1701121" y="102820"/>
                </a:lnTo>
                <a:lnTo>
                  <a:pt x="1700800" y="102257"/>
                </a:lnTo>
                <a:lnTo>
                  <a:pt x="1700498" y="101679"/>
                </a:lnTo>
                <a:lnTo>
                  <a:pt x="1700216" y="101086"/>
                </a:lnTo>
                <a:lnTo>
                  <a:pt x="1699953" y="100477"/>
                </a:lnTo>
                <a:lnTo>
                  <a:pt x="1699709" y="99853"/>
                </a:lnTo>
                <a:lnTo>
                  <a:pt x="1699486" y="99213"/>
                </a:lnTo>
                <a:lnTo>
                  <a:pt x="1699281" y="98558"/>
                </a:lnTo>
                <a:lnTo>
                  <a:pt x="1699096" y="97888"/>
                </a:lnTo>
                <a:lnTo>
                  <a:pt x="1698931" y="97202"/>
                </a:lnTo>
                <a:lnTo>
                  <a:pt x="1698785" y="96501"/>
                </a:lnTo>
                <a:lnTo>
                  <a:pt x="1698658" y="95784"/>
                </a:lnTo>
                <a:lnTo>
                  <a:pt x="1698551" y="95053"/>
                </a:lnTo>
                <a:lnTo>
                  <a:pt x="1698463" y="94306"/>
                </a:lnTo>
                <a:lnTo>
                  <a:pt x="1698395" y="93543"/>
                </a:lnTo>
                <a:lnTo>
                  <a:pt x="1698347" y="92765"/>
                </a:lnTo>
                <a:lnTo>
                  <a:pt x="1698317" y="91972"/>
                </a:lnTo>
                <a:lnTo>
                  <a:pt x="1698308" y="91163"/>
                </a:lnTo>
                <a:lnTo>
                  <a:pt x="1698308" y="67306"/>
                </a:lnTo>
                <a:lnTo>
                  <a:pt x="1698317" y="66497"/>
                </a:lnTo>
                <a:lnTo>
                  <a:pt x="1698347" y="65704"/>
                </a:lnTo>
                <a:lnTo>
                  <a:pt x="1698395" y="64927"/>
                </a:lnTo>
                <a:lnTo>
                  <a:pt x="1698463" y="64166"/>
                </a:lnTo>
                <a:lnTo>
                  <a:pt x="1698551" y="63420"/>
                </a:lnTo>
                <a:lnTo>
                  <a:pt x="1698658" y="62690"/>
                </a:lnTo>
                <a:lnTo>
                  <a:pt x="1698785" y="61975"/>
                </a:lnTo>
                <a:lnTo>
                  <a:pt x="1698931" y="61276"/>
                </a:lnTo>
                <a:lnTo>
                  <a:pt x="1699096" y="60593"/>
                </a:lnTo>
                <a:lnTo>
                  <a:pt x="1699281" y="59925"/>
                </a:lnTo>
                <a:lnTo>
                  <a:pt x="1699486" y="59273"/>
                </a:lnTo>
                <a:lnTo>
                  <a:pt x="1699709" y="58636"/>
                </a:lnTo>
                <a:lnTo>
                  <a:pt x="1699953" y="58016"/>
                </a:lnTo>
                <a:lnTo>
                  <a:pt x="1700216" y="57410"/>
                </a:lnTo>
                <a:lnTo>
                  <a:pt x="1700498" y="56821"/>
                </a:lnTo>
                <a:lnTo>
                  <a:pt x="1700800" y="56247"/>
                </a:lnTo>
                <a:lnTo>
                  <a:pt x="1701121" y="55689"/>
                </a:lnTo>
                <a:lnTo>
                  <a:pt x="1701462" y="55146"/>
                </a:lnTo>
                <a:lnTo>
                  <a:pt x="1701822" y="54619"/>
                </a:lnTo>
                <a:lnTo>
                  <a:pt x="1702202" y="54108"/>
                </a:lnTo>
                <a:lnTo>
                  <a:pt x="1702601" y="53612"/>
                </a:lnTo>
                <a:lnTo>
                  <a:pt x="1703020" y="53132"/>
                </a:lnTo>
                <a:lnTo>
                  <a:pt x="1703458" y="52668"/>
                </a:lnTo>
                <a:lnTo>
                  <a:pt x="1703915" y="52219"/>
                </a:lnTo>
                <a:lnTo>
                  <a:pt x="1704389" y="51787"/>
                </a:lnTo>
                <a:lnTo>
                  <a:pt x="1704876" y="51373"/>
                </a:lnTo>
                <a:lnTo>
                  <a:pt x="1705376" y="50978"/>
                </a:lnTo>
                <a:lnTo>
                  <a:pt x="1705888" y="50601"/>
                </a:lnTo>
                <a:lnTo>
                  <a:pt x="1706414" y="50243"/>
                </a:lnTo>
                <a:lnTo>
                  <a:pt x="1706952" y="49902"/>
                </a:lnTo>
                <a:lnTo>
                  <a:pt x="1707504" y="49581"/>
                </a:lnTo>
                <a:lnTo>
                  <a:pt x="1708068" y="49277"/>
                </a:lnTo>
                <a:lnTo>
                  <a:pt x="1708645" y="48993"/>
                </a:lnTo>
                <a:lnTo>
                  <a:pt x="1709235" y="48726"/>
                </a:lnTo>
                <a:lnTo>
                  <a:pt x="1709838" y="48478"/>
                </a:lnTo>
                <a:lnTo>
                  <a:pt x="1710453" y="48248"/>
                </a:lnTo>
                <a:lnTo>
                  <a:pt x="1711082" y="48037"/>
                </a:lnTo>
                <a:lnTo>
                  <a:pt x="1711724" y="47844"/>
                </a:lnTo>
                <a:lnTo>
                  <a:pt x="1712378" y="47669"/>
                </a:lnTo>
                <a:lnTo>
                  <a:pt x="1713045" y="47513"/>
                </a:lnTo>
                <a:lnTo>
                  <a:pt x="1713725" y="47375"/>
                </a:lnTo>
                <a:lnTo>
                  <a:pt x="1714419" y="47255"/>
                </a:lnTo>
                <a:lnTo>
                  <a:pt x="1715125" y="47154"/>
                </a:lnTo>
                <a:lnTo>
                  <a:pt x="1715843" y="47072"/>
                </a:lnTo>
                <a:lnTo>
                  <a:pt x="1716575" y="47007"/>
                </a:lnTo>
                <a:lnTo>
                  <a:pt x="1717320" y="46961"/>
                </a:lnTo>
                <a:lnTo>
                  <a:pt x="1718077" y="46934"/>
                </a:lnTo>
                <a:lnTo>
                  <a:pt x="1718848" y="46925"/>
                </a:lnTo>
                <a:lnTo>
                  <a:pt x="1719579" y="46932"/>
                </a:lnTo>
                <a:lnTo>
                  <a:pt x="1720297" y="46956"/>
                </a:lnTo>
                <a:lnTo>
                  <a:pt x="1721003" y="46995"/>
                </a:lnTo>
                <a:lnTo>
                  <a:pt x="1721696" y="47050"/>
                </a:lnTo>
                <a:lnTo>
                  <a:pt x="1722377" y="47120"/>
                </a:lnTo>
                <a:lnTo>
                  <a:pt x="1723045" y="47206"/>
                </a:lnTo>
                <a:lnTo>
                  <a:pt x="1723700" y="47308"/>
                </a:lnTo>
                <a:lnTo>
                  <a:pt x="1724342" y="47425"/>
                </a:lnTo>
                <a:lnTo>
                  <a:pt x="1724972" y="47558"/>
                </a:lnTo>
                <a:lnTo>
                  <a:pt x="1725590" y="47706"/>
                </a:lnTo>
                <a:lnTo>
                  <a:pt x="1726195" y="47871"/>
                </a:lnTo>
                <a:lnTo>
                  <a:pt x="1726787" y="48050"/>
                </a:lnTo>
                <a:lnTo>
                  <a:pt x="1727366" y="48246"/>
                </a:lnTo>
                <a:lnTo>
                  <a:pt x="1727933" y="48457"/>
                </a:lnTo>
                <a:lnTo>
                  <a:pt x="1728487" y="48684"/>
                </a:lnTo>
                <a:lnTo>
                  <a:pt x="1729029" y="48926"/>
                </a:lnTo>
                <a:lnTo>
                  <a:pt x="1729558" y="49184"/>
                </a:lnTo>
                <a:lnTo>
                  <a:pt x="1730075" y="49458"/>
                </a:lnTo>
                <a:lnTo>
                  <a:pt x="1730578" y="49747"/>
                </a:lnTo>
                <a:lnTo>
                  <a:pt x="1731070" y="50052"/>
                </a:lnTo>
                <a:lnTo>
                  <a:pt x="1731548" y="50372"/>
                </a:lnTo>
                <a:lnTo>
                  <a:pt x="1732014" y="50709"/>
                </a:lnTo>
                <a:lnTo>
                  <a:pt x="1732467" y="51060"/>
                </a:lnTo>
                <a:lnTo>
                  <a:pt x="1732908" y="51428"/>
                </a:lnTo>
                <a:lnTo>
                  <a:pt x="1733334" y="51810"/>
                </a:lnTo>
                <a:lnTo>
                  <a:pt x="1733744" y="52205"/>
                </a:lnTo>
                <a:lnTo>
                  <a:pt x="1734138" y="52614"/>
                </a:lnTo>
                <a:lnTo>
                  <a:pt x="1734514" y="53036"/>
                </a:lnTo>
                <a:lnTo>
                  <a:pt x="1734875" y="53472"/>
                </a:lnTo>
                <a:lnTo>
                  <a:pt x="1735219" y="53921"/>
                </a:lnTo>
                <a:lnTo>
                  <a:pt x="1735547" y="54383"/>
                </a:lnTo>
                <a:lnTo>
                  <a:pt x="1735858" y="54859"/>
                </a:lnTo>
                <a:lnTo>
                  <a:pt x="1736152" y="55349"/>
                </a:lnTo>
                <a:lnTo>
                  <a:pt x="1736431" y="55851"/>
                </a:lnTo>
                <a:lnTo>
                  <a:pt x="1736692" y="56368"/>
                </a:lnTo>
                <a:lnTo>
                  <a:pt x="1736938" y="56898"/>
                </a:lnTo>
                <a:lnTo>
                  <a:pt x="1737166" y="57441"/>
                </a:lnTo>
                <a:lnTo>
                  <a:pt x="1737379" y="57997"/>
                </a:lnTo>
                <a:lnTo>
                  <a:pt x="1737575" y="58568"/>
                </a:lnTo>
                <a:lnTo>
                  <a:pt x="1737754" y="59151"/>
                </a:lnTo>
                <a:lnTo>
                  <a:pt x="1737917" y="59748"/>
                </a:lnTo>
                <a:lnTo>
                  <a:pt x="1738064" y="60359"/>
                </a:lnTo>
                <a:lnTo>
                  <a:pt x="1738194" y="60983"/>
                </a:lnTo>
                <a:lnTo>
                  <a:pt x="1738308" y="61620"/>
                </a:lnTo>
                <a:lnTo>
                  <a:pt x="1738405" y="62271"/>
                </a:lnTo>
                <a:lnTo>
                  <a:pt x="1738485" y="62935"/>
                </a:lnTo>
                <a:lnTo>
                  <a:pt x="1738550" y="63613"/>
                </a:lnTo>
                <a:lnTo>
                  <a:pt x="1738597" y="64304"/>
                </a:lnTo>
                <a:lnTo>
                  <a:pt x="1752817" y="64304"/>
                </a:lnTo>
                <a:lnTo>
                  <a:pt x="1752762" y="63156"/>
                </a:lnTo>
                <a:lnTo>
                  <a:pt x="1752677" y="62028"/>
                </a:lnTo>
                <a:lnTo>
                  <a:pt x="1752561" y="60920"/>
                </a:lnTo>
                <a:lnTo>
                  <a:pt x="1752415" y="59832"/>
                </a:lnTo>
                <a:lnTo>
                  <a:pt x="1752239" y="58765"/>
                </a:lnTo>
                <a:lnTo>
                  <a:pt x="1752032" y="57718"/>
                </a:lnTo>
                <a:lnTo>
                  <a:pt x="1751795" y="56691"/>
                </a:lnTo>
                <a:lnTo>
                  <a:pt x="1751527" y="55685"/>
                </a:lnTo>
                <a:lnTo>
                  <a:pt x="1751229" y="54699"/>
                </a:lnTo>
                <a:lnTo>
                  <a:pt x="1750900" y="53733"/>
                </a:lnTo>
                <a:lnTo>
                  <a:pt x="1750541" y="52788"/>
                </a:lnTo>
                <a:lnTo>
                  <a:pt x="1750151" y="51863"/>
                </a:lnTo>
                <a:lnTo>
                  <a:pt x="1749731" y="50958"/>
                </a:lnTo>
                <a:lnTo>
                  <a:pt x="1749281" y="50073"/>
                </a:lnTo>
                <a:lnTo>
                  <a:pt x="1748800" y="49209"/>
                </a:lnTo>
                <a:lnTo>
                  <a:pt x="1748288" y="48365"/>
                </a:lnTo>
                <a:lnTo>
                  <a:pt x="1747747" y="47541"/>
                </a:lnTo>
                <a:lnTo>
                  <a:pt x="1747174" y="46738"/>
                </a:lnTo>
                <a:lnTo>
                  <a:pt x="1746572" y="45955"/>
                </a:lnTo>
                <a:lnTo>
                  <a:pt x="1745938" y="45192"/>
                </a:lnTo>
                <a:lnTo>
                  <a:pt x="1745275" y="44450"/>
                </a:lnTo>
                <a:lnTo>
                  <a:pt x="1744581" y="43727"/>
                </a:lnTo>
                <a:lnTo>
                  <a:pt x="1743856" y="43025"/>
                </a:lnTo>
                <a:lnTo>
                  <a:pt x="1743101" y="42344"/>
                </a:lnTo>
                <a:lnTo>
                  <a:pt x="1742321" y="41686"/>
                </a:lnTo>
                <a:lnTo>
                  <a:pt x="1741520" y="41057"/>
                </a:lnTo>
                <a:lnTo>
                  <a:pt x="1740700" y="40455"/>
                </a:lnTo>
                <a:lnTo>
                  <a:pt x="1739860" y="39881"/>
                </a:lnTo>
                <a:lnTo>
                  <a:pt x="1738999" y="39336"/>
                </a:lnTo>
                <a:lnTo>
                  <a:pt x="1738119" y="38818"/>
                </a:lnTo>
                <a:lnTo>
                  <a:pt x="1737219" y="38328"/>
                </a:lnTo>
                <a:lnTo>
                  <a:pt x="1736298" y="37866"/>
                </a:lnTo>
                <a:lnTo>
                  <a:pt x="1735358" y="37433"/>
                </a:lnTo>
                <a:lnTo>
                  <a:pt x="1734397" y="37027"/>
                </a:lnTo>
                <a:lnTo>
                  <a:pt x="1733417" y="36649"/>
                </a:lnTo>
                <a:lnTo>
                  <a:pt x="1732416" y="36299"/>
                </a:lnTo>
                <a:lnTo>
                  <a:pt x="1731396" y="35978"/>
                </a:lnTo>
                <a:lnTo>
                  <a:pt x="1730355" y="35684"/>
                </a:lnTo>
                <a:lnTo>
                  <a:pt x="1729294" y="35418"/>
                </a:lnTo>
                <a:lnTo>
                  <a:pt x="1728214" y="35180"/>
                </a:lnTo>
                <a:lnTo>
                  <a:pt x="1727113" y="34970"/>
                </a:lnTo>
                <a:lnTo>
                  <a:pt x="1725992" y="34788"/>
                </a:lnTo>
                <a:lnTo>
                  <a:pt x="1724852" y="34634"/>
                </a:lnTo>
                <a:lnTo>
                  <a:pt x="1723691" y="34508"/>
                </a:lnTo>
                <a:lnTo>
                  <a:pt x="1722510" y="34410"/>
                </a:lnTo>
                <a:lnTo>
                  <a:pt x="1721310" y="34340"/>
                </a:lnTo>
                <a:lnTo>
                  <a:pt x="1720089" y="34298"/>
                </a:lnTo>
                <a:lnTo>
                  <a:pt x="1718848" y="34284"/>
                </a:lnTo>
                <a:lnTo>
                  <a:pt x="1717984" y="34291"/>
                </a:lnTo>
                <a:lnTo>
                  <a:pt x="1717128" y="34312"/>
                </a:lnTo>
                <a:lnTo>
                  <a:pt x="1716282" y="34346"/>
                </a:lnTo>
                <a:lnTo>
                  <a:pt x="1715445" y="34394"/>
                </a:lnTo>
                <a:lnTo>
                  <a:pt x="1714616" y="34456"/>
                </a:lnTo>
                <a:lnTo>
                  <a:pt x="1713797" y="34531"/>
                </a:lnTo>
                <a:lnTo>
                  <a:pt x="1712987" y="34621"/>
                </a:lnTo>
                <a:lnTo>
                  <a:pt x="1712186" y="34724"/>
                </a:lnTo>
                <a:lnTo>
                  <a:pt x="1711394" y="34840"/>
                </a:lnTo>
                <a:lnTo>
                  <a:pt x="1710611" y="34970"/>
                </a:lnTo>
                <a:lnTo>
                  <a:pt x="1709837" y="35115"/>
                </a:lnTo>
                <a:lnTo>
                  <a:pt x="1709073" y="35272"/>
                </a:lnTo>
                <a:lnTo>
                  <a:pt x="1708317" y="35444"/>
                </a:lnTo>
                <a:lnTo>
                  <a:pt x="1707570" y="35629"/>
                </a:lnTo>
                <a:lnTo>
                  <a:pt x="1706832" y="35828"/>
                </a:lnTo>
                <a:lnTo>
                  <a:pt x="1706104" y="36041"/>
                </a:lnTo>
                <a:lnTo>
                  <a:pt x="1705384" y="36267"/>
                </a:lnTo>
                <a:lnTo>
                  <a:pt x="1704674" y="36507"/>
                </a:lnTo>
                <a:lnTo>
                  <a:pt x="1703972" y="36761"/>
                </a:lnTo>
                <a:lnTo>
                  <a:pt x="1703280" y="37028"/>
                </a:lnTo>
                <a:lnTo>
                  <a:pt x="1702596" y="37310"/>
                </a:lnTo>
                <a:lnTo>
                  <a:pt x="1701922" y="37605"/>
                </a:lnTo>
                <a:lnTo>
                  <a:pt x="1701257" y="37913"/>
                </a:lnTo>
                <a:lnTo>
                  <a:pt x="1700600" y="38236"/>
                </a:lnTo>
                <a:lnTo>
                  <a:pt x="1699955" y="38571"/>
                </a:lnTo>
                <a:lnTo>
                  <a:pt x="1699321" y="38918"/>
                </a:lnTo>
                <a:lnTo>
                  <a:pt x="1698699" y="39277"/>
                </a:lnTo>
                <a:lnTo>
                  <a:pt x="1698090" y="39649"/>
                </a:lnTo>
                <a:lnTo>
                  <a:pt x="1697492" y="40032"/>
                </a:lnTo>
                <a:lnTo>
                  <a:pt x="1696907" y="40428"/>
                </a:lnTo>
                <a:lnTo>
                  <a:pt x="1696334" y="40835"/>
                </a:lnTo>
                <a:lnTo>
                  <a:pt x="1695772" y="41255"/>
                </a:lnTo>
                <a:lnTo>
                  <a:pt x="1695223" y="41686"/>
                </a:lnTo>
                <a:lnTo>
                  <a:pt x="1694686" y="42130"/>
                </a:lnTo>
                <a:lnTo>
                  <a:pt x="1694161" y="42586"/>
                </a:lnTo>
                <a:lnTo>
                  <a:pt x="1693648" y="43054"/>
                </a:lnTo>
                <a:lnTo>
                  <a:pt x="1693147" y="43534"/>
                </a:lnTo>
                <a:lnTo>
                  <a:pt x="1692658" y="44026"/>
                </a:lnTo>
                <a:lnTo>
                  <a:pt x="1692181" y="44530"/>
                </a:lnTo>
                <a:lnTo>
                  <a:pt x="1691717" y="45046"/>
                </a:lnTo>
                <a:lnTo>
                  <a:pt x="1691264" y="45574"/>
                </a:lnTo>
                <a:lnTo>
                  <a:pt x="1690823" y="46115"/>
                </a:lnTo>
                <a:lnTo>
                  <a:pt x="1690395" y="46667"/>
                </a:lnTo>
                <a:lnTo>
                  <a:pt x="1689978" y="47232"/>
                </a:lnTo>
                <a:lnTo>
                  <a:pt x="1689574" y="47808"/>
                </a:lnTo>
                <a:lnTo>
                  <a:pt x="1689181" y="48397"/>
                </a:lnTo>
                <a:lnTo>
                  <a:pt x="1688801" y="48997"/>
                </a:lnTo>
                <a:lnTo>
                  <a:pt x="1688433" y="49610"/>
                </a:lnTo>
                <a:lnTo>
                  <a:pt x="1688078" y="50234"/>
                </a:lnTo>
                <a:lnTo>
                  <a:pt x="1687739" y="50869"/>
                </a:lnTo>
                <a:lnTo>
                  <a:pt x="1687415" y="51513"/>
                </a:lnTo>
                <a:lnTo>
                  <a:pt x="1687105" y="52169"/>
                </a:lnTo>
                <a:lnTo>
                  <a:pt x="1686811" y="52834"/>
                </a:lnTo>
                <a:lnTo>
                  <a:pt x="1686532" y="53510"/>
                </a:lnTo>
                <a:lnTo>
                  <a:pt x="1686268" y="54197"/>
                </a:lnTo>
                <a:lnTo>
                  <a:pt x="1686019" y="54894"/>
                </a:lnTo>
                <a:lnTo>
                  <a:pt x="1685785" y="55601"/>
                </a:lnTo>
                <a:lnTo>
                  <a:pt x="1685567" y="56319"/>
                </a:lnTo>
                <a:lnTo>
                  <a:pt x="1685363" y="57047"/>
                </a:lnTo>
                <a:lnTo>
                  <a:pt x="1685175" y="57786"/>
                </a:lnTo>
                <a:lnTo>
                  <a:pt x="1685001" y="58535"/>
                </a:lnTo>
                <a:lnTo>
                  <a:pt x="1684843" y="59294"/>
                </a:lnTo>
                <a:lnTo>
                  <a:pt x="1684699" y="60064"/>
                </a:lnTo>
                <a:lnTo>
                  <a:pt x="1684571" y="60845"/>
                </a:lnTo>
                <a:lnTo>
                  <a:pt x="1684458" y="61635"/>
                </a:lnTo>
                <a:lnTo>
                  <a:pt x="1684360" y="62437"/>
                </a:lnTo>
                <a:lnTo>
                  <a:pt x="1684277" y="63248"/>
                </a:lnTo>
                <a:lnTo>
                  <a:pt x="1684209" y="64070"/>
                </a:lnTo>
                <a:lnTo>
                  <a:pt x="1684156" y="64903"/>
                </a:lnTo>
                <a:lnTo>
                  <a:pt x="1684119" y="65745"/>
                </a:lnTo>
                <a:lnTo>
                  <a:pt x="1684096" y="66599"/>
                </a:lnTo>
                <a:lnTo>
                  <a:pt x="1684088" y="67462"/>
                </a:lnTo>
                <a:lnTo>
                  <a:pt x="1684088" y="91163"/>
                </a:lnTo>
                <a:lnTo>
                  <a:pt x="1684096" y="92014"/>
                </a:lnTo>
                <a:lnTo>
                  <a:pt x="1684119" y="92856"/>
                </a:lnTo>
                <a:lnTo>
                  <a:pt x="1684156" y="93688"/>
                </a:lnTo>
                <a:lnTo>
                  <a:pt x="1684209" y="94510"/>
                </a:lnTo>
                <a:lnTo>
                  <a:pt x="1684277" y="95323"/>
                </a:lnTo>
                <a:lnTo>
                  <a:pt x="1684360" y="96126"/>
                </a:lnTo>
                <a:lnTo>
                  <a:pt x="1684458" y="96919"/>
                </a:lnTo>
                <a:lnTo>
                  <a:pt x="1684571" y="97703"/>
                </a:lnTo>
                <a:lnTo>
                  <a:pt x="1684699" y="98477"/>
                </a:lnTo>
                <a:lnTo>
                  <a:pt x="1684843" y="99242"/>
                </a:lnTo>
                <a:lnTo>
                  <a:pt x="1685001" y="99997"/>
                </a:lnTo>
                <a:lnTo>
                  <a:pt x="1685175" y="100742"/>
                </a:lnTo>
                <a:lnTo>
                  <a:pt x="1685363" y="101478"/>
                </a:lnTo>
                <a:lnTo>
                  <a:pt x="1685567" y="102204"/>
                </a:lnTo>
                <a:lnTo>
                  <a:pt x="1685785" y="102921"/>
                </a:lnTo>
                <a:lnTo>
                  <a:pt x="1686019" y="103628"/>
                </a:lnTo>
                <a:lnTo>
                  <a:pt x="1686268" y="104325"/>
                </a:lnTo>
                <a:lnTo>
                  <a:pt x="1686532" y="105013"/>
                </a:lnTo>
                <a:lnTo>
                  <a:pt x="1686811" y="105691"/>
                </a:lnTo>
                <a:lnTo>
                  <a:pt x="1687105" y="106360"/>
                </a:lnTo>
                <a:lnTo>
                  <a:pt x="1687415" y="107019"/>
                </a:lnTo>
                <a:lnTo>
                  <a:pt x="1687739" y="107668"/>
                </a:lnTo>
                <a:lnTo>
                  <a:pt x="1688078" y="108308"/>
                </a:lnTo>
                <a:lnTo>
                  <a:pt x="1688433" y="108938"/>
                </a:lnTo>
                <a:lnTo>
                  <a:pt x="1688801" y="109558"/>
                </a:lnTo>
                <a:lnTo>
                  <a:pt x="1689181" y="110165"/>
                </a:lnTo>
                <a:lnTo>
                  <a:pt x="1689574" y="110759"/>
                </a:lnTo>
                <a:lnTo>
                  <a:pt x="1689978" y="111341"/>
                </a:lnTo>
                <a:lnTo>
                  <a:pt x="1690395" y="111911"/>
                </a:lnTo>
                <a:lnTo>
                  <a:pt x="1690823" y="112469"/>
                </a:lnTo>
                <a:lnTo>
                  <a:pt x="1691264" y="113014"/>
                </a:lnTo>
                <a:lnTo>
                  <a:pt x="1691717" y="113547"/>
                </a:lnTo>
                <a:lnTo>
                  <a:pt x="1692181" y="114067"/>
                </a:lnTo>
                <a:lnTo>
                  <a:pt x="1692658" y="114575"/>
                </a:lnTo>
                <a:lnTo>
                  <a:pt x="1693147" y="115071"/>
                </a:lnTo>
                <a:lnTo>
                  <a:pt x="1693648" y="115554"/>
                </a:lnTo>
                <a:lnTo>
                  <a:pt x="1694161" y="116025"/>
                </a:lnTo>
                <a:lnTo>
                  <a:pt x="1694686" y="116484"/>
                </a:lnTo>
                <a:lnTo>
                  <a:pt x="1695223" y="116931"/>
                </a:lnTo>
                <a:lnTo>
                  <a:pt x="1695772" y="117365"/>
                </a:lnTo>
                <a:lnTo>
                  <a:pt x="1696334" y="117786"/>
                </a:lnTo>
                <a:lnTo>
                  <a:pt x="1696907" y="118196"/>
                </a:lnTo>
                <a:lnTo>
                  <a:pt x="1697492" y="118593"/>
                </a:lnTo>
                <a:lnTo>
                  <a:pt x="1698090" y="118977"/>
                </a:lnTo>
                <a:lnTo>
                  <a:pt x="1698699" y="119350"/>
                </a:lnTo>
                <a:lnTo>
                  <a:pt x="1699321" y="119709"/>
                </a:lnTo>
                <a:lnTo>
                  <a:pt x="1699955" y="120057"/>
                </a:lnTo>
                <a:lnTo>
                  <a:pt x="1700600" y="120392"/>
                </a:lnTo>
                <a:lnTo>
                  <a:pt x="1701257" y="120715"/>
                </a:lnTo>
                <a:lnTo>
                  <a:pt x="1701922" y="121023"/>
                </a:lnTo>
                <a:lnTo>
                  <a:pt x="1702596" y="121318"/>
                </a:lnTo>
                <a:lnTo>
                  <a:pt x="1703280" y="121599"/>
                </a:lnTo>
                <a:lnTo>
                  <a:pt x="1703972" y="121866"/>
                </a:lnTo>
                <a:lnTo>
                  <a:pt x="1704674" y="122120"/>
                </a:lnTo>
                <a:lnTo>
                  <a:pt x="1705384" y="122360"/>
                </a:lnTo>
                <a:lnTo>
                  <a:pt x="1706104" y="122586"/>
                </a:lnTo>
                <a:lnTo>
                  <a:pt x="1706832" y="122799"/>
                </a:lnTo>
                <a:lnTo>
                  <a:pt x="1707570" y="122998"/>
                </a:lnTo>
                <a:lnTo>
                  <a:pt x="1708317" y="123183"/>
                </a:lnTo>
                <a:lnTo>
                  <a:pt x="1709073" y="123354"/>
                </a:lnTo>
                <a:lnTo>
                  <a:pt x="1709837" y="123512"/>
                </a:lnTo>
                <a:lnTo>
                  <a:pt x="1710611" y="123656"/>
                </a:lnTo>
                <a:lnTo>
                  <a:pt x="1711394" y="123786"/>
                </a:lnTo>
                <a:lnTo>
                  <a:pt x="1712186" y="123903"/>
                </a:lnTo>
                <a:lnTo>
                  <a:pt x="1712987" y="124005"/>
                </a:lnTo>
                <a:lnTo>
                  <a:pt x="1713797" y="124094"/>
                </a:lnTo>
                <a:lnTo>
                  <a:pt x="1714616" y="124170"/>
                </a:lnTo>
                <a:lnTo>
                  <a:pt x="1715445" y="124232"/>
                </a:lnTo>
                <a:lnTo>
                  <a:pt x="1716282" y="124280"/>
                </a:lnTo>
                <a:lnTo>
                  <a:pt x="1717128" y="124314"/>
                </a:lnTo>
                <a:lnTo>
                  <a:pt x="1717984" y="124334"/>
                </a:lnTo>
                <a:lnTo>
                  <a:pt x="1718848" y="124341"/>
                </a:lnTo>
                <a:lnTo>
                  <a:pt x="1720089" y="124327"/>
                </a:lnTo>
                <a:lnTo>
                  <a:pt x="1721310" y="124285"/>
                </a:lnTo>
                <a:lnTo>
                  <a:pt x="1722510" y="124215"/>
                </a:lnTo>
                <a:lnTo>
                  <a:pt x="1723691" y="124117"/>
                </a:lnTo>
                <a:lnTo>
                  <a:pt x="1724852" y="123992"/>
                </a:lnTo>
                <a:close/>
                <a:moveTo>
                  <a:pt x="1817910" y="124064"/>
                </a:moveTo>
                <a:lnTo>
                  <a:pt x="1818968" y="123941"/>
                </a:lnTo>
                <a:lnTo>
                  <a:pt x="1820010" y="123797"/>
                </a:lnTo>
                <a:lnTo>
                  <a:pt x="1821036" y="123630"/>
                </a:lnTo>
                <a:lnTo>
                  <a:pt x="1822046" y="123442"/>
                </a:lnTo>
                <a:lnTo>
                  <a:pt x="1823041" y="123230"/>
                </a:lnTo>
                <a:lnTo>
                  <a:pt x="1824019" y="122997"/>
                </a:lnTo>
                <a:lnTo>
                  <a:pt x="1824981" y="122742"/>
                </a:lnTo>
                <a:lnTo>
                  <a:pt x="1825928" y="122464"/>
                </a:lnTo>
                <a:lnTo>
                  <a:pt x="1826859" y="122164"/>
                </a:lnTo>
                <a:lnTo>
                  <a:pt x="1827773" y="121842"/>
                </a:lnTo>
                <a:lnTo>
                  <a:pt x="1828672" y="121498"/>
                </a:lnTo>
                <a:lnTo>
                  <a:pt x="1829555" y="121131"/>
                </a:lnTo>
                <a:lnTo>
                  <a:pt x="1830422" y="120742"/>
                </a:lnTo>
                <a:lnTo>
                  <a:pt x="1831273" y="120331"/>
                </a:lnTo>
                <a:lnTo>
                  <a:pt x="1832108" y="119898"/>
                </a:lnTo>
                <a:lnTo>
                  <a:pt x="1832928" y="119443"/>
                </a:lnTo>
                <a:lnTo>
                  <a:pt x="1833731" y="118965"/>
                </a:lnTo>
                <a:lnTo>
                  <a:pt x="1834519" y="118465"/>
                </a:lnTo>
                <a:lnTo>
                  <a:pt x="1835290" y="117943"/>
                </a:lnTo>
                <a:lnTo>
                  <a:pt x="1836041" y="117402"/>
                </a:lnTo>
                <a:lnTo>
                  <a:pt x="1836764" y="116845"/>
                </a:lnTo>
                <a:lnTo>
                  <a:pt x="1837461" y="116273"/>
                </a:lnTo>
                <a:lnTo>
                  <a:pt x="1838130" y="115685"/>
                </a:lnTo>
                <a:lnTo>
                  <a:pt x="1838773" y="115081"/>
                </a:lnTo>
                <a:lnTo>
                  <a:pt x="1839389" y="114462"/>
                </a:lnTo>
                <a:lnTo>
                  <a:pt x="1839978" y="113827"/>
                </a:lnTo>
                <a:lnTo>
                  <a:pt x="1840540" y="113177"/>
                </a:lnTo>
                <a:lnTo>
                  <a:pt x="1841075" y="112511"/>
                </a:lnTo>
                <a:lnTo>
                  <a:pt x="1841584" y="111829"/>
                </a:lnTo>
                <a:lnTo>
                  <a:pt x="1842065" y="111132"/>
                </a:lnTo>
                <a:lnTo>
                  <a:pt x="1842520" y="110419"/>
                </a:lnTo>
                <a:lnTo>
                  <a:pt x="1842947" y="109690"/>
                </a:lnTo>
                <a:lnTo>
                  <a:pt x="1843348" y="108946"/>
                </a:lnTo>
                <a:lnTo>
                  <a:pt x="1843722" y="108186"/>
                </a:lnTo>
                <a:lnTo>
                  <a:pt x="1844069" y="107410"/>
                </a:lnTo>
                <a:lnTo>
                  <a:pt x="1844389" y="106619"/>
                </a:lnTo>
                <a:lnTo>
                  <a:pt x="1844682" y="105812"/>
                </a:lnTo>
                <a:lnTo>
                  <a:pt x="1844948" y="104990"/>
                </a:lnTo>
                <a:lnTo>
                  <a:pt x="1845188" y="104152"/>
                </a:lnTo>
                <a:lnTo>
                  <a:pt x="1845400" y="103298"/>
                </a:lnTo>
                <a:lnTo>
                  <a:pt x="1845586" y="102428"/>
                </a:lnTo>
                <a:lnTo>
                  <a:pt x="1845744" y="101543"/>
                </a:lnTo>
                <a:lnTo>
                  <a:pt x="1845876" y="100643"/>
                </a:lnTo>
                <a:lnTo>
                  <a:pt x="1831657" y="100643"/>
                </a:lnTo>
                <a:lnTo>
                  <a:pt x="1831558" y="101074"/>
                </a:lnTo>
                <a:lnTo>
                  <a:pt x="1831445" y="101497"/>
                </a:lnTo>
                <a:lnTo>
                  <a:pt x="1831317" y="101913"/>
                </a:lnTo>
                <a:lnTo>
                  <a:pt x="1831176" y="102322"/>
                </a:lnTo>
                <a:lnTo>
                  <a:pt x="1831021" y="102723"/>
                </a:lnTo>
                <a:lnTo>
                  <a:pt x="1830852" y="103117"/>
                </a:lnTo>
                <a:lnTo>
                  <a:pt x="1830669" y="103503"/>
                </a:lnTo>
                <a:lnTo>
                  <a:pt x="1830472" y="103882"/>
                </a:lnTo>
                <a:lnTo>
                  <a:pt x="1830261" y="104254"/>
                </a:lnTo>
                <a:lnTo>
                  <a:pt x="1830036" y="104618"/>
                </a:lnTo>
                <a:lnTo>
                  <a:pt x="1829796" y="104975"/>
                </a:lnTo>
                <a:lnTo>
                  <a:pt x="1829543" y="105324"/>
                </a:lnTo>
                <a:lnTo>
                  <a:pt x="1829276" y="105666"/>
                </a:lnTo>
                <a:lnTo>
                  <a:pt x="1828995" y="106000"/>
                </a:lnTo>
                <a:lnTo>
                  <a:pt x="1828700" y="106328"/>
                </a:lnTo>
                <a:lnTo>
                  <a:pt x="1828391" y="106647"/>
                </a:lnTo>
                <a:lnTo>
                  <a:pt x="1828068" y="106960"/>
                </a:lnTo>
                <a:lnTo>
                  <a:pt x="1827731" y="107265"/>
                </a:lnTo>
                <a:lnTo>
                  <a:pt x="1827380" y="107562"/>
                </a:lnTo>
                <a:lnTo>
                  <a:pt x="1827015" y="107852"/>
                </a:lnTo>
                <a:lnTo>
                  <a:pt x="1826636" y="108135"/>
                </a:lnTo>
                <a:lnTo>
                  <a:pt x="1826243" y="108410"/>
                </a:lnTo>
                <a:lnTo>
                  <a:pt x="1825836" y="108678"/>
                </a:lnTo>
                <a:lnTo>
                  <a:pt x="1825415" y="108938"/>
                </a:lnTo>
                <a:lnTo>
                  <a:pt x="1824983" y="109190"/>
                </a:lnTo>
                <a:lnTo>
                  <a:pt x="1824541" y="109431"/>
                </a:lnTo>
                <a:lnTo>
                  <a:pt x="1824089" y="109661"/>
                </a:lnTo>
                <a:lnTo>
                  <a:pt x="1823628" y="109880"/>
                </a:lnTo>
                <a:lnTo>
                  <a:pt x="1823157" y="110088"/>
                </a:lnTo>
                <a:lnTo>
                  <a:pt x="1822676" y="110286"/>
                </a:lnTo>
                <a:lnTo>
                  <a:pt x="1822186" y="110474"/>
                </a:lnTo>
                <a:lnTo>
                  <a:pt x="1821686" y="110650"/>
                </a:lnTo>
                <a:lnTo>
                  <a:pt x="1821177" y="110816"/>
                </a:lnTo>
                <a:lnTo>
                  <a:pt x="1820658" y="110971"/>
                </a:lnTo>
                <a:lnTo>
                  <a:pt x="1820129" y="111116"/>
                </a:lnTo>
                <a:lnTo>
                  <a:pt x="1819591" y="111249"/>
                </a:lnTo>
                <a:lnTo>
                  <a:pt x="1819043" y="111372"/>
                </a:lnTo>
                <a:lnTo>
                  <a:pt x="1818486" y="111485"/>
                </a:lnTo>
                <a:lnTo>
                  <a:pt x="1817918" y="111586"/>
                </a:lnTo>
                <a:lnTo>
                  <a:pt x="1817342" y="111677"/>
                </a:lnTo>
                <a:lnTo>
                  <a:pt x="1816756" y="111757"/>
                </a:lnTo>
                <a:lnTo>
                  <a:pt x="1816160" y="111827"/>
                </a:lnTo>
                <a:lnTo>
                  <a:pt x="1815554" y="111886"/>
                </a:lnTo>
                <a:lnTo>
                  <a:pt x="1814939" y="111934"/>
                </a:lnTo>
                <a:lnTo>
                  <a:pt x="1814314" y="111971"/>
                </a:lnTo>
                <a:lnTo>
                  <a:pt x="1813680" y="111998"/>
                </a:lnTo>
                <a:lnTo>
                  <a:pt x="1813036" y="112014"/>
                </a:lnTo>
                <a:lnTo>
                  <a:pt x="1812382" y="112019"/>
                </a:lnTo>
                <a:lnTo>
                  <a:pt x="1811625" y="112010"/>
                </a:lnTo>
                <a:lnTo>
                  <a:pt x="1810880" y="111981"/>
                </a:lnTo>
                <a:lnTo>
                  <a:pt x="1810148" y="111932"/>
                </a:lnTo>
                <a:lnTo>
                  <a:pt x="1809429" y="111864"/>
                </a:lnTo>
                <a:lnTo>
                  <a:pt x="1808722" y="111776"/>
                </a:lnTo>
                <a:lnTo>
                  <a:pt x="1808028" y="111669"/>
                </a:lnTo>
                <a:lnTo>
                  <a:pt x="1807346" y="111542"/>
                </a:lnTo>
                <a:lnTo>
                  <a:pt x="1806677" y="111396"/>
                </a:lnTo>
                <a:lnTo>
                  <a:pt x="1806021" y="111231"/>
                </a:lnTo>
                <a:lnTo>
                  <a:pt x="1805377" y="111046"/>
                </a:lnTo>
                <a:lnTo>
                  <a:pt x="1804746" y="110841"/>
                </a:lnTo>
                <a:lnTo>
                  <a:pt x="1804127" y="110617"/>
                </a:lnTo>
                <a:lnTo>
                  <a:pt x="1803521" y="110373"/>
                </a:lnTo>
                <a:lnTo>
                  <a:pt x="1802928" y="110111"/>
                </a:lnTo>
                <a:lnTo>
                  <a:pt x="1802347" y="109828"/>
                </a:lnTo>
                <a:lnTo>
                  <a:pt x="1801779" y="109526"/>
                </a:lnTo>
                <a:lnTo>
                  <a:pt x="1801224" y="109205"/>
                </a:lnTo>
                <a:lnTo>
                  <a:pt x="1800681" y="108864"/>
                </a:lnTo>
                <a:lnTo>
                  <a:pt x="1800150" y="108503"/>
                </a:lnTo>
                <a:lnTo>
                  <a:pt x="1799633" y="108124"/>
                </a:lnTo>
                <a:lnTo>
                  <a:pt x="1799128" y="107724"/>
                </a:lnTo>
                <a:lnTo>
                  <a:pt x="1798635" y="107306"/>
                </a:lnTo>
                <a:lnTo>
                  <a:pt x="1798156" y="106867"/>
                </a:lnTo>
                <a:lnTo>
                  <a:pt x="1797688" y="106409"/>
                </a:lnTo>
                <a:lnTo>
                  <a:pt x="1797237" y="105935"/>
                </a:lnTo>
                <a:lnTo>
                  <a:pt x="1796805" y="105447"/>
                </a:lnTo>
                <a:lnTo>
                  <a:pt x="1796392" y="104944"/>
                </a:lnTo>
                <a:lnTo>
                  <a:pt x="1795999" y="104428"/>
                </a:lnTo>
                <a:lnTo>
                  <a:pt x="1795624" y="103897"/>
                </a:lnTo>
                <a:lnTo>
                  <a:pt x="1795269" y="103353"/>
                </a:lnTo>
                <a:lnTo>
                  <a:pt x="1794933" y="102794"/>
                </a:lnTo>
                <a:lnTo>
                  <a:pt x="1794616" y="102222"/>
                </a:lnTo>
                <a:lnTo>
                  <a:pt x="1794318" y="101636"/>
                </a:lnTo>
                <a:lnTo>
                  <a:pt x="1794040" y="101035"/>
                </a:lnTo>
                <a:lnTo>
                  <a:pt x="1793781" y="100421"/>
                </a:lnTo>
                <a:lnTo>
                  <a:pt x="1793541" y="99793"/>
                </a:lnTo>
                <a:lnTo>
                  <a:pt x="1793320" y="99151"/>
                </a:lnTo>
                <a:lnTo>
                  <a:pt x="1793118" y="98494"/>
                </a:lnTo>
                <a:lnTo>
                  <a:pt x="1792936" y="97824"/>
                </a:lnTo>
                <a:lnTo>
                  <a:pt x="1792772" y="97140"/>
                </a:lnTo>
                <a:lnTo>
                  <a:pt x="1792628" y="96442"/>
                </a:lnTo>
                <a:lnTo>
                  <a:pt x="1792504" y="95730"/>
                </a:lnTo>
                <a:lnTo>
                  <a:pt x="1792398" y="95004"/>
                </a:lnTo>
                <a:lnTo>
                  <a:pt x="1792312" y="94264"/>
                </a:lnTo>
                <a:lnTo>
                  <a:pt x="1792244" y="93509"/>
                </a:lnTo>
                <a:lnTo>
                  <a:pt x="1792196" y="92741"/>
                </a:lnTo>
                <a:lnTo>
                  <a:pt x="1792168" y="91959"/>
                </a:lnTo>
                <a:lnTo>
                  <a:pt x="1792158" y="91163"/>
                </a:lnTo>
                <a:lnTo>
                  <a:pt x="1792158" y="82947"/>
                </a:lnTo>
                <a:lnTo>
                  <a:pt x="1846510" y="82947"/>
                </a:lnTo>
                <a:lnTo>
                  <a:pt x="1846510" y="67462"/>
                </a:lnTo>
                <a:lnTo>
                  <a:pt x="1846503" y="66624"/>
                </a:lnTo>
                <a:lnTo>
                  <a:pt x="1846481" y="65796"/>
                </a:lnTo>
                <a:lnTo>
                  <a:pt x="1846444" y="64977"/>
                </a:lnTo>
                <a:lnTo>
                  <a:pt x="1846392" y="64167"/>
                </a:lnTo>
                <a:lnTo>
                  <a:pt x="1846325" y="63366"/>
                </a:lnTo>
                <a:lnTo>
                  <a:pt x="1846244" y="62575"/>
                </a:lnTo>
                <a:lnTo>
                  <a:pt x="1846147" y="61793"/>
                </a:lnTo>
                <a:lnTo>
                  <a:pt x="1846036" y="61020"/>
                </a:lnTo>
                <a:lnTo>
                  <a:pt x="1845910" y="60257"/>
                </a:lnTo>
                <a:lnTo>
                  <a:pt x="1845769" y="59503"/>
                </a:lnTo>
                <a:lnTo>
                  <a:pt x="1845614" y="58758"/>
                </a:lnTo>
                <a:lnTo>
                  <a:pt x="1845443" y="58023"/>
                </a:lnTo>
                <a:lnTo>
                  <a:pt x="1845258" y="57297"/>
                </a:lnTo>
                <a:lnTo>
                  <a:pt x="1845058" y="56580"/>
                </a:lnTo>
                <a:lnTo>
                  <a:pt x="1844843" y="55873"/>
                </a:lnTo>
                <a:lnTo>
                  <a:pt x="1844614" y="55175"/>
                </a:lnTo>
                <a:lnTo>
                  <a:pt x="1844369" y="54486"/>
                </a:lnTo>
                <a:lnTo>
                  <a:pt x="1844110" y="53807"/>
                </a:lnTo>
                <a:lnTo>
                  <a:pt x="1843836" y="53136"/>
                </a:lnTo>
                <a:lnTo>
                  <a:pt x="1843547" y="52476"/>
                </a:lnTo>
                <a:lnTo>
                  <a:pt x="1843243" y="51824"/>
                </a:lnTo>
                <a:lnTo>
                  <a:pt x="1842925" y="51182"/>
                </a:lnTo>
                <a:lnTo>
                  <a:pt x="1842591" y="50549"/>
                </a:lnTo>
                <a:lnTo>
                  <a:pt x="1842243" y="49926"/>
                </a:lnTo>
                <a:lnTo>
                  <a:pt x="1841882" y="49313"/>
                </a:lnTo>
                <a:lnTo>
                  <a:pt x="1841509" y="48711"/>
                </a:lnTo>
                <a:lnTo>
                  <a:pt x="1841124" y="48121"/>
                </a:lnTo>
                <a:lnTo>
                  <a:pt x="1840727" y="47543"/>
                </a:lnTo>
                <a:lnTo>
                  <a:pt x="1840319" y="46976"/>
                </a:lnTo>
                <a:lnTo>
                  <a:pt x="1839898" y="46421"/>
                </a:lnTo>
                <a:lnTo>
                  <a:pt x="1839466" y="45877"/>
                </a:lnTo>
                <a:lnTo>
                  <a:pt x="1839022" y="45344"/>
                </a:lnTo>
                <a:lnTo>
                  <a:pt x="1838566" y="44823"/>
                </a:lnTo>
                <a:lnTo>
                  <a:pt x="1838099" y="44314"/>
                </a:lnTo>
                <a:lnTo>
                  <a:pt x="1837620" y="43816"/>
                </a:lnTo>
                <a:lnTo>
                  <a:pt x="1837128" y="43330"/>
                </a:lnTo>
                <a:lnTo>
                  <a:pt x="1836626" y="42855"/>
                </a:lnTo>
                <a:lnTo>
                  <a:pt x="1836111" y="42392"/>
                </a:lnTo>
                <a:lnTo>
                  <a:pt x="1835584" y="41940"/>
                </a:lnTo>
                <a:lnTo>
                  <a:pt x="1835046" y="41500"/>
                </a:lnTo>
                <a:lnTo>
                  <a:pt x="1834496" y="41071"/>
                </a:lnTo>
                <a:lnTo>
                  <a:pt x="1833934" y="40654"/>
                </a:lnTo>
                <a:lnTo>
                  <a:pt x="1833360" y="40248"/>
                </a:lnTo>
                <a:lnTo>
                  <a:pt x="1832775" y="39854"/>
                </a:lnTo>
                <a:lnTo>
                  <a:pt x="1832177" y="39471"/>
                </a:lnTo>
                <a:lnTo>
                  <a:pt x="1831568" y="39100"/>
                </a:lnTo>
                <a:lnTo>
                  <a:pt x="1830947" y="38741"/>
                </a:lnTo>
                <a:lnTo>
                  <a:pt x="1830314" y="38393"/>
                </a:lnTo>
                <a:lnTo>
                  <a:pt x="1829671" y="38057"/>
                </a:lnTo>
                <a:lnTo>
                  <a:pt x="1829019" y="37736"/>
                </a:lnTo>
                <a:lnTo>
                  <a:pt x="1828358" y="37430"/>
                </a:lnTo>
                <a:lnTo>
                  <a:pt x="1827688" y="37137"/>
                </a:lnTo>
                <a:lnTo>
                  <a:pt x="1827009" y="36859"/>
                </a:lnTo>
                <a:lnTo>
                  <a:pt x="1826320" y="36595"/>
                </a:lnTo>
                <a:lnTo>
                  <a:pt x="1825623" y="36346"/>
                </a:lnTo>
                <a:lnTo>
                  <a:pt x="1824917" y="36110"/>
                </a:lnTo>
                <a:lnTo>
                  <a:pt x="1824201" y="35889"/>
                </a:lnTo>
                <a:lnTo>
                  <a:pt x="1823477" y="35682"/>
                </a:lnTo>
                <a:lnTo>
                  <a:pt x="1822743" y="35490"/>
                </a:lnTo>
                <a:lnTo>
                  <a:pt x="1822000" y="35312"/>
                </a:lnTo>
                <a:lnTo>
                  <a:pt x="1821249" y="35147"/>
                </a:lnTo>
                <a:lnTo>
                  <a:pt x="1820488" y="34998"/>
                </a:lnTo>
                <a:lnTo>
                  <a:pt x="1819718" y="34862"/>
                </a:lnTo>
                <a:lnTo>
                  <a:pt x="1818939" y="34741"/>
                </a:lnTo>
                <a:lnTo>
                  <a:pt x="1818151" y="34634"/>
                </a:lnTo>
                <a:lnTo>
                  <a:pt x="1817354" y="34541"/>
                </a:lnTo>
                <a:lnTo>
                  <a:pt x="1816548" y="34463"/>
                </a:lnTo>
                <a:lnTo>
                  <a:pt x="1815733" y="34399"/>
                </a:lnTo>
                <a:lnTo>
                  <a:pt x="1814909" y="34349"/>
                </a:lnTo>
                <a:lnTo>
                  <a:pt x="1814076" y="34313"/>
                </a:lnTo>
                <a:lnTo>
                  <a:pt x="1813234" y="34292"/>
                </a:lnTo>
                <a:lnTo>
                  <a:pt x="1812382" y="34284"/>
                </a:lnTo>
                <a:lnTo>
                  <a:pt x="1811531" y="34292"/>
                </a:lnTo>
                <a:lnTo>
                  <a:pt x="1810689" y="34314"/>
                </a:lnTo>
                <a:lnTo>
                  <a:pt x="1809856" y="34350"/>
                </a:lnTo>
                <a:lnTo>
                  <a:pt x="1809031" y="34401"/>
                </a:lnTo>
                <a:lnTo>
                  <a:pt x="1808216" y="34466"/>
                </a:lnTo>
                <a:lnTo>
                  <a:pt x="1807410" y="34546"/>
                </a:lnTo>
                <a:lnTo>
                  <a:pt x="1806613" y="34641"/>
                </a:lnTo>
                <a:lnTo>
                  <a:pt x="1805825" y="34750"/>
                </a:lnTo>
                <a:lnTo>
                  <a:pt x="1805046" y="34873"/>
                </a:lnTo>
                <a:lnTo>
                  <a:pt x="1804276" y="35012"/>
                </a:lnTo>
                <a:lnTo>
                  <a:pt x="1803516" y="35164"/>
                </a:lnTo>
                <a:lnTo>
                  <a:pt x="1802764" y="35331"/>
                </a:lnTo>
                <a:lnTo>
                  <a:pt x="1802021" y="35513"/>
                </a:lnTo>
                <a:lnTo>
                  <a:pt x="1801287" y="35709"/>
                </a:lnTo>
                <a:lnTo>
                  <a:pt x="1800563" y="35920"/>
                </a:lnTo>
                <a:lnTo>
                  <a:pt x="1799847" y="36146"/>
                </a:lnTo>
                <a:lnTo>
                  <a:pt x="1799141" y="36386"/>
                </a:lnTo>
                <a:lnTo>
                  <a:pt x="1798443" y="36640"/>
                </a:lnTo>
                <a:lnTo>
                  <a:pt x="1797755" y="36909"/>
                </a:lnTo>
                <a:lnTo>
                  <a:pt x="1797075" y="37193"/>
                </a:lnTo>
                <a:lnTo>
                  <a:pt x="1796405" y="37491"/>
                </a:lnTo>
                <a:lnTo>
                  <a:pt x="1795744" y="37803"/>
                </a:lnTo>
                <a:lnTo>
                  <a:pt x="1795091" y="38130"/>
                </a:lnTo>
                <a:lnTo>
                  <a:pt x="1794448" y="38472"/>
                </a:lnTo>
                <a:lnTo>
                  <a:pt x="1793816" y="38827"/>
                </a:lnTo>
                <a:lnTo>
                  <a:pt x="1793195" y="39194"/>
                </a:lnTo>
                <a:lnTo>
                  <a:pt x="1792586" y="39574"/>
                </a:lnTo>
                <a:lnTo>
                  <a:pt x="1791989" y="39966"/>
                </a:lnTo>
                <a:lnTo>
                  <a:pt x="1791403" y="40370"/>
                </a:lnTo>
                <a:lnTo>
                  <a:pt x="1790830" y="40787"/>
                </a:lnTo>
                <a:lnTo>
                  <a:pt x="1790268" y="41216"/>
                </a:lnTo>
                <a:lnTo>
                  <a:pt x="1789718" y="41658"/>
                </a:lnTo>
                <a:lnTo>
                  <a:pt x="1789179" y="42111"/>
                </a:lnTo>
                <a:lnTo>
                  <a:pt x="1788653" y="42578"/>
                </a:lnTo>
                <a:lnTo>
                  <a:pt x="1788138" y="43056"/>
                </a:lnTo>
                <a:lnTo>
                  <a:pt x="1787635" y="43547"/>
                </a:lnTo>
                <a:lnTo>
                  <a:pt x="1787144" y="44050"/>
                </a:lnTo>
                <a:lnTo>
                  <a:pt x="1786665" y="44566"/>
                </a:lnTo>
                <a:lnTo>
                  <a:pt x="1786197" y="45094"/>
                </a:lnTo>
                <a:lnTo>
                  <a:pt x="1785741" y="45634"/>
                </a:lnTo>
                <a:lnTo>
                  <a:pt x="1785297" y="46187"/>
                </a:lnTo>
                <a:lnTo>
                  <a:pt x="1784865" y="46752"/>
                </a:lnTo>
                <a:lnTo>
                  <a:pt x="1784445" y="47329"/>
                </a:lnTo>
                <a:lnTo>
                  <a:pt x="1784036" y="47919"/>
                </a:lnTo>
                <a:lnTo>
                  <a:pt x="1783639" y="48521"/>
                </a:lnTo>
                <a:lnTo>
                  <a:pt x="1783254" y="49135"/>
                </a:lnTo>
                <a:lnTo>
                  <a:pt x="1782881" y="49762"/>
                </a:lnTo>
                <a:lnTo>
                  <a:pt x="1782519" y="50401"/>
                </a:lnTo>
                <a:lnTo>
                  <a:pt x="1782171" y="51052"/>
                </a:lnTo>
                <a:lnTo>
                  <a:pt x="1781838" y="51713"/>
                </a:lnTo>
                <a:lnTo>
                  <a:pt x="1781520" y="52386"/>
                </a:lnTo>
                <a:lnTo>
                  <a:pt x="1781216" y="53069"/>
                </a:lnTo>
                <a:lnTo>
                  <a:pt x="1780928" y="53764"/>
                </a:lnTo>
                <a:lnTo>
                  <a:pt x="1780654" y="54469"/>
                </a:lnTo>
                <a:lnTo>
                  <a:pt x="1780394" y="55186"/>
                </a:lnTo>
                <a:lnTo>
                  <a:pt x="1780150" y="55913"/>
                </a:lnTo>
                <a:lnTo>
                  <a:pt x="1779921" y="56651"/>
                </a:lnTo>
                <a:lnTo>
                  <a:pt x="1779706" y="57401"/>
                </a:lnTo>
                <a:lnTo>
                  <a:pt x="1779506" y="58161"/>
                </a:lnTo>
                <a:lnTo>
                  <a:pt x="1779321" y="58932"/>
                </a:lnTo>
                <a:lnTo>
                  <a:pt x="1779151" y="59715"/>
                </a:lnTo>
                <a:lnTo>
                  <a:pt x="1778995" y="60508"/>
                </a:lnTo>
                <a:lnTo>
                  <a:pt x="1778854" y="61312"/>
                </a:lnTo>
                <a:lnTo>
                  <a:pt x="1778729" y="62127"/>
                </a:lnTo>
                <a:lnTo>
                  <a:pt x="1778617" y="62953"/>
                </a:lnTo>
                <a:lnTo>
                  <a:pt x="1778521" y="63791"/>
                </a:lnTo>
                <a:lnTo>
                  <a:pt x="1778440" y="64639"/>
                </a:lnTo>
                <a:lnTo>
                  <a:pt x="1778373" y="65498"/>
                </a:lnTo>
                <a:lnTo>
                  <a:pt x="1778321" y="66368"/>
                </a:lnTo>
                <a:lnTo>
                  <a:pt x="1778284" y="67249"/>
                </a:lnTo>
                <a:lnTo>
                  <a:pt x="1778262" y="68141"/>
                </a:lnTo>
                <a:lnTo>
                  <a:pt x="1778255" y="69044"/>
                </a:lnTo>
                <a:lnTo>
                  <a:pt x="1778255" y="89582"/>
                </a:lnTo>
                <a:lnTo>
                  <a:pt x="1778262" y="90472"/>
                </a:lnTo>
                <a:lnTo>
                  <a:pt x="1778284" y="91352"/>
                </a:lnTo>
                <a:lnTo>
                  <a:pt x="1778321" y="92222"/>
                </a:lnTo>
                <a:lnTo>
                  <a:pt x="1778373" y="93082"/>
                </a:lnTo>
                <a:lnTo>
                  <a:pt x="1778440" y="93932"/>
                </a:lnTo>
                <a:lnTo>
                  <a:pt x="1778521" y="94772"/>
                </a:lnTo>
                <a:lnTo>
                  <a:pt x="1778617" y="95601"/>
                </a:lnTo>
                <a:lnTo>
                  <a:pt x="1778729" y="96420"/>
                </a:lnTo>
                <a:lnTo>
                  <a:pt x="1778854" y="97229"/>
                </a:lnTo>
                <a:lnTo>
                  <a:pt x="1778995" y="98028"/>
                </a:lnTo>
                <a:lnTo>
                  <a:pt x="1779151" y="98817"/>
                </a:lnTo>
                <a:lnTo>
                  <a:pt x="1779321" y="99596"/>
                </a:lnTo>
                <a:lnTo>
                  <a:pt x="1779506" y="100364"/>
                </a:lnTo>
                <a:lnTo>
                  <a:pt x="1779706" y="101123"/>
                </a:lnTo>
                <a:lnTo>
                  <a:pt x="1779921" y="101871"/>
                </a:lnTo>
                <a:lnTo>
                  <a:pt x="1780150" y="102609"/>
                </a:lnTo>
                <a:lnTo>
                  <a:pt x="1780394" y="103337"/>
                </a:lnTo>
                <a:lnTo>
                  <a:pt x="1780654" y="104055"/>
                </a:lnTo>
                <a:lnTo>
                  <a:pt x="1780928" y="104762"/>
                </a:lnTo>
                <a:lnTo>
                  <a:pt x="1781216" y="105460"/>
                </a:lnTo>
                <a:lnTo>
                  <a:pt x="1781520" y="106147"/>
                </a:lnTo>
                <a:lnTo>
                  <a:pt x="1781838" y="106824"/>
                </a:lnTo>
                <a:lnTo>
                  <a:pt x="1782171" y="107491"/>
                </a:lnTo>
                <a:lnTo>
                  <a:pt x="1782519" y="108148"/>
                </a:lnTo>
                <a:lnTo>
                  <a:pt x="1782881" y="108793"/>
                </a:lnTo>
                <a:lnTo>
                  <a:pt x="1783254" y="109426"/>
                </a:lnTo>
                <a:lnTo>
                  <a:pt x="1783639" y="110046"/>
                </a:lnTo>
                <a:lnTo>
                  <a:pt x="1784036" y="110654"/>
                </a:lnTo>
                <a:lnTo>
                  <a:pt x="1784445" y="111249"/>
                </a:lnTo>
                <a:lnTo>
                  <a:pt x="1784865" y="111831"/>
                </a:lnTo>
                <a:lnTo>
                  <a:pt x="1785297" y="112401"/>
                </a:lnTo>
                <a:lnTo>
                  <a:pt x="1785741" y="112958"/>
                </a:lnTo>
                <a:lnTo>
                  <a:pt x="1786197" y="113502"/>
                </a:lnTo>
                <a:lnTo>
                  <a:pt x="1786665" y="114034"/>
                </a:lnTo>
                <a:lnTo>
                  <a:pt x="1787144" y="114554"/>
                </a:lnTo>
                <a:lnTo>
                  <a:pt x="1787635" y="115060"/>
                </a:lnTo>
                <a:lnTo>
                  <a:pt x="1788138" y="115554"/>
                </a:lnTo>
                <a:lnTo>
                  <a:pt x="1788653" y="116036"/>
                </a:lnTo>
                <a:lnTo>
                  <a:pt x="1789179" y="116504"/>
                </a:lnTo>
                <a:lnTo>
                  <a:pt x="1789718" y="116961"/>
                </a:lnTo>
                <a:lnTo>
                  <a:pt x="1790268" y="117404"/>
                </a:lnTo>
                <a:lnTo>
                  <a:pt x="1790830" y="117835"/>
                </a:lnTo>
                <a:lnTo>
                  <a:pt x="1791403" y="118254"/>
                </a:lnTo>
                <a:lnTo>
                  <a:pt x="1791989" y="118659"/>
                </a:lnTo>
                <a:lnTo>
                  <a:pt x="1792586" y="119052"/>
                </a:lnTo>
                <a:lnTo>
                  <a:pt x="1793195" y="119433"/>
                </a:lnTo>
                <a:lnTo>
                  <a:pt x="1793816" y="119801"/>
                </a:lnTo>
                <a:lnTo>
                  <a:pt x="1794448" y="120156"/>
                </a:lnTo>
                <a:lnTo>
                  <a:pt x="1795091" y="120498"/>
                </a:lnTo>
                <a:lnTo>
                  <a:pt x="1795744" y="120825"/>
                </a:lnTo>
                <a:lnTo>
                  <a:pt x="1796405" y="121137"/>
                </a:lnTo>
                <a:lnTo>
                  <a:pt x="1797075" y="121435"/>
                </a:lnTo>
                <a:lnTo>
                  <a:pt x="1797755" y="121718"/>
                </a:lnTo>
                <a:lnTo>
                  <a:pt x="1798443" y="121987"/>
                </a:lnTo>
                <a:lnTo>
                  <a:pt x="1799141" y="122241"/>
                </a:lnTo>
                <a:lnTo>
                  <a:pt x="1799847" y="122481"/>
                </a:lnTo>
                <a:lnTo>
                  <a:pt x="1800563" y="122706"/>
                </a:lnTo>
                <a:lnTo>
                  <a:pt x="1801287" y="122917"/>
                </a:lnTo>
                <a:lnTo>
                  <a:pt x="1802021" y="123113"/>
                </a:lnTo>
                <a:lnTo>
                  <a:pt x="1802764" y="123295"/>
                </a:lnTo>
                <a:lnTo>
                  <a:pt x="1803516" y="123462"/>
                </a:lnTo>
                <a:lnTo>
                  <a:pt x="1804276" y="123615"/>
                </a:lnTo>
                <a:lnTo>
                  <a:pt x="1805046" y="123753"/>
                </a:lnTo>
                <a:lnTo>
                  <a:pt x="1805825" y="123876"/>
                </a:lnTo>
                <a:lnTo>
                  <a:pt x="1806613" y="123985"/>
                </a:lnTo>
                <a:lnTo>
                  <a:pt x="1807410" y="124080"/>
                </a:lnTo>
                <a:lnTo>
                  <a:pt x="1808216" y="124160"/>
                </a:lnTo>
                <a:lnTo>
                  <a:pt x="1809031" y="124225"/>
                </a:lnTo>
                <a:lnTo>
                  <a:pt x="1809856" y="124276"/>
                </a:lnTo>
                <a:lnTo>
                  <a:pt x="1810689" y="124312"/>
                </a:lnTo>
                <a:lnTo>
                  <a:pt x="1811531" y="124334"/>
                </a:lnTo>
                <a:lnTo>
                  <a:pt x="1812382" y="124341"/>
                </a:lnTo>
                <a:lnTo>
                  <a:pt x="1813520" y="124330"/>
                </a:lnTo>
                <a:lnTo>
                  <a:pt x="1814641" y="124297"/>
                </a:lnTo>
                <a:lnTo>
                  <a:pt x="1815747" y="124241"/>
                </a:lnTo>
                <a:lnTo>
                  <a:pt x="1816837" y="124164"/>
                </a:lnTo>
                <a:lnTo>
                  <a:pt x="1817910" y="124064"/>
                </a:lnTo>
                <a:close/>
                <a:moveTo>
                  <a:pt x="1792195" y="65783"/>
                </a:moveTo>
                <a:lnTo>
                  <a:pt x="1792241" y="64968"/>
                </a:lnTo>
                <a:lnTo>
                  <a:pt x="1792305" y="64169"/>
                </a:lnTo>
                <a:lnTo>
                  <a:pt x="1792388" y="63386"/>
                </a:lnTo>
                <a:lnTo>
                  <a:pt x="1792489" y="62620"/>
                </a:lnTo>
                <a:lnTo>
                  <a:pt x="1792608" y="61869"/>
                </a:lnTo>
                <a:lnTo>
                  <a:pt x="1792746" y="61135"/>
                </a:lnTo>
                <a:lnTo>
                  <a:pt x="1792902" y="60417"/>
                </a:lnTo>
                <a:lnTo>
                  <a:pt x="1793077" y="59715"/>
                </a:lnTo>
                <a:lnTo>
                  <a:pt x="1793270" y="59029"/>
                </a:lnTo>
                <a:lnTo>
                  <a:pt x="1793481" y="58360"/>
                </a:lnTo>
                <a:lnTo>
                  <a:pt x="1793711" y="57706"/>
                </a:lnTo>
                <a:lnTo>
                  <a:pt x="1793959" y="57069"/>
                </a:lnTo>
                <a:lnTo>
                  <a:pt x="1794225" y="56448"/>
                </a:lnTo>
                <a:lnTo>
                  <a:pt x="1794510" y="55843"/>
                </a:lnTo>
                <a:lnTo>
                  <a:pt x="1794813" y="55255"/>
                </a:lnTo>
                <a:lnTo>
                  <a:pt x="1795135" y="54682"/>
                </a:lnTo>
                <a:lnTo>
                  <a:pt x="1795474" y="54126"/>
                </a:lnTo>
                <a:lnTo>
                  <a:pt x="1795833" y="53586"/>
                </a:lnTo>
                <a:lnTo>
                  <a:pt x="1796209" y="53062"/>
                </a:lnTo>
                <a:lnTo>
                  <a:pt x="1796605" y="52554"/>
                </a:lnTo>
                <a:lnTo>
                  <a:pt x="1797018" y="52062"/>
                </a:lnTo>
                <a:lnTo>
                  <a:pt x="1797450" y="51587"/>
                </a:lnTo>
                <a:lnTo>
                  <a:pt x="1797898" y="51129"/>
                </a:lnTo>
                <a:lnTo>
                  <a:pt x="1798362" y="50691"/>
                </a:lnTo>
                <a:lnTo>
                  <a:pt x="1798841" y="50272"/>
                </a:lnTo>
                <a:lnTo>
                  <a:pt x="1799335" y="49873"/>
                </a:lnTo>
                <a:lnTo>
                  <a:pt x="1799844" y="49493"/>
                </a:lnTo>
                <a:lnTo>
                  <a:pt x="1800368" y="49133"/>
                </a:lnTo>
                <a:lnTo>
                  <a:pt x="1800908" y="48792"/>
                </a:lnTo>
                <a:lnTo>
                  <a:pt x="1801462" y="48470"/>
                </a:lnTo>
                <a:lnTo>
                  <a:pt x="1802031" y="48168"/>
                </a:lnTo>
                <a:lnTo>
                  <a:pt x="1802616" y="47886"/>
                </a:lnTo>
                <a:lnTo>
                  <a:pt x="1803215" y="47623"/>
                </a:lnTo>
                <a:lnTo>
                  <a:pt x="1803830" y="47380"/>
                </a:lnTo>
                <a:lnTo>
                  <a:pt x="1804460" y="47156"/>
                </a:lnTo>
                <a:lnTo>
                  <a:pt x="1805105" y="46951"/>
                </a:lnTo>
                <a:lnTo>
                  <a:pt x="1805764" y="46766"/>
                </a:lnTo>
                <a:lnTo>
                  <a:pt x="1806439" y="46600"/>
                </a:lnTo>
                <a:lnTo>
                  <a:pt x="1807130" y="46454"/>
                </a:lnTo>
                <a:lnTo>
                  <a:pt x="1807835" y="46328"/>
                </a:lnTo>
                <a:lnTo>
                  <a:pt x="1808555" y="46221"/>
                </a:lnTo>
                <a:lnTo>
                  <a:pt x="1809290" y="46133"/>
                </a:lnTo>
                <a:lnTo>
                  <a:pt x="1810041" y="46065"/>
                </a:lnTo>
                <a:lnTo>
                  <a:pt x="1810806" y="46016"/>
                </a:lnTo>
                <a:lnTo>
                  <a:pt x="1811587" y="45987"/>
                </a:lnTo>
                <a:lnTo>
                  <a:pt x="1812382" y="45977"/>
                </a:lnTo>
                <a:lnTo>
                  <a:pt x="1813178" y="45987"/>
                </a:lnTo>
                <a:lnTo>
                  <a:pt x="1813958" y="46016"/>
                </a:lnTo>
                <a:lnTo>
                  <a:pt x="1814724" y="46065"/>
                </a:lnTo>
                <a:lnTo>
                  <a:pt x="1815474" y="46133"/>
                </a:lnTo>
                <a:lnTo>
                  <a:pt x="1816209" y="46221"/>
                </a:lnTo>
                <a:lnTo>
                  <a:pt x="1816929" y="46328"/>
                </a:lnTo>
                <a:lnTo>
                  <a:pt x="1817634" y="46454"/>
                </a:lnTo>
                <a:lnTo>
                  <a:pt x="1818324" y="46600"/>
                </a:lnTo>
                <a:lnTo>
                  <a:pt x="1818999" y="46766"/>
                </a:lnTo>
                <a:lnTo>
                  <a:pt x="1819658" y="46951"/>
                </a:lnTo>
                <a:lnTo>
                  <a:pt x="1820303" y="47156"/>
                </a:lnTo>
                <a:lnTo>
                  <a:pt x="1820932" y="47380"/>
                </a:lnTo>
                <a:lnTo>
                  <a:pt x="1821547" y="47623"/>
                </a:lnTo>
                <a:lnTo>
                  <a:pt x="1822146" y="47886"/>
                </a:lnTo>
                <a:lnTo>
                  <a:pt x="1822731" y="48168"/>
                </a:lnTo>
                <a:lnTo>
                  <a:pt x="1823300" y="48470"/>
                </a:lnTo>
                <a:lnTo>
                  <a:pt x="1823854" y="48792"/>
                </a:lnTo>
                <a:lnTo>
                  <a:pt x="1824393" y="49133"/>
                </a:lnTo>
                <a:lnTo>
                  <a:pt x="1824917" y="49493"/>
                </a:lnTo>
                <a:lnTo>
                  <a:pt x="1825426" y="49873"/>
                </a:lnTo>
                <a:lnTo>
                  <a:pt x="1825920" y="50272"/>
                </a:lnTo>
                <a:lnTo>
                  <a:pt x="1826398" y="50691"/>
                </a:lnTo>
                <a:lnTo>
                  <a:pt x="1826862" y="51129"/>
                </a:lnTo>
                <a:lnTo>
                  <a:pt x="1827310" y="51587"/>
                </a:lnTo>
                <a:lnTo>
                  <a:pt x="1827742" y="52062"/>
                </a:lnTo>
                <a:lnTo>
                  <a:pt x="1828156" y="52554"/>
                </a:lnTo>
                <a:lnTo>
                  <a:pt x="1828551" y="53062"/>
                </a:lnTo>
                <a:lnTo>
                  <a:pt x="1828928" y="53586"/>
                </a:lnTo>
                <a:lnTo>
                  <a:pt x="1829286" y="54126"/>
                </a:lnTo>
                <a:lnTo>
                  <a:pt x="1829627" y="54682"/>
                </a:lnTo>
                <a:lnTo>
                  <a:pt x="1829948" y="55255"/>
                </a:lnTo>
                <a:lnTo>
                  <a:pt x="1830252" y="55843"/>
                </a:lnTo>
                <a:lnTo>
                  <a:pt x="1830536" y="56448"/>
                </a:lnTo>
                <a:lnTo>
                  <a:pt x="1830803" y="57069"/>
                </a:lnTo>
                <a:lnTo>
                  <a:pt x="1831051" y="57706"/>
                </a:lnTo>
                <a:lnTo>
                  <a:pt x="1831281" y="58360"/>
                </a:lnTo>
                <a:lnTo>
                  <a:pt x="1831492" y="59029"/>
                </a:lnTo>
                <a:lnTo>
                  <a:pt x="1831685" y="59715"/>
                </a:lnTo>
                <a:lnTo>
                  <a:pt x="1831860" y="60417"/>
                </a:lnTo>
                <a:lnTo>
                  <a:pt x="1832016" y="61135"/>
                </a:lnTo>
                <a:lnTo>
                  <a:pt x="1832154" y="61869"/>
                </a:lnTo>
                <a:lnTo>
                  <a:pt x="1832274" y="62620"/>
                </a:lnTo>
                <a:lnTo>
                  <a:pt x="1832375" y="63386"/>
                </a:lnTo>
                <a:lnTo>
                  <a:pt x="1832457" y="64169"/>
                </a:lnTo>
                <a:lnTo>
                  <a:pt x="1832522" y="64968"/>
                </a:lnTo>
                <a:lnTo>
                  <a:pt x="1832568" y="65783"/>
                </a:lnTo>
                <a:lnTo>
                  <a:pt x="1832595" y="66615"/>
                </a:lnTo>
                <a:lnTo>
                  <a:pt x="1832605" y="67462"/>
                </a:lnTo>
                <a:lnTo>
                  <a:pt x="1832605" y="71886"/>
                </a:lnTo>
                <a:lnTo>
                  <a:pt x="1792158" y="71886"/>
                </a:lnTo>
                <a:lnTo>
                  <a:pt x="1792158" y="67462"/>
                </a:lnTo>
                <a:lnTo>
                  <a:pt x="1792167" y="66615"/>
                </a:lnTo>
                <a:lnTo>
                  <a:pt x="1792195" y="65783"/>
                </a:lnTo>
                <a:close/>
                <a:moveTo>
                  <a:pt x="1537148" y="123954"/>
                </a:moveTo>
                <a:lnTo>
                  <a:pt x="1538287" y="123783"/>
                </a:lnTo>
                <a:lnTo>
                  <a:pt x="1539406" y="123582"/>
                </a:lnTo>
                <a:lnTo>
                  <a:pt x="1540504" y="123350"/>
                </a:lnTo>
                <a:lnTo>
                  <a:pt x="1541583" y="123086"/>
                </a:lnTo>
                <a:lnTo>
                  <a:pt x="1542641" y="122792"/>
                </a:lnTo>
                <a:lnTo>
                  <a:pt x="1543678" y="122466"/>
                </a:lnTo>
                <a:lnTo>
                  <a:pt x="1544696" y="122110"/>
                </a:lnTo>
                <a:lnTo>
                  <a:pt x="1545693" y="121723"/>
                </a:lnTo>
                <a:lnTo>
                  <a:pt x="1546670" y="121304"/>
                </a:lnTo>
                <a:lnTo>
                  <a:pt x="1547626" y="120855"/>
                </a:lnTo>
                <a:lnTo>
                  <a:pt x="1548562" y="120375"/>
                </a:lnTo>
                <a:lnTo>
                  <a:pt x="1549478" y="119863"/>
                </a:lnTo>
                <a:lnTo>
                  <a:pt x="1550374" y="119321"/>
                </a:lnTo>
                <a:lnTo>
                  <a:pt x="1551249" y="118748"/>
                </a:lnTo>
                <a:lnTo>
                  <a:pt x="1552104" y="118143"/>
                </a:lnTo>
                <a:lnTo>
                  <a:pt x="1552939" y="117508"/>
                </a:lnTo>
                <a:lnTo>
                  <a:pt x="1553753" y="116842"/>
                </a:lnTo>
                <a:lnTo>
                  <a:pt x="1554547" y="116145"/>
                </a:lnTo>
                <a:lnTo>
                  <a:pt x="1555321" y="115416"/>
                </a:lnTo>
                <a:lnTo>
                  <a:pt x="1556069" y="114661"/>
                </a:lnTo>
                <a:lnTo>
                  <a:pt x="1556784" y="113884"/>
                </a:lnTo>
                <a:lnTo>
                  <a:pt x="1557469" y="113085"/>
                </a:lnTo>
                <a:lnTo>
                  <a:pt x="1558121" y="112263"/>
                </a:lnTo>
                <a:lnTo>
                  <a:pt x="1558741" y="111419"/>
                </a:lnTo>
                <a:lnTo>
                  <a:pt x="1559330" y="110553"/>
                </a:lnTo>
                <a:lnTo>
                  <a:pt x="1559887" y="109664"/>
                </a:lnTo>
                <a:lnTo>
                  <a:pt x="1560412" y="108754"/>
                </a:lnTo>
                <a:lnTo>
                  <a:pt x="1560905" y="107821"/>
                </a:lnTo>
                <a:lnTo>
                  <a:pt x="1561366" y="106866"/>
                </a:lnTo>
                <a:lnTo>
                  <a:pt x="1561796" y="105889"/>
                </a:lnTo>
                <a:lnTo>
                  <a:pt x="1562194" y="104889"/>
                </a:lnTo>
                <a:lnTo>
                  <a:pt x="1562559" y="103868"/>
                </a:lnTo>
                <a:lnTo>
                  <a:pt x="1562894" y="102824"/>
                </a:lnTo>
                <a:lnTo>
                  <a:pt x="1563196" y="101758"/>
                </a:lnTo>
                <a:lnTo>
                  <a:pt x="1563466" y="100670"/>
                </a:lnTo>
                <a:lnTo>
                  <a:pt x="1563705" y="99559"/>
                </a:lnTo>
                <a:lnTo>
                  <a:pt x="1563912" y="98426"/>
                </a:lnTo>
                <a:lnTo>
                  <a:pt x="1564087" y="97271"/>
                </a:lnTo>
                <a:lnTo>
                  <a:pt x="1564230" y="96094"/>
                </a:lnTo>
                <a:lnTo>
                  <a:pt x="1564341" y="94895"/>
                </a:lnTo>
                <a:lnTo>
                  <a:pt x="1564421" y="93673"/>
                </a:lnTo>
                <a:lnTo>
                  <a:pt x="1564469" y="92429"/>
                </a:lnTo>
                <a:lnTo>
                  <a:pt x="1564484" y="91163"/>
                </a:lnTo>
                <a:lnTo>
                  <a:pt x="1564484" y="35864"/>
                </a:lnTo>
                <a:lnTo>
                  <a:pt x="1550265" y="35864"/>
                </a:lnTo>
                <a:lnTo>
                  <a:pt x="1550265" y="91163"/>
                </a:lnTo>
                <a:lnTo>
                  <a:pt x="1550256" y="91947"/>
                </a:lnTo>
                <a:lnTo>
                  <a:pt x="1550230" y="92716"/>
                </a:lnTo>
                <a:lnTo>
                  <a:pt x="1550185" y="93473"/>
                </a:lnTo>
                <a:lnTo>
                  <a:pt x="1550123" y="94216"/>
                </a:lnTo>
                <a:lnTo>
                  <a:pt x="1550042" y="94945"/>
                </a:lnTo>
                <a:lnTo>
                  <a:pt x="1549944" y="95661"/>
                </a:lnTo>
                <a:lnTo>
                  <a:pt x="1549828" y="96364"/>
                </a:lnTo>
                <a:lnTo>
                  <a:pt x="1549695" y="97053"/>
                </a:lnTo>
                <a:lnTo>
                  <a:pt x="1549543" y="97729"/>
                </a:lnTo>
                <a:lnTo>
                  <a:pt x="1549374" y="98391"/>
                </a:lnTo>
                <a:lnTo>
                  <a:pt x="1549187" y="99040"/>
                </a:lnTo>
                <a:lnTo>
                  <a:pt x="1548982" y="99675"/>
                </a:lnTo>
                <a:lnTo>
                  <a:pt x="1548759" y="100297"/>
                </a:lnTo>
                <a:lnTo>
                  <a:pt x="1548518" y="100906"/>
                </a:lnTo>
                <a:lnTo>
                  <a:pt x="1548259" y="101501"/>
                </a:lnTo>
                <a:lnTo>
                  <a:pt x="1547983" y="102083"/>
                </a:lnTo>
                <a:lnTo>
                  <a:pt x="1547689" y="102651"/>
                </a:lnTo>
                <a:lnTo>
                  <a:pt x="1547377" y="103206"/>
                </a:lnTo>
                <a:lnTo>
                  <a:pt x="1547047" y="103747"/>
                </a:lnTo>
                <a:lnTo>
                  <a:pt x="1546699" y="104275"/>
                </a:lnTo>
                <a:lnTo>
                  <a:pt x="1546334" y="104790"/>
                </a:lnTo>
                <a:lnTo>
                  <a:pt x="1545950" y="105291"/>
                </a:lnTo>
                <a:lnTo>
                  <a:pt x="1545549" y="105779"/>
                </a:lnTo>
                <a:lnTo>
                  <a:pt x="1545130" y="106253"/>
                </a:lnTo>
                <a:lnTo>
                  <a:pt x="1544696" y="106710"/>
                </a:lnTo>
                <a:lnTo>
                  <a:pt x="1544249" y="107148"/>
                </a:lnTo>
                <a:lnTo>
                  <a:pt x="1543788" y="107567"/>
                </a:lnTo>
                <a:lnTo>
                  <a:pt x="1543315" y="107966"/>
                </a:lnTo>
                <a:lnTo>
                  <a:pt x="1542829" y="108346"/>
                </a:lnTo>
                <a:lnTo>
                  <a:pt x="1542331" y="108706"/>
                </a:lnTo>
                <a:lnTo>
                  <a:pt x="1541819" y="109047"/>
                </a:lnTo>
                <a:lnTo>
                  <a:pt x="1541294" y="109368"/>
                </a:lnTo>
                <a:lnTo>
                  <a:pt x="1540757" y="109670"/>
                </a:lnTo>
                <a:lnTo>
                  <a:pt x="1540206" y="109952"/>
                </a:lnTo>
                <a:lnTo>
                  <a:pt x="1539643" y="110215"/>
                </a:lnTo>
                <a:lnTo>
                  <a:pt x="1539067" y="110458"/>
                </a:lnTo>
                <a:lnTo>
                  <a:pt x="1538478" y="110682"/>
                </a:lnTo>
                <a:lnTo>
                  <a:pt x="1537876" y="110887"/>
                </a:lnTo>
                <a:lnTo>
                  <a:pt x="1537261" y="111072"/>
                </a:lnTo>
                <a:lnTo>
                  <a:pt x="1536633" y="111237"/>
                </a:lnTo>
                <a:lnTo>
                  <a:pt x="1535993" y="111383"/>
                </a:lnTo>
                <a:lnTo>
                  <a:pt x="1535339" y="111510"/>
                </a:lnTo>
                <a:lnTo>
                  <a:pt x="1534673" y="111617"/>
                </a:lnTo>
                <a:lnTo>
                  <a:pt x="1533993" y="111705"/>
                </a:lnTo>
                <a:lnTo>
                  <a:pt x="1533301" y="111773"/>
                </a:lnTo>
                <a:lnTo>
                  <a:pt x="1532596" y="111821"/>
                </a:lnTo>
                <a:lnTo>
                  <a:pt x="1531878" y="111851"/>
                </a:lnTo>
                <a:lnTo>
                  <a:pt x="1531147" y="111860"/>
                </a:lnTo>
                <a:lnTo>
                  <a:pt x="1530430" y="111851"/>
                </a:lnTo>
                <a:lnTo>
                  <a:pt x="1529724" y="111821"/>
                </a:lnTo>
                <a:lnTo>
                  <a:pt x="1529032" y="111773"/>
                </a:lnTo>
                <a:lnTo>
                  <a:pt x="1528352" y="111705"/>
                </a:lnTo>
                <a:lnTo>
                  <a:pt x="1527685" y="111617"/>
                </a:lnTo>
                <a:lnTo>
                  <a:pt x="1527030" y="111510"/>
                </a:lnTo>
                <a:lnTo>
                  <a:pt x="1526388" y="111383"/>
                </a:lnTo>
                <a:lnTo>
                  <a:pt x="1525758" y="111237"/>
                </a:lnTo>
                <a:lnTo>
                  <a:pt x="1525141" y="111072"/>
                </a:lnTo>
                <a:lnTo>
                  <a:pt x="1524537" y="110887"/>
                </a:lnTo>
                <a:lnTo>
                  <a:pt x="1523945" y="110682"/>
                </a:lnTo>
                <a:lnTo>
                  <a:pt x="1523366" y="110458"/>
                </a:lnTo>
                <a:lnTo>
                  <a:pt x="1522800" y="110215"/>
                </a:lnTo>
                <a:lnTo>
                  <a:pt x="1522246" y="109952"/>
                </a:lnTo>
                <a:lnTo>
                  <a:pt x="1521705" y="109670"/>
                </a:lnTo>
                <a:lnTo>
                  <a:pt x="1521176" y="109368"/>
                </a:lnTo>
                <a:lnTo>
                  <a:pt x="1520660" y="109047"/>
                </a:lnTo>
                <a:lnTo>
                  <a:pt x="1520157" y="108706"/>
                </a:lnTo>
                <a:lnTo>
                  <a:pt x="1519666" y="108346"/>
                </a:lnTo>
                <a:lnTo>
                  <a:pt x="1519188" y="107966"/>
                </a:lnTo>
                <a:lnTo>
                  <a:pt x="1518722" y="107567"/>
                </a:lnTo>
                <a:lnTo>
                  <a:pt x="1518269" y="107148"/>
                </a:lnTo>
                <a:lnTo>
                  <a:pt x="1517829" y="106710"/>
                </a:lnTo>
                <a:lnTo>
                  <a:pt x="1517401" y="106253"/>
                </a:lnTo>
                <a:lnTo>
                  <a:pt x="1516988" y="105779"/>
                </a:lnTo>
                <a:lnTo>
                  <a:pt x="1516593" y="105291"/>
                </a:lnTo>
                <a:lnTo>
                  <a:pt x="1516216" y="104790"/>
                </a:lnTo>
                <a:lnTo>
                  <a:pt x="1515856" y="104275"/>
                </a:lnTo>
                <a:lnTo>
                  <a:pt x="1515514" y="103747"/>
                </a:lnTo>
                <a:lnTo>
                  <a:pt x="1515189" y="103206"/>
                </a:lnTo>
                <a:lnTo>
                  <a:pt x="1514882" y="102651"/>
                </a:lnTo>
                <a:lnTo>
                  <a:pt x="1514592" y="102083"/>
                </a:lnTo>
                <a:lnTo>
                  <a:pt x="1514320" y="101501"/>
                </a:lnTo>
                <a:lnTo>
                  <a:pt x="1514066" y="100906"/>
                </a:lnTo>
                <a:lnTo>
                  <a:pt x="1513829" y="100297"/>
                </a:lnTo>
                <a:lnTo>
                  <a:pt x="1513609" y="99675"/>
                </a:lnTo>
                <a:lnTo>
                  <a:pt x="1513407" y="99040"/>
                </a:lnTo>
                <a:lnTo>
                  <a:pt x="1513223" y="98391"/>
                </a:lnTo>
                <a:lnTo>
                  <a:pt x="1513056" y="97729"/>
                </a:lnTo>
                <a:lnTo>
                  <a:pt x="1512907" y="97053"/>
                </a:lnTo>
                <a:lnTo>
                  <a:pt x="1512775" y="96364"/>
                </a:lnTo>
                <a:lnTo>
                  <a:pt x="1512661" y="95661"/>
                </a:lnTo>
                <a:lnTo>
                  <a:pt x="1512565" y="94945"/>
                </a:lnTo>
                <a:lnTo>
                  <a:pt x="1512486" y="94216"/>
                </a:lnTo>
                <a:lnTo>
                  <a:pt x="1512424" y="93473"/>
                </a:lnTo>
                <a:lnTo>
                  <a:pt x="1512380" y="92716"/>
                </a:lnTo>
                <a:lnTo>
                  <a:pt x="1512354" y="91947"/>
                </a:lnTo>
                <a:lnTo>
                  <a:pt x="1512345" y="91163"/>
                </a:lnTo>
                <a:lnTo>
                  <a:pt x="1512345" y="35864"/>
                </a:lnTo>
                <a:lnTo>
                  <a:pt x="1498126" y="35864"/>
                </a:lnTo>
                <a:lnTo>
                  <a:pt x="1498126" y="91163"/>
                </a:lnTo>
                <a:lnTo>
                  <a:pt x="1498142" y="92429"/>
                </a:lnTo>
                <a:lnTo>
                  <a:pt x="1498189" y="93673"/>
                </a:lnTo>
                <a:lnTo>
                  <a:pt x="1498267" y="94895"/>
                </a:lnTo>
                <a:lnTo>
                  <a:pt x="1498376" y="96094"/>
                </a:lnTo>
                <a:lnTo>
                  <a:pt x="1498517" y="97271"/>
                </a:lnTo>
                <a:lnTo>
                  <a:pt x="1498689" y="98426"/>
                </a:lnTo>
                <a:lnTo>
                  <a:pt x="1498892" y="99559"/>
                </a:lnTo>
                <a:lnTo>
                  <a:pt x="1499127" y="100670"/>
                </a:lnTo>
                <a:lnTo>
                  <a:pt x="1499392" y="101758"/>
                </a:lnTo>
                <a:lnTo>
                  <a:pt x="1499689" y="102824"/>
                </a:lnTo>
                <a:lnTo>
                  <a:pt x="1500018" y="103868"/>
                </a:lnTo>
                <a:lnTo>
                  <a:pt x="1500377" y="104889"/>
                </a:lnTo>
                <a:lnTo>
                  <a:pt x="1500768" y="105889"/>
                </a:lnTo>
                <a:lnTo>
                  <a:pt x="1501190" y="106866"/>
                </a:lnTo>
                <a:lnTo>
                  <a:pt x="1501644" y="107821"/>
                </a:lnTo>
                <a:lnTo>
                  <a:pt x="1502128" y="108754"/>
                </a:lnTo>
                <a:lnTo>
                  <a:pt x="1502644" y="109664"/>
                </a:lnTo>
                <a:lnTo>
                  <a:pt x="1503191" y="110553"/>
                </a:lnTo>
                <a:lnTo>
                  <a:pt x="1503770" y="111419"/>
                </a:lnTo>
                <a:lnTo>
                  <a:pt x="1504379" y="112263"/>
                </a:lnTo>
                <a:lnTo>
                  <a:pt x="1505020" y="113085"/>
                </a:lnTo>
                <a:lnTo>
                  <a:pt x="1505692" y="113884"/>
                </a:lnTo>
                <a:lnTo>
                  <a:pt x="1506396" y="114661"/>
                </a:lnTo>
                <a:lnTo>
                  <a:pt x="1507131" y="115416"/>
                </a:lnTo>
                <a:lnTo>
                  <a:pt x="1507892" y="116145"/>
                </a:lnTo>
                <a:lnTo>
                  <a:pt x="1508673" y="116842"/>
                </a:lnTo>
                <a:lnTo>
                  <a:pt x="1509476" y="117508"/>
                </a:lnTo>
                <a:lnTo>
                  <a:pt x="1510300" y="118143"/>
                </a:lnTo>
                <a:lnTo>
                  <a:pt x="1511144" y="118748"/>
                </a:lnTo>
                <a:lnTo>
                  <a:pt x="1512009" y="119321"/>
                </a:lnTo>
                <a:lnTo>
                  <a:pt x="1512895" y="119863"/>
                </a:lnTo>
                <a:lnTo>
                  <a:pt x="1513802" y="120375"/>
                </a:lnTo>
                <a:lnTo>
                  <a:pt x="1514730" y="120855"/>
                </a:lnTo>
                <a:lnTo>
                  <a:pt x="1515679" y="121304"/>
                </a:lnTo>
                <a:lnTo>
                  <a:pt x="1516648" y="121723"/>
                </a:lnTo>
                <a:lnTo>
                  <a:pt x="1517638" y="122110"/>
                </a:lnTo>
                <a:lnTo>
                  <a:pt x="1518649" y="122466"/>
                </a:lnTo>
                <a:lnTo>
                  <a:pt x="1519681" y="122792"/>
                </a:lnTo>
                <a:lnTo>
                  <a:pt x="1520734" y="123086"/>
                </a:lnTo>
                <a:lnTo>
                  <a:pt x="1521808" y="123350"/>
                </a:lnTo>
                <a:lnTo>
                  <a:pt x="1522902" y="123582"/>
                </a:lnTo>
                <a:lnTo>
                  <a:pt x="1524018" y="123783"/>
                </a:lnTo>
                <a:lnTo>
                  <a:pt x="1525154" y="123954"/>
                </a:lnTo>
                <a:lnTo>
                  <a:pt x="1526311" y="124093"/>
                </a:lnTo>
                <a:lnTo>
                  <a:pt x="1527489" y="124202"/>
                </a:lnTo>
                <a:lnTo>
                  <a:pt x="1528687" y="124279"/>
                </a:lnTo>
                <a:lnTo>
                  <a:pt x="1529907" y="124326"/>
                </a:lnTo>
                <a:lnTo>
                  <a:pt x="1531147" y="124341"/>
                </a:lnTo>
                <a:lnTo>
                  <a:pt x="1532388" y="124326"/>
                </a:lnTo>
                <a:lnTo>
                  <a:pt x="1533608" y="124279"/>
                </a:lnTo>
                <a:lnTo>
                  <a:pt x="1534808" y="124202"/>
                </a:lnTo>
                <a:lnTo>
                  <a:pt x="1535988" y="124093"/>
                </a:lnTo>
                <a:lnTo>
                  <a:pt x="1537148" y="123954"/>
                </a:lnTo>
                <a:close/>
                <a:moveTo>
                  <a:pt x="1098395" y="95903"/>
                </a:moveTo>
                <a:lnTo>
                  <a:pt x="1098395" y="83263"/>
                </a:lnTo>
                <a:lnTo>
                  <a:pt x="1030457" y="83263"/>
                </a:lnTo>
                <a:lnTo>
                  <a:pt x="1030457" y="95903"/>
                </a:lnTo>
                <a:lnTo>
                  <a:pt x="1098395" y="95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)-&gt;str:">
            <a:extLst xmlns:a="http://schemas.openxmlformats.org/drawingml/2006/main">
              <a:ext uri="{FF2B5EF4-FFF2-40B4-BE49-F238E27FC236}">
                <a16:creationId xmlns:a16="http://schemas.microsoft.com/office/drawing/2014/main" id="{A05782E0-6718-40B7-9268-C1D9BAB9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46" y="1480922"/>
            <a:ext cx="790236" cy="151675"/>
          </a:xfrm>
          <a:custGeom xmlns:a="http://schemas.openxmlformats.org/drawingml/2006/main">
            <a:pathLst>
              <a:path w="790236" h="151675">
                <a:moveTo>
                  <a:pt x="778693" y="67572"/>
                </a:moveTo>
                <a:lnTo>
                  <a:pt x="779195" y="67534"/>
                </a:lnTo>
                <a:lnTo>
                  <a:pt x="779685" y="67484"/>
                </a:lnTo>
                <a:lnTo>
                  <a:pt x="780165" y="67424"/>
                </a:lnTo>
                <a:lnTo>
                  <a:pt x="780633" y="67353"/>
                </a:lnTo>
                <a:lnTo>
                  <a:pt x="781091" y="67271"/>
                </a:lnTo>
                <a:lnTo>
                  <a:pt x="781537" y="67177"/>
                </a:lnTo>
                <a:lnTo>
                  <a:pt x="781973" y="67073"/>
                </a:lnTo>
                <a:lnTo>
                  <a:pt x="782397" y="66958"/>
                </a:lnTo>
                <a:lnTo>
                  <a:pt x="782811" y="66832"/>
                </a:lnTo>
                <a:lnTo>
                  <a:pt x="783214" y="66695"/>
                </a:lnTo>
                <a:lnTo>
                  <a:pt x="783605" y="66547"/>
                </a:lnTo>
                <a:lnTo>
                  <a:pt x="783986" y="66388"/>
                </a:lnTo>
                <a:lnTo>
                  <a:pt x="784356" y="66218"/>
                </a:lnTo>
                <a:lnTo>
                  <a:pt x="784715" y="66037"/>
                </a:lnTo>
                <a:lnTo>
                  <a:pt x="785062" y="65845"/>
                </a:lnTo>
                <a:lnTo>
                  <a:pt x="785399" y="65642"/>
                </a:lnTo>
                <a:lnTo>
                  <a:pt x="785725" y="65428"/>
                </a:lnTo>
                <a:lnTo>
                  <a:pt x="786040" y="65204"/>
                </a:lnTo>
                <a:lnTo>
                  <a:pt x="786344" y="64968"/>
                </a:lnTo>
                <a:lnTo>
                  <a:pt x="786637" y="64721"/>
                </a:lnTo>
                <a:lnTo>
                  <a:pt x="786918" y="64463"/>
                </a:lnTo>
                <a:lnTo>
                  <a:pt x="787189" y="64196"/>
                </a:lnTo>
                <a:lnTo>
                  <a:pt x="787448" y="63921"/>
                </a:lnTo>
                <a:lnTo>
                  <a:pt x="787696" y="63639"/>
                </a:lnTo>
                <a:lnTo>
                  <a:pt x="787932" y="63348"/>
                </a:lnTo>
                <a:lnTo>
                  <a:pt x="788157" y="63050"/>
                </a:lnTo>
                <a:lnTo>
                  <a:pt x="788370" y="62745"/>
                </a:lnTo>
                <a:lnTo>
                  <a:pt x="788571" y="62432"/>
                </a:lnTo>
                <a:lnTo>
                  <a:pt x="788761" y="62111"/>
                </a:lnTo>
                <a:lnTo>
                  <a:pt x="788940" y="61782"/>
                </a:lnTo>
                <a:lnTo>
                  <a:pt x="789107" y="61446"/>
                </a:lnTo>
                <a:lnTo>
                  <a:pt x="789262" y="61102"/>
                </a:lnTo>
                <a:lnTo>
                  <a:pt x="789406" y="60750"/>
                </a:lnTo>
                <a:lnTo>
                  <a:pt x="789539" y="60391"/>
                </a:lnTo>
                <a:lnTo>
                  <a:pt x="789660" y="60024"/>
                </a:lnTo>
                <a:lnTo>
                  <a:pt x="789769" y="59649"/>
                </a:lnTo>
                <a:lnTo>
                  <a:pt x="789867" y="59267"/>
                </a:lnTo>
                <a:lnTo>
                  <a:pt x="789954" y="58877"/>
                </a:lnTo>
                <a:lnTo>
                  <a:pt x="790028" y="58479"/>
                </a:lnTo>
                <a:lnTo>
                  <a:pt x="790092" y="58074"/>
                </a:lnTo>
                <a:lnTo>
                  <a:pt x="790144" y="57660"/>
                </a:lnTo>
                <a:lnTo>
                  <a:pt x="790184" y="57240"/>
                </a:lnTo>
                <a:lnTo>
                  <a:pt x="790213" y="56811"/>
                </a:lnTo>
                <a:lnTo>
                  <a:pt x="790230" y="56375"/>
                </a:lnTo>
                <a:lnTo>
                  <a:pt x="790236" y="55931"/>
                </a:lnTo>
                <a:lnTo>
                  <a:pt x="790230" y="55487"/>
                </a:lnTo>
                <a:lnTo>
                  <a:pt x="790213" y="55051"/>
                </a:lnTo>
                <a:lnTo>
                  <a:pt x="790184" y="54623"/>
                </a:lnTo>
                <a:lnTo>
                  <a:pt x="790144" y="54202"/>
                </a:lnTo>
                <a:lnTo>
                  <a:pt x="790092" y="53788"/>
                </a:lnTo>
                <a:lnTo>
                  <a:pt x="790028" y="53383"/>
                </a:lnTo>
                <a:lnTo>
                  <a:pt x="789954" y="52985"/>
                </a:lnTo>
                <a:lnTo>
                  <a:pt x="789867" y="52595"/>
                </a:lnTo>
                <a:lnTo>
                  <a:pt x="789769" y="52213"/>
                </a:lnTo>
                <a:lnTo>
                  <a:pt x="789660" y="51838"/>
                </a:lnTo>
                <a:lnTo>
                  <a:pt x="789539" y="51471"/>
                </a:lnTo>
                <a:lnTo>
                  <a:pt x="789406" y="51112"/>
                </a:lnTo>
                <a:lnTo>
                  <a:pt x="789262" y="50760"/>
                </a:lnTo>
                <a:lnTo>
                  <a:pt x="789107" y="50416"/>
                </a:lnTo>
                <a:lnTo>
                  <a:pt x="788940" y="50080"/>
                </a:lnTo>
                <a:lnTo>
                  <a:pt x="788761" y="49751"/>
                </a:lnTo>
                <a:lnTo>
                  <a:pt x="788571" y="49430"/>
                </a:lnTo>
                <a:lnTo>
                  <a:pt x="788370" y="49117"/>
                </a:lnTo>
                <a:lnTo>
                  <a:pt x="788157" y="48812"/>
                </a:lnTo>
                <a:lnTo>
                  <a:pt x="787932" y="48514"/>
                </a:lnTo>
                <a:lnTo>
                  <a:pt x="787696" y="48224"/>
                </a:lnTo>
                <a:lnTo>
                  <a:pt x="787448" y="47941"/>
                </a:lnTo>
                <a:lnTo>
                  <a:pt x="787189" y="47666"/>
                </a:lnTo>
                <a:lnTo>
                  <a:pt x="786918" y="47399"/>
                </a:lnTo>
                <a:lnTo>
                  <a:pt x="786637" y="47142"/>
                </a:lnTo>
                <a:lnTo>
                  <a:pt x="786344" y="46895"/>
                </a:lnTo>
                <a:lnTo>
                  <a:pt x="786040" y="46659"/>
                </a:lnTo>
                <a:lnTo>
                  <a:pt x="785725" y="46434"/>
                </a:lnTo>
                <a:lnTo>
                  <a:pt x="785399" y="46220"/>
                </a:lnTo>
                <a:lnTo>
                  <a:pt x="785062" y="46017"/>
                </a:lnTo>
                <a:lnTo>
                  <a:pt x="784715" y="45825"/>
                </a:lnTo>
                <a:lnTo>
                  <a:pt x="784356" y="45644"/>
                </a:lnTo>
                <a:lnTo>
                  <a:pt x="783986" y="45473"/>
                </a:lnTo>
                <a:lnTo>
                  <a:pt x="783605" y="45314"/>
                </a:lnTo>
                <a:lnTo>
                  <a:pt x="783214" y="45166"/>
                </a:lnTo>
                <a:lnTo>
                  <a:pt x="782811" y="45029"/>
                </a:lnTo>
                <a:lnTo>
                  <a:pt x="782397" y="44903"/>
                </a:lnTo>
                <a:lnTo>
                  <a:pt x="781973" y="44788"/>
                </a:lnTo>
                <a:lnTo>
                  <a:pt x="781537" y="44683"/>
                </a:lnTo>
                <a:lnTo>
                  <a:pt x="781091" y="44590"/>
                </a:lnTo>
                <a:lnTo>
                  <a:pt x="780633" y="44508"/>
                </a:lnTo>
                <a:lnTo>
                  <a:pt x="780165" y="44436"/>
                </a:lnTo>
                <a:lnTo>
                  <a:pt x="779685" y="44376"/>
                </a:lnTo>
                <a:lnTo>
                  <a:pt x="779195" y="44327"/>
                </a:lnTo>
                <a:lnTo>
                  <a:pt x="778693" y="44288"/>
                </a:lnTo>
                <a:lnTo>
                  <a:pt x="778181" y="44261"/>
                </a:lnTo>
                <a:lnTo>
                  <a:pt x="777658" y="44244"/>
                </a:lnTo>
                <a:lnTo>
                  <a:pt x="777123" y="44239"/>
                </a:lnTo>
                <a:lnTo>
                  <a:pt x="776589" y="44244"/>
                </a:lnTo>
                <a:lnTo>
                  <a:pt x="776066" y="44261"/>
                </a:lnTo>
                <a:lnTo>
                  <a:pt x="775553" y="44288"/>
                </a:lnTo>
                <a:lnTo>
                  <a:pt x="775052" y="44327"/>
                </a:lnTo>
                <a:lnTo>
                  <a:pt x="774561" y="44376"/>
                </a:lnTo>
                <a:lnTo>
                  <a:pt x="774082" y="44436"/>
                </a:lnTo>
                <a:lnTo>
                  <a:pt x="773613" y="44508"/>
                </a:lnTo>
                <a:lnTo>
                  <a:pt x="773156" y="44590"/>
                </a:lnTo>
                <a:lnTo>
                  <a:pt x="772709" y="44683"/>
                </a:lnTo>
                <a:lnTo>
                  <a:pt x="772273" y="44788"/>
                </a:lnTo>
                <a:lnTo>
                  <a:pt x="771849" y="44903"/>
                </a:lnTo>
                <a:lnTo>
                  <a:pt x="771435" y="45029"/>
                </a:lnTo>
                <a:lnTo>
                  <a:pt x="771032" y="45166"/>
                </a:lnTo>
                <a:lnTo>
                  <a:pt x="770640" y="45314"/>
                </a:lnTo>
                <a:lnTo>
                  <a:pt x="770260" y="45473"/>
                </a:lnTo>
                <a:lnTo>
                  <a:pt x="769890" y="45644"/>
                </a:lnTo>
                <a:lnTo>
                  <a:pt x="769531" y="45825"/>
                </a:lnTo>
                <a:lnTo>
                  <a:pt x="769183" y="46017"/>
                </a:lnTo>
                <a:lnTo>
                  <a:pt x="768846" y="46220"/>
                </a:lnTo>
                <a:lnTo>
                  <a:pt x="768520" y="46434"/>
                </a:lnTo>
                <a:lnTo>
                  <a:pt x="768205" y="46659"/>
                </a:lnTo>
                <a:lnTo>
                  <a:pt x="767901" y="46895"/>
                </a:lnTo>
                <a:lnTo>
                  <a:pt x="767608" y="47142"/>
                </a:lnTo>
                <a:lnTo>
                  <a:pt x="767326" y="47399"/>
                </a:lnTo>
                <a:lnTo>
                  <a:pt x="767055" y="47666"/>
                </a:lnTo>
                <a:lnTo>
                  <a:pt x="766796" y="47941"/>
                </a:lnTo>
                <a:lnTo>
                  <a:pt x="766548" y="48224"/>
                </a:lnTo>
                <a:lnTo>
                  <a:pt x="766312" y="48514"/>
                </a:lnTo>
                <a:lnTo>
                  <a:pt x="766087" y="48812"/>
                </a:lnTo>
                <a:lnTo>
                  <a:pt x="765874" y="49117"/>
                </a:lnTo>
                <a:lnTo>
                  <a:pt x="765673" y="49430"/>
                </a:lnTo>
                <a:lnTo>
                  <a:pt x="765483" y="49751"/>
                </a:lnTo>
                <a:lnTo>
                  <a:pt x="765304" y="50080"/>
                </a:lnTo>
                <a:lnTo>
                  <a:pt x="765137" y="50416"/>
                </a:lnTo>
                <a:lnTo>
                  <a:pt x="764982" y="50760"/>
                </a:lnTo>
                <a:lnTo>
                  <a:pt x="764838" y="51112"/>
                </a:lnTo>
                <a:lnTo>
                  <a:pt x="764705" y="51471"/>
                </a:lnTo>
                <a:lnTo>
                  <a:pt x="764584" y="51838"/>
                </a:lnTo>
                <a:lnTo>
                  <a:pt x="764475" y="52213"/>
                </a:lnTo>
                <a:lnTo>
                  <a:pt x="764377" y="52595"/>
                </a:lnTo>
                <a:lnTo>
                  <a:pt x="764291" y="52985"/>
                </a:lnTo>
                <a:lnTo>
                  <a:pt x="764216" y="53383"/>
                </a:lnTo>
                <a:lnTo>
                  <a:pt x="764152" y="53788"/>
                </a:lnTo>
                <a:lnTo>
                  <a:pt x="764100" y="54202"/>
                </a:lnTo>
                <a:lnTo>
                  <a:pt x="764060" y="54623"/>
                </a:lnTo>
                <a:lnTo>
                  <a:pt x="764031" y="55051"/>
                </a:lnTo>
                <a:lnTo>
                  <a:pt x="764014" y="55487"/>
                </a:lnTo>
                <a:lnTo>
                  <a:pt x="764008" y="55931"/>
                </a:lnTo>
                <a:lnTo>
                  <a:pt x="764014" y="56375"/>
                </a:lnTo>
                <a:lnTo>
                  <a:pt x="764031" y="56811"/>
                </a:lnTo>
                <a:lnTo>
                  <a:pt x="764060" y="57240"/>
                </a:lnTo>
                <a:lnTo>
                  <a:pt x="764100" y="57660"/>
                </a:lnTo>
                <a:lnTo>
                  <a:pt x="764152" y="58074"/>
                </a:lnTo>
                <a:lnTo>
                  <a:pt x="764216" y="58479"/>
                </a:lnTo>
                <a:lnTo>
                  <a:pt x="764291" y="58877"/>
                </a:lnTo>
                <a:lnTo>
                  <a:pt x="764377" y="59267"/>
                </a:lnTo>
                <a:lnTo>
                  <a:pt x="764475" y="59649"/>
                </a:lnTo>
                <a:lnTo>
                  <a:pt x="764584" y="60024"/>
                </a:lnTo>
                <a:lnTo>
                  <a:pt x="764705" y="60391"/>
                </a:lnTo>
                <a:lnTo>
                  <a:pt x="764838" y="60750"/>
                </a:lnTo>
                <a:lnTo>
                  <a:pt x="764982" y="61102"/>
                </a:lnTo>
                <a:lnTo>
                  <a:pt x="765137" y="61446"/>
                </a:lnTo>
                <a:lnTo>
                  <a:pt x="765304" y="61782"/>
                </a:lnTo>
                <a:lnTo>
                  <a:pt x="765483" y="62111"/>
                </a:lnTo>
                <a:lnTo>
                  <a:pt x="765673" y="62432"/>
                </a:lnTo>
                <a:lnTo>
                  <a:pt x="765874" y="62745"/>
                </a:lnTo>
                <a:lnTo>
                  <a:pt x="766087" y="63050"/>
                </a:lnTo>
                <a:lnTo>
                  <a:pt x="766312" y="63348"/>
                </a:lnTo>
                <a:lnTo>
                  <a:pt x="766548" y="63639"/>
                </a:lnTo>
                <a:lnTo>
                  <a:pt x="766796" y="63921"/>
                </a:lnTo>
                <a:lnTo>
                  <a:pt x="767055" y="64196"/>
                </a:lnTo>
                <a:lnTo>
                  <a:pt x="767326" y="64463"/>
                </a:lnTo>
                <a:lnTo>
                  <a:pt x="767608" y="64721"/>
                </a:lnTo>
                <a:lnTo>
                  <a:pt x="767901" y="64968"/>
                </a:lnTo>
                <a:lnTo>
                  <a:pt x="768205" y="65204"/>
                </a:lnTo>
                <a:lnTo>
                  <a:pt x="768520" y="65428"/>
                </a:lnTo>
                <a:lnTo>
                  <a:pt x="768846" y="65642"/>
                </a:lnTo>
                <a:lnTo>
                  <a:pt x="769183" y="65845"/>
                </a:lnTo>
                <a:lnTo>
                  <a:pt x="769531" y="66037"/>
                </a:lnTo>
                <a:lnTo>
                  <a:pt x="769890" y="66218"/>
                </a:lnTo>
                <a:lnTo>
                  <a:pt x="770260" y="66388"/>
                </a:lnTo>
                <a:lnTo>
                  <a:pt x="770640" y="66547"/>
                </a:lnTo>
                <a:lnTo>
                  <a:pt x="771032" y="66695"/>
                </a:lnTo>
                <a:lnTo>
                  <a:pt x="771435" y="66832"/>
                </a:lnTo>
                <a:lnTo>
                  <a:pt x="771849" y="66958"/>
                </a:lnTo>
                <a:lnTo>
                  <a:pt x="772273" y="67073"/>
                </a:lnTo>
                <a:lnTo>
                  <a:pt x="772709" y="67177"/>
                </a:lnTo>
                <a:lnTo>
                  <a:pt x="773156" y="67271"/>
                </a:lnTo>
                <a:lnTo>
                  <a:pt x="773613" y="67353"/>
                </a:lnTo>
                <a:lnTo>
                  <a:pt x="774082" y="67424"/>
                </a:lnTo>
                <a:lnTo>
                  <a:pt x="774561" y="67484"/>
                </a:lnTo>
                <a:lnTo>
                  <a:pt x="775052" y="67534"/>
                </a:lnTo>
                <a:lnTo>
                  <a:pt x="775553" y="67572"/>
                </a:lnTo>
                <a:lnTo>
                  <a:pt x="776066" y="67600"/>
                </a:lnTo>
                <a:lnTo>
                  <a:pt x="776589" y="67616"/>
                </a:lnTo>
                <a:lnTo>
                  <a:pt x="777123" y="67622"/>
                </a:lnTo>
                <a:lnTo>
                  <a:pt x="777658" y="67616"/>
                </a:lnTo>
                <a:lnTo>
                  <a:pt x="778181" y="67600"/>
                </a:lnTo>
                <a:lnTo>
                  <a:pt x="778693" y="67572"/>
                </a:lnTo>
                <a:close/>
                <a:moveTo>
                  <a:pt x="5489" y="150239"/>
                </a:moveTo>
                <a:lnTo>
                  <a:pt x="7248" y="149683"/>
                </a:lnTo>
                <a:lnTo>
                  <a:pt x="8971" y="149089"/>
                </a:lnTo>
                <a:lnTo>
                  <a:pt x="10659" y="148456"/>
                </a:lnTo>
                <a:lnTo>
                  <a:pt x="12312" y="147786"/>
                </a:lnTo>
                <a:lnTo>
                  <a:pt x="13929" y="147076"/>
                </a:lnTo>
                <a:lnTo>
                  <a:pt x="15511" y="146329"/>
                </a:lnTo>
                <a:lnTo>
                  <a:pt x="17057" y="145543"/>
                </a:lnTo>
                <a:lnTo>
                  <a:pt x="18569" y="144718"/>
                </a:lnTo>
                <a:lnTo>
                  <a:pt x="20044" y="143855"/>
                </a:lnTo>
                <a:lnTo>
                  <a:pt x="21485" y="142954"/>
                </a:lnTo>
                <a:lnTo>
                  <a:pt x="22890" y="142014"/>
                </a:lnTo>
                <a:lnTo>
                  <a:pt x="24259" y="141036"/>
                </a:lnTo>
                <a:lnTo>
                  <a:pt x="25593" y="140020"/>
                </a:lnTo>
                <a:lnTo>
                  <a:pt x="26892" y="138965"/>
                </a:lnTo>
                <a:lnTo>
                  <a:pt x="28156" y="137872"/>
                </a:lnTo>
                <a:lnTo>
                  <a:pt x="29384" y="136740"/>
                </a:lnTo>
                <a:lnTo>
                  <a:pt x="30576" y="135570"/>
                </a:lnTo>
                <a:lnTo>
                  <a:pt x="31734" y="134362"/>
                </a:lnTo>
                <a:lnTo>
                  <a:pt x="32856" y="133115"/>
                </a:lnTo>
                <a:lnTo>
                  <a:pt x="33942" y="131829"/>
                </a:lnTo>
                <a:lnTo>
                  <a:pt x="34993" y="130506"/>
                </a:lnTo>
                <a:lnTo>
                  <a:pt x="36005" y="129148"/>
                </a:lnTo>
                <a:lnTo>
                  <a:pt x="36974" y="127763"/>
                </a:lnTo>
                <a:lnTo>
                  <a:pt x="37900" y="126348"/>
                </a:lnTo>
                <a:lnTo>
                  <a:pt x="38783" y="124905"/>
                </a:lnTo>
                <a:lnTo>
                  <a:pt x="39623" y="123434"/>
                </a:lnTo>
                <a:lnTo>
                  <a:pt x="40420" y="121934"/>
                </a:lnTo>
                <a:lnTo>
                  <a:pt x="41174" y="120406"/>
                </a:lnTo>
                <a:lnTo>
                  <a:pt x="41884" y="118849"/>
                </a:lnTo>
                <a:lnTo>
                  <a:pt x="42552" y="117263"/>
                </a:lnTo>
                <a:lnTo>
                  <a:pt x="43176" y="115649"/>
                </a:lnTo>
                <a:lnTo>
                  <a:pt x="43758" y="114006"/>
                </a:lnTo>
                <a:lnTo>
                  <a:pt x="44296" y="112335"/>
                </a:lnTo>
                <a:lnTo>
                  <a:pt x="44791" y="110636"/>
                </a:lnTo>
                <a:lnTo>
                  <a:pt x="45244" y="108908"/>
                </a:lnTo>
                <a:lnTo>
                  <a:pt x="45653" y="107151"/>
                </a:lnTo>
                <a:lnTo>
                  <a:pt x="46019" y="105366"/>
                </a:lnTo>
                <a:lnTo>
                  <a:pt x="46342" y="103552"/>
                </a:lnTo>
                <a:lnTo>
                  <a:pt x="46622" y="101710"/>
                </a:lnTo>
                <a:lnTo>
                  <a:pt x="46859" y="99839"/>
                </a:lnTo>
                <a:lnTo>
                  <a:pt x="47052" y="97939"/>
                </a:lnTo>
                <a:lnTo>
                  <a:pt x="47203" y="96012"/>
                </a:lnTo>
                <a:lnTo>
                  <a:pt x="47311" y="94055"/>
                </a:lnTo>
                <a:lnTo>
                  <a:pt x="47376" y="92070"/>
                </a:lnTo>
                <a:lnTo>
                  <a:pt x="47397" y="90057"/>
                </a:lnTo>
                <a:lnTo>
                  <a:pt x="47397" y="61619"/>
                </a:lnTo>
                <a:lnTo>
                  <a:pt x="47376" y="59605"/>
                </a:lnTo>
                <a:lnTo>
                  <a:pt x="47311" y="57620"/>
                </a:lnTo>
                <a:lnTo>
                  <a:pt x="47203" y="55664"/>
                </a:lnTo>
                <a:lnTo>
                  <a:pt x="47052" y="53736"/>
                </a:lnTo>
                <a:lnTo>
                  <a:pt x="46859" y="51837"/>
                </a:lnTo>
                <a:lnTo>
                  <a:pt x="46622" y="49966"/>
                </a:lnTo>
                <a:lnTo>
                  <a:pt x="46342" y="48124"/>
                </a:lnTo>
                <a:lnTo>
                  <a:pt x="46019" y="46310"/>
                </a:lnTo>
                <a:lnTo>
                  <a:pt x="45653" y="44525"/>
                </a:lnTo>
                <a:lnTo>
                  <a:pt x="45244" y="42768"/>
                </a:lnTo>
                <a:lnTo>
                  <a:pt x="44791" y="41040"/>
                </a:lnTo>
                <a:lnTo>
                  <a:pt x="44296" y="39341"/>
                </a:lnTo>
                <a:lnTo>
                  <a:pt x="43758" y="37670"/>
                </a:lnTo>
                <a:lnTo>
                  <a:pt x="43176" y="36027"/>
                </a:lnTo>
                <a:lnTo>
                  <a:pt x="42552" y="34413"/>
                </a:lnTo>
                <a:lnTo>
                  <a:pt x="41884" y="32828"/>
                </a:lnTo>
                <a:lnTo>
                  <a:pt x="41174" y="31271"/>
                </a:lnTo>
                <a:lnTo>
                  <a:pt x="40420" y="29743"/>
                </a:lnTo>
                <a:lnTo>
                  <a:pt x="39623" y="28243"/>
                </a:lnTo>
                <a:lnTo>
                  <a:pt x="38783" y="26772"/>
                </a:lnTo>
                <a:lnTo>
                  <a:pt x="37900" y="25329"/>
                </a:lnTo>
                <a:lnTo>
                  <a:pt x="36974" y="23915"/>
                </a:lnTo>
                <a:lnTo>
                  <a:pt x="36005" y="22529"/>
                </a:lnTo>
                <a:lnTo>
                  <a:pt x="34993" y="21172"/>
                </a:lnTo>
                <a:lnTo>
                  <a:pt x="33942" y="19848"/>
                </a:lnTo>
                <a:lnTo>
                  <a:pt x="32856" y="18563"/>
                </a:lnTo>
                <a:lnTo>
                  <a:pt x="31734" y="17316"/>
                </a:lnTo>
                <a:lnTo>
                  <a:pt x="30576" y="16107"/>
                </a:lnTo>
                <a:lnTo>
                  <a:pt x="29384" y="14937"/>
                </a:lnTo>
                <a:lnTo>
                  <a:pt x="28156" y="13805"/>
                </a:lnTo>
                <a:lnTo>
                  <a:pt x="26892" y="12712"/>
                </a:lnTo>
                <a:lnTo>
                  <a:pt x="25593" y="11657"/>
                </a:lnTo>
                <a:lnTo>
                  <a:pt x="24259" y="10640"/>
                </a:lnTo>
                <a:lnTo>
                  <a:pt x="22890" y="9662"/>
                </a:lnTo>
                <a:lnTo>
                  <a:pt x="21485" y="8722"/>
                </a:lnTo>
                <a:lnTo>
                  <a:pt x="20044" y="7821"/>
                </a:lnTo>
                <a:lnTo>
                  <a:pt x="18569" y="6958"/>
                </a:lnTo>
                <a:lnTo>
                  <a:pt x="17057" y="6133"/>
                </a:lnTo>
                <a:lnTo>
                  <a:pt x="15511" y="5347"/>
                </a:lnTo>
                <a:lnTo>
                  <a:pt x="13929" y="4599"/>
                </a:lnTo>
                <a:lnTo>
                  <a:pt x="12312" y="3890"/>
                </a:lnTo>
                <a:lnTo>
                  <a:pt x="10659" y="3219"/>
                </a:lnTo>
                <a:lnTo>
                  <a:pt x="8971" y="2587"/>
                </a:lnTo>
                <a:lnTo>
                  <a:pt x="7248" y="1992"/>
                </a:lnTo>
                <a:lnTo>
                  <a:pt x="5489" y="1437"/>
                </a:lnTo>
                <a:lnTo>
                  <a:pt x="3695" y="919"/>
                </a:lnTo>
                <a:lnTo>
                  <a:pt x="1865" y="440"/>
                </a:lnTo>
                <a:lnTo>
                  <a:pt x="0" y="0"/>
                </a:lnTo>
                <a:lnTo>
                  <a:pt x="0" y="13744"/>
                </a:lnTo>
                <a:lnTo>
                  <a:pt x="851" y="13949"/>
                </a:lnTo>
                <a:lnTo>
                  <a:pt x="1692" y="14169"/>
                </a:lnTo>
                <a:lnTo>
                  <a:pt x="2523" y="14403"/>
                </a:lnTo>
                <a:lnTo>
                  <a:pt x="3344" y="14653"/>
                </a:lnTo>
                <a:lnTo>
                  <a:pt x="4155" y="14917"/>
                </a:lnTo>
                <a:lnTo>
                  <a:pt x="4956" y="15196"/>
                </a:lnTo>
                <a:lnTo>
                  <a:pt x="5748" y="15490"/>
                </a:lnTo>
                <a:lnTo>
                  <a:pt x="6529" y="15798"/>
                </a:lnTo>
                <a:lnTo>
                  <a:pt x="7301" y="16122"/>
                </a:lnTo>
                <a:lnTo>
                  <a:pt x="8063" y="16460"/>
                </a:lnTo>
                <a:lnTo>
                  <a:pt x="8815" y="16813"/>
                </a:lnTo>
                <a:lnTo>
                  <a:pt x="9557" y="17181"/>
                </a:lnTo>
                <a:lnTo>
                  <a:pt x="10289" y="17564"/>
                </a:lnTo>
                <a:lnTo>
                  <a:pt x="11012" y="17961"/>
                </a:lnTo>
                <a:lnTo>
                  <a:pt x="11724" y="18373"/>
                </a:lnTo>
                <a:lnTo>
                  <a:pt x="12427" y="18801"/>
                </a:lnTo>
                <a:lnTo>
                  <a:pt x="13120" y="19242"/>
                </a:lnTo>
                <a:lnTo>
                  <a:pt x="13803" y="19699"/>
                </a:lnTo>
                <a:lnTo>
                  <a:pt x="14476" y="20171"/>
                </a:lnTo>
                <a:lnTo>
                  <a:pt x="15139" y="20657"/>
                </a:lnTo>
                <a:lnTo>
                  <a:pt x="15792" y="21158"/>
                </a:lnTo>
                <a:lnTo>
                  <a:pt x="16436" y="21675"/>
                </a:lnTo>
                <a:lnTo>
                  <a:pt x="17069" y="22205"/>
                </a:lnTo>
                <a:lnTo>
                  <a:pt x="17693" y="22751"/>
                </a:lnTo>
                <a:lnTo>
                  <a:pt x="18306" y="23310"/>
                </a:lnTo>
                <a:lnTo>
                  <a:pt x="18907" y="23879"/>
                </a:lnTo>
                <a:lnTo>
                  <a:pt x="19497" y="24460"/>
                </a:lnTo>
                <a:lnTo>
                  <a:pt x="20075" y="25053"/>
                </a:lnTo>
                <a:lnTo>
                  <a:pt x="20640" y="25656"/>
                </a:lnTo>
                <a:lnTo>
                  <a:pt x="21195" y="26271"/>
                </a:lnTo>
                <a:lnTo>
                  <a:pt x="21737" y="26897"/>
                </a:lnTo>
                <a:lnTo>
                  <a:pt x="22267" y="27534"/>
                </a:lnTo>
                <a:lnTo>
                  <a:pt x="22786" y="28183"/>
                </a:lnTo>
                <a:lnTo>
                  <a:pt x="23293" y="28842"/>
                </a:lnTo>
                <a:lnTo>
                  <a:pt x="23788" y="29513"/>
                </a:lnTo>
                <a:lnTo>
                  <a:pt x="24271" y="30196"/>
                </a:lnTo>
                <a:lnTo>
                  <a:pt x="24743" y="30889"/>
                </a:lnTo>
                <a:lnTo>
                  <a:pt x="25202" y="31594"/>
                </a:lnTo>
                <a:lnTo>
                  <a:pt x="25650" y="32310"/>
                </a:lnTo>
                <a:lnTo>
                  <a:pt x="26086" y="33037"/>
                </a:lnTo>
                <a:lnTo>
                  <a:pt x="26510" y="33776"/>
                </a:lnTo>
                <a:lnTo>
                  <a:pt x="26923" y="34526"/>
                </a:lnTo>
                <a:lnTo>
                  <a:pt x="27323" y="35287"/>
                </a:lnTo>
                <a:lnTo>
                  <a:pt x="27712" y="36059"/>
                </a:lnTo>
                <a:lnTo>
                  <a:pt x="28089" y="36842"/>
                </a:lnTo>
                <a:lnTo>
                  <a:pt x="28454" y="37637"/>
                </a:lnTo>
                <a:lnTo>
                  <a:pt x="28808" y="38443"/>
                </a:lnTo>
                <a:lnTo>
                  <a:pt x="29149" y="39260"/>
                </a:lnTo>
                <a:lnTo>
                  <a:pt x="29478" y="40088"/>
                </a:lnTo>
                <a:lnTo>
                  <a:pt x="29793" y="40924"/>
                </a:lnTo>
                <a:lnTo>
                  <a:pt x="30094" y="41770"/>
                </a:lnTo>
                <a:lnTo>
                  <a:pt x="30380" y="42625"/>
                </a:lnTo>
                <a:lnTo>
                  <a:pt x="30653" y="43488"/>
                </a:lnTo>
                <a:lnTo>
                  <a:pt x="30912" y="44361"/>
                </a:lnTo>
                <a:lnTo>
                  <a:pt x="31157" y="45243"/>
                </a:lnTo>
                <a:lnTo>
                  <a:pt x="31387" y="46133"/>
                </a:lnTo>
                <a:lnTo>
                  <a:pt x="31604" y="47033"/>
                </a:lnTo>
                <a:lnTo>
                  <a:pt x="31807" y="47942"/>
                </a:lnTo>
                <a:lnTo>
                  <a:pt x="31996" y="48860"/>
                </a:lnTo>
                <a:lnTo>
                  <a:pt x="32171" y="49787"/>
                </a:lnTo>
                <a:lnTo>
                  <a:pt x="32332" y="50723"/>
                </a:lnTo>
                <a:lnTo>
                  <a:pt x="32479" y="51669"/>
                </a:lnTo>
                <a:lnTo>
                  <a:pt x="32611" y="52623"/>
                </a:lnTo>
                <a:lnTo>
                  <a:pt x="32730" y="53586"/>
                </a:lnTo>
                <a:lnTo>
                  <a:pt x="32835" y="54559"/>
                </a:lnTo>
                <a:lnTo>
                  <a:pt x="32926" y="55540"/>
                </a:lnTo>
                <a:lnTo>
                  <a:pt x="33003" y="56530"/>
                </a:lnTo>
                <a:lnTo>
                  <a:pt x="33066" y="57530"/>
                </a:lnTo>
                <a:lnTo>
                  <a:pt x="33115" y="58538"/>
                </a:lnTo>
                <a:lnTo>
                  <a:pt x="33150" y="59556"/>
                </a:lnTo>
                <a:lnTo>
                  <a:pt x="33171" y="60583"/>
                </a:lnTo>
                <a:lnTo>
                  <a:pt x="33178" y="61619"/>
                </a:lnTo>
                <a:lnTo>
                  <a:pt x="33178" y="90057"/>
                </a:lnTo>
                <a:lnTo>
                  <a:pt x="33171" y="91080"/>
                </a:lnTo>
                <a:lnTo>
                  <a:pt x="33150" y="92094"/>
                </a:lnTo>
                <a:lnTo>
                  <a:pt x="33115" y="93101"/>
                </a:lnTo>
                <a:lnTo>
                  <a:pt x="33066" y="94099"/>
                </a:lnTo>
                <a:lnTo>
                  <a:pt x="33003" y="95089"/>
                </a:lnTo>
                <a:lnTo>
                  <a:pt x="32926" y="96071"/>
                </a:lnTo>
                <a:lnTo>
                  <a:pt x="32835" y="97044"/>
                </a:lnTo>
                <a:lnTo>
                  <a:pt x="32730" y="98010"/>
                </a:lnTo>
                <a:lnTo>
                  <a:pt x="32611" y="98967"/>
                </a:lnTo>
                <a:lnTo>
                  <a:pt x="32479" y="99916"/>
                </a:lnTo>
                <a:lnTo>
                  <a:pt x="32332" y="100856"/>
                </a:lnTo>
                <a:lnTo>
                  <a:pt x="32171" y="101789"/>
                </a:lnTo>
                <a:lnTo>
                  <a:pt x="31996" y="102713"/>
                </a:lnTo>
                <a:lnTo>
                  <a:pt x="31807" y="103629"/>
                </a:lnTo>
                <a:lnTo>
                  <a:pt x="31604" y="104536"/>
                </a:lnTo>
                <a:lnTo>
                  <a:pt x="31387" y="105436"/>
                </a:lnTo>
                <a:lnTo>
                  <a:pt x="31157" y="106327"/>
                </a:lnTo>
                <a:lnTo>
                  <a:pt x="30912" y="107210"/>
                </a:lnTo>
                <a:lnTo>
                  <a:pt x="30653" y="108085"/>
                </a:lnTo>
                <a:lnTo>
                  <a:pt x="30380" y="108951"/>
                </a:lnTo>
                <a:lnTo>
                  <a:pt x="30094" y="109810"/>
                </a:lnTo>
                <a:lnTo>
                  <a:pt x="29793" y="110660"/>
                </a:lnTo>
                <a:lnTo>
                  <a:pt x="29478" y="111502"/>
                </a:lnTo>
                <a:lnTo>
                  <a:pt x="29149" y="112335"/>
                </a:lnTo>
                <a:lnTo>
                  <a:pt x="28808" y="113159"/>
                </a:lnTo>
                <a:lnTo>
                  <a:pt x="28454" y="113971"/>
                </a:lnTo>
                <a:lnTo>
                  <a:pt x="28089" y="114772"/>
                </a:lnTo>
                <a:lnTo>
                  <a:pt x="27712" y="115561"/>
                </a:lnTo>
                <a:lnTo>
                  <a:pt x="27323" y="116339"/>
                </a:lnTo>
                <a:lnTo>
                  <a:pt x="26923" y="117105"/>
                </a:lnTo>
                <a:lnTo>
                  <a:pt x="26510" y="117860"/>
                </a:lnTo>
                <a:lnTo>
                  <a:pt x="26086" y="118603"/>
                </a:lnTo>
                <a:lnTo>
                  <a:pt x="25650" y="119335"/>
                </a:lnTo>
                <a:lnTo>
                  <a:pt x="25202" y="120055"/>
                </a:lnTo>
                <a:lnTo>
                  <a:pt x="24743" y="120763"/>
                </a:lnTo>
                <a:lnTo>
                  <a:pt x="24271" y="121460"/>
                </a:lnTo>
                <a:lnTo>
                  <a:pt x="23788" y="122146"/>
                </a:lnTo>
                <a:lnTo>
                  <a:pt x="23293" y="122820"/>
                </a:lnTo>
                <a:lnTo>
                  <a:pt x="22786" y="123482"/>
                </a:lnTo>
                <a:lnTo>
                  <a:pt x="22267" y="124133"/>
                </a:lnTo>
                <a:lnTo>
                  <a:pt x="21737" y="124773"/>
                </a:lnTo>
                <a:lnTo>
                  <a:pt x="21195" y="125401"/>
                </a:lnTo>
                <a:lnTo>
                  <a:pt x="20640" y="126017"/>
                </a:lnTo>
                <a:lnTo>
                  <a:pt x="20075" y="126622"/>
                </a:lnTo>
                <a:lnTo>
                  <a:pt x="19497" y="127216"/>
                </a:lnTo>
                <a:lnTo>
                  <a:pt x="18907" y="127797"/>
                </a:lnTo>
                <a:lnTo>
                  <a:pt x="18306" y="128368"/>
                </a:lnTo>
                <a:lnTo>
                  <a:pt x="17693" y="128927"/>
                </a:lnTo>
                <a:lnTo>
                  <a:pt x="17069" y="129472"/>
                </a:lnTo>
                <a:lnTo>
                  <a:pt x="16436" y="130003"/>
                </a:lnTo>
                <a:lnTo>
                  <a:pt x="15792" y="130519"/>
                </a:lnTo>
                <a:lnTo>
                  <a:pt x="15139" y="131020"/>
                </a:lnTo>
                <a:lnTo>
                  <a:pt x="14476" y="131506"/>
                </a:lnTo>
                <a:lnTo>
                  <a:pt x="13803" y="131977"/>
                </a:lnTo>
                <a:lnTo>
                  <a:pt x="13120" y="132434"/>
                </a:lnTo>
                <a:lnTo>
                  <a:pt x="12427" y="132876"/>
                </a:lnTo>
                <a:lnTo>
                  <a:pt x="11724" y="133303"/>
                </a:lnTo>
                <a:lnTo>
                  <a:pt x="11012" y="133715"/>
                </a:lnTo>
                <a:lnTo>
                  <a:pt x="10289" y="134113"/>
                </a:lnTo>
                <a:lnTo>
                  <a:pt x="9557" y="134495"/>
                </a:lnTo>
                <a:lnTo>
                  <a:pt x="8815" y="134863"/>
                </a:lnTo>
                <a:lnTo>
                  <a:pt x="8063" y="135216"/>
                </a:lnTo>
                <a:lnTo>
                  <a:pt x="7301" y="135554"/>
                </a:lnTo>
                <a:lnTo>
                  <a:pt x="6529" y="135877"/>
                </a:lnTo>
                <a:lnTo>
                  <a:pt x="5748" y="136186"/>
                </a:lnTo>
                <a:lnTo>
                  <a:pt x="4956" y="136480"/>
                </a:lnTo>
                <a:lnTo>
                  <a:pt x="4155" y="136759"/>
                </a:lnTo>
                <a:lnTo>
                  <a:pt x="3344" y="137023"/>
                </a:lnTo>
                <a:lnTo>
                  <a:pt x="2523" y="137272"/>
                </a:lnTo>
                <a:lnTo>
                  <a:pt x="1692" y="137507"/>
                </a:lnTo>
                <a:lnTo>
                  <a:pt x="851" y="137726"/>
                </a:lnTo>
                <a:lnTo>
                  <a:pt x="0" y="137931"/>
                </a:lnTo>
                <a:lnTo>
                  <a:pt x="0" y="151675"/>
                </a:lnTo>
                <a:lnTo>
                  <a:pt x="1865" y="151235"/>
                </a:lnTo>
                <a:lnTo>
                  <a:pt x="3695" y="150756"/>
                </a:lnTo>
                <a:lnTo>
                  <a:pt x="5489" y="150239"/>
                </a:lnTo>
                <a:close/>
                <a:moveTo>
                  <a:pt x="600008" y="119761"/>
                </a:moveTo>
                <a:lnTo>
                  <a:pt x="599655" y="119756"/>
                </a:lnTo>
                <a:lnTo>
                  <a:pt x="599308" y="119741"/>
                </a:lnTo>
                <a:lnTo>
                  <a:pt x="598967" y="119717"/>
                </a:lnTo>
                <a:lnTo>
                  <a:pt x="598632" y="119684"/>
                </a:lnTo>
                <a:lnTo>
                  <a:pt x="598302" y="119641"/>
                </a:lnTo>
                <a:lnTo>
                  <a:pt x="597979" y="119588"/>
                </a:lnTo>
                <a:lnTo>
                  <a:pt x="597661" y="119525"/>
                </a:lnTo>
                <a:lnTo>
                  <a:pt x="597348" y="119453"/>
                </a:lnTo>
                <a:lnTo>
                  <a:pt x="597042" y="119372"/>
                </a:lnTo>
                <a:lnTo>
                  <a:pt x="596741" y="119281"/>
                </a:lnTo>
                <a:lnTo>
                  <a:pt x="596446" y="119180"/>
                </a:lnTo>
                <a:lnTo>
                  <a:pt x="596157" y="119069"/>
                </a:lnTo>
                <a:lnTo>
                  <a:pt x="595873" y="118949"/>
                </a:lnTo>
                <a:lnTo>
                  <a:pt x="595596" y="118820"/>
                </a:lnTo>
                <a:lnTo>
                  <a:pt x="595324" y="118681"/>
                </a:lnTo>
                <a:lnTo>
                  <a:pt x="595057" y="118532"/>
                </a:lnTo>
                <a:lnTo>
                  <a:pt x="594797" y="118373"/>
                </a:lnTo>
                <a:lnTo>
                  <a:pt x="594542" y="118205"/>
                </a:lnTo>
                <a:lnTo>
                  <a:pt x="594293" y="118028"/>
                </a:lnTo>
                <a:lnTo>
                  <a:pt x="594050" y="117840"/>
                </a:lnTo>
                <a:lnTo>
                  <a:pt x="593812" y="117644"/>
                </a:lnTo>
                <a:lnTo>
                  <a:pt x="593581" y="117437"/>
                </a:lnTo>
                <a:lnTo>
                  <a:pt x="593355" y="117221"/>
                </a:lnTo>
                <a:lnTo>
                  <a:pt x="593134" y="116995"/>
                </a:lnTo>
                <a:lnTo>
                  <a:pt x="592922" y="116762"/>
                </a:lnTo>
                <a:lnTo>
                  <a:pt x="592718" y="116523"/>
                </a:lnTo>
                <a:lnTo>
                  <a:pt x="592523" y="116278"/>
                </a:lnTo>
                <a:lnTo>
                  <a:pt x="592338" y="116028"/>
                </a:lnTo>
                <a:lnTo>
                  <a:pt x="592162" y="115771"/>
                </a:lnTo>
                <a:lnTo>
                  <a:pt x="591994" y="115509"/>
                </a:lnTo>
                <a:lnTo>
                  <a:pt x="591836" y="115241"/>
                </a:lnTo>
                <a:lnTo>
                  <a:pt x="591686" y="114968"/>
                </a:lnTo>
                <a:lnTo>
                  <a:pt x="591546" y="114688"/>
                </a:lnTo>
                <a:lnTo>
                  <a:pt x="591415" y="114403"/>
                </a:lnTo>
                <a:lnTo>
                  <a:pt x="591293" y="114112"/>
                </a:lnTo>
                <a:lnTo>
                  <a:pt x="591180" y="113816"/>
                </a:lnTo>
                <a:lnTo>
                  <a:pt x="591076" y="113513"/>
                </a:lnTo>
                <a:lnTo>
                  <a:pt x="590981" y="113205"/>
                </a:lnTo>
                <a:lnTo>
                  <a:pt x="590895" y="112891"/>
                </a:lnTo>
                <a:lnTo>
                  <a:pt x="590818" y="112571"/>
                </a:lnTo>
                <a:lnTo>
                  <a:pt x="590750" y="112246"/>
                </a:lnTo>
                <a:lnTo>
                  <a:pt x="590691" y="111915"/>
                </a:lnTo>
                <a:lnTo>
                  <a:pt x="590641" y="111578"/>
                </a:lnTo>
                <a:lnTo>
                  <a:pt x="590601" y="111235"/>
                </a:lnTo>
                <a:lnTo>
                  <a:pt x="590569" y="110886"/>
                </a:lnTo>
                <a:lnTo>
                  <a:pt x="590546" y="110532"/>
                </a:lnTo>
                <a:lnTo>
                  <a:pt x="590533" y="110172"/>
                </a:lnTo>
                <a:lnTo>
                  <a:pt x="590528" y="109806"/>
                </a:lnTo>
                <a:lnTo>
                  <a:pt x="590528" y="58774"/>
                </a:lnTo>
                <a:lnTo>
                  <a:pt x="626078" y="58774"/>
                </a:lnTo>
                <a:lnTo>
                  <a:pt x="626078" y="45818"/>
                </a:lnTo>
                <a:lnTo>
                  <a:pt x="590528" y="45818"/>
                </a:lnTo>
                <a:lnTo>
                  <a:pt x="590528" y="21329"/>
                </a:lnTo>
                <a:lnTo>
                  <a:pt x="576309" y="21329"/>
                </a:lnTo>
                <a:lnTo>
                  <a:pt x="576309" y="45818"/>
                </a:lnTo>
                <a:lnTo>
                  <a:pt x="551345" y="45818"/>
                </a:lnTo>
                <a:lnTo>
                  <a:pt x="551345" y="58774"/>
                </a:lnTo>
                <a:lnTo>
                  <a:pt x="576309" y="58774"/>
                </a:lnTo>
                <a:lnTo>
                  <a:pt x="576309" y="109806"/>
                </a:lnTo>
                <a:lnTo>
                  <a:pt x="576320" y="110668"/>
                </a:lnTo>
                <a:lnTo>
                  <a:pt x="576354" y="111515"/>
                </a:lnTo>
                <a:lnTo>
                  <a:pt x="576410" y="112348"/>
                </a:lnTo>
                <a:lnTo>
                  <a:pt x="576489" y="113166"/>
                </a:lnTo>
                <a:lnTo>
                  <a:pt x="576590" y="113970"/>
                </a:lnTo>
                <a:lnTo>
                  <a:pt x="576714" y="114759"/>
                </a:lnTo>
                <a:lnTo>
                  <a:pt x="576860" y="115534"/>
                </a:lnTo>
                <a:lnTo>
                  <a:pt x="577029" y="116294"/>
                </a:lnTo>
                <a:lnTo>
                  <a:pt x="577220" y="117039"/>
                </a:lnTo>
                <a:lnTo>
                  <a:pt x="577434" y="117770"/>
                </a:lnTo>
                <a:lnTo>
                  <a:pt x="577670" y="118487"/>
                </a:lnTo>
                <a:lnTo>
                  <a:pt x="577929" y="119189"/>
                </a:lnTo>
                <a:lnTo>
                  <a:pt x="578210" y="119876"/>
                </a:lnTo>
                <a:lnTo>
                  <a:pt x="578513" y="120549"/>
                </a:lnTo>
                <a:lnTo>
                  <a:pt x="578840" y="121207"/>
                </a:lnTo>
                <a:lnTo>
                  <a:pt x="579188" y="121851"/>
                </a:lnTo>
                <a:lnTo>
                  <a:pt x="579559" y="122480"/>
                </a:lnTo>
                <a:lnTo>
                  <a:pt x="579953" y="123095"/>
                </a:lnTo>
                <a:lnTo>
                  <a:pt x="580369" y="123695"/>
                </a:lnTo>
                <a:lnTo>
                  <a:pt x="580808" y="124280"/>
                </a:lnTo>
                <a:lnTo>
                  <a:pt x="581269" y="124851"/>
                </a:lnTo>
                <a:lnTo>
                  <a:pt x="581752" y="125408"/>
                </a:lnTo>
                <a:lnTo>
                  <a:pt x="582258" y="125950"/>
                </a:lnTo>
                <a:lnTo>
                  <a:pt x="582787" y="126477"/>
                </a:lnTo>
                <a:lnTo>
                  <a:pt x="583334" y="126986"/>
                </a:lnTo>
                <a:lnTo>
                  <a:pt x="583896" y="127474"/>
                </a:lnTo>
                <a:lnTo>
                  <a:pt x="584473" y="127940"/>
                </a:lnTo>
                <a:lnTo>
                  <a:pt x="585065" y="128384"/>
                </a:lnTo>
                <a:lnTo>
                  <a:pt x="585671" y="128806"/>
                </a:lnTo>
                <a:lnTo>
                  <a:pt x="586293" y="129207"/>
                </a:lnTo>
                <a:lnTo>
                  <a:pt x="586929" y="129586"/>
                </a:lnTo>
                <a:lnTo>
                  <a:pt x="587579" y="129944"/>
                </a:lnTo>
                <a:lnTo>
                  <a:pt x="588245" y="130279"/>
                </a:lnTo>
                <a:lnTo>
                  <a:pt x="588926" y="130593"/>
                </a:lnTo>
                <a:lnTo>
                  <a:pt x="589621" y="130886"/>
                </a:lnTo>
                <a:lnTo>
                  <a:pt x="590331" y="131157"/>
                </a:lnTo>
                <a:lnTo>
                  <a:pt x="591056" y="131406"/>
                </a:lnTo>
                <a:lnTo>
                  <a:pt x="591796" y="131633"/>
                </a:lnTo>
                <a:lnTo>
                  <a:pt x="592550" y="131839"/>
                </a:lnTo>
                <a:lnTo>
                  <a:pt x="593320" y="132023"/>
                </a:lnTo>
                <a:lnTo>
                  <a:pt x="594104" y="132186"/>
                </a:lnTo>
                <a:lnTo>
                  <a:pt x="594903" y="132327"/>
                </a:lnTo>
                <a:lnTo>
                  <a:pt x="595717" y="132446"/>
                </a:lnTo>
                <a:lnTo>
                  <a:pt x="596545" y="132543"/>
                </a:lnTo>
                <a:lnTo>
                  <a:pt x="597389" y="132619"/>
                </a:lnTo>
                <a:lnTo>
                  <a:pt x="598247" y="132673"/>
                </a:lnTo>
                <a:lnTo>
                  <a:pt x="599120" y="132706"/>
                </a:lnTo>
                <a:lnTo>
                  <a:pt x="600008" y="132717"/>
                </a:lnTo>
                <a:lnTo>
                  <a:pt x="625288" y="132717"/>
                </a:lnTo>
                <a:lnTo>
                  <a:pt x="625288" y="119761"/>
                </a:lnTo>
                <a:lnTo>
                  <a:pt x="600008" y="119761"/>
                </a:lnTo>
                <a:close/>
                <a:moveTo>
                  <a:pt x="276274" y="38708"/>
                </a:moveTo>
                <a:lnTo>
                  <a:pt x="276274" y="52927"/>
                </a:lnTo>
                <a:lnTo>
                  <a:pt x="325253" y="77101"/>
                </a:lnTo>
                <a:lnTo>
                  <a:pt x="325477" y="77206"/>
                </a:lnTo>
                <a:lnTo>
                  <a:pt x="325700" y="77311"/>
                </a:lnTo>
                <a:lnTo>
                  <a:pt x="325924" y="77415"/>
                </a:lnTo>
                <a:lnTo>
                  <a:pt x="326148" y="77518"/>
                </a:lnTo>
                <a:lnTo>
                  <a:pt x="326372" y="77621"/>
                </a:lnTo>
                <a:lnTo>
                  <a:pt x="326596" y="77724"/>
                </a:lnTo>
                <a:lnTo>
                  <a:pt x="326819" y="77826"/>
                </a:lnTo>
                <a:lnTo>
                  <a:pt x="327043" y="77927"/>
                </a:lnTo>
                <a:lnTo>
                  <a:pt x="327267" y="78028"/>
                </a:lnTo>
                <a:lnTo>
                  <a:pt x="327491" y="78128"/>
                </a:lnTo>
                <a:lnTo>
                  <a:pt x="327715" y="78228"/>
                </a:lnTo>
                <a:lnTo>
                  <a:pt x="327938" y="78327"/>
                </a:lnTo>
                <a:lnTo>
                  <a:pt x="328162" y="78425"/>
                </a:lnTo>
                <a:lnTo>
                  <a:pt x="328386" y="78523"/>
                </a:lnTo>
                <a:lnTo>
                  <a:pt x="328610" y="78621"/>
                </a:lnTo>
                <a:lnTo>
                  <a:pt x="328834" y="78718"/>
                </a:lnTo>
                <a:lnTo>
                  <a:pt x="329057" y="78814"/>
                </a:lnTo>
                <a:lnTo>
                  <a:pt x="329281" y="78910"/>
                </a:lnTo>
                <a:lnTo>
                  <a:pt x="329505" y="79005"/>
                </a:lnTo>
                <a:lnTo>
                  <a:pt x="329729" y="79100"/>
                </a:lnTo>
                <a:lnTo>
                  <a:pt x="329953" y="79194"/>
                </a:lnTo>
                <a:lnTo>
                  <a:pt x="330177" y="79288"/>
                </a:lnTo>
                <a:lnTo>
                  <a:pt x="330400" y="79381"/>
                </a:lnTo>
                <a:lnTo>
                  <a:pt x="330624" y="79473"/>
                </a:lnTo>
                <a:lnTo>
                  <a:pt x="330846" y="79564"/>
                </a:lnTo>
                <a:lnTo>
                  <a:pt x="331063" y="79652"/>
                </a:lnTo>
                <a:lnTo>
                  <a:pt x="331276" y="79737"/>
                </a:lnTo>
                <a:lnTo>
                  <a:pt x="331484" y="79819"/>
                </a:lnTo>
                <a:lnTo>
                  <a:pt x="331688" y="79899"/>
                </a:lnTo>
                <a:lnTo>
                  <a:pt x="331888" y="79976"/>
                </a:lnTo>
                <a:lnTo>
                  <a:pt x="332083" y="80050"/>
                </a:lnTo>
                <a:lnTo>
                  <a:pt x="332274" y="80122"/>
                </a:lnTo>
                <a:lnTo>
                  <a:pt x="332461" y="80190"/>
                </a:lnTo>
                <a:lnTo>
                  <a:pt x="332643" y="80256"/>
                </a:lnTo>
                <a:lnTo>
                  <a:pt x="332821" y="80320"/>
                </a:lnTo>
                <a:lnTo>
                  <a:pt x="332994" y="80380"/>
                </a:lnTo>
                <a:lnTo>
                  <a:pt x="333163" y="80438"/>
                </a:lnTo>
                <a:lnTo>
                  <a:pt x="333328" y="80493"/>
                </a:lnTo>
                <a:lnTo>
                  <a:pt x="333488" y="80545"/>
                </a:lnTo>
                <a:lnTo>
                  <a:pt x="333644" y="80595"/>
                </a:lnTo>
                <a:lnTo>
                  <a:pt x="333795" y="80642"/>
                </a:lnTo>
                <a:lnTo>
                  <a:pt x="333942" y="80686"/>
                </a:lnTo>
                <a:lnTo>
                  <a:pt x="334085" y="80727"/>
                </a:lnTo>
                <a:lnTo>
                  <a:pt x="334223" y="80766"/>
                </a:lnTo>
                <a:lnTo>
                  <a:pt x="334357" y="80802"/>
                </a:lnTo>
                <a:lnTo>
                  <a:pt x="334486" y="80835"/>
                </a:lnTo>
                <a:lnTo>
                  <a:pt x="334611" y="80866"/>
                </a:lnTo>
                <a:lnTo>
                  <a:pt x="334732" y="80893"/>
                </a:lnTo>
                <a:lnTo>
                  <a:pt x="334625" y="80921"/>
                </a:lnTo>
                <a:lnTo>
                  <a:pt x="334512" y="80951"/>
                </a:lnTo>
                <a:lnTo>
                  <a:pt x="334395" y="80983"/>
                </a:lnTo>
                <a:lnTo>
                  <a:pt x="334274" y="81018"/>
                </a:lnTo>
                <a:lnTo>
                  <a:pt x="334147" y="81056"/>
                </a:lnTo>
                <a:lnTo>
                  <a:pt x="334016" y="81096"/>
                </a:lnTo>
                <a:lnTo>
                  <a:pt x="333881" y="81138"/>
                </a:lnTo>
                <a:lnTo>
                  <a:pt x="333741" y="81183"/>
                </a:lnTo>
                <a:lnTo>
                  <a:pt x="333596" y="81230"/>
                </a:lnTo>
                <a:lnTo>
                  <a:pt x="333446" y="81280"/>
                </a:lnTo>
                <a:lnTo>
                  <a:pt x="333292" y="81332"/>
                </a:lnTo>
                <a:lnTo>
                  <a:pt x="333133" y="81387"/>
                </a:lnTo>
                <a:lnTo>
                  <a:pt x="332969" y="81444"/>
                </a:lnTo>
                <a:lnTo>
                  <a:pt x="332801" y="81504"/>
                </a:lnTo>
                <a:lnTo>
                  <a:pt x="332628" y="81566"/>
                </a:lnTo>
                <a:lnTo>
                  <a:pt x="332450" y="81630"/>
                </a:lnTo>
                <a:lnTo>
                  <a:pt x="332268" y="81697"/>
                </a:lnTo>
                <a:lnTo>
                  <a:pt x="332081" y="81767"/>
                </a:lnTo>
                <a:lnTo>
                  <a:pt x="331889" y="81839"/>
                </a:lnTo>
                <a:lnTo>
                  <a:pt x="331693" y="81913"/>
                </a:lnTo>
                <a:lnTo>
                  <a:pt x="331492" y="81990"/>
                </a:lnTo>
                <a:lnTo>
                  <a:pt x="331286" y="82070"/>
                </a:lnTo>
                <a:lnTo>
                  <a:pt x="331075" y="82152"/>
                </a:lnTo>
                <a:lnTo>
                  <a:pt x="330860" y="82236"/>
                </a:lnTo>
                <a:lnTo>
                  <a:pt x="330643" y="82322"/>
                </a:lnTo>
                <a:lnTo>
                  <a:pt x="330423" y="82410"/>
                </a:lnTo>
                <a:lnTo>
                  <a:pt x="330203" y="82499"/>
                </a:lnTo>
                <a:lnTo>
                  <a:pt x="329981" y="82589"/>
                </a:lnTo>
                <a:lnTo>
                  <a:pt x="329757" y="82681"/>
                </a:lnTo>
                <a:lnTo>
                  <a:pt x="329533" y="82774"/>
                </a:lnTo>
                <a:lnTo>
                  <a:pt x="329307" y="82869"/>
                </a:lnTo>
                <a:lnTo>
                  <a:pt x="329079" y="82965"/>
                </a:lnTo>
                <a:lnTo>
                  <a:pt x="328850" y="83062"/>
                </a:lnTo>
                <a:lnTo>
                  <a:pt x="328620" y="83161"/>
                </a:lnTo>
                <a:lnTo>
                  <a:pt x="328388" y="83261"/>
                </a:lnTo>
                <a:lnTo>
                  <a:pt x="328155" y="83362"/>
                </a:lnTo>
                <a:lnTo>
                  <a:pt x="327921" y="83465"/>
                </a:lnTo>
                <a:lnTo>
                  <a:pt x="327685" y="83569"/>
                </a:lnTo>
                <a:lnTo>
                  <a:pt x="327448" y="83674"/>
                </a:lnTo>
                <a:lnTo>
                  <a:pt x="327210" y="83781"/>
                </a:lnTo>
                <a:lnTo>
                  <a:pt x="326970" y="83889"/>
                </a:lnTo>
                <a:lnTo>
                  <a:pt x="326729" y="83999"/>
                </a:lnTo>
                <a:lnTo>
                  <a:pt x="326486" y="84110"/>
                </a:lnTo>
                <a:lnTo>
                  <a:pt x="326242" y="84222"/>
                </a:lnTo>
                <a:lnTo>
                  <a:pt x="325997" y="84336"/>
                </a:lnTo>
                <a:lnTo>
                  <a:pt x="325750" y="84451"/>
                </a:lnTo>
                <a:lnTo>
                  <a:pt x="325502" y="84568"/>
                </a:lnTo>
                <a:lnTo>
                  <a:pt x="325253" y="84685"/>
                </a:lnTo>
                <a:lnTo>
                  <a:pt x="276274" y="108702"/>
                </a:lnTo>
                <a:lnTo>
                  <a:pt x="276274" y="122446"/>
                </a:lnTo>
                <a:lnTo>
                  <a:pt x="344212" y="88478"/>
                </a:lnTo>
                <a:lnTo>
                  <a:pt x="344212" y="72677"/>
                </a:lnTo>
                <a:lnTo>
                  <a:pt x="276274" y="38708"/>
                </a:lnTo>
                <a:close/>
                <a:moveTo>
                  <a:pt x="192602" y="74259"/>
                </a:moveTo>
                <a:lnTo>
                  <a:pt x="192602" y="86899"/>
                </a:lnTo>
                <a:lnTo>
                  <a:pt x="243162" y="86899"/>
                </a:lnTo>
                <a:lnTo>
                  <a:pt x="243162" y="74259"/>
                </a:lnTo>
                <a:lnTo>
                  <a:pt x="192602" y="74259"/>
                </a:lnTo>
                <a:close/>
                <a:moveTo>
                  <a:pt x="655465" y="45818"/>
                </a:moveTo>
                <a:lnTo>
                  <a:pt x="655465" y="132717"/>
                </a:lnTo>
                <a:lnTo>
                  <a:pt x="669684" y="132717"/>
                </a:lnTo>
                <a:lnTo>
                  <a:pt x="669684" y="77417"/>
                </a:lnTo>
                <a:lnTo>
                  <a:pt x="669693" y="76582"/>
                </a:lnTo>
                <a:lnTo>
                  <a:pt x="669718" y="75765"/>
                </a:lnTo>
                <a:lnTo>
                  <a:pt x="669761" y="74963"/>
                </a:lnTo>
                <a:lnTo>
                  <a:pt x="669821" y="74178"/>
                </a:lnTo>
                <a:lnTo>
                  <a:pt x="669897" y="73410"/>
                </a:lnTo>
                <a:lnTo>
                  <a:pt x="669991" y="72657"/>
                </a:lnTo>
                <a:lnTo>
                  <a:pt x="670101" y="71922"/>
                </a:lnTo>
                <a:lnTo>
                  <a:pt x="670229" y="71203"/>
                </a:lnTo>
                <a:lnTo>
                  <a:pt x="670373" y="70500"/>
                </a:lnTo>
                <a:lnTo>
                  <a:pt x="670535" y="69814"/>
                </a:lnTo>
                <a:lnTo>
                  <a:pt x="670714" y="69144"/>
                </a:lnTo>
                <a:lnTo>
                  <a:pt x="670909" y="68491"/>
                </a:lnTo>
                <a:lnTo>
                  <a:pt x="671122" y="67854"/>
                </a:lnTo>
                <a:lnTo>
                  <a:pt x="671351" y="67233"/>
                </a:lnTo>
                <a:lnTo>
                  <a:pt x="671598" y="66629"/>
                </a:lnTo>
                <a:lnTo>
                  <a:pt x="671862" y="66042"/>
                </a:lnTo>
                <a:lnTo>
                  <a:pt x="672142" y="65471"/>
                </a:lnTo>
                <a:lnTo>
                  <a:pt x="672440" y="64916"/>
                </a:lnTo>
                <a:lnTo>
                  <a:pt x="672755" y="64378"/>
                </a:lnTo>
                <a:lnTo>
                  <a:pt x="673086" y="63856"/>
                </a:lnTo>
                <a:lnTo>
                  <a:pt x="673435" y="63351"/>
                </a:lnTo>
                <a:lnTo>
                  <a:pt x="673801" y="62863"/>
                </a:lnTo>
                <a:lnTo>
                  <a:pt x="674184" y="62390"/>
                </a:lnTo>
                <a:lnTo>
                  <a:pt x="674583" y="61934"/>
                </a:lnTo>
                <a:lnTo>
                  <a:pt x="674999" y="61496"/>
                </a:lnTo>
                <a:lnTo>
                  <a:pt x="675430" y="61076"/>
                </a:lnTo>
                <a:lnTo>
                  <a:pt x="675877" y="60675"/>
                </a:lnTo>
                <a:lnTo>
                  <a:pt x="676339" y="60293"/>
                </a:lnTo>
                <a:lnTo>
                  <a:pt x="676816" y="59929"/>
                </a:lnTo>
                <a:lnTo>
                  <a:pt x="677309" y="59584"/>
                </a:lnTo>
                <a:lnTo>
                  <a:pt x="677817" y="59258"/>
                </a:lnTo>
                <a:lnTo>
                  <a:pt x="678340" y="58950"/>
                </a:lnTo>
                <a:lnTo>
                  <a:pt x="678879" y="58661"/>
                </a:lnTo>
                <a:lnTo>
                  <a:pt x="679433" y="58391"/>
                </a:lnTo>
                <a:lnTo>
                  <a:pt x="680003" y="58139"/>
                </a:lnTo>
                <a:lnTo>
                  <a:pt x="680587" y="57906"/>
                </a:lnTo>
                <a:lnTo>
                  <a:pt x="681188" y="57691"/>
                </a:lnTo>
                <a:lnTo>
                  <a:pt x="681803" y="57496"/>
                </a:lnTo>
                <a:lnTo>
                  <a:pt x="682434" y="57318"/>
                </a:lnTo>
                <a:lnTo>
                  <a:pt x="683080" y="57160"/>
                </a:lnTo>
                <a:lnTo>
                  <a:pt x="683742" y="57020"/>
                </a:lnTo>
                <a:lnTo>
                  <a:pt x="684419" y="56899"/>
                </a:lnTo>
                <a:lnTo>
                  <a:pt x="685111" y="56796"/>
                </a:lnTo>
                <a:lnTo>
                  <a:pt x="685818" y="56712"/>
                </a:lnTo>
                <a:lnTo>
                  <a:pt x="686541" y="56647"/>
                </a:lnTo>
                <a:lnTo>
                  <a:pt x="687280" y="56600"/>
                </a:lnTo>
                <a:lnTo>
                  <a:pt x="688033" y="56572"/>
                </a:lnTo>
                <a:lnTo>
                  <a:pt x="688802" y="56563"/>
                </a:lnTo>
                <a:lnTo>
                  <a:pt x="689546" y="56571"/>
                </a:lnTo>
                <a:lnTo>
                  <a:pt x="690274" y="56595"/>
                </a:lnTo>
                <a:lnTo>
                  <a:pt x="690987" y="56636"/>
                </a:lnTo>
                <a:lnTo>
                  <a:pt x="691686" y="56692"/>
                </a:lnTo>
                <a:lnTo>
                  <a:pt x="692370" y="56765"/>
                </a:lnTo>
                <a:lnTo>
                  <a:pt x="693039" y="56854"/>
                </a:lnTo>
                <a:lnTo>
                  <a:pt x="693693" y="56959"/>
                </a:lnTo>
                <a:lnTo>
                  <a:pt x="694333" y="57081"/>
                </a:lnTo>
                <a:lnTo>
                  <a:pt x="694957" y="57218"/>
                </a:lnTo>
                <a:lnTo>
                  <a:pt x="695567" y="57372"/>
                </a:lnTo>
                <a:lnTo>
                  <a:pt x="696162" y="57542"/>
                </a:lnTo>
                <a:lnTo>
                  <a:pt x="696742" y="57728"/>
                </a:lnTo>
                <a:lnTo>
                  <a:pt x="697308" y="57930"/>
                </a:lnTo>
                <a:lnTo>
                  <a:pt x="697858" y="58149"/>
                </a:lnTo>
                <a:lnTo>
                  <a:pt x="698394" y="58383"/>
                </a:lnTo>
                <a:lnTo>
                  <a:pt x="698915" y="58634"/>
                </a:lnTo>
                <a:lnTo>
                  <a:pt x="699421" y="58901"/>
                </a:lnTo>
                <a:lnTo>
                  <a:pt x="699912" y="59184"/>
                </a:lnTo>
                <a:lnTo>
                  <a:pt x="700389" y="59484"/>
                </a:lnTo>
                <a:lnTo>
                  <a:pt x="700851" y="59799"/>
                </a:lnTo>
                <a:lnTo>
                  <a:pt x="701297" y="60131"/>
                </a:lnTo>
                <a:lnTo>
                  <a:pt x="701729" y="60479"/>
                </a:lnTo>
                <a:lnTo>
                  <a:pt x="702147" y="60843"/>
                </a:lnTo>
                <a:lnTo>
                  <a:pt x="702549" y="61223"/>
                </a:lnTo>
                <a:lnTo>
                  <a:pt x="702936" y="61620"/>
                </a:lnTo>
                <a:lnTo>
                  <a:pt x="703306" y="62034"/>
                </a:lnTo>
                <a:lnTo>
                  <a:pt x="703660" y="62466"/>
                </a:lnTo>
                <a:lnTo>
                  <a:pt x="703997" y="62915"/>
                </a:lnTo>
                <a:lnTo>
                  <a:pt x="704318" y="63381"/>
                </a:lnTo>
                <a:lnTo>
                  <a:pt x="704623" y="63864"/>
                </a:lnTo>
                <a:lnTo>
                  <a:pt x="704911" y="64365"/>
                </a:lnTo>
                <a:lnTo>
                  <a:pt x="705182" y="64883"/>
                </a:lnTo>
                <a:lnTo>
                  <a:pt x="705437" y="65418"/>
                </a:lnTo>
                <a:lnTo>
                  <a:pt x="705676" y="65971"/>
                </a:lnTo>
                <a:lnTo>
                  <a:pt x="705898" y="66541"/>
                </a:lnTo>
                <a:lnTo>
                  <a:pt x="706104" y="67128"/>
                </a:lnTo>
                <a:lnTo>
                  <a:pt x="706293" y="67732"/>
                </a:lnTo>
                <a:lnTo>
                  <a:pt x="706466" y="68354"/>
                </a:lnTo>
                <a:lnTo>
                  <a:pt x="706622" y="68993"/>
                </a:lnTo>
                <a:lnTo>
                  <a:pt x="706762" y="69649"/>
                </a:lnTo>
                <a:lnTo>
                  <a:pt x="706885" y="70323"/>
                </a:lnTo>
                <a:lnTo>
                  <a:pt x="706992" y="71014"/>
                </a:lnTo>
                <a:lnTo>
                  <a:pt x="707083" y="71722"/>
                </a:lnTo>
                <a:lnTo>
                  <a:pt x="707157" y="72447"/>
                </a:lnTo>
                <a:lnTo>
                  <a:pt x="707215" y="73190"/>
                </a:lnTo>
                <a:lnTo>
                  <a:pt x="707256" y="73950"/>
                </a:lnTo>
                <a:lnTo>
                  <a:pt x="707280" y="74727"/>
                </a:lnTo>
                <a:lnTo>
                  <a:pt x="707289" y="75522"/>
                </a:lnTo>
                <a:lnTo>
                  <a:pt x="707289" y="82947"/>
                </a:lnTo>
                <a:lnTo>
                  <a:pt x="721508" y="82947"/>
                </a:lnTo>
                <a:lnTo>
                  <a:pt x="721508" y="75522"/>
                </a:lnTo>
                <a:lnTo>
                  <a:pt x="721495" y="74283"/>
                </a:lnTo>
                <a:lnTo>
                  <a:pt x="721457" y="73068"/>
                </a:lnTo>
                <a:lnTo>
                  <a:pt x="721393" y="71877"/>
                </a:lnTo>
                <a:lnTo>
                  <a:pt x="721304" y="70709"/>
                </a:lnTo>
                <a:lnTo>
                  <a:pt x="721189" y="69566"/>
                </a:lnTo>
                <a:lnTo>
                  <a:pt x="721049" y="68447"/>
                </a:lnTo>
                <a:lnTo>
                  <a:pt x="720883" y="67351"/>
                </a:lnTo>
                <a:lnTo>
                  <a:pt x="720691" y="66279"/>
                </a:lnTo>
                <a:lnTo>
                  <a:pt x="720474" y="65231"/>
                </a:lnTo>
                <a:lnTo>
                  <a:pt x="720232" y="64207"/>
                </a:lnTo>
                <a:lnTo>
                  <a:pt x="719964" y="63207"/>
                </a:lnTo>
                <a:lnTo>
                  <a:pt x="719671" y="62230"/>
                </a:lnTo>
                <a:lnTo>
                  <a:pt x="719352" y="61278"/>
                </a:lnTo>
                <a:lnTo>
                  <a:pt x="719007" y="60349"/>
                </a:lnTo>
                <a:lnTo>
                  <a:pt x="718637" y="59444"/>
                </a:lnTo>
                <a:lnTo>
                  <a:pt x="718242" y="58563"/>
                </a:lnTo>
                <a:lnTo>
                  <a:pt x="717821" y="57706"/>
                </a:lnTo>
                <a:lnTo>
                  <a:pt x="717374" y="56873"/>
                </a:lnTo>
                <a:lnTo>
                  <a:pt x="716902" y="56064"/>
                </a:lnTo>
                <a:lnTo>
                  <a:pt x="716405" y="55279"/>
                </a:lnTo>
                <a:lnTo>
                  <a:pt x="715882" y="54517"/>
                </a:lnTo>
                <a:lnTo>
                  <a:pt x="715333" y="53779"/>
                </a:lnTo>
                <a:lnTo>
                  <a:pt x="714759" y="53065"/>
                </a:lnTo>
                <a:lnTo>
                  <a:pt x="714160" y="52375"/>
                </a:lnTo>
                <a:lnTo>
                  <a:pt x="713537" y="51711"/>
                </a:lnTo>
                <a:lnTo>
                  <a:pt x="712892" y="51076"/>
                </a:lnTo>
                <a:lnTo>
                  <a:pt x="712226" y="50468"/>
                </a:lnTo>
                <a:lnTo>
                  <a:pt x="711538" y="49889"/>
                </a:lnTo>
                <a:lnTo>
                  <a:pt x="710828" y="49338"/>
                </a:lnTo>
                <a:lnTo>
                  <a:pt x="710097" y="48816"/>
                </a:lnTo>
                <a:lnTo>
                  <a:pt x="709344" y="48321"/>
                </a:lnTo>
                <a:lnTo>
                  <a:pt x="708569" y="47855"/>
                </a:lnTo>
                <a:lnTo>
                  <a:pt x="707772" y="47417"/>
                </a:lnTo>
                <a:lnTo>
                  <a:pt x="706954" y="47008"/>
                </a:lnTo>
                <a:lnTo>
                  <a:pt x="706115" y="46626"/>
                </a:lnTo>
                <a:lnTo>
                  <a:pt x="705253" y="46273"/>
                </a:lnTo>
                <a:lnTo>
                  <a:pt x="704370" y="45948"/>
                </a:lnTo>
                <a:lnTo>
                  <a:pt x="703466" y="45651"/>
                </a:lnTo>
                <a:lnTo>
                  <a:pt x="702539" y="45383"/>
                </a:lnTo>
                <a:lnTo>
                  <a:pt x="701591" y="45143"/>
                </a:lnTo>
                <a:lnTo>
                  <a:pt x="700621" y="44931"/>
                </a:lnTo>
                <a:lnTo>
                  <a:pt x="699630" y="44747"/>
                </a:lnTo>
                <a:lnTo>
                  <a:pt x="698617" y="44592"/>
                </a:lnTo>
                <a:lnTo>
                  <a:pt x="697582" y="44465"/>
                </a:lnTo>
                <a:lnTo>
                  <a:pt x="696526" y="44366"/>
                </a:lnTo>
                <a:lnTo>
                  <a:pt x="695447" y="44295"/>
                </a:lnTo>
                <a:lnTo>
                  <a:pt x="694348" y="44253"/>
                </a:lnTo>
                <a:lnTo>
                  <a:pt x="693226" y="44239"/>
                </a:lnTo>
                <a:lnTo>
                  <a:pt x="692313" y="44249"/>
                </a:lnTo>
                <a:lnTo>
                  <a:pt x="691417" y="44280"/>
                </a:lnTo>
                <a:lnTo>
                  <a:pt x="690537" y="44331"/>
                </a:lnTo>
                <a:lnTo>
                  <a:pt x="689674" y="44403"/>
                </a:lnTo>
                <a:lnTo>
                  <a:pt x="688828" y="44496"/>
                </a:lnTo>
                <a:lnTo>
                  <a:pt x="687998" y="44609"/>
                </a:lnTo>
                <a:lnTo>
                  <a:pt x="687185" y="44743"/>
                </a:lnTo>
                <a:lnTo>
                  <a:pt x="686389" y="44897"/>
                </a:lnTo>
                <a:lnTo>
                  <a:pt x="685610" y="45072"/>
                </a:lnTo>
                <a:lnTo>
                  <a:pt x="684847" y="45268"/>
                </a:lnTo>
                <a:lnTo>
                  <a:pt x="684101" y="45484"/>
                </a:lnTo>
                <a:lnTo>
                  <a:pt x="683372" y="45720"/>
                </a:lnTo>
                <a:lnTo>
                  <a:pt x="682659" y="45977"/>
                </a:lnTo>
                <a:lnTo>
                  <a:pt x="681964" y="46255"/>
                </a:lnTo>
                <a:lnTo>
                  <a:pt x="681285" y="46554"/>
                </a:lnTo>
                <a:lnTo>
                  <a:pt x="680622" y="46873"/>
                </a:lnTo>
                <a:lnTo>
                  <a:pt x="679977" y="47212"/>
                </a:lnTo>
                <a:lnTo>
                  <a:pt x="679348" y="47572"/>
                </a:lnTo>
                <a:lnTo>
                  <a:pt x="678736" y="47953"/>
                </a:lnTo>
                <a:lnTo>
                  <a:pt x="678140" y="48354"/>
                </a:lnTo>
                <a:lnTo>
                  <a:pt x="677562" y="48776"/>
                </a:lnTo>
                <a:lnTo>
                  <a:pt x="677000" y="49218"/>
                </a:lnTo>
                <a:lnTo>
                  <a:pt x="676455" y="49681"/>
                </a:lnTo>
                <a:lnTo>
                  <a:pt x="675926" y="50165"/>
                </a:lnTo>
                <a:lnTo>
                  <a:pt x="675417" y="50666"/>
                </a:lnTo>
                <a:lnTo>
                  <a:pt x="674929" y="51181"/>
                </a:lnTo>
                <a:lnTo>
                  <a:pt x="674463" y="51711"/>
                </a:lnTo>
                <a:lnTo>
                  <a:pt x="674019" y="52255"/>
                </a:lnTo>
                <a:lnTo>
                  <a:pt x="673596" y="52815"/>
                </a:lnTo>
                <a:lnTo>
                  <a:pt x="673195" y="53388"/>
                </a:lnTo>
                <a:lnTo>
                  <a:pt x="672816" y="53976"/>
                </a:lnTo>
                <a:lnTo>
                  <a:pt x="672459" y="54579"/>
                </a:lnTo>
                <a:lnTo>
                  <a:pt x="672123" y="55196"/>
                </a:lnTo>
                <a:lnTo>
                  <a:pt x="671808" y="55828"/>
                </a:lnTo>
                <a:lnTo>
                  <a:pt x="671516" y="56474"/>
                </a:lnTo>
                <a:lnTo>
                  <a:pt x="671245" y="57135"/>
                </a:lnTo>
                <a:lnTo>
                  <a:pt x="670996" y="57810"/>
                </a:lnTo>
                <a:lnTo>
                  <a:pt x="670768" y="58500"/>
                </a:lnTo>
                <a:lnTo>
                  <a:pt x="670562" y="59205"/>
                </a:lnTo>
                <a:lnTo>
                  <a:pt x="670378" y="59924"/>
                </a:lnTo>
                <a:lnTo>
                  <a:pt x="670215" y="60657"/>
                </a:lnTo>
                <a:lnTo>
                  <a:pt x="670075" y="61405"/>
                </a:lnTo>
                <a:lnTo>
                  <a:pt x="669955" y="62168"/>
                </a:lnTo>
                <a:lnTo>
                  <a:pt x="669925" y="62407"/>
                </a:lnTo>
                <a:lnTo>
                  <a:pt x="669684" y="62407"/>
                </a:lnTo>
                <a:lnTo>
                  <a:pt x="669684" y="45818"/>
                </a:lnTo>
                <a:lnTo>
                  <a:pt x="655465" y="45818"/>
                </a:lnTo>
                <a:close/>
                <a:moveTo>
                  <a:pt x="503529" y="133875"/>
                </a:moveTo>
                <a:lnTo>
                  <a:pt x="504660" y="133793"/>
                </a:lnTo>
                <a:lnTo>
                  <a:pt x="505769" y="133688"/>
                </a:lnTo>
                <a:lnTo>
                  <a:pt x="506855" y="133560"/>
                </a:lnTo>
                <a:lnTo>
                  <a:pt x="507918" y="133409"/>
                </a:lnTo>
                <a:lnTo>
                  <a:pt x="508959" y="133234"/>
                </a:lnTo>
                <a:lnTo>
                  <a:pt x="509977" y="133036"/>
                </a:lnTo>
                <a:lnTo>
                  <a:pt x="510972" y="132814"/>
                </a:lnTo>
                <a:lnTo>
                  <a:pt x="511944" y="132569"/>
                </a:lnTo>
                <a:lnTo>
                  <a:pt x="512893" y="132301"/>
                </a:lnTo>
                <a:lnTo>
                  <a:pt x="513820" y="132010"/>
                </a:lnTo>
                <a:lnTo>
                  <a:pt x="514724" y="131695"/>
                </a:lnTo>
                <a:lnTo>
                  <a:pt x="515605" y="131357"/>
                </a:lnTo>
                <a:lnTo>
                  <a:pt x="516463" y="130996"/>
                </a:lnTo>
                <a:lnTo>
                  <a:pt x="517299" y="130611"/>
                </a:lnTo>
                <a:lnTo>
                  <a:pt x="518111" y="130203"/>
                </a:lnTo>
                <a:lnTo>
                  <a:pt x="518901" y="129772"/>
                </a:lnTo>
                <a:lnTo>
                  <a:pt x="519669" y="129317"/>
                </a:lnTo>
                <a:lnTo>
                  <a:pt x="520413" y="128839"/>
                </a:lnTo>
                <a:lnTo>
                  <a:pt x="521135" y="128338"/>
                </a:lnTo>
                <a:lnTo>
                  <a:pt x="521834" y="127813"/>
                </a:lnTo>
                <a:lnTo>
                  <a:pt x="522510" y="127266"/>
                </a:lnTo>
                <a:lnTo>
                  <a:pt x="523161" y="126697"/>
                </a:lnTo>
                <a:lnTo>
                  <a:pt x="523784" y="126109"/>
                </a:lnTo>
                <a:lnTo>
                  <a:pt x="524380" y="125502"/>
                </a:lnTo>
                <a:lnTo>
                  <a:pt x="524948" y="124876"/>
                </a:lnTo>
                <a:lnTo>
                  <a:pt x="525489" y="124231"/>
                </a:lnTo>
                <a:lnTo>
                  <a:pt x="526001" y="123568"/>
                </a:lnTo>
                <a:lnTo>
                  <a:pt x="526486" y="122885"/>
                </a:lnTo>
                <a:lnTo>
                  <a:pt x="526943" y="122184"/>
                </a:lnTo>
                <a:lnTo>
                  <a:pt x="527373" y="121463"/>
                </a:lnTo>
                <a:lnTo>
                  <a:pt x="527774" y="120724"/>
                </a:lnTo>
                <a:lnTo>
                  <a:pt x="528148" y="119965"/>
                </a:lnTo>
                <a:lnTo>
                  <a:pt x="528495" y="119188"/>
                </a:lnTo>
                <a:lnTo>
                  <a:pt x="528813" y="118392"/>
                </a:lnTo>
                <a:lnTo>
                  <a:pt x="529104" y="117577"/>
                </a:lnTo>
                <a:lnTo>
                  <a:pt x="529368" y="116743"/>
                </a:lnTo>
                <a:lnTo>
                  <a:pt x="529603" y="115890"/>
                </a:lnTo>
                <a:lnTo>
                  <a:pt x="529811" y="115018"/>
                </a:lnTo>
                <a:lnTo>
                  <a:pt x="529991" y="114127"/>
                </a:lnTo>
                <a:lnTo>
                  <a:pt x="530143" y="113217"/>
                </a:lnTo>
                <a:lnTo>
                  <a:pt x="530268" y="112288"/>
                </a:lnTo>
                <a:lnTo>
                  <a:pt x="530365" y="111341"/>
                </a:lnTo>
                <a:lnTo>
                  <a:pt x="530434" y="110374"/>
                </a:lnTo>
                <a:lnTo>
                  <a:pt x="530476" y="109388"/>
                </a:lnTo>
                <a:lnTo>
                  <a:pt x="530490" y="108384"/>
                </a:lnTo>
                <a:lnTo>
                  <a:pt x="530480" y="107445"/>
                </a:lnTo>
                <a:lnTo>
                  <a:pt x="530451" y="106522"/>
                </a:lnTo>
                <a:lnTo>
                  <a:pt x="530403" y="105617"/>
                </a:lnTo>
                <a:lnTo>
                  <a:pt x="530336" y="104729"/>
                </a:lnTo>
                <a:lnTo>
                  <a:pt x="530250" y="103857"/>
                </a:lnTo>
                <a:lnTo>
                  <a:pt x="530144" y="103003"/>
                </a:lnTo>
                <a:lnTo>
                  <a:pt x="530019" y="102165"/>
                </a:lnTo>
                <a:lnTo>
                  <a:pt x="529875" y="101345"/>
                </a:lnTo>
                <a:lnTo>
                  <a:pt x="529712" y="100542"/>
                </a:lnTo>
                <a:lnTo>
                  <a:pt x="529530" y="99755"/>
                </a:lnTo>
                <a:lnTo>
                  <a:pt x="529328" y="98986"/>
                </a:lnTo>
                <a:lnTo>
                  <a:pt x="529107" y="98234"/>
                </a:lnTo>
                <a:lnTo>
                  <a:pt x="528867" y="97498"/>
                </a:lnTo>
                <a:lnTo>
                  <a:pt x="528608" y="96780"/>
                </a:lnTo>
                <a:lnTo>
                  <a:pt x="528329" y="96079"/>
                </a:lnTo>
                <a:lnTo>
                  <a:pt x="528032" y="95394"/>
                </a:lnTo>
                <a:lnTo>
                  <a:pt x="527715" y="94727"/>
                </a:lnTo>
                <a:lnTo>
                  <a:pt x="527379" y="94077"/>
                </a:lnTo>
                <a:lnTo>
                  <a:pt x="527024" y="93443"/>
                </a:lnTo>
                <a:lnTo>
                  <a:pt x="526649" y="92827"/>
                </a:lnTo>
                <a:lnTo>
                  <a:pt x="526256" y="92228"/>
                </a:lnTo>
                <a:lnTo>
                  <a:pt x="525843" y="91645"/>
                </a:lnTo>
                <a:lnTo>
                  <a:pt x="525411" y="91080"/>
                </a:lnTo>
                <a:lnTo>
                  <a:pt x="524959" y="90532"/>
                </a:lnTo>
                <a:lnTo>
                  <a:pt x="524489" y="90000"/>
                </a:lnTo>
                <a:lnTo>
                  <a:pt x="524000" y="89486"/>
                </a:lnTo>
                <a:lnTo>
                  <a:pt x="523491" y="88989"/>
                </a:lnTo>
                <a:lnTo>
                  <a:pt x="522963" y="88508"/>
                </a:lnTo>
                <a:lnTo>
                  <a:pt x="522416" y="88045"/>
                </a:lnTo>
                <a:lnTo>
                  <a:pt x="521849" y="87599"/>
                </a:lnTo>
                <a:lnTo>
                  <a:pt x="521264" y="87170"/>
                </a:lnTo>
                <a:lnTo>
                  <a:pt x="520659" y="86757"/>
                </a:lnTo>
                <a:lnTo>
                  <a:pt x="520035" y="86362"/>
                </a:lnTo>
                <a:lnTo>
                  <a:pt x="519392" y="85984"/>
                </a:lnTo>
                <a:lnTo>
                  <a:pt x="518730" y="85623"/>
                </a:lnTo>
                <a:lnTo>
                  <a:pt x="518048" y="85279"/>
                </a:lnTo>
                <a:lnTo>
                  <a:pt x="517347" y="84951"/>
                </a:lnTo>
                <a:lnTo>
                  <a:pt x="516627" y="84641"/>
                </a:lnTo>
                <a:lnTo>
                  <a:pt x="515888" y="84348"/>
                </a:lnTo>
                <a:lnTo>
                  <a:pt x="515130" y="84072"/>
                </a:lnTo>
                <a:lnTo>
                  <a:pt x="514352" y="83813"/>
                </a:lnTo>
                <a:lnTo>
                  <a:pt x="513555" y="83570"/>
                </a:lnTo>
                <a:lnTo>
                  <a:pt x="512739" y="83345"/>
                </a:lnTo>
                <a:lnTo>
                  <a:pt x="511904" y="83137"/>
                </a:lnTo>
                <a:lnTo>
                  <a:pt x="511049" y="82946"/>
                </a:lnTo>
                <a:lnTo>
                  <a:pt x="510175" y="82772"/>
                </a:lnTo>
                <a:lnTo>
                  <a:pt x="509282" y="82615"/>
                </a:lnTo>
                <a:lnTo>
                  <a:pt x="508370" y="82475"/>
                </a:lnTo>
                <a:lnTo>
                  <a:pt x="485935" y="79314"/>
                </a:lnTo>
                <a:lnTo>
                  <a:pt x="485596" y="79258"/>
                </a:lnTo>
                <a:lnTo>
                  <a:pt x="485264" y="79195"/>
                </a:lnTo>
                <a:lnTo>
                  <a:pt x="484939" y="79124"/>
                </a:lnTo>
                <a:lnTo>
                  <a:pt x="484621" y="79046"/>
                </a:lnTo>
                <a:lnTo>
                  <a:pt x="484309" y="78962"/>
                </a:lnTo>
                <a:lnTo>
                  <a:pt x="484004" y="78870"/>
                </a:lnTo>
                <a:lnTo>
                  <a:pt x="483707" y="78771"/>
                </a:lnTo>
                <a:lnTo>
                  <a:pt x="483416" y="78665"/>
                </a:lnTo>
                <a:lnTo>
                  <a:pt x="483132" y="78552"/>
                </a:lnTo>
                <a:lnTo>
                  <a:pt x="482855" y="78431"/>
                </a:lnTo>
                <a:lnTo>
                  <a:pt x="482584" y="78304"/>
                </a:lnTo>
                <a:lnTo>
                  <a:pt x="482321" y="78169"/>
                </a:lnTo>
                <a:lnTo>
                  <a:pt x="482064" y="78027"/>
                </a:lnTo>
                <a:lnTo>
                  <a:pt x="481814" y="77878"/>
                </a:lnTo>
                <a:lnTo>
                  <a:pt x="481571" y="77722"/>
                </a:lnTo>
                <a:lnTo>
                  <a:pt x="481335" y="77559"/>
                </a:lnTo>
                <a:lnTo>
                  <a:pt x="481106" y="77389"/>
                </a:lnTo>
                <a:lnTo>
                  <a:pt x="480884" y="77211"/>
                </a:lnTo>
                <a:lnTo>
                  <a:pt x="480668" y="77027"/>
                </a:lnTo>
                <a:lnTo>
                  <a:pt x="480460" y="76835"/>
                </a:lnTo>
                <a:lnTo>
                  <a:pt x="480258" y="76636"/>
                </a:lnTo>
                <a:lnTo>
                  <a:pt x="480063" y="76430"/>
                </a:lnTo>
                <a:lnTo>
                  <a:pt x="479875" y="76217"/>
                </a:lnTo>
                <a:lnTo>
                  <a:pt x="479693" y="75997"/>
                </a:lnTo>
                <a:lnTo>
                  <a:pt x="479519" y="75770"/>
                </a:lnTo>
                <a:lnTo>
                  <a:pt x="479353" y="75537"/>
                </a:lnTo>
                <a:lnTo>
                  <a:pt x="479193" y="75298"/>
                </a:lnTo>
                <a:lnTo>
                  <a:pt x="479042" y="75053"/>
                </a:lnTo>
                <a:lnTo>
                  <a:pt x="478897" y="74801"/>
                </a:lnTo>
                <a:lnTo>
                  <a:pt x="478760" y="74544"/>
                </a:lnTo>
                <a:lnTo>
                  <a:pt x="478630" y="74281"/>
                </a:lnTo>
                <a:lnTo>
                  <a:pt x="478508" y="74012"/>
                </a:lnTo>
                <a:lnTo>
                  <a:pt x="478393" y="73737"/>
                </a:lnTo>
                <a:lnTo>
                  <a:pt x="478286" y="73455"/>
                </a:lnTo>
                <a:lnTo>
                  <a:pt x="478186" y="73168"/>
                </a:lnTo>
                <a:lnTo>
                  <a:pt x="478093" y="72875"/>
                </a:lnTo>
                <a:lnTo>
                  <a:pt x="478008" y="72575"/>
                </a:lnTo>
                <a:lnTo>
                  <a:pt x="477930" y="72270"/>
                </a:lnTo>
                <a:lnTo>
                  <a:pt x="477860" y="71959"/>
                </a:lnTo>
                <a:lnTo>
                  <a:pt x="477797" y="71641"/>
                </a:lnTo>
                <a:lnTo>
                  <a:pt x="477741" y="71318"/>
                </a:lnTo>
                <a:lnTo>
                  <a:pt x="477693" y="70988"/>
                </a:lnTo>
                <a:lnTo>
                  <a:pt x="477652" y="70653"/>
                </a:lnTo>
                <a:lnTo>
                  <a:pt x="477619" y="70311"/>
                </a:lnTo>
                <a:lnTo>
                  <a:pt x="477593" y="69964"/>
                </a:lnTo>
                <a:lnTo>
                  <a:pt x="477575" y="69610"/>
                </a:lnTo>
                <a:lnTo>
                  <a:pt x="477564" y="69250"/>
                </a:lnTo>
                <a:lnTo>
                  <a:pt x="477560" y="68885"/>
                </a:lnTo>
                <a:lnTo>
                  <a:pt x="477567" y="68415"/>
                </a:lnTo>
                <a:lnTo>
                  <a:pt x="477588" y="67953"/>
                </a:lnTo>
                <a:lnTo>
                  <a:pt x="477624" y="67500"/>
                </a:lnTo>
                <a:lnTo>
                  <a:pt x="477674" y="67055"/>
                </a:lnTo>
                <a:lnTo>
                  <a:pt x="477738" y="66618"/>
                </a:lnTo>
                <a:lnTo>
                  <a:pt x="477817" y="66189"/>
                </a:lnTo>
                <a:lnTo>
                  <a:pt x="477909" y="65769"/>
                </a:lnTo>
                <a:lnTo>
                  <a:pt x="478016" y="65357"/>
                </a:lnTo>
                <a:lnTo>
                  <a:pt x="478138" y="64953"/>
                </a:lnTo>
                <a:lnTo>
                  <a:pt x="478273" y="64557"/>
                </a:lnTo>
                <a:lnTo>
                  <a:pt x="478423" y="64169"/>
                </a:lnTo>
                <a:lnTo>
                  <a:pt x="478587" y="63790"/>
                </a:lnTo>
                <a:lnTo>
                  <a:pt x="478765" y="63419"/>
                </a:lnTo>
                <a:lnTo>
                  <a:pt x="478958" y="63056"/>
                </a:lnTo>
                <a:lnTo>
                  <a:pt x="479165" y="62702"/>
                </a:lnTo>
                <a:lnTo>
                  <a:pt x="479386" y="62355"/>
                </a:lnTo>
                <a:lnTo>
                  <a:pt x="479621" y="62017"/>
                </a:lnTo>
                <a:lnTo>
                  <a:pt x="479871" y="61687"/>
                </a:lnTo>
                <a:lnTo>
                  <a:pt x="480135" y="61365"/>
                </a:lnTo>
                <a:lnTo>
                  <a:pt x="480413" y="61052"/>
                </a:lnTo>
                <a:lnTo>
                  <a:pt x="480705" y="60747"/>
                </a:lnTo>
                <a:lnTo>
                  <a:pt x="481012" y="60450"/>
                </a:lnTo>
                <a:lnTo>
                  <a:pt x="481333" y="60161"/>
                </a:lnTo>
                <a:lnTo>
                  <a:pt x="481668" y="59880"/>
                </a:lnTo>
                <a:lnTo>
                  <a:pt x="482016" y="59610"/>
                </a:lnTo>
                <a:lnTo>
                  <a:pt x="482375" y="59350"/>
                </a:lnTo>
                <a:lnTo>
                  <a:pt x="482744" y="59103"/>
                </a:lnTo>
                <a:lnTo>
                  <a:pt x="483125" y="58867"/>
                </a:lnTo>
                <a:lnTo>
                  <a:pt x="483517" y="58642"/>
                </a:lnTo>
                <a:lnTo>
                  <a:pt x="483920" y="58429"/>
                </a:lnTo>
                <a:lnTo>
                  <a:pt x="484333" y="58227"/>
                </a:lnTo>
                <a:lnTo>
                  <a:pt x="484758" y="58037"/>
                </a:lnTo>
                <a:lnTo>
                  <a:pt x="485193" y="57859"/>
                </a:lnTo>
                <a:lnTo>
                  <a:pt x="485640" y="57692"/>
                </a:lnTo>
                <a:lnTo>
                  <a:pt x="486098" y="57536"/>
                </a:lnTo>
                <a:lnTo>
                  <a:pt x="486566" y="57392"/>
                </a:lnTo>
                <a:lnTo>
                  <a:pt x="487046" y="57260"/>
                </a:lnTo>
                <a:lnTo>
                  <a:pt x="487536" y="57139"/>
                </a:lnTo>
                <a:lnTo>
                  <a:pt x="488038" y="57030"/>
                </a:lnTo>
                <a:lnTo>
                  <a:pt x="488550" y="56932"/>
                </a:lnTo>
                <a:lnTo>
                  <a:pt x="489073" y="56845"/>
                </a:lnTo>
                <a:lnTo>
                  <a:pt x="489608" y="56770"/>
                </a:lnTo>
                <a:lnTo>
                  <a:pt x="490153" y="56707"/>
                </a:lnTo>
                <a:lnTo>
                  <a:pt x="490710" y="56655"/>
                </a:lnTo>
                <a:lnTo>
                  <a:pt x="491277" y="56615"/>
                </a:lnTo>
                <a:lnTo>
                  <a:pt x="491855" y="56586"/>
                </a:lnTo>
                <a:lnTo>
                  <a:pt x="492444" y="56569"/>
                </a:lnTo>
                <a:lnTo>
                  <a:pt x="493045" y="56563"/>
                </a:lnTo>
                <a:lnTo>
                  <a:pt x="499998" y="56563"/>
                </a:lnTo>
                <a:lnTo>
                  <a:pt x="500533" y="56568"/>
                </a:lnTo>
                <a:lnTo>
                  <a:pt x="501060" y="56584"/>
                </a:lnTo>
                <a:lnTo>
                  <a:pt x="501579" y="56610"/>
                </a:lnTo>
                <a:lnTo>
                  <a:pt x="502089" y="56646"/>
                </a:lnTo>
                <a:lnTo>
                  <a:pt x="502590" y="56693"/>
                </a:lnTo>
                <a:lnTo>
                  <a:pt x="503083" y="56751"/>
                </a:lnTo>
                <a:lnTo>
                  <a:pt x="503568" y="56818"/>
                </a:lnTo>
                <a:lnTo>
                  <a:pt x="504044" y="56897"/>
                </a:lnTo>
                <a:lnTo>
                  <a:pt x="504512" y="56985"/>
                </a:lnTo>
                <a:lnTo>
                  <a:pt x="504971" y="57084"/>
                </a:lnTo>
                <a:lnTo>
                  <a:pt x="505421" y="57194"/>
                </a:lnTo>
                <a:lnTo>
                  <a:pt x="505863" y="57313"/>
                </a:lnTo>
                <a:lnTo>
                  <a:pt x="506297" y="57444"/>
                </a:lnTo>
                <a:lnTo>
                  <a:pt x="506722" y="57584"/>
                </a:lnTo>
                <a:lnTo>
                  <a:pt x="507138" y="57735"/>
                </a:lnTo>
                <a:lnTo>
                  <a:pt x="507546" y="57897"/>
                </a:lnTo>
                <a:lnTo>
                  <a:pt x="507946" y="58069"/>
                </a:lnTo>
                <a:lnTo>
                  <a:pt x="508337" y="58251"/>
                </a:lnTo>
                <a:lnTo>
                  <a:pt x="508719" y="58444"/>
                </a:lnTo>
                <a:lnTo>
                  <a:pt x="509093" y="58647"/>
                </a:lnTo>
                <a:lnTo>
                  <a:pt x="509459" y="58861"/>
                </a:lnTo>
                <a:lnTo>
                  <a:pt x="509816" y="59085"/>
                </a:lnTo>
                <a:lnTo>
                  <a:pt x="510164" y="59320"/>
                </a:lnTo>
                <a:lnTo>
                  <a:pt x="510504" y="59565"/>
                </a:lnTo>
                <a:lnTo>
                  <a:pt x="510833" y="59817"/>
                </a:lnTo>
                <a:lnTo>
                  <a:pt x="511150" y="60076"/>
                </a:lnTo>
                <a:lnTo>
                  <a:pt x="511453" y="60340"/>
                </a:lnTo>
                <a:lnTo>
                  <a:pt x="511744" y="60609"/>
                </a:lnTo>
                <a:lnTo>
                  <a:pt x="512021" y="60884"/>
                </a:lnTo>
                <a:lnTo>
                  <a:pt x="512286" y="61164"/>
                </a:lnTo>
                <a:lnTo>
                  <a:pt x="512538" y="61450"/>
                </a:lnTo>
                <a:lnTo>
                  <a:pt x="512777" y="61741"/>
                </a:lnTo>
                <a:lnTo>
                  <a:pt x="513003" y="62038"/>
                </a:lnTo>
                <a:lnTo>
                  <a:pt x="513216" y="62340"/>
                </a:lnTo>
                <a:lnTo>
                  <a:pt x="513417" y="62648"/>
                </a:lnTo>
                <a:lnTo>
                  <a:pt x="513604" y="62961"/>
                </a:lnTo>
                <a:lnTo>
                  <a:pt x="513779" y="63280"/>
                </a:lnTo>
                <a:lnTo>
                  <a:pt x="513941" y="63604"/>
                </a:lnTo>
                <a:lnTo>
                  <a:pt x="514089" y="63934"/>
                </a:lnTo>
                <a:lnTo>
                  <a:pt x="514225" y="64269"/>
                </a:lnTo>
                <a:lnTo>
                  <a:pt x="514348" y="64610"/>
                </a:lnTo>
                <a:lnTo>
                  <a:pt x="514458" y="64956"/>
                </a:lnTo>
                <a:lnTo>
                  <a:pt x="514556" y="65308"/>
                </a:lnTo>
                <a:lnTo>
                  <a:pt x="514640" y="65665"/>
                </a:lnTo>
                <a:lnTo>
                  <a:pt x="514711" y="66028"/>
                </a:lnTo>
                <a:lnTo>
                  <a:pt x="514770" y="66396"/>
                </a:lnTo>
                <a:lnTo>
                  <a:pt x="514816" y="66770"/>
                </a:lnTo>
                <a:lnTo>
                  <a:pt x="514848" y="67149"/>
                </a:lnTo>
                <a:lnTo>
                  <a:pt x="529226" y="67149"/>
                </a:lnTo>
                <a:lnTo>
                  <a:pt x="529161" y="66313"/>
                </a:lnTo>
                <a:lnTo>
                  <a:pt x="529070" y="65490"/>
                </a:lnTo>
                <a:lnTo>
                  <a:pt x="528954" y="64681"/>
                </a:lnTo>
                <a:lnTo>
                  <a:pt x="528812" y="63885"/>
                </a:lnTo>
                <a:lnTo>
                  <a:pt x="528644" y="63103"/>
                </a:lnTo>
                <a:lnTo>
                  <a:pt x="528451" y="62334"/>
                </a:lnTo>
                <a:lnTo>
                  <a:pt x="528233" y="61579"/>
                </a:lnTo>
                <a:lnTo>
                  <a:pt x="527989" y="60837"/>
                </a:lnTo>
                <a:lnTo>
                  <a:pt x="527719" y="60109"/>
                </a:lnTo>
                <a:lnTo>
                  <a:pt x="527424" y="59394"/>
                </a:lnTo>
                <a:lnTo>
                  <a:pt x="527104" y="58692"/>
                </a:lnTo>
                <a:lnTo>
                  <a:pt x="526758" y="58004"/>
                </a:lnTo>
                <a:lnTo>
                  <a:pt x="526386" y="57329"/>
                </a:lnTo>
                <a:lnTo>
                  <a:pt x="525989" y="56668"/>
                </a:lnTo>
                <a:lnTo>
                  <a:pt x="525567" y="56021"/>
                </a:lnTo>
                <a:lnTo>
                  <a:pt x="525118" y="55386"/>
                </a:lnTo>
                <a:lnTo>
                  <a:pt x="524645" y="54765"/>
                </a:lnTo>
                <a:lnTo>
                  <a:pt x="524146" y="54158"/>
                </a:lnTo>
                <a:lnTo>
                  <a:pt x="523621" y="53564"/>
                </a:lnTo>
                <a:lnTo>
                  <a:pt x="523071" y="52984"/>
                </a:lnTo>
                <a:lnTo>
                  <a:pt x="522495" y="52417"/>
                </a:lnTo>
                <a:lnTo>
                  <a:pt x="521894" y="51863"/>
                </a:lnTo>
                <a:lnTo>
                  <a:pt x="521267" y="51323"/>
                </a:lnTo>
                <a:lnTo>
                  <a:pt x="520615" y="50796"/>
                </a:lnTo>
                <a:lnTo>
                  <a:pt x="519942" y="50287"/>
                </a:lnTo>
                <a:lnTo>
                  <a:pt x="519253" y="49799"/>
                </a:lnTo>
                <a:lnTo>
                  <a:pt x="518547" y="49333"/>
                </a:lnTo>
                <a:lnTo>
                  <a:pt x="517826" y="48889"/>
                </a:lnTo>
                <a:lnTo>
                  <a:pt x="517088" y="48467"/>
                </a:lnTo>
                <a:lnTo>
                  <a:pt x="516334" y="48066"/>
                </a:lnTo>
                <a:lnTo>
                  <a:pt x="515564" y="47686"/>
                </a:lnTo>
                <a:lnTo>
                  <a:pt x="514778" y="47329"/>
                </a:lnTo>
                <a:lnTo>
                  <a:pt x="513975" y="46993"/>
                </a:lnTo>
                <a:lnTo>
                  <a:pt x="513156" y="46679"/>
                </a:lnTo>
                <a:lnTo>
                  <a:pt x="512322" y="46386"/>
                </a:lnTo>
                <a:lnTo>
                  <a:pt x="511471" y="46115"/>
                </a:lnTo>
                <a:lnTo>
                  <a:pt x="510604" y="45866"/>
                </a:lnTo>
                <a:lnTo>
                  <a:pt x="509720" y="45638"/>
                </a:lnTo>
                <a:lnTo>
                  <a:pt x="508821" y="45432"/>
                </a:lnTo>
                <a:lnTo>
                  <a:pt x="507905" y="45248"/>
                </a:lnTo>
                <a:lnTo>
                  <a:pt x="506973" y="45086"/>
                </a:lnTo>
                <a:lnTo>
                  <a:pt x="506025" y="44945"/>
                </a:lnTo>
                <a:lnTo>
                  <a:pt x="505061" y="44826"/>
                </a:lnTo>
                <a:lnTo>
                  <a:pt x="504081" y="44728"/>
                </a:lnTo>
                <a:lnTo>
                  <a:pt x="503084" y="44652"/>
                </a:lnTo>
                <a:lnTo>
                  <a:pt x="502071" y="44598"/>
                </a:lnTo>
                <a:lnTo>
                  <a:pt x="501043" y="44565"/>
                </a:lnTo>
                <a:lnTo>
                  <a:pt x="499998" y="44555"/>
                </a:lnTo>
                <a:lnTo>
                  <a:pt x="493045" y="44555"/>
                </a:lnTo>
                <a:lnTo>
                  <a:pt x="491909" y="44566"/>
                </a:lnTo>
                <a:lnTo>
                  <a:pt x="490795" y="44600"/>
                </a:lnTo>
                <a:lnTo>
                  <a:pt x="489701" y="44656"/>
                </a:lnTo>
                <a:lnTo>
                  <a:pt x="488627" y="44735"/>
                </a:lnTo>
                <a:lnTo>
                  <a:pt x="487574" y="44836"/>
                </a:lnTo>
                <a:lnTo>
                  <a:pt x="486542" y="44960"/>
                </a:lnTo>
                <a:lnTo>
                  <a:pt x="485530" y="45106"/>
                </a:lnTo>
                <a:lnTo>
                  <a:pt x="484539" y="45274"/>
                </a:lnTo>
                <a:lnTo>
                  <a:pt x="483568" y="45466"/>
                </a:lnTo>
                <a:lnTo>
                  <a:pt x="482618" y="45679"/>
                </a:lnTo>
                <a:lnTo>
                  <a:pt x="481688" y="45915"/>
                </a:lnTo>
                <a:lnTo>
                  <a:pt x="480780" y="46174"/>
                </a:lnTo>
                <a:lnTo>
                  <a:pt x="479891" y="46455"/>
                </a:lnTo>
                <a:lnTo>
                  <a:pt x="479023" y="46759"/>
                </a:lnTo>
                <a:lnTo>
                  <a:pt x="478176" y="47085"/>
                </a:lnTo>
                <a:lnTo>
                  <a:pt x="477350" y="47434"/>
                </a:lnTo>
                <a:lnTo>
                  <a:pt x="476544" y="47805"/>
                </a:lnTo>
                <a:lnTo>
                  <a:pt x="475758" y="48198"/>
                </a:lnTo>
                <a:lnTo>
                  <a:pt x="474993" y="48615"/>
                </a:lnTo>
                <a:lnTo>
                  <a:pt x="474249" y="49053"/>
                </a:lnTo>
                <a:lnTo>
                  <a:pt x="473525" y="49514"/>
                </a:lnTo>
                <a:lnTo>
                  <a:pt x="472822" y="49998"/>
                </a:lnTo>
                <a:lnTo>
                  <a:pt x="472139" y="50504"/>
                </a:lnTo>
                <a:lnTo>
                  <a:pt x="471477" y="51033"/>
                </a:lnTo>
                <a:lnTo>
                  <a:pt x="470839" y="51581"/>
                </a:lnTo>
                <a:lnTo>
                  <a:pt x="470228" y="52146"/>
                </a:lnTo>
                <a:lnTo>
                  <a:pt x="469644" y="52729"/>
                </a:lnTo>
                <a:lnTo>
                  <a:pt x="469088" y="53328"/>
                </a:lnTo>
                <a:lnTo>
                  <a:pt x="468558" y="53944"/>
                </a:lnTo>
                <a:lnTo>
                  <a:pt x="468056" y="54578"/>
                </a:lnTo>
                <a:lnTo>
                  <a:pt x="467581" y="55228"/>
                </a:lnTo>
                <a:lnTo>
                  <a:pt x="467132" y="55895"/>
                </a:lnTo>
                <a:lnTo>
                  <a:pt x="466712" y="56580"/>
                </a:lnTo>
                <a:lnTo>
                  <a:pt x="466318" y="57281"/>
                </a:lnTo>
                <a:lnTo>
                  <a:pt x="465951" y="57999"/>
                </a:lnTo>
                <a:lnTo>
                  <a:pt x="465612" y="58735"/>
                </a:lnTo>
                <a:lnTo>
                  <a:pt x="465299" y="59487"/>
                </a:lnTo>
                <a:lnTo>
                  <a:pt x="465014" y="60256"/>
                </a:lnTo>
                <a:lnTo>
                  <a:pt x="464756" y="61043"/>
                </a:lnTo>
                <a:lnTo>
                  <a:pt x="464526" y="61846"/>
                </a:lnTo>
                <a:lnTo>
                  <a:pt x="464322" y="62666"/>
                </a:lnTo>
                <a:lnTo>
                  <a:pt x="464145" y="63504"/>
                </a:lnTo>
                <a:lnTo>
                  <a:pt x="463996" y="64358"/>
                </a:lnTo>
                <a:lnTo>
                  <a:pt x="463874" y="65229"/>
                </a:lnTo>
                <a:lnTo>
                  <a:pt x="463779" y="66118"/>
                </a:lnTo>
                <a:lnTo>
                  <a:pt x="463711" y="67023"/>
                </a:lnTo>
                <a:lnTo>
                  <a:pt x="463670" y="67945"/>
                </a:lnTo>
                <a:lnTo>
                  <a:pt x="463657" y="68885"/>
                </a:lnTo>
                <a:lnTo>
                  <a:pt x="463665" y="69708"/>
                </a:lnTo>
                <a:lnTo>
                  <a:pt x="463691" y="70517"/>
                </a:lnTo>
                <a:lnTo>
                  <a:pt x="463733" y="71313"/>
                </a:lnTo>
                <a:lnTo>
                  <a:pt x="463793" y="72095"/>
                </a:lnTo>
                <a:lnTo>
                  <a:pt x="463869" y="72864"/>
                </a:lnTo>
                <a:lnTo>
                  <a:pt x="463963" y="73620"/>
                </a:lnTo>
                <a:lnTo>
                  <a:pt x="464073" y="74362"/>
                </a:lnTo>
                <a:lnTo>
                  <a:pt x="464201" y="75091"/>
                </a:lnTo>
                <a:lnTo>
                  <a:pt x="464345" y="75806"/>
                </a:lnTo>
                <a:lnTo>
                  <a:pt x="464507" y="76508"/>
                </a:lnTo>
                <a:lnTo>
                  <a:pt x="464686" y="77196"/>
                </a:lnTo>
                <a:lnTo>
                  <a:pt x="464881" y="77871"/>
                </a:lnTo>
                <a:lnTo>
                  <a:pt x="465094" y="78533"/>
                </a:lnTo>
                <a:lnTo>
                  <a:pt x="465324" y="79181"/>
                </a:lnTo>
                <a:lnTo>
                  <a:pt x="465570" y="79815"/>
                </a:lnTo>
                <a:lnTo>
                  <a:pt x="465834" y="80436"/>
                </a:lnTo>
                <a:lnTo>
                  <a:pt x="466114" y="81044"/>
                </a:lnTo>
                <a:lnTo>
                  <a:pt x="466412" y="81638"/>
                </a:lnTo>
                <a:lnTo>
                  <a:pt x="466727" y="82219"/>
                </a:lnTo>
                <a:lnTo>
                  <a:pt x="467059" y="82787"/>
                </a:lnTo>
                <a:lnTo>
                  <a:pt x="467407" y="83341"/>
                </a:lnTo>
                <a:lnTo>
                  <a:pt x="467773" y="83881"/>
                </a:lnTo>
                <a:lnTo>
                  <a:pt x="468156" y="84408"/>
                </a:lnTo>
                <a:lnTo>
                  <a:pt x="468555" y="84922"/>
                </a:lnTo>
                <a:lnTo>
                  <a:pt x="468970" y="85420"/>
                </a:lnTo>
                <a:lnTo>
                  <a:pt x="469399" y="85902"/>
                </a:lnTo>
                <a:lnTo>
                  <a:pt x="469842" y="86367"/>
                </a:lnTo>
                <a:lnTo>
                  <a:pt x="470298" y="86815"/>
                </a:lnTo>
                <a:lnTo>
                  <a:pt x="470768" y="87247"/>
                </a:lnTo>
                <a:lnTo>
                  <a:pt x="471252" y="87662"/>
                </a:lnTo>
                <a:lnTo>
                  <a:pt x="471749" y="88060"/>
                </a:lnTo>
                <a:lnTo>
                  <a:pt x="472260" y="88442"/>
                </a:lnTo>
                <a:lnTo>
                  <a:pt x="472785" y="88806"/>
                </a:lnTo>
                <a:lnTo>
                  <a:pt x="473323" y="89154"/>
                </a:lnTo>
                <a:lnTo>
                  <a:pt x="473876" y="89485"/>
                </a:lnTo>
                <a:lnTo>
                  <a:pt x="474441" y="89800"/>
                </a:lnTo>
                <a:lnTo>
                  <a:pt x="475021" y="90098"/>
                </a:lnTo>
                <a:lnTo>
                  <a:pt x="475614" y="90379"/>
                </a:lnTo>
                <a:lnTo>
                  <a:pt x="476221" y="90643"/>
                </a:lnTo>
                <a:lnTo>
                  <a:pt x="476842" y="90891"/>
                </a:lnTo>
                <a:lnTo>
                  <a:pt x="477477" y="91122"/>
                </a:lnTo>
                <a:lnTo>
                  <a:pt x="478125" y="91336"/>
                </a:lnTo>
                <a:lnTo>
                  <a:pt x="478787" y="91533"/>
                </a:lnTo>
                <a:lnTo>
                  <a:pt x="479462" y="91714"/>
                </a:lnTo>
                <a:lnTo>
                  <a:pt x="480152" y="91878"/>
                </a:lnTo>
                <a:lnTo>
                  <a:pt x="480855" y="92026"/>
                </a:lnTo>
                <a:lnTo>
                  <a:pt x="481572" y="92156"/>
                </a:lnTo>
                <a:lnTo>
                  <a:pt x="482302" y="92270"/>
                </a:lnTo>
                <a:lnTo>
                  <a:pt x="506316" y="95746"/>
                </a:lnTo>
                <a:lnTo>
                  <a:pt x="506746" y="95803"/>
                </a:lnTo>
                <a:lnTo>
                  <a:pt x="507167" y="95869"/>
                </a:lnTo>
                <a:lnTo>
                  <a:pt x="507578" y="95944"/>
                </a:lnTo>
                <a:lnTo>
                  <a:pt x="507980" y="96027"/>
                </a:lnTo>
                <a:lnTo>
                  <a:pt x="508372" y="96119"/>
                </a:lnTo>
                <a:lnTo>
                  <a:pt x="508756" y="96220"/>
                </a:lnTo>
                <a:lnTo>
                  <a:pt x="509130" y="96330"/>
                </a:lnTo>
                <a:lnTo>
                  <a:pt x="509494" y="96448"/>
                </a:lnTo>
                <a:lnTo>
                  <a:pt x="509849" y="96576"/>
                </a:lnTo>
                <a:lnTo>
                  <a:pt x="510195" y="96712"/>
                </a:lnTo>
                <a:lnTo>
                  <a:pt x="510532" y="96857"/>
                </a:lnTo>
                <a:lnTo>
                  <a:pt x="510859" y="97010"/>
                </a:lnTo>
                <a:lnTo>
                  <a:pt x="511177" y="97173"/>
                </a:lnTo>
                <a:lnTo>
                  <a:pt x="511485" y="97344"/>
                </a:lnTo>
                <a:lnTo>
                  <a:pt x="511785" y="97524"/>
                </a:lnTo>
                <a:lnTo>
                  <a:pt x="512074" y="97713"/>
                </a:lnTo>
                <a:lnTo>
                  <a:pt x="512355" y="97910"/>
                </a:lnTo>
                <a:lnTo>
                  <a:pt x="512626" y="98116"/>
                </a:lnTo>
                <a:lnTo>
                  <a:pt x="512888" y="98331"/>
                </a:lnTo>
                <a:lnTo>
                  <a:pt x="513141" y="98555"/>
                </a:lnTo>
                <a:lnTo>
                  <a:pt x="513384" y="98788"/>
                </a:lnTo>
                <a:lnTo>
                  <a:pt x="513618" y="99029"/>
                </a:lnTo>
                <a:lnTo>
                  <a:pt x="513842" y="99280"/>
                </a:lnTo>
                <a:lnTo>
                  <a:pt x="514058" y="99539"/>
                </a:lnTo>
                <a:lnTo>
                  <a:pt x="514264" y="99806"/>
                </a:lnTo>
                <a:lnTo>
                  <a:pt x="514461" y="100083"/>
                </a:lnTo>
                <a:lnTo>
                  <a:pt x="514650" y="100368"/>
                </a:lnTo>
                <a:lnTo>
                  <a:pt x="514830" y="100662"/>
                </a:lnTo>
                <a:lnTo>
                  <a:pt x="515001" y="100964"/>
                </a:lnTo>
                <a:lnTo>
                  <a:pt x="515164" y="101276"/>
                </a:lnTo>
                <a:lnTo>
                  <a:pt x="515318" y="101596"/>
                </a:lnTo>
                <a:lnTo>
                  <a:pt x="515462" y="101925"/>
                </a:lnTo>
                <a:lnTo>
                  <a:pt x="515599" y="102263"/>
                </a:lnTo>
                <a:lnTo>
                  <a:pt x="515726" y="102609"/>
                </a:lnTo>
                <a:lnTo>
                  <a:pt x="515844" y="102965"/>
                </a:lnTo>
                <a:lnTo>
                  <a:pt x="515954" y="103329"/>
                </a:lnTo>
                <a:lnTo>
                  <a:pt x="516055" y="103702"/>
                </a:lnTo>
                <a:lnTo>
                  <a:pt x="516147" y="104084"/>
                </a:lnTo>
                <a:lnTo>
                  <a:pt x="516231" y="104474"/>
                </a:lnTo>
                <a:lnTo>
                  <a:pt x="516305" y="104874"/>
                </a:lnTo>
                <a:lnTo>
                  <a:pt x="516371" y="105282"/>
                </a:lnTo>
                <a:lnTo>
                  <a:pt x="516428" y="105698"/>
                </a:lnTo>
                <a:lnTo>
                  <a:pt x="516477" y="106124"/>
                </a:lnTo>
                <a:lnTo>
                  <a:pt x="516516" y="106558"/>
                </a:lnTo>
                <a:lnTo>
                  <a:pt x="516547" y="107002"/>
                </a:lnTo>
                <a:lnTo>
                  <a:pt x="516569" y="107454"/>
                </a:lnTo>
                <a:lnTo>
                  <a:pt x="516582" y="107914"/>
                </a:lnTo>
                <a:lnTo>
                  <a:pt x="516586" y="108384"/>
                </a:lnTo>
                <a:lnTo>
                  <a:pt x="516579" y="108906"/>
                </a:lnTo>
                <a:lnTo>
                  <a:pt x="516556" y="109418"/>
                </a:lnTo>
                <a:lnTo>
                  <a:pt x="516519" y="109920"/>
                </a:lnTo>
                <a:lnTo>
                  <a:pt x="516466" y="110412"/>
                </a:lnTo>
                <a:lnTo>
                  <a:pt x="516398" y="110894"/>
                </a:lnTo>
                <a:lnTo>
                  <a:pt x="516315" y="111367"/>
                </a:lnTo>
                <a:lnTo>
                  <a:pt x="516217" y="111829"/>
                </a:lnTo>
                <a:lnTo>
                  <a:pt x="516104" y="112282"/>
                </a:lnTo>
                <a:lnTo>
                  <a:pt x="515975" y="112725"/>
                </a:lnTo>
                <a:lnTo>
                  <a:pt x="515832" y="113158"/>
                </a:lnTo>
                <a:lnTo>
                  <a:pt x="515673" y="113581"/>
                </a:lnTo>
                <a:lnTo>
                  <a:pt x="515500" y="113994"/>
                </a:lnTo>
                <a:lnTo>
                  <a:pt x="515311" y="114397"/>
                </a:lnTo>
                <a:lnTo>
                  <a:pt x="515107" y="114791"/>
                </a:lnTo>
                <a:lnTo>
                  <a:pt x="514889" y="115174"/>
                </a:lnTo>
                <a:lnTo>
                  <a:pt x="514655" y="115548"/>
                </a:lnTo>
                <a:lnTo>
                  <a:pt x="514406" y="115912"/>
                </a:lnTo>
                <a:lnTo>
                  <a:pt x="514141" y="116266"/>
                </a:lnTo>
                <a:lnTo>
                  <a:pt x="513862" y="116610"/>
                </a:lnTo>
                <a:lnTo>
                  <a:pt x="513568" y="116944"/>
                </a:lnTo>
                <a:lnTo>
                  <a:pt x="513259" y="117268"/>
                </a:lnTo>
                <a:lnTo>
                  <a:pt x="512934" y="117582"/>
                </a:lnTo>
                <a:lnTo>
                  <a:pt x="512594" y="117887"/>
                </a:lnTo>
                <a:lnTo>
                  <a:pt x="512240" y="118182"/>
                </a:lnTo>
                <a:lnTo>
                  <a:pt x="511872" y="118465"/>
                </a:lnTo>
                <a:lnTo>
                  <a:pt x="511491" y="118736"/>
                </a:lnTo>
                <a:lnTo>
                  <a:pt x="511098" y="118996"/>
                </a:lnTo>
                <a:lnTo>
                  <a:pt x="510693" y="119243"/>
                </a:lnTo>
                <a:lnTo>
                  <a:pt x="510275" y="119478"/>
                </a:lnTo>
                <a:lnTo>
                  <a:pt x="509845" y="119701"/>
                </a:lnTo>
                <a:lnTo>
                  <a:pt x="509403" y="119913"/>
                </a:lnTo>
                <a:lnTo>
                  <a:pt x="508949" y="120112"/>
                </a:lnTo>
                <a:lnTo>
                  <a:pt x="508482" y="120299"/>
                </a:lnTo>
                <a:lnTo>
                  <a:pt x="508003" y="120473"/>
                </a:lnTo>
                <a:lnTo>
                  <a:pt x="507511" y="120636"/>
                </a:lnTo>
                <a:lnTo>
                  <a:pt x="507007" y="120787"/>
                </a:lnTo>
                <a:lnTo>
                  <a:pt x="506491" y="120926"/>
                </a:lnTo>
                <a:lnTo>
                  <a:pt x="505962" y="121052"/>
                </a:lnTo>
                <a:lnTo>
                  <a:pt x="505421" y="121167"/>
                </a:lnTo>
                <a:lnTo>
                  <a:pt x="504868" y="121270"/>
                </a:lnTo>
                <a:lnTo>
                  <a:pt x="504302" y="121360"/>
                </a:lnTo>
                <a:lnTo>
                  <a:pt x="503724" y="121438"/>
                </a:lnTo>
                <a:lnTo>
                  <a:pt x="503134" y="121505"/>
                </a:lnTo>
                <a:lnTo>
                  <a:pt x="502531" y="121559"/>
                </a:lnTo>
                <a:lnTo>
                  <a:pt x="501916" y="121601"/>
                </a:lnTo>
                <a:lnTo>
                  <a:pt x="501289" y="121631"/>
                </a:lnTo>
                <a:lnTo>
                  <a:pt x="500650" y="121650"/>
                </a:lnTo>
                <a:lnTo>
                  <a:pt x="499998" y="121656"/>
                </a:lnTo>
                <a:lnTo>
                  <a:pt x="493045" y="121656"/>
                </a:lnTo>
                <a:lnTo>
                  <a:pt x="492406" y="121650"/>
                </a:lnTo>
                <a:lnTo>
                  <a:pt x="491779" y="121632"/>
                </a:lnTo>
                <a:lnTo>
                  <a:pt x="491164" y="121603"/>
                </a:lnTo>
                <a:lnTo>
                  <a:pt x="490561" y="121561"/>
                </a:lnTo>
                <a:lnTo>
                  <a:pt x="489970" y="121508"/>
                </a:lnTo>
                <a:lnTo>
                  <a:pt x="489391" y="121443"/>
                </a:lnTo>
                <a:lnTo>
                  <a:pt x="488825" y="121367"/>
                </a:lnTo>
                <a:lnTo>
                  <a:pt x="488270" y="121278"/>
                </a:lnTo>
                <a:lnTo>
                  <a:pt x="487727" y="121178"/>
                </a:lnTo>
                <a:lnTo>
                  <a:pt x="487197" y="121066"/>
                </a:lnTo>
                <a:lnTo>
                  <a:pt x="486678" y="120942"/>
                </a:lnTo>
                <a:lnTo>
                  <a:pt x="486172" y="120806"/>
                </a:lnTo>
                <a:lnTo>
                  <a:pt x="485678" y="120659"/>
                </a:lnTo>
                <a:lnTo>
                  <a:pt x="485195" y="120500"/>
                </a:lnTo>
                <a:lnTo>
                  <a:pt x="484725" y="120329"/>
                </a:lnTo>
                <a:lnTo>
                  <a:pt x="484267" y="120146"/>
                </a:lnTo>
                <a:lnTo>
                  <a:pt x="483821" y="119951"/>
                </a:lnTo>
                <a:lnTo>
                  <a:pt x="483387" y="119745"/>
                </a:lnTo>
                <a:lnTo>
                  <a:pt x="482965" y="119527"/>
                </a:lnTo>
                <a:lnTo>
                  <a:pt x="482555" y="119297"/>
                </a:lnTo>
                <a:lnTo>
                  <a:pt x="482157" y="119055"/>
                </a:lnTo>
                <a:lnTo>
                  <a:pt x="481772" y="118801"/>
                </a:lnTo>
                <a:lnTo>
                  <a:pt x="481398" y="118536"/>
                </a:lnTo>
                <a:lnTo>
                  <a:pt x="481036" y="118259"/>
                </a:lnTo>
                <a:lnTo>
                  <a:pt x="480688" y="117971"/>
                </a:lnTo>
                <a:lnTo>
                  <a:pt x="480355" y="117674"/>
                </a:lnTo>
                <a:lnTo>
                  <a:pt x="480037" y="117369"/>
                </a:lnTo>
                <a:lnTo>
                  <a:pt x="479733" y="117054"/>
                </a:lnTo>
                <a:lnTo>
                  <a:pt x="479444" y="116730"/>
                </a:lnTo>
                <a:lnTo>
                  <a:pt x="479170" y="116397"/>
                </a:lnTo>
                <a:lnTo>
                  <a:pt x="478911" y="116056"/>
                </a:lnTo>
                <a:lnTo>
                  <a:pt x="478667" y="115705"/>
                </a:lnTo>
                <a:lnTo>
                  <a:pt x="478437" y="115345"/>
                </a:lnTo>
                <a:lnTo>
                  <a:pt x="478223" y="114976"/>
                </a:lnTo>
                <a:lnTo>
                  <a:pt x="478023" y="114597"/>
                </a:lnTo>
                <a:lnTo>
                  <a:pt x="477838" y="114210"/>
                </a:lnTo>
                <a:lnTo>
                  <a:pt x="477667" y="113814"/>
                </a:lnTo>
                <a:lnTo>
                  <a:pt x="477512" y="113409"/>
                </a:lnTo>
                <a:lnTo>
                  <a:pt x="477371" y="112995"/>
                </a:lnTo>
                <a:lnTo>
                  <a:pt x="477245" y="112571"/>
                </a:lnTo>
                <a:lnTo>
                  <a:pt x="477134" y="112139"/>
                </a:lnTo>
                <a:lnTo>
                  <a:pt x="477038" y="111697"/>
                </a:lnTo>
                <a:lnTo>
                  <a:pt x="476957" y="111247"/>
                </a:lnTo>
                <a:lnTo>
                  <a:pt x="476890" y="110787"/>
                </a:lnTo>
                <a:lnTo>
                  <a:pt x="476838" y="110319"/>
                </a:lnTo>
                <a:lnTo>
                  <a:pt x="476801" y="109841"/>
                </a:lnTo>
                <a:lnTo>
                  <a:pt x="476779" y="109355"/>
                </a:lnTo>
                <a:lnTo>
                  <a:pt x="476772" y="108859"/>
                </a:lnTo>
                <a:lnTo>
                  <a:pt x="462552" y="108859"/>
                </a:lnTo>
                <a:lnTo>
                  <a:pt x="462559" y="109526"/>
                </a:lnTo>
                <a:lnTo>
                  <a:pt x="462577" y="110185"/>
                </a:lnTo>
                <a:lnTo>
                  <a:pt x="462608" y="110835"/>
                </a:lnTo>
                <a:lnTo>
                  <a:pt x="462651" y="111477"/>
                </a:lnTo>
                <a:lnTo>
                  <a:pt x="462707" y="112110"/>
                </a:lnTo>
                <a:lnTo>
                  <a:pt x="462775" y="112734"/>
                </a:lnTo>
                <a:lnTo>
                  <a:pt x="462855" y="113351"/>
                </a:lnTo>
                <a:lnTo>
                  <a:pt x="462947" y="113958"/>
                </a:lnTo>
                <a:lnTo>
                  <a:pt x="463052" y="114558"/>
                </a:lnTo>
                <a:lnTo>
                  <a:pt x="463169" y="115148"/>
                </a:lnTo>
                <a:lnTo>
                  <a:pt x="463299" y="115730"/>
                </a:lnTo>
                <a:lnTo>
                  <a:pt x="463441" y="116304"/>
                </a:lnTo>
                <a:lnTo>
                  <a:pt x="463595" y="116869"/>
                </a:lnTo>
                <a:lnTo>
                  <a:pt x="463762" y="117426"/>
                </a:lnTo>
                <a:lnTo>
                  <a:pt x="463941" y="117974"/>
                </a:lnTo>
                <a:lnTo>
                  <a:pt x="464132" y="118514"/>
                </a:lnTo>
                <a:lnTo>
                  <a:pt x="464335" y="119045"/>
                </a:lnTo>
                <a:lnTo>
                  <a:pt x="464551" y="119568"/>
                </a:lnTo>
                <a:lnTo>
                  <a:pt x="464780" y="120082"/>
                </a:lnTo>
                <a:lnTo>
                  <a:pt x="465020" y="120588"/>
                </a:lnTo>
                <a:lnTo>
                  <a:pt x="465273" y="121085"/>
                </a:lnTo>
                <a:lnTo>
                  <a:pt x="465538" y="121574"/>
                </a:lnTo>
                <a:lnTo>
                  <a:pt x="465816" y="122054"/>
                </a:lnTo>
                <a:lnTo>
                  <a:pt x="466106" y="122526"/>
                </a:lnTo>
                <a:lnTo>
                  <a:pt x="466408" y="122989"/>
                </a:lnTo>
                <a:lnTo>
                  <a:pt x="466722" y="123442"/>
                </a:lnTo>
                <a:lnTo>
                  <a:pt x="467047" y="123886"/>
                </a:lnTo>
                <a:lnTo>
                  <a:pt x="467383" y="124321"/>
                </a:lnTo>
                <a:lnTo>
                  <a:pt x="467732" y="124746"/>
                </a:lnTo>
                <a:lnTo>
                  <a:pt x="468091" y="125162"/>
                </a:lnTo>
                <a:lnTo>
                  <a:pt x="468462" y="125569"/>
                </a:lnTo>
                <a:lnTo>
                  <a:pt x="468845" y="125966"/>
                </a:lnTo>
                <a:lnTo>
                  <a:pt x="469239" y="126354"/>
                </a:lnTo>
                <a:lnTo>
                  <a:pt x="469645" y="126733"/>
                </a:lnTo>
                <a:lnTo>
                  <a:pt x="470062" y="127103"/>
                </a:lnTo>
                <a:lnTo>
                  <a:pt x="470491" y="127463"/>
                </a:lnTo>
                <a:lnTo>
                  <a:pt x="470931" y="127814"/>
                </a:lnTo>
                <a:lnTo>
                  <a:pt x="471383" y="128155"/>
                </a:lnTo>
                <a:lnTo>
                  <a:pt x="471846" y="128487"/>
                </a:lnTo>
                <a:lnTo>
                  <a:pt x="472321" y="128810"/>
                </a:lnTo>
                <a:lnTo>
                  <a:pt x="472807" y="129124"/>
                </a:lnTo>
                <a:lnTo>
                  <a:pt x="473305" y="129428"/>
                </a:lnTo>
                <a:lnTo>
                  <a:pt x="473814" y="129723"/>
                </a:lnTo>
                <a:lnTo>
                  <a:pt x="474335" y="130009"/>
                </a:lnTo>
                <a:lnTo>
                  <a:pt x="474867" y="130285"/>
                </a:lnTo>
                <a:lnTo>
                  <a:pt x="475411" y="130552"/>
                </a:lnTo>
                <a:lnTo>
                  <a:pt x="475966" y="130810"/>
                </a:lnTo>
                <a:lnTo>
                  <a:pt x="476533" y="131058"/>
                </a:lnTo>
                <a:lnTo>
                  <a:pt x="477110" y="131296"/>
                </a:lnTo>
                <a:lnTo>
                  <a:pt x="477698" y="131525"/>
                </a:lnTo>
                <a:lnTo>
                  <a:pt x="478294" y="131743"/>
                </a:lnTo>
                <a:lnTo>
                  <a:pt x="478901" y="131951"/>
                </a:lnTo>
                <a:lnTo>
                  <a:pt x="479517" y="132149"/>
                </a:lnTo>
                <a:lnTo>
                  <a:pt x="480142" y="132336"/>
                </a:lnTo>
                <a:lnTo>
                  <a:pt x="480778" y="132514"/>
                </a:lnTo>
                <a:lnTo>
                  <a:pt x="481422" y="132681"/>
                </a:lnTo>
                <a:lnTo>
                  <a:pt x="482077" y="132838"/>
                </a:lnTo>
                <a:lnTo>
                  <a:pt x="482741" y="132986"/>
                </a:lnTo>
                <a:lnTo>
                  <a:pt x="483414" y="133122"/>
                </a:lnTo>
                <a:lnTo>
                  <a:pt x="484097" y="133249"/>
                </a:lnTo>
                <a:lnTo>
                  <a:pt x="484790" y="133366"/>
                </a:lnTo>
                <a:lnTo>
                  <a:pt x="485493" y="133473"/>
                </a:lnTo>
                <a:lnTo>
                  <a:pt x="486205" y="133569"/>
                </a:lnTo>
                <a:lnTo>
                  <a:pt x="486926" y="133655"/>
                </a:lnTo>
                <a:lnTo>
                  <a:pt x="487657" y="133731"/>
                </a:lnTo>
                <a:lnTo>
                  <a:pt x="488398" y="133797"/>
                </a:lnTo>
                <a:lnTo>
                  <a:pt x="489149" y="133853"/>
                </a:lnTo>
                <a:lnTo>
                  <a:pt x="489909" y="133899"/>
                </a:lnTo>
                <a:lnTo>
                  <a:pt x="490678" y="133934"/>
                </a:lnTo>
                <a:lnTo>
                  <a:pt x="491457" y="133960"/>
                </a:lnTo>
                <a:lnTo>
                  <a:pt x="492246" y="133975"/>
                </a:lnTo>
                <a:lnTo>
                  <a:pt x="493045" y="133980"/>
                </a:lnTo>
                <a:lnTo>
                  <a:pt x="499998" y="133980"/>
                </a:lnTo>
                <a:lnTo>
                  <a:pt x="501197" y="133968"/>
                </a:lnTo>
                <a:lnTo>
                  <a:pt x="502374" y="133933"/>
                </a:lnTo>
                <a:lnTo>
                  <a:pt x="503529" y="133875"/>
                </a:lnTo>
                <a:close/>
                <a:moveTo>
                  <a:pt x="779195" y="134208"/>
                </a:moveTo>
                <a:lnTo>
                  <a:pt x="779685" y="134159"/>
                </a:lnTo>
                <a:lnTo>
                  <a:pt x="780165" y="134098"/>
                </a:lnTo>
                <a:lnTo>
                  <a:pt x="780633" y="134027"/>
                </a:lnTo>
                <a:lnTo>
                  <a:pt x="781091" y="133945"/>
                </a:lnTo>
                <a:lnTo>
                  <a:pt x="781537" y="133852"/>
                </a:lnTo>
                <a:lnTo>
                  <a:pt x="781973" y="133747"/>
                </a:lnTo>
                <a:lnTo>
                  <a:pt x="782397" y="133632"/>
                </a:lnTo>
                <a:lnTo>
                  <a:pt x="782811" y="133506"/>
                </a:lnTo>
                <a:lnTo>
                  <a:pt x="783214" y="133369"/>
                </a:lnTo>
                <a:lnTo>
                  <a:pt x="783605" y="133221"/>
                </a:lnTo>
                <a:lnTo>
                  <a:pt x="783986" y="133062"/>
                </a:lnTo>
                <a:lnTo>
                  <a:pt x="784356" y="132892"/>
                </a:lnTo>
                <a:lnTo>
                  <a:pt x="784715" y="132711"/>
                </a:lnTo>
                <a:lnTo>
                  <a:pt x="785062" y="132519"/>
                </a:lnTo>
                <a:lnTo>
                  <a:pt x="785399" y="132316"/>
                </a:lnTo>
                <a:lnTo>
                  <a:pt x="785725" y="132102"/>
                </a:lnTo>
                <a:lnTo>
                  <a:pt x="786040" y="131878"/>
                </a:lnTo>
                <a:lnTo>
                  <a:pt x="786344" y="131642"/>
                </a:lnTo>
                <a:lnTo>
                  <a:pt x="786637" y="131395"/>
                </a:lnTo>
                <a:lnTo>
                  <a:pt x="786918" y="131137"/>
                </a:lnTo>
                <a:lnTo>
                  <a:pt x="787189" y="130870"/>
                </a:lnTo>
                <a:lnTo>
                  <a:pt x="787448" y="130595"/>
                </a:lnTo>
                <a:lnTo>
                  <a:pt x="787696" y="130313"/>
                </a:lnTo>
                <a:lnTo>
                  <a:pt x="787932" y="130022"/>
                </a:lnTo>
                <a:lnTo>
                  <a:pt x="788157" y="129725"/>
                </a:lnTo>
                <a:lnTo>
                  <a:pt x="788370" y="129419"/>
                </a:lnTo>
                <a:lnTo>
                  <a:pt x="788571" y="129106"/>
                </a:lnTo>
                <a:lnTo>
                  <a:pt x="788761" y="128785"/>
                </a:lnTo>
                <a:lnTo>
                  <a:pt x="788940" y="128456"/>
                </a:lnTo>
                <a:lnTo>
                  <a:pt x="789107" y="128120"/>
                </a:lnTo>
                <a:lnTo>
                  <a:pt x="789262" y="127776"/>
                </a:lnTo>
                <a:lnTo>
                  <a:pt x="789406" y="127424"/>
                </a:lnTo>
                <a:lnTo>
                  <a:pt x="789539" y="127065"/>
                </a:lnTo>
                <a:lnTo>
                  <a:pt x="789660" y="126698"/>
                </a:lnTo>
                <a:lnTo>
                  <a:pt x="789769" y="126323"/>
                </a:lnTo>
                <a:lnTo>
                  <a:pt x="789867" y="125941"/>
                </a:lnTo>
                <a:lnTo>
                  <a:pt x="789954" y="125551"/>
                </a:lnTo>
                <a:lnTo>
                  <a:pt x="790028" y="125153"/>
                </a:lnTo>
                <a:lnTo>
                  <a:pt x="790092" y="124748"/>
                </a:lnTo>
                <a:lnTo>
                  <a:pt x="790144" y="124335"/>
                </a:lnTo>
                <a:lnTo>
                  <a:pt x="790184" y="123914"/>
                </a:lnTo>
                <a:lnTo>
                  <a:pt x="790213" y="123485"/>
                </a:lnTo>
                <a:lnTo>
                  <a:pt x="790230" y="123049"/>
                </a:lnTo>
                <a:lnTo>
                  <a:pt x="790236" y="122605"/>
                </a:lnTo>
                <a:lnTo>
                  <a:pt x="790230" y="122162"/>
                </a:lnTo>
                <a:lnTo>
                  <a:pt x="790213" y="121725"/>
                </a:lnTo>
                <a:lnTo>
                  <a:pt x="790184" y="121297"/>
                </a:lnTo>
                <a:lnTo>
                  <a:pt x="790144" y="120876"/>
                </a:lnTo>
                <a:lnTo>
                  <a:pt x="790092" y="120463"/>
                </a:lnTo>
                <a:lnTo>
                  <a:pt x="790028" y="120057"/>
                </a:lnTo>
                <a:lnTo>
                  <a:pt x="789954" y="119659"/>
                </a:lnTo>
                <a:lnTo>
                  <a:pt x="789867" y="119269"/>
                </a:lnTo>
                <a:lnTo>
                  <a:pt x="789769" y="118887"/>
                </a:lnTo>
                <a:lnTo>
                  <a:pt x="789660" y="118512"/>
                </a:lnTo>
                <a:lnTo>
                  <a:pt x="789539" y="118145"/>
                </a:lnTo>
                <a:lnTo>
                  <a:pt x="789406" y="117786"/>
                </a:lnTo>
                <a:lnTo>
                  <a:pt x="789262" y="117434"/>
                </a:lnTo>
                <a:lnTo>
                  <a:pt x="789107" y="117090"/>
                </a:lnTo>
                <a:lnTo>
                  <a:pt x="788940" y="116754"/>
                </a:lnTo>
                <a:lnTo>
                  <a:pt x="788761" y="116425"/>
                </a:lnTo>
                <a:lnTo>
                  <a:pt x="788571" y="116104"/>
                </a:lnTo>
                <a:lnTo>
                  <a:pt x="788370" y="115791"/>
                </a:lnTo>
                <a:lnTo>
                  <a:pt x="788157" y="115486"/>
                </a:lnTo>
                <a:lnTo>
                  <a:pt x="787932" y="115188"/>
                </a:lnTo>
                <a:lnTo>
                  <a:pt x="787696" y="114898"/>
                </a:lnTo>
                <a:lnTo>
                  <a:pt x="787448" y="114615"/>
                </a:lnTo>
                <a:lnTo>
                  <a:pt x="787189" y="114341"/>
                </a:lnTo>
                <a:lnTo>
                  <a:pt x="786918" y="114074"/>
                </a:lnTo>
                <a:lnTo>
                  <a:pt x="786637" y="113816"/>
                </a:lnTo>
                <a:lnTo>
                  <a:pt x="786344" y="113569"/>
                </a:lnTo>
                <a:lnTo>
                  <a:pt x="786040" y="113333"/>
                </a:lnTo>
                <a:lnTo>
                  <a:pt x="785725" y="113108"/>
                </a:lnTo>
                <a:lnTo>
                  <a:pt x="785399" y="112894"/>
                </a:lnTo>
                <a:lnTo>
                  <a:pt x="785062" y="112691"/>
                </a:lnTo>
                <a:lnTo>
                  <a:pt x="784715" y="112499"/>
                </a:lnTo>
                <a:lnTo>
                  <a:pt x="784356" y="112318"/>
                </a:lnTo>
                <a:lnTo>
                  <a:pt x="783986" y="112148"/>
                </a:lnTo>
                <a:lnTo>
                  <a:pt x="783605" y="111988"/>
                </a:lnTo>
                <a:lnTo>
                  <a:pt x="783214" y="111840"/>
                </a:lnTo>
                <a:lnTo>
                  <a:pt x="782811" y="111703"/>
                </a:lnTo>
                <a:lnTo>
                  <a:pt x="782397" y="111577"/>
                </a:lnTo>
                <a:lnTo>
                  <a:pt x="781973" y="111462"/>
                </a:lnTo>
                <a:lnTo>
                  <a:pt x="781537" y="111357"/>
                </a:lnTo>
                <a:lnTo>
                  <a:pt x="781091" y="111264"/>
                </a:lnTo>
                <a:lnTo>
                  <a:pt x="780633" y="111182"/>
                </a:lnTo>
                <a:lnTo>
                  <a:pt x="780165" y="111110"/>
                </a:lnTo>
                <a:lnTo>
                  <a:pt x="779685" y="111050"/>
                </a:lnTo>
                <a:lnTo>
                  <a:pt x="779195" y="111001"/>
                </a:lnTo>
                <a:lnTo>
                  <a:pt x="778693" y="110962"/>
                </a:lnTo>
                <a:lnTo>
                  <a:pt x="778181" y="110935"/>
                </a:lnTo>
                <a:lnTo>
                  <a:pt x="777658" y="110918"/>
                </a:lnTo>
                <a:lnTo>
                  <a:pt x="777123" y="110913"/>
                </a:lnTo>
                <a:lnTo>
                  <a:pt x="776589" y="110918"/>
                </a:lnTo>
                <a:lnTo>
                  <a:pt x="776066" y="110935"/>
                </a:lnTo>
                <a:lnTo>
                  <a:pt x="775553" y="110962"/>
                </a:lnTo>
                <a:lnTo>
                  <a:pt x="775052" y="111001"/>
                </a:lnTo>
                <a:lnTo>
                  <a:pt x="774561" y="111050"/>
                </a:lnTo>
                <a:lnTo>
                  <a:pt x="774082" y="111110"/>
                </a:lnTo>
                <a:lnTo>
                  <a:pt x="773613" y="111182"/>
                </a:lnTo>
                <a:lnTo>
                  <a:pt x="773156" y="111264"/>
                </a:lnTo>
                <a:lnTo>
                  <a:pt x="772709" y="111357"/>
                </a:lnTo>
                <a:lnTo>
                  <a:pt x="772273" y="111462"/>
                </a:lnTo>
                <a:lnTo>
                  <a:pt x="771849" y="111577"/>
                </a:lnTo>
                <a:lnTo>
                  <a:pt x="771435" y="111703"/>
                </a:lnTo>
                <a:lnTo>
                  <a:pt x="771032" y="111840"/>
                </a:lnTo>
                <a:lnTo>
                  <a:pt x="770640" y="111988"/>
                </a:lnTo>
                <a:lnTo>
                  <a:pt x="770260" y="112148"/>
                </a:lnTo>
                <a:lnTo>
                  <a:pt x="769890" y="112318"/>
                </a:lnTo>
                <a:lnTo>
                  <a:pt x="769531" y="112499"/>
                </a:lnTo>
                <a:lnTo>
                  <a:pt x="769183" y="112691"/>
                </a:lnTo>
                <a:lnTo>
                  <a:pt x="768846" y="112894"/>
                </a:lnTo>
                <a:lnTo>
                  <a:pt x="768520" y="113108"/>
                </a:lnTo>
                <a:lnTo>
                  <a:pt x="768205" y="113333"/>
                </a:lnTo>
                <a:lnTo>
                  <a:pt x="767901" y="113569"/>
                </a:lnTo>
                <a:lnTo>
                  <a:pt x="767608" y="113816"/>
                </a:lnTo>
                <a:lnTo>
                  <a:pt x="767326" y="114074"/>
                </a:lnTo>
                <a:lnTo>
                  <a:pt x="767055" y="114341"/>
                </a:lnTo>
                <a:lnTo>
                  <a:pt x="766796" y="114615"/>
                </a:lnTo>
                <a:lnTo>
                  <a:pt x="766548" y="114898"/>
                </a:lnTo>
                <a:lnTo>
                  <a:pt x="766312" y="115188"/>
                </a:lnTo>
                <a:lnTo>
                  <a:pt x="766087" y="115486"/>
                </a:lnTo>
                <a:lnTo>
                  <a:pt x="765874" y="115791"/>
                </a:lnTo>
                <a:lnTo>
                  <a:pt x="765673" y="116104"/>
                </a:lnTo>
                <a:lnTo>
                  <a:pt x="765483" y="116425"/>
                </a:lnTo>
                <a:lnTo>
                  <a:pt x="765304" y="116754"/>
                </a:lnTo>
                <a:lnTo>
                  <a:pt x="765137" y="117090"/>
                </a:lnTo>
                <a:lnTo>
                  <a:pt x="764982" y="117434"/>
                </a:lnTo>
                <a:lnTo>
                  <a:pt x="764838" y="117786"/>
                </a:lnTo>
                <a:lnTo>
                  <a:pt x="764705" y="118145"/>
                </a:lnTo>
                <a:lnTo>
                  <a:pt x="764584" y="118512"/>
                </a:lnTo>
                <a:lnTo>
                  <a:pt x="764475" y="118887"/>
                </a:lnTo>
                <a:lnTo>
                  <a:pt x="764377" y="119269"/>
                </a:lnTo>
                <a:lnTo>
                  <a:pt x="764291" y="119659"/>
                </a:lnTo>
                <a:lnTo>
                  <a:pt x="764216" y="120057"/>
                </a:lnTo>
                <a:lnTo>
                  <a:pt x="764152" y="120463"/>
                </a:lnTo>
                <a:lnTo>
                  <a:pt x="764100" y="120876"/>
                </a:lnTo>
                <a:lnTo>
                  <a:pt x="764060" y="121297"/>
                </a:lnTo>
                <a:lnTo>
                  <a:pt x="764031" y="121725"/>
                </a:lnTo>
                <a:lnTo>
                  <a:pt x="764014" y="122162"/>
                </a:lnTo>
                <a:lnTo>
                  <a:pt x="764008" y="122605"/>
                </a:lnTo>
                <a:lnTo>
                  <a:pt x="764014" y="123049"/>
                </a:lnTo>
                <a:lnTo>
                  <a:pt x="764031" y="123485"/>
                </a:lnTo>
                <a:lnTo>
                  <a:pt x="764060" y="123914"/>
                </a:lnTo>
                <a:lnTo>
                  <a:pt x="764100" y="124335"/>
                </a:lnTo>
                <a:lnTo>
                  <a:pt x="764152" y="124748"/>
                </a:lnTo>
                <a:lnTo>
                  <a:pt x="764216" y="125153"/>
                </a:lnTo>
                <a:lnTo>
                  <a:pt x="764291" y="125551"/>
                </a:lnTo>
                <a:lnTo>
                  <a:pt x="764377" y="125941"/>
                </a:lnTo>
                <a:lnTo>
                  <a:pt x="764475" y="126323"/>
                </a:lnTo>
                <a:lnTo>
                  <a:pt x="764584" y="126698"/>
                </a:lnTo>
                <a:lnTo>
                  <a:pt x="764705" y="127065"/>
                </a:lnTo>
                <a:lnTo>
                  <a:pt x="764838" y="127424"/>
                </a:lnTo>
                <a:lnTo>
                  <a:pt x="764982" y="127776"/>
                </a:lnTo>
                <a:lnTo>
                  <a:pt x="765137" y="128120"/>
                </a:lnTo>
                <a:lnTo>
                  <a:pt x="765304" y="128456"/>
                </a:lnTo>
                <a:lnTo>
                  <a:pt x="765483" y="128785"/>
                </a:lnTo>
                <a:lnTo>
                  <a:pt x="765673" y="129106"/>
                </a:lnTo>
                <a:lnTo>
                  <a:pt x="765874" y="129419"/>
                </a:lnTo>
                <a:lnTo>
                  <a:pt x="766087" y="129725"/>
                </a:lnTo>
                <a:lnTo>
                  <a:pt x="766312" y="130022"/>
                </a:lnTo>
                <a:lnTo>
                  <a:pt x="766548" y="130313"/>
                </a:lnTo>
                <a:lnTo>
                  <a:pt x="766796" y="130595"/>
                </a:lnTo>
                <a:lnTo>
                  <a:pt x="767055" y="130870"/>
                </a:lnTo>
                <a:lnTo>
                  <a:pt x="767326" y="131137"/>
                </a:lnTo>
                <a:lnTo>
                  <a:pt x="767608" y="131395"/>
                </a:lnTo>
                <a:lnTo>
                  <a:pt x="767901" y="131642"/>
                </a:lnTo>
                <a:lnTo>
                  <a:pt x="768205" y="131878"/>
                </a:lnTo>
                <a:lnTo>
                  <a:pt x="768520" y="132102"/>
                </a:lnTo>
                <a:lnTo>
                  <a:pt x="768846" y="132316"/>
                </a:lnTo>
                <a:lnTo>
                  <a:pt x="769183" y="132519"/>
                </a:lnTo>
                <a:lnTo>
                  <a:pt x="769531" y="132711"/>
                </a:lnTo>
                <a:lnTo>
                  <a:pt x="769890" y="132892"/>
                </a:lnTo>
                <a:lnTo>
                  <a:pt x="770260" y="133062"/>
                </a:lnTo>
                <a:lnTo>
                  <a:pt x="770640" y="133221"/>
                </a:lnTo>
                <a:lnTo>
                  <a:pt x="771032" y="133369"/>
                </a:lnTo>
                <a:lnTo>
                  <a:pt x="771435" y="133506"/>
                </a:lnTo>
                <a:lnTo>
                  <a:pt x="771849" y="133632"/>
                </a:lnTo>
                <a:lnTo>
                  <a:pt x="772273" y="133747"/>
                </a:lnTo>
                <a:lnTo>
                  <a:pt x="772709" y="133852"/>
                </a:lnTo>
                <a:lnTo>
                  <a:pt x="773156" y="133945"/>
                </a:lnTo>
                <a:lnTo>
                  <a:pt x="773613" y="134027"/>
                </a:lnTo>
                <a:lnTo>
                  <a:pt x="774082" y="134098"/>
                </a:lnTo>
                <a:lnTo>
                  <a:pt x="774561" y="134159"/>
                </a:lnTo>
                <a:lnTo>
                  <a:pt x="775052" y="134208"/>
                </a:lnTo>
                <a:lnTo>
                  <a:pt x="775553" y="134246"/>
                </a:lnTo>
                <a:lnTo>
                  <a:pt x="776066" y="134274"/>
                </a:lnTo>
                <a:lnTo>
                  <a:pt x="776589" y="134290"/>
                </a:lnTo>
                <a:lnTo>
                  <a:pt x="777123" y="134296"/>
                </a:lnTo>
                <a:lnTo>
                  <a:pt x="777658" y="134290"/>
                </a:lnTo>
                <a:lnTo>
                  <a:pt x="778181" y="134274"/>
                </a:lnTo>
                <a:lnTo>
                  <a:pt x="778693" y="134246"/>
                </a:lnTo>
                <a:lnTo>
                  <a:pt x="779195" y="134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'''fetchdatafromdatabase'''">
            <a:extLst xmlns:a="http://schemas.openxmlformats.org/drawingml/2006/main">
              <a:ext uri="{FF2B5EF4-FFF2-40B4-BE49-F238E27FC236}">
                <a16:creationId xmlns:a16="http://schemas.microsoft.com/office/drawing/2014/main" id="{B7C89A1D-07D8-4512-BF2F-88989ABE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73" y="1686609"/>
            <a:ext cx="2722010" cy="117265"/>
          </a:xfrm>
          <a:custGeom xmlns:a="http://schemas.openxmlformats.org/drawingml/2006/main">
            <a:pathLst>
              <a:path w="2722010" h="117265">
                <a:moveTo>
                  <a:pt x="15055" y="47541"/>
                </a:moveTo>
                <a:lnTo>
                  <a:pt x="16165" y="0"/>
                </a:lnTo>
                <a:lnTo>
                  <a:pt x="0" y="0"/>
                </a:lnTo>
                <a:lnTo>
                  <a:pt x="1269" y="47541"/>
                </a:lnTo>
                <a:lnTo>
                  <a:pt x="15055" y="47541"/>
                </a:lnTo>
                <a:close/>
                <a:moveTo>
                  <a:pt x="106966" y="47541"/>
                </a:moveTo>
                <a:lnTo>
                  <a:pt x="108076" y="0"/>
                </a:lnTo>
                <a:lnTo>
                  <a:pt x="91911" y="0"/>
                </a:lnTo>
                <a:lnTo>
                  <a:pt x="93181" y="47541"/>
                </a:lnTo>
                <a:lnTo>
                  <a:pt x="106966" y="47541"/>
                </a:lnTo>
                <a:close/>
                <a:moveTo>
                  <a:pt x="201255" y="47541"/>
                </a:moveTo>
                <a:lnTo>
                  <a:pt x="202364" y="0"/>
                </a:lnTo>
                <a:lnTo>
                  <a:pt x="186200" y="0"/>
                </a:lnTo>
                <a:lnTo>
                  <a:pt x="187469" y="47541"/>
                </a:lnTo>
                <a:lnTo>
                  <a:pt x="201255" y="47541"/>
                </a:lnTo>
                <a:close/>
                <a:moveTo>
                  <a:pt x="289363" y="40408"/>
                </a:moveTo>
                <a:lnTo>
                  <a:pt x="289363" y="22185"/>
                </a:lnTo>
                <a:lnTo>
                  <a:pt x="289367" y="21806"/>
                </a:lnTo>
                <a:lnTo>
                  <a:pt x="289381" y="21435"/>
                </a:lnTo>
                <a:lnTo>
                  <a:pt x="289403" y="21072"/>
                </a:lnTo>
                <a:lnTo>
                  <a:pt x="289435" y="20717"/>
                </a:lnTo>
                <a:lnTo>
                  <a:pt x="289476" y="20370"/>
                </a:lnTo>
                <a:lnTo>
                  <a:pt x="289526" y="20031"/>
                </a:lnTo>
                <a:lnTo>
                  <a:pt x="289585" y="19700"/>
                </a:lnTo>
                <a:lnTo>
                  <a:pt x="289653" y="19376"/>
                </a:lnTo>
                <a:lnTo>
                  <a:pt x="289730" y="19061"/>
                </a:lnTo>
                <a:lnTo>
                  <a:pt x="289816" y="18754"/>
                </a:lnTo>
                <a:lnTo>
                  <a:pt x="289912" y="18455"/>
                </a:lnTo>
                <a:lnTo>
                  <a:pt x="290016" y="18164"/>
                </a:lnTo>
                <a:lnTo>
                  <a:pt x="290129" y="17880"/>
                </a:lnTo>
                <a:lnTo>
                  <a:pt x="290252" y="17605"/>
                </a:lnTo>
                <a:lnTo>
                  <a:pt x="290384" y="17338"/>
                </a:lnTo>
                <a:lnTo>
                  <a:pt x="290524" y="17079"/>
                </a:lnTo>
                <a:lnTo>
                  <a:pt x="290674" y="16827"/>
                </a:lnTo>
                <a:lnTo>
                  <a:pt x="290833" y="16584"/>
                </a:lnTo>
                <a:lnTo>
                  <a:pt x="291001" y="16349"/>
                </a:lnTo>
                <a:lnTo>
                  <a:pt x="291178" y="16121"/>
                </a:lnTo>
                <a:lnTo>
                  <a:pt x="291364" y="15902"/>
                </a:lnTo>
                <a:lnTo>
                  <a:pt x="291559" y="15690"/>
                </a:lnTo>
                <a:lnTo>
                  <a:pt x="291763" y="15487"/>
                </a:lnTo>
                <a:lnTo>
                  <a:pt x="291976" y="15292"/>
                </a:lnTo>
                <a:lnTo>
                  <a:pt x="292198" y="15104"/>
                </a:lnTo>
                <a:lnTo>
                  <a:pt x="292428" y="14925"/>
                </a:lnTo>
                <a:lnTo>
                  <a:pt x="292666" y="14753"/>
                </a:lnTo>
                <a:lnTo>
                  <a:pt x="292912" y="14590"/>
                </a:lnTo>
                <a:lnTo>
                  <a:pt x="293166" y="14434"/>
                </a:lnTo>
                <a:lnTo>
                  <a:pt x="293428" y="14287"/>
                </a:lnTo>
                <a:lnTo>
                  <a:pt x="293698" y="14147"/>
                </a:lnTo>
                <a:lnTo>
                  <a:pt x="293976" y="14015"/>
                </a:lnTo>
                <a:lnTo>
                  <a:pt x="294262" y="13892"/>
                </a:lnTo>
                <a:lnTo>
                  <a:pt x="294555" y="13776"/>
                </a:lnTo>
                <a:lnTo>
                  <a:pt x="294857" y="13668"/>
                </a:lnTo>
                <a:lnTo>
                  <a:pt x="295167" y="13569"/>
                </a:lnTo>
                <a:lnTo>
                  <a:pt x="295485" y="13477"/>
                </a:lnTo>
                <a:lnTo>
                  <a:pt x="295810" y="13393"/>
                </a:lnTo>
                <a:lnTo>
                  <a:pt x="296144" y="13318"/>
                </a:lnTo>
                <a:lnTo>
                  <a:pt x="296486" y="13250"/>
                </a:lnTo>
                <a:lnTo>
                  <a:pt x="296835" y="13190"/>
                </a:lnTo>
                <a:lnTo>
                  <a:pt x="297193" y="13138"/>
                </a:lnTo>
                <a:lnTo>
                  <a:pt x="297559" y="13094"/>
                </a:lnTo>
                <a:lnTo>
                  <a:pt x="297932" y="13058"/>
                </a:lnTo>
                <a:lnTo>
                  <a:pt x="298314" y="13030"/>
                </a:lnTo>
                <a:lnTo>
                  <a:pt x="298703" y="13010"/>
                </a:lnTo>
                <a:lnTo>
                  <a:pt x="299101" y="12998"/>
                </a:lnTo>
                <a:lnTo>
                  <a:pt x="299506" y="12995"/>
                </a:lnTo>
                <a:lnTo>
                  <a:pt x="325019" y="12995"/>
                </a:lnTo>
                <a:lnTo>
                  <a:pt x="325019" y="0"/>
                </a:lnTo>
                <a:lnTo>
                  <a:pt x="299506" y="0"/>
                </a:lnTo>
                <a:lnTo>
                  <a:pt x="298564" y="10"/>
                </a:lnTo>
                <a:lnTo>
                  <a:pt x="297639" y="41"/>
                </a:lnTo>
                <a:lnTo>
                  <a:pt x="296730" y="93"/>
                </a:lnTo>
                <a:lnTo>
                  <a:pt x="295839" y="165"/>
                </a:lnTo>
                <a:lnTo>
                  <a:pt x="294965" y="258"/>
                </a:lnTo>
                <a:lnTo>
                  <a:pt x="294108" y="371"/>
                </a:lnTo>
                <a:lnTo>
                  <a:pt x="293268" y="506"/>
                </a:lnTo>
                <a:lnTo>
                  <a:pt x="292445" y="660"/>
                </a:lnTo>
                <a:lnTo>
                  <a:pt x="291639" y="836"/>
                </a:lnTo>
                <a:lnTo>
                  <a:pt x="290850" y="1032"/>
                </a:lnTo>
                <a:lnTo>
                  <a:pt x="290079" y="1249"/>
                </a:lnTo>
                <a:lnTo>
                  <a:pt x="289324" y="1486"/>
                </a:lnTo>
                <a:lnTo>
                  <a:pt x="288586" y="1744"/>
                </a:lnTo>
                <a:lnTo>
                  <a:pt x="287866" y="2022"/>
                </a:lnTo>
                <a:lnTo>
                  <a:pt x="287162" y="2322"/>
                </a:lnTo>
                <a:lnTo>
                  <a:pt x="286476" y="2642"/>
                </a:lnTo>
                <a:lnTo>
                  <a:pt x="285806" y="2982"/>
                </a:lnTo>
                <a:lnTo>
                  <a:pt x="285154" y="3343"/>
                </a:lnTo>
                <a:lnTo>
                  <a:pt x="284519" y="3725"/>
                </a:lnTo>
                <a:lnTo>
                  <a:pt x="283900" y="4127"/>
                </a:lnTo>
                <a:lnTo>
                  <a:pt x="283299" y="4551"/>
                </a:lnTo>
                <a:lnTo>
                  <a:pt x="282715" y="4994"/>
                </a:lnTo>
                <a:lnTo>
                  <a:pt x="282148" y="5459"/>
                </a:lnTo>
                <a:lnTo>
                  <a:pt x="281598" y="5944"/>
                </a:lnTo>
                <a:lnTo>
                  <a:pt x="281068" y="6446"/>
                </a:lnTo>
                <a:lnTo>
                  <a:pt x="280560" y="6964"/>
                </a:lnTo>
                <a:lnTo>
                  <a:pt x="280075" y="7497"/>
                </a:lnTo>
                <a:lnTo>
                  <a:pt x="279613" y="8045"/>
                </a:lnTo>
                <a:lnTo>
                  <a:pt x="279173" y="8608"/>
                </a:lnTo>
                <a:lnTo>
                  <a:pt x="278756" y="9187"/>
                </a:lnTo>
                <a:lnTo>
                  <a:pt x="278361" y="9780"/>
                </a:lnTo>
                <a:lnTo>
                  <a:pt x="277989" y="10389"/>
                </a:lnTo>
                <a:lnTo>
                  <a:pt x="277639" y="11012"/>
                </a:lnTo>
                <a:lnTo>
                  <a:pt x="277312" y="11651"/>
                </a:lnTo>
                <a:lnTo>
                  <a:pt x="277007" y="12305"/>
                </a:lnTo>
                <a:lnTo>
                  <a:pt x="276725" y="12975"/>
                </a:lnTo>
                <a:lnTo>
                  <a:pt x="276466" y="13659"/>
                </a:lnTo>
                <a:lnTo>
                  <a:pt x="276229" y="14358"/>
                </a:lnTo>
                <a:lnTo>
                  <a:pt x="276015" y="15073"/>
                </a:lnTo>
                <a:lnTo>
                  <a:pt x="275823" y="15803"/>
                </a:lnTo>
                <a:lnTo>
                  <a:pt x="275654" y="16548"/>
                </a:lnTo>
                <a:lnTo>
                  <a:pt x="275507" y="17308"/>
                </a:lnTo>
                <a:lnTo>
                  <a:pt x="275383" y="18083"/>
                </a:lnTo>
                <a:lnTo>
                  <a:pt x="275281" y="18873"/>
                </a:lnTo>
                <a:lnTo>
                  <a:pt x="275202" y="19678"/>
                </a:lnTo>
                <a:lnTo>
                  <a:pt x="275146" y="20499"/>
                </a:lnTo>
                <a:lnTo>
                  <a:pt x="275112" y="21335"/>
                </a:lnTo>
                <a:lnTo>
                  <a:pt x="275101" y="22185"/>
                </a:lnTo>
                <a:lnTo>
                  <a:pt x="275101" y="40408"/>
                </a:lnTo>
                <a:lnTo>
                  <a:pt x="249745" y="40408"/>
                </a:lnTo>
                <a:lnTo>
                  <a:pt x="249745" y="53402"/>
                </a:lnTo>
                <a:lnTo>
                  <a:pt x="275101" y="53402"/>
                </a:lnTo>
                <a:lnTo>
                  <a:pt x="275101" y="115681"/>
                </a:lnTo>
                <a:lnTo>
                  <a:pt x="289363" y="115681"/>
                </a:lnTo>
                <a:lnTo>
                  <a:pt x="289363" y="53402"/>
                </a:lnTo>
                <a:lnTo>
                  <a:pt x="325019" y="53402"/>
                </a:lnTo>
                <a:lnTo>
                  <a:pt x="325019" y="40408"/>
                </a:lnTo>
                <a:lnTo>
                  <a:pt x="289363" y="40408"/>
                </a:lnTo>
                <a:close/>
                <a:moveTo>
                  <a:pt x="642273" y="115681"/>
                </a:moveTo>
                <a:lnTo>
                  <a:pt x="642273" y="60216"/>
                </a:lnTo>
                <a:lnTo>
                  <a:pt x="642282" y="59379"/>
                </a:lnTo>
                <a:lnTo>
                  <a:pt x="642309" y="58558"/>
                </a:lnTo>
                <a:lnTo>
                  <a:pt x="642353" y="57753"/>
                </a:lnTo>
                <a:lnTo>
                  <a:pt x="642416" y="56964"/>
                </a:lnTo>
                <a:lnTo>
                  <a:pt x="642496" y="56190"/>
                </a:lnTo>
                <a:lnTo>
                  <a:pt x="642595" y="55433"/>
                </a:lnTo>
                <a:lnTo>
                  <a:pt x="642711" y="54692"/>
                </a:lnTo>
                <a:lnTo>
                  <a:pt x="642845" y="53966"/>
                </a:lnTo>
                <a:lnTo>
                  <a:pt x="642997" y="53257"/>
                </a:lnTo>
                <a:lnTo>
                  <a:pt x="643167" y="52563"/>
                </a:lnTo>
                <a:lnTo>
                  <a:pt x="643354" y="51886"/>
                </a:lnTo>
                <a:lnTo>
                  <a:pt x="643560" y="51224"/>
                </a:lnTo>
                <a:lnTo>
                  <a:pt x="643783" y="50579"/>
                </a:lnTo>
                <a:lnTo>
                  <a:pt x="644025" y="49949"/>
                </a:lnTo>
                <a:lnTo>
                  <a:pt x="644284" y="49335"/>
                </a:lnTo>
                <a:lnTo>
                  <a:pt x="644561" y="48738"/>
                </a:lnTo>
                <a:lnTo>
                  <a:pt x="644856" y="48156"/>
                </a:lnTo>
                <a:lnTo>
                  <a:pt x="645169" y="47590"/>
                </a:lnTo>
                <a:lnTo>
                  <a:pt x="645499" y="47040"/>
                </a:lnTo>
                <a:lnTo>
                  <a:pt x="645848" y="46506"/>
                </a:lnTo>
                <a:lnTo>
                  <a:pt x="646214" y="45988"/>
                </a:lnTo>
                <a:lnTo>
                  <a:pt x="646599" y="45486"/>
                </a:lnTo>
                <a:lnTo>
                  <a:pt x="647001" y="45001"/>
                </a:lnTo>
                <a:lnTo>
                  <a:pt x="647421" y="44530"/>
                </a:lnTo>
                <a:lnTo>
                  <a:pt x="647857" y="44078"/>
                </a:lnTo>
                <a:lnTo>
                  <a:pt x="648305" y="43645"/>
                </a:lnTo>
                <a:lnTo>
                  <a:pt x="648767" y="43230"/>
                </a:lnTo>
                <a:lnTo>
                  <a:pt x="649241" y="42836"/>
                </a:lnTo>
                <a:lnTo>
                  <a:pt x="649729" y="42460"/>
                </a:lnTo>
                <a:lnTo>
                  <a:pt x="650229" y="42104"/>
                </a:lnTo>
                <a:lnTo>
                  <a:pt x="650742" y="41767"/>
                </a:lnTo>
                <a:lnTo>
                  <a:pt x="651268" y="41449"/>
                </a:lnTo>
                <a:lnTo>
                  <a:pt x="651807" y="41150"/>
                </a:lnTo>
                <a:lnTo>
                  <a:pt x="652359" y="40871"/>
                </a:lnTo>
                <a:lnTo>
                  <a:pt x="652924" y="40611"/>
                </a:lnTo>
                <a:lnTo>
                  <a:pt x="653502" y="40370"/>
                </a:lnTo>
                <a:lnTo>
                  <a:pt x="654093" y="40149"/>
                </a:lnTo>
                <a:lnTo>
                  <a:pt x="654697" y="39947"/>
                </a:lnTo>
                <a:lnTo>
                  <a:pt x="655314" y="39764"/>
                </a:lnTo>
                <a:lnTo>
                  <a:pt x="655943" y="39600"/>
                </a:lnTo>
                <a:lnTo>
                  <a:pt x="656586" y="39455"/>
                </a:lnTo>
                <a:lnTo>
                  <a:pt x="657241" y="39330"/>
                </a:lnTo>
                <a:lnTo>
                  <a:pt x="657910" y="39224"/>
                </a:lnTo>
                <a:lnTo>
                  <a:pt x="658591" y="39138"/>
                </a:lnTo>
                <a:lnTo>
                  <a:pt x="659285" y="39070"/>
                </a:lnTo>
                <a:lnTo>
                  <a:pt x="659992" y="39022"/>
                </a:lnTo>
                <a:lnTo>
                  <a:pt x="660712" y="38993"/>
                </a:lnTo>
                <a:lnTo>
                  <a:pt x="661446" y="38984"/>
                </a:lnTo>
                <a:lnTo>
                  <a:pt x="662152" y="38993"/>
                </a:lnTo>
                <a:lnTo>
                  <a:pt x="662847" y="39020"/>
                </a:lnTo>
                <a:lnTo>
                  <a:pt x="663529" y="39066"/>
                </a:lnTo>
                <a:lnTo>
                  <a:pt x="664199" y="39131"/>
                </a:lnTo>
                <a:lnTo>
                  <a:pt x="664856" y="39214"/>
                </a:lnTo>
                <a:lnTo>
                  <a:pt x="665501" y="39315"/>
                </a:lnTo>
                <a:lnTo>
                  <a:pt x="666134" y="39435"/>
                </a:lnTo>
                <a:lnTo>
                  <a:pt x="666754" y="39573"/>
                </a:lnTo>
                <a:lnTo>
                  <a:pt x="667362" y="39730"/>
                </a:lnTo>
                <a:lnTo>
                  <a:pt x="667958" y="39905"/>
                </a:lnTo>
                <a:lnTo>
                  <a:pt x="668541" y="40098"/>
                </a:lnTo>
                <a:lnTo>
                  <a:pt x="669111" y="40310"/>
                </a:lnTo>
                <a:lnTo>
                  <a:pt x="669670" y="40541"/>
                </a:lnTo>
                <a:lnTo>
                  <a:pt x="670216" y="40790"/>
                </a:lnTo>
                <a:lnTo>
                  <a:pt x="670749" y="41057"/>
                </a:lnTo>
                <a:lnTo>
                  <a:pt x="671270" y="41342"/>
                </a:lnTo>
                <a:lnTo>
                  <a:pt x="671779" y="41647"/>
                </a:lnTo>
                <a:lnTo>
                  <a:pt x="672275" y="41969"/>
                </a:lnTo>
                <a:lnTo>
                  <a:pt x="672759" y="42310"/>
                </a:lnTo>
                <a:lnTo>
                  <a:pt x="673231" y="42669"/>
                </a:lnTo>
                <a:lnTo>
                  <a:pt x="673690" y="43047"/>
                </a:lnTo>
                <a:lnTo>
                  <a:pt x="674137" y="43443"/>
                </a:lnTo>
                <a:lnTo>
                  <a:pt x="674572" y="43858"/>
                </a:lnTo>
                <a:lnTo>
                  <a:pt x="674994" y="44291"/>
                </a:lnTo>
                <a:lnTo>
                  <a:pt x="675401" y="44741"/>
                </a:lnTo>
                <a:lnTo>
                  <a:pt x="675791" y="45207"/>
                </a:lnTo>
                <a:lnTo>
                  <a:pt x="676164" y="45689"/>
                </a:lnTo>
                <a:lnTo>
                  <a:pt x="676519" y="46186"/>
                </a:lnTo>
                <a:lnTo>
                  <a:pt x="676858" y="46699"/>
                </a:lnTo>
                <a:lnTo>
                  <a:pt x="677178" y="47227"/>
                </a:lnTo>
                <a:lnTo>
                  <a:pt x="677482" y="47772"/>
                </a:lnTo>
                <a:lnTo>
                  <a:pt x="677768" y="48332"/>
                </a:lnTo>
                <a:lnTo>
                  <a:pt x="678037" y="48907"/>
                </a:lnTo>
                <a:lnTo>
                  <a:pt x="678288" y="49499"/>
                </a:lnTo>
                <a:lnTo>
                  <a:pt x="678522" y="50106"/>
                </a:lnTo>
                <a:lnTo>
                  <a:pt x="678739" y="50729"/>
                </a:lnTo>
                <a:lnTo>
                  <a:pt x="678938" y="51367"/>
                </a:lnTo>
                <a:lnTo>
                  <a:pt x="679120" y="52021"/>
                </a:lnTo>
                <a:lnTo>
                  <a:pt x="679285" y="52691"/>
                </a:lnTo>
                <a:lnTo>
                  <a:pt x="679432" y="53376"/>
                </a:lnTo>
                <a:lnTo>
                  <a:pt x="679562" y="54078"/>
                </a:lnTo>
                <a:lnTo>
                  <a:pt x="679675" y="54795"/>
                </a:lnTo>
                <a:lnTo>
                  <a:pt x="679770" y="55527"/>
                </a:lnTo>
                <a:lnTo>
                  <a:pt x="679848" y="56275"/>
                </a:lnTo>
                <a:lnTo>
                  <a:pt x="679909" y="57039"/>
                </a:lnTo>
                <a:lnTo>
                  <a:pt x="679952" y="57819"/>
                </a:lnTo>
                <a:lnTo>
                  <a:pt x="679978" y="58615"/>
                </a:lnTo>
                <a:lnTo>
                  <a:pt x="679987" y="59426"/>
                </a:lnTo>
                <a:lnTo>
                  <a:pt x="679987" y="115681"/>
                </a:lnTo>
                <a:lnTo>
                  <a:pt x="694249" y="115681"/>
                </a:lnTo>
                <a:lnTo>
                  <a:pt x="694249" y="57049"/>
                </a:lnTo>
                <a:lnTo>
                  <a:pt x="694235" y="55897"/>
                </a:lnTo>
                <a:lnTo>
                  <a:pt x="694195" y="54765"/>
                </a:lnTo>
                <a:lnTo>
                  <a:pt x="694127" y="53654"/>
                </a:lnTo>
                <a:lnTo>
                  <a:pt x="694033" y="52563"/>
                </a:lnTo>
                <a:lnTo>
                  <a:pt x="693912" y="51493"/>
                </a:lnTo>
                <a:lnTo>
                  <a:pt x="693763" y="50443"/>
                </a:lnTo>
                <a:lnTo>
                  <a:pt x="693588" y="49413"/>
                </a:lnTo>
                <a:lnTo>
                  <a:pt x="693386" y="48404"/>
                </a:lnTo>
                <a:lnTo>
                  <a:pt x="693157" y="47415"/>
                </a:lnTo>
                <a:lnTo>
                  <a:pt x="692901" y="46446"/>
                </a:lnTo>
                <a:lnTo>
                  <a:pt x="692618" y="45498"/>
                </a:lnTo>
                <a:lnTo>
                  <a:pt x="692307" y="44570"/>
                </a:lnTo>
                <a:lnTo>
                  <a:pt x="691970" y="43662"/>
                </a:lnTo>
                <a:lnTo>
                  <a:pt x="691607" y="42775"/>
                </a:lnTo>
                <a:lnTo>
                  <a:pt x="691216" y="41908"/>
                </a:lnTo>
                <a:lnTo>
                  <a:pt x="690798" y="41062"/>
                </a:lnTo>
                <a:lnTo>
                  <a:pt x="690353" y="40236"/>
                </a:lnTo>
                <a:lnTo>
                  <a:pt x="689881" y="39430"/>
                </a:lnTo>
                <a:lnTo>
                  <a:pt x="689382" y="38644"/>
                </a:lnTo>
                <a:lnTo>
                  <a:pt x="688857" y="37879"/>
                </a:lnTo>
                <a:lnTo>
                  <a:pt x="688304" y="37135"/>
                </a:lnTo>
                <a:lnTo>
                  <a:pt x="687724" y="36410"/>
                </a:lnTo>
                <a:lnTo>
                  <a:pt x="687118" y="35706"/>
                </a:lnTo>
                <a:lnTo>
                  <a:pt x="686484" y="35023"/>
                </a:lnTo>
                <a:lnTo>
                  <a:pt x="685828" y="34363"/>
                </a:lnTo>
                <a:lnTo>
                  <a:pt x="685153" y="33732"/>
                </a:lnTo>
                <a:lnTo>
                  <a:pt x="684459" y="33128"/>
                </a:lnTo>
                <a:lnTo>
                  <a:pt x="683746" y="32553"/>
                </a:lnTo>
                <a:lnTo>
                  <a:pt x="683015" y="32006"/>
                </a:lnTo>
                <a:lnTo>
                  <a:pt x="682265" y="31486"/>
                </a:lnTo>
                <a:lnTo>
                  <a:pt x="681497" y="30995"/>
                </a:lnTo>
                <a:lnTo>
                  <a:pt x="680709" y="30532"/>
                </a:lnTo>
                <a:lnTo>
                  <a:pt x="679903" y="30097"/>
                </a:lnTo>
                <a:lnTo>
                  <a:pt x="679078" y="29690"/>
                </a:lnTo>
                <a:lnTo>
                  <a:pt x="678235" y="29311"/>
                </a:lnTo>
                <a:lnTo>
                  <a:pt x="677373" y="28960"/>
                </a:lnTo>
                <a:lnTo>
                  <a:pt x="676492" y="28637"/>
                </a:lnTo>
                <a:lnTo>
                  <a:pt x="675592" y="28343"/>
                </a:lnTo>
                <a:lnTo>
                  <a:pt x="674673" y="28076"/>
                </a:lnTo>
                <a:lnTo>
                  <a:pt x="673736" y="27837"/>
                </a:lnTo>
                <a:lnTo>
                  <a:pt x="672781" y="27627"/>
                </a:lnTo>
                <a:lnTo>
                  <a:pt x="671806" y="27445"/>
                </a:lnTo>
                <a:lnTo>
                  <a:pt x="670813" y="27290"/>
                </a:lnTo>
                <a:lnTo>
                  <a:pt x="669801" y="27164"/>
                </a:lnTo>
                <a:lnTo>
                  <a:pt x="668770" y="27066"/>
                </a:lnTo>
                <a:lnTo>
                  <a:pt x="667721" y="26995"/>
                </a:lnTo>
                <a:lnTo>
                  <a:pt x="666653" y="26953"/>
                </a:lnTo>
                <a:lnTo>
                  <a:pt x="665566" y="26939"/>
                </a:lnTo>
                <a:lnTo>
                  <a:pt x="664663" y="26949"/>
                </a:lnTo>
                <a:lnTo>
                  <a:pt x="663776" y="26978"/>
                </a:lnTo>
                <a:lnTo>
                  <a:pt x="662907" y="27027"/>
                </a:lnTo>
                <a:lnTo>
                  <a:pt x="662053" y="27096"/>
                </a:lnTo>
                <a:lnTo>
                  <a:pt x="661216" y="27184"/>
                </a:lnTo>
                <a:lnTo>
                  <a:pt x="660396" y="27291"/>
                </a:lnTo>
                <a:lnTo>
                  <a:pt x="659592" y="27418"/>
                </a:lnTo>
                <a:lnTo>
                  <a:pt x="658805" y="27564"/>
                </a:lnTo>
                <a:lnTo>
                  <a:pt x="658034" y="27731"/>
                </a:lnTo>
                <a:lnTo>
                  <a:pt x="657279" y="27916"/>
                </a:lnTo>
                <a:lnTo>
                  <a:pt x="656541" y="28121"/>
                </a:lnTo>
                <a:lnTo>
                  <a:pt x="655820" y="28346"/>
                </a:lnTo>
                <a:lnTo>
                  <a:pt x="655115" y="28590"/>
                </a:lnTo>
                <a:lnTo>
                  <a:pt x="654427" y="28854"/>
                </a:lnTo>
                <a:lnTo>
                  <a:pt x="653755" y="29137"/>
                </a:lnTo>
                <a:lnTo>
                  <a:pt x="653100" y="29440"/>
                </a:lnTo>
                <a:lnTo>
                  <a:pt x="652461" y="29762"/>
                </a:lnTo>
                <a:lnTo>
                  <a:pt x="651838" y="30104"/>
                </a:lnTo>
                <a:lnTo>
                  <a:pt x="651233" y="30466"/>
                </a:lnTo>
                <a:lnTo>
                  <a:pt x="650643" y="30847"/>
                </a:lnTo>
                <a:lnTo>
                  <a:pt x="650070" y="31247"/>
                </a:lnTo>
                <a:lnTo>
                  <a:pt x="649514" y="31667"/>
                </a:lnTo>
                <a:lnTo>
                  <a:pt x="648974" y="32107"/>
                </a:lnTo>
                <a:lnTo>
                  <a:pt x="648451" y="32566"/>
                </a:lnTo>
                <a:lnTo>
                  <a:pt x="647947" y="33043"/>
                </a:lnTo>
                <a:lnTo>
                  <a:pt x="647464" y="33536"/>
                </a:lnTo>
                <a:lnTo>
                  <a:pt x="647003" y="34045"/>
                </a:lnTo>
                <a:lnTo>
                  <a:pt x="646563" y="34571"/>
                </a:lnTo>
                <a:lnTo>
                  <a:pt x="646145" y="35113"/>
                </a:lnTo>
                <a:lnTo>
                  <a:pt x="645748" y="35671"/>
                </a:lnTo>
                <a:lnTo>
                  <a:pt x="645373" y="36245"/>
                </a:lnTo>
                <a:lnTo>
                  <a:pt x="645019" y="36835"/>
                </a:lnTo>
                <a:lnTo>
                  <a:pt x="644686" y="37442"/>
                </a:lnTo>
                <a:lnTo>
                  <a:pt x="644375" y="38065"/>
                </a:lnTo>
                <a:lnTo>
                  <a:pt x="644086" y="38704"/>
                </a:lnTo>
                <a:lnTo>
                  <a:pt x="643817" y="39360"/>
                </a:lnTo>
                <a:lnTo>
                  <a:pt x="643571" y="40031"/>
                </a:lnTo>
                <a:lnTo>
                  <a:pt x="643346" y="40719"/>
                </a:lnTo>
                <a:lnTo>
                  <a:pt x="643142" y="41423"/>
                </a:lnTo>
                <a:lnTo>
                  <a:pt x="642959" y="42144"/>
                </a:lnTo>
                <a:lnTo>
                  <a:pt x="642799" y="42880"/>
                </a:lnTo>
                <a:lnTo>
                  <a:pt x="642659" y="43633"/>
                </a:lnTo>
                <a:lnTo>
                  <a:pt x="642541" y="44402"/>
                </a:lnTo>
                <a:lnTo>
                  <a:pt x="642448" y="45162"/>
                </a:lnTo>
                <a:lnTo>
                  <a:pt x="642273" y="45162"/>
                </a:lnTo>
                <a:lnTo>
                  <a:pt x="642273" y="28523"/>
                </a:lnTo>
                <a:lnTo>
                  <a:pt x="642273" y="0"/>
                </a:lnTo>
                <a:lnTo>
                  <a:pt x="628009" y="0"/>
                </a:lnTo>
                <a:lnTo>
                  <a:pt x="628009" y="115681"/>
                </a:lnTo>
                <a:lnTo>
                  <a:pt x="642273" y="115681"/>
                </a:lnTo>
                <a:close/>
                <a:moveTo>
                  <a:pt x="865031" y="40992"/>
                </a:moveTo>
                <a:lnTo>
                  <a:pt x="864789" y="40317"/>
                </a:lnTo>
                <a:lnTo>
                  <a:pt x="864523" y="39657"/>
                </a:lnTo>
                <a:lnTo>
                  <a:pt x="864234" y="39010"/>
                </a:lnTo>
                <a:lnTo>
                  <a:pt x="863922" y="38377"/>
                </a:lnTo>
                <a:lnTo>
                  <a:pt x="863587" y="37758"/>
                </a:lnTo>
                <a:lnTo>
                  <a:pt x="863229" y="37152"/>
                </a:lnTo>
                <a:lnTo>
                  <a:pt x="862847" y="36560"/>
                </a:lnTo>
                <a:lnTo>
                  <a:pt x="862443" y="35982"/>
                </a:lnTo>
                <a:lnTo>
                  <a:pt x="862015" y="35418"/>
                </a:lnTo>
                <a:lnTo>
                  <a:pt x="861564" y="34868"/>
                </a:lnTo>
                <a:lnTo>
                  <a:pt x="861090" y="34331"/>
                </a:lnTo>
                <a:lnTo>
                  <a:pt x="860594" y="33808"/>
                </a:lnTo>
                <a:lnTo>
                  <a:pt x="860073" y="33299"/>
                </a:lnTo>
                <a:lnTo>
                  <a:pt x="859530" y="32803"/>
                </a:lnTo>
                <a:lnTo>
                  <a:pt x="858969" y="32325"/>
                </a:lnTo>
                <a:lnTo>
                  <a:pt x="858393" y="31866"/>
                </a:lnTo>
                <a:lnTo>
                  <a:pt x="857802" y="31429"/>
                </a:lnTo>
                <a:lnTo>
                  <a:pt x="857198" y="31011"/>
                </a:lnTo>
                <a:lnTo>
                  <a:pt x="856579" y="30614"/>
                </a:lnTo>
                <a:lnTo>
                  <a:pt x="855946" y="30238"/>
                </a:lnTo>
                <a:lnTo>
                  <a:pt x="855298" y="29881"/>
                </a:lnTo>
                <a:lnTo>
                  <a:pt x="854636" y="29545"/>
                </a:lnTo>
                <a:lnTo>
                  <a:pt x="853960" y="29230"/>
                </a:lnTo>
                <a:lnTo>
                  <a:pt x="853270" y="28935"/>
                </a:lnTo>
                <a:lnTo>
                  <a:pt x="852565" y="28660"/>
                </a:lnTo>
                <a:lnTo>
                  <a:pt x="851846" y="28405"/>
                </a:lnTo>
                <a:lnTo>
                  <a:pt x="851112" y="28171"/>
                </a:lnTo>
                <a:lnTo>
                  <a:pt x="850365" y="27957"/>
                </a:lnTo>
                <a:lnTo>
                  <a:pt x="849603" y="27764"/>
                </a:lnTo>
                <a:lnTo>
                  <a:pt x="848826" y="27591"/>
                </a:lnTo>
                <a:lnTo>
                  <a:pt x="848036" y="27438"/>
                </a:lnTo>
                <a:lnTo>
                  <a:pt x="847231" y="27306"/>
                </a:lnTo>
                <a:lnTo>
                  <a:pt x="846412" y="27194"/>
                </a:lnTo>
                <a:lnTo>
                  <a:pt x="845578" y="27102"/>
                </a:lnTo>
                <a:lnTo>
                  <a:pt x="844730" y="27031"/>
                </a:lnTo>
                <a:lnTo>
                  <a:pt x="843868" y="26980"/>
                </a:lnTo>
                <a:lnTo>
                  <a:pt x="842992" y="26949"/>
                </a:lnTo>
                <a:lnTo>
                  <a:pt x="842101" y="26939"/>
                </a:lnTo>
                <a:lnTo>
                  <a:pt x="841014" y="26954"/>
                </a:lnTo>
                <a:lnTo>
                  <a:pt x="839946" y="27000"/>
                </a:lnTo>
                <a:lnTo>
                  <a:pt x="838897" y="27075"/>
                </a:lnTo>
                <a:lnTo>
                  <a:pt x="837866" y="27181"/>
                </a:lnTo>
                <a:lnTo>
                  <a:pt x="836854" y="27318"/>
                </a:lnTo>
                <a:lnTo>
                  <a:pt x="835861" y="27484"/>
                </a:lnTo>
                <a:lnTo>
                  <a:pt x="834886" y="27681"/>
                </a:lnTo>
                <a:lnTo>
                  <a:pt x="833931" y="27908"/>
                </a:lnTo>
                <a:lnTo>
                  <a:pt x="832993" y="28165"/>
                </a:lnTo>
                <a:lnTo>
                  <a:pt x="832075" y="28453"/>
                </a:lnTo>
                <a:lnTo>
                  <a:pt x="831175" y="28770"/>
                </a:lnTo>
                <a:lnTo>
                  <a:pt x="830294" y="29119"/>
                </a:lnTo>
                <a:lnTo>
                  <a:pt x="829432" y="29497"/>
                </a:lnTo>
                <a:lnTo>
                  <a:pt x="828589" y="29906"/>
                </a:lnTo>
                <a:lnTo>
                  <a:pt x="827764" y="30344"/>
                </a:lnTo>
                <a:lnTo>
                  <a:pt x="826958" y="30814"/>
                </a:lnTo>
                <a:lnTo>
                  <a:pt x="826170" y="31313"/>
                </a:lnTo>
                <a:lnTo>
                  <a:pt x="825402" y="31843"/>
                </a:lnTo>
                <a:lnTo>
                  <a:pt x="824652" y="32403"/>
                </a:lnTo>
                <a:lnTo>
                  <a:pt x="823921" y="32993"/>
                </a:lnTo>
                <a:lnTo>
                  <a:pt x="823208" y="33613"/>
                </a:lnTo>
                <a:lnTo>
                  <a:pt x="822514" y="34264"/>
                </a:lnTo>
                <a:lnTo>
                  <a:pt x="821839" y="34945"/>
                </a:lnTo>
                <a:lnTo>
                  <a:pt x="821183" y="35656"/>
                </a:lnTo>
                <a:lnTo>
                  <a:pt x="820549" y="36394"/>
                </a:lnTo>
                <a:lnTo>
                  <a:pt x="819943" y="37153"/>
                </a:lnTo>
                <a:lnTo>
                  <a:pt x="819363" y="37934"/>
                </a:lnTo>
                <a:lnTo>
                  <a:pt x="818810" y="38737"/>
                </a:lnTo>
                <a:lnTo>
                  <a:pt x="818285" y="39563"/>
                </a:lnTo>
                <a:lnTo>
                  <a:pt x="817786" y="40410"/>
                </a:lnTo>
                <a:lnTo>
                  <a:pt x="817314" y="41279"/>
                </a:lnTo>
                <a:lnTo>
                  <a:pt x="816869" y="42170"/>
                </a:lnTo>
                <a:lnTo>
                  <a:pt x="816451" y="43084"/>
                </a:lnTo>
                <a:lnTo>
                  <a:pt x="816060" y="44019"/>
                </a:lnTo>
                <a:lnTo>
                  <a:pt x="815696" y="44977"/>
                </a:lnTo>
                <a:lnTo>
                  <a:pt x="815359" y="45956"/>
                </a:lnTo>
                <a:lnTo>
                  <a:pt x="815049" y="46957"/>
                </a:lnTo>
                <a:lnTo>
                  <a:pt x="814766" y="47981"/>
                </a:lnTo>
                <a:lnTo>
                  <a:pt x="814510" y="49026"/>
                </a:lnTo>
                <a:lnTo>
                  <a:pt x="814281" y="50094"/>
                </a:lnTo>
                <a:lnTo>
                  <a:pt x="814079" y="51183"/>
                </a:lnTo>
                <a:lnTo>
                  <a:pt x="813904" y="52294"/>
                </a:lnTo>
                <a:lnTo>
                  <a:pt x="813755" y="53428"/>
                </a:lnTo>
                <a:lnTo>
                  <a:pt x="813634" y="54583"/>
                </a:lnTo>
                <a:lnTo>
                  <a:pt x="813540" y="55761"/>
                </a:lnTo>
                <a:lnTo>
                  <a:pt x="813472" y="56960"/>
                </a:lnTo>
                <a:lnTo>
                  <a:pt x="813432" y="58182"/>
                </a:lnTo>
                <a:lnTo>
                  <a:pt x="813418" y="59426"/>
                </a:lnTo>
                <a:lnTo>
                  <a:pt x="813418" y="84938"/>
                </a:lnTo>
                <a:lnTo>
                  <a:pt x="813432" y="86169"/>
                </a:lnTo>
                <a:lnTo>
                  <a:pt x="813473" y="87378"/>
                </a:lnTo>
                <a:lnTo>
                  <a:pt x="813541" y="88565"/>
                </a:lnTo>
                <a:lnTo>
                  <a:pt x="813636" y="89732"/>
                </a:lnTo>
                <a:lnTo>
                  <a:pt x="813759" y="90876"/>
                </a:lnTo>
                <a:lnTo>
                  <a:pt x="813909" y="92000"/>
                </a:lnTo>
                <a:lnTo>
                  <a:pt x="814086" y="93101"/>
                </a:lnTo>
                <a:lnTo>
                  <a:pt x="814290" y="94182"/>
                </a:lnTo>
                <a:lnTo>
                  <a:pt x="814521" y="95241"/>
                </a:lnTo>
                <a:lnTo>
                  <a:pt x="814780" y="96278"/>
                </a:lnTo>
                <a:lnTo>
                  <a:pt x="815066" y="97294"/>
                </a:lnTo>
                <a:lnTo>
                  <a:pt x="815379" y="98289"/>
                </a:lnTo>
                <a:lnTo>
                  <a:pt x="815720" y="99262"/>
                </a:lnTo>
                <a:lnTo>
                  <a:pt x="816088" y="100214"/>
                </a:lnTo>
                <a:lnTo>
                  <a:pt x="816483" y="101144"/>
                </a:lnTo>
                <a:lnTo>
                  <a:pt x="816905" y="102053"/>
                </a:lnTo>
                <a:lnTo>
                  <a:pt x="817354" y="102940"/>
                </a:lnTo>
                <a:lnTo>
                  <a:pt x="817831" y="103806"/>
                </a:lnTo>
                <a:lnTo>
                  <a:pt x="818335" y="104650"/>
                </a:lnTo>
                <a:lnTo>
                  <a:pt x="818866" y="105473"/>
                </a:lnTo>
                <a:lnTo>
                  <a:pt x="819424" y="106275"/>
                </a:lnTo>
                <a:lnTo>
                  <a:pt x="820010" y="107055"/>
                </a:lnTo>
                <a:lnTo>
                  <a:pt x="820622" y="107813"/>
                </a:lnTo>
                <a:lnTo>
                  <a:pt x="821263" y="108550"/>
                </a:lnTo>
                <a:lnTo>
                  <a:pt x="821925" y="109261"/>
                </a:lnTo>
                <a:lnTo>
                  <a:pt x="822606" y="109942"/>
                </a:lnTo>
                <a:lnTo>
                  <a:pt x="823304" y="110593"/>
                </a:lnTo>
                <a:lnTo>
                  <a:pt x="824020" y="111213"/>
                </a:lnTo>
                <a:lnTo>
                  <a:pt x="824754" y="111803"/>
                </a:lnTo>
                <a:lnTo>
                  <a:pt x="825506" y="112363"/>
                </a:lnTo>
                <a:lnTo>
                  <a:pt x="826276" y="112892"/>
                </a:lnTo>
                <a:lnTo>
                  <a:pt x="827064" y="113392"/>
                </a:lnTo>
                <a:lnTo>
                  <a:pt x="827870" y="113861"/>
                </a:lnTo>
                <a:lnTo>
                  <a:pt x="828693" y="114300"/>
                </a:lnTo>
                <a:lnTo>
                  <a:pt x="829535" y="114708"/>
                </a:lnTo>
                <a:lnTo>
                  <a:pt x="830394" y="115086"/>
                </a:lnTo>
                <a:lnTo>
                  <a:pt x="831271" y="115434"/>
                </a:lnTo>
                <a:lnTo>
                  <a:pt x="832167" y="115752"/>
                </a:lnTo>
                <a:lnTo>
                  <a:pt x="833080" y="116039"/>
                </a:lnTo>
                <a:lnTo>
                  <a:pt x="834010" y="116297"/>
                </a:lnTo>
                <a:lnTo>
                  <a:pt x="834959" y="116524"/>
                </a:lnTo>
                <a:lnTo>
                  <a:pt x="835926" y="116720"/>
                </a:lnTo>
                <a:lnTo>
                  <a:pt x="836910" y="116887"/>
                </a:lnTo>
                <a:lnTo>
                  <a:pt x="837913" y="117023"/>
                </a:lnTo>
                <a:lnTo>
                  <a:pt x="838933" y="117129"/>
                </a:lnTo>
                <a:lnTo>
                  <a:pt x="839971" y="117204"/>
                </a:lnTo>
                <a:lnTo>
                  <a:pt x="841027" y="117250"/>
                </a:lnTo>
                <a:lnTo>
                  <a:pt x="842101" y="117265"/>
                </a:lnTo>
                <a:lnTo>
                  <a:pt x="842992" y="117255"/>
                </a:lnTo>
                <a:lnTo>
                  <a:pt x="843867" y="117225"/>
                </a:lnTo>
                <a:lnTo>
                  <a:pt x="844728" y="117175"/>
                </a:lnTo>
                <a:lnTo>
                  <a:pt x="845574" y="117104"/>
                </a:lnTo>
                <a:lnTo>
                  <a:pt x="846405" y="117014"/>
                </a:lnTo>
                <a:lnTo>
                  <a:pt x="847221" y="116903"/>
                </a:lnTo>
                <a:lnTo>
                  <a:pt x="848023" y="116773"/>
                </a:lnTo>
                <a:lnTo>
                  <a:pt x="848809" y="116622"/>
                </a:lnTo>
                <a:lnTo>
                  <a:pt x="849581" y="116452"/>
                </a:lnTo>
                <a:lnTo>
                  <a:pt x="850337" y="116261"/>
                </a:lnTo>
                <a:lnTo>
                  <a:pt x="851079" y="116050"/>
                </a:lnTo>
                <a:lnTo>
                  <a:pt x="851806" y="115819"/>
                </a:lnTo>
                <a:lnTo>
                  <a:pt x="852519" y="115568"/>
                </a:lnTo>
                <a:lnTo>
                  <a:pt x="853216" y="115297"/>
                </a:lnTo>
                <a:lnTo>
                  <a:pt x="853899" y="115006"/>
                </a:lnTo>
                <a:lnTo>
                  <a:pt x="854566" y="114694"/>
                </a:lnTo>
                <a:lnTo>
                  <a:pt x="855219" y="114363"/>
                </a:lnTo>
                <a:lnTo>
                  <a:pt x="855857" y="114011"/>
                </a:lnTo>
                <a:lnTo>
                  <a:pt x="856480" y="113640"/>
                </a:lnTo>
                <a:lnTo>
                  <a:pt x="857089" y="113248"/>
                </a:lnTo>
                <a:lnTo>
                  <a:pt x="857682" y="112837"/>
                </a:lnTo>
                <a:lnTo>
                  <a:pt x="858261" y="112405"/>
                </a:lnTo>
                <a:lnTo>
                  <a:pt x="858824" y="111953"/>
                </a:lnTo>
                <a:lnTo>
                  <a:pt x="859373" y="111481"/>
                </a:lnTo>
                <a:lnTo>
                  <a:pt x="859903" y="110992"/>
                </a:lnTo>
                <a:lnTo>
                  <a:pt x="860411" y="110488"/>
                </a:lnTo>
                <a:lnTo>
                  <a:pt x="860896" y="109969"/>
                </a:lnTo>
                <a:lnTo>
                  <a:pt x="861358" y="109436"/>
                </a:lnTo>
                <a:lnTo>
                  <a:pt x="861798" y="108889"/>
                </a:lnTo>
                <a:lnTo>
                  <a:pt x="862216" y="108327"/>
                </a:lnTo>
                <a:lnTo>
                  <a:pt x="862610" y="107750"/>
                </a:lnTo>
                <a:lnTo>
                  <a:pt x="862983" y="107158"/>
                </a:lnTo>
                <a:lnTo>
                  <a:pt x="863332" y="106552"/>
                </a:lnTo>
                <a:lnTo>
                  <a:pt x="863660" y="105932"/>
                </a:lnTo>
                <a:lnTo>
                  <a:pt x="863964" y="105297"/>
                </a:lnTo>
                <a:lnTo>
                  <a:pt x="864246" y="104647"/>
                </a:lnTo>
                <a:lnTo>
                  <a:pt x="864506" y="103983"/>
                </a:lnTo>
                <a:lnTo>
                  <a:pt x="864742" y="103304"/>
                </a:lnTo>
                <a:lnTo>
                  <a:pt x="864957" y="102610"/>
                </a:lnTo>
                <a:lnTo>
                  <a:pt x="865148" y="101902"/>
                </a:lnTo>
                <a:lnTo>
                  <a:pt x="865318" y="101180"/>
                </a:lnTo>
                <a:lnTo>
                  <a:pt x="865464" y="100443"/>
                </a:lnTo>
                <a:lnTo>
                  <a:pt x="865588" y="99691"/>
                </a:lnTo>
                <a:lnTo>
                  <a:pt x="865674" y="99043"/>
                </a:lnTo>
                <a:lnTo>
                  <a:pt x="865870" y="99043"/>
                </a:lnTo>
                <a:lnTo>
                  <a:pt x="865870" y="115681"/>
                </a:lnTo>
                <a:lnTo>
                  <a:pt x="880132" y="115681"/>
                </a:lnTo>
                <a:lnTo>
                  <a:pt x="880132" y="0"/>
                </a:lnTo>
                <a:lnTo>
                  <a:pt x="865870" y="0"/>
                </a:lnTo>
                <a:lnTo>
                  <a:pt x="865870" y="25353"/>
                </a:lnTo>
                <a:lnTo>
                  <a:pt x="866187" y="45162"/>
                </a:lnTo>
                <a:lnTo>
                  <a:pt x="865980" y="45162"/>
                </a:lnTo>
                <a:lnTo>
                  <a:pt x="865898" y="44570"/>
                </a:lnTo>
                <a:lnTo>
                  <a:pt x="865771" y="43827"/>
                </a:lnTo>
                <a:lnTo>
                  <a:pt x="865621" y="43097"/>
                </a:lnTo>
                <a:lnTo>
                  <a:pt x="865447" y="42382"/>
                </a:lnTo>
                <a:lnTo>
                  <a:pt x="865251" y="41680"/>
                </a:lnTo>
                <a:lnTo>
                  <a:pt x="865031" y="40992"/>
                </a:lnTo>
                <a:close/>
                <a:moveTo>
                  <a:pt x="842586" y="104609"/>
                </a:moveTo>
                <a:lnTo>
                  <a:pt x="841922" y="104502"/>
                </a:lnTo>
                <a:lnTo>
                  <a:pt x="841273" y="104378"/>
                </a:lnTo>
                <a:lnTo>
                  <a:pt x="840637" y="104238"/>
                </a:lnTo>
                <a:lnTo>
                  <a:pt x="840015" y="104081"/>
                </a:lnTo>
                <a:lnTo>
                  <a:pt x="839407" y="103908"/>
                </a:lnTo>
                <a:lnTo>
                  <a:pt x="838812" y="103718"/>
                </a:lnTo>
                <a:lnTo>
                  <a:pt x="838231" y="103512"/>
                </a:lnTo>
                <a:lnTo>
                  <a:pt x="837664" y="103289"/>
                </a:lnTo>
                <a:lnTo>
                  <a:pt x="837111" y="103049"/>
                </a:lnTo>
                <a:lnTo>
                  <a:pt x="836571" y="102794"/>
                </a:lnTo>
                <a:lnTo>
                  <a:pt x="836046" y="102521"/>
                </a:lnTo>
                <a:lnTo>
                  <a:pt x="835534" y="102232"/>
                </a:lnTo>
                <a:lnTo>
                  <a:pt x="835035" y="101927"/>
                </a:lnTo>
                <a:lnTo>
                  <a:pt x="834551" y="101605"/>
                </a:lnTo>
                <a:lnTo>
                  <a:pt x="834080" y="101267"/>
                </a:lnTo>
                <a:lnTo>
                  <a:pt x="833623" y="100912"/>
                </a:lnTo>
                <a:lnTo>
                  <a:pt x="833180" y="100540"/>
                </a:lnTo>
                <a:lnTo>
                  <a:pt x="832751" y="100152"/>
                </a:lnTo>
                <a:lnTo>
                  <a:pt x="832337" y="99746"/>
                </a:lnTo>
                <a:lnTo>
                  <a:pt x="831941" y="99319"/>
                </a:lnTo>
                <a:lnTo>
                  <a:pt x="831562" y="98872"/>
                </a:lnTo>
                <a:lnTo>
                  <a:pt x="831201" y="98404"/>
                </a:lnTo>
                <a:lnTo>
                  <a:pt x="830858" y="97916"/>
                </a:lnTo>
                <a:lnTo>
                  <a:pt x="830532" y="97408"/>
                </a:lnTo>
                <a:lnTo>
                  <a:pt x="830224" y="96879"/>
                </a:lnTo>
                <a:lnTo>
                  <a:pt x="829934" y="96330"/>
                </a:lnTo>
                <a:lnTo>
                  <a:pt x="829661" y="95761"/>
                </a:lnTo>
                <a:lnTo>
                  <a:pt x="829405" y="95171"/>
                </a:lnTo>
                <a:lnTo>
                  <a:pt x="829168" y="94561"/>
                </a:lnTo>
                <a:lnTo>
                  <a:pt x="828948" y="93931"/>
                </a:lnTo>
                <a:lnTo>
                  <a:pt x="828745" y="93280"/>
                </a:lnTo>
                <a:lnTo>
                  <a:pt x="828560" y="92609"/>
                </a:lnTo>
                <a:lnTo>
                  <a:pt x="828393" y="91918"/>
                </a:lnTo>
                <a:lnTo>
                  <a:pt x="828243" y="91206"/>
                </a:lnTo>
                <a:lnTo>
                  <a:pt x="828111" y="90474"/>
                </a:lnTo>
                <a:lnTo>
                  <a:pt x="827997" y="89721"/>
                </a:lnTo>
                <a:lnTo>
                  <a:pt x="827900" y="88948"/>
                </a:lnTo>
                <a:lnTo>
                  <a:pt x="827821" y="88155"/>
                </a:lnTo>
                <a:lnTo>
                  <a:pt x="827759" y="87341"/>
                </a:lnTo>
                <a:lnTo>
                  <a:pt x="827715" y="86508"/>
                </a:lnTo>
                <a:lnTo>
                  <a:pt x="827689" y="85653"/>
                </a:lnTo>
                <a:lnTo>
                  <a:pt x="827680" y="84779"/>
                </a:lnTo>
                <a:lnTo>
                  <a:pt x="827680" y="59426"/>
                </a:lnTo>
                <a:lnTo>
                  <a:pt x="827689" y="58538"/>
                </a:lnTo>
                <a:lnTo>
                  <a:pt x="827715" y="57672"/>
                </a:lnTo>
                <a:lnTo>
                  <a:pt x="827759" y="56827"/>
                </a:lnTo>
                <a:lnTo>
                  <a:pt x="827821" y="56003"/>
                </a:lnTo>
                <a:lnTo>
                  <a:pt x="827900" y="55200"/>
                </a:lnTo>
                <a:lnTo>
                  <a:pt x="827997" y="54418"/>
                </a:lnTo>
                <a:lnTo>
                  <a:pt x="828111" y="53658"/>
                </a:lnTo>
                <a:lnTo>
                  <a:pt x="828243" y="52919"/>
                </a:lnTo>
                <a:lnTo>
                  <a:pt x="828393" y="52201"/>
                </a:lnTo>
                <a:lnTo>
                  <a:pt x="828560" y="51504"/>
                </a:lnTo>
                <a:lnTo>
                  <a:pt x="828745" y="50829"/>
                </a:lnTo>
                <a:lnTo>
                  <a:pt x="828948" y="50174"/>
                </a:lnTo>
                <a:lnTo>
                  <a:pt x="829168" y="49541"/>
                </a:lnTo>
                <a:lnTo>
                  <a:pt x="829405" y="48929"/>
                </a:lnTo>
                <a:lnTo>
                  <a:pt x="829661" y="48338"/>
                </a:lnTo>
                <a:lnTo>
                  <a:pt x="829934" y="47768"/>
                </a:lnTo>
                <a:lnTo>
                  <a:pt x="830224" y="47220"/>
                </a:lnTo>
                <a:lnTo>
                  <a:pt x="830532" y="46693"/>
                </a:lnTo>
                <a:lnTo>
                  <a:pt x="830858" y="46187"/>
                </a:lnTo>
                <a:lnTo>
                  <a:pt x="831201" y="45702"/>
                </a:lnTo>
                <a:lnTo>
                  <a:pt x="831562" y="45238"/>
                </a:lnTo>
                <a:lnTo>
                  <a:pt x="831941" y="44796"/>
                </a:lnTo>
                <a:lnTo>
                  <a:pt x="832337" y="44374"/>
                </a:lnTo>
                <a:lnTo>
                  <a:pt x="832751" y="43974"/>
                </a:lnTo>
                <a:lnTo>
                  <a:pt x="833180" y="43593"/>
                </a:lnTo>
                <a:lnTo>
                  <a:pt x="833623" y="43228"/>
                </a:lnTo>
                <a:lnTo>
                  <a:pt x="834080" y="42879"/>
                </a:lnTo>
                <a:lnTo>
                  <a:pt x="834551" y="42546"/>
                </a:lnTo>
                <a:lnTo>
                  <a:pt x="835035" y="42230"/>
                </a:lnTo>
                <a:lnTo>
                  <a:pt x="835534" y="41929"/>
                </a:lnTo>
                <a:lnTo>
                  <a:pt x="836046" y="41645"/>
                </a:lnTo>
                <a:lnTo>
                  <a:pt x="836571" y="41378"/>
                </a:lnTo>
                <a:lnTo>
                  <a:pt x="837111" y="41126"/>
                </a:lnTo>
                <a:lnTo>
                  <a:pt x="837664" y="40891"/>
                </a:lnTo>
                <a:lnTo>
                  <a:pt x="838231" y="40672"/>
                </a:lnTo>
                <a:lnTo>
                  <a:pt x="838812" y="40469"/>
                </a:lnTo>
                <a:lnTo>
                  <a:pt x="839407" y="40282"/>
                </a:lnTo>
                <a:lnTo>
                  <a:pt x="840015" y="40112"/>
                </a:lnTo>
                <a:lnTo>
                  <a:pt x="840637" y="39958"/>
                </a:lnTo>
                <a:lnTo>
                  <a:pt x="841273" y="39820"/>
                </a:lnTo>
                <a:lnTo>
                  <a:pt x="841922" y="39698"/>
                </a:lnTo>
                <a:lnTo>
                  <a:pt x="842586" y="39592"/>
                </a:lnTo>
                <a:lnTo>
                  <a:pt x="843263" y="39503"/>
                </a:lnTo>
                <a:lnTo>
                  <a:pt x="843954" y="39430"/>
                </a:lnTo>
                <a:lnTo>
                  <a:pt x="844658" y="39373"/>
                </a:lnTo>
                <a:lnTo>
                  <a:pt x="845377" y="39333"/>
                </a:lnTo>
                <a:lnTo>
                  <a:pt x="846109" y="39308"/>
                </a:lnTo>
                <a:lnTo>
                  <a:pt x="846855" y="39300"/>
                </a:lnTo>
                <a:lnTo>
                  <a:pt x="847588" y="39310"/>
                </a:lnTo>
                <a:lnTo>
                  <a:pt x="848308" y="39339"/>
                </a:lnTo>
                <a:lnTo>
                  <a:pt x="849014" y="39387"/>
                </a:lnTo>
                <a:lnTo>
                  <a:pt x="849707" y="39454"/>
                </a:lnTo>
                <a:lnTo>
                  <a:pt x="850387" y="39541"/>
                </a:lnTo>
                <a:lnTo>
                  <a:pt x="851054" y="39647"/>
                </a:lnTo>
                <a:lnTo>
                  <a:pt x="851708" y="39772"/>
                </a:lnTo>
                <a:lnTo>
                  <a:pt x="852348" y="39917"/>
                </a:lnTo>
                <a:lnTo>
                  <a:pt x="852976" y="40080"/>
                </a:lnTo>
                <a:lnTo>
                  <a:pt x="853590" y="40263"/>
                </a:lnTo>
                <a:lnTo>
                  <a:pt x="854191" y="40466"/>
                </a:lnTo>
                <a:lnTo>
                  <a:pt x="854778" y="40687"/>
                </a:lnTo>
                <a:lnTo>
                  <a:pt x="855353" y="40928"/>
                </a:lnTo>
                <a:lnTo>
                  <a:pt x="855914" y="41188"/>
                </a:lnTo>
                <a:lnTo>
                  <a:pt x="856462" y="41467"/>
                </a:lnTo>
                <a:lnTo>
                  <a:pt x="856997" y="41766"/>
                </a:lnTo>
                <a:lnTo>
                  <a:pt x="857518" y="42083"/>
                </a:lnTo>
                <a:lnTo>
                  <a:pt x="858027" y="42420"/>
                </a:lnTo>
                <a:lnTo>
                  <a:pt x="858522" y="42777"/>
                </a:lnTo>
                <a:lnTo>
                  <a:pt x="859004" y="43152"/>
                </a:lnTo>
                <a:lnTo>
                  <a:pt x="859473" y="43547"/>
                </a:lnTo>
                <a:lnTo>
                  <a:pt x="859928" y="43961"/>
                </a:lnTo>
                <a:lnTo>
                  <a:pt x="860371" y="44395"/>
                </a:lnTo>
                <a:lnTo>
                  <a:pt x="860800" y="44847"/>
                </a:lnTo>
                <a:lnTo>
                  <a:pt x="861214" y="45317"/>
                </a:lnTo>
                <a:lnTo>
                  <a:pt x="861610" y="45801"/>
                </a:lnTo>
                <a:lnTo>
                  <a:pt x="861988" y="46300"/>
                </a:lnTo>
                <a:lnTo>
                  <a:pt x="862349" y="46814"/>
                </a:lnTo>
                <a:lnTo>
                  <a:pt x="862692" y="47343"/>
                </a:lnTo>
                <a:lnTo>
                  <a:pt x="863018" y="47887"/>
                </a:lnTo>
                <a:lnTo>
                  <a:pt x="863326" y="48446"/>
                </a:lnTo>
                <a:lnTo>
                  <a:pt x="863617" y="49019"/>
                </a:lnTo>
                <a:lnTo>
                  <a:pt x="863890" y="49608"/>
                </a:lnTo>
                <a:lnTo>
                  <a:pt x="864145" y="50211"/>
                </a:lnTo>
                <a:lnTo>
                  <a:pt x="864383" y="50829"/>
                </a:lnTo>
                <a:lnTo>
                  <a:pt x="864603" y="51462"/>
                </a:lnTo>
                <a:lnTo>
                  <a:pt x="864805" y="52110"/>
                </a:lnTo>
                <a:lnTo>
                  <a:pt x="864990" y="52772"/>
                </a:lnTo>
                <a:lnTo>
                  <a:pt x="865157" y="53450"/>
                </a:lnTo>
                <a:lnTo>
                  <a:pt x="865307" y="54142"/>
                </a:lnTo>
                <a:lnTo>
                  <a:pt x="865439" y="54849"/>
                </a:lnTo>
                <a:lnTo>
                  <a:pt x="865553" y="55572"/>
                </a:lnTo>
                <a:lnTo>
                  <a:pt x="865650" y="56308"/>
                </a:lnTo>
                <a:lnTo>
                  <a:pt x="865730" y="57060"/>
                </a:lnTo>
                <a:lnTo>
                  <a:pt x="865791" y="57827"/>
                </a:lnTo>
                <a:lnTo>
                  <a:pt x="865835" y="58609"/>
                </a:lnTo>
                <a:lnTo>
                  <a:pt x="865862" y="59405"/>
                </a:lnTo>
                <a:lnTo>
                  <a:pt x="865870" y="60216"/>
                </a:lnTo>
                <a:lnTo>
                  <a:pt x="865870" y="83988"/>
                </a:lnTo>
                <a:lnTo>
                  <a:pt x="865862" y="84799"/>
                </a:lnTo>
                <a:lnTo>
                  <a:pt x="865835" y="85596"/>
                </a:lnTo>
                <a:lnTo>
                  <a:pt x="865791" y="86377"/>
                </a:lnTo>
                <a:lnTo>
                  <a:pt x="865730" y="87144"/>
                </a:lnTo>
                <a:lnTo>
                  <a:pt x="865650" y="87896"/>
                </a:lnTo>
                <a:lnTo>
                  <a:pt x="865553" y="88633"/>
                </a:lnTo>
                <a:lnTo>
                  <a:pt x="865439" y="89355"/>
                </a:lnTo>
                <a:lnTo>
                  <a:pt x="865307" y="90062"/>
                </a:lnTo>
                <a:lnTo>
                  <a:pt x="865157" y="90755"/>
                </a:lnTo>
                <a:lnTo>
                  <a:pt x="864990" y="91432"/>
                </a:lnTo>
                <a:lnTo>
                  <a:pt x="864805" y="92095"/>
                </a:lnTo>
                <a:lnTo>
                  <a:pt x="864603" y="92743"/>
                </a:lnTo>
                <a:lnTo>
                  <a:pt x="864383" y="93376"/>
                </a:lnTo>
                <a:lnTo>
                  <a:pt x="864145" y="93994"/>
                </a:lnTo>
                <a:lnTo>
                  <a:pt x="863890" y="94598"/>
                </a:lnTo>
                <a:lnTo>
                  <a:pt x="863617" y="95186"/>
                </a:lnTo>
                <a:lnTo>
                  <a:pt x="863326" y="95760"/>
                </a:lnTo>
                <a:lnTo>
                  <a:pt x="863018" y="96319"/>
                </a:lnTo>
                <a:lnTo>
                  <a:pt x="862692" y="96862"/>
                </a:lnTo>
                <a:lnTo>
                  <a:pt x="862349" y="97392"/>
                </a:lnTo>
                <a:lnTo>
                  <a:pt x="861988" y="97906"/>
                </a:lnTo>
                <a:lnTo>
                  <a:pt x="861610" y="98405"/>
                </a:lnTo>
                <a:lnTo>
                  <a:pt x="861214" y="98890"/>
                </a:lnTo>
                <a:lnTo>
                  <a:pt x="860800" y="99359"/>
                </a:lnTo>
                <a:lnTo>
                  <a:pt x="860371" y="99812"/>
                </a:lnTo>
                <a:lnTo>
                  <a:pt x="859928" y="100245"/>
                </a:lnTo>
                <a:lnTo>
                  <a:pt x="859473" y="100659"/>
                </a:lnTo>
                <a:lnTo>
                  <a:pt x="859004" y="101054"/>
                </a:lnTo>
                <a:lnTo>
                  <a:pt x="858522" y="101430"/>
                </a:lnTo>
                <a:lnTo>
                  <a:pt x="858027" y="101786"/>
                </a:lnTo>
                <a:lnTo>
                  <a:pt x="857518" y="102123"/>
                </a:lnTo>
                <a:lnTo>
                  <a:pt x="856997" y="102441"/>
                </a:lnTo>
                <a:lnTo>
                  <a:pt x="856462" y="102740"/>
                </a:lnTo>
                <a:lnTo>
                  <a:pt x="855914" y="103019"/>
                </a:lnTo>
                <a:lnTo>
                  <a:pt x="855353" y="103279"/>
                </a:lnTo>
                <a:lnTo>
                  <a:pt x="854778" y="103520"/>
                </a:lnTo>
                <a:lnTo>
                  <a:pt x="854191" y="103741"/>
                </a:lnTo>
                <a:lnTo>
                  <a:pt x="853590" y="103943"/>
                </a:lnTo>
                <a:lnTo>
                  <a:pt x="852976" y="104126"/>
                </a:lnTo>
                <a:lnTo>
                  <a:pt x="852348" y="104290"/>
                </a:lnTo>
                <a:lnTo>
                  <a:pt x="851708" y="104434"/>
                </a:lnTo>
                <a:lnTo>
                  <a:pt x="851054" y="104560"/>
                </a:lnTo>
                <a:lnTo>
                  <a:pt x="850387" y="104666"/>
                </a:lnTo>
                <a:lnTo>
                  <a:pt x="849707" y="104752"/>
                </a:lnTo>
                <a:lnTo>
                  <a:pt x="849014" y="104820"/>
                </a:lnTo>
                <a:lnTo>
                  <a:pt x="848308" y="104868"/>
                </a:lnTo>
                <a:lnTo>
                  <a:pt x="847588" y="104897"/>
                </a:lnTo>
                <a:lnTo>
                  <a:pt x="846855" y="104906"/>
                </a:lnTo>
                <a:lnTo>
                  <a:pt x="846109" y="104898"/>
                </a:lnTo>
                <a:lnTo>
                  <a:pt x="845377" y="104873"/>
                </a:lnTo>
                <a:lnTo>
                  <a:pt x="844658" y="104832"/>
                </a:lnTo>
                <a:lnTo>
                  <a:pt x="843954" y="104774"/>
                </a:lnTo>
                <a:lnTo>
                  <a:pt x="843263" y="104700"/>
                </a:lnTo>
                <a:lnTo>
                  <a:pt x="842586" y="104609"/>
                </a:lnTo>
                <a:close/>
                <a:moveTo>
                  <a:pt x="482785" y="102667"/>
                </a:moveTo>
                <a:lnTo>
                  <a:pt x="482443" y="102643"/>
                </a:lnTo>
                <a:lnTo>
                  <a:pt x="482107" y="102610"/>
                </a:lnTo>
                <a:lnTo>
                  <a:pt x="481776" y="102566"/>
                </a:lnTo>
                <a:lnTo>
                  <a:pt x="481452" y="102513"/>
                </a:lnTo>
                <a:lnTo>
                  <a:pt x="481133" y="102451"/>
                </a:lnTo>
                <a:lnTo>
                  <a:pt x="480819" y="102378"/>
                </a:lnTo>
                <a:lnTo>
                  <a:pt x="480512" y="102297"/>
                </a:lnTo>
                <a:lnTo>
                  <a:pt x="480210" y="102205"/>
                </a:lnTo>
                <a:lnTo>
                  <a:pt x="479914" y="102104"/>
                </a:lnTo>
                <a:lnTo>
                  <a:pt x="479624" y="101993"/>
                </a:lnTo>
                <a:lnTo>
                  <a:pt x="479340" y="101873"/>
                </a:lnTo>
                <a:lnTo>
                  <a:pt x="479061" y="101743"/>
                </a:lnTo>
                <a:lnTo>
                  <a:pt x="478789" y="101603"/>
                </a:lnTo>
                <a:lnTo>
                  <a:pt x="478521" y="101454"/>
                </a:lnTo>
                <a:lnTo>
                  <a:pt x="478260" y="101295"/>
                </a:lnTo>
                <a:lnTo>
                  <a:pt x="478005" y="101127"/>
                </a:lnTo>
                <a:lnTo>
                  <a:pt x="477755" y="100948"/>
                </a:lnTo>
                <a:lnTo>
                  <a:pt x="477511" y="100761"/>
                </a:lnTo>
                <a:lnTo>
                  <a:pt x="477273" y="100563"/>
                </a:lnTo>
                <a:lnTo>
                  <a:pt x="477040" y="100356"/>
                </a:lnTo>
                <a:lnTo>
                  <a:pt x="476814" y="100139"/>
                </a:lnTo>
                <a:lnTo>
                  <a:pt x="476593" y="99913"/>
                </a:lnTo>
                <a:lnTo>
                  <a:pt x="476379" y="99679"/>
                </a:lnTo>
                <a:lnTo>
                  <a:pt x="476175" y="99439"/>
                </a:lnTo>
                <a:lnTo>
                  <a:pt x="475980" y="99194"/>
                </a:lnTo>
                <a:lnTo>
                  <a:pt x="475794" y="98942"/>
                </a:lnTo>
                <a:lnTo>
                  <a:pt x="475617" y="98685"/>
                </a:lnTo>
                <a:lnTo>
                  <a:pt x="475449" y="98422"/>
                </a:lnTo>
                <a:lnTo>
                  <a:pt x="475290" y="98154"/>
                </a:lnTo>
                <a:lnTo>
                  <a:pt x="475141" y="97879"/>
                </a:lnTo>
                <a:lnTo>
                  <a:pt x="475000" y="97599"/>
                </a:lnTo>
                <a:lnTo>
                  <a:pt x="474868" y="97313"/>
                </a:lnTo>
                <a:lnTo>
                  <a:pt x="474746" y="97021"/>
                </a:lnTo>
                <a:lnTo>
                  <a:pt x="474632" y="96724"/>
                </a:lnTo>
                <a:lnTo>
                  <a:pt x="474528" y="96420"/>
                </a:lnTo>
                <a:lnTo>
                  <a:pt x="474433" y="96111"/>
                </a:lnTo>
                <a:lnTo>
                  <a:pt x="474346" y="95796"/>
                </a:lnTo>
                <a:lnTo>
                  <a:pt x="474269" y="95476"/>
                </a:lnTo>
                <a:lnTo>
                  <a:pt x="474201" y="95149"/>
                </a:lnTo>
                <a:lnTo>
                  <a:pt x="474142" y="94817"/>
                </a:lnTo>
                <a:lnTo>
                  <a:pt x="474092" y="94479"/>
                </a:lnTo>
                <a:lnTo>
                  <a:pt x="474051" y="94135"/>
                </a:lnTo>
                <a:lnTo>
                  <a:pt x="474020" y="93786"/>
                </a:lnTo>
                <a:lnTo>
                  <a:pt x="473997" y="93430"/>
                </a:lnTo>
                <a:lnTo>
                  <a:pt x="473983" y="93069"/>
                </a:lnTo>
                <a:lnTo>
                  <a:pt x="473979" y="92703"/>
                </a:lnTo>
                <a:lnTo>
                  <a:pt x="473979" y="41518"/>
                </a:lnTo>
                <a:lnTo>
                  <a:pt x="509635" y="41518"/>
                </a:lnTo>
                <a:lnTo>
                  <a:pt x="509635" y="28523"/>
                </a:lnTo>
                <a:lnTo>
                  <a:pt x="473979" y="28523"/>
                </a:lnTo>
                <a:lnTo>
                  <a:pt x="473979" y="3961"/>
                </a:lnTo>
                <a:lnTo>
                  <a:pt x="459717" y="3961"/>
                </a:lnTo>
                <a:lnTo>
                  <a:pt x="459717" y="28523"/>
                </a:lnTo>
                <a:lnTo>
                  <a:pt x="434679" y="28523"/>
                </a:lnTo>
                <a:lnTo>
                  <a:pt x="434679" y="41518"/>
                </a:lnTo>
                <a:lnTo>
                  <a:pt x="459717" y="41518"/>
                </a:lnTo>
                <a:lnTo>
                  <a:pt x="459717" y="92703"/>
                </a:lnTo>
                <a:lnTo>
                  <a:pt x="459729" y="93567"/>
                </a:lnTo>
                <a:lnTo>
                  <a:pt x="459762" y="94417"/>
                </a:lnTo>
                <a:lnTo>
                  <a:pt x="459819" y="95252"/>
                </a:lnTo>
                <a:lnTo>
                  <a:pt x="459898" y="96073"/>
                </a:lnTo>
                <a:lnTo>
                  <a:pt x="459999" y="96879"/>
                </a:lnTo>
                <a:lnTo>
                  <a:pt x="460123" y="97670"/>
                </a:lnTo>
                <a:lnTo>
                  <a:pt x="460270" y="98447"/>
                </a:lnTo>
                <a:lnTo>
                  <a:pt x="460439" y="99209"/>
                </a:lnTo>
                <a:lnTo>
                  <a:pt x="460631" y="99957"/>
                </a:lnTo>
                <a:lnTo>
                  <a:pt x="460845" y="100690"/>
                </a:lnTo>
                <a:lnTo>
                  <a:pt x="461082" y="101409"/>
                </a:lnTo>
                <a:lnTo>
                  <a:pt x="461342" y="102113"/>
                </a:lnTo>
                <a:lnTo>
                  <a:pt x="461624" y="102802"/>
                </a:lnTo>
                <a:lnTo>
                  <a:pt x="461928" y="103477"/>
                </a:lnTo>
                <a:lnTo>
                  <a:pt x="462255" y="104137"/>
                </a:lnTo>
                <a:lnTo>
                  <a:pt x="462605" y="104783"/>
                </a:lnTo>
                <a:lnTo>
                  <a:pt x="462977" y="105414"/>
                </a:lnTo>
                <a:lnTo>
                  <a:pt x="463372" y="106031"/>
                </a:lnTo>
                <a:lnTo>
                  <a:pt x="463789" y="106632"/>
                </a:lnTo>
                <a:lnTo>
                  <a:pt x="464229" y="107220"/>
                </a:lnTo>
                <a:lnTo>
                  <a:pt x="464692" y="107793"/>
                </a:lnTo>
                <a:lnTo>
                  <a:pt x="465177" y="108351"/>
                </a:lnTo>
                <a:lnTo>
                  <a:pt x="465684" y="108894"/>
                </a:lnTo>
                <a:lnTo>
                  <a:pt x="466215" y="109423"/>
                </a:lnTo>
                <a:lnTo>
                  <a:pt x="466763" y="109934"/>
                </a:lnTo>
                <a:lnTo>
                  <a:pt x="467327" y="110423"/>
                </a:lnTo>
                <a:lnTo>
                  <a:pt x="467906" y="110890"/>
                </a:lnTo>
                <a:lnTo>
                  <a:pt x="468499" y="111335"/>
                </a:lnTo>
                <a:lnTo>
                  <a:pt x="469107" y="111759"/>
                </a:lnTo>
                <a:lnTo>
                  <a:pt x="469730" y="112161"/>
                </a:lnTo>
                <a:lnTo>
                  <a:pt x="470368" y="112541"/>
                </a:lnTo>
                <a:lnTo>
                  <a:pt x="471021" y="112900"/>
                </a:lnTo>
                <a:lnTo>
                  <a:pt x="471689" y="113237"/>
                </a:lnTo>
                <a:lnTo>
                  <a:pt x="472372" y="113552"/>
                </a:lnTo>
                <a:lnTo>
                  <a:pt x="473069" y="113845"/>
                </a:lnTo>
                <a:lnTo>
                  <a:pt x="473781" y="114117"/>
                </a:lnTo>
                <a:lnTo>
                  <a:pt x="474508" y="114367"/>
                </a:lnTo>
                <a:lnTo>
                  <a:pt x="475250" y="114595"/>
                </a:lnTo>
                <a:lnTo>
                  <a:pt x="476007" y="114801"/>
                </a:lnTo>
                <a:lnTo>
                  <a:pt x="476779" y="114986"/>
                </a:lnTo>
                <a:lnTo>
                  <a:pt x="477565" y="115149"/>
                </a:lnTo>
                <a:lnTo>
                  <a:pt x="478366" y="115290"/>
                </a:lnTo>
                <a:lnTo>
                  <a:pt x="479183" y="115409"/>
                </a:lnTo>
                <a:lnTo>
                  <a:pt x="480014" y="115507"/>
                </a:lnTo>
                <a:lnTo>
                  <a:pt x="480860" y="115583"/>
                </a:lnTo>
                <a:lnTo>
                  <a:pt x="481720" y="115638"/>
                </a:lnTo>
                <a:lnTo>
                  <a:pt x="482596" y="115670"/>
                </a:lnTo>
                <a:lnTo>
                  <a:pt x="483487" y="115681"/>
                </a:lnTo>
                <a:lnTo>
                  <a:pt x="508842" y="115681"/>
                </a:lnTo>
                <a:lnTo>
                  <a:pt x="508842" y="102687"/>
                </a:lnTo>
                <a:lnTo>
                  <a:pt x="483487" y="102687"/>
                </a:lnTo>
                <a:lnTo>
                  <a:pt x="483133" y="102682"/>
                </a:lnTo>
                <a:lnTo>
                  <a:pt x="482785" y="102667"/>
                </a:lnTo>
                <a:close/>
                <a:moveTo>
                  <a:pt x="1041043" y="102643"/>
                </a:moveTo>
                <a:lnTo>
                  <a:pt x="1040706" y="102610"/>
                </a:lnTo>
                <a:lnTo>
                  <a:pt x="1040376" y="102566"/>
                </a:lnTo>
                <a:lnTo>
                  <a:pt x="1040051" y="102513"/>
                </a:lnTo>
                <a:lnTo>
                  <a:pt x="1039732" y="102451"/>
                </a:lnTo>
                <a:lnTo>
                  <a:pt x="1039419" y="102378"/>
                </a:lnTo>
                <a:lnTo>
                  <a:pt x="1039111" y="102297"/>
                </a:lnTo>
                <a:lnTo>
                  <a:pt x="1038810" y="102205"/>
                </a:lnTo>
                <a:lnTo>
                  <a:pt x="1038514" y="102104"/>
                </a:lnTo>
                <a:lnTo>
                  <a:pt x="1038224" y="101993"/>
                </a:lnTo>
                <a:lnTo>
                  <a:pt x="1037939" y="101873"/>
                </a:lnTo>
                <a:lnTo>
                  <a:pt x="1037661" y="101743"/>
                </a:lnTo>
                <a:lnTo>
                  <a:pt x="1037388" y="101603"/>
                </a:lnTo>
                <a:lnTo>
                  <a:pt x="1037121" y="101454"/>
                </a:lnTo>
                <a:lnTo>
                  <a:pt x="1036860" y="101295"/>
                </a:lnTo>
                <a:lnTo>
                  <a:pt x="1036604" y="101127"/>
                </a:lnTo>
                <a:lnTo>
                  <a:pt x="1036354" y="100948"/>
                </a:lnTo>
                <a:lnTo>
                  <a:pt x="1036110" y="100761"/>
                </a:lnTo>
                <a:lnTo>
                  <a:pt x="1035872" y="100563"/>
                </a:lnTo>
                <a:lnTo>
                  <a:pt x="1035640" y="100356"/>
                </a:lnTo>
                <a:lnTo>
                  <a:pt x="1035413" y="100139"/>
                </a:lnTo>
                <a:lnTo>
                  <a:pt x="1035192" y="99913"/>
                </a:lnTo>
                <a:lnTo>
                  <a:pt x="1034979" y="99679"/>
                </a:lnTo>
                <a:lnTo>
                  <a:pt x="1034775" y="99439"/>
                </a:lnTo>
                <a:lnTo>
                  <a:pt x="1034579" y="99194"/>
                </a:lnTo>
                <a:lnTo>
                  <a:pt x="1034393" y="98942"/>
                </a:lnTo>
                <a:lnTo>
                  <a:pt x="1034216" y="98685"/>
                </a:lnTo>
                <a:lnTo>
                  <a:pt x="1034049" y="98422"/>
                </a:lnTo>
                <a:lnTo>
                  <a:pt x="1033890" y="98154"/>
                </a:lnTo>
                <a:lnTo>
                  <a:pt x="1033740" y="97879"/>
                </a:lnTo>
                <a:lnTo>
                  <a:pt x="1033599" y="97599"/>
                </a:lnTo>
                <a:lnTo>
                  <a:pt x="1033468" y="97313"/>
                </a:lnTo>
                <a:lnTo>
                  <a:pt x="1033345" y="97021"/>
                </a:lnTo>
                <a:lnTo>
                  <a:pt x="1033232" y="96724"/>
                </a:lnTo>
                <a:lnTo>
                  <a:pt x="1033127" y="96420"/>
                </a:lnTo>
                <a:lnTo>
                  <a:pt x="1033032" y="96111"/>
                </a:lnTo>
                <a:lnTo>
                  <a:pt x="1032946" y="95796"/>
                </a:lnTo>
                <a:lnTo>
                  <a:pt x="1032869" y="95476"/>
                </a:lnTo>
                <a:lnTo>
                  <a:pt x="1032801" y="95149"/>
                </a:lnTo>
                <a:lnTo>
                  <a:pt x="1032742" y="94817"/>
                </a:lnTo>
                <a:lnTo>
                  <a:pt x="1032692" y="94479"/>
                </a:lnTo>
                <a:lnTo>
                  <a:pt x="1032651" y="94135"/>
                </a:lnTo>
                <a:lnTo>
                  <a:pt x="1032619" y="93786"/>
                </a:lnTo>
                <a:lnTo>
                  <a:pt x="1032596" y="93430"/>
                </a:lnTo>
                <a:lnTo>
                  <a:pt x="1032583" y="93069"/>
                </a:lnTo>
                <a:lnTo>
                  <a:pt x="1032578" y="92703"/>
                </a:lnTo>
                <a:lnTo>
                  <a:pt x="1032578" y="41518"/>
                </a:lnTo>
                <a:lnTo>
                  <a:pt x="1068235" y="41518"/>
                </a:lnTo>
                <a:lnTo>
                  <a:pt x="1068235" y="28523"/>
                </a:lnTo>
                <a:lnTo>
                  <a:pt x="1032578" y="28523"/>
                </a:lnTo>
                <a:lnTo>
                  <a:pt x="1032578" y="3961"/>
                </a:lnTo>
                <a:lnTo>
                  <a:pt x="1018317" y="3961"/>
                </a:lnTo>
                <a:lnTo>
                  <a:pt x="1018317" y="28523"/>
                </a:lnTo>
                <a:lnTo>
                  <a:pt x="993278" y="28523"/>
                </a:lnTo>
                <a:lnTo>
                  <a:pt x="993278" y="41518"/>
                </a:lnTo>
                <a:lnTo>
                  <a:pt x="1018317" y="41518"/>
                </a:lnTo>
                <a:lnTo>
                  <a:pt x="1018317" y="92703"/>
                </a:lnTo>
                <a:lnTo>
                  <a:pt x="1018328" y="93567"/>
                </a:lnTo>
                <a:lnTo>
                  <a:pt x="1018362" y="94417"/>
                </a:lnTo>
                <a:lnTo>
                  <a:pt x="1018418" y="95252"/>
                </a:lnTo>
                <a:lnTo>
                  <a:pt x="1018497" y="96073"/>
                </a:lnTo>
                <a:lnTo>
                  <a:pt x="1018599" y="96879"/>
                </a:lnTo>
                <a:lnTo>
                  <a:pt x="1018723" y="97670"/>
                </a:lnTo>
                <a:lnTo>
                  <a:pt x="1018869" y="98447"/>
                </a:lnTo>
                <a:lnTo>
                  <a:pt x="1019039" y="99209"/>
                </a:lnTo>
                <a:lnTo>
                  <a:pt x="1019230" y="99957"/>
                </a:lnTo>
                <a:lnTo>
                  <a:pt x="1019445" y="100690"/>
                </a:lnTo>
                <a:lnTo>
                  <a:pt x="1019682" y="101409"/>
                </a:lnTo>
                <a:lnTo>
                  <a:pt x="1019941" y="102113"/>
                </a:lnTo>
                <a:lnTo>
                  <a:pt x="1020223" y="102802"/>
                </a:lnTo>
                <a:lnTo>
                  <a:pt x="1020528" y="103477"/>
                </a:lnTo>
                <a:lnTo>
                  <a:pt x="1020855" y="104137"/>
                </a:lnTo>
                <a:lnTo>
                  <a:pt x="1021204" y="104783"/>
                </a:lnTo>
                <a:lnTo>
                  <a:pt x="1021577" y="105414"/>
                </a:lnTo>
                <a:lnTo>
                  <a:pt x="1021971" y="106031"/>
                </a:lnTo>
                <a:lnTo>
                  <a:pt x="1022389" y="106632"/>
                </a:lnTo>
                <a:lnTo>
                  <a:pt x="1022829" y="107220"/>
                </a:lnTo>
                <a:lnTo>
                  <a:pt x="1023291" y="107793"/>
                </a:lnTo>
                <a:lnTo>
                  <a:pt x="1023776" y="108351"/>
                </a:lnTo>
                <a:lnTo>
                  <a:pt x="1024284" y="108894"/>
                </a:lnTo>
                <a:lnTo>
                  <a:pt x="1024814" y="109423"/>
                </a:lnTo>
                <a:lnTo>
                  <a:pt x="1025363" y="109934"/>
                </a:lnTo>
                <a:lnTo>
                  <a:pt x="1025927" y="110423"/>
                </a:lnTo>
                <a:lnTo>
                  <a:pt x="1026505" y="110890"/>
                </a:lnTo>
                <a:lnTo>
                  <a:pt x="1027098" y="111335"/>
                </a:lnTo>
                <a:lnTo>
                  <a:pt x="1027707" y="111759"/>
                </a:lnTo>
                <a:lnTo>
                  <a:pt x="1028330" y="112161"/>
                </a:lnTo>
                <a:lnTo>
                  <a:pt x="1028968" y="112541"/>
                </a:lnTo>
                <a:lnTo>
                  <a:pt x="1029621" y="112900"/>
                </a:lnTo>
                <a:lnTo>
                  <a:pt x="1030288" y="113237"/>
                </a:lnTo>
                <a:lnTo>
                  <a:pt x="1030971" y="113552"/>
                </a:lnTo>
                <a:lnTo>
                  <a:pt x="1031668" y="113845"/>
                </a:lnTo>
                <a:lnTo>
                  <a:pt x="1032381" y="114117"/>
                </a:lnTo>
                <a:lnTo>
                  <a:pt x="1033108" y="114367"/>
                </a:lnTo>
                <a:lnTo>
                  <a:pt x="1033850" y="114595"/>
                </a:lnTo>
                <a:lnTo>
                  <a:pt x="1034606" y="114801"/>
                </a:lnTo>
                <a:lnTo>
                  <a:pt x="1035378" y="114986"/>
                </a:lnTo>
                <a:lnTo>
                  <a:pt x="1036165" y="115149"/>
                </a:lnTo>
                <a:lnTo>
                  <a:pt x="1036966" y="115290"/>
                </a:lnTo>
                <a:lnTo>
                  <a:pt x="1037782" y="115409"/>
                </a:lnTo>
                <a:lnTo>
                  <a:pt x="1038613" y="115507"/>
                </a:lnTo>
                <a:lnTo>
                  <a:pt x="1039459" y="115583"/>
                </a:lnTo>
                <a:lnTo>
                  <a:pt x="1040320" y="115638"/>
                </a:lnTo>
                <a:lnTo>
                  <a:pt x="1041195" y="115670"/>
                </a:lnTo>
                <a:lnTo>
                  <a:pt x="1042086" y="115681"/>
                </a:lnTo>
                <a:lnTo>
                  <a:pt x="1067441" y="115681"/>
                </a:lnTo>
                <a:lnTo>
                  <a:pt x="1067441" y="102687"/>
                </a:lnTo>
                <a:lnTo>
                  <a:pt x="1042086" y="102687"/>
                </a:lnTo>
                <a:lnTo>
                  <a:pt x="1041732" y="102682"/>
                </a:lnTo>
                <a:lnTo>
                  <a:pt x="1041385" y="102667"/>
                </a:lnTo>
                <a:lnTo>
                  <a:pt x="1041043" y="102643"/>
                </a:lnTo>
                <a:close/>
                <a:moveTo>
                  <a:pt x="386027" y="116986"/>
                </a:moveTo>
                <a:lnTo>
                  <a:pt x="387089" y="116864"/>
                </a:lnTo>
                <a:lnTo>
                  <a:pt x="388134" y="116719"/>
                </a:lnTo>
                <a:lnTo>
                  <a:pt x="389163" y="116552"/>
                </a:lnTo>
                <a:lnTo>
                  <a:pt x="390176" y="116362"/>
                </a:lnTo>
                <a:lnTo>
                  <a:pt x="391173" y="116151"/>
                </a:lnTo>
                <a:lnTo>
                  <a:pt x="392154" y="115917"/>
                </a:lnTo>
                <a:lnTo>
                  <a:pt x="393120" y="115661"/>
                </a:lnTo>
                <a:lnTo>
                  <a:pt x="394069" y="115382"/>
                </a:lnTo>
                <a:lnTo>
                  <a:pt x="395002" y="115081"/>
                </a:lnTo>
                <a:lnTo>
                  <a:pt x="395920" y="114758"/>
                </a:lnTo>
                <a:lnTo>
                  <a:pt x="396821" y="114413"/>
                </a:lnTo>
                <a:lnTo>
                  <a:pt x="397707" y="114045"/>
                </a:lnTo>
                <a:lnTo>
                  <a:pt x="398577" y="113655"/>
                </a:lnTo>
                <a:lnTo>
                  <a:pt x="399430" y="113243"/>
                </a:lnTo>
                <a:lnTo>
                  <a:pt x="400268" y="112808"/>
                </a:lnTo>
                <a:lnTo>
                  <a:pt x="401090" y="112352"/>
                </a:lnTo>
                <a:lnTo>
                  <a:pt x="401895" y="111872"/>
                </a:lnTo>
                <a:lnTo>
                  <a:pt x="402685" y="111371"/>
                </a:lnTo>
                <a:lnTo>
                  <a:pt x="403459" y="110847"/>
                </a:lnTo>
                <a:lnTo>
                  <a:pt x="404212" y="110305"/>
                </a:lnTo>
                <a:lnTo>
                  <a:pt x="404937" y="109747"/>
                </a:lnTo>
                <a:lnTo>
                  <a:pt x="405636" y="109173"/>
                </a:lnTo>
                <a:lnTo>
                  <a:pt x="406308" y="108583"/>
                </a:lnTo>
                <a:lnTo>
                  <a:pt x="406953" y="107977"/>
                </a:lnTo>
                <a:lnTo>
                  <a:pt x="407570" y="107356"/>
                </a:lnTo>
                <a:lnTo>
                  <a:pt x="408161" y="106720"/>
                </a:lnTo>
                <a:lnTo>
                  <a:pt x="408725" y="106067"/>
                </a:lnTo>
                <a:lnTo>
                  <a:pt x="409262" y="105399"/>
                </a:lnTo>
                <a:lnTo>
                  <a:pt x="409772" y="104715"/>
                </a:lnTo>
                <a:lnTo>
                  <a:pt x="410254" y="104016"/>
                </a:lnTo>
                <a:lnTo>
                  <a:pt x="410710" y="103301"/>
                </a:lnTo>
                <a:lnTo>
                  <a:pt x="411139" y="102570"/>
                </a:lnTo>
                <a:lnTo>
                  <a:pt x="411541" y="101823"/>
                </a:lnTo>
                <a:lnTo>
                  <a:pt x="411916" y="101061"/>
                </a:lnTo>
                <a:lnTo>
                  <a:pt x="412264" y="100283"/>
                </a:lnTo>
                <a:lnTo>
                  <a:pt x="412585" y="99490"/>
                </a:lnTo>
                <a:lnTo>
                  <a:pt x="412879" y="98681"/>
                </a:lnTo>
                <a:lnTo>
                  <a:pt x="413146" y="97856"/>
                </a:lnTo>
                <a:lnTo>
                  <a:pt x="413386" y="97015"/>
                </a:lnTo>
                <a:lnTo>
                  <a:pt x="413599" y="96159"/>
                </a:lnTo>
                <a:lnTo>
                  <a:pt x="413785" y="95287"/>
                </a:lnTo>
                <a:lnTo>
                  <a:pt x="413945" y="94399"/>
                </a:lnTo>
                <a:lnTo>
                  <a:pt x="414077" y="93496"/>
                </a:lnTo>
                <a:lnTo>
                  <a:pt x="399815" y="93496"/>
                </a:lnTo>
                <a:lnTo>
                  <a:pt x="399716" y="93928"/>
                </a:lnTo>
                <a:lnTo>
                  <a:pt x="399602" y="94352"/>
                </a:lnTo>
                <a:lnTo>
                  <a:pt x="399475" y="94770"/>
                </a:lnTo>
                <a:lnTo>
                  <a:pt x="399333" y="95180"/>
                </a:lnTo>
                <a:lnTo>
                  <a:pt x="399177" y="95582"/>
                </a:lnTo>
                <a:lnTo>
                  <a:pt x="399008" y="95977"/>
                </a:lnTo>
                <a:lnTo>
                  <a:pt x="398824" y="96365"/>
                </a:lnTo>
                <a:lnTo>
                  <a:pt x="398626" y="96745"/>
                </a:lnTo>
                <a:lnTo>
                  <a:pt x="398415" y="97117"/>
                </a:lnTo>
                <a:lnTo>
                  <a:pt x="398189" y="97483"/>
                </a:lnTo>
                <a:lnTo>
                  <a:pt x="397949" y="97840"/>
                </a:lnTo>
                <a:lnTo>
                  <a:pt x="397695" y="98191"/>
                </a:lnTo>
                <a:lnTo>
                  <a:pt x="397427" y="98534"/>
                </a:lnTo>
                <a:lnTo>
                  <a:pt x="397145" y="98869"/>
                </a:lnTo>
                <a:lnTo>
                  <a:pt x="396850" y="99197"/>
                </a:lnTo>
                <a:lnTo>
                  <a:pt x="396540" y="99518"/>
                </a:lnTo>
                <a:lnTo>
                  <a:pt x="396216" y="99831"/>
                </a:lnTo>
                <a:lnTo>
                  <a:pt x="395878" y="100137"/>
                </a:lnTo>
                <a:lnTo>
                  <a:pt x="395526" y="100436"/>
                </a:lnTo>
                <a:lnTo>
                  <a:pt x="395160" y="100727"/>
                </a:lnTo>
                <a:lnTo>
                  <a:pt x="394779" y="101010"/>
                </a:lnTo>
                <a:lnTo>
                  <a:pt x="394385" y="101286"/>
                </a:lnTo>
                <a:lnTo>
                  <a:pt x="393977" y="101555"/>
                </a:lnTo>
                <a:lnTo>
                  <a:pt x="393555" y="101816"/>
                </a:lnTo>
                <a:lnTo>
                  <a:pt x="393121" y="102068"/>
                </a:lnTo>
                <a:lnTo>
                  <a:pt x="392678" y="102310"/>
                </a:lnTo>
                <a:lnTo>
                  <a:pt x="392225" y="102540"/>
                </a:lnTo>
                <a:lnTo>
                  <a:pt x="391762" y="102760"/>
                </a:lnTo>
                <a:lnTo>
                  <a:pt x="391289" y="102970"/>
                </a:lnTo>
                <a:lnTo>
                  <a:pt x="390807" y="103168"/>
                </a:lnTo>
                <a:lnTo>
                  <a:pt x="390316" y="103356"/>
                </a:lnTo>
                <a:lnTo>
                  <a:pt x="389815" y="103533"/>
                </a:lnTo>
                <a:lnTo>
                  <a:pt x="389304" y="103699"/>
                </a:lnTo>
                <a:lnTo>
                  <a:pt x="388783" y="103855"/>
                </a:lnTo>
                <a:lnTo>
                  <a:pt x="388253" y="104000"/>
                </a:lnTo>
                <a:lnTo>
                  <a:pt x="387713" y="104134"/>
                </a:lnTo>
                <a:lnTo>
                  <a:pt x="387163" y="104257"/>
                </a:lnTo>
                <a:lnTo>
                  <a:pt x="386604" y="104370"/>
                </a:lnTo>
                <a:lnTo>
                  <a:pt x="386036" y="104472"/>
                </a:lnTo>
                <a:lnTo>
                  <a:pt x="385457" y="104563"/>
                </a:lnTo>
                <a:lnTo>
                  <a:pt x="384869" y="104643"/>
                </a:lnTo>
                <a:lnTo>
                  <a:pt x="384272" y="104713"/>
                </a:lnTo>
                <a:lnTo>
                  <a:pt x="383664" y="104772"/>
                </a:lnTo>
                <a:lnTo>
                  <a:pt x="383047" y="104821"/>
                </a:lnTo>
                <a:lnTo>
                  <a:pt x="382421" y="104858"/>
                </a:lnTo>
                <a:lnTo>
                  <a:pt x="381784" y="104885"/>
                </a:lnTo>
                <a:lnTo>
                  <a:pt x="381139" y="104901"/>
                </a:lnTo>
                <a:lnTo>
                  <a:pt x="380483" y="104906"/>
                </a:lnTo>
                <a:lnTo>
                  <a:pt x="379723" y="104897"/>
                </a:lnTo>
                <a:lnTo>
                  <a:pt x="378977" y="104867"/>
                </a:lnTo>
                <a:lnTo>
                  <a:pt x="378242" y="104818"/>
                </a:lnTo>
                <a:lnTo>
                  <a:pt x="377521" y="104750"/>
                </a:lnTo>
                <a:lnTo>
                  <a:pt x="376812" y="104662"/>
                </a:lnTo>
                <a:lnTo>
                  <a:pt x="376115" y="104555"/>
                </a:lnTo>
                <a:lnTo>
                  <a:pt x="375432" y="104428"/>
                </a:lnTo>
                <a:lnTo>
                  <a:pt x="374761" y="104281"/>
                </a:lnTo>
                <a:lnTo>
                  <a:pt x="374102" y="104115"/>
                </a:lnTo>
                <a:lnTo>
                  <a:pt x="373457" y="103929"/>
                </a:lnTo>
                <a:lnTo>
                  <a:pt x="372824" y="103724"/>
                </a:lnTo>
                <a:lnTo>
                  <a:pt x="372203" y="103500"/>
                </a:lnTo>
                <a:lnTo>
                  <a:pt x="371595" y="103255"/>
                </a:lnTo>
                <a:lnTo>
                  <a:pt x="371000" y="102992"/>
                </a:lnTo>
                <a:lnTo>
                  <a:pt x="370418" y="102708"/>
                </a:lnTo>
                <a:lnTo>
                  <a:pt x="369848" y="102406"/>
                </a:lnTo>
                <a:lnTo>
                  <a:pt x="369291" y="102083"/>
                </a:lnTo>
                <a:lnTo>
                  <a:pt x="368746" y="101741"/>
                </a:lnTo>
                <a:lnTo>
                  <a:pt x="368215" y="101380"/>
                </a:lnTo>
                <a:lnTo>
                  <a:pt x="367695" y="100999"/>
                </a:lnTo>
                <a:lnTo>
                  <a:pt x="367189" y="100598"/>
                </a:lnTo>
                <a:lnTo>
                  <a:pt x="366695" y="100178"/>
                </a:lnTo>
                <a:lnTo>
                  <a:pt x="366214" y="99739"/>
                </a:lnTo>
                <a:lnTo>
                  <a:pt x="365745" y="99280"/>
                </a:lnTo>
                <a:lnTo>
                  <a:pt x="365293" y="98804"/>
                </a:lnTo>
                <a:lnTo>
                  <a:pt x="364859" y="98314"/>
                </a:lnTo>
                <a:lnTo>
                  <a:pt x="364445" y="97810"/>
                </a:lnTo>
                <a:lnTo>
                  <a:pt x="364050" y="97292"/>
                </a:lnTo>
                <a:lnTo>
                  <a:pt x="363675" y="96760"/>
                </a:lnTo>
                <a:lnTo>
                  <a:pt x="363318" y="96214"/>
                </a:lnTo>
                <a:lnTo>
                  <a:pt x="362981" y="95654"/>
                </a:lnTo>
                <a:lnTo>
                  <a:pt x="362663" y="95080"/>
                </a:lnTo>
                <a:lnTo>
                  <a:pt x="362365" y="94492"/>
                </a:lnTo>
                <a:lnTo>
                  <a:pt x="362086" y="93890"/>
                </a:lnTo>
                <a:lnTo>
                  <a:pt x="361826" y="93273"/>
                </a:lnTo>
                <a:lnTo>
                  <a:pt x="361585" y="92643"/>
                </a:lnTo>
                <a:lnTo>
                  <a:pt x="361363" y="91999"/>
                </a:lnTo>
                <a:lnTo>
                  <a:pt x="361161" y="91341"/>
                </a:lnTo>
                <a:lnTo>
                  <a:pt x="360978" y="90669"/>
                </a:lnTo>
                <a:lnTo>
                  <a:pt x="360815" y="89983"/>
                </a:lnTo>
                <a:lnTo>
                  <a:pt x="360670" y="89282"/>
                </a:lnTo>
                <a:lnTo>
                  <a:pt x="360545" y="88568"/>
                </a:lnTo>
                <a:lnTo>
                  <a:pt x="360439" y="87840"/>
                </a:lnTo>
                <a:lnTo>
                  <a:pt x="360352" y="87097"/>
                </a:lnTo>
                <a:lnTo>
                  <a:pt x="360285" y="86341"/>
                </a:lnTo>
                <a:lnTo>
                  <a:pt x="360237" y="85571"/>
                </a:lnTo>
                <a:lnTo>
                  <a:pt x="360208" y="84786"/>
                </a:lnTo>
                <a:lnTo>
                  <a:pt x="360198" y="83988"/>
                </a:lnTo>
                <a:lnTo>
                  <a:pt x="360198" y="75747"/>
                </a:lnTo>
                <a:lnTo>
                  <a:pt x="414713" y="75747"/>
                </a:lnTo>
                <a:lnTo>
                  <a:pt x="414713" y="60216"/>
                </a:lnTo>
                <a:lnTo>
                  <a:pt x="414705" y="59376"/>
                </a:lnTo>
                <a:lnTo>
                  <a:pt x="414683" y="58545"/>
                </a:lnTo>
                <a:lnTo>
                  <a:pt x="414646" y="57723"/>
                </a:lnTo>
                <a:lnTo>
                  <a:pt x="414594" y="56911"/>
                </a:lnTo>
                <a:lnTo>
                  <a:pt x="414527" y="56108"/>
                </a:lnTo>
                <a:lnTo>
                  <a:pt x="414445" y="55314"/>
                </a:lnTo>
                <a:lnTo>
                  <a:pt x="414349" y="54530"/>
                </a:lnTo>
                <a:lnTo>
                  <a:pt x="414237" y="53755"/>
                </a:lnTo>
                <a:lnTo>
                  <a:pt x="414111" y="52989"/>
                </a:lnTo>
                <a:lnTo>
                  <a:pt x="413970" y="52233"/>
                </a:lnTo>
                <a:lnTo>
                  <a:pt x="413814" y="51486"/>
                </a:lnTo>
                <a:lnTo>
                  <a:pt x="413643" y="50748"/>
                </a:lnTo>
                <a:lnTo>
                  <a:pt x="413457" y="50020"/>
                </a:lnTo>
                <a:lnTo>
                  <a:pt x="413256" y="49301"/>
                </a:lnTo>
                <a:lnTo>
                  <a:pt x="413041" y="48592"/>
                </a:lnTo>
                <a:lnTo>
                  <a:pt x="412811" y="47892"/>
                </a:lnTo>
                <a:lnTo>
                  <a:pt x="412565" y="47201"/>
                </a:lnTo>
                <a:lnTo>
                  <a:pt x="412305" y="46520"/>
                </a:lnTo>
                <a:lnTo>
                  <a:pt x="412030" y="45848"/>
                </a:lnTo>
                <a:lnTo>
                  <a:pt x="411741" y="45185"/>
                </a:lnTo>
                <a:lnTo>
                  <a:pt x="411436" y="44531"/>
                </a:lnTo>
                <a:lnTo>
                  <a:pt x="411116" y="43887"/>
                </a:lnTo>
                <a:lnTo>
                  <a:pt x="410782" y="43253"/>
                </a:lnTo>
                <a:lnTo>
                  <a:pt x="410433" y="42627"/>
                </a:lnTo>
                <a:lnTo>
                  <a:pt x="410070" y="42013"/>
                </a:lnTo>
                <a:lnTo>
                  <a:pt x="409696" y="41409"/>
                </a:lnTo>
                <a:lnTo>
                  <a:pt x="409310" y="40818"/>
                </a:lnTo>
                <a:lnTo>
                  <a:pt x="408912" y="40237"/>
                </a:lnTo>
                <a:lnTo>
                  <a:pt x="408503" y="39669"/>
                </a:lnTo>
                <a:lnTo>
                  <a:pt x="408081" y="39112"/>
                </a:lnTo>
                <a:lnTo>
                  <a:pt x="407648" y="38566"/>
                </a:lnTo>
                <a:lnTo>
                  <a:pt x="407202" y="38032"/>
                </a:lnTo>
                <a:lnTo>
                  <a:pt x="406745" y="37510"/>
                </a:lnTo>
                <a:lnTo>
                  <a:pt x="406276" y="36999"/>
                </a:lnTo>
                <a:lnTo>
                  <a:pt x="405796" y="36500"/>
                </a:lnTo>
                <a:lnTo>
                  <a:pt x="405303" y="36012"/>
                </a:lnTo>
                <a:lnTo>
                  <a:pt x="404799" y="35536"/>
                </a:lnTo>
                <a:lnTo>
                  <a:pt x="404282" y="35071"/>
                </a:lnTo>
                <a:lnTo>
                  <a:pt x="403754" y="34618"/>
                </a:lnTo>
                <a:lnTo>
                  <a:pt x="403214" y="34176"/>
                </a:lnTo>
                <a:lnTo>
                  <a:pt x="402662" y="33746"/>
                </a:lnTo>
                <a:lnTo>
                  <a:pt x="402099" y="33328"/>
                </a:lnTo>
                <a:lnTo>
                  <a:pt x="401523" y="32921"/>
                </a:lnTo>
                <a:lnTo>
                  <a:pt x="400936" y="32525"/>
                </a:lnTo>
                <a:lnTo>
                  <a:pt x="400337" y="32142"/>
                </a:lnTo>
                <a:lnTo>
                  <a:pt x="399726" y="31769"/>
                </a:lnTo>
                <a:lnTo>
                  <a:pt x="399103" y="31409"/>
                </a:lnTo>
                <a:lnTo>
                  <a:pt x="398468" y="31060"/>
                </a:lnTo>
                <a:lnTo>
                  <a:pt x="397823" y="30723"/>
                </a:lnTo>
                <a:lnTo>
                  <a:pt x="397169" y="30402"/>
                </a:lnTo>
                <a:lnTo>
                  <a:pt x="396506" y="30094"/>
                </a:lnTo>
                <a:lnTo>
                  <a:pt x="395834" y="29801"/>
                </a:lnTo>
                <a:lnTo>
                  <a:pt x="395153" y="29522"/>
                </a:lnTo>
                <a:lnTo>
                  <a:pt x="394463" y="29257"/>
                </a:lnTo>
                <a:lnTo>
                  <a:pt x="393763" y="29007"/>
                </a:lnTo>
                <a:lnTo>
                  <a:pt x="393055" y="28771"/>
                </a:lnTo>
                <a:lnTo>
                  <a:pt x="392337" y="28549"/>
                </a:lnTo>
                <a:lnTo>
                  <a:pt x="391610" y="28341"/>
                </a:lnTo>
                <a:lnTo>
                  <a:pt x="390875" y="28148"/>
                </a:lnTo>
                <a:lnTo>
                  <a:pt x="390130" y="27969"/>
                </a:lnTo>
                <a:lnTo>
                  <a:pt x="389376" y="27805"/>
                </a:lnTo>
                <a:lnTo>
                  <a:pt x="388613" y="27655"/>
                </a:lnTo>
                <a:lnTo>
                  <a:pt x="387841" y="27519"/>
                </a:lnTo>
                <a:lnTo>
                  <a:pt x="387060" y="27397"/>
                </a:lnTo>
                <a:lnTo>
                  <a:pt x="386269" y="27290"/>
                </a:lnTo>
                <a:lnTo>
                  <a:pt x="385470" y="27197"/>
                </a:lnTo>
                <a:lnTo>
                  <a:pt x="384662" y="27118"/>
                </a:lnTo>
                <a:lnTo>
                  <a:pt x="383844" y="27054"/>
                </a:lnTo>
                <a:lnTo>
                  <a:pt x="383017" y="27004"/>
                </a:lnTo>
                <a:lnTo>
                  <a:pt x="382182" y="26968"/>
                </a:lnTo>
                <a:lnTo>
                  <a:pt x="381337" y="26946"/>
                </a:lnTo>
                <a:lnTo>
                  <a:pt x="380483" y="26939"/>
                </a:lnTo>
                <a:lnTo>
                  <a:pt x="379629" y="26947"/>
                </a:lnTo>
                <a:lnTo>
                  <a:pt x="378784" y="26968"/>
                </a:lnTo>
                <a:lnTo>
                  <a:pt x="377949" y="27005"/>
                </a:lnTo>
                <a:lnTo>
                  <a:pt x="377122" y="27056"/>
                </a:lnTo>
                <a:lnTo>
                  <a:pt x="376304" y="27122"/>
                </a:lnTo>
                <a:lnTo>
                  <a:pt x="375496" y="27202"/>
                </a:lnTo>
                <a:lnTo>
                  <a:pt x="374697" y="27297"/>
                </a:lnTo>
                <a:lnTo>
                  <a:pt x="373906" y="27406"/>
                </a:lnTo>
                <a:lnTo>
                  <a:pt x="373125" y="27530"/>
                </a:lnTo>
                <a:lnTo>
                  <a:pt x="372353" y="27668"/>
                </a:lnTo>
                <a:lnTo>
                  <a:pt x="371590" y="27822"/>
                </a:lnTo>
                <a:lnTo>
                  <a:pt x="370836" y="27989"/>
                </a:lnTo>
                <a:lnTo>
                  <a:pt x="370091" y="28172"/>
                </a:lnTo>
                <a:lnTo>
                  <a:pt x="369355" y="28369"/>
                </a:lnTo>
                <a:lnTo>
                  <a:pt x="368628" y="28580"/>
                </a:lnTo>
                <a:lnTo>
                  <a:pt x="367910" y="28806"/>
                </a:lnTo>
                <a:lnTo>
                  <a:pt x="367202" y="29047"/>
                </a:lnTo>
                <a:lnTo>
                  <a:pt x="366502" y="29302"/>
                </a:lnTo>
                <a:lnTo>
                  <a:pt x="365812" y="29572"/>
                </a:lnTo>
                <a:lnTo>
                  <a:pt x="365130" y="29856"/>
                </a:lnTo>
                <a:lnTo>
                  <a:pt x="364458" y="30155"/>
                </a:lnTo>
                <a:lnTo>
                  <a:pt x="363795" y="30469"/>
                </a:lnTo>
                <a:lnTo>
                  <a:pt x="363140" y="30797"/>
                </a:lnTo>
                <a:lnTo>
                  <a:pt x="362495" y="31139"/>
                </a:lnTo>
                <a:lnTo>
                  <a:pt x="361861" y="31495"/>
                </a:lnTo>
                <a:lnTo>
                  <a:pt x="361238" y="31864"/>
                </a:lnTo>
                <a:lnTo>
                  <a:pt x="360627" y="32245"/>
                </a:lnTo>
                <a:lnTo>
                  <a:pt x="360028" y="32638"/>
                </a:lnTo>
                <a:lnTo>
                  <a:pt x="359441" y="33043"/>
                </a:lnTo>
                <a:lnTo>
                  <a:pt x="358866" y="33461"/>
                </a:lnTo>
                <a:lnTo>
                  <a:pt x="358302" y="33892"/>
                </a:lnTo>
                <a:lnTo>
                  <a:pt x="357751" y="34334"/>
                </a:lnTo>
                <a:lnTo>
                  <a:pt x="357211" y="34790"/>
                </a:lnTo>
                <a:lnTo>
                  <a:pt x="356683" y="35257"/>
                </a:lnTo>
                <a:lnTo>
                  <a:pt x="356166" y="35737"/>
                </a:lnTo>
                <a:lnTo>
                  <a:pt x="355662" y="36229"/>
                </a:lnTo>
                <a:lnTo>
                  <a:pt x="355169" y="36734"/>
                </a:lnTo>
                <a:lnTo>
                  <a:pt x="354689" y="37251"/>
                </a:lnTo>
                <a:lnTo>
                  <a:pt x="354220" y="37781"/>
                </a:lnTo>
                <a:lnTo>
                  <a:pt x="353762" y="38323"/>
                </a:lnTo>
                <a:lnTo>
                  <a:pt x="353317" y="38877"/>
                </a:lnTo>
                <a:lnTo>
                  <a:pt x="352884" y="39444"/>
                </a:lnTo>
                <a:lnTo>
                  <a:pt x="352462" y="40023"/>
                </a:lnTo>
                <a:lnTo>
                  <a:pt x="352052" y="40614"/>
                </a:lnTo>
                <a:lnTo>
                  <a:pt x="351654" y="41218"/>
                </a:lnTo>
                <a:lnTo>
                  <a:pt x="351268" y="41834"/>
                </a:lnTo>
                <a:lnTo>
                  <a:pt x="350893" y="42463"/>
                </a:lnTo>
                <a:lnTo>
                  <a:pt x="350531" y="43104"/>
                </a:lnTo>
                <a:lnTo>
                  <a:pt x="350182" y="43756"/>
                </a:lnTo>
                <a:lnTo>
                  <a:pt x="349848" y="44420"/>
                </a:lnTo>
                <a:lnTo>
                  <a:pt x="349528" y="45094"/>
                </a:lnTo>
                <a:lnTo>
                  <a:pt x="349224" y="45780"/>
                </a:lnTo>
                <a:lnTo>
                  <a:pt x="348934" y="46477"/>
                </a:lnTo>
                <a:lnTo>
                  <a:pt x="348659" y="47184"/>
                </a:lnTo>
                <a:lnTo>
                  <a:pt x="348400" y="47903"/>
                </a:lnTo>
                <a:lnTo>
                  <a:pt x="348154" y="48632"/>
                </a:lnTo>
                <a:lnTo>
                  <a:pt x="347924" y="49373"/>
                </a:lnTo>
                <a:lnTo>
                  <a:pt x="347709" y="50124"/>
                </a:lnTo>
                <a:lnTo>
                  <a:pt x="347508" y="50887"/>
                </a:lnTo>
                <a:lnTo>
                  <a:pt x="347323" y="51661"/>
                </a:lnTo>
                <a:lnTo>
                  <a:pt x="347152" y="52445"/>
                </a:lnTo>
                <a:lnTo>
                  <a:pt x="346996" y="53241"/>
                </a:lnTo>
                <a:lnTo>
                  <a:pt x="346855" y="54048"/>
                </a:lnTo>
                <a:lnTo>
                  <a:pt x="346729" y="54865"/>
                </a:lnTo>
                <a:lnTo>
                  <a:pt x="346617" y="55694"/>
                </a:lnTo>
                <a:lnTo>
                  <a:pt x="346521" y="56533"/>
                </a:lnTo>
                <a:lnTo>
                  <a:pt x="346439" y="57384"/>
                </a:lnTo>
                <a:lnTo>
                  <a:pt x="346372" y="58246"/>
                </a:lnTo>
                <a:lnTo>
                  <a:pt x="346320" y="59118"/>
                </a:lnTo>
                <a:lnTo>
                  <a:pt x="346283" y="60002"/>
                </a:lnTo>
                <a:lnTo>
                  <a:pt x="346261" y="60897"/>
                </a:lnTo>
                <a:lnTo>
                  <a:pt x="346253" y="61802"/>
                </a:lnTo>
                <a:lnTo>
                  <a:pt x="346253" y="82402"/>
                </a:lnTo>
                <a:lnTo>
                  <a:pt x="346261" y="83295"/>
                </a:lnTo>
                <a:lnTo>
                  <a:pt x="346283" y="84178"/>
                </a:lnTo>
                <a:lnTo>
                  <a:pt x="346320" y="85050"/>
                </a:lnTo>
                <a:lnTo>
                  <a:pt x="346372" y="85913"/>
                </a:lnTo>
                <a:lnTo>
                  <a:pt x="346439" y="86765"/>
                </a:lnTo>
                <a:lnTo>
                  <a:pt x="346521" y="87607"/>
                </a:lnTo>
                <a:lnTo>
                  <a:pt x="346617" y="88439"/>
                </a:lnTo>
                <a:lnTo>
                  <a:pt x="346729" y="89261"/>
                </a:lnTo>
                <a:lnTo>
                  <a:pt x="346855" y="90072"/>
                </a:lnTo>
                <a:lnTo>
                  <a:pt x="346996" y="90873"/>
                </a:lnTo>
                <a:lnTo>
                  <a:pt x="347152" y="91665"/>
                </a:lnTo>
                <a:lnTo>
                  <a:pt x="347323" y="92446"/>
                </a:lnTo>
                <a:lnTo>
                  <a:pt x="347508" y="93216"/>
                </a:lnTo>
                <a:lnTo>
                  <a:pt x="347709" y="93977"/>
                </a:lnTo>
                <a:lnTo>
                  <a:pt x="347924" y="94727"/>
                </a:lnTo>
                <a:lnTo>
                  <a:pt x="348154" y="95468"/>
                </a:lnTo>
                <a:lnTo>
                  <a:pt x="348400" y="96198"/>
                </a:lnTo>
                <a:lnTo>
                  <a:pt x="348659" y="96918"/>
                </a:lnTo>
                <a:lnTo>
                  <a:pt x="348934" y="97627"/>
                </a:lnTo>
                <a:lnTo>
                  <a:pt x="349224" y="98327"/>
                </a:lnTo>
                <a:lnTo>
                  <a:pt x="349528" y="99016"/>
                </a:lnTo>
                <a:lnTo>
                  <a:pt x="349848" y="99695"/>
                </a:lnTo>
                <a:lnTo>
                  <a:pt x="350182" y="100364"/>
                </a:lnTo>
                <a:lnTo>
                  <a:pt x="350531" y="101023"/>
                </a:lnTo>
                <a:lnTo>
                  <a:pt x="350893" y="101670"/>
                </a:lnTo>
                <a:lnTo>
                  <a:pt x="351268" y="102305"/>
                </a:lnTo>
                <a:lnTo>
                  <a:pt x="351654" y="102927"/>
                </a:lnTo>
                <a:lnTo>
                  <a:pt x="352052" y="103536"/>
                </a:lnTo>
                <a:lnTo>
                  <a:pt x="352462" y="104133"/>
                </a:lnTo>
                <a:lnTo>
                  <a:pt x="352884" y="104717"/>
                </a:lnTo>
                <a:lnTo>
                  <a:pt x="353317" y="105289"/>
                </a:lnTo>
                <a:lnTo>
                  <a:pt x="353762" y="105847"/>
                </a:lnTo>
                <a:lnTo>
                  <a:pt x="354220" y="106394"/>
                </a:lnTo>
                <a:lnTo>
                  <a:pt x="354689" y="106927"/>
                </a:lnTo>
                <a:lnTo>
                  <a:pt x="355169" y="107448"/>
                </a:lnTo>
                <a:lnTo>
                  <a:pt x="355662" y="107956"/>
                </a:lnTo>
                <a:lnTo>
                  <a:pt x="356166" y="108452"/>
                </a:lnTo>
                <a:lnTo>
                  <a:pt x="356683" y="108934"/>
                </a:lnTo>
                <a:lnTo>
                  <a:pt x="357211" y="109405"/>
                </a:lnTo>
                <a:lnTo>
                  <a:pt x="357751" y="109862"/>
                </a:lnTo>
                <a:lnTo>
                  <a:pt x="358302" y="110307"/>
                </a:lnTo>
                <a:lnTo>
                  <a:pt x="358866" y="110739"/>
                </a:lnTo>
                <a:lnTo>
                  <a:pt x="359441" y="111159"/>
                </a:lnTo>
                <a:lnTo>
                  <a:pt x="360028" y="111566"/>
                </a:lnTo>
                <a:lnTo>
                  <a:pt x="360627" y="111960"/>
                </a:lnTo>
                <a:lnTo>
                  <a:pt x="361238" y="112342"/>
                </a:lnTo>
                <a:lnTo>
                  <a:pt x="361861" y="112711"/>
                </a:lnTo>
                <a:lnTo>
                  <a:pt x="362495" y="113067"/>
                </a:lnTo>
                <a:lnTo>
                  <a:pt x="363140" y="113410"/>
                </a:lnTo>
                <a:lnTo>
                  <a:pt x="363795" y="113738"/>
                </a:lnTo>
                <a:lnTo>
                  <a:pt x="364458" y="114051"/>
                </a:lnTo>
                <a:lnTo>
                  <a:pt x="365130" y="114350"/>
                </a:lnTo>
                <a:lnTo>
                  <a:pt x="365812" y="114634"/>
                </a:lnTo>
                <a:lnTo>
                  <a:pt x="366502" y="114904"/>
                </a:lnTo>
                <a:lnTo>
                  <a:pt x="367202" y="115159"/>
                </a:lnTo>
                <a:lnTo>
                  <a:pt x="367910" y="115399"/>
                </a:lnTo>
                <a:lnTo>
                  <a:pt x="368628" y="115625"/>
                </a:lnTo>
                <a:lnTo>
                  <a:pt x="369355" y="115837"/>
                </a:lnTo>
                <a:lnTo>
                  <a:pt x="370091" y="116033"/>
                </a:lnTo>
                <a:lnTo>
                  <a:pt x="370836" y="116215"/>
                </a:lnTo>
                <a:lnTo>
                  <a:pt x="371590" y="116383"/>
                </a:lnTo>
                <a:lnTo>
                  <a:pt x="372353" y="116536"/>
                </a:lnTo>
                <a:lnTo>
                  <a:pt x="373125" y="116675"/>
                </a:lnTo>
                <a:lnTo>
                  <a:pt x="373906" y="116799"/>
                </a:lnTo>
                <a:lnTo>
                  <a:pt x="374697" y="116908"/>
                </a:lnTo>
                <a:lnTo>
                  <a:pt x="375496" y="117003"/>
                </a:lnTo>
                <a:lnTo>
                  <a:pt x="376304" y="117083"/>
                </a:lnTo>
                <a:lnTo>
                  <a:pt x="377122" y="117148"/>
                </a:lnTo>
                <a:lnTo>
                  <a:pt x="377949" y="117199"/>
                </a:lnTo>
                <a:lnTo>
                  <a:pt x="378784" y="117236"/>
                </a:lnTo>
                <a:lnTo>
                  <a:pt x="379629" y="117258"/>
                </a:lnTo>
                <a:lnTo>
                  <a:pt x="380483" y="117265"/>
                </a:lnTo>
                <a:lnTo>
                  <a:pt x="381624" y="117254"/>
                </a:lnTo>
                <a:lnTo>
                  <a:pt x="382749" y="117220"/>
                </a:lnTo>
                <a:lnTo>
                  <a:pt x="383858" y="117165"/>
                </a:lnTo>
                <a:lnTo>
                  <a:pt x="384951" y="117087"/>
                </a:lnTo>
                <a:lnTo>
                  <a:pt x="386027" y="116986"/>
                </a:lnTo>
                <a:close/>
                <a:moveTo>
                  <a:pt x="360207" y="59366"/>
                </a:moveTo>
                <a:lnTo>
                  <a:pt x="360235" y="58532"/>
                </a:lnTo>
                <a:lnTo>
                  <a:pt x="360281" y="57715"/>
                </a:lnTo>
                <a:lnTo>
                  <a:pt x="360346" y="56913"/>
                </a:lnTo>
                <a:lnTo>
                  <a:pt x="360429" y="56128"/>
                </a:lnTo>
                <a:lnTo>
                  <a:pt x="360530" y="55359"/>
                </a:lnTo>
                <a:lnTo>
                  <a:pt x="360650" y="54606"/>
                </a:lnTo>
                <a:lnTo>
                  <a:pt x="360788" y="53870"/>
                </a:lnTo>
                <a:lnTo>
                  <a:pt x="360945" y="53150"/>
                </a:lnTo>
                <a:lnTo>
                  <a:pt x="361120" y="52446"/>
                </a:lnTo>
                <a:lnTo>
                  <a:pt x="361313" y="51758"/>
                </a:lnTo>
                <a:lnTo>
                  <a:pt x="361525" y="51086"/>
                </a:lnTo>
                <a:lnTo>
                  <a:pt x="361755" y="50431"/>
                </a:lnTo>
                <a:lnTo>
                  <a:pt x="362004" y="49792"/>
                </a:lnTo>
                <a:lnTo>
                  <a:pt x="362271" y="49169"/>
                </a:lnTo>
                <a:lnTo>
                  <a:pt x="362557" y="48562"/>
                </a:lnTo>
                <a:lnTo>
                  <a:pt x="362861" y="47972"/>
                </a:lnTo>
                <a:lnTo>
                  <a:pt x="363184" y="47398"/>
                </a:lnTo>
                <a:lnTo>
                  <a:pt x="363525" y="46840"/>
                </a:lnTo>
                <a:lnTo>
                  <a:pt x="363884" y="46298"/>
                </a:lnTo>
                <a:lnTo>
                  <a:pt x="364262" y="45773"/>
                </a:lnTo>
                <a:lnTo>
                  <a:pt x="364658" y="45263"/>
                </a:lnTo>
                <a:lnTo>
                  <a:pt x="365073" y="44770"/>
                </a:lnTo>
                <a:lnTo>
                  <a:pt x="365506" y="44294"/>
                </a:lnTo>
                <a:lnTo>
                  <a:pt x="365956" y="43834"/>
                </a:lnTo>
                <a:lnTo>
                  <a:pt x="366421" y="43395"/>
                </a:lnTo>
                <a:lnTo>
                  <a:pt x="366901" y="42975"/>
                </a:lnTo>
                <a:lnTo>
                  <a:pt x="367397" y="42574"/>
                </a:lnTo>
                <a:lnTo>
                  <a:pt x="367907" y="42193"/>
                </a:lnTo>
                <a:lnTo>
                  <a:pt x="368433" y="41832"/>
                </a:lnTo>
                <a:lnTo>
                  <a:pt x="368974" y="41490"/>
                </a:lnTo>
                <a:lnTo>
                  <a:pt x="369530" y="41168"/>
                </a:lnTo>
                <a:lnTo>
                  <a:pt x="370101" y="40865"/>
                </a:lnTo>
                <a:lnTo>
                  <a:pt x="370687" y="40581"/>
                </a:lnTo>
                <a:lnTo>
                  <a:pt x="371289" y="40318"/>
                </a:lnTo>
                <a:lnTo>
                  <a:pt x="371905" y="40073"/>
                </a:lnTo>
                <a:lnTo>
                  <a:pt x="372537" y="39849"/>
                </a:lnTo>
                <a:lnTo>
                  <a:pt x="373183" y="39644"/>
                </a:lnTo>
                <a:lnTo>
                  <a:pt x="373845" y="39458"/>
                </a:lnTo>
                <a:lnTo>
                  <a:pt x="374522" y="39292"/>
                </a:lnTo>
                <a:lnTo>
                  <a:pt x="375214" y="39145"/>
                </a:lnTo>
                <a:lnTo>
                  <a:pt x="375922" y="39018"/>
                </a:lnTo>
                <a:lnTo>
                  <a:pt x="376644" y="38911"/>
                </a:lnTo>
                <a:lnTo>
                  <a:pt x="377382" y="38823"/>
                </a:lnTo>
                <a:lnTo>
                  <a:pt x="378134" y="38755"/>
                </a:lnTo>
                <a:lnTo>
                  <a:pt x="378902" y="38706"/>
                </a:lnTo>
                <a:lnTo>
                  <a:pt x="379685" y="38677"/>
                </a:lnTo>
                <a:lnTo>
                  <a:pt x="380483" y="38667"/>
                </a:lnTo>
                <a:lnTo>
                  <a:pt x="381281" y="38677"/>
                </a:lnTo>
                <a:lnTo>
                  <a:pt x="382064" y="38706"/>
                </a:lnTo>
                <a:lnTo>
                  <a:pt x="382831" y="38755"/>
                </a:lnTo>
                <a:lnTo>
                  <a:pt x="383584" y="38823"/>
                </a:lnTo>
                <a:lnTo>
                  <a:pt x="384321" y="38911"/>
                </a:lnTo>
                <a:lnTo>
                  <a:pt x="385043" y="39018"/>
                </a:lnTo>
                <a:lnTo>
                  <a:pt x="385750" y="39145"/>
                </a:lnTo>
                <a:lnTo>
                  <a:pt x="386442" y="39292"/>
                </a:lnTo>
                <a:lnTo>
                  <a:pt x="387119" y="39458"/>
                </a:lnTo>
                <a:lnTo>
                  <a:pt x="387781" y="39644"/>
                </a:lnTo>
                <a:lnTo>
                  <a:pt x="388427" y="39849"/>
                </a:lnTo>
                <a:lnTo>
                  <a:pt x="389059" y="40073"/>
                </a:lnTo>
                <a:lnTo>
                  <a:pt x="389675" y="40318"/>
                </a:lnTo>
                <a:lnTo>
                  <a:pt x="390276" y="40581"/>
                </a:lnTo>
                <a:lnTo>
                  <a:pt x="390862" y="40865"/>
                </a:lnTo>
                <a:lnTo>
                  <a:pt x="391433" y="41168"/>
                </a:lnTo>
                <a:lnTo>
                  <a:pt x="391989" y="41490"/>
                </a:lnTo>
                <a:lnTo>
                  <a:pt x="392529" y="41832"/>
                </a:lnTo>
                <a:lnTo>
                  <a:pt x="393055" y="42193"/>
                </a:lnTo>
                <a:lnTo>
                  <a:pt x="393565" y="42574"/>
                </a:lnTo>
                <a:lnTo>
                  <a:pt x="394061" y="42975"/>
                </a:lnTo>
                <a:lnTo>
                  <a:pt x="394541" y="43395"/>
                </a:lnTo>
                <a:lnTo>
                  <a:pt x="395006" y="43834"/>
                </a:lnTo>
                <a:lnTo>
                  <a:pt x="395456" y="44294"/>
                </a:lnTo>
                <a:lnTo>
                  <a:pt x="395889" y="44770"/>
                </a:lnTo>
                <a:lnTo>
                  <a:pt x="396304" y="45263"/>
                </a:lnTo>
                <a:lnTo>
                  <a:pt x="396700" y="45773"/>
                </a:lnTo>
                <a:lnTo>
                  <a:pt x="397078" y="46298"/>
                </a:lnTo>
                <a:lnTo>
                  <a:pt x="397438" y="46840"/>
                </a:lnTo>
                <a:lnTo>
                  <a:pt x="397779" y="47398"/>
                </a:lnTo>
                <a:lnTo>
                  <a:pt x="398101" y="47972"/>
                </a:lnTo>
                <a:lnTo>
                  <a:pt x="398406" y="48562"/>
                </a:lnTo>
                <a:lnTo>
                  <a:pt x="398691" y="49169"/>
                </a:lnTo>
                <a:lnTo>
                  <a:pt x="398959" y="49792"/>
                </a:lnTo>
                <a:lnTo>
                  <a:pt x="399208" y="50431"/>
                </a:lnTo>
                <a:lnTo>
                  <a:pt x="399438" y="51086"/>
                </a:lnTo>
                <a:lnTo>
                  <a:pt x="399650" y="51758"/>
                </a:lnTo>
                <a:lnTo>
                  <a:pt x="399844" y="52446"/>
                </a:lnTo>
                <a:lnTo>
                  <a:pt x="400019" y="53150"/>
                </a:lnTo>
                <a:lnTo>
                  <a:pt x="400176" y="53870"/>
                </a:lnTo>
                <a:lnTo>
                  <a:pt x="400314" y="54606"/>
                </a:lnTo>
                <a:lnTo>
                  <a:pt x="400434" y="55359"/>
                </a:lnTo>
                <a:lnTo>
                  <a:pt x="400535" y="56128"/>
                </a:lnTo>
                <a:lnTo>
                  <a:pt x="400618" y="56913"/>
                </a:lnTo>
                <a:lnTo>
                  <a:pt x="400683" y="57715"/>
                </a:lnTo>
                <a:lnTo>
                  <a:pt x="400729" y="58532"/>
                </a:lnTo>
                <a:lnTo>
                  <a:pt x="400756" y="59366"/>
                </a:lnTo>
                <a:lnTo>
                  <a:pt x="400766" y="60216"/>
                </a:lnTo>
                <a:lnTo>
                  <a:pt x="400766" y="64653"/>
                </a:lnTo>
                <a:lnTo>
                  <a:pt x="360198" y="64653"/>
                </a:lnTo>
                <a:lnTo>
                  <a:pt x="360198" y="60216"/>
                </a:lnTo>
                <a:lnTo>
                  <a:pt x="360207" y="59366"/>
                </a:lnTo>
                <a:close/>
                <a:moveTo>
                  <a:pt x="575116" y="116760"/>
                </a:moveTo>
                <a:lnTo>
                  <a:pt x="576240" y="116577"/>
                </a:lnTo>
                <a:lnTo>
                  <a:pt x="577344" y="116367"/>
                </a:lnTo>
                <a:lnTo>
                  <a:pt x="578428" y="116129"/>
                </a:lnTo>
                <a:lnTo>
                  <a:pt x="579492" y="115862"/>
                </a:lnTo>
                <a:lnTo>
                  <a:pt x="580535" y="115567"/>
                </a:lnTo>
                <a:lnTo>
                  <a:pt x="581559" y="115245"/>
                </a:lnTo>
                <a:lnTo>
                  <a:pt x="582562" y="114894"/>
                </a:lnTo>
                <a:lnTo>
                  <a:pt x="583546" y="114515"/>
                </a:lnTo>
                <a:lnTo>
                  <a:pt x="584509" y="114108"/>
                </a:lnTo>
                <a:lnTo>
                  <a:pt x="585452" y="113673"/>
                </a:lnTo>
                <a:lnTo>
                  <a:pt x="586376" y="113210"/>
                </a:lnTo>
                <a:lnTo>
                  <a:pt x="587279" y="112719"/>
                </a:lnTo>
                <a:lnTo>
                  <a:pt x="588162" y="112200"/>
                </a:lnTo>
                <a:lnTo>
                  <a:pt x="589025" y="111653"/>
                </a:lnTo>
                <a:lnTo>
                  <a:pt x="589868" y="111078"/>
                </a:lnTo>
                <a:lnTo>
                  <a:pt x="590690" y="110475"/>
                </a:lnTo>
                <a:lnTo>
                  <a:pt x="591493" y="109843"/>
                </a:lnTo>
                <a:lnTo>
                  <a:pt x="592276" y="109184"/>
                </a:lnTo>
                <a:lnTo>
                  <a:pt x="593033" y="108500"/>
                </a:lnTo>
                <a:lnTo>
                  <a:pt x="593760" y="107796"/>
                </a:lnTo>
                <a:lnTo>
                  <a:pt x="594456" y="107072"/>
                </a:lnTo>
                <a:lnTo>
                  <a:pt x="595122" y="106327"/>
                </a:lnTo>
                <a:lnTo>
                  <a:pt x="595757" y="105562"/>
                </a:lnTo>
                <a:lnTo>
                  <a:pt x="596361" y="104777"/>
                </a:lnTo>
                <a:lnTo>
                  <a:pt x="596935" y="103971"/>
                </a:lnTo>
                <a:lnTo>
                  <a:pt x="597479" y="103145"/>
                </a:lnTo>
                <a:lnTo>
                  <a:pt x="597992" y="102298"/>
                </a:lnTo>
                <a:lnTo>
                  <a:pt x="598474" y="101432"/>
                </a:lnTo>
                <a:lnTo>
                  <a:pt x="598926" y="100544"/>
                </a:lnTo>
                <a:lnTo>
                  <a:pt x="599347" y="99637"/>
                </a:lnTo>
                <a:lnTo>
                  <a:pt x="599738" y="98709"/>
                </a:lnTo>
                <a:lnTo>
                  <a:pt x="600098" y="97761"/>
                </a:lnTo>
                <a:lnTo>
                  <a:pt x="600428" y="96792"/>
                </a:lnTo>
                <a:lnTo>
                  <a:pt x="600727" y="95803"/>
                </a:lnTo>
                <a:lnTo>
                  <a:pt x="600996" y="94794"/>
                </a:lnTo>
                <a:lnTo>
                  <a:pt x="601234" y="93764"/>
                </a:lnTo>
                <a:lnTo>
                  <a:pt x="601441" y="92714"/>
                </a:lnTo>
                <a:lnTo>
                  <a:pt x="601618" y="91643"/>
                </a:lnTo>
                <a:lnTo>
                  <a:pt x="601764" y="90553"/>
                </a:lnTo>
                <a:lnTo>
                  <a:pt x="601880" y="89441"/>
                </a:lnTo>
                <a:lnTo>
                  <a:pt x="601966" y="88310"/>
                </a:lnTo>
                <a:lnTo>
                  <a:pt x="602020" y="87158"/>
                </a:lnTo>
                <a:lnTo>
                  <a:pt x="587759" y="87158"/>
                </a:lnTo>
                <a:lnTo>
                  <a:pt x="587711" y="87838"/>
                </a:lnTo>
                <a:lnTo>
                  <a:pt x="587646" y="88506"/>
                </a:lnTo>
                <a:lnTo>
                  <a:pt x="587565" y="89161"/>
                </a:lnTo>
                <a:lnTo>
                  <a:pt x="587468" y="89803"/>
                </a:lnTo>
                <a:lnTo>
                  <a:pt x="587354" y="90433"/>
                </a:lnTo>
                <a:lnTo>
                  <a:pt x="587223" y="91050"/>
                </a:lnTo>
                <a:lnTo>
                  <a:pt x="587076" y="91654"/>
                </a:lnTo>
                <a:lnTo>
                  <a:pt x="586913" y="92246"/>
                </a:lnTo>
                <a:lnTo>
                  <a:pt x="586733" y="92825"/>
                </a:lnTo>
                <a:lnTo>
                  <a:pt x="586536" y="93391"/>
                </a:lnTo>
                <a:lnTo>
                  <a:pt x="586323" y="93945"/>
                </a:lnTo>
                <a:lnTo>
                  <a:pt x="586094" y="94486"/>
                </a:lnTo>
                <a:lnTo>
                  <a:pt x="585848" y="95014"/>
                </a:lnTo>
                <a:lnTo>
                  <a:pt x="585585" y="95530"/>
                </a:lnTo>
                <a:lnTo>
                  <a:pt x="585306" y="96033"/>
                </a:lnTo>
                <a:lnTo>
                  <a:pt x="585011" y="96524"/>
                </a:lnTo>
                <a:lnTo>
                  <a:pt x="584699" y="97002"/>
                </a:lnTo>
                <a:lnTo>
                  <a:pt x="584370" y="97467"/>
                </a:lnTo>
                <a:lnTo>
                  <a:pt x="584025" y="97920"/>
                </a:lnTo>
                <a:lnTo>
                  <a:pt x="583664" y="98360"/>
                </a:lnTo>
                <a:lnTo>
                  <a:pt x="583285" y="98787"/>
                </a:lnTo>
                <a:lnTo>
                  <a:pt x="582891" y="99202"/>
                </a:lnTo>
                <a:lnTo>
                  <a:pt x="582480" y="99604"/>
                </a:lnTo>
                <a:lnTo>
                  <a:pt x="582052" y="99993"/>
                </a:lnTo>
                <a:lnTo>
                  <a:pt x="581610" y="100368"/>
                </a:lnTo>
                <a:lnTo>
                  <a:pt x="581156" y="100727"/>
                </a:lnTo>
                <a:lnTo>
                  <a:pt x="580688" y="101070"/>
                </a:lnTo>
                <a:lnTo>
                  <a:pt x="580208" y="101397"/>
                </a:lnTo>
                <a:lnTo>
                  <a:pt x="579716" y="101708"/>
                </a:lnTo>
                <a:lnTo>
                  <a:pt x="579210" y="102003"/>
                </a:lnTo>
                <a:lnTo>
                  <a:pt x="578692" y="102282"/>
                </a:lnTo>
                <a:lnTo>
                  <a:pt x="578162" y="102545"/>
                </a:lnTo>
                <a:lnTo>
                  <a:pt x="577619" y="102793"/>
                </a:lnTo>
                <a:lnTo>
                  <a:pt x="577063" y="103024"/>
                </a:lnTo>
                <a:lnTo>
                  <a:pt x="576494" y="103239"/>
                </a:lnTo>
                <a:lnTo>
                  <a:pt x="575913" y="103439"/>
                </a:lnTo>
                <a:lnTo>
                  <a:pt x="575319" y="103622"/>
                </a:lnTo>
                <a:lnTo>
                  <a:pt x="574712" y="103790"/>
                </a:lnTo>
                <a:lnTo>
                  <a:pt x="574093" y="103941"/>
                </a:lnTo>
                <a:lnTo>
                  <a:pt x="573461" y="104077"/>
                </a:lnTo>
                <a:lnTo>
                  <a:pt x="572817" y="104196"/>
                </a:lnTo>
                <a:lnTo>
                  <a:pt x="572159" y="104300"/>
                </a:lnTo>
                <a:lnTo>
                  <a:pt x="571490" y="104388"/>
                </a:lnTo>
                <a:lnTo>
                  <a:pt x="570807" y="104460"/>
                </a:lnTo>
                <a:lnTo>
                  <a:pt x="570112" y="104515"/>
                </a:lnTo>
                <a:lnTo>
                  <a:pt x="569404" y="104555"/>
                </a:lnTo>
                <a:lnTo>
                  <a:pt x="568683" y="104579"/>
                </a:lnTo>
                <a:lnTo>
                  <a:pt x="567950" y="104587"/>
                </a:lnTo>
                <a:lnTo>
                  <a:pt x="567177" y="104578"/>
                </a:lnTo>
                <a:lnTo>
                  <a:pt x="566418" y="104550"/>
                </a:lnTo>
                <a:lnTo>
                  <a:pt x="565671" y="104503"/>
                </a:lnTo>
                <a:lnTo>
                  <a:pt x="564937" y="104438"/>
                </a:lnTo>
                <a:lnTo>
                  <a:pt x="564216" y="104353"/>
                </a:lnTo>
                <a:lnTo>
                  <a:pt x="563508" y="104250"/>
                </a:lnTo>
                <a:lnTo>
                  <a:pt x="562813" y="104129"/>
                </a:lnTo>
                <a:lnTo>
                  <a:pt x="562130" y="103989"/>
                </a:lnTo>
                <a:lnTo>
                  <a:pt x="561461" y="103830"/>
                </a:lnTo>
                <a:lnTo>
                  <a:pt x="560805" y="103652"/>
                </a:lnTo>
                <a:lnTo>
                  <a:pt x="560161" y="103455"/>
                </a:lnTo>
                <a:lnTo>
                  <a:pt x="559531" y="103240"/>
                </a:lnTo>
                <a:lnTo>
                  <a:pt x="558913" y="103006"/>
                </a:lnTo>
                <a:lnTo>
                  <a:pt x="558308" y="102754"/>
                </a:lnTo>
                <a:lnTo>
                  <a:pt x="557717" y="102483"/>
                </a:lnTo>
                <a:lnTo>
                  <a:pt x="557138" y="102193"/>
                </a:lnTo>
                <a:lnTo>
                  <a:pt x="556572" y="101884"/>
                </a:lnTo>
                <a:lnTo>
                  <a:pt x="556019" y="101557"/>
                </a:lnTo>
                <a:lnTo>
                  <a:pt x="555479" y="101211"/>
                </a:lnTo>
                <a:lnTo>
                  <a:pt x="554952" y="100846"/>
                </a:lnTo>
                <a:lnTo>
                  <a:pt x="554438" y="100462"/>
                </a:lnTo>
                <a:lnTo>
                  <a:pt x="553937" y="100060"/>
                </a:lnTo>
                <a:lnTo>
                  <a:pt x="553448" y="99639"/>
                </a:lnTo>
                <a:lnTo>
                  <a:pt x="552973" y="99200"/>
                </a:lnTo>
                <a:lnTo>
                  <a:pt x="552514" y="98743"/>
                </a:lnTo>
                <a:lnTo>
                  <a:pt x="552075" y="98271"/>
                </a:lnTo>
                <a:lnTo>
                  <a:pt x="551655" y="97784"/>
                </a:lnTo>
                <a:lnTo>
                  <a:pt x="551254" y="97281"/>
                </a:lnTo>
                <a:lnTo>
                  <a:pt x="550874" y="96762"/>
                </a:lnTo>
                <a:lnTo>
                  <a:pt x="550512" y="96229"/>
                </a:lnTo>
                <a:lnTo>
                  <a:pt x="550171" y="95680"/>
                </a:lnTo>
                <a:lnTo>
                  <a:pt x="549848" y="95115"/>
                </a:lnTo>
                <a:lnTo>
                  <a:pt x="549546" y="94535"/>
                </a:lnTo>
                <a:lnTo>
                  <a:pt x="549262" y="93940"/>
                </a:lnTo>
                <a:lnTo>
                  <a:pt x="548999" y="93329"/>
                </a:lnTo>
                <a:lnTo>
                  <a:pt x="548755" y="92703"/>
                </a:lnTo>
                <a:lnTo>
                  <a:pt x="548530" y="92062"/>
                </a:lnTo>
                <a:lnTo>
                  <a:pt x="548325" y="91405"/>
                </a:lnTo>
                <a:lnTo>
                  <a:pt x="548140" y="90732"/>
                </a:lnTo>
                <a:lnTo>
                  <a:pt x="547974" y="90045"/>
                </a:lnTo>
                <a:lnTo>
                  <a:pt x="547827" y="89341"/>
                </a:lnTo>
                <a:lnTo>
                  <a:pt x="547700" y="88623"/>
                </a:lnTo>
                <a:lnTo>
                  <a:pt x="547593" y="87889"/>
                </a:lnTo>
                <a:lnTo>
                  <a:pt x="547505" y="87140"/>
                </a:lnTo>
                <a:lnTo>
                  <a:pt x="547436" y="86375"/>
                </a:lnTo>
                <a:lnTo>
                  <a:pt x="547388" y="85595"/>
                </a:lnTo>
                <a:lnTo>
                  <a:pt x="547358" y="84799"/>
                </a:lnTo>
                <a:lnTo>
                  <a:pt x="547349" y="83988"/>
                </a:lnTo>
                <a:lnTo>
                  <a:pt x="547349" y="60059"/>
                </a:lnTo>
                <a:lnTo>
                  <a:pt x="547358" y="59248"/>
                </a:lnTo>
                <a:lnTo>
                  <a:pt x="547388" y="58453"/>
                </a:lnTo>
                <a:lnTo>
                  <a:pt x="547436" y="57674"/>
                </a:lnTo>
                <a:lnTo>
                  <a:pt x="547505" y="56910"/>
                </a:lnTo>
                <a:lnTo>
                  <a:pt x="547593" y="56162"/>
                </a:lnTo>
                <a:lnTo>
                  <a:pt x="547700" y="55429"/>
                </a:lnTo>
                <a:lnTo>
                  <a:pt x="547827" y="54712"/>
                </a:lnTo>
                <a:lnTo>
                  <a:pt x="547974" y="54011"/>
                </a:lnTo>
                <a:lnTo>
                  <a:pt x="548140" y="53326"/>
                </a:lnTo>
                <a:lnTo>
                  <a:pt x="548325" y="52656"/>
                </a:lnTo>
                <a:lnTo>
                  <a:pt x="548530" y="52002"/>
                </a:lnTo>
                <a:lnTo>
                  <a:pt x="548755" y="51364"/>
                </a:lnTo>
                <a:lnTo>
                  <a:pt x="548999" y="50741"/>
                </a:lnTo>
                <a:lnTo>
                  <a:pt x="549262" y="50134"/>
                </a:lnTo>
                <a:lnTo>
                  <a:pt x="549546" y="49543"/>
                </a:lnTo>
                <a:lnTo>
                  <a:pt x="549848" y="48967"/>
                </a:lnTo>
                <a:lnTo>
                  <a:pt x="550171" y="48407"/>
                </a:lnTo>
                <a:lnTo>
                  <a:pt x="550512" y="47863"/>
                </a:lnTo>
                <a:lnTo>
                  <a:pt x="550874" y="47335"/>
                </a:lnTo>
                <a:lnTo>
                  <a:pt x="551254" y="46822"/>
                </a:lnTo>
                <a:lnTo>
                  <a:pt x="551655" y="46325"/>
                </a:lnTo>
                <a:lnTo>
                  <a:pt x="552075" y="45843"/>
                </a:lnTo>
                <a:lnTo>
                  <a:pt x="552514" y="45377"/>
                </a:lnTo>
                <a:lnTo>
                  <a:pt x="552973" y="44927"/>
                </a:lnTo>
                <a:lnTo>
                  <a:pt x="553448" y="44494"/>
                </a:lnTo>
                <a:lnTo>
                  <a:pt x="553937" y="44079"/>
                </a:lnTo>
                <a:lnTo>
                  <a:pt x="554438" y="43683"/>
                </a:lnTo>
                <a:lnTo>
                  <a:pt x="554952" y="43305"/>
                </a:lnTo>
                <a:lnTo>
                  <a:pt x="555479" y="42945"/>
                </a:lnTo>
                <a:lnTo>
                  <a:pt x="556019" y="42604"/>
                </a:lnTo>
                <a:lnTo>
                  <a:pt x="556572" y="42281"/>
                </a:lnTo>
                <a:lnTo>
                  <a:pt x="557138" y="41977"/>
                </a:lnTo>
                <a:lnTo>
                  <a:pt x="557717" y="41691"/>
                </a:lnTo>
                <a:lnTo>
                  <a:pt x="558308" y="41424"/>
                </a:lnTo>
                <a:lnTo>
                  <a:pt x="558913" y="41175"/>
                </a:lnTo>
                <a:lnTo>
                  <a:pt x="559531" y="40945"/>
                </a:lnTo>
                <a:lnTo>
                  <a:pt x="560161" y="40733"/>
                </a:lnTo>
                <a:lnTo>
                  <a:pt x="560805" y="40539"/>
                </a:lnTo>
                <a:lnTo>
                  <a:pt x="561461" y="40364"/>
                </a:lnTo>
                <a:lnTo>
                  <a:pt x="562130" y="40207"/>
                </a:lnTo>
                <a:lnTo>
                  <a:pt x="562813" y="40069"/>
                </a:lnTo>
                <a:lnTo>
                  <a:pt x="563508" y="39949"/>
                </a:lnTo>
                <a:lnTo>
                  <a:pt x="564216" y="39848"/>
                </a:lnTo>
                <a:lnTo>
                  <a:pt x="564937" y="39765"/>
                </a:lnTo>
                <a:lnTo>
                  <a:pt x="565671" y="39700"/>
                </a:lnTo>
                <a:lnTo>
                  <a:pt x="566418" y="39654"/>
                </a:lnTo>
                <a:lnTo>
                  <a:pt x="567177" y="39626"/>
                </a:lnTo>
                <a:lnTo>
                  <a:pt x="567950" y="39617"/>
                </a:lnTo>
                <a:lnTo>
                  <a:pt x="568683" y="39625"/>
                </a:lnTo>
                <a:lnTo>
                  <a:pt x="569404" y="39648"/>
                </a:lnTo>
                <a:lnTo>
                  <a:pt x="570112" y="39688"/>
                </a:lnTo>
                <a:lnTo>
                  <a:pt x="570807" y="39743"/>
                </a:lnTo>
                <a:lnTo>
                  <a:pt x="571490" y="39813"/>
                </a:lnTo>
                <a:lnTo>
                  <a:pt x="572159" y="39899"/>
                </a:lnTo>
                <a:lnTo>
                  <a:pt x="572817" y="40001"/>
                </a:lnTo>
                <a:lnTo>
                  <a:pt x="573461" y="40119"/>
                </a:lnTo>
                <a:lnTo>
                  <a:pt x="574093" y="40252"/>
                </a:lnTo>
                <a:lnTo>
                  <a:pt x="574712" y="40401"/>
                </a:lnTo>
                <a:lnTo>
                  <a:pt x="575319" y="40566"/>
                </a:lnTo>
                <a:lnTo>
                  <a:pt x="575913" y="40746"/>
                </a:lnTo>
                <a:lnTo>
                  <a:pt x="576494" y="40942"/>
                </a:lnTo>
                <a:lnTo>
                  <a:pt x="577063" y="41154"/>
                </a:lnTo>
                <a:lnTo>
                  <a:pt x="577619" y="41381"/>
                </a:lnTo>
                <a:lnTo>
                  <a:pt x="578162" y="41625"/>
                </a:lnTo>
                <a:lnTo>
                  <a:pt x="578692" y="41883"/>
                </a:lnTo>
                <a:lnTo>
                  <a:pt x="579210" y="42158"/>
                </a:lnTo>
                <a:lnTo>
                  <a:pt x="579716" y="42448"/>
                </a:lnTo>
                <a:lnTo>
                  <a:pt x="580208" y="42754"/>
                </a:lnTo>
                <a:lnTo>
                  <a:pt x="580688" y="43075"/>
                </a:lnTo>
                <a:lnTo>
                  <a:pt x="581156" y="43412"/>
                </a:lnTo>
                <a:lnTo>
                  <a:pt x="581610" y="43765"/>
                </a:lnTo>
                <a:lnTo>
                  <a:pt x="582052" y="44134"/>
                </a:lnTo>
                <a:lnTo>
                  <a:pt x="582480" y="44517"/>
                </a:lnTo>
                <a:lnTo>
                  <a:pt x="582891" y="44913"/>
                </a:lnTo>
                <a:lnTo>
                  <a:pt x="583285" y="45323"/>
                </a:lnTo>
                <a:lnTo>
                  <a:pt x="583664" y="45747"/>
                </a:lnTo>
                <a:lnTo>
                  <a:pt x="584025" y="46184"/>
                </a:lnTo>
                <a:lnTo>
                  <a:pt x="584370" y="46634"/>
                </a:lnTo>
                <a:lnTo>
                  <a:pt x="584699" y="47098"/>
                </a:lnTo>
                <a:lnTo>
                  <a:pt x="585011" y="47575"/>
                </a:lnTo>
                <a:lnTo>
                  <a:pt x="585306" y="48066"/>
                </a:lnTo>
                <a:lnTo>
                  <a:pt x="585585" y="48571"/>
                </a:lnTo>
                <a:lnTo>
                  <a:pt x="585848" y="49088"/>
                </a:lnTo>
                <a:lnTo>
                  <a:pt x="586094" y="49620"/>
                </a:lnTo>
                <a:lnTo>
                  <a:pt x="586323" y="50165"/>
                </a:lnTo>
                <a:lnTo>
                  <a:pt x="586536" y="50723"/>
                </a:lnTo>
                <a:lnTo>
                  <a:pt x="586733" y="51295"/>
                </a:lnTo>
                <a:lnTo>
                  <a:pt x="586913" y="51880"/>
                </a:lnTo>
                <a:lnTo>
                  <a:pt x="587076" y="52479"/>
                </a:lnTo>
                <a:lnTo>
                  <a:pt x="587223" y="53091"/>
                </a:lnTo>
                <a:lnTo>
                  <a:pt x="587354" y="53717"/>
                </a:lnTo>
                <a:lnTo>
                  <a:pt x="587468" y="54356"/>
                </a:lnTo>
                <a:lnTo>
                  <a:pt x="587565" y="55009"/>
                </a:lnTo>
                <a:lnTo>
                  <a:pt x="587646" y="55676"/>
                </a:lnTo>
                <a:lnTo>
                  <a:pt x="587711" y="56355"/>
                </a:lnTo>
                <a:lnTo>
                  <a:pt x="587759" y="57049"/>
                </a:lnTo>
                <a:lnTo>
                  <a:pt x="602020" y="57049"/>
                </a:lnTo>
                <a:lnTo>
                  <a:pt x="601966" y="55897"/>
                </a:lnTo>
                <a:lnTo>
                  <a:pt x="601880" y="54765"/>
                </a:lnTo>
                <a:lnTo>
                  <a:pt x="601764" y="53654"/>
                </a:lnTo>
                <a:lnTo>
                  <a:pt x="601618" y="52563"/>
                </a:lnTo>
                <a:lnTo>
                  <a:pt x="601441" y="51493"/>
                </a:lnTo>
                <a:lnTo>
                  <a:pt x="601234" y="50443"/>
                </a:lnTo>
                <a:lnTo>
                  <a:pt x="600996" y="49413"/>
                </a:lnTo>
                <a:lnTo>
                  <a:pt x="600727" y="48404"/>
                </a:lnTo>
                <a:lnTo>
                  <a:pt x="600428" y="47415"/>
                </a:lnTo>
                <a:lnTo>
                  <a:pt x="600098" y="46446"/>
                </a:lnTo>
                <a:lnTo>
                  <a:pt x="599738" y="45498"/>
                </a:lnTo>
                <a:lnTo>
                  <a:pt x="599347" y="44570"/>
                </a:lnTo>
                <a:lnTo>
                  <a:pt x="598926" y="43662"/>
                </a:lnTo>
                <a:lnTo>
                  <a:pt x="598474" y="42775"/>
                </a:lnTo>
                <a:lnTo>
                  <a:pt x="597992" y="41908"/>
                </a:lnTo>
                <a:lnTo>
                  <a:pt x="597479" y="41062"/>
                </a:lnTo>
                <a:lnTo>
                  <a:pt x="596935" y="40236"/>
                </a:lnTo>
                <a:lnTo>
                  <a:pt x="596361" y="39430"/>
                </a:lnTo>
                <a:lnTo>
                  <a:pt x="595757" y="38644"/>
                </a:lnTo>
                <a:lnTo>
                  <a:pt x="595122" y="37879"/>
                </a:lnTo>
                <a:lnTo>
                  <a:pt x="594456" y="37135"/>
                </a:lnTo>
                <a:lnTo>
                  <a:pt x="593760" y="36410"/>
                </a:lnTo>
                <a:lnTo>
                  <a:pt x="593033" y="35706"/>
                </a:lnTo>
                <a:lnTo>
                  <a:pt x="592276" y="35023"/>
                </a:lnTo>
                <a:lnTo>
                  <a:pt x="591493" y="34363"/>
                </a:lnTo>
                <a:lnTo>
                  <a:pt x="590690" y="33732"/>
                </a:lnTo>
                <a:lnTo>
                  <a:pt x="589868" y="33128"/>
                </a:lnTo>
                <a:lnTo>
                  <a:pt x="589025" y="32553"/>
                </a:lnTo>
                <a:lnTo>
                  <a:pt x="588162" y="32006"/>
                </a:lnTo>
                <a:lnTo>
                  <a:pt x="587279" y="31486"/>
                </a:lnTo>
                <a:lnTo>
                  <a:pt x="586376" y="30995"/>
                </a:lnTo>
                <a:lnTo>
                  <a:pt x="585452" y="30532"/>
                </a:lnTo>
                <a:lnTo>
                  <a:pt x="584509" y="30097"/>
                </a:lnTo>
                <a:lnTo>
                  <a:pt x="583546" y="29690"/>
                </a:lnTo>
                <a:lnTo>
                  <a:pt x="582562" y="29311"/>
                </a:lnTo>
                <a:lnTo>
                  <a:pt x="581559" y="28960"/>
                </a:lnTo>
                <a:lnTo>
                  <a:pt x="580535" y="28637"/>
                </a:lnTo>
                <a:lnTo>
                  <a:pt x="579492" y="28343"/>
                </a:lnTo>
                <a:lnTo>
                  <a:pt x="578428" y="28076"/>
                </a:lnTo>
                <a:lnTo>
                  <a:pt x="577344" y="27837"/>
                </a:lnTo>
                <a:lnTo>
                  <a:pt x="576240" y="27627"/>
                </a:lnTo>
                <a:lnTo>
                  <a:pt x="575116" y="27445"/>
                </a:lnTo>
                <a:lnTo>
                  <a:pt x="573972" y="27290"/>
                </a:lnTo>
                <a:lnTo>
                  <a:pt x="572808" y="27164"/>
                </a:lnTo>
                <a:lnTo>
                  <a:pt x="571624" y="27066"/>
                </a:lnTo>
                <a:lnTo>
                  <a:pt x="570419" y="26995"/>
                </a:lnTo>
                <a:lnTo>
                  <a:pt x="569195" y="26953"/>
                </a:lnTo>
                <a:lnTo>
                  <a:pt x="567950" y="26939"/>
                </a:lnTo>
                <a:lnTo>
                  <a:pt x="567083" y="26946"/>
                </a:lnTo>
                <a:lnTo>
                  <a:pt x="566225" y="26967"/>
                </a:lnTo>
                <a:lnTo>
                  <a:pt x="565377" y="27001"/>
                </a:lnTo>
                <a:lnTo>
                  <a:pt x="564537" y="27049"/>
                </a:lnTo>
                <a:lnTo>
                  <a:pt x="563706" y="27111"/>
                </a:lnTo>
                <a:lnTo>
                  <a:pt x="562885" y="27187"/>
                </a:lnTo>
                <a:lnTo>
                  <a:pt x="562072" y="27276"/>
                </a:lnTo>
                <a:lnTo>
                  <a:pt x="561269" y="27380"/>
                </a:lnTo>
                <a:lnTo>
                  <a:pt x="560474" y="27497"/>
                </a:lnTo>
                <a:lnTo>
                  <a:pt x="559689" y="27627"/>
                </a:lnTo>
                <a:lnTo>
                  <a:pt x="558913" y="27772"/>
                </a:lnTo>
                <a:lnTo>
                  <a:pt x="558146" y="27930"/>
                </a:lnTo>
                <a:lnTo>
                  <a:pt x="557388" y="28102"/>
                </a:lnTo>
                <a:lnTo>
                  <a:pt x="556639" y="28288"/>
                </a:lnTo>
                <a:lnTo>
                  <a:pt x="555899" y="28487"/>
                </a:lnTo>
                <a:lnTo>
                  <a:pt x="555168" y="28701"/>
                </a:lnTo>
                <a:lnTo>
                  <a:pt x="554446" y="28928"/>
                </a:lnTo>
                <a:lnTo>
                  <a:pt x="553734" y="29169"/>
                </a:lnTo>
                <a:lnTo>
                  <a:pt x="553030" y="29423"/>
                </a:lnTo>
                <a:lnTo>
                  <a:pt x="552335" y="29691"/>
                </a:lnTo>
                <a:lnTo>
                  <a:pt x="551650" y="29974"/>
                </a:lnTo>
                <a:lnTo>
                  <a:pt x="550974" y="30269"/>
                </a:lnTo>
                <a:lnTo>
                  <a:pt x="550306" y="30579"/>
                </a:lnTo>
                <a:lnTo>
                  <a:pt x="549648" y="30902"/>
                </a:lnTo>
                <a:lnTo>
                  <a:pt x="549001" y="31239"/>
                </a:lnTo>
                <a:lnTo>
                  <a:pt x="548365" y="31587"/>
                </a:lnTo>
                <a:lnTo>
                  <a:pt x="547742" y="31947"/>
                </a:lnTo>
                <a:lnTo>
                  <a:pt x="547130" y="32320"/>
                </a:lnTo>
                <a:lnTo>
                  <a:pt x="546531" y="32704"/>
                </a:lnTo>
                <a:lnTo>
                  <a:pt x="545944" y="33101"/>
                </a:lnTo>
                <a:lnTo>
                  <a:pt x="545369" y="33510"/>
                </a:lnTo>
                <a:lnTo>
                  <a:pt x="544806" y="33930"/>
                </a:lnTo>
                <a:lnTo>
                  <a:pt x="544255" y="34363"/>
                </a:lnTo>
                <a:lnTo>
                  <a:pt x="543716" y="34808"/>
                </a:lnTo>
                <a:lnTo>
                  <a:pt x="543190" y="35266"/>
                </a:lnTo>
                <a:lnTo>
                  <a:pt x="542675" y="35735"/>
                </a:lnTo>
                <a:lnTo>
                  <a:pt x="542173" y="36216"/>
                </a:lnTo>
                <a:lnTo>
                  <a:pt x="541682" y="36710"/>
                </a:lnTo>
                <a:lnTo>
                  <a:pt x="541204" y="37215"/>
                </a:lnTo>
                <a:lnTo>
                  <a:pt x="540738" y="37733"/>
                </a:lnTo>
                <a:lnTo>
                  <a:pt x="540284" y="38263"/>
                </a:lnTo>
                <a:lnTo>
                  <a:pt x="539842" y="38805"/>
                </a:lnTo>
                <a:lnTo>
                  <a:pt x="539412" y="39359"/>
                </a:lnTo>
                <a:lnTo>
                  <a:pt x="538994" y="39925"/>
                </a:lnTo>
                <a:lnTo>
                  <a:pt x="538589" y="40503"/>
                </a:lnTo>
                <a:lnTo>
                  <a:pt x="538195" y="41094"/>
                </a:lnTo>
                <a:lnTo>
                  <a:pt x="537814" y="41696"/>
                </a:lnTo>
                <a:lnTo>
                  <a:pt x="537444" y="42311"/>
                </a:lnTo>
                <a:lnTo>
                  <a:pt x="537089" y="42937"/>
                </a:lnTo>
                <a:lnTo>
                  <a:pt x="536748" y="43573"/>
                </a:lnTo>
                <a:lnTo>
                  <a:pt x="536423" y="44220"/>
                </a:lnTo>
                <a:lnTo>
                  <a:pt x="536113" y="44877"/>
                </a:lnTo>
                <a:lnTo>
                  <a:pt x="535818" y="45545"/>
                </a:lnTo>
                <a:lnTo>
                  <a:pt x="535538" y="46223"/>
                </a:lnTo>
                <a:lnTo>
                  <a:pt x="535273" y="46911"/>
                </a:lnTo>
                <a:lnTo>
                  <a:pt x="535024" y="47610"/>
                </a:lnTo>
                <a:lnTo>
                  <a:pt x="534789" y="48320"/>
                </a:lnTo>
                <a:lnTo>
                  <a:pt x="534570" y="49040"/>
                </a:lnTo>
                <a:lnTo>
                  <a:pt x="534365" y="49770"/>
                </a:lnTo>
                <a:lnTo>
                  <a:pt x="534176" y="50511"/>
                </a:lnTo>
                <a:lnTo>
                  <a:pt x="534002" y="51262"/>
                </a:lnTo>
                <a:lnTo>
                  <a:pt x="533844" y="52024"/>
                </a:lnTo>
                <a:lnTo>
                  <a:pt x="533700" y="52796"/>
                </a:lnTo>
                <a:lnTo>
                  <a:pt x="533571" y="53579"/>
                </a:lnTo>
                <a:lnTo>
                  <a:pt x="533458" y="54372"/>
                </a:lnTo>
                <a:lnTo>
                  <a:pt x="533359" y="55175"/>
                </a:lnTo>
                <a:lnTo>
                  <a:pt x="533276" y="55989"/>
                </a:lnTo>
                <a:lnTo>
                  <a:pt x="533208" y="56814"/>
                </a:lnTo>
                <a:lnTo>
                  <a:pt x="533155" y="57649"/>
                </a:lnTo>
                <a:lnTo>
                  <a:pt x="533117" y="58494"/>
                </a:lnTo>
                <a:lnTo>
                  <a:pt x="533095" y="59350"/>
                </a:lnTo>
                <a:lnTo>
                  <a:pt x="533087" y="60216"/>
                </a:lnTo>
                <a:lnTo>
                  <a:pt x="533087" y="83988"/>
                </a:lnTo>
                <a:lnTo>
                  <a:pt x="533095" y="84842"/>
                </a:lnTo>
                <a:lnTo>
                  <a:pt x="533117" y="85685"/>
                </a:lnTo>
                <a:lnTo>
                  <a:pt x="533155" y="86520"/>
                </a:lnTo>
                <a:lnTo>
                  <a:pt x="533208" y="87345"/>
                </a:lnTo>
                <a:lnTo>
                  <a:pt x="533276" y="88160"/>
                </a:lnTo>
                <a:lnTo>
                  <a:pt x="533359" y="88965"/>
                </a:lnTo>
                <a:lnTo>
                  <a:pt x="533458" y="89761"/>
                </a:lnTo>
                <a:lnTo>
                  <a:pt x="533571" y="90547"/>
                </a:lnTo>
                <a:lnTo>
                  <a:pt x="533700" y="91324"/>
                </a:lnTo>
                <a:lnTo>
                  <a:pt x="533844" y="92090"/>
                </a:lnTo>
                <a:lnTo>
                  <a:pt x="534002" y="92848"/>
                </a:lnTo>
                <a:lnTo>
                  <a:pt x="534176" y="93595"/>
                </a:lnTo>
                <a:lnTo>
                  <a:pt x="534365" y="94333"/>
                </a:lnTo>
                <a:lnTo>
                  <a:pt x="534570" y="95062"/>
                </a:lnTo>
                <a:lnTo>
                  <a:pt x="534789" y="95781"/>
                </a:lnTo>
                <a:lnTo>
                  <a:pt x="535024" y="96490"/>
                </a:lnTo>
                <a:lnTo>
                  <a:pt x="535273" y="97189"/>
                </a:lnTo>
                <a:lnTo>
                  <a:pt x="535538" y="97879"/>
                </a:lnTo>
                <a:lnTo>
                  <a:pt x="535818" y="98559"/>
                </a:lnTo>
                <a:lnTo>
                  <a:pt x="536113" y="99230"/>
                </a:lnTo>
                <a:lnTo>
                  <a:pt x="536423" y="99891"/>
                </a:lnTo>
                <a:lnTo>
                  <a:pt x="536748" y="100542"/>
                </a:lnTo>
                <a:lnTo>
                  <a:pt x="537089" y="101184"/>
                </a:lnTo>
                <a:lnTo>
                  <a:pt x="537444" y="101816"/>
                </a:lnTo>
                <a:lnTo>
                  <a:pt x="537814" y="102437"/>
                </a:lnTo>
                <a:lnTo>
                  <a:pt x="538195" y="103046"/>
                </a:lnTo>
                <a:lnTo>
                  <a:pt x="538589" y="103642"/>
                </a:lnTo>
                <a:lnTo>
                  <a:pt x="538994" y="104226"/>
                </a:lnTo>
                <a:lnTo>
                  <a:pt x="539412" y="104798"/>
                </a:lnTo>
                <a:lnTo>
                  <a:pt x="539842" y="105357"/>
                </a:lnTo>
                <a:lnTo>
                  <a:pt x="540284" y="105904"/>
                </a:lnTo>
                <a:lnTo>
                  <a:pt x="540738" y="106438"/>
                </a:lnTo>
                <a:lnTo>
                  <a:pt x="541204" y="106960"/>
                </a:lnTo>
                <a:lnTo>
                  <a:pt x="541682" y="107470"/>
                </a:lnTo>
                <a:lnTo>
                  <a:pt x="542173" y="107967"/>
                </a:lnTo>
                <a:lnTo>
                  <a:pt x="542675" y="108452"/>
                </a:lnTo>
                <a:lnTo>
                  <a:pt x="543190" y="108924"/>
                </a:lnTo>
                <a:lnTo>
                  <a:pt x="543716" y="109384"/>
                </a:lnTo>
                <a:lnTo>
                  <a:pt x="544255" y="109832"/>
                </a:lnTo>
                <a:lnTo>
                  <a:pt x="544806" y="110267"/>
                </a:lnTo>
                <a:lnTo>
                  <a:pt x="545369" y="110690"/>
                </a:lnTo>
                <a:lnTo>
                  <a:pt x="545944" y="111101"/>
                </a:lnTo>
                <a:lnTo>
                  <a:pt x="546531" y="111499"/>
                </a:lnTo>
                <a:lnTo>
                  <a:pt x="547130" y="111885"/>
                </a:lnTo>
                <a:lnTo>
                  <a:pt x="547742" y="112258"/>
                </a:lnTo>
                <a:lnTo>
                  <a:pt x="548365" y="112619"/>
                </a:lnTo>
                <a:lnTo>
                  <a:pt x="549001" y="112968"/>
                </a:lnTo>
                <a:lnTo>
                  <a:pt x="549648" y="113304"/>
                </a:lnTo>
                <a:lnTo>
                  <a:pt x="550306" y="113627"/>
                </a:lnTo>
                <a:lnTo>
                  <a:pt x="550974" y="113937"/>
                </a:lnTo>
                <a:lnTo>
                  <a:pt x="551650" y="114232"/>
                </a:lnTo>
                <a:lnTo>
                  <a:pt x="552335" y="114514"/>
                </a:lnTo>
                <a:lnTo>
                  <a:pt x="553030" y="114783"/>
                </a:lnTo>
                <a:lnTo>
                  <a:pt x="553734" y="115037"/>
                </a:lnTo>
                <a:lnTo>
                  <a:pt x="554446" y="115278"/>
                </a:lnTo>
                <a:lnTo>
                  <a:pt x="555168" y="115505"/>
                </a:lnTo>
                <a:lnTo>
                  <a:pt x="555899" y="115718"/>
                </a:lnTo>
                <a:lnTo>
                  <a:pt x="556639" y="115917"/>
                </a:lnTo>
                <a:lnTo>
                  <a:pt x="557388" y="116103"/>
                </a:lnTo>
                <a:lnTo>
                  <a:pt x="558146" y="116275"/>
                </a:lnTo>
                <a:lnTo>
                  <a:pt x="558913" y="116433"/>
                </a:lnTo>
                <a:lnTo>
                  <a:pt x="559689" y="116577"/>
                </a:lnTo>
                <a:lnTo>
                  <a:pt x="560474" y="116708"/>
                </a:lnTo>
                <a:lnTo>
                  <a:pt x="561269" y="116825"/>
                </a:lnTo>
                <a:lnTo>
                  <a:pt x="562072" y="116928"/>
                </a:lnTo>
                <a:lnTo>
                  <a:pt x="562885" y="117017"/>
                </a:lnTo>
                <a:lnTo>
                  <a:pt x="563706" y="117093"/>
                </a:lnTo>
                <a:lnTo>
                  <a:pt x="564537" y="117155"/>
                </a:lnTo>
                <a:lnTo>
                  <a:pt x="565377" y="117203"/>
                </a:lnTo>
                <a:lnTo>
                  <a:pt x="566225" y="117237"/>
                </a:lnTo>
                <a:lnTo>
                  <a:pt x="567083" y="117258"/>
                </a:lnTo>
                <a:lnTo>
                  <a:pt x="567950" y="117265"/>
                </a:lnTo>
                <a:lnTo>
                  <a:pt x="569195" y="117251"/>
                </a:lnTo>
                <a:lnTo>
                  <a:pt x="570419" y="117209"/>
                </a:lnTo>
                <a:lnTo>
                  <a:pt x="571624" y="117139"/>
                </a:lnTo>
                <a:lnTo>
                  <a:pt x="572808" y="117040"/>
                </a:lnTo>
                <a:lnTo>
                  <a:pt x="573972" y="116914"/>
                </a:lnTo>
                <a:lnTo>
                  <a:pt x="575116" y="116760"/>
                </a:lnTo>
                <a:close/>
                <a:moveTo>
                  <a:pt x="974361" y="53550"/>
                </a:moveTo>
                <a:lnTo>
                  <a:pt x="974288" y="52466"/>
                </a:lnTo>
                <a:lnTo>
                  <a:pt x="974185" y="51404"/>
                </a:lnTo>
                <a:lnTo>
                  <a:pt x="974052" y="50362"/>
                </a:lnTo>
                <a:lnTo>
                  <a:pt x="973890" y="49342"/>
                </a:lnTo>
                <a:lnTo>
                  <a:pt x="973699" y="48342"/>
                </a:lnTo>
                <a:lnTo>
                  <a:pt x="973478" y="47363"/>
                </a:lnTo>
                <a:lnTo>
                  <a:pt x="973228" y="46405"/>
                </a:lnTo>
                <a:lnTo>
                  <a:pt x="972949" y="45468"/>
                </a:lnTo>
                <a:lnTo>
                  <a:pt x="972639" y="44552"/>
                </a:lnTo>
                <a:lnTo>
                  <a:pt x="972301" y="43657"/>
                </a:lnTo>
                <a:lnTo>
                  <a:pt x="971933" y="42783"/>
                </a:lnTo>
                <a:lnTo>
                  <a:pt x="971536" y="41929"/>
                </a:lnTo>
                <a:lnTo>
                  <a:pt x="971109" y="41097"/>
                </a:lnTo>
                <a:lnTo>
                  <a:pt x="970653" y="40285"/>
                </a:lnTo>
                <a:lnTo>
                  <a:pt x="970167" y="39495"/>
                </a:lnTo>
                <a:lnTo>
                  <a:pt x="969652" y="38725"/>
                </a:lnTo>
                <a:lnTo>
                  <a:pt x="969107" y="37976"/>
                </a:lnTo>
                <a:lnTo>
                  <a:pt x="968533" y="37249"/>
                </a:lnTo>
                <a:lnTo>
                  <a:pt x="967930" y="36542"/>
                </a:lnTo>
                <a:lnTo>
                  <a:pt x="967297" y="35856"/>
                </a:lnTo>
                <a:lnTo>
                  <a:pt x="966634" y="35191"/>
                </a:lnTo>
                <a:lnTo>
                  <a:pt x="965943" y="34546"/>
                </a:lnTo>
                <a:lnTo>
                  <a:pt x="965223" y="33926"/>
                </a:lnTo>
                <a:lnTo>
                  <a:pt x="964479" y="33331"/>
                </a:lnTo>
                <a:lnTo>
                  <a:pt x="963708" y="32764"/>
                </a:lnTo>
                <a:lnTo>
                  <a:pt x="962912" y="32222"/>
                </a:lnTo>
                <a:lnTo>
                  <a:pt x="962090" y="31707"/>
                </a:lnTo>
                <a:lnTo>
                  <a:pt x="961243" y="31218"/>
                </a:lnTo>
                <a:lnTo>
                  <a:pt x="960370" y="30756"/>
                </a:lnTo>
                <a:lnTo>
                  <a:pt x="959472" y="30320"/>
                </a:lnTo>
                <a:lnTo>
                  <a:pt x="958548" y="29911"/>
                </a:lnTo>
                <a:lnTo>
                  <a:pt x="957598" y="29528"/>
                </a:lnTo>
                <a:lnTo>
                  <a:pt x="956623" y="29171"/>
                </a:lnTo>
                <a:lnTo>
                  <a:pt x="955623" y="28841"/>
                </a:lnTo>
                <a:lnTo>
                  <a:pt x="954596" y="28537"/>
                </a:lnTo>
                <a:lnTo>
                  <a:pt x="953544" y="28260"/>
                </a:lnTo>
                <a:lnTo>
                  <a:pt x="952467" y="28009"/>
                </a:lnTo>
                <a:lnTo>
                  <a:pt x="951364" y="27785"/>
                </a:lnTo>
                <a:lnTo>
                  <a:pt x="950235" y="27586"/>
                </a:lnTo>
                <a:lnTo>
                  <a:pt x="949081" y="27415"/>
                </a:lnTo>
                <a:lnTo>
                  <a:pt x="947901" y="27269"/>
                </a:lnTo>
                <a:lnTo>
                  <a:pt x="946695" y="27151"/>
                </a:lnTo>
                <a:lnTo>
                  <a:pt x="945464" y="27058"/>
                </a:lnTo>
                <a:lnTo>
                  <a:pt x="944207" y="26992"/>
                </a:lnTo>
                <a:lnTo>
                  <a:pt x="942925" y="26953"/>
                </a:lnTo>
                <a:lnTo>
                  <a:pt x="941617" y="26939"/>
                </a:lnTo>
                <a:lnTo>
                  <a:pt x="940412" y="26951"/>
                </a:lnTo>
                <a:lnTo>
                  <a:pt x="939228" y="26986"/>
                </a:lnTo>
                <a:lnTo>
                  <a:pt x="938063" y="27045"/>
                </a:lnTo>
                <a:lnTo>
                  <a:pt x="936919" y="27126"/>
                </a:lnTo>
                <a:lnTo>
                  <a:pt x="935794" y="27232"/>
                </a:lnTo>
                <a:lnTo>
                  <a:pt x="934690" y="27360"/>
                </a:lnTo>
                <a:lnTo>
                  <a:pt x="933605" y="27512"/>
                </a:lnTo>
                <a:lnTo>
                  <a:pt x="932541" y="27688"/>
                </a:lnTo>
                <a:lnTo>
                  <a:pt x="931497" y="27886"/>
                </a:lnTo>
                <a:lnTo>
                  <a:pt x="930473" y="28108"/>
                </a:lnTo>
                <a:lnTo>
                  <a:pt x="929469" y="28354"/>
                </a:lnTo>
                <a:lnTo>
                  <a:pt x="928485" y="28623"/>
                </a:lnTo>
                <a:lnTo>
                  <a:pt x="927521" y="28915"/>
                </a:lnTo>
                <a:lnTo>
                  <a:pt x="926577" y="29231"/>
                </a:lnTo>
                <a:lnTo>
                  <a:pt x="925654" y="29570"/>
                </a:lnTo>
                <a:lnTo>
                  <a:pt x="924750" y="29932"/>
                </a:lnTo>
                <a:lnTo>
                  <a:pt x="923867" y="30318"/>
                </a:lnTo>
                <a:lnTo>
                  <a:pt x="923003" y="30727"/>
                </a:lnTo>
                <a:lnTo>
                  <a:pt x="922160" y="31160"/>
                </a:lnTo>
                <a:lnTo>
                  <a:pt x="921337" y="31616"/>
                </a:lnTo>
                <a:lnTo>
                  <a:pt x="920534" y="32095"/>
                </a:lnTo>
                <a:lnTo>
                  <a:pt x="919751" y="32598"/>
                </a:lnTo>
                <a:lnTo>
                  <a:pt x="918988" y="33124"/>
                </a:lnTo>
                <a:lnTo>
                  <a:pt x="918245" y="33674"/>
                </a:lnTo>
                <a:lnTo>
                  <a:pt x="917526" y="34241"/>
                </a:lnTo>
                <a:lnTo>
                  <a:pt x="916834" y="34821"/>
                </a:lnTo>
                <a:lnTo>
                  <a:pt x="916171" y="35413"/>
                </a:lnTo>
                <a:lnTo>
                  <a:pt x="915535" y="36017"/>
                </a:lnTo>
                <a:lnTo>
                  <a:pt x="914928" y="36634"/>
                </a:lnTo>
                <a:lnTo>
                  <a:pt x="914347" y="37264"/>
                </a:lnTo>
                <a:lnTo>
                  <a:pt x="913795" y="37905"/>
                </a:lnTo>
                <a:lnTo>
                  <a:pt x="913271" y="38559"/>
                </a:lnTo>
                <a:lnTo>
                  <a:pt x="912774" y="39226"/>
                </a:lnTo>
                <a:lnTo>
                  <a:pt x="912305" y="39905"/>
                </a:lnTo>
                <a:lnTo>
                  <a:pt x="911864" y="40596"/>
                </a:lnTo>
                <a:lnTo>
                  <a:pt x="911451" y="41299"/>
                </a:lnTo>
                <a:lnTo>
                  <a:pt x="911065" y="42015"/>
                </a:lnTo>
                <a:lnTo>
                  <a:pt x="910707" y="42744"/>
                </a:lnTo>
                <a:lnTo>
                  <a:pt x="910377" y="43484"/>
                </a:lnTo>
                <a:lnTo>
                  <a:pt x="910075" y="44238"/>
                </a:lnTo>
                <a:lnTo>
                  <a:pt x="909800" y="45003"/>
                </a:lnTo>
                <a:lnTo>
                  <a:pt x="909554" y="45781"/>
                </a:lnTo>
                <a:lnTo>
                  <a:pt x="909335" y="46571"/>
                </a:lnTo>
                <a:lnTo>
                  <a:pt x="909144" y="47374"/>
                </a:lnTo>
                <a:lnTo>
                  <a:pt x="908980" y="48189"/>
                </a:lnTo>
                <a:lnTo>
                  <a:pt x="908845" y="49017"/>
                </a:lnTo>
                <a:lnTo>
                  <a:pt x="908737" y="49856"/>
                </a:lnTo>
                <a:lnTo>
                  <a:pt x="908657" y="50709"/>
                </a:lnTo>
                <a:lnTo>
                  <a:pt x="922919" y="50709"/>
                </a:lnTo>
                <a:lnTo>
                  <a:pt x="922953" y="50264"/>
                </a:lnTo>
                <a:lnTo>
                  <a:pt x="923004" y="49827"/>
                </a:lnTo>
                <a:lnTo>
                  <a:pt x="923072" y="49399"/>
                </a:lnTo>
                <a:lnTo>
                  <a:pt x="923156" y="48979"/>
                </a:lnTo>
                <a:lnTo>
                  <a:pt x="923257" y="48567"/>
                </a:lnTo>
                <a:lnTo>
                  <a:pt x="923374" y="48163"/>
                </a:lnTo>
                <a:lnTo>
                  <a:pt x="923508" y="47768"/>
                </a:lnTo>
                <a:lnTo>
                  <a:pt x="923658" y="47381"/>
                </a:lnTo>
                <a:lnTo>
                  <a:pt x="923825" y="47002"/>
                </a:lnTo>
                <a:lnTo>
                  <a:pt x="924008" y="46632"/>
                </a:lnTo>
                <a:lnTo>
                  <a:pt x="924208" y="46269"/>
                </a:lnTo>
                <a:lnTo>
                  <a:pt x="924424" y="45915"/>
                </a:lnTo>
                <a:lnTo>
                  <a:pt x="924657" y="45570"/>
                </a:lnTo>
                <a:lnTo>
                  <a:pt x="924906" y="45232"/>
                </a:lnTo>
                <a:lnTo>
                  <a:pt x="925172" y="44903"/>
                </a:lnTo>
                <a:lnTo>
                  <a:pt x="925454" y="44582"/>
                </a:lnTo>
                <a:lnTo>
                  <a:pt x="925753" y="44269"/>
                </a:lnTo>
                <a:lnTo>
                  <a:pt x="926068" y="43965"/>
                </a:lnTo>
                <a:lnTo>
                  <a:pt x="926400" y="43668"/>
                </a:lnTo>
                <a:lnTo>
                  <a:pt x="926748" y="43380"/>
                </a:lnTo>
                <a:lnTo>
                  <a:pt x="927113" y="43100"/>
                </a:lnTo>
                <a:lnTo>
                  <a:pt x="927494" y="42829"/>
                </a:lnTo>
                <a:lnTo>
                  <a:pt x="927892" y="42566"/>
                </a:lnTo>
                <a:lnTo>
                  <a:pt x="928306" y="42311"/>
                </a:lnTo>
                <a:lnTo>
                  <a:pt x="928734" y="42065"/>
                </a:lnTo>
                <a:lnTo>
                  <a:pt x="929173" y="41830"/>
                </a:lnTo>
                <a:lnTo>
                  <a:pt x="929623" y="41605"/>
                </a:lnTo>
                <a:lnTo>
                  <a:pt x="930084" y="41391"/>
                </a:lnTo>
                <a:lnTo>
                  <a:pt x="930556" y="41187"/>
                </a:lnTo>
                <a:lnTo>
                  <a:pt x="931039" y="40994"/>
                </a:lnTo>
                <a:lnTo>
                  <a:pt x="931534" y="40811"/>
                </a:lnTo>
                <a:lnTo>
                  <a:pt x="932039" y="40638"/>
                </a:lnTo>
                <a:lnTo>
                  <a:pt x="932555" y="40476"/>
                </a:lnTo>
                <a:lnTo>
                  <a:pt x="933082" y="40325"/>
                </a:lnTo>
                <a:lnTo>
                  <a:pt x="933620" y="40184"/>
                </a:lnTo>
                <a:lnTo>
                  <a:pt x="934169" y="40053"/>
                </a:lnTo>
                <a:lnTo>
                  <a:pt x="934729" y="39933"/>
                </a:lnTo>
                <a:lnTo>
                  <a:pt x="935300" y="39823"/>
                </a:lnTo>
                <a:lnTo>
                  <a:pt x="935883" y="39724"/>
                </a:lnTo>
                <a:lnTo>
                  <a:pt x="936476" y="39635"/>
                </a:lnTo>
                <a:lnTo>
                  <a:pt x="937080" y="39556"/>
                </a:lnTo>
                <a:lnTo>
                  <a:pt x="937695" y="39488"/>
                </a:lnTo>
                <a:lnTo>
                  <a:pt x="938321" y="39431"/>
                </a:lnTo>
                <a:lnTo>
                  <a:pt x="938958" y="39384"/>
                </a:lnTo>
                <a:lnTo>
                  <a:pt x="939607" y="39347"/>
                </a:lnTo>
                <a:lnTo>
                  <a:pt x="940266" y="39321"/>
                </a:lnTo>
                <a:lnTo>
                  <a:pt x="940936" y="39306"/>
                </a:lnTo>
                <a:lnTo>
                  <a:pt x="941617" y="39300"/>
                </a:lnTo>
                <a:lnTo>
                  <a:pt x="942388" y="39308"/>
                </a:lnTo>
                <a:lnTo>
                  <a:pt x="943143" y="39329"/>
                </a:lnTo>
                <a:lnTo>
                  <a:pt x="943881" y="39366"/>
                </a:lnTo>
                <a:lnTo>
                  <a:pt x="944602" y="39417"/>
                </a:lnTo>
                <a:lnTo>
                  <a:pt x="945307" y="39483"/>
                </a:lnTo>
                <a:lnTo>
                  <a:pt x="945995" y="39563"/>
                </a:lnTo>
                <a:lnTo>
                  <a:pt x="946667" y="39658"/>
                </a:lnTo>
                <a:lnTo>
                  <a:pt x="947323" y="39767"/>
                </a:lnTo>
                <a:lnTo>
                  <a:pt x="947961" y="39891"/>
                </a:lnTo>
                <a:lnTo>
                  <a:pt x="948584" y="40029"/>
                </a:lnTo>
                <a:lnTo>
                  <a:pt x="949189" y="40183"/>
                </a:lnTo>
                <a:lnTo>
                  <a:pt x="949779" y="40350"/>
                </a:lnTo>
                <a:lnTo>
                  <a:pt x="950352" y="40533"/>
                </a:lnTo>
                <a:lnTo>
                  <a:pt x="950908" y="40729"/>
                </a:lnTo>
                <a:lnTo>
                  <a:pt x="951448" y="40941"/>
                </a:lnTo>
                <a:lnTo>
                  <a:pt x="951971" y="41167"/>
                </a:lnTo>
                <a:lnTo>
                  <a:pt x="952478" y="41408"/>
                </a:lnTo>
                <a:lnTo>
                  <a:pt x="952968" y="41663"/>
                </a:lnTo>
                <a:lnTo>
                  <a:pt x="953441" y="41933"/>
                </a:lnTo>
                <a:lnTo>
                  <a:pt x="953899" y="42217"/>
                </a:lnTo>
                <a:lnTo>
                  <a:pt x="954339" y="42516"/>
                </a:lnTo>
                <a:lnTo>
                  <a:pt x="954763" y="42830"/>
                </a:lnTo>
                <a:lnTo>
                  <a:pt x="955171" y="43158"/>
                </a:lnTo>
                <a:lnTo>
                  <a:pt x="955562" y="43500"/>
                </a:lnTo>
                <a:lnTo>
                  <a:pt x="955937" y="43858"/>
                </a:lnTo>
                <a:lnTo>
                  <a:pt x="956296" y="44230"/>
                </a:lnTo>
                <a:lnTo>
                  <a:pt x="956639" y="44618"/>
                </a:lnTo>
                <a:lnTo>
                  <a:pt x="956967" y="45021"/>
                </a:lnTo>
                <a:lnTo>
                  <a:pt x="957278" y="45439"/>
                </a:lnTo>
                <a:lnTo>
                  <a:pt x="957573" y="45872"/>
                </a:lnTo>
                <a:lnTo>
                  <a:pt x="957852" y="46320"/>
                </a:lnTo>
                <a:lnTo>
                  <a:pt x="958116" y="46783"/>
                </a:lnTo>
                <a:lnTo>
                  <a:pt x="958363" y="47262"/>
                </a:lnTo>
                <a:lnTo>
                  <a:pt x="958595" y="47755"/>
                </a:lnTo>
                <a:lnTo>
                  <a:pt x="958810" y="48264"/>
                </a:lnTo>
                <a:lnTo>
                  <a:pt x="959010" y="48788"/>
                </a:lnTo>
                <a:lnTo>
                  <a:pt x="959193" y="49327"/>
                </a:lnTo>
                <a:lnTo>
                  <a:pt x="959361" y="49881"/>
                </a:lnTo>
                <a:lnTo>
                  <a:pt x="959512" y="50451"/>
                </a:lnTo>
                <a:lnTo>
                  <a:pt x="959648" y="51035"/>
                </a:lnTo>
                <a:lnTo>
                  <a:pt x="959768" y="51635"/>
                </a:lnTo>
                <a:lnTo>
                  <a:pt x="959871" y="52249"/>
                </a:lnTo>
                <a:lnTo>
                  <a:pt x="959959" y="52879"/>
                </a:lnTo>
                <a:lnTo>
                  <a:pt x="960031" y="53524"/>
                </a:lnTo>
                <a:lnTo>
                  <a:pt x="960087" y="54184"/>
                </a:lnTo>
                <a:lnTo>
                  <a:pt x="960127" y="54860"/>
                </a:lnTo>
                <a:lnTo>
                  <a:pt x="960151" y="55550"/>
                </a:lnTo>
                <a:lnTo>
                  <a:pt x="960159" y="56256"/>
                </a:lnTo>
                <a:lnTo>
                  <a:pt x="960159" y="63070"/>
                </a:lnTo>
                <a:lnTo>
                  <a:pt x="933219" y="63070"/>
                </a:lnTo>
                <a:lnTo>
                  <a:pt x="932523" y="63075"/>
                </a:lnTo>
                <a:lnTo>
                  <a:pt x="931833" y="63093"/>
                </a:lnTo>
                <a:lnTo>
                  <a:pt x="931150" y="63123"/>
                </a:lnTo>
                <a:lnTo>
                  <a:pt x="930473" y="63164"/>
                </a:lnTo>
                <a:lnTo>
                  <a:pt x="929803" y="63217"/>
                </a:lnTo>
                <a:lnTo>
                  <a:pt x="929139" y="63282"/>
                </a:lnTo>
                <a:lnTo>
                  <a:pt x="928482" y="63359"/>
                </a:lnTo>
                <a:lnTo>
                  <a:pt x="927832" y="63448"/>
                </a:lnTo>
                <a:lnTo>
                  <a:pt x="927188" y="63549"/>
                </a:lnTo>
                <a:lnTo>
                  <a:pt x="926551" y="63661"/>
                </a:lnTo>
                <a:lnTo>
                  <a:pt x="925921" y="63785"/>
                </a:lnTo>
                <a:lnTo>
                  <a:pt x="925297" y="63921"/>
                </a:lnTo>
                <a:lnTo>
                  <a:pt x="924679" y="64069"/>
                </a:lnTo>
                <a:lnTo>
                  <a:pt x="924069" y="64229"/>
                </a:lnTo>
                <a:lnTo>
                  <a:pt x="923465" y="64400"/>
                </a:lnTo>
                <a:lnTo>
                  <a:pt x="922867" y="64584"/>
                </a:lnTo>
                <a:lnTo>
                  <a:pt x="922276" y="64779"/>
                </a:lnTo>
                <a:lnTo>
                  <a:pt x="921692" y="64986"/>
                </a:lnTo>
                <a:lnTo>
                  <a:pt x="921114" y="65205"/>
                </a:lnTo>
                <a:lnTo>
                  <a:pt x="920543" y="65436"/>
                </a:lnTo>
                <a:lnTo>
                  <a:pt x="919978" y="65678"/>
                </a:lnTo>
                <a:lnTo>
                  <a:pt x="919420" y="65932"/>
                </a:lnTo>
                <a:lnTo>
                  <a:pt x="918869" y="66199"/>
                </a:lnTo>
                <a:lnTo>
                  <a:pt x="918324" y="66477"/>
                </a:lnTo>
                <a:lnTo>
                  <a:pt x="917788" y="66765"/>
                </a:lnTo>
                <a:lnTo>
                  <a:pt x="917261" y="67063"/>
                </a:lnTo>
                <a:lnTo>
                  <a:pt x="916745" y="67369"/>
                </a:lnTo>
                <a:lnTo>
                  <a:pt x="916238" y="67685"/>
                </a:lnTo>
                <a:lnTo>
                  <a:pt x="915741" y="68010"/>
                </a:lnTo>
                <a:lnTo>
                  <a:pt x="915254" y="68344"/>
                </a:lnTo>
                <a:lnTo>
                  <a:pt x="914777" y="68687"/>
                </a:lnTo>
                <a:lnTo>
                  <a:pt x="914310" y="69039"/>
                </a:lnTo>
                <a:lnTo>
                  <a:pt x="913852" y="69400"/>
                </a:lnTo>
                <a:lnTo>
                  <a:pt x="913405" y="69770"/>
                </a:lnTo>
                <a:lnTo>
                  <a:pt x="912967" y="70149"/>
                </a:lnTo>
                <a:lnTo>
                  <a:pt x="912540" y="70538"/>
                </a:lnTo>
                <a:lnTo>
                  <a:pt x="912122" y="70935"/>
                </a:lnTo>
                <a:lnTo>
                  <a:pt x="911714" y="71342"/>
                </a:lnTo>
                <a:lnTo>
                  <a:pt x="911316" y="71757"/>
                </a:lnTo>
                <a:lnTo>
                  <a:pt x="910928" y="72182"/>
                </a:lnTo>
                <a:lnTo>
                  <a:pt x="910550" y="72616"/>
                </a:lnTo>
                <a:lnTo>
                  <a:pt x="910182" y="73059"/>
                </a:lnTo>
                <a:lnTo>
                  <a:pt x="909824" y="73511"/>
                </a:lnTo>
                <a:lnTo>
                  <a:pt x="909475" y="73972"/>
                </a:lnTo>
                <a:lnTo>
                  <a:pt x="909137" y="74442"/>
                </a:lnTo>
                <a:lnTo>
                  <a:pt x="908808" y="74921"/>
                </a:lnTo>
                <a:lnTo>
                  <a:pt x="908490" y="75409"/>
                </a:lnTo>
                <a:lnTo>
                  <a:pt x="908181" y="75907"/>
                </a:lnTo>
                <a:lnTo>
                  <a:pt x="907883" y="76412"/>
                </a:lnTo>
                <a:lnTo>
                  <a:pt x="907599" y="76925"/>
                </a:lnTo>
                <a:lnTo>
                  <a:pt x="907327" y="77444"/>
                </a:lnTo>
                <a:lnTo>
                  <a:pt x="907067" y="77971"/>
                </a:lnTo>
                <a:lnTo>
                  <a:pt x="906821" y="78505"/>
                </a:lnTo>
                <a:lnTo>
                  <a:pt x="906587" y="79046"/>
                </a:lnTo>
                <a:lnTo>
                  <a:pt x="906365" y="79594"/>
                </a:lnTo>
                <a:lnTo>
                  <a:pt x="906156" y="80150"/>
                </a:lnTo>
                <a:lnTo>
                  <a:pt x="905960" y="80712"/>
                </a:lnTo>
                <a:lnTo>
                  <a:pt x="905777" y="81282"/>
                </a:lnTo>
                <a:lnTo>
                  <a:pt x="905606" y="81859"/>
                </a:lnTo>
                <a:lnTo>
                  <a:pt x="905448" y="82443"/>
                </a:lnTo>
                <a:lnTo>
                  <a:pt x="905302" y="83034"/>
                </a:lnTo>
                <a:lnTo>
                  <a:pt x="905169" y="83632"/>
                </a:lnTo>
                <a:lnTo>
                  <a:pt x="905049" y="84238"/>
                </a:lnTo>
                <a:lnTo>
                  <a:pt x="904942" y="84850"/>
                </a:lnTo>
                <a:lnTo>
                  <a:pt x="904847" y="85470"/>
                </a:lnTo>
                <a:lnTo>
                  <a:pt x="904765" y="86097"/>
                </a:lnTo>
                <a:lnTo>
                  <a:pt x="904695" y="86731"/>
                </a:lnTo>
                <a:lnTo>
                  <a:pt x="904638" y="87372"/>
                </a:lnTo>
                <a:lnTo>
                  <a:pt x="904594" y="88021"/>
                </a:lnTo>
                <a:lnTo>
                  <a:pt x="904562" y="88676"/>
                </a:lnTo>
                <a:lnTo>
                  <a:pt x="904543" y="89339"/>
                </a:lnTo>
                <a:lnTo>
                  <a:pt x="904537" y="90009"/>
                </a:lnTo>
                <a:lnTo>
                  <a:pt x="904551" y="91018"/>
                </a:lnTo>
                <a:lnTo>
                  <a:pt x="904592" y="92010"/>
                </a:lnTo>
                <a:lnTo>
                  <a:pt x="904661" y="92986"/>
                </a:lnTo>
                <a:lnTo>
                  <a:pt x="904757" y="93946"/>
                </a:lnTo>
                <a:lnTo>
                  <a:pt x="904881" y="94890"/>
                </a:lnTo>
                <a:lnTo>
                  <a:pt x="905032" y="95817"/>
                </a:lnTo>
                <a:lnTo>
                  <a:pt x="905211" y="96729"/>
                </a:lnTo>
                <a:lnTo>
                  <a:pt x="905417" y="97624"/>
                </a:lnTo>
                <a:lnTo>
                  <a:pt x="905651" y="98503"/>
                </a:lnTo>
                <a:lnTo>
                  <a:pt x="905912" y="99365"/>
                </a:lnTo>
                <a:lnTo>
                  <a:pt x="906201" y="100212"/>
                </a:lnTo>
                <a:lnTo>
                  <a:pt x="906518" y="101042"/>
                </a:lnTo>
                <a:lnTo>
                  <a:pt x="906862" y="101856"/>
                </a:lnTo>
                <a:lnTo>
                  <a:pt x="907233" y="102653"/>
                </a:lnTo>
                <a:lnTo>
                  <a:pt x="907632" y="103435"/>
                </a:lnTo>
                <a:lnTo>
                  <a:pt x="908059" y="104200"/>
                </a:lnTo>
                <a:lnTo>
                  <a:pt x="908512" y="104949"/>
                </a:lnTo>
                <a:lnTo>
                  <a:pt x="908994" y="105682"/>
                </a:lnTo>
                <a:lnTo>
                  <a:pt x="909503" y="106398"/>
                </a:lnTo>
                <a:lnTo>
                  <a:pt x="910039" y="107099"/>
                </a:lnTo>
                <a:lnTo>
                  <a:pt x="910604" y="107783"/>
                </a:lnTo>
                <a:lnTo>
                  <a:pt x="911195" y="108451"/>
                </a:lnTo>
                <a:lnTo>
                  <a:pt x="911814" y="109102"/>
                </a:lnTo>
                <a:lnTo>
                  <a:pt x="912461" y="109738"/>
                </a:lnTo>
                <a:lnTo>
                  <a:pt x="913131" y="110352"/>
                </a:lnTo>
                <a:lnTo>
                  <a:pt x="913820" y="110940"/>
                </a:lnTo>
                <a:lnTo>
                  <a:pt x="914528" y="111502"/>
                </a:lnTo>
                <a:lnTo>
                  <a:pt x="915256" y="112038"/>
                </a:lnTo>
                <a:lnTo>
                  <a:pt x="916003" y="112547"/>
                </a:lnTo>
                <a:lnTo>
                  <a:pt x="916769" y="113031"/>
                </a:lnTo>
                <a:lnTo>
                  <a:pt x="917555" y="113488"/>
                </a:lnTo>
                <a:lnTo>
                  <a:pt x="918359" y="113919"/>
                </a:lnTo>
                <a:lnTo>
                  <a:pt x="919183" y="114325"/>
                </a:lnTo>
                <a:lnTo>
                  <a:pt x="920027" y="114704"/>
                </a:lnTo>
                <a:lnTo>
                  <a:pt x="920889" y="115056"/>
                </a:lnTo>
                <a:lnTo>
                  <a:pt x="921771" y="115383"/>
                </a:lnTo>
                <a:lnTo>
                  <a:pt x="922672" y="115684"/>
                </a:lnTo>
                <a:lnTo>
                  <a:pt x="923592" y="115958"/>
                </a:lnTo>
                <a:lnTo>
                  <a:pt x="924531" y="116206"/>
                </a:lnTo>
                <a:lnTo>
                  <a:pt x="925490" y="116429"/>
                </a:lnTo>
                <a:lnTo>
                  <a:pt x="926468" y="116625"/>
                </a:lnTo>
                <a:lnTo>
                  <a:pt x="927465" y="116794"/>
                </a:lnTo>
                <a:lnTo>
                  <a:pt x="928482" y="116938"/>
                </a:lnTo>
                <a:lnTo>
                  <a:pt x="929518" y="117056"/>
                </a:lnTo>
                <a:lnTo>
                  <a:pt x="930573" y="117147"/>
                </a:lnTo>
                <a:lnTo>
                  <a:pt x="931647" y="117213"/>
                </a:lnTo>
                <a:lnTo>
                  <a:pt x="932740" y="117252"/>
                </a:lnTo>
                <a:lnTo>
                  <a:pt x="933853" y="117265"/>
                </a:lnTo>
                <a:lnTo>
                  <a:pt x="934536" y="117261"/>
                </a:lnTo>
                <a:lnTo>
                  <a:pt x="935210" y="117247"/>
                </a:lnTo>
                <a:lnTo>
                  <a:pt x="935876" y="117225"/>
                </a:lnTo>
                <a:lnTo>
                  <a:pt x="936534" y="117195"/>
                </a:lnTo>
                <a:lnTo>
                  <a:pt x="937183" y="117155"/>
                </a:lnTo>
                <a:lnTo>
                  <a:pt x="937825" y="117107"/>
                </a:lnTo>
                <a:lnTo>
                  <a:pt x="938458" y="117049"/>
                </a:lnTo>
                <a:lnTo>
                  <a:pt x="939083" y="116983"/>
                </a:lnTo>
                <a:lnTo>
                  <a:pt x="939699" y="116909"/>
                </a:lnTo>
                <a:lnTo>
                  <a:pt x="940308" y="116825"/>
                </a:lnTo>
                <a:lnTo>
                  <a:pt x="940908" y="116733"/>
                </a:lnTo>
                <a:lnTo>
                  <a:pt x="941499" y="116631"/>
                </a:lnTo>
                <a:lnTo>
                  <a:pt x="942083" y="116521"/>
                </a:lnTo>
                <a:lnTo>
                  <a:pt x="942658" y="116403"/>
                </a:lnTo>
                <a:lnTo>
                  <a:pt x="943225" y="116275"/>
                </a:lnTo>
                <a:lnTo>
                  <a:pt x="943784" y="116139"/>
                </a:lnTo>
                <a:lnTo>
                  <a:pt x="944335" y="115993"/>
                </a:lnTo>
                <a:lnTo>
                  <a:pt x="944877" y="115839"/>
                </a:lnTo>
                <a:lnTo>
                  <a:pt x="945411" y="115677"/>
                </a:lnTo>
                <a:lnTo>
                  <a:pt x="945937" y="115505"/>
                </a:lnTo>
                <a:lnTo>
                  <a:pt x="946454" y="115325"/>
                </a:lnTo>
                <a:lnTo>
                  <a:pt x="946964" y="115136"/>
                </a:lnTo>
                <a:lnTo>
                  <a:pt x="947465" y="114938"/>
                </a:lnTo>
                <a:lnTo>
                  <a:pt x="947957" y="114731"/>
                </a:lnTo>
                <a:lnTo>
                  <a:pt x="948441" y="114516"/>
                </a:lnTo>
                <a:lnTo>
                  <a:pt x="948916" y="114294"/>
                </a:lnTo>
                <a:lnTo>
                  <a:pt x="949381" y="114065"/>
                </a:lnTo>
                <a:lnTo>
                  <a:pt x="949837" y="113828"/>
                </a:lnTo>
                <a:lnTo>
                  <a:pt x="950284" y="113585"/>
                </a:lnTo>
                <a:lnTo>
                  <a:pt x="950721" y="113334"/>
                </a:lnTo>
                <a:lnTo>
                  <a:pt x="951149" y="113076"/>
                </a:lnTo>
                <a:lnTo>
                  <a:pt x="951567" y="112811"/>
                </a:lnTo>
                <a:lnTo>
                  <a:pt x="951976" y="112539"/>
                </a:lnTo>
                <a:lnTo>
                  <a:pt x="952376" y="112260"/>
                </a:lnTo>
                <a:lnTo>
                  <a:pt x="952766" y="111973"/>
                </a:lnTo>
                <a:lnTo>
                  <a:pt x="953147" y="111680"/>
                </a:lnTo>
                <a:lnTo>
                  <a:pt x="953519" y="111379"/>
                </a:lnTo>
                <a:lnTo>
                  <a:pt x="953881" y="111071"/>
                </a:lnTo>
                <a:lnTo>
                  <a:pt x="954234" y="110756"/>
                </a:lnTo>
                <a:lnTo>
                  <a:pt x="954577" y="110434"/>
                </a:lnTo>
                <a:lnTo>
                  <a:pt x="954912" y="110105"/>
                </a:lnTo>
                <a:lnTo>
                  <a:pt x="955236" y="109769"/>
                </a:lnTo>
                <a:lnTo>
                  <a:pt x="955552" y="109425"/>
                </a:lnTo>
                <a:lnTo>
                  <a:pt x="955858" y="109074"/>
                </a:lnTo>
                <a:lnTo>
                  <a:pt x="956155" y="108716"/>
                </a:lnTo>
                <a:lnTo>
                  <a:pt x="956442" y="108351"/>
                </a:lnTo>
                <a:lnTo>
                  <a:pt x="956720" y="107979"/>
                </a:lnTo>
                <a:lnTo>
                  <a:pt x="956989" y="107600"/>
                </a:lnTo>
                <a:lnTo>
                  <a:pt x="957247" y="107214"/>
                </a:lnTo>
                <a:lnTo>
                  <a:pt x="957495" y="106822"/>
                </a:lnTo>
                <a:lnTo>
                  <a:pt x="957732" y="106424"/>
                </a:lnTo>
                <a:lnTo>
                  <a:pt x="957957" y="106019"/>
                </a:lnTo>
                <a:lnTo>
                  <a:pt x="958172" y="105609"/>
                </a:lnTo>
                <a:lnTo>
                  <a:pt x="958376" y="105193"/>
                </a:lnTo>
                <a:lnTo>
                  <a:pt x="958568" y="104771"/>
                </a:lnTo>
                <a:lnTo>
                  <a:pt x="958750" y="104342"/>
                </a:lnTo>
                <a:lnTo>
                  <a:pt x="958920" y="103908"/>
                </a:lnTo>
                <a:lnTo>
                  <a:pt x="959080" y="103467"/>
                </a:lnTo>
                <a:lnTo>
                  <a:pt x="959229" y="103021"/>
                </a:lnTo>
                <a:lnTo>
                  <a:pt x="959366" y="102568"/>
                </a:lnTo>
                <a:lnTo>
                  <a:pt x="959493" y="102109"/>
                </a:lnTo>
                <a:lnTo>
                  <a:pt x="959608" y="101645"/>
                </a:lnTo>
                <a:lnTo>
                  <a:pt x="959713" y="101174"/>
                </a:lnTo>
                <a:lnTo>
                  <a:pt x="959807" y="100697"/>
                </a:lnTo>
                <a:lnTo>
                  <a:pt x="959889" y="100215"/>
                </a:lnTo>
                <a:lnTo>
                  <a:pt x="959945" y="99833"/>
                </a:lnTo>
                <a:lnTo>
                  <a:pt x="960318" y="99833"/>
                </a:lnTo>
                <a:lnTo>
                  <a:pt x="960318" y="115681"/>
                </a:lnTo>
                <a:lnTo>
                  <a:pt x="974420" y="115681"/>
                </a:lnTo>
                <a:lnTo>
                  <a:pt x="974420" y="55779"/>
                </a:lnTo>
                <a:lnTo>
                  <a:pt x="974406" y="54654"/>
                </a:lnTo>
                <a:lnTo>
                  <a:pt x="974361" y="53550"/>
                </a:lnTo>
                <a:close/>
                <a:moveTo>
                  <a:pt x="933294" y="104961"/>
                </a:moveTo>
                <a:lnTo>
                  <a:pt x="932665" y="104866"/>
                </a:lnTo>
                <a:lnTo>
                  <a:pt x="932049" y="104756"/>
                </a:lnTo>
                <a:lnTo>
                  <a:pt x="931445" y="104632"/>
                </a:lnTo>
                <a:lnTo>
                  <a:pt x="930855" y="104494"/>
                </a:lnTo>
                <a:lnTo>
                  <a:pt x="930278" y="104341"/>
                </a:lnTo>
                <a:lnTo>
                  <a:pt x="929713" y="104173"/>
                </a:lnTo>
                <a:lnTo>
                  <a:pt x="929162" y="103991"/>
                </a:lnTo>
                <a:lnTo>
                  <a:pt x="928623" y="103794"/>
                </a:lnTo>
                <a:lnTo>
                  <a:pt x="928098" y="103582"/>
                </a:lnTo>
                <a:lnTo>
                  <a:pt x="927585" y="103356"/>
                </a:lnTo>
                <a:lnTo>
                  <a:pt x="927085" y="103116"/>
                </a:lnTo>
                <a:lnTo>
                  <a:pt x="926598" y="102861"/>
                </a:lnTo>
                <a:lnTo>
                  <a:pt x="926124" y="102591"/>
                </a:lnTo>
                <a:lnTo>
                  <a:pt x="925663" y="102306"/>
                </a:lnTo>
                <a:lnTo>
                  <a:pt x="925215" y="102007"/>
                </a:lnTo>
                <a:lnTo>
                  <a:pt x="924780" y="101694"/>
                </a:lnTo>
                <a:lnTo>
                  <a:pt x="924358" y="101366"/>
                </a:lnTo>
                <a:lnTo>
                  <a:pt x="923949" y="101023"/>
                </a:lnTo>
                <a:lnTo>
                  <a:pt x="923554" y="100668"/>
                </a:lnTo>
                <a:lnTo>
                  <a:pt x="923177" y="100302"/>
                </a:lnTo>
                <a:lnTo>
                  <a:pt x="922816" y="99925"/>
                </a:lnTo>
                <a:lnTo>
                  <a:pt x="922472" y="99537"/>
                </a:lnTo>
                <a:lnTo>
                  <a:pt x="922145" y="99139"/>
                </a:lnTo>
                <a:lnTo>
                  <a:pt x="921834" y="98730"/>
                </a:lnTo>
                <a:lnTo>
                  <a:pt x="921540" y="98310"/>
                </a:lnTo>
                <a:lnTo>
                  <a:pt x="921263" y="97880"/>
                </a:lnTo>
                <a:lnTo>
                  <a:pt x="921003" y="97439"/>
                </a:lnTo>
                <a:lnTo>
                  <a:pt x="920760" y="96987"/>
                </a:lnTo>
                <a:lnTo>
                  <a:pt x="920533" y="96524"/>
                </a:lnTo>
                <a:lnTo>
                  <a:pt x="920324" y="96051"/>
                </a:lnTo>
                <a:lnTo>
                  <a:pt x="920131" y="95567"/>
                </a:lnTo>
                <a:lnTo>
                  <a:pt x="919954" y="95072"/>
                </a:lnTo>
                <a:lnTo>
                  <a:pt x="919795" y="94567"/>
                </a:lnTo>
                <a:lnTo>
                  <a:pt x="919652" y="94050"/>
                </a:lnTo>
                <a:lnTo>
                  <a:pt x="919526" y="93524"/>
                </a:lnTo>
                <a:lnTo>
                  <a:pt x="919417" y="92986"/>
                </a:lnTo>
                <a:lnTo>
                  <a:pt x="919325" y="92438"/>
                </a:lnTo>
                <a:lnTo>
                  <a:pt x="919249" y="91878"/>
                </a:lnTo>
                <a:lnTo>
                  <a:pt x="919191" y="91309"/>
                </a:lnTo>
                <a:lnTo>
                  <a:pt x="919149" y="90728"/>
                </a:lnTo>
                <a:lnTo>
                  <a:pt x="919123" y="90137"/>
                </a:lnTo>
                <a:lnTo>
                  <a:pt x="919115" y="89535"/>
                </a:lnTo>
                <a:lnTo>
                  <a:pt x="919123" y="88959"/>
                </a:lnTo>
                <a:lnTo>
                  <a:pt x="919145" y="88392"/>
                </a:lnTo>
                <a:lnTo>
                  <a:pt x="919183" y="87835"/>
                </a:lnTo>
                <a:lnTo>
                  <a:pt x="919236" y="87287"/>
                </a:lnTo>
                <a:lnTo>
                  <a:pt x="919304" y="86750"/>
                </a:lnTo>
                <a:lnTo>
                  <a:pt x="919387" y="86222"/>
                </a:lnTo>
                <a:lnTo>
                  <a:pt x="919486" y="85703"/>
                </a:lnTo>
                <a:lnTo>
                  <a:pt x="919599" y="85194"/>
                </a:lnTo>
                <a:lnTo>
                  <a:pt x="919728" y="84695"/>
                </a:lnTo>
                <a:lnTo>
                  <a:pt x="919872" y="84206"/>
                </a:lnTo>
                <a:lnTo>
                  <a:pt x="920030" y="83726"/>
                </a:lnTo>
                <a:lnTo>
                  <a:pt x="920204" y="83255"/>
                </a:lnTo>
                <a:lnTo>
                  <a:pt x="920394" y="82795"/>
                </a:lnTo>
                <a:lnTo>
                  <a:pt x="920598" y="82344"/>
                </a:lnTo>
                <a:lnTo>
                  <a:pt x="920817" y="81902"/>
                </a:lnTo>
                <a:lnTo>
                  <a:pt x="921052" y="81471"/>
                </a:lnTo>
                <a:lnTo>
                  <a:pt x="921301" y="81048"/>
                </a:lnTo>
                <a:lnTo>
                  <a:pt x="921566" y="80636"/>
                </a:lnTo>
                <a:lnTo>
                  <a:pt x="921846" y="80233"/>
                </a:lnTo>
                <a:lnTo>
                  <a:pt x="922141" y="79840"/>
                </a:lnTo>
                <a:lnTo>
                  <a:pt x="922451" y="79456"/>
                </a:lnTo>
                <a:lnTo>
                  <a:pt x="922776" y="79082"/>
                </a:lnTo>
                <a:lnTo>
                  <a:pt x="923117" y="78718"/>
                </a:lnTo>
                <a:lnTo>
                  <a:pt x="923472" y="78364"/>
                </a:lnTo>
                <a:lnTo>
                  <a:pt x="923840" y="78021"/>
                </a:lnTo>
                <a:lnTo>
                  <a:pt x="924217" y="77693"/>
                </a:lnTo>
                <a:lnTo>
                  <a:pt x="924603" y="77379"/>
                </a:lnTo>
                <a:lnTo>
                  <a:pt x="924998" y="77080"/>
                </a:lnTo>
                <a:lnTo>
                  <a:pt x="925402" y="76796"/>
                </a:lnTo>
                <a:lnTo>
                  <a:pt x="925815" y="76526"/>
                </a:lnTo>
                <a:lnTo>
                  <a:pt x="926238" y="76271"/>
                </a:lnTo>
                <a:lnTo>
                  <a:pt x="926669" y="76030"/>
                </a:lnTo>
                <a:lnTo>
                  <a:pt x="927109" y="75804"/>
                </a:lnTo>
                <a:lnTo>
                  <a:pt x="927559" y="75593"/>
                </a:lnTo>
                <a:lnTo>
                  <a:pt x="928017" y="75396"/>
                </a:lnTo>
                <a:lnTo>
                  <a:pt x="928485" y="75214"/>
                </a:lnTo>
                <a:lnTo>
                  <a:pt x="928962" y="75046"/>
                </a:lnTo>
                <a:lnTo>
                  <a:pt x="929447" y="74893"/>
                </a:lnTo>
                <a:lnTo>
                  <a:pt x="929942" y="74754"/>
                </a:lnTo>
                <a:lnTo>
                  <a:pt x="930446" y="74630"/>
                </a:lnTo>
                <a:lnTo>
                  <a:pt x="930959" y="74521"/>
                </a:lnTo>
                <a:lnTo>
                  <a:pt x="931481" y="74426"/>
                </a:lnTo>
                <a:lnTo>
                  <a:pt x="932012" y="74346"/>
                </a:lnTo>
                <a:lnTo>
                  <a:pt x="932552" y="74280"/>
                </a:lnTo>
                <a:lnTo>
                  <a:pt x="933101" y="74229"/>
                </a:lnTo>
                <a:lnTo>
                  <a:pt x="933660" y="74193"/>
                </a:lnTo>
                <a:lnTo>
                  <a:pt x="934227" y="74171"/>
                </a:lnTo>
                <a:lnTo>
                  <a:pt x="934803" y="74163"/>
                </a:lnTo>
                <a:lnTo>
                  <a:pt x="960159" y="74163"/>
                </a:lnTo>
                <a:lnTo>
                  <a:pt x="960159" y="86365"/>
                </a:lnTo>
                <a:lnTo>
                  <a:pt x="960148" y="87085"/>
                </a:lnTo>
                <a:lnTo>
                  <a:pt x="960116" y="87792"/>
                </a:lnTo>
                <a:lnTo>
                  <a:pt x="960062" y="88487"/>
                </a:lnTo>
                <a:lnTo>
                  <a:pt x="959987" y="89169"/>
                </a:lnTo>
                <a:lnTo>
                  <a:pt x="959891" y="89838"/>
                </a:lnTo>
                <a:lnTo>
                  <a:pt x="959773" y="90495"/>
                </a:lnTo>
                <a:lnTo>
                  <a:pt x="959633" y="91139"/>
                </a:lnTo>
                <a:lnTo>
                  <a:pt x="959472" y="91770"/>
                </a:lnTo>
                <a:lnTo>
                  <a:pt x="959290" y="92389"/>
                </a:lnTo>
                <a:lnTo>
                  <a:pt x="959086" y="92995"/>
                </a:lnTo>
                <a:lnTo>
                  <a:pt x="958860" y="93588"/>
                </a:lnTo>
                <a:lnTo>
                  <a:pt x="958614" y="94169"/>
                </a:lnTo>
                <a:lnTo>
                  <a:pt x="958345" y="94737"/>
                </a:lnTo>
                <a:lnTo>
                  <a:pt x="958056" y="95293"/>
                </a:lnTo>
                <a:lnTo>
                  <a:pt x="957745" y="95836"/>
                </a:lnTo>
                <a:lnTo>
                  <a:pt x="957412" y="96366"/>
                </a:lnTo>
                <a:lnTo>
                  <a:pt x="957058" y="96883"/>
                </a:lnTo>
                <a:lnTo>
                  <a:pt x="956682" y="97388"/>
                </a:lnTo>
                <a:lnTo>
                  <a:pt x="956285" y="97881"/>
                </a:lnTo>
                <a:lnTo>
                  <a:pt x="955867" y="98360"/>
                </a:lnTo>
                <a:lnTo>
                  <a:pt x="955427" y="98827"/>
                </a:lnTo>
                <a:lnTo>
                  <a:pt x="954965" y="99282"/>
                </a:lnTo>
                <a:lnTo>
                  <a:pt x="954483" y="99723"/>
                </a:lnTo>
                <a:lnTo>
                  <a:pt x="953978" y="100152"/>
                </a:lnTo>
                <a:lnTo>
                  <a:pt x="953456" y="100566"/>
                </a:lnTo>
                <a:lnTo>
                  <a:pt x="952919" y="100962"/>
                </a:lnTo>
                <a:lnTo>
                  <a:pt x="952366" y="101341"/>
                </a:lnTo>
                <a:lnTo>
                  <a:pt x="951799" y="101702"/>
                </a:lnTo>
                <a:lnTo>
                  <a:pt x="951217" y="102045"/>
                </a:lnTo>
                <a:lnTo>
                  <a:pt x="950621" y="102371"/>
                </a:lnTo>
                <a:lnTo>
                  <a:pt x="950009" y="102679"/>
                </a:lnTo>
                <a:lnTo>
                  <a:pt x="949383" y="102970"/>
                </a:lnTo>
                <a:lnTo>
                  <a:pt x="948741" y="103242"/>
                </a:lnTo>
                <a:lnTo>
                  <a:pt x="948085" y="103498"/>
                </a:lnTo>
                <a:lnTo>
                  <a:pt x="947414" y="103735"/>
                </a:lnTo>
                <a:lnTo>
                  <a:pt x="946728" y="103955"/>
                </a:lnTo>
                <a:lnTo>
                  <a:pt x="946028" y="104158"/>
                </a:lnTo>
                <a:lnTo>
                  <a:pt x="945312" y="104343"/>
                </a:lnTo>
                <a:lnTo>
                  <a:pt x="944582" y="104510"/>
                </a:lnTo>
                <a:lnTo>
                  <a:pt x="943837" y="104660"/>
                </a:lnTo>
                <a:lnTo>
                  <a:pt x="943076" y="104792"/>
                </a:lnTo>
                <a:lnTo>
                  <a:pt x="942301" y="104906"/>
                </a:lnTo>
                <a:lnTo>
                  <a:pt x="941512" y="105003"/>
                </a:lnTo>
                <a:lnTo>
                  <a:pt x="940707" y="105082"/>
                </a:lnTo>
                <a:lnTo>
                  <a:pt x="939887" y="105144"/>
                </a:lnTo>
                <a:lnTo>
                  <a:pt x="939053" y="105188"/>
                </a:lnTo>
                <a:lnTo>
                  <a:pt x="938204" y="105214"/>
                </a:lnTo>
                <a:lnTo>
                  <a:pt x="937340" y="105223"/>
                </a:lnTo>
                <a:lnTo>
                  <a:pt x="936633" y="105216"/>
                </a:lnTo>
                <a:lnTo>
                  <a:pt x="935939" y="105194"/>
                </a:lnTo>
                <a:lnTo>
                  <a:pt x="935259" y="105157"/>
                </a:lnTo>
                <a:lnTo>
                  <a:pt x="934591" y="105106"/>
                </a:lnTo>
                <a:lnTo>
                  <a:pt x="933936" y="105041"/>
                </a:lnTo>
                <a:lnTo>
                  <a:pt x="933294" y="104961"/>
                </a:lnTo>
                <a:close/>
                <a:moveTo>
                  <a:pt x="1598966" y="39300"/>
                </a:moveTo>
                <a:lnTo>
                  <a:pt x="1598943" y="39220"/>
                </a:lnTo>
                <a:lnTo>
                  <a:pt x="1598751" y="38605"/>
                </a:lnTo>
                <a:lnTo>
                  <a:pt x="1598543" y="38003"/>
                </a:lnTo>
                <a:lnTo>
                  <a:pt x="1598319" y="37412"/>
                </a:lnTo>
                <a:lnTo>
                  <a:pt x="1598081" y="36834"/>
                </a:lnTo>
                <a:lnTo>
                  <a:pt x="1597826" y="36268"/>
                </a:lnTo>
                <a:lnTo>
                  <a:pt x="1597557" y="35714"/>
                </a:lnTo>
                <a:lnTo>
                  <a:pt x="1597272" y="35172"/>
                </a:lnTo>
                <a:lnTo>
                  <a:pt x="1596971" y="34642"/>
                </a:lnTo>
                <a:lnTo>
                  <a:pt x="1596656" y="34124"/>
                </a:lnTo>
                <a:lnTo>
                  <a:pt x="1596324" y="33618"/>
                </a:lnTo>
                <a:lnTo>
                  <a:pt x="1595978" y="33125"/>
                </a:lnTo>
                <a:lnTo>
                  <a:pt x="1595616" y="32643"/>
                </a:lnTo>
                <a:lnTo>
                  <a:pt x="1595240" y="32178"/>
                </a:lnTo>
                <a:lnTo>
                  <a:pt x="1594854" y="31732"/>
                </a:lnTo>
                <a:lnTo>
                  <a:pt x="1594457" y="31307"/>
                </a:lnTo>
                <a:lnTo>
                  <a:pt x="1594049" y="30901"/>
                </a:lnTo>
                <a:lnTo>
                  <a:pt x="1593629" y="30514"/>
                </a:lnTo>
                <a:lnTo>
                  <a:pt x="1593199" y="30148"/>
                </a:lnTo>
                <a:lnTo>
                  <a:pt x="1592758" y="29801"/>
                </a:lnTo>
                <a:lnTo>
                  <a:pt x="1592305" y="29474"/>
                </a:lnTo>
                <a:lnTo>
                  <a:pt x="1591842" y="29167"/>
                </a:lnTo>
                <a:lnTo>
                  <a:pt x="1591368" y="28880"/>
                </a:lnTo>
                <a:lnTo>
                  <a:pt x="1590882" y="28613"/>
                </a:lnTo>
                <a:lnTo>
                  <a:pt x="1590386" y="28365"/>
                </a:lnTo>
                <a:lnTo>
                  <a:pt x="1589879" y="28138"/>
                </a:lnTo>
                <a:lnTo>
                  <a:pt x="1589360" y="27930"/>
                </a:lnTo>
                <a:lnTo>
                  <a:pt x="1588831" y="27741"/>
                </a:lnTo>
                <a:lnTo>
                  <a:pt x="1588291" y="27573"/>
                </a:lnTo>
                <a:lnTo>
                  <a:pt x="1587739" y="27425"/>
                </a:lnTo>
                <a:lnTo>
                  <a:pt x="1587177" y="27296"/>
                </a:lnTo>
                <a:lnTo>
                  <a:pt x="1586603" y="27187"/>
                </a:lnTo>
                <a:lnTo>
                  <a:pt x="1586019" y="27098"/>
                </a:lnTo>
                <a:lnTo>
                  <a:pt x="1585424" y="27028"/>
                </a:lnTo>
                <a:lnTo>
                  <a:pt x="1584817" y="26979"/>
                </a:lnTo>
                <a:lnTo>
                  <a:pt x="1584200" y="26949"/>
                </a:lnTo>
                <a:lnTo>
                  <a:pt x="1583571" y="26939"/>
                </a:lnTo>
                <a:lnTo>
                  <a:pt x="1583021" y="26947"/>
                </a:lnTo>
                <a:lnTo>
                  <a:pt x="1582480" y="26970"/>
                </a:lnTo>
                <a:lnTo>
                  <a:pt x="1581949" y="27009"/>
                </a:lnTo>
                <a:lnTo>
                  <a:pt x="1581426" y="27063"/>
                </a:lnTo>
                <a:lnTo>
                  <a:pt x="1580912" y="27132"/>
                </a:lnTo>
                <a:lnTo>
                  <a:pt x="1580408" y="27217"/>
                </a:lnTo>
                <a:lnTo>
                  <a:pt x="1579912" y="27317"/>
                </a:lnTo>
                <a:lnTo>
                  <a:pt x="1579426" y="27432"/>
                </a:lnTo>
                <a:lnTo>
                  <a:pt x="1578948" y="27563"/>
                </a:lnTo>
                <a:lnTo>
                  <a:pt x="1578480" y="27710"/>
                </a:lnTo>
                <a:lnTo>
                  <a:pt x="1578021" y="27871"/>
                </a:lnTo>
                <a:lnTo>
                  <a:pt x="1577570" y="28049"/>
                </a:lnTo>
                <a:lnTo>
                  <a:pt x="1577129" y="28241"/>
                </a:lnTo>
                <a:lnTo>
                  <a:pt x="1576697" y="28449"/>
                </a:lnTo>
                <a:lnTo>
                  <a:pt x="1576274" y="28673"/>
                </a:lnTo>
                <a:lnTo>
                  <a:pt x="1575861" y="28911"/>
                </a:lnTo>
                <a:lnTo>
                  <a:pt x="1575456" y="29166"/>
                </a:lnTo>
                <a:lnTo>
                  <a:pt x="1575060" y="29435"/>
                </a:lnTo>
                <a:lnTo>
                  <a:pt x="1574673" y="29720"/>
                </a:lnTo>
                <a:lnTo>
                  <a:pt x="1574296" y="30021"/>
                </a:lnTo>
                <a:lnTo>
                  <a:pt x="1573927" y="30336"/>
                </a:lnTo>
                <a:lnTo>
                  <a:pt x="1573568" y="30668"/>
                </a:lnTo>
                <a:lnTo>
                  <a:pt x="1573218" y="31014"/>
                </a:lnTo>
                <a:lnTo>
                  <a:pt x="1572876" y="31376"/>
                </a:lnTo>
                <a:lnTo>
                  <a:pt x="1572547" y="31751"/>
                </a:lnTo>
                <a:lnTo>
                  <a:pt x="1572231" y="32133"/>
                </a:lnTo>
                <a:lnTo>
                  <a:pt x="1571929" y="32525"/>
                </a:lnTo>
                <a:lnTo>
                  <a:pt x="1571642" y="32926"/>
                </a:lnTo>
                <a:lnTo>
                  <a:pt x="1571368" y="33335"/>
                </a:lnTo>
                <a:lnTo>
                  <a:pt x="1571109" y="33753"/>
                </a:lnTo>
                <a:lnTo>
                  <a:pt x="1570863" y="34180"/>
                </a:lnTo>
                <a:lnTo>
                  <a:pt x="1570632" y="34616"/>
                </a:lnTo>
                <a:lnTo>
                  <a:pt x="1570414" y="35061"/>
                </a:lnTo>
                <a:lnTo>
                  <a:pt x="1570211" y="35514"/>
                </a:lnTo>
                <a:lnTo>
                  <a:pt x="1570021" y="35976"/>
                </a:lnTo>
                <a:lnTo>
                  <a:pt x="1569846" y="36447"/>
                </a:lnTo>
                <a:lnTo>
                  <a:pt x="1569685" y="36927"/>
                </a:lnTo>
                <a:lnTo>
                  <a:pt x="1569537" y="37415"/>
                </a:lnTo>
                <a:lnTo>
                  <a:pt x="1569404" y="37913"/>
                </a:lnTo>
                <a:lnTo>
                  <a:pt x="1569285" y="38419"/>
                </a:lnTo>
                <a:lnTo>
                  <a:pt x="1569180" y="38934"/>
                </a:lnTo>
                <a:lnTo>
                  <a:pt x="1569088" y="39457"/>
                </a:lnTo>
                <a:lnTo>
                  <a:pt x="1569011" y="39990"/>
                </a:lnTo>
                <a:lnTo>
                  <a:pt x="1569000" y="40091"/>
                </a:lnTo>
                <a:lnTo>
                  <a:pt x="1568676" y="40091"/>
                </a:lnTo>
                <a:lnTo>
                  <a:pt x="1568676" y="28523"/>
                </a:lnTo>
                <a:lnTo>
                  <a:pt x="1556315" y="28523"/>
                </a:lnTo>
                <a:lnTo>
                  <a:pt x="1556315" y="115681"/>
                </a:lnTo>
                <a:lnTo>
                  <a:pt x="1569627" y="115681"/>
                </a:lnTo>
                <a:lnTo>
                  <a:pt x="1569627" y="49125"/>
                </a:lnTo>
                <a:lnTo>
                  <a:pt x="1569631" y="48693"/>
                </a:lnTo>
                <a:lnTo>
                  <a:pt x="1569644" y="48268"/>
                </a:lnTo>
                <a:lnTo>
                  <a:pt x="1569666" y="47852"/>
                </a:lnTo>
                <a:lnTo>
                  <a:pt x="1569697" y="47443"/>
                </a:lnTo>
                <a:lnTo>
                  <a:pt x="1569737" y="47042"/>
                </a:lnTo>
                <a:lnTo>
                  <a:pt x="1569785" y="46648"/>
                </a:lnTo>
                <a:lnTo>
                  <a:pt x="1569842" y="46263"/>
                </a:lnTo>
                <a:lnTo>
                  <a:pt x="1569908" y="45885"/>
                </a:lnTo>
                <a:lnTo>
                  <a:pt x="1569983" y="45514"/>
                </a:lnTo>
                <a:lnTo>
                  <a:pt x="1570067" y="45152"/>
                </a:lnTo>
                <a:lnTo>
                  <a:pt x="1570159" y="44797"/>
                </a:lnTo>
                <a:lnTo>
                  <a:pt x="1570260" y="44449"/>
                </a:lnTo>
                <a:lnTo>
                  <a:pt x="1570370" y="44110"/>
                </a:lnTo>
                <a:lnTo>
                  <a:pt x="1570489" y="43778"/>
                </a:lnTo>
                <a:lnTo>
                  <a:pt x="1570616" y="43454"/>
                </a:lnTo>
                <a:lnTo>
                  <a:pt x="1570753" y="43138"/>
                </a:lnTo>
                <a:lnTo>
                  <a:pt x="1570898" y="42829"/>
                </a:lnTo>
                <a:lnTo>
                  <a:pt x="1571052" y="42528"/>
                </a:lnTo>
                <a:lnTo>
                  <a:pt x="1571215" y="42235"/>
                </a:lnTo>
                <a:lnTo>
                  <a:pt x="1571386" y="41949"/>
                </a:lnTo>
                <a:lnTo>
                  <a:pt x="1571567" y="41671"/>
                </a:lnTo>
                <a:lnTo>
                  <a:pt x="1571756" y="41401"/>
                </a:lnTo>
                <a:lnTo>
                  <a:pt x="1571954" y="41139"/>
                </a:lnTo>
                <a:lnTo>
                  <a:pt x="1572161" y="40884"/>
                </a:lnTo>
                <a:lnTo>
                  <a:pt x="1572375" y="40638"/>
                </a:lnTo>
                <a:lnTo>
                  <a:pt x="1572597" y="40403"/>
                </a:lnTo>
                <a:lnTo>
                  <a:pt x="1572825" y="40179"/>
                </a:lnTo>
                <a:lnTo>
                  <a:pt x="1573059" y="39964"/>
                </a:lnTo>
                <a:lnTo>
                  <a:pt x="1573300" y="39760"/>
                </a:lnTo>
                <a:lnTo>
                  <a:pt x="1573548" y="39567"/>
                </a:lnTo>
                <a:lnTo>
                  <a:pt x="1573802" y="39384"/>
                </a:lnTo>
                <a:lnTo>
                  <a:pt x="1574063" y="39212"/>
                </a:lnTo>
                <a:lnTo>
                  <a:pt x="1574330" y="39050"/>
                </a:lnTo>
                <a:lnTo>
                  <a:pt x="1574604" y="38898"/>
                </a:lnTo>
                <a:lnTo>
                  <a:pt x="1574885" y="38757"/>
                </a:lnTo>
                <a:lnTo>
                  <a:pt x="1575172" y="38626"/>
                </a:lnTo>
                <a:lnTo>
                  <a:pt x="1575466" y="38506"/>
                </a:lnTo>
                <a:lnTo>
                  <a:pt x="1575767" y="38396"/>
                </a:lnTo>
                <a:lnTo>
                  <a:pt x="1576074" y="38297"/>
                </a:lnTo>
                <a:lnTo>
                  <a:pt x="1576387" y="38208"/>
                </a:lnTo>
                <a:lnTo>
                  <a:pt x="1576708" y="38130"/>
                </a:lnTo>
                <a:lnTo>
                  <a:pt x="1577035" y="38062"/>
                </a:lnTo>
                <a:lnTo>
                  <a:pt x="1577368" y="38004"/>
                </a:lnTo>
                <a:lnTo>
                  <a:pt x="1577708" y="37957"/>
                </a:lnTo>
                <a:lnTo>
                  <a:pt x="1578055" y="37921"/>
                </a:lnTo>
                <a:lnTo>
                  <a:pt x="1578408" y="37895"/>
                </a:lnTo>
                <a:lnTo>
                  <a:pt x="1578768" y="37879"/>
                </a:lnTo>
                <a:lnTo>
                  <a:pt x="1579134" y="37874"/>
                </a:lnTo>
                <a:lnTo>
                  <a:pt x="1579488" y="37879"/>
                </a:lnTo>
                <a:lnTo>
                  <a:pt x="1579836" y="37895"/>
                </a:lnTo>
                <a:lnTo>
                  <a:pt x="1580177" y="37922"/>
                </a:lnTo>
                <a:lnTo>
                  <a:pt x="1580512" y="37959"/>
                </a:lnTo>
                <a:lnTo>
                  <a:pt x="1580842" y="38008"/>
                </a:lnTo>
                <a:lnTo>
                  <a:pt x="1581165" y="38067"/>
                </a:lnTo>
                <a:lnTo>
                  <a:pt x="1581482" y="38137"/>
                </a:lnTo>
                <a:lnTo>
                  <a:pt x="1581794" y="38217"/>
                </a:lnTo>
                <a:lnTo>
                  <a:pt x="1582099" y="38308"/>
                </a:lnTo>
                <a:lnTo>
                  <a:pt x="1582398" y="38410"/>
                </a:lnTo>
                <a:lnTo>
                  <a:pt x="1582691" y="38523"/>
                </a:lnTo>
                <a:lnTo>
                  <a:pt x="1582978" y="38646"/>
                </a:lnTo>
                <a:lnTo>
                  <a:pt x="1583259" y="38780"/>
                </a:lnTo>
                <a:lnTo>
                  <a:pt x="1583533" y="38925"/>
                </a:lnTo>
                <a:lnTo>
                  <a:pt x="1583802" y="39081"/>
                </a:lnTo>
                <a:lnTo>
                  <a:pt x="1584065" y="39247"/>
                </a:lnTo>
                <a:lnTo>
                  <a:pt x="1584322" y="39424"/>
                </a:lnTo>
                <a:lnTo>
                  <a:pt x="1584572" y="39612"/>
                </a:lnTo>
                <a:lnTo>
                  <a:pt x="1584817" y="39810"/>
                </a:lnTo>
                <a:lnTo>
                  <a:pt x="1585055" y="40020"/>
                </a:lnTo>
                <a:lnTo>
                  <a:pt x="1585288" y="40240"/>
                </a:lnTo>
                <a:lnTo>
                  <a:pt x="1585514" y="40470"/>
                </a:lnTo>
                <a:lnTo>
                  <a:pt x="1585734" y="40712"/>
                </a:lnTo>
                <a:lnTo>
                  <a:pt x="1585948" y="40964"/>
                </a:lnTo>
                <a:lnTo>
                  <a:pt x="1586155" y="41225"/>
                </a:lnTo>
                <a:lnTo>
                  <a:pt x="1586353" y="41494"/>
                </a:lnTo>
                <a:lnTo>
                  <a:pt x="1586543" y="41770"/>
                </a:lnTo>
                <a:lnTo>
                  <a:pt x="1586723" y="42053"/>
                </a:lnTo>
                <a:lnTo>
                  <a:pt x="1586895" y="42344"/>
                </a:lnTo>
                <a:lnTo>
                  <a:pt x="1587058" y="42643"/>
                </a:lnTo>
                <a:lnTo>
                  <a:pt x="1587212" y="42948"/>
                </a:lnTo>
                <a:lnTo>
                  <a:pt x="1587358" y="43262"/>
                </a:lnTo>
                <a:lnTo>
                  <a:pt x="1587494" y="43582"/>
                </a:lnTo>
                <a:lnTo>
                  <a:pt x="1587622" y="43910"/>
                </a:lnTo>
                <a:lnTo>
                  <a:pt x="1587741" y="44246"/>
                </a:lnTo>
                <a:lnTo>
                  <a:pt x="1587851" y="44589"/>
                </a:lnTo>
                <a:lnTo>
                  <a:pt x="1587952" y="44939"/>
                </a:lnTo>
                <a:lnTo>
                  <a:pt x="1588044" y="45297"/>
                </a:lnTo>
                <a:lnTo>
                  <a:pt x="1588128" y="45662"/>
                </a:lnTo>
                <a:lnTo>
                  <a:pt x="1588203" y="46034"/>
                </a:lnTo>
                <a:lnTo>
                  <a:pt x="1588269" y="46414"/>
                </a:lnTo>
                <a:lnTo>
                  <a:pt x="1588326" y="46802"/>
                </a:lnTo>
                <a:lnTo>
                  <a:pt x="1588375" y="47196"/>
                </a:lnTo>
                <a:lnTo>
                  <a:pt x="1588414" y="47599"/>
                </a:lnTo>
                <a:lnTo>
                  <a:pt x="1588445" y="48008"/>
                </a:lnTo>
                <a:lnTo>
                  <a:pt x="1588467" y="48425"/>
                </a:lnTo>
                <a:lnTo>
                  <a:pt x="1588480" y="48850"/>
                </a:lnTo>
                <a:lnTo>
                  <a:pt x="1588485" y="49282"/>
                </a:lnTo>
                <a:lnTo>
                  <a:pt x="1588485" y="115681"/>
                </a:lnTo>
                <a:lnTo>
                  <a:pt x="1600212" y="115681"/>
                </a:lnTo>
                <a:lnTo>
                  <a:pt x="1600212" y="49125"/>
                </a:lnTo>
                <a:lnTo>
                  <a:pt x="1600217" y="48693"/>
                </a:lnTo>
                <a:lnTo>
                  <a:pt x="1600230" y="48268"/>
                </a:lnTo>
                <a:lnTo>
                  <a:pt x="1600252" y="47852"/>
                </a:lnTo>
                <a:lnTo>
                  <a:pt x="1600283" y="47443"/>
                </a:lnTo>
                <a:lnTo>
                  <a:pt x="1600322" y="47042"/>
                </a:lnTo>
                <a:lnTo>
                  <a:pt x="1600371" y="46648"/>
                </a:lnTo>
                <a:lnTo>
                  <a:pt x="1600428" y="46263"/>
                </a:lnTo>
                <a:lnTo>
                  <a:pt x="1600494" y="45885"/>
                </a:lnTo>
                <a:lnTo>
                  <a:pt x="1600569" y="45514"/>
                </a:lnTo>
                <a:lnTo>
                  <a:pt x="1600652" y="45152"/>
                </a:lnTo>
                <a:lnTo>
                  <a:pt x="1600745" y="44797"/>
                </a:lnTo>
                <a:lnTo>
                  <a:pt x="1600846" y="44449"/>
                </a:lnTo>
                <a:lnTo>
                  <a:pt x="1600956" y="44110"/>
                </a:lnTo>
                <a:lnTo>
                  <a:pt x="1601075" y="43778"/>
                </a:lnTo>
                <a:lnTo>
                  <a:pt x="1601202" y="43454"/>
                </a:lnTo>
                <a:lnTo>
                  <a:pt x="1601339" y="43138"/>
                </a:lnTo>
                <a:lnTo>
                  <a:pt x="1601484" y="42829"/>
                </a:lnTo>
                <a:lnTo>
                  <a:pt x="1601638" y="42528"/>
                </a:lnTo>
                <a:lnTo>
                  <a:pt x="1601801" y="42235"/>
                </a:lnTo>
                <a:lnTo>
                  <a:pt x="1601972" y="41949"/>
                </a:lnTo>
                <a:lnTo>
                  <a:pt x="1602152" y="41671"/>
                </a:lnTo>
                <a:lnTo>
                  <a:pt x="1602342" y="41401"/>
                </a:lnTo>
                <a:lnTo>
                  <a:pt x="1602540" y="41139"/>
                </a:lnTo>
                <a:lnTo>
                  <a:pt x="1602746" y="40884"/>
                </a:lnTo>
                <a:lnTo>
                  <a:pt x="1602961" y="40638"/>
                </a:lnTo>
                <a:lnTo>
                  <a:pt x="1603181" y="40403"/>
                </a:lnTo>
                <a:lnTo>
                  <a:pt x="1603408" y="40179"/>
                </a:lnTo>
                <a:lnTo>
                  <a:pt x="1603640" y="39964"/>
                </a:lnTo>
                <a:lnTo>
                  <a:pt x="1603879" y="39760"/>
                </a:lnTo>
                <a:lnTo>
                  <a:pt x="1604123" y="39567"/>
                </a:lnTo>
                <a:lnTo>
                  <a:pt x="1604374" y="39384"/>
                </a:lnTo>
                <a:lnTo>
                  <a:pt x="1604631" y="39212"/>
                </a:lnTo>
                <a:lnTo>
                  <a:pt x="1604894" y="39050"/>
                </a:lnTo>
                <a:lnTo>
                  <a:pt x="1605162" y="38898"/>
                </a:lnTo>
                <a:lnTo>
                  <a:pt x="1605437" y="38757"/>
                </a:lnTo>
                <a:lnTo>
                  <a:pt x="1605718" y="38626"/>
                </a:lnTo>
                <a:lnTo>
                  <a:pt x="1606005" y="38506"/>
                </a:lnTo>
                <a:lnTo>
                  <a:pt x="1606298" y="38396"/>
                </a:lnTo>
                <a:lnTo>
                  <a:pt x="1606597" y="38297"/>
                </a:lnTo>
                <a:lnTo>
                  <a:pt x="1606902" y="38208"/>
                </a:lnTo>
                <a:lnTo>
                  <a:pt x="1607213" y="38130"/>
                </a:lnTo>
                <a:lnTo>
                  <a:pt x="1607530" y="38062"/>
                </a:lnTo>
                <a:lnTo>
                  <a:pt x="1607854" y="38004"/>
                </a:lnTo>
                <a:lnTo>
                  <a:pt x="1608183" y="37957"/>
                </a:lnTo>
                <a:lnTo>
                  <a:pt x="1608518" y="37921"/>
                </a:lnTo>
                <a:lnTo>
                  <a:pt x="1608860" y="37895"/>
                </a:lnTo>
                <a:lnTo>
                  <a:pt x="1609207" y="37879"/>
                </a:lnTo>
                <a:lnTo>
                  <a:pt x="1609560" y="37874"/>
                </a:lnTo>
                <a:lnTo>
                  <a:pt x="1609927" y="37879"/>
                </a:lnTo>
                <a:lnTo>
                  <a:pt x="1610287" y="37895"/>
                </a:lnTo>
                <a:lnTo>
                  <a:pt x="1610640" y="37922"/>
                </a:lnTo>
                <a:lnTo>
                  <a:pt x="1610987" y="37959"/>
                </a:lnTo>
                <a:lnTo>
                  <a:pt x="1611327" y="38008"/>
                </a:lnTo>
                <a:lnTo>
                  <a:pt x="1611660" y="38067"/>
                </a:lnTo>
                <a:lnTo>
                  <a:pt x="1611987" y="38137"/>
                </a:lnTo>
                <a:lnTo>
                  <a:pt x="1612307" y="38217"/>
                </a:lnTo>
                <a:lnTo>
                  <a:pt x="1612621" y="38308"/>
                </a:lnTo>
                <a:lnTo>
                  <a:pt x="1612928" y="38410"/>
                </a:lnTo>
                <a:lnTo>
                  <a:pt x="1613228" y="38523"/>
                </a:lnTo>
                <a:lnTo>
                  <a:pt x="1613522" y="38646"/>
                </a:lnTo>
                <a:lnTo>
                  <a:pt x="1613809" y="38780"/>
                </a:lnTo>
                <a:lnTo>
                  <a:pt x="1614089" y="38925"/>
                </a:lnTo>
                <a:lnTo>
                  <a:pt x="1614363" y="39081"/>
                </a:lnTo>
                <a:lnTo>
                  <a:pt x="1614631" y="39247"/>
                </a:lnTo>
                <a:lnTo>
                  <a:pt x="1614891" y="39424"/>
                </a:lnTo>
                <a:lnTo>
                  <a:pt x="1615146" y="39612"/>
                </a:lnTo>
                <a:lnTo>
                  <a:pt x="1615393" y="39810"/>
                </a:lnTo>
                <a:lnTo>
                  <a:pt x="1615634" y="40020"/>
                </a:lnTo>
                <a:lnTo>
                  <a:pt x="1615868" y="40240"/>
                </a:lnTo>
                <a:lnTo>
                  <a:pt x="1616096" y="40470"/>
                </a:lnTo>
                <a:lnTo>
                  <a:pt x="1616317" y="40712"/>
                </a:lnTo>
                <a:lnTo>
                  <a:pt x="1616532" y="40964"/>
                </a:lnTo>
                <a:lnTo>
                  <a:pt x="1616739" y="41225"/>
                </a:lnTo>
                <a:lnTo>
                  <a:pt x="1616937" y="41494"/>
                </a:lnTo>
                <a:lnTo>
                  <a:pt x="1617126" y="41770"/>
                </a:lnTo>
                <a:lnTo>
                  <a:pt x="1617307" y="42053"/>
                </a:lnTo>
                <a:lnTo>
                  <a:pt x="1617478" y="42344"/>
                </a:lnTo>
                <a:lnTo>
                  <a:pt x="1617641" y="42643"/>
                </a:lnTo>
                <a:lnTo>
                  <a:pt x="1617795" y="42948"/>
                </a:lnTo>
                <a:lnTo>
                  <a:pt x="1617941" y="43262"/>
                </a:lnTo>
                <a:lnTo>
                  <a:pt x="1618077" y="43582"/>
                </a:lnTo>
                <a:lnTo>
                  <a:pt x="1618205" y="43910"/>
                </a:lnTo>
                <a:lnTo>
                  <a:pt x="1618324" y="44246"/>
                </a:lnTo>
                <a:lnTo>
                  <a:pt x="1618434" y="44589"/>
                </a:lnTo>
                <a:lnTo>
                  <a:pt x="1618535" y="44939"/>
                </a:lnTo>
                <a:lnTo>
                  <a:pt x="1618628" y="45297"/>
                </a:lnTo>
                <a:lnTo>
                  <a:pt x="1618711" y="45662"/>
                </a:lnTo>
                <a:lnTo>
                  <a:pt x="1618786" y="46034"/>
                </a:lnTo>
                <a:lnTo>
                  <a:pt x="1618852" y="46414"/>
                </a:lnTo>
                <a:lnTo>
                  <a:pt x="1618910" y="46802"/>
                </a:lnTo>
                <a:lnTo>
                  <a:pt x="1618958" y="47196"/>
                </a:lnTo>
                <a:lnTo>
                  <a:pt x="1618998" y="47599"/>
                </a:lnTo>
                <a:lnTo>
                  <a:pt x="1619028" y="48008"/>
                </a:lnTo>
                <a:lnTo>
                  <a:pt x="1619051" y="48425"/>
                </a:lnTo>
                <a:lnTo>
                  <a:pt x="1619064" y="48850"/>
                </a:lnTo>
                <a:lnTo>
                  <a:pt x="1619068" y="49282"/>
                </a:lnTo>
                <a:lnTo>
                  <a:pt x="1619068" y="115681"/>
                </a:lnTo>
                <a:lnTo>
                  <a:pt x="1632379" y="115681"/>
                </a:lnTo>
                <a:lnTo>
                  <a:pt x="1632379" y="49442"/>
                </a:lnTo>
                <a:lnTo>
                  <a:pt x="1632371" y="48616"/>
                </a:lnTo>
                <a:lnTo>
                  <a:pt x="1632345" y="47803"/>
                </a:lnTo>
                <a:lnTo>
                  <a:pt x="1632301" y="47004"/>
                </a:lnTo>
                <a:lnTo>
                  <a:pt x="1632241" y="46217"/>
                </a:lnTo>
                <a:lnTo>
                  <a:pt x="1632163" y="45443"/>
                </a:lnTo>
                <a:lnTo>
                  <a:pt x="1632067" y="44682"/>
                </a:lnTo>
                <a:lnTo>
                  <a:pt x="1631955" y="43934"/>
                </a:lnTo>
                <a:lnTo>
                  <a:pt x="1631825" y="43199"/>
                </a:lnTo>
                <a:lnTo>
                  <a:pt x="1631678" y="42477"/>
                </a:lnTo>
                <a:lnTo>
                  <a:pt x="1631513" y="41768"/>
                </a:lnTo>
                <a:lnTo>
                  <a:pt x="1631331" y="41072"/>
                </a:lnTo>
                <a:lnTo>
                  <a:pt x="1631132" y="40389"/>
                </a:lnTo>
                <a:lnTo>
                  <a:pt x="1630915" y="39719"/>
                </a:lnTo>
                <a:lnTo>
                  <a:pt x="1630681" y="39061"/>
                </a:lnTo>
                <a:lnTo>
                  <a:pt x="1630430" y="38417"/>
                </a:lnTo>
                <a:lnTo>
                  <a:pt x="1630161" y="37786"/>
                </a:lnTo>
                <a:lnTo>
                  <a:pt x="1629875" y="37167"/>
                </a:lnTo>
                <a:lnTo>
                  <a:pt x="1629572" y="36561"/>
                </a:lnTo>
                <a:lnTo>
                  <a:pt x="1629251" y="35969"/>
                </a:lnTo>
                <a:lnTo>
                  <a:pt x="1628914" y="35389"/>
                </a:lnTo>
                <a:lnTo>
                  <a:pt x="1628558" y="34822"/>
                </a:lnTo>
                <a:lnTo>
                  <a:pt x="1628186" y="34268"/>
                </a:lnTo>
                <a:lnTo>
                  <a:pt x="1627796" y="33728"/>
                </a:lnTo>
                <a:lnTo>
                  <a:pt x="1627389" y="33200"/>
                </a:lnTo>
                <a:lnTo>
                  <a:pt x="1626967" y="32689"/>
                </a:lnTo>
                <a:lnTo>
                  <a:pt x="1626533" y="32200"/>
                </a:lnTo>
                <a:lnTo>
                  <a:pt x="1626088" y="31732"/>
                </a:lnTo>
                <a:lnTo>
                  <a:pt x="1625630" y="31287"/>
                </a:lnTo>
                <a:lnTo>
                  <a:pt x="1625161" y="30863"/>
                </a:lnTo>
                <a:lnTo>
                  <a:pt x="1624680" y="30461"/>
                </a:lnTo>
                <a:lnTo>
                  <a:pt x="1624187" y="30080"/>
                </a:lnTo>
                <a:lnTo>
                  <a:pt x="1623683" y="29722"/>
                </a:lnTo>
                <a:lnTo>
                  <a:pt x="1623166" y="29385"/>
                </a:lnTo>
                <a:lnTo>
                  <a:pt x="1622638" y="29070"/>
                </a:lnTo>
                <a:lnTo>
                  <a:pt x="1622097" y="28776"/>
                </a:lnTo>
                <a:lnTo>
                  <a:pt x="1621545" y="28504"/>
                </a:lnTo>
                <a:lnTo>
                  <a:pt x="1620982" y="28254"/>
                </a:lnTo>
                <a:lnTo>
                  <a:pt x="1620406" y="28026"/>
                </a:lnTo>
                <a:lnTo>
                  <a:pt x="1619818" y="27820"/>
                </a:lnTo>
                <a:lnTo>
                  <a:pt x="1619219" y="27635"/>
                </a:lnTo>
                <a:lnTo>
                  <a:pt x="1618608" y="27472"/>
                </a:lnTo>
                <a:lnTo>
                  <a:pt x="1617985" y="27331"/>
                </a:lnTo>
                <a:lnTo>
                  <a:pt x="1617350" y="27211"/>
                </a:lnTo>
                <a:lnTo>
                  <a:pt x="1616703" y="27113"/>
                </a:lnTo>
                <a:lnTo>
                  <a:pt x="1616044" y="27037"/>
                </a:lnTo>
                <a:lnTo>
                  <a:pt x="1615374" y="26983"/>
                </a:lnTo>
                <a:lnTo>
                  <a:pt x="1614692" y="26950"/>
                </a:lnTo>
                <a:lnTo>
                  <a:pt x="1613998" y="26939"/>
                </a:lnTo>
                <a:lnTo>
                  <a:pt x="1613434" y="26947"/>
                </a:lnTo>
                <a:lnTo>
                  <a:pt x="1612881" y="26969"/>
                </a:lnTo>
                <a:lnTo>
                  <a:pt x="1612336" y="27006"/>
                </a:lnTo>
                <a:lnTo>
                  <a:pt x="1611801" y="27058"/>
                </a:lnTo>
                <a:lnTo>
                  <a:pt x="1611275" y="27125"/>
                </a:lnTo>
                <a:lnTo>
                  <a:pt x="1610759" y="27207"/>
                </a:lnTo>
                <a:lnTo>
                  <a:pt x="1610252" y="27303"/>
                </a:lnTo>
                <a:lnTo>
                  <a:pt x="1609754" y="27415"/>
                </a:lnTo>
                <a:lnTo>
                  <a:pt x="1609266" y="27541"/>
                </a:lnTo>
                <a:lnTo>
                  <a:pt x="1608787" y="27682"/>
                </a:lnTo>
                <a:lnTo>
                  <a:pt x="1608317" y="27838"/>
                </a:lnTo>
                <a:lnTo>
                  <a:pt x="1607857" y="28009"/>
                </a:lnTo>
                <a:lnTo>
                  <a:pt x="1607406" y="28195"/>
                </a:lnTo>
                <a:lnTo>
                  <a:pt x="1606964" y="28396"/>
                </a:lnTo>
                <a:lnTo>
                  <a:pt x="1606532" y="28611"/>
                </a:lnTo>
                <a:lnTo>
                  <a:pt x="1606109" y="28841"/>
                </a:lnTo>
                <a:lnTo>
                  <a:pt x="1605696" y="29087"/>
                </a:lnTo>
                <a:lnTo>
                  <a:pt x="1605292" y="29347"/>
                </a:lnTo>
                <a:lnTo>
                  <a:pt x="1604897" y="29622"/>
                </a:lnTo>
                <a:lnTo>
                  <a:pt x="1604511" y="29911"/>
                </a:lnTo>
                <a:lnTo>
                  <a:pt x="1604135" y="30216"/>
                </a:lnTo>
                <a:lnTo>
                  <a:pt x="1603769" y="30536"/>
                </a:lnTo>
                <a:lnTo>
                  <a:pt x="1603411" y="30870"/>
                </a:lnTo>
                <a:lnTo>
                  <a:pt x="1603063" y="31219"/>
                </a:lnTo>
                <a:lnTo>
                  <a:pt x="1602727" y="31581"/>
                </a:lnTo>
                <a:lnTo>
                  <a:pt x="1602404" y="31953"/>
                </a:lnTo>
                <a:lnTo>
                  <a:pt x="1602095" y="32336"/>
                </a:lnTo>
                <a:lnTo>
                  <a:pt x="1601800" y="32729"/>
                </a:lnTo>
                <a:lnTo>
                  <a:pt x="1601518" y="33132"/>
                </a:lnTo>
                <a:lnTo>
                  <a:pt x="1601251" y="33546"/>
                </a:lnTo>
                <a:lnTo>
                  <a:pt x="1600997" y="33971"/>
                </a:lnTo>
                <a:lnTo>
                  <a:pt x="1600757" y="34405"/>
                </a:lnTo>
                <a:lnTo>
                  <a:pt x="1600530" y="34851"/>
                </a:lnTo>
                <a:lnTo>
                  <a:pt x="1600318" y="35306"/>
                </a:lnTo>
                <a:lnTo>
                  <a:pt x="1600119" y="35773"/>
                </a:lnTo>
                <a:lnTo>
                  <a:pt x="1599934" y="36249"/>
                </a:lnTo>
                <a:lnTo>
                  <a:pt x="1599762" y="36736"/>
                </a:lnTo>
                <a:lnTo>
                  <a:pt x="1599605" y="37234"/>
                </a:lnTo>
                <a:lnTo>
                  <a:pt x="1599461" y="37742"/>
                </a:lnTo>
                <a:lnTo>
                  <a:pt x="1599331" y="38261"/>
                </a:lnTo>
                <a:lnTo>
                  <a:pt x="1599214" y="38789"/>
                </a:lnTo>
                <a:lnTo>
                  <a:pt x="1599117" y="39300"/>
                </a:lnTo>
                <a:lnTo>
                  <a:pt x="1598966" y="39300"/>
                </a:lnTo>
                <a:close/>
                <a:moveTo>
                  <a:pt x="1314651" y="40408"/>
                </a:moveTo>
                <a:lnTo>
                  <a:pt x="1314651" y="22185"/>
                </a:lnTo>
                <a:lnTo>
                  <a:pt x="1314655" y="21806"/>
                </a:lnTo>
                <a:lnTo>
                  <a:pt x="1314669" y="21435"/>
                </a:lnTo>
                <a:lnTo>
                  <a:pt x="1314691" y="21072"/>
                </a:lnTo>
                <a:lnTo>
                  <a:pt x="1314723" y="20717"/>
                </a:lnTo>
                <a:lnTo>
                  <a:pt x="1314764" y="20370"/>
                </a:lnTo>
                <a:lnTo>
                  <a:pt x="1314814" y="20031"/>
                </a:lnTo>
                <a:lnTo>
                  <a:pt x="1314873" y="19700"/>
                </a:lnTo>
                <a:lnTo>
                  <a:pt x="1314941" y="19376"/>
                </a:lnTo>
                <a:lnTo>
                  <a:pt x="1315018" y="19061"/>
                </a:lnTo>
                <a:lnTo>
                  <a:pt x="1315104" y="18754"/>
                </a:lnTo>
                <a:lnTo>
                  <a:pt x="1315200" y="18455"/>
                </a:lnTo>
                <a:lnTo>
                  <a:pt x="1315304" y="18164"/>
                </a:lnTo>
                <a:lnTo>
                  <a:pt x="1315417" y="17880"/>
                </a:lnTo>
                <a:lnTo>
                  <a:pt x="1315540" y="17605"/>
                </a:lnTo>
                <a:lnTo>
                  <a:pt x="1315672" y="17338"/>
                </a:lnTo>
                <a:lnTo>
                  <a:pt x="1315812" y="17079"/>
                </a:lnTo>
                <a:lnTo>
                  <a:pt x="1315962" y="16827"/>
                </a:lnTo>
                <a:lnTo>
                  <a:pt x="1316121" y="16584"/>
                </a:lnTo>
                <a:lnTo>
                  <a:pt x="1316289" y="16349"/>
                </a:lnTo>
                <a:lnTo>
                  <a:pt x="1316466" y="16121"/>
                </a:lnTo>
                <a:lnTo>
                  <a:pt x="1316652" y="15902"/>
                </a:lnTo>
                <a:lnTo>
                  <a:pt x="1316847" y="15690"/>
                </a:lnTo>
                <a:lnTo>
                  <a:pt x="1317051" y="15487"/>
                </a:lnTo>
                <a:lnTo>
                  <a:pt x="1317264" y="15292"/>
                </a:lnTo>
                <a:lnTo>
                  <a:pt x="1317486" y="15104"/>
                </a:lnTo>
                <a:lnTo>
                  <a:pt x="1317716" y="14925"/>
                </a:lnTo>
                <a:lnTo>
                  <a:pt x="1317954" y="14753"/>
                </a:lnTo>
                <a:lnTo>
                  <a:pt x="1318200" y="14590"/>
                </a:lnTo>
                <a:lnTo>
                  <a:pt x="1318454" y="14434"/>
                </a:lnTo>
                <a:lnTo>
                  <a:pt x="1318716" y="14287"/>
                </a:lnTo>
                <a:lnTo>
                  <a:pt x="1318986" y="14147"/>
                </a:lnTo>
                <a:lnTo>
                  <a:pt x="1319264" y="14015"/>
                </a:lnTo>
                <a:lnTo>
                  <a:pt x="1319550" y="13892"/>
                </a:lnTo>
                <a:lnTo>
                  <a:pt x="1319843" y="13776"/>
                </a:lnTo>
                <a:lnTo>
                  <a:pt x="1320145" y="13668"/>
                </a:lnTo>
                <a:lnTo>
                  <a:pt x="1320455" y="13569"/>
                </a:lnTo>
                <a:lnTo>
                  <a:pt x="1320773" y="13477"/>
                </a:lnTo>
                <a:lnTo>
                  <a:pt x="1321098" y="13393"/>
                </a:lnTo>
                <a:lnTo>
                  <a:pt x="1321432" y="13318"/>
                </a:lnTo>
                <a:lnTo>
                  <a:pt x="1321774" y="13250"/>
                </a:lnTo>
                <a:lnTo>
                  <a:pt x="1322123" y="13190"/>
                </a:lnTo>
                <a:lnTo>
                  <a:pt x="1322481" y="13138"/>
                </a:lnTo>
                <a:lnTo>
                  <a:pt x="1322847" y="13094"/>
                </a:lnTo>
                <a:lnTo>
                  <a:pt x="1323220" y="13058"/>
                </a:lnTo>
                <a:lnTo>
                  <a:pt x="1323602" y="13030"/>
                </a:lnTo>
                <a:lnTo>
                  <a:pt x="1323991" y="13010"/>
                </a:lnTo>
                <a:lnTo>
                  <a:pt x="1324389" y="12998"/>
                </a:lnTo>
                <a:lnTo>
                  <a:pt x="1324794" y="12995"/>
                </a:lnTo>
                <a:lnTo>
                  <a:pt x="1350307" y="12995"/>
                </a:lnTo>
                <a:lnTo>
                  <a:pt x="1350307" y="0"/>
                </a:lnTo>
                <a:lnTo>
                  <a:pt x="1324794" y="0"/>
                </a:lnTo>
                <a:lnTo>
                  <a:pt x="1323852" y="10"/>
                </a:lnTo>
                <a:lnTo>
                  <a:pt x="1322927" y="41"/>
                </a:lnTo>
                <a:lnTo>
                  <a:pt x="1322018" y="93"/>
                </a:lnTo>
                <a:lnTo>
                  <a:pt x="1321127" y="165"/>
                </a:lnTo>
                <a:lnTo>
                  <a:pt x="1320253" y="258"/>
                </a:lnTo>
                <a:lnTo>
                  <a:pt x="1319396" y="371"/>
                </a:lnTo>
                <a:lnTo>
                  <a:pt x="1318556" y="506"/>
                </a:lnTo>
                <a:lnTo>
                  <a:pt x="1317733" y="660"/>
                </a:lnTo>
                <a:lnTo>
                  <a:pt x="1316927" y="836"/>
                </a:lnTo>
                <a:lnTo>
                  <a:pt x="1316138" y="1032"/>
                </a:lnTo>
                <a:lnTo>
                  <a:pt x="1315367" y="1249"/>
                </a:lnTo>
                <a:lnTo>
                  <a:pt x="1314612" y="1486"/>
                </a:lnTo>
                <a:lnTo>
                  <a:pt x="1313874" y="1744"/>
                </a:lnTo>
                <a:lnTo>
                  <a:pt x="1313154" y="2022"/>
                </a:lnTo>
                <a:lnTo>
                  <a:pt x="1312450" y="2322"/>
                </a:lnTo>
                <a:lnTo>
                  <a:pt x="1311764" y="2642"/>
                </a:lnTo>
                <a:lnTo>
                  <a:pt x="1311094" y="2982"/>
                </a:lnTo>
                <a:lnTo>
                  <a:pt x="1310442" y="3343"/>
                </a:lnTo>
                <a:lnTo>
                  <a:pt x="1309807" y="3725"/>
                </a:lnTo>
                <a:lnTo>
                  <a:pt x="1309188" y="4127"/>
                </a:lnTo>
                <a:lnTo>
                  <a:pt x="1308587" y="4551"/>
                </a:lnTo>
                <a:lnTo>
                  <a:pt x="1308003" y="4994"/>
                </a:lnTo>
                <a:lnTo>
                  <a:pt x="1307436" y="5459"/>
                </a:lnTo>
                <a:lnTo>
                  <a:pt x="1306886" y="5944"/>
                </a:lnTo>
                <a:lnTo>
                  <a:pt x="1306356" y="6446"/>
                </a:lnTo>
                <a:lnTo>
                  <a:pt x="1305848" y="6964"/>
                </a:lnTo>
                <a:lnTo>
                  <a:pt x="1305363" y="7497"/>
                </a:lnTo>
                <a:lnTo>
                  <a:pt x="1304901" y="8045"/>
                </a:lnTo>
                <a:lnTo>
                  <a:pt x="1304461" y="8608"/>
                </a:lnTo>
                <a:lnTo>
                  <a:pt x="1304044" y="9187"/>
                </a:lnTo>
                <a:lnTo>
                  <a:pt x="1303649" y="9780"/>
                </a:lnTo>
                <a:lnTo>
                  <a:pt x="1303277" y="10389"/>
                </a:lnTo>
                <a:lnTo>
                  <a:pt x="1302927" y="11012"/>
                </a:lnTo>
                <a:lnTo>
                  <a:pt x="1302600" y="11651"/>
                </a:lnTo>
                <a:lnTo>
                  <a:pt x="1302295" y="12305"/>
                </a:lnTo>
                <a:lnTo>
                  <a:pt x="1302013" y="12975"/>
                </a:lnTo>
                <a:lnTo>
                  <a:pt x="1301754" y="13659"/>
                </a:lnTo>
                <a:lnTo>
                  <a:pt x="1301517" y="14358"/>
                </a:lnTo>
                <a:lnTo>
                  <a:pt x="1301303" y="15073"/>
                </a:lnTo>
                <a:lnTo>
                  <a:pt x="1301111" y="15803"/>
                </a:lnTo>
                <a:lnTo>
                  <a:pt x="1300942" y="16548"/>
                </a:lnTo>
                <a:lnTo>
                  <a:pt x="1300795" y="17308"/>
                </a:lnTo>
                <a:lnTo>
                  <a:pt x="1300671" y="18083"/>
                </a:lnTo>
                <a:lnTo>
                  <a:pt x="1300569" y="18873"/>
                </a:lnTo>
                <a:lnTo>
                  <a:pt x="1300490" y="19678"/>
                </a:lnTo>
                <a:lnTo>
                  <a:pt x="1300434" y="20499"/>
                </a:lnTo>
                <a:lnTo>
                  <a:pt x="1300400" y="21335"/>
                </a:lnTo>
                <a:lnTo>
                  <a:pt x="1300389" y="22185"/>
                </a:lnTo>
                <a:lnTo>
                  <a:pt x="1300389" y="40408"/>
                </a:lnTo>
                <a:lnTo>
                  <a:pt x="1275033" y="40408"/>
                </a:lnTo>
                <a:lnTo>
                  <a:pt x="1275033" y="53402"/>
                </a:lnTo>
                <a:lnTo>
                  <a:pt x="1300389" y="53402"/>
                </a:lnTo>
                <a:lnTo>
                  <a:pt x="1300389" y="115681"/>
                </a:lnTo>
                <a:lnTo>
                  <a:pt x="1314651" y="115681"/>
                </a:lnTo>
                <a:lnTo>
                  <a:pt x="1314651" y="53402"/>
                </a:lnTo>
                <a:lnTo>
                  <a:pt x="1350307" y="53402"/>
                </a:lnTo>
                <a:lnTo>
                  <a:pt x="1350307" y="40408"/>
                </a:lnTo>
                <a:lnTo>
                  <a:pt x="1314651" y="40408"/>
                </a:lnTo>
                <a:close/>
                <a:moveTo>
                  <a:pt x="1798408" y="40992"/>
                </a:moveTo>
                <a:lnTo>
                  <a:pt x="1798166" y="40317"/>
                </a:lnTo>
                <a:lnTo>
                  <a:pt x="1797900" y="39657"/>
                </a:lnTo>
                <a:lnTo>
                  <a:pt x="1797611" y="39010"/>
                </a:lnTo>
                <a:lnTo>
                  <a:pt x="1797299" y="38377"/>
                </a:lnTo>
                <a:lnTo>
                  <a:pt x="1796964" y="37758"/>
                </a:lnTo>
                <a:lnTo>
                  <a:pt x="1796605" y="37152"/>
                </a:lnTo>
                <a:lnTo>
                  <a:pt x="1796224" y="36560"/>
                </a:lnTo>
                <a:lnTo>
                  <a:pt x="1795820" y="35982"/>
                </a:lnTo>
                <a:lnTo>
                  <a:pt x="1795392" y="35418"/>
                </a:lnTo>
                <a:lnTo>
                  <a:pt x="1794941" y="34868"/>
                </a:lnTo>
                <a:lnTo>
                  <a:pt x="1794467" y="34331"/>
                </a:lnTo>
                <a:lnTo>
                  <a:pt x="1793970" y="33808"/>
                </a:lnTo>
                <a:lnTo>
                  <a:pt x="1793450" y="33299"/>
                </a:lnTo>
                <a:lnTo>
                  <a:pt x="1792907" y="32803"/>
                </a:lnTo>
                <a:lnTo>
                  <a:pt x="1792346" y="32325"/>
                </a:lnTo>
                <a:lnTo>
                  <a:pt x="1791770" y="31866"/>
                </a:lnTo>
                <a:lnTo>
                  <a:pt x="1791179" y="31429"/>
                </a:lnTo>
                <a:lnTo>
                  <a:pt x="1790575" y="31011"/>
                </a:lnTo>
                <a:lnTo>
                  <a:pt x="1789956" y="30614"/>
                </a:lnTo>
                <a:lnTo>
                  <a:pt x="1789323" y="30238"/>
                </a:lnTo>
                <a:lnTo>
                  <a:pt x="1788675" y="29881"/>
                </a:lnTo>
                <a:lnTo>
                  <a:pt x="1788013" y="29545"/>
                </a:lnTo>
                <a:lnTo>
                  <a:pt x="1787337" y="29230"/>
                </a:lnTo>
                <a:lnTo>
                  <a:pt x="1786647" y="28935"/>
                </a:lnTo>
                <a:lnTo>
                  <a:pt x="1785942" y="28660"/>
                </a:lnTo>
                <a:lnTo>
                  <a:pt x="1785223" y="28405"/>
                </a:lnTo>
                <a:lnTo>
                  <a:pt x="1784489" y="28171"/>
                </a:lnTo>
                <a:lnTo>
                  <a:pt x="1783742" y="27957"/>
                </a:lnTo>
                <a:lnTo>
                  <a:pt x="1782980" y="27764"/>
                </a:lnTo>
                <a:lnTo>
                  <a:pt x="1782203" y="27591"/>
                </a:lnTo>
                <a:lnTo>
                  <a:pt x="1781413" y="27438"/>
                </a:lnTo>
                <a:lnTo>
                  <a:pt x="1780608" y="27306"/>
                </a:lnTo>
                <a:lnTo>
                  <a:pt x="1779789" y="27194"/>
                </a:lnTo>
                <a:lnTo>
                  <a:pt x="1778955" y="27102"/>
                </a:lnTo>
                <a:lnTo>
                  <a:pt x="1778107" y="27031"/>
                </a:lnTo>
                <a:lnTo>
                  <a:pt x="1777245" y="26980"/>
                </a:lnTo>
                <a:lnTo>
                  <a:pt x="1776369" y="26949"/>
                </a:lnTo>
                <a:lnTo>
                  <a:pt x="1775478" y="26939"/>
                </a:lnTo>
                <a:lnTo>
                  <a:pt x="1774391" y="26954"/>
                </a:lnTo>
                <a:lnTo>
                  <a:pt x="1773323" y="27000"/>
                </a:lnTo>
                <a:lnTo>
                  <a:pt x="1772274" y="27075"/>
                </a:lnTo>
                <a:lnTo>
                  <a:pt x="1771243" y="27181"/>
                </a:lnTo>
                <a:lnTo>
                  <a:pt x="1770231" y="27318"/>
                </a:lnTo>
                <a:lnTo>
                  <a:pt x="1769238" y="27484"/>
                </a:lnTo>
                <a:lnTo>
                  <a:pt x="1768263" y="27681"/>
                </a:lnTo>
                <a:lnTo>
                  <a:pt x="1767308" y="27908"/>
                </a:lnTo>
                <a:lnTo>
                  <a:pt x="1766370" y="28165"/>
                </a:lnTo>
                <a:lnTo>
                  <a:pt x="1765452" y="28453"/>
                </a:lnTo>
                <a:lnTo>
                  <a:pt x="1764552" y="28770"/>
                </a:lnTo>
                <a:lnTo>
                  <a:pt x="1763671" y="29119"/>
                </a:lnTo>
                <a:lnTo>
                  <a:pt x="1762809" y="29497"/>
                </a:lnTo>
                <a:lnTo>
                  <a:pt x="1761966" y="29906"/>
                </a:lnTo>
                <a:lnTo>
                  <a:pt x="1761141" y="30344"/>
                </a:lnTo>
                <a:lnTo>
                  <a:pt x="1760335" y="30814"/>
                </a:lnTo>
                <a:lnTo>
                  <a:pt x="1759547" y="31313"/>
                </a:lnTo>
                <a:lnTo>
                  <a:pt x="1758779" y="31843"/>
                </a:lnTo>
                <a:lnTo>
                  <a:pt x="1758029" y="32403"/>
                </a:lnTo>
                <a:lnTo>
                  <a:pt x="1757297" y="32993"/>
                </a:lnTo>
                <a:lnTo>
                  <a:pt x="1756585" y="33613"/>
                </a:lnTo>
                <a:lnTo>
                  <a:pt x="1755891" y="34264"/>
                </a:lnTo>
                <a:lnTo>
                  <a:pt x="1755216" y="34945"/>
                </a:lnTo>
                <a:lnTo>
                  <a:pt x="1754560" y="35656"/>
                </a:lnTo>
                <a:lnTo>
                  <a:pt x="1753926" y="36394"/>
                </a:lnTo>
                <a:lnTo>
                  <a:pt x="1753320" y="37153"/>
                </a:lnTo>
                <a:lnTo>
                  <a:pt x="1752740" y="37934"/>
                </a:lnTo>
                <a:lnTo>
                  <a:pt x="1752187" y="38737"/>
                </a:lnTo>
                <a:lnTo>
                  <a:pt x="1751662" y="39563"/>
                </a:lnTo>
                <a:lnTo>
                  <a:pt x="1751163" y="40410"/>
                </a:lnTo>
                <a:lnTo>
                  <a:pt x="1750691" y="41279"/>
                </a:lnTo>
                <a:lnTo>
                  <a:pt x="1750246" y="42170"/>
                </a:lnTo>
                <a:lnTo>
                  <a:pt x="1749828" y="43084"/>
                </a:lnTo>
                <a:lnTo>
                  <a:pt x="1749437" y="44019"/>
                </a:lnTo>
                <a:lnTo>
                  <a:pt x="1749073" y="44977"/>
                </a:lnTo>
                <a:lnTo>
                  <a:pt x="1748736" y="45956"/>
                </a:lnTo>
                <a:lnTo>
                  <a:pt x="1748426" y="46957"/>
                </a:lnTo>
                <a:lnTo>
                  <a:pt x="1748143" y="47981"/>
                </a:lnTo>
                <a:lnTo>
                  <a:pt x="1747887" y="49026"/>
                </a:lnTo>
                <a:lnTo>
                  <a:pt x="1747658" y="50094"/>
                </a:lnTo>
                <a:lnTo>
                  <a:pt x="1747456" y="51183"/>
                </a:lnTo>
                <a:lnTo>
                  <a:pt x="1747281" y="52294"/>
                </a:lnTo>
                <a:lnTo>
                  <a:pt x="1747132" y="53428"/>
                </a:lnTo>
                <a:lnTo>
                  <a:pt x="1747011" y="54583"/>
                </a:lnTo>
                <a:lnTo>
                  <a:pt x="1746917" y="55761"/>
                </a:lnTo>
                <a:lnTo>
                  <a:pt x="1746849" y="56960"/>
                </a:lnTo>
                <a:lnTo>
                  <a:pt x="1746809" y="58182"/>
                </a:lnTo>
                <a:lnTo>
                  <a:pt x="1746795" y="59426"/>
                </a:lnTo>
                <a:lnTo>
                  <a:pt x="1746795" y="84938"/>
                </a:lnTo>
                <a:lnTo>
                  <a:pt x="1746809" y="86169"/>
                </a:lnTo>
                <a:lnTo>
                  <a:pt x="1746850" y="87378"/>
                </a:lnTo>
                <a:lnTo>
                  <a:pt x="1746918" y="88565"/>
                </a:lnTo>
                <a:lnTo>
                  <a:pt x="1747013" y="89732"/>
                </a:lnTo>
                <a:lnTo>
                  <a:pt x="1747136" y="90876"/>
                </a:lnTo>
                <a:lnTo>
                  <a:pt x="1747286" y="92000"/>
                </a:lnTo>
                <a:lnTo>
                  <a:pt x="1747463" y="93101"/>
                </a:lnTo>
                <a:lnTo>
                  <a:pt x="1747667" y="94182"/>
                </a:lnTo>
                <a:lnTo>
                  <a:pt x="1747898" y="95241"/>
                </a:lnTo>
                <a:lnTo>
                  <a:pt x="1748157" y="96278"/>
                </a:lnTo>
                <a:lnTo>
                  <a:pt x="1748443" y="97294"/>
                </a:lnTo>
                <a:lnTo>
                  <a:pt x="1748756" y="98289"/>
                </a:lnTo>
                <a:lnTo>
                  <a:pt x="1749097" y="99262"/>
                </a:lnTo>
                <a:lnTo>
                  <a:pt x="1749465" y="100214"/>
                </a:lnTo>
                <a:lnTo>
                  <a:pt x="1749859" y="101144"/>
                </a:lnTo>
                <a:lnTo>
                  <a:pt x="1750282" y="102053"/>
                </a:lnTo>
                <a:lnTo>
                  <a:pt x="1750731" y="102940"/>
                </a:lnTo>
                <a:lnTo>
                  <a:pt x="1751208" y="103806"/>
                </a:lnTo>
                <a:lnTo>
                  <a:pt x="1751712" y="104650"/>
                </a:lnTo>
                <a:lnTo>
                  <a:pt x="1752243" y="105473"/>
                </a:lnTo>
                <a:lnTo>
                  <a:pt x="1752801" y="106275"/>
                </a:lnTo>
                <a:lnTo>
                  <a:pt x="1753387" y="107055"/>
                </a:lnTo>
                <a:lnTo>
                  <a:pt x="1753999" y="107813"/>
                </a:lnTo>
                <a:lnTo>
                  <a:pt x="1754639" y="108550"/>
                </a:lnTo>
                <a:lnTo>
                  <a:pt x="1755302" y="109261"/>
                </a:lnTo>
                <a:lnTo>
                  <a:pt x="1755983" y="109942"/>
                </a:lnTo>
                <a:lnTo>
                  <a:pt x="1756681" y="110593"/>
                </a:lnTo>
                <a:lnTo>
                  <a:pt x="1757397" y="111213"/>
                </a:lnTo>
                <a:lnTo>
                  <a:pt x="1758131" y="111803"/>
                </a:lnTo>
                <a:lnTo>
                  <a:pt x="1758883" y="112363"/>
                </a:lnTo>
                <a:lnTo>
                  <a:pt x="1759653" y="112892"/>
                </a:lnTo>
                <a:lnTo>
                  <a:pt x="1760441" y="113392"/>
                </a:lnTo>
                <a:lnTo>
                  <a:pt x="1761247" y="113861"/>
                </a:lnTo>
                <a:lnTo>
                  <a:pt x="1762070" y="114300"/>
                </a:lnTo>
                <a:lnTo>
                  <a:pt x="1762912" y="114708"/>
                </a:lnTo>
                <a:lnTo>
                  <a:pt x="1763771" y="115086"/>
                </a:lnTo>
                <a:lnTo>
                  <a:pt x="1764648" y="115434"/>
                </a:lnTo>
                <a:lnTo>
                  <a:pt x="1765543" y="115752"/>
                </a:lnTo>
                <a:lnTo>
                  <a:pt x="1766456" y="116039"/>
                </a:lnTo>
                <a:lnTo>
                  <a:pt x="1767387" y="116297"/>
                </a:lnTo>
                <a:lnTo>
                  <a:pt x="1768336" y="116524"/>
                </a:lnTo>
                <a:lnTo>
                  <a:pt x="1769303" y="116720"/>
                </a:lnTo>
                <a:lnTo>
                  <a:pt x="1770287" y="116887"/>
                </a:lnTo>
                <a:lnTo>
                  <a:pt x="1771290" y="117023"/>
                </a:lnTo>
                <a:lnTo>
                  <a:pt x="1772310" y="117129"/>
                </a:lnTo>
                <a:lnTo>
                  <a:pt x="1773348" y="117204"/>
                </a:lnTo>
                <a:lnTo>
                  <a:pt x="1774404" y="117250"/>
                </a:lnTo>
                <a:lnTo>
                  <a:pt x="1775478" y="117265"/>
                </a:lnTo>
                <a:lnTo>
                  <a:pt x="1776369" y="117255"/>
                </a:lnTo>
                <a:lnTo>
                  <a:pt x="1777244" y="117225"/>
                </a:lnTo>
                <a:lnTo>
                  <a:pt x="1778105" y="117175"/>
                </a:lnTo>
                <a:lnTo>
                  <a:pt x="1778951" y="117104"/>
                </a:lnTo>
                <a:lnTo>
                  <a:pt x="1779782" y="117014"/>
                </a:lnTo>
                <a:lnTo>
                  <a:pt x="1780598" y="116903"/>
                </a:lnTo>
                <a:lnTo>
                  <a:pt x="1781399" y="116773"/>
                </a:lnTo>
                <a:lnTo>
                  <a:pt x="1782186" y="116622"/>
                </a:lnTo>
                <a:lnTo>
                  <a:pt x="1782958" y="116452"/>
                </a:lnTo>
                <a:lnTo>
                  <a:pt x="1783714" y="116261"/>
                </a:lnTo>
                <a:lnTo>
                  <a:pt x="1784456" y="116050"/>
                </a:lnTo>
                <a:lnTo>
                  <a:pt x="1785183" y="115819"/>
                </a:lnTo>
                <a:lnTo>
                  <a:pt x="1785896" y="115568"/>
                </a:lnTo>
                <a:lnTo>
                  <a:pt x="1786593" y="115297"/>
                </a:lnTo>
                <a:lnTo>
                  <a:pt x="1787276" y="115006"/>
                </a:lnTo>
                <a:lnTo>
                  <a:pt x="1787943" y="114694"/>
                </a:lnTo>
                <a:lnTo>
                  <a:pt x="1788596" y="114363"/>
                </a:lnTo>
                <a:lnTo>
                  <a:pt x="1789234" y="114011"/>
                </a:lnTo>
                <a:lnTo>
                  <a:pt x="1789857" y="113640"/>
                </a:lnTo>
                <a:lnTo>
                  <a:pt x="1790465" y="113248"/>
                </a:lnTo>
                <a:lnTo>
                  <a:pt x="1791059" y="112837"/>
                </a:lnTo>
                <a:lnTo>
                  <a:pt x="1791637" y="112405"/>
                </a:lnTo>
                <a:lnTo>
                  <a:pt x="1792201" y="111953"/>
                </a:lnTo>
                <a:lnTo>
                  <a:pt x="1792750" y="111481"/>
                </a:lnTo>
                <a:lnTo>
                  <a:pt x="1793280" y="110992"/>
                </a:lnTo>
                <a:lnTo>
                  <a:pt x="1793788" y="110488"/>
                </a:lnTo>
                <a:lnTo>
                  <a:pt x="1794273" y="109969"/>
                </a:lnTo>
                <a:lnTo>
                  <a:pt x="1794735" y="109436"/>
                </a:lnTo>
                <a:lnTo>
                  <a:pt x="1795175" y="108889"/>
                </a:lnTo>
                <a:lnTo>
                  <a:pt x="1795593" y="108327"/>
                </a:lnTo>
                <a:lnTo>
                  <a:pt x="1795987" y="107750"/>
                </a:lnTo>
                <a:lnTo>
                  <a:pt x="1796360" y="107158"/>
                </a:lnTo>
                <a:lnTo>
                  <a:pt x="1796709" y="106552"/>
                </a:lnTo>
                <a:lnTo>
                  <a:pt x="1797036" y="105932"/>
                </a:lnTo>
                <a:lnTo>
                  <a:pt x="1797341" y="105297"/>
                </a:lnTo>
                <a:lnTo>
                  <a:pt x="1797623" y="104647"/>
                </a:lnTo>
                <a:lnTo>
                  <a:pt x="1797882" y="103983"/>
                </a:lnTo>
                <a:lnTo>
                  <a:pt x="1798119" y="103304"/>
                </a:lnTo>
                <a:lnTo>
                  <a:pt x="1798334" y="102610"/>
                </a:lnTo>
                <a:lnTo>
                  <a:pt x="1798525" y="101902"/>
                </a:lnTo>
                <a:lnTo>
                  <a:pt x="1798695" y="101180"/>
                </a:lnTo>
                <a:lnTo>
                  <a:pt x="1798841" y="100443"/>
                </a:lnTo>
                <a:lnTo>
                  <a:pt x="1798965" y="99691"/>
                </a:lnTo>
                <a:lnTo>
                  <a:pt x="1799051" y="99043"/>
                </a:lnTo>
                <a:lnTo>
                  <a:pt x="1799247" y="99043"/>
                </a:lnTo>
                <a:lnTo>
                  <a:pt x="1799247" y="115681"/>
                </a:lnTo>
                <a:lnTo>
                  <a:pt x="1813509" y="115681"/>
                </a:lnTo>
                <a:lnTo>
                  <a:pt x="1813509" y="0"/>
                </a:lnTo>
                <a:lnTo>
                  <a:pt x="1799247" y="0"/>
                </a:lnTo>
                <a:lnTo>
                  <a:pt x="1799247" y="25353"/>
                </a:lnTo>
                <a:lnTo>
                  <a:pt x="1799564" y="45162"/>
                </a:lnTo>
                <a:lnTo>
                  <a:pt x="1799357" y="45162"/>
                </a:lnTo>
                <a:lnTo>
                  <a:pt x="1799275" y="44570"/>
                </a:lnTo>
                <a:lnTo>
                  <a:pt x="1799148" y="43827"/>
                </a:lnTo>
                <a:lnTo>
                  <a:pt x="1798998" y="43097"/>
                </a:lnTo>
                <a:lnTo>
                  <a:pt x="1798824" y="42382"/>
                </a:lnTo>
                <a:lnTo>
                  <a:pt x="1798628" y="41680"/>
                </a:lnTo>
                <a:lnTo>
                  <a:pt x="1798408" y="40992"/>
                </a:lnTo>
                <a:close/>
                <a:moveTo>
                  <a:pt x="1775963" y="104609"/>
                </a:moveTo>
                <a:lnTo>
                  <a:pt x="1775299" y="104502"/>
                </a:lnTo>
                <a:lnTo>
                  <a:pt x="1774650" y="104378"/>
                </a:lnTo>
                <a:lnTo>
                  <a:pt x="1774014" y="104238"/>
                </a:lnTo>
                <a:lnTo>
                  <a:pt x="1773392" y="104081"/>
                </a:lnTo>
                <a:lnTo>
                  <a:pt x="1772783" y="103908"/>
                </a:lnTo>
                <a:lnTo>
                  <a:pt x="1772189" y="103718"/>
                </a:lnTo>
                <a:lnTo>
                  <a:pt x="1771608" y="103512"/>
                </a:lnTo>
                <a:lnTo>
                  <a:pt x="1771041" y="103289"/>
                </a:lnTo>
                <a:lnTo>
                  <a:pt x="1770488" y="103049"/>
                </a:lnTo>
                <a:lnTo>
                  <a:pt x="1769948" y="102794"/>
                </a:lnTo>
                <a:lnTo>
                  <a:pt x="1769423" y="102521"/>
                </a:lnTo>
                <a:lnTo>
                  <a:pt x="1768911" y="102232"/>
                </a:lnTo>
                <a:lnTo>
                  <a:pt x="1768412" y="101927"/>
                </a:lnTo>
                <a:lnTo>
                  <a:pt x="1767928" y="101605"/>
                </a:lnTo>
                <a:lnTo>
                  <a:pt x="1767457" y="101267"/>
                </a:lnTo>
                <a:lnTo>
                  <a:pt x="1767000" y="100912"/>
                </a:lnTo>
                <a:lnTo>
                  <a:pt x="1766557" y="100540"/>
                </a:lnTo>
                <a:lnTo>
                  <a:pt x="1766128" y="100152"/>
                </a:lnTo>
                <a:lnTo>
                  <a:pt x="1765714" y="99746"/>
                </a:lnTo>
                <a:lnTo>
                  <a:pt x="1765318" y="99319"/>
                </a:lnTo>
                <a:lnTo>
                  <a:pt x="1764939" y="98872"/>
                </a:lnTo>
                <a:lnTo>
                  <a:pt x="1764578" y="98404"/>
                </a:lnTo>
                <a:lnTo>
                  <a:pt x="1764235" y="97916"/>
                </a:lnTo>
                <a:lnTo>
                  <a:pt x="1763909" y="97408"/>
                </a:lnTo>
                <a:lnTo>
                  <a:pt x="1763601" y="96879"/>
                </a:lnTo>
                <a:lnTo>
                  <a:pt x="1763311" y="96330"/>
                </a:lnTo>
                <a:lnTo>
                  <a:pt x="1763038" y="95761"/>
                </a:lnTo>
                <a:lnTo>
                  <a:pt x="1762782" y="95171"/>
                </a:lnTo>
                <a:lnTo>
                  <a:pt x="1762545" y="94561"/>
                </a:lnTo>
                <a:lnTo>
                  <a:pt x="1762325" y="93931"/>
                </a:lnTo>
                <a:lnTo>
                  <a:pt x="1762122" y="93280"/>
                </a:lnTo>
                <a:lnTo>
                  <a:pt x="1761937" y="92609"/>
                </a:lnTo>
                <a:lnTo>
                  <a:pt x="1761770" y="91918"/>
                </a:lnTo>
                <a:lnTo>
                  <a:pt x="1761620" y="91206"/>
                </a:lnTo>
                <a:lnTo>
                  <a:pt x="1761488" y="90474"/>
                </a:lnTo>
                <a:lnTo>
                  <a:pt x="1761374" y="89721"/>
                </a:lnTo>
                <a:lnTo>
                  <a:pt x="1761277" y="88948"/>
                </a:lnTo>
                <a:lnTo>
                  <a:pt x="1761198" y="88155"/>
                </a:lnTo>
                <a:lnTo>
                  <a:pt x="1761136" y="87341"/>
                </a:lnTo>
                <a:lnTo>
                  <a:pt x="1761092" y="86508"/>
                </a:lnTo>
                <a:lnTo>
                  <a:pt x="1761066" y="85653"/>
                </a:lnTo>
                <a:lnTo>
                  <a:pt x="1761057" y="84779"/>
                </a:lnTo>
                <a:lnTo>
                  <a:pt x="1761057" y="59426"/>
                </a:lnTo>
                <a:lnTo>
                  <a:pt x="1761066" y="58538"/>
                </a:lnTo>
                <a:lnTo>
                  <a:pt x="1761092" y="57672"/>
                </a:lnTo>
                <a:lnTo>
                  <a:pt x="1761136" y="56827"/>
                </a:lnTo>
                <a:lnTo>
                  <a:pt x="1761198" y="56003"/>
                </a:lnTo>
                <a:lnTo>
                  <a:pt x="1761277" y="55200"/>
                </a:lnTo>
                <a:lnTo>
                  <a:pt x="1761374" y="54418"/>
                </a:lnTo>
                <a:lnTo>
                  <a:pt x="1761488" y="53658"/>
                </a:lnTo>
                <a:lnTo>
                  <a:pt x="1761620" y="52919"/>
                </a:lnTo>
                <a:lnTo>
                  <a:pt x="1761770" y="52201"/>
                </a:lnTo>
                <a:lnTo>
                  <a:pt x="1761937" y="51504"/>
                </a:lnTo>
                <a:lnTo>
                  <a:pt x="1762122" y="50829"/>
                </a:lnTo>
                <a:lnTo>
                  <a:pt x="1762325" y="50174"/>
                </a:lnTo>
                <a:lnTo>
                  <a:pt x="1762545" y="49541"/>
                </a:lnTo>
                <a:lnTo>
                  <a:pt x="1762782" y="48929"/>
                </a:lnTo>
                <a:lnTo>
                  <a:pt x="1763038" y="48338"/>
                </a:lnTo>
                <a:lnTo>
                  <a:pt x="1763311" y="47768"/>
                </a:lnTo>
                <a:lnTo>
                  <a:pt x="1763601" y="47220"/>
                </a:lnTo>
                <a:lnTo>
                  <a:pt x="1763909" y="46693"/>
                </a:lnTo>
                <a:lnTo>
                  <a:pt x="1764235" y="46187"/>
                </a:lnTo>
                <a:lnTo>
                  <a:pt x="1764578" y="45702"/>
                </a:lnTo>
                <a:lnTo>
                  <a:pt x="1764939" y="45238"/>
                </a:lnTo>
                <a:lnTo>
                  <a:pt x="1765318" y="44796"/>
                </a:lnTo>
                <a:lnTo>
                  <a:pt x="1765714" y="44374"/>
                </a:lnTo>
                <a:lnTo>
                  <a:pt x="1766128" y="43974"/>
                </a:lnTo>
                <a:lnTo>
                  <a:pt x="1766557" y="43593"/>
                </a:lnTo>
                <a:lnTo>
                  <a:pt x="1767000" y="43228"/>
                </a:lnTo>
                <a:lnTo>
                  <a:pt x="1767457" y="42879"/>
                </a:lnTo>
                <a:lnTo>
                  <a:pt x="1767928" y="42546"/>
                </a:lnTo>
                <a:lnTo>
                  <a:pt x="1768412" y="42230"/>
                </a:lnTo>
                <a:lnTo>
                  <a:pt x="1768911" y="41929"/>
                </a:lnTo>
                <a:lnTo>
                  <a:pt x="1769423" y="41645"/>
                </a:lnTo>
                <a:lnTo>
                  <a:pt x="1769948" y="41378"/>
                </a:lnTo>
                <a:lnTo>
                  <a:pt x="1770488" y="41126"/>
                </a:lnTo>
                <a:lnTo>
                  <a:pt x="1771041" y="40891"/>
                </a:lnTo>
                <a:lnTo>
                  <a:pt x="1771608" y="40672"/>
                </a:lnTo>
                <a:lnTo>
                  <a:pt x="1772189" y="40469"/>
                </a:lnTo>
                <a:lnTo>
                  <a:pt x="1772783" y="40282"/>
                </a:lnTo>
                <a:lnTo>
                  <a:pt x="1773392" y="40112"/>
                </a:lnTo>
                <a:lnTo>
                  <a:pt x="1774014" y="39958"/>
                </a:lnTo>
                <a:lnTo>
                  <a:pt x="1774650" y="39820"/>
                </a:lnTo>
                <a:lnTo>
                  <a:pt x="1775299" y="39698"/>
                </a:lnTo>
                <a:lnTo>
                  <a:pt x="1775963" y="39592"/>
                </a:lnTo>
                <a:lnTo>
                  <a:pt x="1776640" y="39503"/>
                </a:lnTo>
                <a:lnTo>
                  <a:pt x="1777331" y="39430"/>
                </a:lnTo>
                <a:lnTo>
                  <a:pt x="1778035" y="39373"/>
                </a:lnTo>
                <a:lnTo>
                  <a:pt x="1778754" y="39333"/>
                </a:lnTo>
                <a:lnTo>
                  <a:pt x="1779486" y="39308"/>
                </a:lnTo>
                <a:lnTo>
                  <a:pt x="1780232" y="39300"/>
                </a:lnTo>
                <a:lnTo>
                  <a:pt x="1780965" y="39310"/>
                </a:lnTo>
                <a:lnTo>
                  <a:pt x="1781685" y="39339"/>
                </a:lnTo>
                <a:lnTo>
                  <a:pt x="1782391" y="39387"/>
                </a:lnTo>
                <a:lnTo>
                  <a:pt x="1783084" y="39454"/>
                </a:lnTo>
                <a:lnTo>
                  <a:pt x="1783764" y="39541"/>
                </a:lnTo>
                <a:lnTo>
                  <a:pt x="1784431" y="39647"/>
                </a:lnTo>
                <a:lnTo>
                  <a:pt x="1785085" y="39772"/>
                </a:lnTo>
                <a:lnTo>
                  <a:pt x="1785725" y="39917"/>
                </a:lnTo>
                <a:lnTo>
                  <a:pt x="1786353" y="40080"/>
                </a:lnTo>
                <a:lnTo>
                  <a:pt x="1786967" y="40263"/>
                </a:lnTo>
                <a:lnTo>
                  <a:pt x="1787568" y="40466"/>
                </a:lnTo>
                <a:lnTo>
                  <a:pt x="1788155" y="40687"/>
                </a:lnTo>
                <a:lnTo>
                  <a:pt x="1788730" y="40928"/>
                </a:lnTo>
                <a:lnTo>
                  <a:pt x="1789291" y="41188"/>
                </a:lnTo>
                <a:lnTo>
                  <a:pt x="1789839" y="41467"/>
                </a:lnTo>
                <a:lnTo>
                  <a:pt x="1790374" y="41766"/>
                </a:lnTo>
                <a:lnTo>
                  <a:pt x="1790895" y="42083"/>
                </a:lnTo>
                <a:lnTo>
                  <a:pt x="1791404" y="42420"/>
                </a:lnTo>
                <a:lnTo>
                  <a:pt x="1791899" y="42777"/>
                </a:lnTo>
                <a:lnTo>
                  <a:pt x="1792381" y="43152"/>
                </a:lnTo>
                <a:lnTo>
                  <a:pt x="1792850" y="43547"/>
                </a:lnTo>
                <a:lnTo>
                  <a:pt x="1793305" y="43961"/>
                </a:lnTo>
                <a:lnTo>
                  <a:pt x="1793748" y="44395"/>
                </a:lnTo>
                <a:lnTo>
                  <a:pt x="1794177" y="44847"/>
                </a:lnTo>
                <a:lnTo>
                  <a:pt x="1794590" y="45317"/>
                </a:lnTo>
                <a:lnTo>
                  <a:pt x="1794987" y="45801"/>
                </a:lnTo>
                <a:lnTo>
                  <a:pt x="1795365" y="46300"/>
                </a:lnTo>
                <a:lnTo>
                  <a:pt x="1795726" y="46814"/>
                </a:lnTo>
                <a:lnTo>
                  <a:pt x="1796069" y="47343"/>
                </a:lnTo>
                <a:lnTo>
                  <a:pt x="1796395" y="47887"/>
                </a:lnTo>
                <a:lnTo>
                  <a:pt x="1796703" y="48446"/>
                </a:lnTo>
                <a:lnTo>
                  <a:pt x="1796994" y="49019"/>
                </a:lnTo>
                <a:lnTo>
                  <a:pt x="1797267" y="49608"/>
                </a:lnTo>
                <a:lnTo>
                  <a:pt x="1797522" y="50211"/>
                </a:lnTo>
                <a:lnTo>
                  <a:pt x="1797760" y="50829"/>
                </a:lnTo>
                <a:lnTo>
                  <a:pt x="1797980" y="51462"/>
                </a:lnTo>
                <a:lnTo>
                  <a:pt x="1798182" y="52110"/>
                </a:lnTo>
                <a:lnTo>
                  <a:pt x="1798367" y="52772"/>
                </a:lnTo>
                <a:lnTo>
                  <a:pt x="1798534" y="53450"/>
                </a:lnTo>
                <a:lnTo>
                  <a:pt x="1798684" y="54142"/>
                </a:lnTo>
                <a:lnTo>
                  <a:pt x="1798816" y="54849"/>
                </a:lnTo>
                <a:lnTo>
                  <a:pt x="1798930" y="55572"/>
                </a:lnTo>
                <a:lnTo>
                  <a:pt x="1799027" y="56308"/>
                </a:lnTo>
                <a:lnTo>
                  <a:pt x="1799106" y="57060"/>
                </a:lnTo>
                <a:lnTo>
                  <a:pt x="1799168" y="57827"/>
                </a:lnTo>
                <a:lnTo>
                  <a:pt x="1799212" y="58609"/>
                </a:lnTo>
                <a:lnTo>
                  <a:pt x="1799239" y="59405"/>
                </a:lnTo>
                <a:lnTo>
                  <a:pt x="1799247" y="60216"/>
                </a:lnTo>
                <a:lnTo>
                  <a:pt x="1799247" y="83988"/>
                </a:lnTo>
                <a:lnTo>
                  <a:pt x="1799239" y="84799"/>
                </a:lnTo>
                <a:lnTo>
                  <a:pt x="1799212" y="85596"/>
                </a:lnTo>
                <a:lnTo>
                  <a:pt x="1799168" y="86377"/>
                </a:lnTo>
                <a:lnTo>
                  <a:pt x="1799106" y="87144"/>
                </a:lnTo>
                <a:lnTo>
                  <a:pt x="1799027" y="87896"/>
                </a:lnTo>
                <a:lnTo>
                  <a:pt x="1798930" y="88633"/>
                </a:lnTo>
                <a:lnTo>
                  <a:pt x="1798816" y="89355"/>
                </a:lnTo>
                <a:lnTo>
                  <a:pt x="1798684" y="90062"/>
                </a:lnTo>
                <a:lnTo>
                  <a:pt x="1798534" y="90755"/>
                </a:lnTo>
                <a:lnTo>
                  <a:pt x="1798367" y="91432"/>
                </a:lnTo>
                <a:lnTo>
                  <a:pt x="1798182" y="92095"/>
                </a:lnTo>
                <a:lnTo>
                  <a:pt x="1797980" y="92743"/>
                </a:lnTo>
                <a:lnTo>
                  <a:pt x="1797760" y="93376"/>
                </a:lnTo>
                <a:lnTo>
                  <a:pt x="1797522" y="93994"/>
                </a:lnTo>
                <a:lnTo>
                  <a:pt x="1797267" y="94598"/>
                </a:lnTo>
                <a:lnTo>
                  <a:pt x="1796994" y="95186"/>
                </a:lnTo>
                <a:lnTo>
                  <a:pt x="1796703" y="95760"/>
                </a:lnTo>
                <a:lnTo>
                  <a:pt x="1796395" y="96319"/>
                </a:lnTo>
                <a:lnTo>
                  <a:pt x="1796069" y="96862"/>
                </a:lnTo>
                <a:lnTo>
                  <a:pt x="1795726" y="97392"/>
                </a:lnTo>
                <a:lnTo>
                  <a:pt x="1795365" y="97906"/>
                </a:lnTo>
                <a:lnTo>
                  <a:pt x="1794987" y="98405"/>
                </a:lnTo>
                <a:lnTo>
                  <a:pt x="1794590" y="98890"/>
                </a:lnTo>
                <a:lnTo>
                  <a:pt x="1794177" y="99359"/>
                </a:lnTo>
                <a:lnTo>
                  <a:pt x="1793748" y="99812"/>
                </a:lnTo>
                <a:lnTo>
                  <a:pt x="1793305" y="100245"/>
                </a:lnTo>
                <a:lnTo>
                  <a:pt x="1792850" y="100659"/>
                </a:lnTo>
                <a:lnTo>
                  <a:pt x="1792381" y="101054"/>
                </a:lnTo>
                <a:lnTo>
                  <a:pt x="1791899" y="101430"/>
                </a:lnTo>
                <a:lnTo>
                  <a:pt x="1791404" y="101786"/>
                </a:lnTo>
                <a:lnTo>
                  <a:pt x="1790895" y="102123"/>
                </a:lnTo>
                <a:lnTo>
                  <a:pt x="1790374" y="102441"/>
                </a:lnTo>
                <a:lnTo>
                  <a:pt x="1789839" y="102740"/>
                </a:lnTo>
                <a:lnTo>
                  <a:pt x="1789291" y="103019"/>
                </a:lnTo>
                <a:lnTo>
                  <a:pt x="1788730" y="103279"/>
                </a:lnTo>
                <a:lnTo>
                  <a:pt x="1788155" y="103520"/>
                </a:lnTo>
                <a:lnTo>
                  <a:pt x="1787568" y="103741"/>
                </a:lnTo>
                <a:lnTo>
                  <a:pt x="1786967" y="103943"/>
                </a:lnTo>
                <a:lnTo>
                  <a:pt x="1786353" y="104126"/>
                </a:lnTo>
                <a:lnTo>
                  <a:pt x="1785725" y="104290"/>
                </a:lnTo>
                <a:lnTo>
                  <a:pt x="1785085" y="104434"/>
                </a:lnTo>
                <a:lnTo>
                  <a:pt x="1784431" y="104560"/>
                </a:lnTo>
                <a:lnTo>
                  <a:pt x="1783764" y="104666"/>
                </a:lnTo>
                <a:lnTo>
                  <a:pt x="1783084" y="104752"/>
                </a:lnTo>
                <a:lnTo>
                  <a:pt x="1782391" y="104820"/>
                </a:lnTo>
                <a:lnTo>
                  <a:pt x="1781685" y="104868"/>
                </a:lnTo>
                <a:lnTo>
                  <a:pt x="1780965" y="104897"/>
                </a:lnTo>
                <a:lnTo>
                  <a:pt x="1780232" y="104906"/>
                </a:lnTo>
                <a:lnTo>
                  <a:pt x="1779486" y="104898"/>
                </a:lnTo>
                <a:lnTo>
                  <a:pt x="1778754" y="104873"/>
                </a:lnTo>
                <a:lnTo>
                  <a:pt x="1778035" y="104832"/>
                </a:lnTo>
                <a:lnTo>
                  <a:pt x="1777331" y="104774"/>
                </a:lnTo>
                <a:lnTo>
                  <a:pt x="1776640" y="104700"/>
                </a:lnTo>
                <a:lnTo>
                  <a:pt x="1775963" y="104609"/>
                </a:lnTo>
                <a:close/>
                <a:moveTo>
                  <a:pt x="1392617" y="60216"/>
                </a:moveTo>
                <a:lnTo>
                  <a:pt x="1392626" y="59379"/>
                </a:lnTo>
                <a:lnTo>
                  <a:pt x="1392652" y="58559"/>
                </a:lnTo>
                <a:lnTo>
                  <a:pt x="1392694" y="57755"/>
                </a:lnTo>
                <a:lnTo>
                  <a:pt x="1392754" y="56968"/>
                </a:lnTo>
                <a:lnTo>
                  <a:pt x="1392831" y="56197"/>
                </a:lnTo>
                <a:lnTo>
                  <a:pt x="1392925" y="55443"/>
                </a:lnTo>
                <a:lnTo>
                  <a:pt x="1393035" y="54705"/>
                </a:lnTo>
                <a:lnTo>
                  <a:pt x="1393163" y="53984"/>
                </a:lnTo>
                <a:lnTo>
                  <a:pt x="1393308" y="53279"/>
                </a:lnTo>
                <a:lnTo>
                  <a:pt x="1393470" y="52591"/>
                </a:lnTo>
                <a:lnTo>
                  <a:pt x="1393650" y="51919"/>
                </a:lnTo>
                <a:lnTo>
                  <a:pt x="1393846" y="51263"/>
                </a:lnTo>
                <a:lnTo>
                  <a:pt x="1394059" y="50625"/>
                </a:lnTo>
                <a:lnTo>
                  <a:pt x="1394289" y="50002"/>
                </a:lnTo>
                <a:lnTo>
                  <a:pt x="1394537" y="49397"/>
                </a:lnTo>
                <a:lnTo>
                  <a:pt x="1394801" y="48807"/>
                </a:lnTo>
                <a:lnTo>
                  <a:pt x="1395083" y="48235"/>
                </a:lnTo>
                <a:lnTo>
                  <a:pt x="1395381" y="47678"/>
                </a:lnTo>
                <a:lnTo>
                  <a:pt x="1395697" y="47139"/>
                </a:lnTo>
                <a:lnTo>
                  <a:pt x="1396030" y="46616"/>
                </a:lnTo>
                <a:lnTo>
                  <a:pt x="1396379" y="46109"/>
                </a:lnTo>
                <a:lnTo>
                  <a:pt x="1396746" y="45619"/>
                </a:lnTo>
                <a:lnTo>
                  <a:pt x="1397130" y="45145"/>
                </a:lnTo>
                <a:lnTo>
                  <a:pt x="1397531" y="44688"/>
                </a:lnTo>
                <a:lnTo>
                  <a:pt x="1397948" y="44248"/>
                </a:lnTo>
                <a:lnTo>
                  <a:pt x="1398381" y="43827"/>
                </a:lnTo>
                <a:lnTo>
                  <a:pt x="1398829" y="43425"/>
                </a:lnTo>
                <a:lnTo>
                  <a:pt x="1399292" y="43042"/>
                </a:lnTo>
                <a:lnTo>
                  <a:pt x="1399771" y="42677"/>
                </a:lnTo>
                <a:lnTo>
                  <a:pt x="1400265" y="42331"/>
                </a:lnTo>
                <a:lnTo>
                  <a:pt x="1400774" y="42003"/>
                </a:lnTo>
                <a:lnTo>
                  <a:pt x="1401299" y="41695"/>
                </a:lnTo>
                <a:lnTo>
                  <a:pt x="1401840" y="41405"/>
                </a:lnTo>
                <a:lnTo>
                  <a:pt x="1402395" y="41133"/>
                </a:lnTo>
                <a:lnTo>
                  <a:pt x="1402966" y="40881"/>
                </a:lnTo>
                <a:lnTo>
                  <a:pt x="1403553" y="40647"/>
                </a:lnTo>
                <a:lnTo>
                  <a:pt x="1404155" y="40432"/>
                </a:lnTo>
                <a:lnTo>
                  <a:pt x="1404772" y="40236"/>
                </a:lnTo>
                <a:lnTo>
                  <a:pt x="1405405" y="40058"/>
                </a:lnTo>
                <a:lnTo>
                  <a:pt x="1406053" y="39899"/>
                </a:lnTo>
                <a:lnTo>
                  <a:pt x="1406717" y="39759"/>
                </a:lnTo>
                <a:lnTo>
                  <a:pt x="1407396" y="39637"/>
                </a:lnTo>
                <a:lnTo>
                  <a:pt x="1408090" y="39534"/>
                </a:lnTo>
                <a:lnTo>
                  <a:pt x="1408800" y="39450"/>
                </a:lnTo>
                <a:lnTo>
                  <a:pt x="1409525" y="39384"/>
                </a:lnTo>
                <a:lnTo>
                  <a:pt x="1410265" y="39338"/>
                </a:lnTo>
                <a:lnTo>
                  <a:pt x="1411021" y="39310"/>
                </a:lnTo>
                <a:lnTo>
                  <a:pt x="1411792" y="39300"/>
                </a:lnTo>
                <a:lnTo>
                  <a:pt x="1412538" y="39308"/>
                </a:lnTo>
                <a:lnTo>
                  <a:pt x="1413268" y="39333"/>
                </a:lnTo>
                <a:lnTo>
                  <a:pt x="1413984" y="39373"/>
                </a:lnTo>
                <a:lnTo>
                  <a:pt x="1414685" y="39430"/>
                </a:lnTo>
                <a:lnTo>
                  <a:pt x="1415371" y="39503"/>
                </a:lnTo>
                <a:lnTo>
                  <a:pt x="1416042" y="39592"/>
                </a:lnTo>
                <a:lnTo>
                  <a:pt x="1416698" y="39698"/>
                </a:lnTo>
                <a:lnTo>
                  <a:pt x="1417339" y="39820"/>
                </a:lnTo>
                <a:lnTo>
                  <a:pt x="1417966" y="39958"/>
                </a:lnTo>
                <a:lnTo>
                  <a:pt x="1418578" y="40112"/>
                </a:lnTo>
                <a:lnTo>
                  <a:pt x="1419174" y="40282"/>
                </a:lnTo>
                <a:lnTo>
                  <a:pt x="1419756" y="40469"/>
                </a:lnTo>
                <a:lnTo>
                  <a:pt x="1420323" y="40672"/>
                </a:lnTo>
                <a:lnTo>
                  <a:pt x="1420875" y="40891"/>
                </a:lnTo>
                <a:lnTo>
                  <a:pt x="1421413" y="41126"/>
                </a:lnTo>
                <a:lnTo>
                  <a:pt x="1421935" y="41378"/>
                </a:lnTo>
                <a:lnTo>
                  <a:pt x="1422443" y="41645"/>
                </a:lnTo>
                <a:lnTo>
                  <a:pt x="1422936" y="41929"/>
                </a:lnTo>
                <a:lnTo>
                  <a:pt x="1423414" y="42230"/>
                </a:lnTo>
                <a:lnTo>
                  <a:pt x="1423877" y="42546"/>
                </a:lnTo>
                <a:lnTo>
                  <a:pt x="1424325" y="42879"/>
                </a:lnTo>
                <a:lnTo>
                  <a:pt x="1424758" y="43228"/>
                </a:lnTo>
                <a:lnTo>
                  <a:pt x="1425176" y="43593"/>
                </a:lnTo>
                <a:lnTo>
                  <a:pt x="1425580" y="43974"/>
                </a:lnTo>
                <a:lnTo>
                  <a:pt x="1425968" y="44373"/>
                </a:lnTo>
                <a:lnTo>
                  <a:pt x="1426339" y="44788"/>
                </a:lnTo>
                <a:lnTo>
                  <a:pt x="1426694" y="45221"/>
                </a:lnTo>
                <a:lnTo>
                  <a:pt x="1427033" y="45671"/>
                </a:lnTo>
                <a:lnTo>
                  <a:pt x="1427354" y="46139"/>
                </a:lnTo>
                <a:lnTo>
                  <a:pt x="1427660" y="46623"/>
                </a:lnTo>
                <a:lnTo>
                  <a:pt x="1427949" y="47126"/>
                </a:lnTo>
                <a:lnTo>
                  <a:pt x="1428221" y="47645"/>
                </a:lnTo>
                <a:lnTo>
                  <a:pt x="1428477" y="48182"/>
                </a:lnTo>
                <a:lnTo>
                  <a:pt x="1428716" y="48736"/>
                </a:lnTo>
                <a:lnTo>
                  <a:pt x="1428939" y="49308"/>
                </a:lnTo>
                <a:lnTo>
                  <a:pt x="1429145" y="49897"/>
                </a:lnTo>
                <a:lnTo>
                  <a:pt x="1429335" y="50503"/>
                </a:lnTo>
                <a:lnTo>
                  <a:pt x="1429509" y="51126"/>
                </a:lnTo>
                <a:lnTo>
                  <a:pt x="1429665" y="51767"/>
                </a:lnTo>
                <a:lnTo>
                  <a:pt x="1429806" y="52426"/>
                </a:lnTo>
                <a:lnTo>
                  <a:pt x="1429929" y="53101"/>
                </a:lnTo>
                <a:lnTo>
                  <a:pt x="1430037" y="53794"/>
                </a:lnTo>
                <a:lnTo>
                  <a:pt x="1430128" y="54504"/>
                </a:lnTo>
                <a:lnTo>
                  <a:pt x="1430202" y="55232"/>
                </a:lnTo>
                <a:lnTo>
                  <a:pt x="1430260" y="55977"/>
                </a:lnTo>
                <a:lnTo>
                  <a:pt x="1430301" y="56739"/>
                </a:lnTo>
                <a:lnTo>
                  <a:pt x="1430326" y="57519"/>
                </a:lnTo>
                <a:lnTo>
                  <a:pt x="1430334" y="58316"/>
                </a:lnTo>
                <a:lnTo>
                  <a:pt x="1430334" y="65763"/>
                </a:lnTo>
                <a:lnTo>
                  <a:pt x="1444595" y="65763"/>
                </a:lnTo>
                <a:lnTo>
                  <a:pt x="1444595" y="58316"/>
                </a:lnTo>
                <a:lnTo>
                  <a:pt x="1444583" y="57073"/>
                </a:lnTo>
                <a:lnTo>
                  <a:pt x="1444544" y="55854"/>
                </a:lnTo>
                <a:lnTo>
                  <a:pt x="1444480" y="54660"/>
                </a:lnTo>
                <a:lnTo>
                  <a:pt x="1444391" y="53489"/>
                </a:lnTo>
                <a:lnTo>
                  <a:pt x="1444276" y="52342"/>
                </a:lnTo>
                <a:lnTo>
                  <a:pt x="1444135" y="51219"/>
                </a:lnTo>
                <a:lnTo>
                  <a:pt x="1443968" y="50120"/>
                </a:lnTo>
                <a:lnTo>
                  <a:pt x="1443777" y="49045"/>
                </a:lnTo>
                <a:lnTo>
                  <a:pt x="1443559" y="47994"/>
                </a:lnTo>
                <a:lnTo>
                  <a:pt x="1443316" y="46967"/>
                </a:lnTo>
                <a:lnTo>
                  <a:pt x="1443047" y="45964"/>
                </a:lnTo>
                <a:lnTo>
                  <a:pt x="1442753" y="44984"/>
                </a:lnTo>
                <a:lnTo>
                  <a:pt x="1442433" y="44029"/>
                </a:lnTo>
                <a:lnTo>
                  <a:pt x="1442088" y="43098"/>
                </a:lnTo>
                <a:lnTo>
                  <a:pt x="1441716" y="42190"/>
                </a:lnTo>
                <a:lnTo>
                  <a:pt x="1441320" y="41307"/>
                </a:lnTo>
                <a:lnTo>
                  <a:pt x="1440898" y="40447"/>
                </a:lnTo>
                <a:lnTo>
                  <a:pt x="1440450" y="39611"/>
                </a:lnTo>
                <a:lnTo>
                  <a:pt x="1439976" y="38800"/>
                </a:lnTo>
                <a:lnTo>
                  <a:pt x="1439477" y="38012"/>
                </a:lnTo>
                <a:lnTo>
                  <a:pt x="1438953" y="37248"/>
                </a:lnTo>
                <a:lnTo>
                  <a:pt x="1438402" y="36508"/>
                </a:lnTo>
                <a:lnTo>
                  <a:pt x="1437827" y="35792"/>
                </a:lnTo>
                <a:lnTo>
                  <a:pt x="1437225" y="35100"/>
                </a:lnTo>
                <a:lnTo>
                  <a:pt x="1436600" y="34434"/>
                </a:lnTo>
                <a:lnTo>
                  <a:pt x="1435954" y="33797"/>
                </a:lnTo>
                <a:lnTo>
                  <a:pt x="1435286" y="33187"/>
                </a:lnTo>
                <a:lnTo>
                  <a:pt x="1434595" y="32607"/>
                </a:lnTo>
                <a:lnTo>
                  <a:pt x="1433884" y="32054"/>
                </a:lnTo>
                <a:lnTo>
                  <a:pt x="1433150" y="31530"/>
                </a:lnTo>
                <a:lnTo>
                  <a:pt x="1432395" y="31034"/>
                </a:lnTo>
                <a:lnTo>
                  <a:pt x="1431618" y="30566"/>
                </a:lnTo>
                <a:lnTo>
                  <a:pt x="1430819" y="30127"/>
                </a:lnTo>
                <a:lnTo>
                  <a:pt x="1429999" y="29716"/>
                </a:lnTo>
                <a:lnTo>
                  <a:pt x="1429156" y="29334"/>
                </a:lnTo>
                <a:lnTo>
                  <a:pt x="1428292" y="28980"/>
                </a:lnTo>
                <a:lnTo>
                  <a:pt x="1427407" y="28654"/>
                </a:lnTo>
                <a:lnTo>
                  <a:pt x="1426499" y="28356"/>
                </a:lnTo>
                <a:lnTo>
                  <a:pt x="1425570" y="28087"/>
                </a:lnTo>
                <a:lnTo>
                  <a:pt x="1424619" y="27846"/>
                </a:lnTo>
                <a:lnTo>
                  <a:pt x="1423647" y="27634"/>
                </a:lnTo>
                <a:lnTo>
                  <a:pt x="1422652" y="27449"/>
                </a:lnTo>
                <a:lnTo>
                  <a:pt x="1421636" y="27293"/>
                </a:lnTo>
                <a:lnTo>
                  <a:pt x="1420598" y="27166"/>
                </a:lnTo>
                <a:lnTo>
                  <a:pt x="1419539" y="27067"/>
                </a:lnTo>
                <a:lnTo>
                  <a:pt x="1418457" y="26996"/>
                </a:lnTo>
                <a:lnTo>
                  <a:pt x="1417354" y="26953"/>
                </a:lnTo>
                <a:lnTo>
                  <a:pt x="1416230" y="26939"/>
                </a:lnTo>
                <a:lnTo>
                  <a:pt x="1415314" y="26950"/>
                </a:lnTo>
                <a:lnTo>
                  <a:pt x="1414414" y="26981"/>
                </a:lnTo>
                <a:lnTo>
                  <a:pt x="1413532" y="27032"/>
                </a:lnTo>
                <a:lnTo>
                  <a:pt x="1412667" y="27104"/>
                </a:lnTo>
                <a:lnTo>
                  <a:pt x="1411818" y="27197"/>
                </a:lnTo>
                <a:lnTo>
                  <a:pt x="1410986" y="27311"/>
                </a:lnTo>
                <a:lnTo>
                  <a:pt x="1410170" y="27445"/>
                </a:lnTo>
                <a:lnTo>
                  <a:pt x="1409372" y="27600"/>
                </a:lnTo>
                <a:lnTo>
                  <a:pt x="1408590" y="27775"/>
                </a:lnTo>
                <a:lnTo>
                  <a:pt x="1407825" y="27971"/>
                </a:lnTo>
                <a:lnTo>
                  <a:pt x="1407077" y="28188"/>
                </a:lnTo>
                <a:lnTo>
                  <a:pt x="1406346" y="28425"/>
                </a:lnTo>
                <a:lnTo>
                  <a:pt x="1405631" y="28683"/>
                </a:lnTo>
                <a:lnTo>
                  <a:pt x="1404933" y="28962"/>
                </a:lnTo>
                <a:lnTo>
                  <a:pt x="1404252" y="29261"/>
                </a:lnTo>
                <a:lnTo>
                  <a:pt x="1403588" y="29581"/>
                </a:lnTo>
                <a:lnTo>
                  <a:pt x="1402941" y="29921"/>
                </a:lnTo>
                <a:lnTo>
                  <a:pt x="1402310" y="30283"/>
                </a:lnTo>
                <a:lnTo>
                  <a:pt x="1401696" y="30664"/>
                </a:lnTo>
                <a:lnTo>
                  <a:pt x="1401099" y="31067"/>
                </a:lnTo>
                <a:lnTo>
                  <a:pt x="1400518" y="31490"/>
                </a:lnTo>
                <a:lnTo>
                  <a:pt x="1399955" y="31934"/>
                </a:lnTo>
                <a:lnTo>
                  <a:pt x="1399408" y="32398"/>
                </a:lnTo>
                <a:lnTo>
                  <a:pt x="1398878" y="32883"/>
                </a:lnTo>
                <a:lnTo>
                  <a:pt x="1398367" y="33385"/>
                </a:lnTo>
                <a:lnTo>
                  <a:pt x="1397878" y="33902"/>
                </a:lnTo>
                <a:lnTo>
                  <a:pt x="1397410" y="34434"/>
                </a:lnTo>
                <a:lnTo>
                  <a:pt x="1396965" y="34980"/>
                </a:lnTo>
                <a:lnTo>
                  <a:pt x="1396541" y="35541"/>
                </a:lnTo>
                <a:lnTo>
                  <a:pt x="1396139" y="36116"/>
                </a:lnTo>
                <a:lnTo>
                  <a:pt x="1395758" y="36706"/>
                </a:lnTo>
                <a:lnTo>
                  <a:pt x="1395400" y="37310"/>
                </a:lnTo>
                <a:lnTo>
                  <a:pt x="1395063" y="37929"/>
                </a:lnTo>
                <a:lnTo>
                  <a:pt x="1394748" y="38563"/>
                </a:lnTo>
                <a:lnTo>
                  <a:pt x="1394454" y="39211"/>
                </a:lnTo>
                <a:lnTo>
                  <a:pt x="1394182" y="39874"/>
                </a:lnTo>
                <a:lnTo>
                  <a:pt x="1393933" y="40551"/>
                </a:lnTo>
                <a:lnTo>
                  <a:pt x="1393704" y="41243"/>
                </a:lnTo>
                <a:lnTo>
                  <a:pt x="1393498" y="41950"/>
                </a:lnTo>
                <a:lnTo>
                  <a:pt x="1393313" y="42671"/>
                </a:lnTo>
                <a:lnTo>
                  <a:pt x="1393150" y="43407"/>
                </a:lnTo>
                <a:lnTo>
                  <a:pt x="1393009" y="44157"/>
                </a:lnTo>
                <a:lnTo>
                  <a:pt x="1392889" y="44922"/>
                </a:lnTo>
                <a:lnTo>
                  <a:pt x="1392859" y="45162"/>
                </a:lnTo>
                <a:lnTo>
                  <a:pt x="1392617" y="45162"/>
                </a:lnTo>
                <a:lnTo>
                  <a:pt x="1392617" y="28523"/>
                </a:lnTo>
                <a:lnTo>
                  <a:pt x="1378356" y="28523"/>
                </a:lnTo>
                <a:lnTo>
                  <a:pt x="1378356" y="115681"/>
                </a:lnTo>
                <a:lnTo>
                  <a:pt x="1392617" y="115681"/>
                </a:lnTo>
                <a:lnTo>
                  <a:pt x="1392617" y="60216"/>
                </a:lnTo>
                <a:close/>
                <a:moveTo>
                  <a:pt x="1505116" y="116691"/>
                </a:moveTo>
                <a:lnTo>
                  <a:pt x="1505925" y="116598"/>
                </a:lnTo>
                <a:lnTo>
                  <a:pt x="1506724" y="116490"/>
                </a:lnTo>
                <a:lnTo>
                  <a:pt x="1507513" y="116369"/>
                </a:lnTo>
                <a:lnTo>
                  <a:pt x="1508293" y="116233"/>
                </a:lnTo>
                <a:lnTo>
                  <a:pt x="1509064" y="116083"/>
                </a:lnTo>
                <a:lnTo>
                  <a:pt x="1509825" y="115918"/>
                </a:lnTo>
                <a:lnTo>
                  <a:pt x="1510576" y="115739"/>
                </a:lnTo>
                <a:lnTo>
                  <a:pt x="1511317" y="115546"/>
                </a:lnTo>
                <a:lnTo>
                  <a:pt x="1512049" y="115339"/>
                </a:lnTo>
                <a:lnTo>
                  <a:pt x="1512771" y="115117"/>
                </a:lnTo>
                <a:lnTo>
                  <a:pt x="1513484" y="114881"/>
                </a:lnTo>
                <a:lnTo>
                  <a:pt x="1514187" y="114630"/>
                </a:lnTo>
                <a:lnTo>
                  <a:pt x="1514880" y="114366"/>
                </a:lnTo>
                <a:lnTo>
                  <a:pt x="1515564" y="114087"/>
                </a:lnTo>
                <a:lnTo>
                  <a:pt x="1516238" y="113794"/>
                </a:lnTo>
                <a:lnTo>
                  <a:pt x="1516902" y="113486"/>
                </a:lnTo>
                <a:lnTo>
                  <a:pt x="1517557" y="113164"/>
                </a:lnTo>
                <a:lnTo>
                  <a:pt x="1518202" y="112828"/>
                </a:lnTo>
                <a:lnTo>
                  <a:pt x="1518837" y="112478"/>
                </a:lnTo>
                <a:lnTo>
                  <a:pt x="1519459" y="112115"/>
                </a:lnTo>
                <a:lnTo>
                  <a:pt x="1520070" y="111740"/>
                </a:lnTo>
                <a:lnTo>
                  <a:pt x="1520668" y="111351"/>
                </a:lnTo>
                <a:lnTo>
                  <a:pt x="1521254" y="110949"/>
                </a:lnTo>
                <a:lnTo>
                  <a:pt x="1521828" y="110535"/>
                </a:lnTo>
                <a:lnTo>
                  <a:pt x="1522390" y="110108"/>
                </a:lnTo>
                <a:lnTo>
                  <a:pt x="1522940" y="109667"/>
                </a:lnTo>
                <a:lnTo>
                  <a:pt x="1523477" y="109214"/>
                </a:lnTo>
                <a:lnTo>
                  <a:pt x="1524003" y="108748"/>
                </a:lnTo>
                <a:lnTo>
                  <a:pt x="1524516" y="108269"/>
                </a:lnTo>
                <a:lnTo>
                  <a:pt x="1525018" y="107777"/>
                </a:lnTo>
                <a:lnTo>
                  <a:pt x="1525507" y="107272"/>
                </a:lnTo>
                <a:lnTo>
                  <a:pt x="1525984" y="106754"/>
                </a:lnTo>
                <a:lnTo>
                  <a:pt x="1526449" y="106223"/>
                </a:lnTo>
                <a:lnTo>
                  <a:pt x="1526902" y="105679"/>
                </a:lnTo>
                <a:lnTo>
                  <a:pt x="1527343" y="105122"/>
                </a:lnTo>
                <a:lnTo>
                  <a:pt x="1527772" y="104553"/>
                </a:lnTo>
                <a:lnTo>
                  <a:pt x="1528188" y="103970"/>
                </a:lnTo>
                <a:lnTo>
                  <a:pt x="1528593" y="103375"/>
                </a:lnTo>
                <a:lnTo>
                  <a:pt x="1528985" y="102766"/>
                </a:lnTo>
                <a:lnTo>
                  <a:pt x="1529365" y="102145"/>
                </a:lnTo>
                <a:lnTo>
                  <a:pt x="1529733" y="101511"/>
                </a:lnTo>
                <a:lnTo>
                  <a:pt x="1530090" y="100863"/>
                </a:lnTo>
                <a:lnTo>
                  <a:pt x="1530432" y="100204"/>
                </a:lnTo>
                <a:lnTo>
                  <a:pt x="1530760" y="99535"/>
                </a:lnTo>
                <a:lnTo>
                  <a:pt x="1531074" y="98854"/>
                </a:lnTo>
                <a:lnTo>
                  <a:pt x="1531373" y="98163"/>
                </a:lnTo>
                <a:lnTo>
                  <a:pt x="1531657" y="97461"/>
                </a:lnTo>
                <a:lnTo>
                  <a:pt x="1531927" y="96748"/>
                </a:lnTo>
                <a:lnTo>
                  <a:pt x="1532182" y="96025"/>
                </a:lnTo>
                <a:lnTo>
                  <a:pt x="1532423" y="95291"/>
                </a:lnTo>
                <a:lnTo>
                  <a:pt x="1532649" y="94546"/>
                </a:lnTo>
                <a:lnTo>
                  <a:pt x="1532860" y="93790"/>
                </a:lnTo>
                <a:lnTo>
                  <a:pt x="1533057" y="93024"/>
                </a:lnTo>
                <a:lnTo>
                  <a:pt x="1533240" y="92247"/>
                </a:lnTo>
                <a:lnTo>
                  <a:pt x="1533407" y="91459"/>
                </a:lnTo>
                <a:lnTo>
                  <a:pt x="1533560" y="90660"/>
                </a:lnTo>
                <a:lnTo>
                  <a:pt x="1533699" y="89851"/>
                </a:lnTo>
                <a:lnTo>
                  <a:pt x="1533823" y="89031"/>
                </a:lnTo>
                <a:lnTo>
                  <a:pt x="1533932" y="88200"/>
                </a:lnTo>
                <a:lnTo>
                  <a:pt x="1534027" y="87359"/>
                </a:lnTo>
                <a:lnTo>
                  <a:pt x="1534107" y="86507"/>
                </a:lnTo>
                <a:lnTo>
                  <a:pt x="1534173" y="85644"/>
                </a:lnTo>
                <a:lnTo>
                  <a:pt x="1534224" y="84770"/>
                </a:lnTo>
                <a:lnTo>
                  <a:pt x="1534260" y="83886"/>
                </a:lnTo>
                <a:lnTo>
                  <a:pt x="1534282" y="82991"/>
                </a:lnTo>
                <a:lnTo>
                  <a:pt x="1534290" y="82085"/>
                </a:lnTo>
                <a:lnTo>
                  <a:pt x="1534290" y="62119"/>
                </a:lnTo>
                <a:lnTo>
                  <a:pt x="1534282" y="61201"/>
                </a:lnTo>
                <a:lnTo>
                  <a:pt x="1534260" y="60293"/>
                </a:lnTo>
                <a:lnTo>
                  <a:pt x="1534224" y="59398"/>
                </a:lnTo>
                <a:lnTo>
                  <a:pt x="1534173" y="58514"/>
                </a:lnTo>
                <a:lnTo>
                  <a:pt x="1534107" y="57641"/>
                </a:lnTo>
                <a:lnTo>
                  <a:pt x="1534027" y="56780"/>
                </a:lnTo>
                <a:lnTo>
                  <a:pt x="1533932" y="55931"/>
                </a:lnTo>
                <a:lnTo>
                  <a:pt x="1533823" y="55093"/>
                </a:lnTo>
                <a:lnTo>
                  <a:pt x="1533699" y="54267"/>
                </a:lnTo>
                <a:lnTo>
                  <a:pt x="1533560" y="53452"/>
                </a:lnTo>
                <a:lnTo>
                  <a:pt x="1533407" y="52649"/>
                </a:lnTo>
                <a:lnTo>
                  <a:pt x="1533240" y="51858"/>
                </a:lnTo>
                <a:lnTo>
                  <a:pt x="1533057" y="51078"/>
                </a:lnTo>
                <a:lnTo>
                  <a:pt x="1532860" y="50309"/>
                </a:lnTo>
                <a:lnTo>
                  <a:pt x="1532649" y="49552"/>
                </a:lnTo>
                <a:lnTo>
                  <a:pt x="1532423" y="48807"/>
                </a:lnTo>
                <a:lnTo>
                  <a:pt x="1532182" y="48073"/>
                </a:lnTo>
                <a:lnTo>
                  <a:pt x="1531927" y="47351"/>
                </a:lnTo>
                <a:lnTo>
                  <a:pt x="1531657" y="46641"/>
                </a:lnTo>
                <a:lnTo>
                  <a:pt x="1531373" y="45942"/>
                </a:lnTo>
                <a:lnTo>
                  <a:pt x="1531074" y="45254"/>
                </a:lnTo>
                <a:lnTo>
                  <a:pt x="1530760" y="44578"/>
                </a:lnTo>
                <a:lnTo>
                  <a:pt x="1530432" y="43914"/>
                </a:lnTo>
                <a:lnTo>
                  <a:pt x="1530090" y="43261"/>
                </a:lnTo>
                <a:lnTo>
                  <a:pt x="1529734" y="42620"/>
                </a:lnTo>
                <a:lnTo>
                  <a:pt x="1529366" y="41992"/>
                </a:lnTo>
                <a:lnTo>
                  <a:pt x="1528986" y="41377"/>
                </a:lnTo>
                <a:lnTo>
                  <a:pt x="1528595" y="40774"/>
                </a:lnTo>
                <a:lnTo>
                  <a:pt x="1528192" y="40184"/>
                </a:lnTo>
                <a:lnTo>
                  <a:pt x="1527777" y="39607"/>
                </a:lnTo>
                <a:lnTo>
                  <a:pt x="1527350" y="39042"/>
                </a:lnTo>
                <a:lnTo>
                  <a:pt x="1526911" y="38490"/>
                </a:lnTo>
                <a:lnTo>
                  <a:pt x="1526460" y="37950"/>
                </a:lnTo>
                <a:lnTo>
                  <a:pt x="1525998" y="37423"/>
                </a:lnTo>
                <a:lnTo>
                  <a:pt x="1525524" y="36909"/>
                </a:lnTo>
                <a:lnTo>
                  <a:pt x="1525038" y="36408"/>
                </a:lnTo>
                <a:lnTo>
                  <a:pt x="1524540" y="35919"/>
                </a:lnTo>
                <a:lnTo>
                  <a:pt x="1524030" y="35443"/>
                </a:lnTo>
                <a:lnTo>
                  <a:pt x="1523508" y="34979"/>
                </a:lnTo>
                <a:lnTo>
                  <a:pt x="1522975" y="34528"/>
                </a:lnTo>
                <a:lnTo>
                  <a:pt x="1522430" y="34090"/>
                </a:lnTo>
                <a:lnTo>
                  <a:pt x="1521873" y="33664"/>
                </a:lnTo>
                <a:lnTo>
                  <a:pt x="1521304" y="33251"/>
                </a:lnTo>
                <a:lnTo>
                  <a:pt x="1520723" y="32851"/>
                </a:lnTo>
                <a:lnTo>
                  <a:pt x="1520131" y="32463"/>
                </a:lnTo>
                <a:lnTo>
                  <a:pt x="1519526" y="32088"/>
                </a:lnTo>
                <a:lnTo>
                  <a:pt x="1518910" y="31726"/>
                </a:lnTo>
                <a:lnTo>
                  <a:pt x="1518282" y="31376"/>
                </a:lnTo>
                <a:lnTo>
                  <a:pt x="1517643" y="31040"/>
                </a:lnTo>
                <a:lnTo>
                  <a:pt x="1516994" y="30718"/>
                </a:lnTo>
                <a:lnTo>
                  <a:pt x="1516334" y="30411"/>
                </a:lnTo>
                <a:lnTo>
                  <a:pt x="1515664" y="30117"/>
                </a:lnTo>
                <a:lnTo>
                  <a:pt x="1514983" y="29838"/>
                </a:lnTo>
                <a:lnTo>
                  <a:pt x="1514292" y="29574"/>
                </a:lnTo>
                <a:lnTo>
                  <a:pt x="1513590" y="29323"/>
                </a:lnTo>
                <a:lnTo>
                  <a:pt x="1512878" y="29087"/>
                </a:lnTo>
                <a:lnTo>
                  <a:pt x="1512155" y="28866"/>
                </a:lnTo>
                <a:lnTo>
                  <a:pt x="1511422" y="28658"/>
                </a:lnTo>
                <a:lnTo>
                  <a:pt x="1510678" y="28465"/>
                </a:lnTo>
                <a:lnTo>
                  <a:pt x="1509924" y="28286"/>
                </a:lnTo>
                <a:lnTo>
                  <a:pt x="1509160" y="28122"/>
                </a:lnTo>
                <a:lnTo>
                  <a:pt x="1508385" y="27971"/>
                </a:lnTo>
                <a:lnTo>
                  <a:pt x="1507599" y="27835"/>
                </a:lnTo>
                <a:lnTo>
                  <a:pt x="1506804" y="27714"/>
                </a:lnTo>
                <a:lnTo>
                  <a:pt x="1505997" y="27607"/>
                </a:lnTo>
                <a:lnTo>
                  <a:pt x="1505180" y="27514"/>
                </a:lnTo>
                <a:lnTo>
                  <a:pt x="1504353" y="27435"/>
                </a:lnTo>
                <a:lnTo>
                  <a:pt x="1503515" y="27371"/>
                </a:lnTo>
                <a:lnTo>
                  <a:pt x="1502667" y="27320"/>
                </a:lnTo>
                <a:lnTo>
                  <a:pt x="1501809" y="27285"/>
                </a:lnTo>
                <a:lnTo>
                  <a:pt x="1500940" y="27263"/>
                </a:lnTo>
                <a:lnTo>
                  <a:pt x="1500060" y="27256"/>
                </a:lnTo>
                <a:lnTo>
                  <a:pt x="1499193" y="27263"/>
                </a:lnTo>
                <a:lnTo>
                  <a:pt x="1498336" y="27285"/>
                </a:lnTo>
                <a:lnTo>
                  <a:pt x="1497488" y="27320"/>
                </a:lnTo>
                <a:lnTo>
                  <a:pt x="1496650" y="27371"/>
                </a:lnTo>
                <a:lnTo>
                  <a:pt x="1495822" y="27435"/>
                </a:lnTo>
                <a:lnTo>
                  <a:pt x="1495003" y="27514"/>
                </a:lnTo>
                <a:lnTo>
                  <a:pt x="1494194" y="27607"/>
                </a:lnTo>
                <a:lnTo>
                  <a:pt x="1493395" y="27714"/>
                </a:lnTo>
                <a:lnTo>
                  <a:pt x="1492605" y="27835"/>
                </a:lnTo>
                <a:lnTo>
                  <a:pt x="1491824" y="27971"/>
                </a:lnTo>
                <a:lnTo>
                  <a:pt x="1491054" y="28122"/>
                </a:lnTo>
                <a:lnTo>
                  <a:pt x="1490293" y="28286"/>
                </a:lnTo>
                <a:lnTo>
                  <a:pt x="1489542" y="28465"/>
                </a:lnTo>
                <a:lnTo>
                  <a:pt x="1488800" y="28658"/>
                </a:lnTo>
                <a:lnTo>
                  <a:pt x="1488068" y="28866"/>
                </a:lnTo>
                <a:lnTo>
                  <a:pt x="1487345" y="29087"/>
                </a:lnTo>
                <a:lnTo>
                  <a:pt x="1486633" y="29323"/>
                </a:lnTo>
                <a:lnTo>
                  <a:pt x="1485929" y="29574"/>
                </a:lnTo>
                <a:lnTo>
                  <a:pt x="1485236" y="29838"/>
                </a:lnTo>
                <a:lnTo>
                  <a:pt x="1484552" y="30117"/>
                </a:lnTo>
                <a:lnTo>
                  <a:pt x="1483878" y="30411"/>
                </a:lnTo>
                <a:lnTo>
                  <a:pt x="1483213" y="30718"/>
                </a:lnTo>
                <a:lnTo>
                  <a:pt x="1482558" y="31040"/>
                </a:lnTo>
                <a:lnTo>
                  <a:pt x="1481913" y="31376"/>
                </a:lnTo>
                <a:lnTo>
                  <a:pt x="1481278" y="31726"/>
                </a:lnTo>
                <a:lnTo>
                  <a:pt x="1480656" y="32088"/>
                </a:lnTo>
                <a:lnTo>
                  <a:pt x="1480046" y="32463"/>
                </a:lnTo>
                <a:lnTo>
                  <a:pt x="1479448" y="32851"/>
                </a:lnTo>
                <a:lnTo>
                  <a:pt x="1478862" y="33251"/>
                </a:lnTo>
                <a:lnTo>
                  <a:pt x="1478288" y="33664"/>
                </a:lnTo>
                <a:lnTo>
                  <a:pt x="1477726" y="34090"/>
                </a:lnTo>
                <a:lnTo>
                  <a:pt x="1477177" y="34528"/>
                </a:lnTo>
                <a:lnTo>
                  <a:pt x="1476639" y="34979"/>
                </a:lnTo>
                <a:lnTo>
                  <a:pt x="1476114" y="35443"/>
                </a:lnTo>
                <a:lnTo>
                  <a:pt x="1475600" y="35919"/>
                </a:lnTo>
                <a:lnTo>
                  <a:pt x="1475099" y="36408"/>
                </a:lnTo>
                <a:lnTo>
                  <a:pt x="1474610" y="36909"/>
                </a:lnTo>
                <a:lnTo>
                  <a:pt x="1474133" y="37423"/>
                </a:lnTo>
                <a:lnTo>
                  <a:pt x="1473668" y="37950"/>
                </a:lnTo>
                <a:lnTo>
                  <a:pt x="1473215" y="38490"/>
                </a:lnTo>
                <a:lnTo>
                  <a:pt x="1472774" y="39042"/>
                </a:lnTo>
                <a:lnTo>
                  <a:pt x="1472346" y="39607"/>
                </a:lnTo>
                <a:lnTo>
                  <a:pt x="1471929" y="40184"/>
                </a:lnTo>
                <a:lnTo>
                  <a:pt x="1471525" y="40774"/>
                </a:lnTo>
                <a:lnTo>
                  <a:pt x="1471132" y="41377"/>
                </a:lnTo>
                <a:lnTo>
                  <a:pt x="1470752" y="41992"/>
                </a:lnTo>
                <a:lnTo>
                  <a:pt x="1470384" y="42620"/>
                </a:lnTo>
                <a:lnTo>
                  <a:pt x="1470028" y="43261"/>
                </a:lnTo>
                <a:lnTo>
                  <a:pt x="1469685" y="43914"/>
                </a:lnTo>
                <a:lnTo>
                  <a:pt x="1469358" y="44578"/>
                </a:lnTo>
                <a:lnTo>
                  <a:pt x="1469044" y="45254"/>
                </a:lnTo>
                <a:lnTo>
                  <a:pt x="1468745" y="45942"/>
                </a:lnTo>
                <a:lnTo>
                  <a:pt x="1468461" y="46641"/>
                </a:lnTo>
                <a:lnTo>
                  <a:pt x="1468191" y="47351"/>
                </a:lnTo>
                <a:lnTo>
                  <a:pt x="1467936" y="48073"/>
                </a:lnTo>
                <a:lnTo>
                  <a:pt x="1467696" y="48807"/>
                </a:lnTo>
                <a:lnTo>
                  <a:pt x="1467470" y="49552"/>
                </a:lnTo>
                <a:lnTo>
                  <a:pt x="1467259" y="50309"/>
                </a:lnTo>
                <a:lnTo>
                  <a:pt x="1467062" y="51078"/>
                </a:lnTo>
                <a:lnTo>
                  <a:pt x="1466880" y="51858"/>
                </a:lnTo>
                <a:lnTo>
                  <a:pt x="1466712" y="52649"/>
                </a:lnTo>
                <a:lnTo>
                  <a:pt x="1466559" y="53452"/>
                </a:lnTo>
                <a:lnTo>
                  <a:pt x="1466421" y="54267"/>
                </a:lnTo>
                <a:lnTo>
                  <a:pt x="1466297" y="55093"/>
                </a:lnTo>
                <a:lnTo>
                  <a:pt x="1466187" y="55931"/>
                </a:lnTo>
                <a:lnTo>
                  <a:pt x="1466093" y="56780"/>
                </a:lnTo>
                <a:lnTo>
                  <a:pt x="1466012" y="57641"/>
                </a:lnTo>
                <a:lnTo>
                  <a:pt x="1465947" y="58514"/>
                </a:lnTo>
                <a:lnTo>
                  <a:pt x="1465896" y="59398"/>
                </a:lnTo>
                <a:lnTo>
                  <a:pt x="1465859" y="60293"/>
                </a:lnTo>
                <a:lnTo>
                  <a:pt x="1465838" y="61201"/>
                </a:lnTo>
                <a:lnTo>
                  <a:pt x="1465830" y="62119"/>
                </a:lnTo>
                <a:lnTo>
                  <a:pt x="1465830" y="82085"/>
                </a:lnTo>
                <a:lnTo>
                  <a:pt x="1465838" y="82991"/>
                </a:lnTo>
                <a:lnTo>
                  <a:pt x="1465859" y="83886"/>
                </a:lnTo>
                <a:lnTo>
                  <a:pt x="1465896" y="84770"/>
                </a:lnTo>
                <a:lnTo>
                  <a:pt x="1465947" y="85644"/>
                </a:lnTo>
                <a:lnTo>
                  <a:pt x="1466012" y="86507"/>
                </a:lnTo>
                <a:lnTo>
                  <a:pt x="1466093" y="87359"/>
                </a:lnTo>
                <a:lnTo>
                  <a:pt x="1466187" y="88200"/>
                </a:lnTo>
                <a:lnTo>
                  <a:pt x="1466297" y="89031"/>
                </a:lnTo>
                <a:lnTo>
                  <a:pt x="1466421" y="89851"/>
                </a:lnTo>
                <a:lnTo>
                  <a:pt x="1466559" y="90660"/>
                </a:lnTo>
                <a:lnTo>
                  <a:pt x="1466712" y="91459"/>
                </a:lnTo>
                <a:lnTo>
                  <a:pt x="1466880" y="92247"/>
                </a:lnTo>
                <a:lnTo>
                  <a:pt x="1467062" y="93024"/>
                </a:lnTo>
                <a:lnTo>
                  <a:pt x="1467259" y="93790"/>
                </a:lnTo>
                <a:lnTo>
                  <a:pt x="1467470" y="94546"/>
                </a:lnTo>
                <a:lnTo>
                  <a:pt x="1467696" y="95291"/>
                </a:lnTo>
                <a:lnTo>
                  <a:pt x="1467936" y="96025"/>
                </a:lnTo>
                <a:lnTo>
                  <a:pt x="1468191" y="96748"/>
                </a:lnTo>
                <a:lnTo>
                  <a:pt x="1468461" y="97461"/>
                </a:lnTo>
                <a:lnTo>
                  <a:pt x="1468745" y="98163"/>
                </a:lnTo>
                <a:lnTo>
                  <a:pt x="1469044" y="98854"/>
                </a:lnTo>
                <a:lnTo>
                  <a:pt x="1469358" y="99535"/>
                </a:lnTo>
                <a:lnTo>
                  <a:pt x="1469685" y="100204"/>
                </a:lnTo>
                <a:lnTo>
                  <a:pt x="1470028" y="100863"/>
                </a:lnTo>
                <a:lnTo>
                  <a:pt x="1470384" y="101511"/>
                </a:lnTo>
                <a:lnTo>
                  <a:pt x="1470752" y="102145"/>
                </a:lnTo>
                <a:lnTo>
                  <a:pt x="1471132" y="102766"/>
                </a:lnTo>
                <a:lnTo>
                  <a:pt x="1471525" y="103375"/>
                </a:lnTo>
                <a:lnTo>
                  <a:pt x="1471929" y="103970"/>
                </a:lnTo>
                <a:lnTo>
                  <a:pt x="1472346" y="104553"/>
                </a:lnTo>
                <a:lnTo>
                  <a:pt x="1472774" y="105122"/>
                </a:lnTo>
                <a:lnTo>
                  <a:pt x="1473215" y="105679"/>
                </a:lnTo>
                <a:lnTo>
                  <a:pt x="1473668" y="106223"/>
                </a:lnTo>
                <a:lnTo>
                  <a:pt x="1474133" y="106754"/>
                </a:lnTo>
                <a:lnTo>
                  <a:pt x="1474610" y="107272"/>
                </a:lnTo>
                <a:lnTo>
                  <a:pt x="1475099" y="107777"/>
                </a:lnTo>
                <a:lnTo>
                  <a:pt x="1475600" y="108269"/>
                </a:lnTo>
                <a:lnTo>
                  <a:pt x="1476114" y="108748"/>
                </a:lnTo>
                <a:lnTo>
                  <a:pt x="1476639" y="109214"/>
                </a:lnTo>
                <a:lnTo>
                  <a:pt x="1477177" y="109667"/>
                </a:lnTo>
                <a:lnTo>
                  <a:pt x="1477726" y="110108"/>
                </a:lnTo>
                <a:lnTo>
                  <a:pt x="1478288" y="110535"/>
                </a:lnTo>
                <a:lnTo>
                  <a:pt x="1478862" y="110949"/>
                </a:lnTo>
                <a:lnTo>
                  <a:pt x="1479448" y="111351"/>
                </a:lnTo>
                <a:lnTo>
                  <a:pt x="1480046" y="111740"/>
                </a:lnTo>
                <a:lnTo>
                  <a:pt x="1480656" y="112115"/>
                </a:lnTo>
                <a:lnTo>
                  <a:pt x="1481278" y="112478"/>
                </a:lnTo>
                <a:lnTo>
                  <a:pt x="1481913" y="112828"/>
                </a:lnTo>
                <a:lnTo>
                  <a:pt x="1482558" y="113164"/>
                </a:lnTo>
                <a:lnTo>
                  <a:pt x="1483213" y="113486"/>
                </a:lnTo>
                <a:lnTo>
                  <a:pt x="1483878" y="113794"/>
                </a:lnTo>
                <a:lnTo>
                  <a:pt x="1484552" y="114087"/>
                </a:lnTo>
                <a:lnTo>
                  <a:pt x="1485236" y="114366"/>
                </a:lnTo>
                <a:lnTo>
                  <a:pt x="1485929" y="114630"/>
                </a:lnTo>
                <a:lnTo>
                  <a:pt x="1486633" y="114881"/>
                </a:lnTo>
                <a:lnTo>
                  <a:pt x="1487345" y="115117"/>
                </a:lnTo>
                <a:lnTo>
                  <a:pt x="1488068" y="115339"/>
                </a:lnTo>
                <a:lnTo>
                  <a:pt x="1488800" y="115546"/>
                </a:lnTo>
                <a:lnTo>
                  <a:pt x="1489542" y="115739"/>
                </a:lnTo>
                <a:lnTo>
                  <a:pt x="1490293" y="115918"/>
                </a:lnTo>
                <a:lnTo>
                  <a:pt x="1491054" y="116083"/>
                </a:lnTo>
                <a:lnTo>
                  <a:pt x="1491824" y="116233"/>
                </a:lnTo>
                <a:lnTo>
                  <a:pt x="1492605" y="116369"/>
                </a:lnTo>
                <a:lnTo>
                  <a:pt x="1493395" y="116490"/>
                </a:lnTo>
                <a:lnTo>
                  <a:pt x="1494194" y="116598"/>
                </a:lnTo>
                <a:lnTo>
                  <a:pt x="1495003" y="116691"/>
                </a:lnTo>
                <a:lnTo>
                  <a:pt x="1495822" y="116769"/>
                </a:lnTo>
                <a:lnTo>
                  <a:pt x="1496650" y="116834"/>
                </a:lnTo>
                <a:lnTo>
                  <a:pt x="1497488" y="116884"/>
                </a:lnTo>
                <a:lnTo>
                  <a:pt x="1498336" y="116920"/>
                </a:lnTo>
                <a:lnTo>
                  <a:pt x="1499193" y="116941"/>
                </a:lnTo>
                <a:lnTo>
                  <a:pt x="1500060" y="116948"/>
                </a:lnTo>
                <a:lnTo>
                  <a:pt x="1500927" y="116941"/>
                </a:lnTo>
                <a:lnTo>
                  <a:pt x="1501784" y="116920"/>
                </a:lnTo>
                <a:lnTo>
                  <a:pt x="1502631" y="116884"/>
                </a:lnTo>
                <a:lnTo>
                  <a:pt x="1503469" y="116834"/>
                </a:lnTo>
                <a:lnTo>
                  <a:pt x="1504297" y="116769"/>
                </a:lnTo>
                <a:lnTo>
                  <a:pt x="1505116" y="116691"/>
                </a:lnTo>
                <a:close/>
                <a:moveTo>
                  <a:pt x="1495702" y="103944"/>
                </a:moveTo>
                <a:lnTo>
                  <a:pt x="1495022" y="103826"/>
                </a:lnTo>
                <a:lnTo>
                  <a:pt x="1494355" y="103690"/>
                </a:lnTo>
                <a:lnTo>
                  <a:pt x="1493701" y="103535"/>
                </a:lnTo>
                <a:lnTo>
                  <a:pt x="1493061" y="103363"/>
                </a:lnTo>
                <a:lnTo>
                  <a:pt x="1492433" y="103172"/>
                </a:lnTo>
                <a:lnTo>
                  <a:pt x="1491819" y="102963"/>
                </a:lnTo>
                <a:lnTo>
                  <a:pt x="1491218" y="102737"/>
                </a:lnTo>
                <a:lnTo>
                  <a:pt x="1490631" y="102492"/>
                </a:lnTo>
                <a:lnTo>
                  <a:pt x="1490056" y="102228"/>
                </a:lnTo>
                <a:lnTo>
                  <a:pt x="1489495" y="101947"/>
                </a:lnTo>
                <a:lnTo>
                  <a:pt x="1488947" y="101647"/>
                </a:lnTo>
                <a:lnTo>
                  <a:pt x="1488412" y="101330"/>
                </a:lnTo>
                <a:lnTo>
                  <a:pt x="1487890" y="100994"/>
                </a:lnTo>
                <a:lnTo>
                  <a:pt x="1487381" y="100640"/>
                </a:lnTo>
                <a:lnTo>
                  <a:pt x="1486886" y="100268"/>
                </a:lnTo>
                <a:lnTo>
                  <a:pt x="1486404" y="99878"/>
                </a:lnTo>
                <a:lnTo>
                  <a:pt x="1485935" y="99469"/>
                </a:lnTo>
                <a:lnTo>
                  <a:pt x="1485479" y="99043"/>
                </a:lnTo>
                <a:lnTo>
                  <a:pt x="1485040" y="98598"/>
                </a:lnTo>
                <a:lnTo>
                  <a:pt x="1484619" y="98137"/>
                </a:lnTo>
                <a:lnTo>
                  <a:pt x="1484217" y="97658"/>
                </a:lnTo>
                <a:lnTo>
                  <a:pt x="1483833" y="97163"/>
                </a:lnTo>
                <a:lnTo>
                  <a:pt x="1483468" y="96650"/>
                </a:lnTo>
                <a:lnTo>
                  <a:pt x="1483122" y="96121"/>
                </a:lnTo>
                <a:lnTo>
                  <a:pt x="1482795" y="95574"/>
                </a:lnTo>
                <a:lnTo>
                  <a:pt x="1482486" y="95010"/>
                </a:lnTo>
                <a:lnTo>
                  <a:pt x="1482196" y="94429"/>
                </a:lnTo>
                <a:lnTo>
                  <a:pt x="1481925" y="93832"/>
                </a:lnTo>
                <a:lnTo>
                  <a:pt x="1481673" y="93217"/>
                </a:lnTo>
                <a:lnTo>
                  <a:pt x="1481439" y="92585"/>
                </a:lnTo>
                <a:lnTo>
                  <a:pt x="1481224" y="91936"/>
                </a:lnTo>
                <a:lnTo>
                  <a:pt x="1481027" y="91270"/>
                </a:lnTo>
                <a:lnTo>
                  <a:pt x="1480849" y="90586"/>
                </a:lnTo>
                <a:lnTo>
                  <a:pt x="1480690" y="89886"/>
                </a:lnTo>
                <a:lnTo>
                  <a:pt x="1480550" y="89169"/>
                </a:lnTo>
                <a:lnTo>
                  <a:pt x="1480429" y="88435"/>
                </a:lnTo>
                <a:lnTo>
                  <a:pt x="1480326" y="87684"/>
                </a:lnTo>
                <a:lnTo>
                  <a:pt x="1480241" y="86915"/>
                </a:lnTo>
                <a:lnTo>
                  <a:pt x="1480176" y="86130"/>
                </a:lnTo>
                <a:lnTo>
                  <a:pt x="1480129" y="85327"/>
                </a:lnTo>
                <a:lnTo>
                  <a:pt x="1480101" y="84508"/>
                </a:lnTo>
                <a:lnTo>
                  <a:pt x="1480092" y="83671"/>
                </a:lnTo>
                <a:lnTo>
                  <a:pt x="1480092" y="60533"/>
                </a:lnTo>
                <a:lnTo>
                  <a:pt x="1480101" y="59696"/>
                </a:lnTo>
                <a:lnTo>
                  <a:pt x="1480129" y="58877"/>
                </a:lnTo>
                <a:lnTo>
                  <a:pt x="1480176" y="58074"/>
                </a:lnTo>
                <a:lnTo>
                  <a:pt x="1480241" y="57289"/>
                </a:lnTo>
                <a:lnTo>
                  <a:pt x="1480326" y="56521"/>
                </a:lnTo>
                <a:lnTo>
                  <a:pt x="1480429" y="55770"/>
                </a:lnTo>
                <a:lnTo>
                  <a:pt x="1480550" y="55035"/>
                </a:lnTo>
                <a:lnTo>
                  <a:pt x="1480690" y="54318"/>
                </a:lnTo>
                <a:lnTo>
                  <a:pt x="1480849" y="53618"/>
                </a:lnTo>
                <a:lnTo>
                  <a:pt x="1481027" y="52935"/>
                </a:lnTo>
                <a:lnTo>
                  <a:pt x="1481224" y="52269"/>
                </a:lnTo>
                <a:lnTo>
                  <a:pt x="1481439" y="51620"/>
                </a:lnTo>
                <a:lnTo>
                  <a:pt x="1481673" y="50988"/>
                </a:lnTo>
                <a:lnTo>
                  <a:pt x="1481925" y="50374"/>
                </a:lnTo>
                <a:lnTo>
                  <a:pt x="1482196" y="49776"/>
                </a:lnTo>
                <a:lnTo>
                  <a:pt x="1482486" y="49195"/>
                </a:lnTo>
                <a:lnTo>
                  <a:pt x="1482795" y="48632"/>
                </a:lnTo>
                <a:lnTo>
                  <a:pt x="1483122" y="48085"/>
                </a:lnTo>
                <a:lnTo>
                  <a:pt x="1483468" y="47556"/>
                </a:lnTo>
                <a:lnTo>
                  <a:pt x="1483833" y="47043"/>
                </a:lnTo>
                <a:lnTo>
                  <a:pt x="1484217" y="46548"/>
                </a:lnTo>
                <a:lnTo>
                  <a:pt x="1484619" y="46069"/>
                </a:lnTo>
                <a:lnTo>
                  <a:pt x="1485040" y="45608"/>
                </a:lnTo>
                <a:lnTo>
                  <a:pt x="1485479" y="45164"/>
                </a:lnTo>
                <a:lnTo>
                  <a:pt x="1485935" y="44737"/>
                </a:lnTo>
                <a:lnTo>
                  <a:pt x="1486404" y="44329"/>
                </a:lnTo>
                <a:lnTo>
                  <a:pt x="1486886" y="43938"/>
                </a:lnTo>
                <a:lnTo>
                  <a:pt x="1487381" y="43566"/>
                </a:lnTo>
                <a:lnTo>
                  <a:pt x="1487890" y="43212"/>
                </a:lnTo>
                <a:lnTo>
                  <a:pt x="1488412" y="42876"/>
                </a:lnTo>
                <a:lnTo>
                  <a:pt x="1488947" y="42558"/>
                </a:lnTo>
                <a:lnTo>
                  <a:pt x="1489495" y="42258"/>
                </a:lnTo>
                <a:lnTo>
                  <a:pt x="1490056" y="41977"/>
                </a:lnTo>
                <a:lnTo>
                  <a:pt x="1490631" y="41714"/>
                </a:lnTo>
                <a:lnTo>
                  <a:pt x="1491218" y="41468"/>
                </a:lnTo>
                <a:lnTo>
                  <a:pt x="1491819" y="41241"/>
                </a:lnTo>
                <a:lnTo>
                  <a:pt x="1492433" y="41033"/>
                </a:lnTo>
                <a:lnTo>
                  <a:pt x="1493061" y="40842"/>
                </a:lnTo>
                <a:lnTo>
                  <a:pt x="1493701" y="40669"/>
                </a:lnTo>
                <a:lnTo>
                  <a:pt x="1494355" y="40515"/>
                </a:lnTo>
                <a:lnTo>
                  <a:pt x="1495022" y="40379"/>
                </a:lnTo>
                <a:lnTo>
                  <a:pt x="1495702" y="40261"/>
                </a:lnTo>
                <a:lnTo>
                  <a:pt x="1496395" y="40161"/>
                </a:lnTo>
                <a:lnTo>
                  <a:pt x="1497102" y="40079"/>
                </a:lnTo>
                <a:lnTo>
                  <a:pt x="1497822" y="40016"/>
                </a:lnTo>
                <a:lnTo>
                  <a:pt x="1498555" y="39970"/>
                </a:lnTo>
                <a:lnTo>
                  <a:pt x="1499301" y="39943"/>
                </a:lnTo>
                <a:lnTo>
                  <a:pt x="1500060" y="39934"/>
                </a:lnTo>
                <a:lnTo>
                  <a:pt x="1500832" y="39943"/>
                </a:lnTo>
                <a:lnTo>
                  <a:pt x="1501590" y="39970"/>
                </a:lnTo>
                <a:lnTo>
                  <a:pt x="1502334" y="40016"/>
                </a:lnTo>
                <a:lnTo>
                  <a:pt x="1503064" y="40079"/>
                </a:lnTo>
                <a:lnTo>
                  <a:pt x="1503780" y="40161"/>
                </a:lnTo>
                <a:lnTo>
                  <a:pt x="1504481" y="40261"/>
                </a:lnTo>
                <a:lnTo>
                  <a:pt x="1505169" y="40379"/>
                </a:lnTo>
                <a:lnTo>
                  <a:pt x="1505843" y="40515"/>
                </a:lnTo>
                <a:lnTo>
                  <a:pt x="1506503" y="40669"/>
                </a:lnTo>
                <a:lnTo>
                  <a:pt x="1507149" y="40842"/>
                </a:lnTo>
                <a:lnTo>
                  <a:pt x="1507780" y="41033"/>
                </a:lnTo>
                <a:lnTo>
                  <a:pt x="1508398" y="41241"/>
                </a:lnTo>
                <a:lnTo>
                  <a:pt x="1509002" y="41468"/>
                </a:lnTo>
                <a:lnTo>
                  <a:pt x="1509591" y="41714"/>
                </a:lnTo>
                <a:lnTo>
                  <a:pt x="1510167" y="41977"/>
                </a:lnTo>
                <a:lnTo>
                  <a:pt x="1510728" y="42258"/>
                </a:lnTo>
                <a:lnTo>
                  <a:pt x="1511276" y="42558"/>
                </a:lnTo>
                <a:lnTo>
                  <a:pt x="1511809" y="42876"/>
                </a:lnTo>
                <a:lnTo>
                  <a:pt x="1512329" y="43212"/>
                </a:lnTo>
                <a:lnTo>
                  <a:pt x="1512834" y="43566"/>
                </a:lnTo>
                <a:lnTo>
                  <a:pt x="1513326" y="43938"/>
                </a:lnTo>
                <a:lnTo>
                  <a:pt x="1513803" y="44329"/>
                </a:lnTo>
                <a:lnTo>
                  <a:pt x="1514266" y="44737"/>
                </a:lnTo>
                <a:lnTo>
                  <a:pt x="1514716" y="45164"/>
                </a:lnTo>
                <a:lnTo>
                  <a:pt x="1515149" y="45608"/>
                </a:lnTo>
                <a:lnTo>
                  <a:pt x="1515564" y="46069"/>
                </a:lnTo>
                <a:lnTo>
                  <a:pt x="1515960" y="46548"/>
                </a:lnTo>
                <a:lnTo>
                  <a:pt x="1516338" y="47043"/>
                </a:lnTo>
                <a:lnTo>
                  <a:pt x="1516698" y="47556"/>
                </a:lnTo>
                <a:lnTo>
                  <a:pt x="1517039" y="48085"/>
                </a:lnTo>
                <a:lnTo>
                  <a:pt x="1517361" y="48632"/>
                </a:lnTo>
                <a:lnTo>
                  <a:pt x="1517666" y="49195"/>
                </a:lnTo>
                <a:lnTo>
                  <a:pt x="1517951" y="49776"/>
                </a:lnTo>
                <a:lnTo>
                  <a:pt x="1518219" y="50374"/>
                </a:lnTo>
                <a:lnTo>
                  <a:pt x="1518468" y="50988"/>
                </a:lnTo>
                <a:lnTo>
                  <a:pt x="1518698" y="51620"/>
                </a:lnTo>
                <a:lnTo>
                  <a:pt x="1518910" y="52269"/>
                </a:lnTo>
                <a:lnTo>
                  <a:pt x="1519104" y="52935"/>
                </a:lnTo>
                <a:lnTo>
                  <a:pt x="1519279" y="53618"/>
                </a:lnTo>
                <a:lnTo>
                  <a:pt x="1519436" y="54318"/>
                </a:lnTo>
                <a:lnTo>
                  <a:pt x="1519574" y="55035"/>
                </a:lnTo>
                <a:lnTo>
                  <a:pt x="1519694" y="55770"/>
                </a:lnTo>
                <a:lnTo>
                  <a:pt x="1519795" y="56521"/>
                </a:lnTo>
                <a:lnTo>
                  <a:pt x="1519878" y="57289"/>
                </a:lnTo>
                <a:lnTo>
                  <a:pt x="1519943" y="58074"/>
                </a:lnTo>
                <a:lnTo>
                  <a:pt x="1519989" y="58877"/>
                </a:lnTo>
                <a:lnTo>
                  <a:pt x="1520016" y="59696"/>
                </a:lnTo>
                <a:lnTo>
                  <a:pt x="1520026" y="60533"/>
                </a:lnTo>
                <a:lnTo>
                  <a:pt x="1520026" y="83671"/>
                </a:lnTo>
                <a:lnTo>
                  <a:pt x="1520016" y="84508"/>
                </a:lnTo>
                <a:lnTo>
                  <a:pt x="1519989" y="85327"/>
                </a:lnTo>
                <a:lnTo>
                  <a:pt x="1519943" y="86130"/>
                </a:lnTo>
                <a:lnTo>
                  <a:pt x="1519878" y="86915"/>
                </a:lnTo>
                <a:lnTo>
                  <a:pt x="1519795" y="87684"/>
                </a:lnTo>
                <a:lnTo>
                  <a:pt x="1519694" y="88435"/>
                </a:lnTo>
                <a:lnTo>
                  <a:pt x="1519574" y="89169"/>
                </a:lnTo>
                <a:lnTo>
                  <a:pt x="1519436" y="89886"/>
                </a:lnTo>
                <a:lnTo>
                  <a:pt x="1519279" y="90586"/>
                </a:lnTo>
                <a:lnTo>
                  <a:pt x="1519104" y="91270"/>
                </a:lnTo>
                <a:lnTo>
                  <a:pt x="1518910" y="91936"/>
                </a:lnTo>
                <a:lnTo>
                  <a:pt x="1518698" y="92585"/>
                </a:lnTo>
                <a:lnTo>
                  <a:pt x="1518468" y="93217"/>
                </a:lnTo>
                <a:lnTo>
                  <a:pt x="1518219" y="93832"/>
                </a:lnTo>
                <a:lnTo>
                  <a:pt x="1517951" y="94429"/>
                </a:lnTo>
                <a:lnTo>
                  <a:pt x="1517666" y="95010"/>
                </a:lnTo>
                <a:lnTo>
                  <a:pt x="1517361" y="95574"/>
                </a:lnTo>
                <a:lnTo>
                  <a:pt x="1517039" y="96121"/>
                </a:lnTo>
                <a:lnTo>
                  <a:pt x="1516698" y="96650"/>
                </a:lnTo>
                <a:lnTo>
                  <a:pt x="1516338" y="97163"/>
                </a:lnTo>
                <a:lnTo>
                  <a:pt x="1515960" y="97658"/>
                </a:lnTo>
                <a:lnTo>
                  <a:pt x="1515564" y="98137"/>
                </a:lnTo>
                <a:lnTo>
                  <a:pt x="1515149" y="98598"/>
                </a:lnTo>
                <a:lnTo>
                  <a:pt x="1514716" y="99043"/>
                </a:lnTo>
                <a:lnTo>
                  <a:pt x="1514266" y="99469"/>
                </a:lnTo>
                <a:lnTo>
                  <a:pt x="1513803" y="99878"/>
                </a:lnTo>
                <a:lnTo>
                  <a:pt x="1513326" y="100268"/>
                </a:lnTo>
                <a:lnTo>
                  <a:pt x="1512834" y="100640"/>
                </a:lnTo>
                <a:lnTo>
                  <a:pt x="1512329" y="100994"/>
                </a:lnTo>
                <a:lnTo>
                  <a:pt x="1511809" y="101330"/>
                </a:lnTo>
                <a:lnTo>
                  <a:pt x="1511276" y="101647"/>
                </a:lnTo>
                <a:lnTo>
                  <a:pt x="1510728" y="101947"/>
                </a:lnTo>
                <a:lnTo>
                  <a:pt x="1510167" y="102228"/>
                </a:lnTo>
                <a:lnTo>
                  <a:pt x="1509591" y="102492"/>
                </a:lnTo>
                <a:lnTo>
                  <a:pt x="1509002" y="102737"/>
                </a:lnTo>
                <a:lnTo>
                  <a:pt x="1508398" y="102963"/>
                </a:lnTo>
                <a:lnTo>
                  <a:pt x="1507780" y="103172"/>
                </a:lnTo>
                <a:lnTo>
                  <a:pt x="1507149" y="103363"/>
                </a:lnTo>
                <a:lnTo>
                  <a:pt x="1506503" y="103535"/>
                </a:lnTo>
                <a:lnTo>
                  <a:pt x="1505843" y="103690"/>
                </a:lnTo>
                <a:lnTo>
                  <a:pt x="1505169" y="103826"/>
                </a:lnTo>
                <a:lnTo>
                  <a:pt x="1504481" y="103944"/>
                </a:lnTo>
                <a:lnTo>
                  <a:pt x="1503780" y="104044"/>
                </a:lnTo>
                <a:lnTo>
                  <a:pt x="1503064" y="104125"/>
                </a:lnTo>
                <a:lnTo>
                  <a:pt x="1502334" y="104189"/>
                </a:lnTo>
                <a:lnTo>
                  <a:pt x="1501590" y="104234"/>
                </a:lnTo>
                <a:lnTo>
                  <a:pt x="1500832" y="104261"/>
                </a:lnTo>
                <a:lnTo>
                  <a:pt x="1500060" y="104270"/>
                </a:lnTo>
                <a:lnTo>
                  <a:pt x="1499301" y="104261"/>
                </a:lnTo>
                <a:lnTo>
                  <a:pt x="1498555" y="104234"/>
                </a:lnTo>
                <a:lnTo>
                  <a:pt x="1497822" y="104189"/>
                </a:lnTo>
                <a:lnTo>
                  <a:pt x="1497102" y="104125"/>
                </a:lnTo>
                <a:lnTo>
                  <a:pt x="1496395" y="104044"/>
                </a:lnTo>
                <a:lnTo>
                  <a:pt x="1495702" y="103944"/>
                </a:lnTo>
                <a:close/>
                <a:moveTo>
                  <a:pt x="1160562" y="53550"/>
                </a:moveTo>
                <a:lnTo>
                  <a:pt x="1160488" y="52466"/>
                </a:lnTo>
                <a:lnTo>
                  <a:pt x="1160385" y="51404"/>
                </a:lnTo>
                <a:lnTo>
                  <a:pt x="1160253" y="50362"/>
                </a:lnTo>
                <a:lnTo>
                  <a:pt x="1160091" y="49342"/>
                </a:lnTo>
                <a:lnTo>
                  <a:pt x="1159899" y="48342"/>
                </a:lnTo>
                <a:lnTo>
                  <a:pt x="1159679" y="47363"/>
                </a:lnTo>
                <a:lnTo>
                  <a:pt x="1159428" y="46405"/>
                </a:lnTo>
                <a:lnTo>
                  <a:pt x="1159149" y="45468"/>
                </a:lnTo>
                <a:lnTo>
                  <a:pt x="1158840" y="44552"/>
                </a:lnTo>
                <a:lnTo>
                  <a:pt x="1158501" y="43657"/>
                </a:lnTo>
                <a:lnTo>
                  <a:pt x="1158133" y="42783"/>
                </a:lnTo>
                <a:lnTo>
                  <a:pt x="1157736" y="41929"/>
                </a:lnTo>
                <a:lnTo>
                  <a:pt x="1157309" y="41097"/>
                </a:lnTo>
                <a:lnTo>
                  <a:pt x="1156853" y="40285"/>
                </a:lnTo>
                <a:lnTo>
                  <a:pt x="1156367" y="39495"/>
                </a:lnTo>
                <a:lnTo>
                  <a:pt x="1155852" y="38725"/>
                </a:lnTo>
                <a:lnTo>
                  <a:pt x="1155307" y="37976"/>
                </a:lnTo>
                <a:lnTo>
                  <a:pt x="1154733" y="37249"/>
                </a:lnTo>
                <a:lnTo>
                  <a:pt x="1154130" y="36542"/>
                </a:lnTo>
                <a:lnTo>
                  <a:pt x="1153497" y="35856"/>
                </a:lnTo>
                <a:lnTo>
                  <a:pt x="1152835" y="35191"/>
                </a:lnTo>
                <a:lnTo>
                  <a:pt x="1152143" y="34546"/>
                </a:lnTo>
                <a:lnTo>
                  <a:pt x="1151424" y="33926"/>
                </a:lnTo>
                <a:lnTo>
                  <a:pt x="1150679" y="33331"/>
                </a:lnTo>
                <a:lnTo>
                  <a:pt x="1149908" y="32764"/>
                </a:lnTo>
                <a:lnTo>
                  <a:pt x="1149112" y="32222"/>
                </a:lnTo>
                <a:lnTo>
                  <a:pt x="1148291" y="31707"/>
                </a:lnTo>
                <a:lnTo>
                  <a:pt x="1147443" y="31218"/>
                </a:lnTo>
                <a:lnTo>
                  <a:pt x="1146571" y="30756"/>
                </a:lnTo>
                <a:lnTo>
                  <a:pt x="1145672" y="30320"/>
                </a:lnTo>
                <a:lnTo>
                  <a:pt x="1144748" y="29911"/>
                </a:lnTo>
                <a:lnTo>
                  <a:pt x="1143799" y="29528"/>
                </a:lnTo>
                <a:lnTo>
                  <a:pt x="1142823" y="29171"/>
                </a:lnTo>
                <a:lnTo>
                  <a:pt x="1141823" y="28841"/>
                </a:lnTo>
                <a:lnTo>
                  <a:pt x="1140796" y="28537"/>
                </a:lnTo>
                <a:lnTo>
                  <a:pt x="1139744" y="28260"/>
                </a:lnTo>
                <a:lnTo>
                  <a:pt x="1138667" y="28009"/>
                </a:lnTo>
                <a:lnTo>
                  <a:pt x="1137564" y="27785"/>
                </a:lnTo>
                <a:lnTo>
                  <a:pt x="1136435" y="27586"/>
                </a:lnTo>
                <a:lnTo>
                  <a:pt x="1135281" y="27415"/>
                </a:lnTo>
                <a:lnTo>
                  <a:pt x="1134101" y="27269"/>
                </a:lnTo>
                <a:lnTo>
                  <a:pt x="1132895" y="27151"/>
                </a:lnTo>
                <a:lnTo>
                  <a:pt x="1131664" y="27058"/>
                </a:lnTo>
                <a:lnTo>
                  <a:pt x="1130408" y="26992"/>
                </a:lnTo>
                <a:lnTo>
                  <a:pt x="1129125" y="26953"/>
                </a:lnTo>
                <a:lnTo>
                  <a:pt x="1127817" y="26939"/>
                </a:lnTo>
                <a:lnTo>
                  <a:pt x="1126613" y="26951"/>
                </a:lnTo>
                <a:lnTo>
                  <a:pt x="1125428" y="26986"/>
                </a:lnTo>
                <a:lnTo>
                  <a:pt x="1124263" y="27045"/>
                </a:lnTo>
                <a:lnTo>
                  <a:pt x="1123119" y="27126"/>
                </a:lnTo>
                <a:lnTo>
                  <a:pt x="1121994" y="27232"/>
                </a:lnTo>
                <a:lnTo>
                  <a:pt x="1120890" y="27360"/>
                </a:lnTo>
                <a:lnTo>
                  <a:pt x="1119805" y="27512"/>
                </a:lnTo>
                <a:lnTo>
                  <a:pt x="1118741" y="27688"/>
                </a:lnTo>
                <a:lnTo>
                  <a:pt x="1117697" y="27886"/>
                </a:lnTo>
                <a:lnTo>
                  <a:pt x="1116673" y="28108"/>
                </a:lnTo>
                <a:lnTo>
                  <a:pt x="1115669" y="28354"/>
                </a:lnTo>
                <a:lnTo>
                  <a:pt x="1114685" y="28623"/>
                </a:lnTo>
                <a:lnTo>
                  <a:pt x="1113721" y="28915"/>
                </a:lnTo>
                <a:lnTo>
                  <a:pt x="1112778" y="29231"/>
                </a:lnTo>
                <a:lnTo>
                  <a:pt x="1111854" y="29570"/>
                </a:lnTo>
                <a:lnTo>
                  <a:pt x="1110950" y="29932"/>
                </a:lnTo>
                <a:lnTo>
                  <a:pt x="1110067" y="30318"/>
                </a:lnTo>
                <a:lnTo>
                  <a:pt x="1109203" y="30727"/>
                </a:lnTo>
                <a:lnTo>
                  <a:pt x="1108360" y="31160"/>
                </a:lnTo>
                <a:lnTo>
                  <a:pt x="1107537" y="31616"/>
                </a:lnTo>
                <a:lnTo>
                  <a:pt x="1106734" y="32095"/>
                </a:lnTo>
                <a:lnTo>
                  <a:pt x="1105951" y="32598"/>
                </a:lnTo>
                <a:lnTo>
                  <a:pt x="1105188" y="33124"/>
                </a:lnTo>
                <a:lnTo>
                  <a:pt x="1104445" y="33674"/>
                </a:lnTo>
                <a:lnTo>
                  <a:pt x="1103726" y="34241"/>
                </a:lnTo>
                <a:lnTo>
                  <a:pt x="1103035" y="34821"/>
                </a:lnTo>
                <a:lnTo>
                  <a:pt x="1102371" y="35413"/>
                </a:lnTo>
                <a:lnTo>
                  <a:pt x="1101736" y="36017"/>
                </a:lnTo>
                <a:lnTo>
                  <a:pt x="1101128" y="36634"/>
                </a:lnTo>
                <a:lnTo>
                  <a:pt x="1100548" y="37264"/>
                </a:lnTo>
                <a:lnTo>
                  <a:pt x="1099995" y="37905"/>
                </a:lnTo>
                <a:lnTo>
                  <a:pt x="1099471" y="38559"/>
                </a:lnTo>
                <a:lnTo>
                  <a:pt x="1098974" y="39226"/>
                </a:lnTo>
                <a:lnTo>
                  <a:pt x="1098505" y="39905"/>
                </a:lnTo>
                <a:lnTo>
                  <a:pt x="1098064" y="40596"/>
                </a:lnTo>
                <a:lnTo>
                  <a:pt x="1097651" y="41299"/>
                </a:lnTo>
                <a:lnTo>
                  <a:pt x="1097265" y="42015"/>
                </a:lnTo>
                <a:lnTo>
                  <a:pt x="1096907" y="42744"/>
                </a:lnTo>
                <a:lnTo>
                  <a:pt x="1096577" y="43484"/>
                </a:lnTo>
                <a:lnTo>
                  <a:pt x="1096275" y="44238"/>
                </a:lnTo>
                <a:lnTo>
                  <a:pt x="1096001" y="45003"/>
                </a:lnTo>
                <a:lnTo>
                  <a:pt x="1095754" y="45781"/>
                </a:lnTo>
                <a:lnTo>
                  <a:pt x="1095535" y="46571"/>
                </a:lnTo>
                <a:lnTo>
                  <a:pt x="1095344" y="47374"/>
                </a:lnTo>
                <a:lnTo>
                  <a:pt x="1095181" y="48189"/>
                </a:lnTo>
                <a:lnTo>
                  <a:pt x="1095045" y="49017"/>
                </a:lnTo>
                <a:lnTo>
                  <a:pt x="1094937" y="49856"/>
                </a:lnTo>
                <a:lnTo>
                  <a:pt x="1094857" y="50709"/>
                </a:lnTo>
                <a:lnTo>
                  <a:pt x="1109119" y="50709"/>
                </a:lnTo>
                <a:lnTo>
                  <a:pt x="1109153" y="50264"/>
                </a:lnTo>
                <a:lnTo>
                  <a:pt x="1109205" y="49827"/>
                </a:lnTo>
                <a:lnTo>
                  <a:pt x="1109272" y="49399"/>
                </a:lnTo>
                <a:lnTo>
                  <a:pt x="1109356" y="48979"/>
                </a:lnTo>
                <a:lnTo>
                  <a:pt x="1109457" y="48567"/>
                </a:lnTo>
                <a:lnTo>
                  <a:pt x="1109574" y="48163"/>
                </a:lnTo>
                <a:lnTo>
                  <a:pt x="1109708" y="47768"/>
                </a:lnTo>
                <a:lnTo>
                  <a:pt x="1109858" y="47381"/>
                </a:lnTo>
                <a:lnTo>
                  <a:pt x="1110025" y="47002"/>
                </a:lnTo>
                <a:lnTo>
                  <a:pt x="1110208" y="46632"/>
                </a:lnTo>
                <a:lnTo>
                  <a:pt x="1110408" y="46269"/>
                </a:lnTo>
                <a:lnTo>
                  <a:pt x="1110624" y="45915"/>
                </a:lnTo>
                <a:lnTo>
                  <a:pt x="1110857" y="45570"/>
                </a:lnTo>
                <a:lnTo>
                  <a:pt x="1111106" y="45232"/>
                </a:lnTo>
                <a:lnTo>
                  <a:pt x="1111372" y="44903"/>
                </a:lnTo>
                <a:lnTo>
                  <a:pt x="1111654" y="44582"/>
                </a:lnTo>
                <a:lnTo>
                  <a:pt x="1111953" y="44269"/>
                </a:lnTo>
                <a:lnTo>
                  <a:pt x="1112268" y="43965"/>
                </a:lnTo>
                <a:lnTo>
                  <a:pt x="1112600" y="43668"/>
                </a:lnTo>
                <a:lnTo>
                  <a:pt x="1112948" y="43380"/>
                </a:lnTo>
                <a:lnTo>
                  <a:pt x="1113313" y="43100"/>
                </a:lnTo>
                <a:lnTo>
                  <a:pt x="1113694" y="42829"/>
                </a:lnTo>
                <a:lnTo>
                  <a:pt x="1114092" y="42566"/>
                </a:lnTo>
                <a:lnTo>
                  <a:pt x="1114506" y="42311"/>
                </a:lnTo>
                <a:lnTo>
                  <a:pt x="1114934" y="42065"/>
                </a:lnTo>
                <a:lnTo>
                  <a:pt x="1115373" y="41830"/>
                </a:lnTo>
                <a:lnTo>
                  <a:pt x="1115823" y="41605"/>
                </a:lnTo>
                <a:lnTo>
                  <a:pt x="1116284" y="41391"/>
                </a:lnTo>
                <a:lnTo>
                  <a:pt x="1116757" y="41187"/>
                </a:lnTo>
                <a:lnTo>
                  <a:pt x="1117240" y="40994"/>
                </a:lnTo>
                <a:lnTo>
                  <a:pt x="1117734" y="40811"/>
                </a:lnTo>
                <a:lnTo>
                  <a:pt x="1118239" y="40638"/>
                </a:lnTo>
                <a:lnTo>
                  <a:pt x="1118755" y="40476"/>
                </a:lnTo>
                <a:lnTo>
                  <a:pt x="1119282" y="40325"/>
                </a:lnTo>
                <a:lnTo>
                  <a:pt x="1119820" y="40184"/>
                </a:lnTo>
                <a:lnTo>
                  <a:pt x="1120369" y="40053"/>
                </a:lnTo>
                <a:lnTo>
                  <a:pt x="1120929" y="39933"/>
                </a:lnTo>
                <a:lnTo>
                  <a:pt x="1121501" y="39823"/>
                </a:lnTo>
                <a:lnTo>
                  <a:pt x="1122083" y="39724"/>
                </a:lnTo>
                <a:lnTo>
                  <a:pt x="1122676" y="39635"/>
                </a:lnTo>
                <a:lnTo>
                  <a:pt x="1123280" y="39556"/>
                </a:lnTo>
                <a:lnTo>
                  <a:pt x="1123895" y="39488"/>
                </a:lnTo>
                <a:lnTo>
                  <a:pt x="1124521" y="39431"/>
                </a:lnTo>
                <a:lnTo>
                  <a:pt x="1125159" y="39384"/>
                </a:lnTo>
                <a:lnTo>
                  <a:pt x="1125807" y="39347"/>
                </a:lnTo>
                <a:lnTo>
                  <a:pt x="1126466" y="39321"/>
                </a:lnTo>
                <a:lnTo>
                  <a:pt x="1127136" y="39306"/>
                </a:lnTo>
                <a:lnTo>
                  <a:pt x="1127817" y="39300"/>
                </a:lnTo>
                <a:lnTo>
                  <a:pt x="1128588" y="39308"/>
                </a:lnTo>
                <a:lnTo>
                  <a:pt x="1129343" y="39329"/>
                </a:lnTo>
                <a:lnTo>
                  <a:pt x="1130081" y="39366"/>
                </a:lnTo>
                <a:lnTo>
                  <a:pt x="1130802" y="39417"/>
                </a:lnTo>
                <a:lnTo>
                  <a:pt x="1131507" y="39483"/>
                </a:lnTo>
                <a:lnTo>
                  <a:pt x="1132195" y="39563"/>
                </a:lnTo>
                <a:lnTo>
                  <a:pt x="1132867" y="39658"/>
                </a:lnTo>
                <a:lnTo>
                  <a:pt x="1133523" y="39767"/>
                </a:lnTo>
                <a:lnTo>
                  <a:pt x="1134161" y="39891"/>
                </a:lnTo>
                <a:lnTo>
                  <a:pt x="1134784" y="40029"/>
                </a:lnTo>
                <a:lnTo>
                  <a:pt x="1135390" y="40183"/>
                </a:lnTo>
                <a:lnTo>
                  <a:pt x="1135979" y="40350"/>
                </a:lnTo>
                <a:lnTo>
                  <a:pt x="1136552" y="40533"/>
                </a:lnTo>
                <a:lnTo>
                  <a:pt x="1137108" y="40729"/>
                </a:lnTo>
                <a:lnTo>
                  <a:pt x="1137648" y="40941"/>
                </a:lnTo>
                <a:lnTo>
                  <a:pt x="1138171" y="41167"/>
                </a:lnTo>
                <a:lnTo>
                  <a:pt x="1138678" y="41408"/>
                </a:lnTo>
                <a:lnTo>
                  <a:pt x="1139168" y="41663"/>
                </a:lnTo>
                <a:lnTo>
                  <a:pt x="1139642" y="41933"/>
                </a:lnTo>
                <a:lnTo>
                  <a:pt x="1140099" y="42217"/>
                </a:lnTo>
                <a:lnTo>
                  <a:pt x="1140539" y="42516"/>
                </a:lnTo>
                <a:lnTo>
                  <a:pt x="1140963" y="42830"/>
                </a:lnTo>
                <a:lnTo>
                  <a:pt x="1141371" y="43158"/>
                </a:lnTo>
                <a:lnTo>
                  <a:pt x="1141762" y="43500"/>
                </a:lnTo>
                <a:lnTo>
                  <a:pt x="1142137" y="43858"/>
                </a:lnTo>
                <a:lnTo>
                  <a:pt x="1142496" y="44230"/>
                </a:lnTo>
                <a:lnTo>
                  <a:pt x="1142840" y="44618"/>
                </a:lnTo>
                <a:lnTo>
                  <a:pt x="1143167" y="45021"/>
                </a:lnTo>
                <a:lnTo>
                  <a:pt x="1143478" y="45439"/>
                </a:lnTo>
                <a:lnTo>
                  <a:pt x="1143773" y="45872"/>
                </a:lnTo>
                <a:lnTo>
                  <a:pt x="1144053" y="46320"/>
                </a:lnTo>
                <a:lnTo>
                  <a:pt x="1144316" y="46783"/>
                </a:lnTo>
                <a:lnTo>
                  <a:pt x="1144563" y="47262"/>
                </a:lnTo>
                <a:lnTo>
                  <a:pt x="1144795" y="47755"/>
                </a:lnTo>
                <a:lnTo>
                  <a:pt x="1145010" y="48264"/>
                </a:lnTo>
                <a:lnTo>
                  <a:pt x="1145210" y="48788"/>
                </a:lnTo>
                <a:lnTo>
                  <a:pt x="1145393" y="49327"/>
                </a:lnTo>
                <a:lnTo>
                  <a:pt x="1145561" y="49881"/>
                </a:lnTo>
                <a:lnTo>
                  <a:pt x="1145713" y="50451"/>
                </a:lnTo>
                <a:lnTo>
                  <a:pt x="1145848" y="51035"/>
                </a:lnTo>
                <a:lnTo>
                  <a:pt x="1145968" y="51635"/>
                </a:lnTo>
                <a:lnTo>
                  <a:pt x="1146072" y="52249"/>
                </a:lnTo>
                <a:lnTo>
                  <a:pt x="1146159" y="52879"/>
                </a:lnTo>
                <a:lnTo>
                  <a:pt x="1146231" y="53524"/>
                </a:lnTo>
                <a:lnTo>
                  <a:pt x="1146287" y="54184"/>
                </a:lnTo>
                <a:lnTo>
                  <a:pt x="1146327" y="54860"/>
                </a:lnTo>
                <a:lnTo>
                  <a:pt x="1146351" y="55550"/>
                </a:lnTo>
                <a:lnTo>
                  <a:pt x="1146359" y="56256"/>
                </a:lnTo>
                <a:lnTo>
                  <a:pt x="1146359" y="63070"/>
                </a:lnTo>
                <a:lnTo>
                  <a:pt x="1119420" y="63070"/>
                </a:lnTo>
                <a:lnTo>
                  <a:pt x="1118723" y="63075"/>
                </a:lnTo>
                <a:lnTo>
                  <a:pt x="1118033" y="63093"/>
                </a:lnTo>
                <a:lnTo>
                  <a:pt x="1117350" y="63123"/>
                </a:lnTo>
                <a:lnTo>
                  <a:pt x="1116673" y="63164"/>
                </a:lnTo>
                <a:lnTo>
                  <a:pt x="1116003" y="63217"/>
                </a:lnTo>
                <a:lnTo>
                  <a:pt x="1115339" y="63282"/>
                </a:lnTo>
                <a:lnTo>
                  <a:pt x="1114683" y="63359"/>
                </a:lnTo>
                <a:lnTo>
                  <a:pt x="1114032" y="63448"/>
                </a:lnTo>
                <a:lnTo>
                  <a:pt x="1113389" y="63549"/>
                </a:lnTo>
                <a:lnTo>
                  <a:pt x="1112751" y="63661"/>
                </a:lnTo>
                <a:lnTo>
                  <a:pt x="1112121" y="63785"/>
                </a:lnTo>
                <a:lnTo>
                  <a:pt x="1111497" y="63921"/>
                </a:lnTo>
                <a:lnTo>
                  <a:pt x="1110880" y="64069"/>
                </a:lnTo>
                <a:lnTo>
                  <a:pt x="1110269" y="64229"/>
                </a:lnTo>
                <a:lnTo>
                  <a:pt x="1109665" y="64400"/>
                </a:lnTo>
                <a:lnTo>
                  <a:pt x="1109067" y="64584"/>
                </a:lnTo>
                <a:lnTo>
                  <a:pt x="1108476" y="64779"/>
                </a:lnTo>
                <a:lnTo>
                  <a:pt x="1107892" y="64986"/>
                </a:lnTo>
                <a:lnTo>
                  <a:pt x="1107314" y="65205"/>
                </a:lnTo>
                <a:lnTo>
                  <a:pt x="1106743" y="65436"/>
                </a:lnTo>
                <a:lnTo>
                  <a:pt x="1106179" y="65678"/>
                </a:lnTo>
                <a:lnTo>
                  <a:pt x="1105621" y="65932"/>
                </a:lnTo>
                <a:lnTo>
                  <a:pt x="1105069" y="66199"/>
                </a:lnTo>
                <a:lnTo>
                  <a:pt x="1104525" y="66477"/>
                </a:lnTo>
                <a:lnTo>
                  <a:pt x="1103988" y="66765"/>
                </a:lnTo>
                <a:lnTo>
                  <a:pt x="1103461" y="67063"/>
                </a:lnTo>
                <a:lnTo>
                  <a:pt x="1102945" y="67369"/>
                </a:lnTo>
                <a:lnTo>
                  <a:pt x="1102438" y="67685"/>
                </a:lnTo>
                <a:lnTo>
                  <a:pt x="1101941" y="68010"/>
                </a:lnTo>
                <a:lnTo>
                  <a:pt x="1101454" y="68344"/>
                </a:lnTo>
                <a:lnTo>
                  <a:pt x="1100977" y="68687"/>
                </a:lnTo>
                <a:lnTo>
                  <a:pt x="1100510" y="69039"/>
                </a:lnTo>
                <a:lnTo>
                  <a:pt x="1100052" y="69400"/>
                </a:lnTo>
                <a:lnTo>
                  <a:pt x="1099605" y="69770"/>
                </a:lnTo>
                <a:lnTo>
                  <a:pt x="1099168" y="70149"/>
                </a:lnTo>
                <a:lnTo>
                  <a:pt x="1098740" y="70538"/>
                </a:lnTo>
                <a:lnTo>
                  <a:pt x="1098322" y="70935"/>
                </a:lnTo>
                <a:lnTo>
                  <a:pt x="1097914" y="71342"/>
                </a:lnTo>
                <a:lnTo>
                  <a:pt x="1097517" y="71757"/>
                </a:lnTo>
                <a:lnTo>
                  <a:pt x="1097129" y="72182"/>
                </a:lnTo>
                <a:lnTo>
                  <a:pt x="1096750" y="72616"/>
                </a:lnTo>
                <a:lnTo>
                  <a:pt x="1096382" y="73059"/>
                </a:lnTo>
                <a:lnTo>
                  <a:pt x="1096024" y="73511"/>
                </a:lnTo>
                <a:lnTo>
                  <a:pt x="1095676" y="73972"/>
                </a:lnTo>
                <a:lnTo>
                  <a:pt x="1095337" y="74442"/>
                </a:lnTo>
                <a:lnTo>
                  <a:pt x="1095008" y="74921"/>
                </a:lnTo>
                <a:lnTo>
                  <a:pt x="1094690" y="75409"/>
                </a:lnTo>
                <a:lnTo>
                  <a:pt x="1094381" y="75907"/>
                </a:lnTo>
                <a:lnTo>
                  <a:pt x="1094084" y="76412"/>
                </a:lnTo>
                <a:lnTo>
                  <a:pt x="1093799" y="76925"/>
                </a:lnTo>
                <a:lnTo>
                  <a:pt x="1093527" y="77444"/>
                </a:lnTo>
                <a:lnTo>
                  <a:pt x="1093267" y="77971"/>
                </a:lnTo>
                <a:lnTo>
                  <a:pt x="1093021" y="78505"/>
                </a:lnTo>
                <a:lnTo>
                  <a:pt x="1092787" y="79046"/>
                </a:lnTo>
                <a:lnTo>
                  <a:pt x="1092565" y="79594"/>
                </a:lnTo>
                <a:lnTo>
                  <a:pt x="1092356" y="80150"/>
                </a:lnTo>
                <a:lnTo>
                  <a:pt x="1092160" y="80712"/>
                </a:lnTo>
                <a:lnTo>
                  <a:pt x="1091977" y="81282"/>
                </a:lnTo>
                <a:lnTo>
                  <a:pt x="1091806" y="81859"/>
                </a:lnTo>
                <a:lnTo>
                  <a:pt x="1091648" y="82443"/>
                </a:lnTo>
                <a:lnTo>
                  <a:pt x="1091502" y="83034"/>
                </a:lnTo>
                <a:lnTo>
                  <a:pt x="1091370" y="83632"/>
                </a:lnTo>
                <a:lnTo>
                  <a:pt x="1091249" y="84238"/>
                </a:lnTo>
                <a:lnTo>
                  <a:pt x="1091142" y="84850"/>
                </a:lnTo>
                <a:lnTo>
                  <a:pt x="1091047" y="85470"/>
                </a:lnTo>
                <a:lnTo>
                  <a:pt x="1090965" y="86097"/>
                </a:lnTo>
                <a:lnTo>
                  <a:pt x="1090895" y="86731"/>
                </a:lnTo>
                <a:lnTo>
                  <a:pt x="1090838" y="87372"/>
                </a:lnTo>
                <a:lnTo>
                  <a:pt x="1090794" y="88021"/>
                </a:lnTo>
                <a:lnTo>
                  <a:pt x="1090762" y="88676"/>
                </a:lnTo>
                <a:lnTo>
                  <a:pt x="1090743" y="89339"/>
                </a:lnTo>
                <a:lnTo>
                  <a:pt x="1090737" y="90009"/>
                </a:lnTo>
                <a:lnTo>
                  <a:pt x="1090751" y="91018"/>
                </a:lnTo>
                <a:lnTo>
                  <a:pt x="1090792" y="92010"/>
                </a:lnTo>
                <a:lnTo>
                  <a:pt x="1090861" y="92986"/>
                </a:lnTo>
                <a:lnTo>
                  <a:pt x="1090957" y="93946"/>
                </a:lnTo>
                <a:lnTo>
                  <a:pt x="1091081" y="94890"/>
                </a:lnTo>
                <a:lnTo>
                  <a:pt x="1091232" y="95817"/>
                </a:lnTo>
                <a:lnTo>
                  <a:pt x="1091411" y="96729"/>
                </a:lnTo>
                <a:lnTo>
                  <a:pt x="1091617" y="97624"/>
                </a:lnTo>
                <a:lnTo>
                  <a:pt x="1091851" y="98503"/>
                </a:lnTo>
                <a:lnTo>
                  <a:pt x="1092113" y="99365"/>
                </a:lnTo>
                <a:lnTo>
                  <a:pt x="1092401" y="100212"/>
                </a:lnTo>
                <a:lnTo>
                  <a:pt x="1092718" y="101042"/>
                </a:lnTo>
                <a:lnTo>
                  <a:pt x="1093062" y="101856"/>
                </a:lnTo>
                <a:lnTo>
                  <a:pt x="1093433" y="102653"/>
                </a:lnTo>
                <a:lnTo>
                  <a:pt x="1093832" y="103435"/>
                </a:lnTo>
                <a:lnTo>
                  <a:pt x="1094259" y="104200"/>
                </a:lnTo>
                <a:lnTo>
                  <a:pt x="1094713" y="104949"/>
                </a:lnTo>
                <a:lnTo>
                  <a:pt x="1095194" y="105682"/>
                </a:lnTo>
                <a:lnTo>
                  <a:pt x="1095703" y="106398"/>
                </a:lnTo>
                <a:lnTo>
                  <a:pt x="1096240" y="107099"/>
                </a:lnTo>
                <a:lnTo>
                  <a:pt x="1096804" y="107783"/>
                </a:lnTo>
                <a:lnTo>
                  <a:pt x="1097395" y="108451"/>
                </a:lnTo>
                <a:lnTo>
                  <a:pt x="1098014" y="109102"/>
                </a:lnTo>
                <a:lnTo>
                  <a:pt x="1098661" y="109738"/>
                </a:lnTo>
                <a:lnTo>
                  <a:pt x="1099331" y="110352"/>
                </a:lnTo>
                <a:lnTo>
                  <a:pt x="1100020" y="110940"/>
                </a:lnTo>
                <a:lnTo>
                  <a:pt x="1100728" y="111502"/>
                </a:lnTo>
                <a:lnTo>
                  <a:pt x="1101456" y="112038"/>
                </a:lnTo>
                <a:lnTo>
                  <a:pt x="1102203" y="112547"/>
                </a:lnTo>
                <a:lnTo>
                  <a:pt x="1102969" y="113031"/>
                </a:lnTo>
                <a:lnTo>
                  <a:pt x="1103755" y="113488"/>
                </a:lnTo>
                <a:lnTo>
                  <a:pt x="1104559" y="113919"/>
                </a:lnTo>
                <a:lnTo>
                  <a:pt x="1105383" y="114325"/>
                </a:lnTo>
                <a:lnTo>
                  <a:pt x="1106227" y="114704"/>
                </a:lnTo>
                <a:lnTo>
                  <a:pt x="1107089" y="115056"/>
                </a:lnTo>
                <a:lnTo>
                  <a:pt x="1107971" y="115383"/>
                </a:lnTo>
                <a:lnTo>
                  <a:pt x="1108872" y="115684"/>
                </a:lnTo>
                <a:lnTo>
                  <a:pt x="1109792" y="115958"/>
                </a:lnTo>
                <a:lnTo>
                  <a:pt x="1110732" y="116206"/>
                </a:lnTo>
                <a:lnTo>
                  <a:pt x="1111690" y="116429"/>
                </a:lnTo>
                <a:lnTo>
                  <a:pt x="1112668" y="116625"/>
                </a:lnTo>
                <a:lnTo>
                  <a:pt x="1113665" y="116794"/>
                </a:lnTo>
                <a:lnTo>
                  <a:pt x="1114682" y="116938"/>
                </a:lnTo>
                <a:lnTo>
                  <a:pt x="1115718" y="117056"/>
                </a:lnTo>
                <a:lnTo>
                  <a:pt x="1116773" y="117147"/>
                </a:lnTo>
                <a:lnTo>
                  <a:pt x="1117847" y="117213"/>
                </a:lnTo>
                <a:lnTo>
                  <a:pt x="1118940" y="117252"/>
                </a:lnTo>
                <a:lnTo>
                  <a:pt x="1120053" y="117265"/>
                </a:lnTo>
                <a:lnTo>
                  <a:pt x="1120736" y="117261"/>
                </a:lnTo>
                <a:lnTo>
                  <a:pt x="1121410" y="117247"/>
                </a:lnTo>
                <a:lnTo>
                  <a:pt x="1122076" y="117225"/>
                </a:lnTo>
                <a:lnTo>
                  <a:pt x="1122734" y="117195"/>
                </a:lnTo>
                <a:lnTo>
                  <a:pt x="1123384" y="117155"/>
                </a:lnTo>
                <a:lnTo>
                  <a:pt x="1124025" y="117107"/>
                </a:lnTo>
                <a:lnTo>
                  <a:pt x="1124658" y="117049"/>
                </a:lnTo>
                <a:lnTo>
                  <a:pt x="1125283" y="116983"/>
                </a:lnTo>
                <a:lnTo>
                  <a:pt x="1125899" y="116909"/>
                </a:lnTo>
                <a:lnTo>
                  <a:pt x="1126508" y="116825"/>
                </a:lnTo>
                <a:lnTo>
                  <a:pt x="1127108" y="116733"/>
                </a:lnTo>
                <a:lnTo>
                  <a:pt x="1127700" y="116631"/>
                </a:lnTo>
                <a:lnTo>
                  <a:pt x="1128283" y="116521"/>
                </a:lnTo>
                <a:lnTo>
                  <a:pt x="1128858" y="116403"/>
                </a:lnTo>
                <a:lnTo>
                  <a:pt x="1129425" y="116275"/>
                </a:lnTo>
                <a:lnTo>
                  <a:pt x="1129984" y="116139"/>
                </a:lnTo>
                <a:lnTo>
                  <a:pt x="1130535" y="115993"/>
                </a:lnTo>
                <a:lnTo>
                  <a:pt x="1131077" y="115839"/>
                </a:lnTo>
                <a:lnTo>
                  <a:pt x="1131611" y="115677"/>
                </a:lnTo>
                <a:lnTo>
                  <a:pt x="1132137" y="115505"/>
                </a:lnTo>
                <a:lnTo>
                  <a:pt x="1132654" y="115325"/>
                </a:lnTo>
                <a:lnTo>
                  <a:pt x="1133164" y="115136"/>
                </a:lnTo>
                <a:lnTo>
                  <a:pt x="1133665" y="114938"/>
                </a:lnTo>
                <a:lnTo>
                  <a:pt x="1134158" y="114731"/>
                </a:lnTo>
                <a:lnTo>
                  <a:pt x="1134641" y="114516"/>
                </a:lnTo>
                <a:lnTo>
                  <a:pt x="1135116" y="114294"/>
                </a:lnTo>
                <a:lnTo>
                  <a:pt x="1135581" y="114065"/>
                </a:lnTo>
                <a:lnTo>
                  <a:pt x="1136037" y="113828"/>
                </a:lnTo>
                <a:lnTo>
                  <a:pt x="1136484" y="113585"/>
                </a:lnTo>
                <a:lnTo>
                  <a:pt x="1136921" y="113334"/>
                </a:lnTo>
                <a:lnTo>
                  <a:pt x="1137349" y="113076"/>
                </a:lnTo>
                <a:lnTo>
                  <a:pt x="1137767" y="112811"/>
                </a:lnTo>
                <a:lnTo>
                  <a:pt x="1138176" y="112539"/>
                </a:lnTo>
                <a:lnTo>
                  <a:pt x="1138576" y="112260"/>
                </a:lnTo>
                <a:lnTo>
                  <a:pt x="1138966" y="111973"/>
                </a:lnTo>
                <a:lnTo>
                  <a:pt x="1139347" y="111680"/>
                </a:lnTo>
                <a:lnTo>
                  <a:pt x="1139719" y="111379"/>
                </a:lnTo>
                <a:lnTo>
                  <a:pt x="1140081" y="111071"/>
                </a:lnTo>
                <a:lnTo>
                  <a:pt x="1140434" y="110756"/>
                </a:lnTo>
                <a:lnTo>
                  <a:pt x="1140778" y="110434"/>
                </a:lnTo>
                <a:lnTo>
                  <a:pt x="1141112" y="110105"/>
                </a:lnTo>
                <a:lnTo>
                  <a:pt x="1141437" y="109769"/>
                </a:lnTo>
                <a:lnTo>
                  <a:pt x="1141752" y="109425"/>
                </a:lnTo>
                <a:lnTo>
                  <a:pt x="1142058" y="109074"/>
                </a:lnTo>
                <a:lnTo>
                  <a:pt x="1142355" y="108716"/>
                </a:lnTo>
                <a:lnTo>
                  <a:pt x="1142642" y="108351"/>
                </a:lnTo>
                <a:lnTo>
                  <a:pt x="1142920" y="107979"/>
                </a:lnTo>
                <a:lnTo>
                  <a:pt x="1143189" y="107600"/>
                </a:lnTo>
                <a:lnTo>
                  <a:pt x="1143448" y="107214"/>
                </a:lnTo>
                <a:lnTo>
                  <a:pt x="1143695" y="106822"/>
                </a:lnTo>
                <a:lnTo>
                  <a:pt x="1143932" y="106424"/>
                </a:lnTo>
                <a:lnTo>
                  <a:pt x="1144158" y="106019"/>
                </a:lnTo>
                <a:lnTo>
                  <a:pt x="1144372" y="105609"/>
                </a:lnTo>
                <a:lnTo>
                  <a:pt x="1144576" y="105193"/>
                </a:lnTo>
                <a:lnTo>
                  <a:pt x="1144768" y="104771"/>
                </a:lnTo>
                <a:lnTo>
                  <a:pt x="1144950" y="104342"/>
                </a:lnTo>
                <a:lnTo>
                  <a:pt x="1145121" y="103908"/>
                </a:lnTo>
                <a:lnTo>
                  <a:pt x="1145280" y="103467"/>
                </a:lnTo>
                <a:lnTo>
                  <a:pt x="1145429" y="103021"/>
                </a:lnTo>
                <a:lnTo>
                  <a:pt x="1145566" y="102568"/>
                </a:lnTo>
                <a:lnTo>
                  <a:pt x="1145693" y="102109"/>
                </a:lnTo>
                <a:lnTo>
                  <a:pt x="1145809" y="101645"/>
                </a:lnTo>
                <a:lnTo>
                  <a:pt x="1145913" y="101174"/>
                </a:lnTo>
                <a:lnTo>
                  <a:pt x="1146007" y="100697"/>
                </a:lnTo>
                <a:lnTo>
                  <a:pt x="1146089" y="100215"/>
                </a:lnTo>
                <a:lnTo>
                  <a:pt x="1146145" y="99833"/>
                </a:lnTo>
                <a:lnTo>
                  <a:pt x="1146519" y="99833"/>
                </a:lnTo>
                <a:lnTo>
                  <a:pt x="1146519" y="115681"/>
                </a:lnTo>
                <a:lnTo>
                  <a:pt x="1160620" y="115681"/>
                </a:lnTo>
                <a:lnTo>
                  <a:pt x="1160620" y="55779"/>
                </a:lnTo>
                <a:lnTo>
                  <a:pt x="1160606" y="54654"/>
                </a:lnTo>
                <a:lnTo>
                  <a:pt x="1160562" y="53550"/>
                </a:lnTo>
                <a:close/>
                <a:moveTo>
                  <a:pt x="1119494" y="104961"/>
                </a:moveTo>
                <a:lnTo>
                  <a:pt x="1118865" y="104866"/>
                </a:lnTo>
                <a:lnTo>
                  <a:pt x="1118249" y="104756"/>
                </a:lnTo>
                <a:lnTo>
                  <a:pt x="1117646" y="104632"/>
                </a:lnTo>
                <a:lnTo>
                  <a:pt x="1117055" y="104494"/>
                </a:lnTo>
                <a:lnTo>
                  <a:pt x="1116478" y="104341"/>
                </a:lnTo>
                <a:lnTo>
                  <a:pt x="1115913" y="104173"/>
                </a:lnTo>
                <a:lnTo>
                  <a:pt x="1115362" y="103991"/>
                </a:lnTo>
                <a:lnTo>
                  <a:pt x="1114823" y="103794"/>
                </a:lnTo>
                <a:lnTo>
                  <a:pt x="1114298" y="103582"/>
                </a:lnTo>
                <a:lnTo>
                  <a:pt x="1113785" y="103356"/>
                </a:lnTo>
                <a:lnTo>
                  <a:pt x="1113285" y="103116"/>
                </a:lnTo>
                <a:lnTo>
                  <a:pt x="1112798" y="102861"/>
                </a:lnTo>
                <a:lnTo>
                  <a:pt x="1112325" y="102591"/>
                </a:lnTo>
                <a:lnTo>
                  <a:pt x="1111864" y="102306"/>
                </a:lnTo>
                <a:lnTo>
                  <a:pt x="1111415" y="102007"/>
                </a:lnTo>
                <a:lnTo>
                  <a:pt x="1110980" y="101694"/>
                </a:lnTo>
                <a:lnTo>
                  <a:pt x="1110558" y="101366"/>
                </a:lnTo>
                <a:lnTo>
                  <a:pt x="1110149" y="101023"/>
                </a:lnTo>
                <a:lnTo>
                  <a:pt x="1109754" y="100668"/>
                </a:lnTo>
                <a:lnTo>
                  <a:pt x="1109377" y="100302"/>
                </a:lnTo>
                <a:lnTo>
                  <a:pt x="1109016" y="99925"/>
                </a:lnTo>
                <a:lnTo>
                  <a:pt x="1108672" y="99537"/>
                </a:lnTo>
                <a:lnTo>
                  <a:pt x="1108345" y="99139"/>
                </a:lnTo>
                <a:lnTo>
                  <a:pt x="1108034" y="98730"/>
                </a:lnTo>
                <a:lnTo>
                  <a:pt x="1107740" y="98310"/>
                </a:lnTo>
                <a:lnTo>
                  <a:pt x="1107464" y="97880"/>
                </a:lnTo>
                <a:lnTo>
                  <a:pt x="1107203" y="97439"/>
                </a:lnTo>
                <a:lnTo>
                  <a:pt x="1106960" y="96987"/>
                </a:lnTo>
                <a:lnTo>
                  <a:pt x="1106733" y="96524"/>
                </a:lnTo>
                <a:lnTo>
                  <a:pt x="1106524" y="96051"/>
                </a:lnTo>
                <a:lnTo>
                  <a:pt x="1106331" y="95567"/>
                </a:lnTo>
                <a:lnTo>
                  <a:pt x="1106154" y="95072"/>
                </a:lnTo>
                <a:lnTo>
                  <a:pt x="1105995" y="94567"/>
                </a:lnTo>
                <a:lnTo>
                  <a:pt x="1105852" y="94050"/>
                </a:lnTo>
                <a:lnTo>
                  <a:pt x="1105726" y="93524"/>
                </a:lnTo>
                <a:lnTo>
                  <a:pt x="1105617" y="92986"/>
                </a:lnTo>
                <a:lnTo>
                  <a:pt x="1105525" y="92438"/>
                </a:lnTo>
                <a:lnTo>
                  <a:pt x="1105449" y="91878"/>
                </a:lnTo>
                <a:lnTo>
                  <a:pt x="1105391" y="91309"/>
                </a:lnTo>
                <a:lnTo>
                  <a:pt x="1105349" y="90728"/>
                </a:lnTo>
                <a:lnTo>
                  <a:pt x="1105324" y="90137"/>
                </a:lnTo>
                <a:lnTo>
                  <a:pt x="1105315" y="89535"/>
                </a:lnTo>
                <a:lnTo>
                  <a:pt x="1105323" y="88959"/>
                </a:lnTo>
                <a:lnTo>
                  <a:pt x="1105345" y="88392"/>
                </a:lnTo>
                <a:lnTo>
                  <a:pt x="1105383" y="87835"/>
                </a:lnTo>
                <a:lnTo>
                  <a:pt x="1105436" y="87287"/>
                </a:lnTo>
                <a:lnTo>
                  <a:pt x="1105504" y="86750"/>
                </a:lnTo>
                <a:lnTo>
                  <a:pt x="1105588" y="86222"/>
                </a:lnTo>
                <a:lnTo>
                  <a:pt x="1105686" y="85703"/>
                </a:lnTo>
                <a:lnTo>
                  <a:pt x="1105799" y="85194"/>
                </a:lnTo>
                <a:lnTo>
                  <a:pt x="1105928" y="84695"/>
                </a:lnTo>
                <a:lnTo>
                  <a:pt x="1106072" y="84206"/>
                </a:lnTo>
                <a:lnTo>
                  <a:pt x="1106231" y="83726"/>
                </a:lnTo>
                <a:lnTo>
                  <a:pt x="1106405" y="83255"/>
                </a:lnTo>
                <a:lnTo>
                  <a:pt x="1106594" y="82795"/>
                </a:lnTo>
                <a:lnTo>
                  <a:pt x="1106798" y="82344"/>
                </a:lnTo>
                <a:lnTo>
                  <a:pt x="1107017" y="81902"/>
                </a:lnTo>
                <a:lnTo>
                  <a:pt x="1107252" y="81471"/>
                </a:lnTo>
                <a:lnTo>
                  <a:pt x="1107501" y="81048"/>
                </a:lnTo>
                <a:lnTo>
                  <a:pt x="1107766" y="80636"/>
                </a:lnTo>
                <a:lnTo>
                  <a:pt x="1108046" y="80233"/>
                </a:lnTo>
                <a:lnTo>
                  <a:pt x="1108341" y="79840"/>
                </a:lnTo>
                <a:lnTo>
                  <a:pt x="1108651" y="79456"/>
                </a:lnTo>
                <a:lnTo>
                  <a:pt x="1108977" y="79082"/>
                </a:lnTo>
                <a:lnTo>
                  <a:pt x="1109317" y="78718"/>
                </a:lnTo>
                <a:lnTo>
                  <a:pt x="1109673" y="78364"/>
                </a:lnTo>
                <a:lnTo>
                  <a:pt x="1110040" y="78021"/>
                </a:lnTo>
                <a:lnTo>
                  <a:pt x="1110417" y="77693"/>
                </a:lnTo>
                <a:lnTo>
                  <a:pt x="1110803" y="77379"/>
                </a:lnTo>
                <a:lnTo>
                  <a:pt x="1111198" y="77080"/>
                </a:lnTo>
                <a:lnTo>
                  <a:pt x="1111602" y="76796"/>
                </a:lnTo>
                <a:lnTo>
                  <a:pt x="1112016" y="76526"/>
                </a:lnTo>
                <a:lnTo>
                  <a:pt x="1112438" y="76271"/>
                </a:lnTo>
                <a:lnTo>
                  <a:pt x="1112869" y="76030"/>
                </a:lnTo>
                <a:lnTo>
                  <a:pt x="1113310" y="75804"/>
                </a:lnTo>
                <a:lnTo>
                  <a:pt x="1113759" y="75593"/>
                </a:lnTo>
                <a:lnTo>
                  <a:pt x="1114218" y="75396"/>
                </a:lnTo>
                <a:lnTo>
                  <a:pt x="1114685" y="75214"/>
                </a:lnTo>
                <a:lnTo>
                  <a:pt x="1115162" y="75046"/>
                </a:lnTo>
                <a:lnTo>
                  <a:pt x="1115647" y="74893"/>
                </a:lnTo>
                <a:lnTo>
                  <a:pt x="1116142" y="74754"/>
                </a:lnTo>
                <a:lnTo>
                  <a:pt x="1116646" y="74630"/>
                </a:lnTo>
                <a:lnTo>
                  <a:pt x="1117159" y="74521"/>
                </a:lnTo>
                <a:lnTo>
                  <a:pt x="1117681" y="74426"/>
                </a:lnTo>
                <a:lnTo>
                  <a:pt x="1118212" y="74346"/>
                </a:lnTo>
                <a:lnTo>
                  <a:pt x="1118752" y="74280"/>
                </a:lnTo>
                <a:lnTo>
                  <a:pt x="1119301" y="74229"/>
                </a:lnTo>
                <a:lnTo>
                  <a:pt x="1119860" y="74193"/>
                </a:lnTo>
                <a:lnTo>
                  <a:pt x="1120427" y="74171"/>
                </a:lnTo>
                <a:lnTo>
                  <a:pt x="1121003" y="74163"/>
                </a:lnTo>
                <a:lnTo>
                  <a:pt x="1146359" y="74163"/>
                </a:lnTo>
                <a:lnTo>
                  <a:pt x="1146359" y="86365"/>
                </a:lnTo>
                <a:lnTo>
                  <a:pt x="1146348" y="87085"/>
                </a:lnTo>
                <a:lnTo>
                  <a:pt x="1146316" y="87792"/>
                </a:lnTo>
                <a:lnTo>
                  <a:pt x="1146262" y="88487"/>
                </a:lnTo>
                <a:lnTo>
                  <a:pt x="1146187" y="89169"/>
                </a:lnTo>
                <a:lnTo>
                  <a:pt x="1146091" y="89838"/>
                </a:lnTo>
                <a:lnTo>
                  <a:pt x="1145973" y="90495"/>
                </a:lnTo>
                <a:lnTo>
                  <a:pt x="1145833" y="91139"/>
                </a:lnTo>
                <a:lnTo>
                  <a:pt x="1145672" y="91770"/>
                </a:lnTo>
                <a:lnTo>
                  <a:pt x="1145490" y="92389"/>
                </a:lnTo>
                <a:lnTo>
                  <a:pt x="1145286" y="92995"/>
                </a:lnTo>
                <a:lnTo>
                  <a:pt x="1145061" y="93588"/>
                </a:lnTo>
                <a:lnTo>
                  <a:pt x="1144814" y="94169"/>
                </a:lnTo>
                <a:lnTo>
                  <a:pt x="1144546" y="94737"/>
                </a:lnTo>
                <a:lnTo>
                  <a:pt x="1144256" y="95293"/>
                </a:lnTo>
                <a:lnTo>
                  <a:pt x="1143945" y="95836"/>
                </a:lnTo>
                <a:lnTo>
                  <a:pt x="1143612" y="96366"/>
                </a:lnTo>
                <a:lnTo>
                  <a:pt x="1143258" y="96883"/>
                </a:lnTo>
                <a:lnTo>
                  <a:pt x="1142882" y="97388"/>
                </a:lnTo>
                <a:lnTo>
                  <a:pt x="1142485" y="97881"/>
                </a:lnTo>
                <a:lnTo>
                  <a:pt x="1142067" y="98360"/>
                </a:lnTo>
                <a:lnTo>
                  <a:pt x="1141627" y="98827"/>
                </a:lnTo>
                <a:lnTo>
                  <a:pt x="1141166" y="99282"/>
                </a:lnTo>
                <a:lnTo>
                  <a:pt x="1140683" y="99723"/>
                </a:lnTo>
                <a:lnTo>
                  <a:pt x="1140178" y="100152"/>
                </a:lnTo>
                <a:lnTo>
                  <a:pt x="1139656" y="100566"/>
                </a:lnTo>
                <a:lnTo>
                  <a:pt x="1139119" y="100962"/>
                </a:lnTo>
                <a:lnTo>
                  <a:pt x="1138566" y="101341"/>
                </a:lnTo>
                <a:lnTo>
                  <a:pt x="1137999" y="101702"/>
                </a:lnTo>
                <a:lnTo>
                  <a:pt x="1137418" y="102045"/>
                </a:lnTo>
                <a:lnTo>
                  <a:pt x="1136821" y="102371"/>
                </a:lnTo>
                <a:lnTo>
                  <a:pt x="1136209" y="102679"/>
                </a:lnTo>
                <a:lnTo>
                  <a:pt x="1135583" y="102970"/>
                </a:lnTo>
                <a:lnTo>
                  <a:pt x="1134942" y="103242"/>
                </a:lnTo>
                <a:lnTo>
                  <a:pt x="1134285" y="103498"/>
                </a:lnTo>
                <a:lnTo>
                  <a:pt x="1133614" y="103735"/>
                </a:lnTo>
                <a:lnTo>
                  <a:pt x="1132929" y="103955"/>
                </a:lnTo>
                <a:lnTo>
                  <a:pt x="1132228" y="104158"/>
                </a:lnTo>
                <a:lnTo>
                  <a:pt x="1131512" y="104343"/>
                </a:lnTo>
                <a:lnTo>
                  <a:pt x="1130782" y="104510"/>
                </a:lnTo>
                <a:lnTo>
                  <a:pt x="1130037" y="104660"/>
                </a:lnTo>
                <a:lnTo>
                  <a:pt x="1129277" y="104792"/>
                </a:lnTo>
                <a:lnTo>
                  <a:pt x="1128502" y="104906"/>
                </a:lnTo>
                <a:lnTo>
                  <a:pt x="1127712" y="105003"/>
                </a:lnTo>
                <a:lnTo>
                  <a:pt x="1126907" y="105082"/>
                </a:lnTo>
                <a:lnTo>
                  <a:pt x="1126088" y="105144"/>
                </a:lnTo>
                <a:lnTo>
                  <a:pt x="1125253" y="105188"/>
                </a:lnTo>
                <a:lnTo>
                  <a:pt x="1124404" y="105214"/>
                </a:lnTo>
                <a:lnTo>
                  <a:pt x="1123540" y="105223"/>
                </a:lnTo>
                <a:lnTo>
                  <a:pt x="1122833" y="105216"/>
                </a:lnTo>
                <a:lnTo>
                  <a:pt x="1122140" y="105194"/>
                </a:lnTo>
                <a:lnTo>
                  <a:pt x="1121459" y="105157"/>
                </a:lnTo>
                <a:lnTo>
                  <a:pt x="1120791" y="105106"/>
                </a:lnTo>
                <a:lnTo>
                  <a:pt x="1120136" y="105041"/>
                </a:lnTo>
                <a:lnTo>
                  <a:pt x="1119494" y="104961"/>
                </a:lnTo>
                <a:close/>
                <a:moveTo>
                  <a:pt x="1907783" y="54654"/>
                </a:moveTo>
                <a:lnTo>
                  <a:pt x="1907739" y="53550"/>
                </a:lnTo>
                <a:lnTo>
                  <a:pt x="1907665" y="52466"/>
                </a:lnTo>
                <a:lnTo>
                  <a:pt x="1907562" y="51404"/>
                </a:lnTo>
                <a:lnTo>
                  <a:pt x="1907430" y="50362"/>
                </a:lnTo>
                <a:lnTo>
                  <a:pt x="1907268" y="49342"/>
                </a:lnTo>
                <a:lnTo>
                  <a:pt x="1907076" y="48342"/>
                </a:lnTo>
                <a:lnTo>
                  <a:pt x="1906856" y="47363"/>
                </a:lnTo>
                <a:lnTo>
                  <a:pt x="1906605" y="46405"/>
                </a:lnTo>
                <a:lnTo>
                  <a:pt x="1906326" y="45468"/>
                </a:lnTo>
                <a:lnTo>
                  <a:pt x="1906017" y="44552"/>
                </a:lnTo>
                <a:lnTo>
                  <a:pt x="1905678" y="43657"/>
                </a:lnTo>
                <a:lnTo>
                  <a:pt x="1905310" y="42783"/>
                </a:lnTo>
                <a:lnTo>
                  <a:pt x="1904913" y="41929"/>
                </a:lnTo>
                <a:lnTo>
                  <a:pt x="1904486" y="41097"/>
                </a:lnTo>
                <a:lnTo>
                  <a:pt x="1904030" y="40285"/>
                </a:lnTo>
                <a:lnTo>
                  <a:pt x="1903544" y="39495"/>
                </a:lnTo>
                <a:lnTo>
                  <a:pt x="1903029" y="38725"/>
                </a:lnTo>
                <a:lnTo>
                  <a:pt x="1902484" y="37976"/>
                </a:lnTo>
                <a:lnTo>
                  <a:pt x="1901910" y="37249"/>
                </a:lnTo>
                <a:lnTo>
                  <a:pt x="1901307" y="36542"/>
                </a:lnTo>
                <a:lnTo>
                  <a:pt x="1900674" y="35856"/>
                </a:lnTo>
                <a:lnTo>
                  <a:pt x="1900012" y="35191"/>
                </a:lnTo>
                <a:lnTo>
                  <a:pt x="1899320" y="34546"/>
                </a:lnTo>
                <a:lnTo>
                  <a:pt x="1898601" y="33926"/>
                </a:lnTo>
                <a:lnTo>
                  <a:pt x="1897856" y="33331"/>
                </a:lnTo>
                <a:lnTo>
                  <a:pt x="1897085" y="32764"/>
                </a:lnTo>
                <a:lnTo>
                  <a:pt x="1896289" y="32222"/>
                </a:lnTo>
                <a:lnTo>
                  <a:pt x="1895468" y="31707"/>
                </a:lnTo>
                <a:lnTo>
                  <a:pt x="1894621" y="31218"/>
                </a:lnTo>
                <a:lnTo>
                  <a:pt x="1893748" y="30756"/>
                </a:lnTo>
                <a:lnTo>
                  <a:pt x="1892849" y="30320"/>
                </a:lnTo>
                <a:lnTo>
                  <a:pt x="1891925" y="29911"/>
                </a:lnTo>
                <a:lnTo>
                  <a:pt x="1890976" y="29528"/>
                </a:lnTo>
                <a:lnTo>
                  <a:pt x="1890001" y="29171"/>
                </a:lnTo>
                <a:lnTo>
                  <a:pt x="1889000" y="28841"/>
                </a:lnTo>
                <a:lnTo>
                  <a:pt x="1887973" y="28537"/>
                </a:lnTo>
                <a:lnTo>
                  <a:pt x="1886921" y="28260"/>
                </a:lnTo>
                <a:lnTo>
                  <a:pt x="1885844" y="28009"/>
                </a:lnTo>
                <a:lnTo>
                  <a:pt x="1884741" y="27785"/>
                </a:lnTo>
                <a:lnTo>
                  <a:pt x="1883612" y="27586"/>
                </a:lnTo>
                <a:lnTo>
                  <a:pt x="1882458" y="27415"/>
                </a:lnTo>
                <a:lnTo>
                  <a:pt x="1881278" y="27269"/>
                </a:lnTo>
                <a:lnTo>
                  <a:pt x="1880072" y="27151"/>
                </a:lnTo>
                <a:lnTo>
                  <a:pt x="1878841" y="27058"/>
                </a:lnTo>
                <a:lnTo>
                  <a:pt x="1877585" y="26992"/>
                </a:lnTo>
                <a:lnTo>
                  <a:pt x="1876302" y="26953"/>
                </a:lnTo>
                <a:lnTo>
                  <a:pt x="1874995" y="26939"/>
                </a:lnTo>
                <a:lnTo>
                  <a:pt x="1873790" y="26951"/>
                </a:lnTo>
                <a:lnTo>
                  <a:pt x="1872605" y="26986"/>
                </a:lnTo>
                <a:lnTo>
                  <a:pt x="1871440" y="27045"/>
                </a:lnTo>
                <a:lnTo>
                  <a:pt x="1870296" y="27126"/>
                </a:lnTo>
                <a:lnTo>
                  <a:pt x="1869171" y="27232"/>
                </a:lnTo>
                <a:lnTo>
                  <a:pt x="1868067" y="27360"/>
                </a:lnTo>
                <a:lnTo>
                  <a:pt x="1866983" y="27512"/>
                </a:lnTo>
                <a:lnTo>
                  <a:pt x="1865918" y="27688"/>
                </a:lnTo>
                <a:lnTo>
                  <a:pt x="1864874" y="27886"/>
                </a:lnTo>
                <a:lnTo>
                  <a:pt x="1863850" y="28108"/>
                </a:lnTo>
                <a:lnTo>
                  <a:pt x="1862846" y="28354"/>
                </a:lnTo>
                <a:lnTo>
                  <a:pt x="1861862" y="28623"/>
                </a:lnTo>
                <a:lnTo>
                  <a:pt x="1860898" y="28915"/>
                </a:lnTo>
                <a:lnTo>
                  <a:pt x="1859955" y="29231"/>
                </a:lnTo>
                <a:lnTo>
                  <a:pt x="1859031" y="29570"/>
                </a:lnTo>
                <a:lnTo>
                  <a:pt x="1858127" y="29932"/>
                </a:lnTo>
                <a:lnTo>
                  <a:pt x="1857244" y="30318"/>
                </a:lnTo>
                <a:lnTo>
                  <a:pt x="1856381" y="30727"/>
                </a:lnTo>
                <a:lnTo>
                  <a:pt x="1855537" y="31160"/>
                </a:lnTo>
                <a:lnTo>
                  <a:pt x="1854714" y="31616"/>
                </a:lnTo>
                <a:lnTo>
                  <a:pt x="1853911" y="32095"/>
                </a:lnTo>
                <a:lnTo>
                  <a:pt x="1853128" y="32598"/>
                </a:lnTo>
                <a:lnTo>
                  <a:pt x="1852365" y="33124"/>
                </a:lnTo>
                <a:lnTo>
                  <a:pt x="1851622" y="33674"/>
                </a:lnTo>
                <a:lnTo>
                  <a:pt x="1850903" y="34241"/>
                </a:lnTo>
                <a:lnTo>
                  <a:pt x="1850212" y="34821"/>
                </a:lnTo>
                <a:lnTo>
                  <a:pt x="1849548" y="35413"/>
                </a:lnTo>
                <a:lnTo>
                  <a:pt x="1848913" y="36017"/>
                </a:lnTo>
                <a:lnTo>
                  <a:pt x="1848305" y="36634"/>
                </a:lnTo>
                <a:lnTo>
                  <a:pt x="1847725" y="37264"/>
                </a:lnTo>
                <a:lnTo>
                  <a:pt x="1847172" y="37905"/>
                </a:lnTo>
                <a:lnTo>
                  <a:pt x="1846648" y="38559"/>
                </a:lnTo>
                <a:lnTo>
                  <a:pt x="1846151" y="39226"/>
                </a:lnTo>
                <a:lnTo>
                  <a:pt x="1845682" y="39905"/>
                </a:lnTo>
                <a:lnTo>
                  <a:pt x="1845241" y="40596"/>
                </a:lnTo>
                <a:lnTo>
                  <a:pt x="1844828" y="41299"/>
                </a:lnTo>
                <a:lnTo>
                  <a:pt x="1844442" y="42015"/>
                </a:lnTo>
                <a:lnTo>
                  <a:pt x="1844084" y="42744"/>
                </a:lnTo>
                <a:lnTo>
                  <a:pt x="1843754" y="43484"/>
                </a:lnTo>
                <a:lnTo>
                  <a:pt x="1843452" y="44238"/>
                </a:lnTo>
                <a:lnTo>
                  <a:pt x="1843178" y="45003"/>
                </a:lnTo>
                <a:lnTo>
                  <a:pt x="1842931" y="45781"/>
                </a:lnTo>
                <a:lnTo>
                  <a:pt x="1842712" y="46571"/>
                </a:lnTo>
                <a:lnTo>
                  <a:pt x="1842521" y="47374"/>
                </a:lnTo>
                <a:lnTo>
                  <a:pt x="1842358" y="48189"/>
                </a:lnTo>
                <a:lnTo>
                  <a:pt x="1842222" y="49017"/>
                </a:lnTo>
                <a:lnTo>
                  <a:pt x="1842114" y="49856"/>
                </a:lnTo>
                <a:lnTo>
                  <a:pt x="1842034" y="50709"/>
                </a:lnTo>
                <a:lnTo>
                  <a:pt x="1856296" y="50709"/>
                </a:lnTo>
                <a:lnTo>
                  <a:pt x="1856331" y="50264"/>
                </a:lnTo>
                <a:lnTo>
                  <a:pt x="1856382" y="49827"/>
                </a:lnTo>
                <a:lnTo>
                  <a:pt x="1856449" y="49399"/>
                </a:lnTo>
                <a:lnTo>
                  <a:pt x="1856534" y="48979"/>
                </a:lnTo>
                <a:lnTo>
                  <a:pt x="1856634" y="48567"/>
                </a:lnTo>
                <a:lnTo>
                  <a:pt x="1856751" y="48163"/>
                </a:lnTo>
                <a:lnTo>
                  <a:pt x="1856885" y="47768"/>
                </a:lnTo>
                <a:lnTo>
                  <a:pt x="1857035" y="47381"/>
                </a:lnTo>
                <a:lnTo>
                  <a:pt x="1857202" y="47002"/>
                </a:lnTo>
                <a:lnTo>
                  <a:pt x="1857385" y="46632"/>
                </a:lnTo>
                <a:lnTo>
                  <a:pt x="1857585" y="46269"/>
                </a:lnTo>
                <a:lnTo>
                  <a:pt x="1857801" y="45915"/>
                </a:lnTo>
                <a:lnTo>
                  <a:pt x="1858034" y="45570"/>
                </a:lnTo>
                <a:lnTo>
                  <a:pt x="1858283" y="45232"/>
                </a:lnTo>
                <a:lnTo>
                  <a:pt x="1858549" y="44903"/>
                </a:lnTo>
                <a:lnTo>
                  <a:pt x="1858831" y="44582"/>
                </a:lnTo>
                <a:lnTo>
                  <a:pt x="1859130" y="44269"/>
                </a:lnTo>
                <a:lnTo>
                  <a:pt x="1859445" y="43965"/>
                </a:lnTo>
                <a:lnTo>
                  <a:pt x="1859777" y="43668"/>
                </a:lnTo>
                <a:lnTo>
                  <a:pt x="1860125" y="43380"/>
                </a:lnTo>
                <a:lnTo>
                  <a:pt x="1860490" y="43100"/>
                </a:lnTo>
                <a:lnTo>
                  <a:pt x="1860871" y="42829"/>
                </a:lnTo>
                <a:lnTo>
                  <a:pt x="1861269" y="42566"/>
                </a:lnTo>
                <a:lnTo>
                  <a:pt x="1861683" y="42311"/>
                </a:lnTo>
                <a:lnTo>
                  <a:pt x="1862111" y="42065"/>
                </a:lnTo>
                <a:lnTo>
                  <a:pt x="1862550" y="41830"/>
                </a:lnTo>
                <a:lnTo>
                  <a:pt x="1863000" y="41605"/>
                </a:lnTo>
                <a:lnTo>
                  <a:pt x="1863462" y="41391"/>
                </a:lnTo>
                <a:lnTo>
                  <a:pt x="1863934" y="41187"/>
                </a:lnTo>
                <a:lnTo>
                  <a:pt x="1864417" y="40994"/>
                </a:lnTo>
                <a:lnTo>
                  <a:pt x="1864911" y="40811"/>
                </a:lnTo>
                <a:lnTo>
                  <a:pt x="1865416" y="40638"/>
                </a:lnTo>
                <a:lnTo>
                  <a:pt x="1865932" y="40476"/>
                </a:lnTo>
                <a:lnTo>
                  <a:pt x="1866459" y="40325"/>
                </a:lnTo>
                <a:lnTo>
                  <a:pt x="1866997" y="40184"/>
                </a:lnTo>
                <a:lnTo>
                  <a:pt x="1867546" y="40053"/>
                </a:lnTo>
                <a:lnTo>
                  <a:pt x="1868107" y="39933"/>
                </a:lnTo>
                <a:lnTo>
                  <a:pt x="1868678" y="39823"/>
                </a:lnTo>
                <a:lnTo>
                  <a:pt x="1869260" y="39724"/>
                </a:lnTo>
                <a:lnTo>
                  <a:pt x="1869853" y="39635"/>
                </a:lnTo>
                <a:lnTo>
                  <a:pt x="1870457" y="39556"/>
                </a:lnTo>
                <a:lnTo>
                  <a:pt x="1871072" y="39488"/>
                </a:lnTo>
                <a:lnTo>
                  <a:pt x="1871699" y="39431"/>
                </a:lnTo>
                <a:lnTo>
                  <a:pt x="1872336" y="39384"/>
                </a:lnTo>
                <a:lnTo>
                  <a:pt x="1872984" y="39347"/>
                </a:lnTo>
                <a:lnTo>
                  <a:pt x="1873643" y="39321"/>
                </a:lnTo>
                <a:lnTo>
                  <a:pt x="1874313" y="39306"/>
                </a:lnTo>
                <a:lnTo>
                  <a:pt x="1874995" y="39300"/>
                </a:lnTo>
                <a:lnTo>
                  <a:pt x="1875765" y="39308"/>
                </a:lnTo>
                <a:lnTo>
                  <a:pt x="1876520" y="39329"/>
                </a:lnTo>
                <a:lnTo>
                  <a:pt x="1877258" y="39366"/>
                </a:lnTo>
                <a:lnTo>
                  <a:pt x="1877979" y="39417"/>
                </a:lnTo>
                <a:lnTo>
                  <a:pt x="1878684" y="39483"/>
                </a:lnTo>
                <a:lnTo>
                  <a:pt x="1879373" y="39563"/>
                </a:lnTo>
                <a:lnTo>
                  <a:pt x="1880044" y="39658"/>
                </a:lnTo>
                <a:lnTo>
                  <a:pt x="1880700" y="39767"/>
                </a:lnTo>
                <a:lnTo>
                  <a:pt x="1881339" y="39891"/>
                </a:lnTo>
                <a:lnTo>
                  <a:pt x="1881961" y="40029"/>
                </a:lnTo>
                <a:lnTo>
                  <a:pt x="1882567" y="40183"/>
                </a:lnTo>
                <a:lnTo>
                  <a:pt x="1883156" y="40350"/>
                </a:lnTo>
                <a:lnTo>
                  <a:pt x="1883729" y="40533"/>
                </a:lnTo>
                <a:lnTo>
                  <a:pt x="1884285" y="40729"/>
                </a:lnTo>
                <a:lnTo>
                  <a:pt x="1884825" y="40941"/>
                </a:lnTo>
                <a:lnTo>
                  <a:pt x="1885348" y="41167"/>
                </a:lnTo>
                <a:lnTo>
                  <a:pt x="1885855" y="41408"/>
                </a:lnTo>
                <a:lnTo>
                  <a:pt x="1886345" y="41663"/>
                </a:lnTo>
                <a:lnTo>
                  <a:pt x="1886819" y="41933"/>
                </a:lnTo>
                <a:lnTo>
                  <a:pt x="1887276" y="42217"/>
                </a:lnTo>
                <a:lnTo>
                  <a:pt x="1887716" y="42516"/>
                </a:lnTo>
                <a:lnTo>
                  <a:pt x="1888141" y="42830"/>
                </a:lnTo>
                <a:lnTo>
                  <a:pt x="1888548" y="43158"/>
                </a:lnTo>
                <a:lnTo>
                  <a:pt x="1888939" y="43500"/>
                </a:lnTo>
                <a:lnTo>
                  <a:pt x="1889314" y="43858"/>
                </a:lnTo>
                <a:lnTo>
                  <a:pt x="1889674" y="44230"/>
                </a:lnTo>
                <a:lnTo>
                  <a:pt x="1890017" y="44618"/>
                </a:lnTo>
                <a:lnTo>
                  <a:pt x="1890344" y="45021"/>
                </a:lnTo>
                <a:lnTo>
                  <a:pt x="1890655" y="45439"/>
                </a:lnTo>
                <a:lnTo>
                  <a:pt x="1890950" y="45872"/>
                </a:lnTo>
                <a:lnTo>
                  <a:pt x="1891230" y="46320"/>
                </a:lnTo>
                <a:lnTo>
                  <a:pt x="1891493" y="46783"/>
                </a:lnTo>
                <a:lnTo>
                  <a:pt x="1891740" y="47262"/>
                </a:lnTo>
                <a:lnTo>
                  <a:pt x="1891972" y="47755"/>
                </a:lnTo>
                <a:lnTo>
                  <a:pt x="1892187" y="48264"/>
                </a:lnTo>
                <a:lnTo>
                  <a:pt x="1892387" y="48788"/>
                </a:lnTo>
                <a:lnTo>
                  <a:pt x="1892570" y="49327"/>
                </a:lnTo>
                <a:lnTo>
                  <a:pt x="1892738" y="49881"/>
                </a:lnTo>
                <a:lnTo>
                  <a:pt x="1892890" y="50451"/>
                </a:lnTo>
                <a:lnTo>
                  <a:pt x="1893025" y="51035"/>
                </a:lnTo>
                <a:lnTo>
                  <a:pt x="1893145" y="51635"/>
                </a:lnTo>
                <a:lnTo>
                  <a:pt x="1893249" y="52249"/>
                </a:lnTo>
                <a:lnTo>
                  <a:pt x="1893337" y="52879"/>
                </a:lnTo>
                <a:lnTo>
                  <a:pt x="1893408" y="53524"/>
                </a:lnTo>
                <a:lnTo>
                  <a:pt x="1893464" y="54184"/>
                </a:lnTo>
                <a:lnTo>
                  <a:pt x="1893504" y="54860"/>
                </a:lnTo>
                <a:lnTo>
                  <a:pt x="1893528" y="55550"/>
                </a:lnTo>
                <a:lnTo>
                  <a:pt x="1893536" y="56256"/>
                </a:lnTo>
                <a:lnTo>
                  <a:pt x="1893536" y="63070"/>
                </a:lnTo>
                <a:lnTo>
                  <a:pt x="1866597" y="63070"/>
                </a:lnTo>
                <a:lnTo>
                  <a:pt x="1865900" y="63075"/>
                </a:lnTo>
                <a:lnTo>
                  <a:pt x="1865210" y="63093"/>
                </a:lnTo>
                <a:lnTo>
                  <a:pt x="1864527" y="63123"/>
                </a:lnTo>
                <a:lnTo>
                  <a:pt x="1863850" y="63164"/>
                </a:lnTo>
                <a:lnTo>
                  <a:pt x="1863180" y="63217"/>
                </a:lnTo>
                <a:lnTo>
                  <a:pt x="1862517" y="63282"/>
                </a:lnTo>
                <a:lnTo>
                  <a:pt x="1861860" y="63359"/>
                </a:lnTo>
                <a:lnTo>
                  <a:pt x="1861209" y="63448"/>
                </a:lnTo>
                <a:lnTo>
                  <a:pt x="1860566" y="63549"/>
                </a:lnTo>
                <a:lnTo>
                  <a:pt x="1859928" y="63661"/>
                </a:lnTo>
                <a:lnTo>
                  <a:pt x="1859298" y="63785"/>
                </a:lnTo>
                <a:lnTo>
                  <a:pt x="1858674" y="63921"/>
                </a:lnTo>
                <a:lnTo>
                  <a:pt x="1858057" y="64069"/>
                </a:lnTo>
                <a:lnTo>
                  <a:pt x="1857446" y="64229"/>
                </a:lnTo>
                <a:lnTo>
                  <a:pt x="1856842" y="64400"/>
                </a:lnTo>
                <a:lnTo>
                  <a:pt x="1856244" y="64584"/>
                </a:lnTo>
                <a:lnTo>
                  <a:pt x="1855653" y="64779"/>
                </a:lnTo>
                <a:lnTo>
                  <a:pt x="1855069" y="64986"/>
                </a:lnTo>
                <a:lnTo>
                  <a:pt x="1854491" y="65205"/>
                </a:lnTo>
                <a:lnTo>
                  <a:pt x="1853920" y="65436"/>
                </a:lnTo>
                <a:lnTo>
                  <a:pt x="1853356" y="65678"/>
                </a:lnTo>
                <a:lnTo>
                  <a:pt x="1852798" y="65932"/>
                </a:lnTo>
                <a:lnTo>
                  <a:pt x="1852246" y="66199"/>
                </a:lnTo>
                <a:lnTo>
                  <a:pt x="1851702" y="66477"/>
                </a:lnTo>
                <a:lnTo>
                  <a:pt x="1851165" y="66765"/>
                </a:lnTo>
                <a:lnTo>
                  <a:pt x="1850639" y="67063"/>
                </a:lnTo>
                <a:lnTo>
                  <a:pt x="1850122" y="67369"/>
                </a:lnTo>
                <a:lnTo>
                  <a:pt x="1849615" y="67685"/>
                </a:lnTo>
                <a:lnTo>
                  <a:pt x="1849118" y="68010"/>
                </a:lnTo>
                <a:lnTo>
                  <a:pt x="1848631" y="68344"/>
                </a:lnTo>
                <a:lnTo>
                  <a:pt x="1848154" y="68687"/>
                </a:lnTo>
                <a:lnTo>
                  <a:pt x="1847687" y="69039"/>
                </a:lnTo>
                <a:lnTo>
                  <a:pt x="1847230" y="69400"/>
                </a:lnTo>
                <a:lnTo>
                  <a:pt x="1846782" y="69770"/>
                </a:lnTo>
                <a:lnTo>
                  <a:pt x="1846345" y="70149"/>
                </a:lnTo>
                <a:lnTo>
                  <a:pt x="1845917" y="70538"/>
                </a:lnTo>
                <a:lnTo>
                  <a:pt x="1845499" y="70935"/>
                </a:lnTo>
                <a:lnTo>
                  <a:pt x="1845092" y="71342"/>
                </a:lnTo>
                <a:lnTo>
                  <a:pt x="1844694" y="71757"/>
                </a:lnTo>
                <a:lnTo>
                  <a:pt x="1844306" y="72182"/>
                </a:lnTo>
                <a:lnTo>
                  <a:pt x="1843928" y="72616"/>
                </a:lnTo>
                <a:lnTo>
                  <a:pt x="1843559" y="73059"/>
                </a:lnTo>
                <a:lnTo>
                  <a:pt x="1843201" y="73511"/>
                </a:lnTo>
                <a:lnTo>
                  <a:pt x="1842853" y="73972"/>
                </a:lnTo>
                <a:lnTo>
                  <a:pt x="1842514" y="74442"/>
                </a:lnTo>
                <a:lnTo>
                  <a:pt x="1842186" y="74921"/>
                </a:lnTo>
                <a:lnTo>
                  <a:pt x="1841867" y="75409"/>
                </a:lnTo>
                <a:lnTo>
                  <a:pt x="1841558" y="75907"/>
                </a:lnTo>
                <a:lnTo>
                  <a:pt x="1841261" y="76412"/>
                </a:lnTo>
                <a:lnTo>
                  <a:pt x="1840976" y="76925"/>
                </a:lnTo>
                <a:lnTo>
                  <a:pt x="1840704" y="77444"/>
                </a:lnTo>
                <a:lnTo>
                  <a:pt x="1840445" y="77971"/>
                </a:lnTo>
                <a:lnTo>
                  <a:pt x="1840198" y="78505"/>
                </a:lnTo>
                <a:lnTo>
                  <a:pt x="1839964" y="79046"/>
                </a:lnTo>
                <a:lnTo>
                  <a:pt x="1839742" y="79594"/>
                </a:lnTo>
                <a:lnTo>
                  <a:pt x="1839534" y="80150"/>
                </a:lnTo>
                <a:lnTo>
                  <a:pt x="1839337" y="80712"/>
                </a:lnTo>
                <a:lnTo>
                  <a:pt x="1839154" y="81282"/>
                </a:lnTo>
                <a:lnTo>
                  <a:pt x="1838983" y="81859"/>
                </a:lnTo>
                <a:lnTo>
                  <a:pt x="1838825" y="82443"/>
                </a:lnTo>
                <a:lnTo>
                  <a:pt x="1838679" y="83034"/>
                </a:lnTo>
                <a:lnTo>
                  <a:pt x="1838547" y="83632"/>
                </a:lnTo>
                <a:lnTo>
                  <a:pt x="1838426" y="84238"/>
                </a:lnTo>
                <a:lnTo>
                  <a:pt x="1838319" y="84850"/>
                </a:lnTo>
                <a:lnTo>
                  <a:pt x="1838224" y="85470"/>
                </a:lnTo>
                <a:lnTo>
                  <a:pt x="1838142" y="86097"/>
                </a:lnTo>
                <a:lnTo>
                  <a:pt x="1838072" y="86731"/>
                </a:lnTo>
                <a:lnTo>
                  <a:pt x="1838015" y="87372"/>
                </a:lnTo>
                <a:lnTo>
                  <a:pt x="1837971" y="88021"/>
                </a:lnTo>
                <a:lnTo>
                  <a:pt x="1837939" y="88676"/>
                </a:lnTo>
                <a:lnTo>
                  <a:pt x="1837920" y="89339"/>
                </a:lnTo>
                <a:lnTo>
                  <a:pt x="1837914" y="90009"/>
                </a:lnTo>
                <a:lnTo>
                  <a:pt x="1837928" y="91018"/>
                </a:lnTo>
                <a:lnTo>
                  <a:pt x="1837969" y="92010"/>
                </a:lnTo>
                <a:lnTo>
                  <a:pt x="1838038" y="92986"/>
                </a:lnTo>
                <a:lnTo>
                  <a:pt x="1838134" y="93946"/>
                </a:lnTo>
                <a:lnTo>
                  <a:pt x="1838258" y="94890"/>
                </a:lnTo>
                <a:lnTo>
                  <a:pt x="1838409" y="95817"/>
                </a:lnTo>
                <a:lnTo>
                  <a:pt x="1838588" y="96729"/>
                </a:lnTo>
                <a:lnTo>
                  <a:pt x="1838794" y="97624"/>
                </a:lnTo>
                <a:lnTo>
                  <a:pt x="1839028" y="98503"/>
                </a:lnTo>
                <a:lnTo>
                  <a:pt x="1839290" y="99365"/>
                </a:lnTo>
                <a:lnTo>
                  <a:pt x="1839579" y="100212"/>
                </a:lnTo>
                <a:lnTo>
                  <a:pt x="1839895" y="101042"/>
                </a:lnTo>
                <a:lnTo>
                  <a:pt x="1840239" y="101856"/>
                </a:lnTo>
                <a:lnTo>
                  <a:pt x="1840610" y="102653"/>
                </a:lnTo>
                <a:lnTo>
                  <a:pt x="1841009" y="103435"/>
                </a:lnTo>
                <a:lnTo>
                  <a:pt x="1841436" y="104200"/>
                </a:lnTo>
                <a:lnTo>
                  <a:pt x="1841890" y="104949"/>
                </a:lnTo>
                <a:lnTo>
                  <a:pt x="1842371" y="105682"/>
                </a:lnTo>
                <a:lnTo>
                  <a:pt x="1842880" y="106398"/>
                </a:lnTo>
                <a:lnTo>
                  <a:pt x="1843417" y="107099"/>
                </a:lnTo>
                <a:lnTo>
                  <a:pt x="1843981" y="107783"/>
                </a:lnTo>
                <a:lnTo>
                  <a:pt x="1844572" y="108451"/>
                </a:lnTo>
                <a:lnTo>
                  <a:pt x="1845191" y="109102"/>
                </a:lnTo>
                <a:lnTo>
                  <a:pt x="1845838" y="109738"/>
                </a:lnTo>
                <a:lnTo>
                  <a:pt x="1846508" y="110352"/>
                </a:lnTo>
                <a:lnTo>
                  <a:pt x="1847197" y="110940"/>
                </a:lnTo>
                <a:lnTo>
                  <a:pt x="1847906" y="111502"/>
                </a:lnTo>
                <a:lnTo>
                  <a:pt x="1848633" y="112038"/>
                </a:lnTo>
                <a:lnTo>
                  <a:pt x="1849380" y="112547"/>
                </a:lnTo>
                <a:lnTo>
                  <a:pt x="1850146" y="113031"/>
                </a:lnTo>
                <a:lnTo>
                  <a:pt x="1850932" y="113488"/>
                </a:lnTo>
                <a:lnTo>
                  <a:pt x="1851737" y="113919"/>
                </a:lnTo>
                <a:lnTo>
                  <a:pt x="1852561" y="114325"/>
                </a:lnTo>
                <a:lnTo>
                  <a:pt x="1853404" y="114704"/>
                </a:lnTo>
                <a:lnTo>
                  <a:pt x="1854266" y="115056"/>
                </a:lnTo>
                <a:lnTo>
                  <a:pt x="1855148" y="115383"/>
                </a:lnTo>
                <a:lnTo>
                  <a:pt x="1856049" y="115684"/>
                </a:lnTo>
                <a:lnTo>
                  <a:pt x="1856969" y="115958"/>
                </a:lnTo>
                <a:lnTo>
                  <a:pt x="1857909" y="116206"/>
                </a:lnTo>
                <a:lnTo>
                  <a:pt x="1858867" y="116429"/>
                </a:lnTo>
                <a:lnTo>
                  <a:pt x="1859845" y="116625"/>
                </a:lnTo>
                <a:lnTo>
                  <a:pt x="1860843" y="116794"/>
                </a:lnTo>
                <a:lnTo>
                  <a:pt x="1861859" y="116938"/>
                </a:lnTo>
                <a:lnTo>
                  <a:pt x="1862895" y="117056"/>
                </a:lnTo>
                <a:lnTo>
                  <a:pt x="1863950" y="117147"/>
                </a:lnTo>
                <a:lnTo>
                  <a:pt x="1865024" y="117213"/>
                </a:lnTo>
                <a:lnTo>
                  <a:pt x="1866117" y="117252"/>
                </a:lnTo>
                <a:lnTo>
                  <a:pt x="1867230" y="117265"/>
                </a:lnTo>
                <a:lnTo>
                  <a:pt x="1867913" y="117261"/>
                </a:lnTo>
                <a:lnTo>
                  <a:pt x="1868587" y="117247"/>
                </a:lnTo>
                <a:lnTo>
                  <a:pt x="1869253" y="117225"/>
                </a:lnTo>
                <a:lnTo>
                  <a:pt x="1869911" y="117195"/>
                </a:lnTo>
                <a:lnTo>
                  <a:pt x="1870561" y="117155"/>
                </a:lnTo>
                <a:lnTo>
                  <a:pt x="1871202" y="117107"/>
                </a:lnTo>
                <a:lnTo>
                  <a:pt x="1871835" y="117049"/>
                </a:lnTo>
                <a:lnTo>
                  <a:pt x="1872460" y="116983"/>
                </a:lnTo>
                <a:lnTo>
                  <a:pt x="1873076" y="116909"/>
                </a:lnTo>
                <a:lnTo>
                  <a:pt x="1873685" y="116825"/>
                </a:lnTo>
                <a:lnTo>
                  <a:pt x="1874285" y="116733"/>
                </a:lnTo>
                <a:lnTo>
                  <a:pt x="1874877" y="116631"/>
                </a:lnTo>
                <a:lnTo>
                  <a:pt x="1875460" y="116521"/>
                </a:lnTo>
                <a:lnTo>
                  <a:pt x="1876036" y="116403"/>
                </a:lnTo>
                <a:lnTo>
                  <a:pt x="1876603" y="116275"/>
                </a:lnTo>
                <a:lnTo>
                  <a:pt x="1877161" y="116139"/>
                </a:lnTo>
                <a:lnTo>
                  <a:pt x="1877712" y="115993"/>
                </a:lnTo>
                <a:lnTo>
                  <a:pt x="1878254" y="115839"/>
                </a:lnTo>
                <a:lnTo>
                  <a:pt x="1878788" y="115677"/>
                </a:lnTo>
                <a:lnTo>
                  <a:pt x="1879314" y="115505"/>
                </a:lnTo>
                <a:lnTo>
                  <a:pt x="1879832" y="115325"/>
                </a:lnTo>
                <a:lnTo>
                  <a:pt x="1880341" y="115136"/>
                </a:lnTo>
                <a:lnTo>
                  <a:pt x="1880842" y="114938"/>
                </a:lnTo>
                <a:lnTo>
                  <a:pt x="1881335" y="114731"/>
                </a:lnTo>
                <a:lnTo>
                  <a:pt x="1881819" y="114516"/>
                </a:lnTo>
                <a:lnTo>
                  <a:pt x="1882293" y="114294"/>
                </a:lnTo>
                <a:lnTo>
                  <a:pt x="1882758" y="114065"/>
                </a:lnTo>
                <a:lnTo>
                  <a:pt x="1883214" y="113828"/>
                </a:lnTo>
                <a:lnTo>
                  <a:pt x="1883661" y="113585"/>
                </a:lnTo>
                <a:lnTo>
                  <a:pt x="1884098" y="113334"/>
                </a:lnTo>
                <a:lnTo>
                  <a:pt x="1884526" y="113076"/>
                </a:lnTo>
                <a:lnTo>
                  <a:pt x="1884944" y="112811"/>
                </a:lnTo>
                <a:lnTo>
                  <a:pt x="1885353" y="112539"/>
                </a:lnTo>
                <a:lnTo>
                  <a:pt x="1885753" y="112260"/>
                </a:lnTo>
                <a:lnTo>
                  <a:pt x="1886143" y="111973"/>
                </a:lnTo>
                <a:lnTo>
                  <a:pt x="1886524" y="111680"/>
                </a:lnTo>
                <a:lnTo>
                  <a:pt x="1886896" y="111379"/>
                </a:lnTo>
                <a:lnTo>
                  <a:pt x="1887258" y="111071"/>
                </a:lnTo>
                <a:lnTo>
                  <a:pt x="1887611" y="110756"/>
                </a:lnTo>
                <a:lnTo>
                  <a:pt x="1887955" y="110434"/>
                </a:lnTo>
                <a:lnTo>
                  <a:pt x="1888289" y="110105"/>
                </a:lnTo>
                <a:lnTo>
                  <a:pt x="1888614" y="109769"/>
                </a:lnTo>
                <a:lnTo>
                  <a:pt x="1888929" y="109425"/>
                </a:lnTo>
                <a:lnTo>
                  <a:pt x="1889235" y="109074"/>
                </a:lnTo>
                <a:lnTo>
                  <a:pt x="1889532" y="108716"/>
                </a:lnTo>
                <a:lnTo>
                  <a:pt x="1889819" y="108351"/>
                </a:lnTo>
                <a:lnTo>
                  <a:pt x="1890097" y="107979"/>
                </a:lnTo>
                <a:lnTo>
                  <a:pt x="1890366" y="107600"/>
                </a:lnTo>
                <a:lnTo>
                  <a:pt x="1890625" y="107214"/>
                </a:lnTo>
                <a:lnTo>
                  <a:pt x="1890872" y="106822"/>
                </a:lnTo>
                <a:lnTo>
                  <a:pt x="1891109" y="106424"/>
                </a:lnTo>
                <a:lnTo>
                  <a:pt x="1891335" y="106019"/>
                </a:lnTo>
                <a:lnTo>
                  <a:pt x="1891549" y="105609"/>
                </a:lnTo>
                <a:lnTo>
                  <a:pt x="1891753" y="105193"/>
                </a:lnTo>
                <a:lnTo>
                  <a:pt x="1891945" y="104771"/>
                </a:lnTo>
                <a:lnTo>
                  <a:pt x="1892127" y="104342"/>
                </a:lnTo>
                <a:lnTo>
                  <a:pt x="1892298" y="103908"/>
                </a:lnTo>
                <a:lnTo>
                  <a:pt x="1892457" y="103467"/>
                </a:lnTo>
                <a:lnTo>
                  <a:pt x="1892606" y="103021"/>
                </a:lnTo>
                <a:lnTo>
                  <a:pt x="1892744" y="102568"/>
                </a:lnTo>
                <a:lnTo>
                  <a:pt x="1892870" y="102109"/>
                </a:lnTo>
                <a:lnTo>
                  <a:pt x="1892986" y="101645"/>
                </a:lnTo>
                <a:lnTo>
                  <a:pt x="1893090" y="101174"/>
                </a:lnTo>
                <a:lnTo>
                  <a:pt x="1893184" y="100697"/>
                </a:lnTo>
                <a:lnTo>
                  <a:pt x="1893266" y="100215"/>
                </a:lnTo>
                <a:lnTo>
                  <a:pt x="1893322" y="99833"/>
                </a:lnTo>
                <a:lnTo>
                  <a:pt x="1893696" y="99833"/>
                </a:lnTo>
                <a:lnTo>
                  <a:pt x="1893696" y="115681"/>
                </a:lnTo>
                <a:lnTo>
                  <a:pt x="1907798" y="115681"/>
                </a:lnTo>
                <a:lnTo>
                  <a:pt x="1907798" y="55779"/>
                </a:lnTo>
                <a:lnTo>
                  <a:pt x="1907783" y="54654"/>
                </a:lnTo>
                <a:close/>
                <a:moveTo>
                  <a:pt x="1867313" y="105041"/>
                </a:moveTo>
                <a:lnTo>
                  <a:pt x="1866671" y="104961"/>
                </a:lnTo>
                <a:lnTo>
                  <a:pt x="1866042" y="104866"/>
                </a:lnTo>
                <a:lnTo>
                  <a:pt x="1865426" y="104756"/>
                </a:lnTo>
                <a:lnTo>
                  <a:pt x="1864823" y="104632"/>
                </a:lnTo>
                <a:lnTo>
                  <a:pt x="1864232" y="104494"/>
                </a:lnTo>
                <a:lnTo>
                  <a:pt x="1863655" y="104341"/>
                </a:lnTo>
                <a:lnTo>
                  <a:pt x="1863091" y="104173"/>
                </a:lnTo>
                <a:lnTo>
                  <a:pt x="1862539" y="103991"/>
                </a:lnTo>
                <a:lnTo>
                  <a:pt x="1862001" y="103794"/>
                </a:lnTo>
                <a:lnTo>
                  <a:pt x="1861475" y="103582"/>
                </a:lnTo>
                <a:lnTo>
                  <a:pt x="1860962" y="103356"/>
                </a:lnTo>
                <a:lnTo>
                  <a:pt x="1860462" y="103116"/>
                </a:lnTo>
                <a:lnTo>
                  <a:pt x="1859976" y="102861"/>
                </a:lnTo>
                <a:lnTo>
                  <a:pt x="1859502" y="102591"/>
                </a:lnTo>
                <a:lnTo>
                  <a:pt x="1859041" y="102306"/>
                </a:lnTo>
                <a:lnTo>
                  <a:pt x="1858593" y="102007"/>
                </a:lnTo>
                <a:lnTo>
                  <a:pt x="1858157" y="101694"/>
                </a:lnTo>
                <a:lnTo>
                  <a:pt x="1857735" y="101366"/>
                </a:lnTo>
                <a:lnTo>
                  <a:pt x="1857326" y="101023"/>
                </a:lnTo>
                <a:lnTo>
                  <a:pt x="1856932" y="100668"/>
                </a:lnTo>
                <a:lnTo>
                  <a:pt x="1856554" y="100302"/>
                </a:lnTo>
                <a:lnTo>
                  <a:pt x="1856193" y="99925"/>
                </a:lnTo>
                <a:lnTo>
                  <a:pt x="1855849" y="99537"/>
                </a:lnTo>
                <a:lnTo>
                  <a:pt x="1855522" y="99139"/>
                </a:lnTo>
                <a:lnTo>
                  <a:pt x="1855211" y="98730"/>
                </a:lnTo>
                <a:lnTo>
                  <a:pt x="1854918" y="98310"/>
                </a:lnTo>
                <a:lnTo>
                  <a:pt x="1854641" y="97880"/>
                </a:lnTo>
                <a:lnTo>
                  <a:pt x="1854380" y="97439"/>
                </a:lnTo>
                <a:lnTo>
                  <a:pt x="1854137" y="96987"/>
                </a:lnTo>
                <a:lnTo>
                  <a:pt x="1853911" y="96524"/>
                </a:lnTo>
                <a:lnTo>
                  <a:pt x="1853701" y="96051"/>
                </a:lnTo>
                <a:lnTo>
                  <a:pt x="1853508" y="95567"/>
                </a:lnTo>
                <a:lnTo>
                  <a:pt x="1853332" y="95072"/>
                </a:lnTo>
                <a:lnTo>
                  <a:pt x="1853172" y="94567"/>
                </a:lnTo>
                <a:lnTo>
                  <a:pt x="1853029" y="94050"/>
                </a:lnTo>
                <a:lnTo>
                  <a:pt x="1852904" y="93524"/>
                </a:lnTo>
                <a:lnTo>
                  <a:pt x="1852794" y="92986"/>
                </a:lnTo>
                <a:lnTo>
                  <a:pt x="1852702" y="92438"/>
                </a:lnTo>
                <a:lnTo>
                  <a:pt x="1852627" y="91878"/>
                </a:lnTo>
                <a:lnTo>
                  <a:pt x="1852568" y="91309"/>
                </a:lnTo>
                <a:lnTo>
                  <a:pt x="1852526" y="90728"/>
                </a:lnTo>
                <a:lnTo>
                  <a:pt x="1852501" y="90137"/>
                </a:lnTo>
                <a:lnTo>
                  <a:pt x="1852492" y="89535"/>
                </a:lnTo>
                <a:lnTo>
                  <a:pt x="1852500" y="88959"/>
                </a:lnTo>
                <a:lnTo>
                  <a:pt x="1852523" y="88392"/>
                </a:lnTo>
                <a:lnTo>
                  <a:pt x="1852560" y="87835"/>
                </a:lnTo>
                <a:lnTo>
                  <a:pt x="1852613" y="87287"/>
                </a:lnTo>
                <a:lnTo>
                  <a:pt x="1852681" y="86750"/>
                </a:lnTo>
                <a:lnTo>
                  <a:pt x="1852765" y="86222"/>
                </a:lnTo>
                <a:lnTo>
                  <a:pt x="1852863" y="85703"/>
                </a:lnTo>
                <a:lnTo>
                  <a:pt x="1852976" y="85194"/>
                </a:lnTo>
                <a:lnTo>
                  <a:pt x="1853105" y="84695"/>
                </a:lnTo>
                <a:lnTo>
                  <a:pt x="1853249" y="84206"/>
                </a:lnTo>
                <a:lnTo>
                  <a:pt x="1853408" y="83726"/>
                </a:lnTo>
                <a:lnTo>
                  <a:pt x="1853582" y="83255"/>
                </a:lnTo>
                <a:lnTo>
                  <a:pt x="1853771" y="82795"/>
                </a:lnTo>
                <a:lnTo>
                  <a:pt x="1853975" y="82344"/>
                </a:lnTo>
                <a:lnTo>
                  <a:pt x="1854194" y="81902"/>
                </a:lnTo>
                <a:lnTo>
                  <a:pt x="1854429" y="81471"/>
                </a:lnTo>
                <a:lnTo>
                  <a:pt x="1854679" y="81048"/>
                </a:lnTo>
                <a:lnTo>
                  <a:pt x="1854943" y="80636"/>
                </a:lnTo>
                <a:lnTo>
                  <a:pt x="1855223" y="80233"/>
                </a:lnTo>
                <a:lnTo>
                  <a:pt x="1855518" y="79840"/>
                </a:lnTo>
                <a:lnTo>
                  <a:pt x="1855828" y="79456"/>
                </a:lnTo>
                <a:lnTo>
                  <a:pt x="1856154" y="79082"/>
                </a:lnTo>
                <a:lnTo>
                  <a:pt x="1856494" y="78718"/>
                </a:lnTo>
                <a:lnTo>
                  <a:pt x="1856850" y="78364"/>
                </a:lnTo>
                <a:lnTo>
                  <a:pt x="1857217" y="78021"/>
                </a:lnTo>
                <a:lnTo>
                  <a:pt x="1857594" y="77693"/>
                </a:lnTo>
                <a:lnTo>
                  <a:pt x="1857980" y="77379"/>
                </a:lnTo>
                <a:lnTo>
                  <a:pt x="1858375" y="77080"/>
                </a:lnTo>
                <a:lnTo>
                  <a:pt x="1858780" y="76796"/>
                </a:lnTo>
                <a:lnTo>
                  <a:pt x="1859193" y="76526"/>
                </a:lnTo>
                <a:lnTo>
                  <a:pt x="1859615" y="76271"/>
                </a:lnTo>
                <a:lnTo>
                  <a:pt x="1860046" y="76030"/>
                </a:lnTo>
                <a:lnTo>
                  <a:pt x="1860487" y="75804"/>
                </a:lnTo>
                <a:lnTo>
                  <a:pt x="1860936" y="75593"/>
                </a:lnTo>
                <a:lnTo>
                  <a:pt x="1861395" y="75396"/>
                </a:lnTo>
                <a:lnTo>
                  <a:pt x="1861862" y="75214"/>
                </a:lnTo>
                <a:lnTo>
                  <a:pt x="1862339" y="75046"/>
                </a:lnTo>
                <a:lnTo>
                  <a:pt x="1862825" y="74893"/>
                </a:lnTo>
                <a:lnTo>
                  <a:pt x="1863319" y="74754"/>
                </a:lnTo>
                <a:lnTo>
                  <a:pt x="1863823" y="74630"/>
                </a:lnTo>
                <a:lnTo>
                  <a:pt x="1864336" y="74521"/>
                </a:lnTo>
                <a:lnTo>
                  <a:pt x="1864858" y="74426"/>
                </a:lnTo>
                <a:lnTo>
                  <a:pt x="1865389" y="74346"/>
                </a:lnTo>
                <a:lnTo>
                  <a:pt x="1865929" y="74280"/>
                </a:lnTo>
                <a:lnTo>
                  <a:pt x="1866479" y="74229"/>
                </a:lnTo>
                <a:lnTo>
                  <a:pt x="1867037" y="74193"/>
                </a:lnTo>
                <a:lnTo>
                  <a:pt x="1867604" y="74171"/>
                </a:lnTo>
                <a:lnTo>
                  <a:pt x="1868181" y="74163"/>
                </a:lnTo>
                <a:lnTo>
                  <a:pt x="1893536" y="74163"/>
                </a:lnTo>
                <a:lnTo>
                  <a:pt x="1893536" y="86365"/>
                </a:lnTo>
                <a:lnTo>
                  <a:pt x="1893525" y="87085"/>
                </a:lnTo>
                <a:lnTo>
                  <a:pt x="1893493" y="87792"/>
                </a:lnTo>
                <a:lnTo>
                  <a:pt x="1893439" y="88487"/>
                </a:lnTo>
                <a:lnTo>
                  <a:pt x="1893364" y="89169"/>
                </a:lnTo>
                <a:lnTo>
                  <a:pt x="1893268" y="89838"/>
                </a:lnTo>
                <a:lnTo>
                  <a:pt x="1893150" y="90495"/>
                </a:lnTo>
                <a:lnTo>
                  <a:pt x="1893010" y="91139"/>
                </a:lnTo>
                <a:lnTo>
                  <a:pt x="1892849" y="91770"/>
                </a:lnTo>
                <a:lnTo>
                  <a:pt x="1892667" y="92389"/>
                </a:lnTo>
                <a:lnTo>
                  <a:pt x="1892463" y="92995"/>
                </a:lnTo>
                <a:lnTo>
                  <a:pt x="1892238" y="93588"/>
                </a:lnTo>
                <a:lnTo>
                  <a:pt x="1891991" y="94169"/>
                </a:lnTo>
                <a:lnTo>
                  <a:pt x="1891723" y="94737"/>
                </a:lnTo>
                <a:lnTo>
                  <a:pt x="1891433" y="95293"/>
                </a:lnTo>
                <a:lnTo>
                  <a:pt x="1891122" y="95836"/>
                </a:lnTo>
                <a:lnTo>
                  <a:pt x="1890789" y="96366"/>
                </a:lnTo>
                <a:lnTo>
                  <a:pt x="1890435" y="96883"/>
                </a:lnTo>
                <a:lnTo>
                  <a:pt x="1890059" y="97388"/>
                </a:lnTo>
                <a:lnTo>
                  <a:pt x="1889662" y="97881"/>
                </a:lnTo>
                <a:lnTo>
                  <a:pt x="1889244" y="98360"/>
                </a:lnTo>
                <a:lnTo>
                  <a:pt x="1888804" y="98827"/>
                </a:lnTo>
                <a:lnTo>
                  <a:pt x="1888343" y="99282"/>
                </a:lnTo>
                <a:lnTo>
                  <a:pt x="1887860" y="99723"/>
                </a:lnTo>
                <a:lnTo>
                  <a:pt x="1887356" y="100152"/>
                </a:lnTo>
                <a:lnTo>
                  <a:pt x="1886833" y="100566"/>
                </a:lnTo>
                <a:lnTo>
                  <a:pt x="1886296" y="100962"/>
                </a:lnTo>
                <a:lnTo>
                  <a:pt x="1885744" y="101341"/>
                </a:lnTo>
                <a:lnTo>
                  <a:pt x="1885177" y="101702"/>
                </a:lnTo>
                <a:lnTo>
                  <a:pt x="1884595" y="102045"/>
                </a:lnTo>
                <a:lnTo>
                  <a:pt x="1883998" y="102371"/>
                </a:lnTo>
                <a:lnTo>
                  <a:pt x="1883386" y="102679"/>
                </a:lnTo>
                <a:lnTo>
                  <a:pt x="1882760" y="102970"/>
                </a:lnTo>
                <a:lnTo>
                  <a:pt x="1882119" y="103242"/>
                </a:lnTo>
                <a:lnTo>
                  <a:pt x="1881462" y="103498"/>
                </a:lnTo>
                <a:lnTo>
                  <a:pt x="1880792" y="103735"/>
                </a:lnTo>
                <a:lnTo>
                  <a:pt x="1880106" y="103955"/>
                </a:lnTo>
                <a:lnTo>
                  <a:pt x="1879405" y="104158"/>
                </a:lnTo>
                <a:lnTo>
                  <a:pt x="1878689" y="104343"/>
                </a:lnTo>
                <a:lnTo>
                  <a:pt x="1877959" y="104510"/>
                </a:lnTo>
                <a:lnTo>
                  <a:pt x="1877214" y="104660"/>
                </a:lnTo>
                <a:lnTo>
                  <a:pt x="1876454" y="104792"/>
                </a:lnTo>
                <a:lnTo>
                  <a:pt x="1875679" y="104906"/>
                </a:lnTo>
                <a:lnTo>
                  <a:pt x="1874889" y="105003"/>
                </a:lnTo>
                <a:lnTo>
                  <a:pt x="1874084" y="105082"/>
                </a:lnTo>
                <a:lnTo>
                  <a:pt x="1873265" y="105144"/>
                </a:lnTo>
                <a:lnTo>
                  <a:pt x="1872430" y="105188"/>
                </a:lnTo>
                <a:lnTo>
                  <a:pt x="1871581" y="105214"/>
                </a:lnTo>
                <a:lnTo>
                  <a:pt x="1870717" y="105223"/>
                </a:lnTo>
                <a:lnTo>
                  <a:pt x="1870010" y="105216"/>
                </a:lnTo>
                <a:lnTo>
                  <a:pt x="1869317" y="105194"/>
                </a:lnTo>
                <a:lnTo>
                  <a:pt x="1868636" y="105157"/>
                </a:lnTo>
                <a:lnTo>
                  <a:pt x="1867968" y="105106"/>
                </a:lnTo>
                <a:lnTo>
                  <a:pt x="1867313" y="105041"/>
                </a:lnTo>
                <a:close/>
                <a:moveTo>
                  <a:pt x="2534699" y="47541"/>
                </a:moveTo>
                <a:lnTo>
                  <a:pt x="2535809" y="0"/>
                </a:lnTo>
                <a:lnTo>
                  <a:pt x="2519645" y="0"/>
                </a:lnTo>
                <a:lnTo>
                  <a:pt x="2520914" y="47541"/>
                </a:lnTo>
                <a:lnTo>
                  <a:pt x="2534699" y="47541"/>
                </a:lnTo>
                <a:close/>
                <a:moveTo>
                  <a:pt x="2630098" y="0"/>
                </a:moveTo>
                <a:lnTo>
                  <a:pt x="2613933" y="0"/>
                </a:lnTo>
                <a:lnTo>
                  <a:pt x="2615203" y="47541"/>
                </a:lnTo>
                <a:lnTo>
                  <a:pt x="2628988" y="47541"/>
                </a:lnTo>
                <a:lnTo>
                  <a:pt x="2630098" y="0"/>
                </a:lnTo>
                <a:close/>
                <a:moveTo>
                  <a:pt x="2722010" y="0"/>
                </a:moveTo>
                <a:lnTo>
                  <a:pt x="2705845" y="0"/>
                </a:lnTo>
                <a:lnTo>
                  <a:pt x="2707115" y="47541"/>
                </a:lnTo>
                <a:lnTo>
                  <a:pt x="2720900" y="47541"/>
                </a:lnTo>
                <a:lnTo>
                  <a:pt x="2722010" y="0"/>
                </a:lnTo>
                <a:close/>
                <a:moveTo>
                  <a:pt x="2137756" y="103304"/>
                </a:moveTo>
                <a:lnTo>
                  <a:pt x="2137993" y="103983"/>
                </a:lnTo>
                <a:lnTo>
                  <a:pt x="2138253" y="104647"/>
                </a:lnTo>
                <a:lnTo>
                  <a:pt x="2138535" y="105297"/>
                </a:lnTo>
                <a:lnTo>
                  <a:pt x="2138839" y="105932"/>
                </a:lnTo>
                <a:lnTo>
                  <a:pt x="2139166" y="106552"/>
                </a:lnTo>
                <a:lnTo>
                  <a:pt x="2139516" y="107158"/>
                </a:lnTo>
                <a:lnTo>
                  <a:pt x="2139888" y="107750"/>
                </a:lnTo>
                <a:lnTo>
                  <a:pt x="2140283" y="108327"/>
                </a:lnTo>
                <a:lnTo>
                  <a:pt x="2140700" y="108889"/>
                </a:lnTo>
                <a:lnTo>
                  <a:pt x="2141140" y="109436"/>
                </a:lnTo>
                <a:lnTo>
                  <a:pt x="2141603" y="109969"/>
                </a:lnTo>
                <a:lnTo>
                  <a:pt x="2142088" y="110488"/>
                </a:lnTo>
                <a:lnTo>
                  <a:pt x="2142595" y="110992"/>
                </a:lnTo>
                <a:lnTo>
                  <a:pt x="2143126" y="111481"/>
                </a:lnTo>
                <a:lnTo>
                  <a:pt x="2143674" y="111953"/>
                </a:lnTo>
                <a:lnTo>
                  <a:pt x="2144238" y="112405"/>
                </a:lnTo>
                <a:lnTo>
                  <a:pt x="2144817" y="112837"/>
                </a:lnTo>
                <a:lnTo>
                  <a:pt x="2145410" y="113248"/>
                </a:lnTo>
                <a:lnTo>
                  <a:pt x="2146018" y="113640"/>
                </a:lnTo>
                <a:lnTo>
                  <a:pt x="2146642" y="114011"/>
                </a:lnTo>
                <a:lnTo>
                  <a:pt x="2147280" y="114363"/>
                </a:lnTo>
                <a:lnTo>
                  <a:pt x="2147932" y="114694"/>
                </a:lnTo>
                <a:lnTo>
                  <a:pt x="2148600" y="115006"/>
                </a:lnTo>
                <a:lnTo>
                  <a:pt x="2149283" y="115297"/>
                </a:lnTo>
                <a:lnTo>
                  <a:pt x="2149980" y="115568"/>
                </a:lnTo>
                <a:lnTo>
                  <a:pt x="2150692" y="115819"/>
                </a:lnTo>
                <a:lnTo>
                  <a:pt x="2151419" y="116050"/>
                </a:lnTo>
                <a:lnTo>
                  <a:pt x="2152161" y="116261"/>
                </a:lnTo>
                <a:lnTo>
                  <a:pt x="2152918" y="116452"/>
                </a:lnTo>
                <a:lnTo>
                  <a:pt x="2153690" y="116622"/>
                </a:lnTo>
                <a:lnTo>
                  <a:pt x="2154476" y="116773"/>
                </a:lnTo>
                <a:lnTo>
                  <a:pt x="2155278" y="116903"/>
                </a:lnTo>
                <a:lnTo>
                  <a:pt x="2156094" y="117014"/>
                </a:lnTo>
                <a:lnTo>
                  <a:pt x="2156925" y="117104"/>
                </a:lnTo>
                <a:lnTo>
                  <a:pt x="2157771" y="117175"/>
                </a:lnTo>
                <a:lnTo>
                  <a:pt x="2158631" y="117225"/>
                </a:lnTo>
                <a:lnTo>
                  <a:pt x="2159507" y="117255"/>
                </a:lnTo>
                <a:lnTo>
                  <a:pt x="2160398" y="117265"/>
                </a:lnTo>
                <a:lnTo>
                  <a:pt x="2161484" y="117250"/>
                </a:lnTo>
                <a:lnTo>
                  <a:pt x="2162552" y="117204"/>
                </a:lnTo>
                <a:lnTo>
                  <a:pt x="2163601" y="117129"/>
                </a:lnTo>
                <a:lnTo>
                  <a:pt x="2164632" y="117023"/>
                </a:lnTo>
                <a:lnTo>
                  <a:pt x="2165644" y="116887"/>
                </a:lnTo>
                <a:lnTo>
                  <a:pt x="2166637" y="116720"/>
                </a:lnTo>
                <a:lnTo>
                  <a:pt x="2167611" y="116524"/>
                </a:lnTo>
                <a:lnTo>
                  <a:pt x="2168567" y="116297"/>
                </a:lnTo>
                <a:lnTo>
                  <a:pt x="2169504" y="116039"/>
                </a:lnTo>
                <a:lnTo>
                  <a:pt x="2170422" y="115752"/>
                </a:lnTo>
                <a:lnTo>
                  <a:pt x="2171322" y="115434"/>
                </a:lnTo>
                <a:lnTo>
                  <a:pt x="2172202" y="115086"/>
                </a:lnTo>
                <a:lnTo>
                  <a:pt x="2173065" y="114708"/>
                </a:lnTo>
                <a:lnTo>
                  <a:pt x="2173908" y="114300"/>
                </a:lnTo>
                <a:lnTo>
                  <a:pt x="2174733" y="113861"/>
                </a:lnTo>
                <a:lnTo>
                  <a:pt x="2175539" y="113392"/>
                </a:lnTo>
                <a:lnTo>
                  <a:pt x="2176326" y="112892"/>
                </a:lnTo>
                <a:lnTo>
                  <a:pt x="2177095" y="112363"/>
                </a:lnTo>
                <a:lnTo>
                  <a:pt x="2177845" y="111803"/>
                </a:lnTo>
                <a:lnTo>
                  <a:pt x="2178576" y="111213"/>
                </a:lnTo>
                <a:lnTo>
                  <a:pt x="2179288" y="110593"/>
                </a:lnTo>
                <a:lnTo>
                  <a:pt x="2179982" y="109942"/>
                </a:lnTo>
                <a:lnTo>
                  <a:pt x="2180657" y="109261"/>
                </a:lnTo>
                <a:lnTo>
                  <a:pt x="2181314" y="108550"/>
                </a:lnTo>
                <a:lnTo>
                  <a:pt x="2181947" y="107813"/>
                </a:lnTo>
                <a:lnTo>
                  <a:pt x="2182554" y="107055"/>
                </a:lnTo>
                <a:lnTo>
                  <a:pt x="2183134" y="106275"/>
                </a:lnTo>
                <a:lnTo>
                  <a:pt x="2183687" y="105473"/>
                </a:lnTo>
                <a:lnTo>
                  <a:pt x="2184213" y="104650"/>
                </a:lnTo>
                <a:lnTo>
                  <a:pt x="2184712" y="103806"/>
                </a:lnTo>
                <a:lnTo>
                  <a:pt x="2185183" y="102940"/>
                </a:lnTo>
                <a:lnTo>
                  <a:pt x="2185628" y="102053"/>
                </a:lnTo>
                <a:lnTo>
                  <a:pt x="2186046" y="101144"/>
                </a:lnTo>
                <a:lnTo>
                  <a:pt x="2186437" y="100214"/>
                </a:lnTo>
                <a:lnTo>
                  <a:pt x="2186802" y="99262"/>
                </a:lnTo>
                <a:lnTo>
                  <a:pt x="2187139" y="98289"/>
                </a:lnTo>
                <a:lnTo>
                  <a:pt x="2187449" y="97294"/>
                </a:lnTo>
                <a:lnTo>
                  <a:pt x="2187732" y="96278"/>
                </a:lnTo>
                <a:lnTo>
                  <a:pt x="2187988" y="95241"/>
                </a:lnTo>
                <a:lnTo>
                  <a:pt x="2188217" y="94182"/>
                </a:lnTo>
                <a:lnTo>
                  <a:pt x="2188420" y="93101"/>
                </a:lnTo>
                <a:lnTo>
                  <a:pt x="2188595" y="92000"/>
                </a:lnTo>
                <a:lnTo>
                  <a:pt x="2188743" y="90876"/>
                </a:lnTo>
                <a:lnTo>
                  <a:pt x="2188865" y="89732"/>
                </a:lnTo>
                <a:lnTo>
                  <a:pt x="2188959" y="88565"/>
                </a:lnTo>
                <a:lnTo>
                  <a:pt x="2189026" y="87378"/>
                </a:lnTo>
                <a:lnTo>
                  <a:pt x="2189067" y="86169"/>
                </a:lnTo>
                <a:lnTo>
                  <a:pt x="2189080" y="84938"/>
                </a:lnTo>
                <a:lnTo>
                  <a:pt x="2189080" y="59426"/>
                </a:lnTo>
                <a:lnTo>
                  <a:pt x="2189067" y="58182"/>
                </a:lnTo>
                <a:lnTo>
                  <a:pt x="2189026" y="56960"/>
                </a:lnTo>
                <a:lnTo>
                  <a:pt x="2188959" y="55761"/>
                </a:lnTo>
                <a:lnTo>
                  <a:pt x="2188865" y="54583"/>
                </a:lnTo>
                <a:lnTo>
                  <a:pt x="2188743" y="53428"/>
                </a:lnTo>
                <a:lnTo>
                  <a:pt x="2188595" y="52294"/>
                </a:lnTo>
                <a:lnTo>
                  <a:pt x="2188420" y="51183"/>
                </a:lnTo>
                <a:lnTo>
                  <a:pt x="2188217" y="50094"/>
                </a:lnTo>
                <a:lnTo>
                  <a:pt x="2187988" y="49026"/>
                </a:lnTo>
                <a:lnTo>
                  <a:pt x="2187732" y="47981"/>
                </a:lnTo>
                <a:lnTo>
                  <a:pt x="2187449" y="46957"/>
                </a:lnTo>
                <a:lnTo>
                  <a:pt x="2187139" y="45956"/>
                </a:lnTo>
                <a:lnTo>
                  <a:pt x="2186802" y="44977"/>
                </a:lnTo>
                <a:lnTo>
                  <a:pt x="2186437" y="44019"/>
                </a:lnTo>
                <a:lnTo>
                  <a:pt x="2186046" y="43084"/>
                </a:lnTo>
                <a:lnTo>
                  <a:pt x="2185628" y="42170"/>
                </a:lnTo>
                <a:lnTo>
                  <a:pt x="2185183" y="41279"/>
                </a:lnTo>
                <a:lnTo>
                  <a:pt x="2184712" y="40410"/>
                </a:lnTo>
                <a:lnTo>
                  <a:pt x="2184213" y="39563"/>
                </a:lnTo>
                <a:lnTo>
                  <a:pt x="2183687" y="38737"/>
                </a:lnTo>
                <a:lnTo>
                  <a:pt x="2183134" y="37934"/>
                </a:lnTo>
                <a:lnTo>
                  <a:pt x="2182554" y="37153"/>
                </a:lnTo>
                <a:lnTo>
                  <a:pt x="2181947" y="36394"/>
                </a:lnTo>
                <a:lnTo>
                  <a:pt x="2181314" y="35656"/>
                </a:lnTo>
                <a:lnTo>
                  <a:pt x="2180657" y="34945"/>
                </a:lnTo>
                <a:lnTo>
                  <a:pt x="2179982" y="34264"/>
                </a:lnTo>
                <a:lnTo>
                  <a:pt x="2179288" y="33613"/>
                </a:lnTo>
                <a:lnTo>
                  <a:pt x="2178576" y="32993"/>
                </a:lnTo>
                <a:lnTo>
                  <a:pt x="2177845" y="32403"/>
                </a:lnTo>
                <a:lnTo>
                  <a:pt x="2177095" y="31843"/>
                </a:lnTo>
                <a:lnTo>
                  <a:pt x="2176326" y="31313"/>
                </a:lnTo>
                <a:lnTo>
                  <a:pt x="2175539" y="30814"/>
                </a:lnTo>
                <a:lnTo>
                  <a:pt x="2174733" y="30344"/>
                </a:lnTo>
                <a:lnTo>
                  <a:pt x="2173908" y="29906"/>
                </a:lnTo>
                <a:lnTo>
                  <a:pt x="2173065" y="29497"/>
                </a:lnTo>
                <a:lnTo>
                  <a:pt x="2172202" y="29119"/>
                </a:lnTo>
                <a:lnTo>
                  <a:pt x="2171322" y="28770"/>
                </a:lnTo>
                <a:lnTo>
                  <a:pt x="2170422" y="28453"/>
                </a:lnTo>
                <a:lnTo>
                  <a:pt x="2169504" y="28165"/>
                </a:lnTo>
                <a:lnTo>
                  <a:pt x="2168567" y="27908"/>
                </a:lnTo>
                <a:lnTo>
                  <a:pt x="2167611" y="27681"/>
                </a:lnTo>
                <a:lnTo>
                  <a:pt x="2166637" y="27484"/>
                </a:lnTo>
                <a:lnTo>
                  <a:pt x="2165644" y="27318"/>
                </a:lnTo>
                <a:lnTo>
                  <a:pt x="2164632" y="27181"/>
                </a:lnTo>
                <a:lnTo>
                  <a:pt x="2163601" y="27075"/>
                </a:lnTo>
                <a:lnTo>
                  <a:pt x="2162552" y="27000"/>
                </a:lnTo>
                <a:lnTo>
                  <a:pt x="2161484" y="26954"/>
                </a:lnTo>
                <a:lnTo>
                  <a:pt x="2160398" y="26939"/>
                </a:lnTo>
                <a:lnTo>
                  <a:pt x="2159520" y="26949"/>
                </a:lnTo>
                <a:lnTo>
                  <a:pt x="2158655" y="26980"/>
                </a:lnTo>
                <a:lnTo>
                  <a:pt x="2157804" y="27031"/>
                </a:lnTo>
                <a:lnTo>
                  <a:pt x="2156966" y="27102"/>
                </a:lnTo>
                <a:lnTo>
                  <a:pt x="2156142" y="27194"/>
                </a:lnTo>
                <a:lnTo>
                  <a:pt x="2155331" y="27306"/>
                </a:lnTo>
                <a:lnTo>
                  <a:pt x="2154534" y="27438"/>
                </a:lnTo>
                <a:lnTo>
                  <a:pt x="2153750" y="27591"/>
                </a:lnTo>
                <a:lnTo>
                  <a:pt x="2152980" y="27764"/>
                </a:lnTo>
                <a:lnTo>
                  <a:pt x="2152223" y="27957"/>
                </a:lnTo>
                <a:lnTo>
                  <a:pt x="2151480" y="28171"/>
                </a:lnTo>
                <a:lnTo>
                  <a:pt x="2150750" y="28405"/>
                </a:lnTo>
                <a:lnTo>
                  <a:pt x="2150034" y="28660"/>
                </a:lnTo>
                <a:lnTo>
                  <a:pt x="2149331" y="28935"/>
                </a:lnTo>
                <a:lnTo>
                  <a:pt x="2148642" y="29230"/>
                </a:lnTo>
                <a:lnTo>
                  <a:pt x="2147966" y="29545"/>
                </a:lnTo>
                <a:lnTo>
                  <a:pt x="2147303" y="29881"/>
                </a:lnTo>
                <a:lnTo>
                  <a:pt x="2146654" y="30238"/>
                </a:lnTo>
                <a:lnTo>
                  <a:pt x="2146019" y="30614"/>
                </a:lnTo>
                <a:lnTo>
                  <a:pt x="2145397" y="31011"/>
                </a:lnTo>
                <a:lnTo>
                  <a:pt x="2144788" y="31429"/>
                </a:lnTo>
                <a:lnTo>
                  <a:pt x="2144193" y="31866"/>
                </a:lnTo>
                <a:lnTo>
                  <a:pt x="2143611" y="32325"/>
                </a:lnTo>
                <a:lnTo>
                  <a:pt x="2143043" y="32803"/>
                </a:lnTo>
                <a:lnTo>
                  <a:pt x="2142494" y="33299"/>
                </a:lnTo>
                <a:lnTo>
                  <a:pt x="2141968" y="33808"/>
                </a:lnTo>
                <a:lnTo>
                  <a:pt x="2141465" y="34331"/>
                </a:lnTo>
                <a:lnTo>
                  <a:pt x="2140986" y="34868"/>
                </a:lnTo>
                <a:lnTo>
                  <a:pt x="2140530" y="35418"/>
                </a:lnTo>
                <a:lnTo>
                  <a:pt x="2140097" y="35982"/>
                </a:lnTo>
                <a:lnTo>
                  <a:pt x="2139688" y="36560"/>
                </a:lnTo>
                <a:lnTo>
                  <a:pt x="2139302" y="37152"/>
                </a:lnTo>
                <a:lnTo>
                  <a:pt x="2138940" y="37758"/>
                </a:lnTo>
                <a:lnTo>
                  <a:pt x="2138601" y="38377"/>
                </a:lnTo>
                <a:lnTo>
                  <a:pt x="2138285" y="39010"/>
                </a:lnTo>
                <a:lnTo>
                  <a:pt x="2137993" y="39657"/>
                </a:lnTo>
                <a:lnTo>
                  <a:pt x="2137724" y="40317"/>
                </a:lnTo>
                <a:lnTo>
                  <a:pt x="2137478" y="40992"/>
                </a:lnTo>
                <a:lnTo>
                  <a:pt x="2137256" y="41680"/>
                </a:lnTo>
                <a:lnTo>
                  <a:pt x="2137057" y="42382"/>
                </a:lnTo>
                <a:lnTo>
                  <a:pt x="2136882" y="43097"/>
                </a:lnTo>
                <a:lnTo>
                  <a:pt x="2136730" y="43827"/>
                </a:lnTo>
                <a:lnTo>
                  <a:pt x="2136601" y="44570"/>
                </a:lnTo>
                <a:lnTo>
                  <a:pt x="2136519" y="45162"/>
                </a:lnTo>
                <a:lnTo>
                  <a:pt x="2136309" y="45162"/>
                </a:lnTo>
                <a:lnTo>
                  <a:pt x="2136628" y="25353"/>
                </a:lnTo>
                <a:lnTo>
                  <a:pt x="2136628" y="0"/>
                </a:lnTo>
                <a:lnTo>
                  <a:pt x="2122364" y="0"/>
                </a:lnTo>
                <a:lnTo>
                  <a:pt x="2122364" y="115681"/>
                </a:lnTo>
                <a:lnTo>
                  <a:pt x="2136628" y="115681"/>
                </a:lnTo>
                <a:lnTo>
                  <a:pt x="2136628" y="99043"/>
                </a:lnTo>
                <a:lnTo>
                  <a:pt x="2136824" y="99043"/>
                </a:lnTo>
                <a:lnTo>
                  <a:pt x="2136910" y="99691"/>
                </a:lnTo>
                <a:lnTo>
                  <a:pt x="2137034" y="100443"/>
                </a:lnTo>
                <a:lnTo>
                  <a:pt x="2137181" y="101180"/>
                </a:lnTo>
                <a:lnTo>
                  <a:pt x="2137350" y="101902"/>
                </a:lnTo>
                <a:lnTo>
                  <a:pt x="2137542" y="102610"/>
                </a:lnTo>
                <a:lnTo>
                  <a:pt x="2137756" y="103304"/>
                </a:lnTo>
                <a:close/>
                <a:moveTo>
                  <a:pt x="2151508" y="104560"/>
                </a:moveTo>
                <a:lnTo>
                  <a:pt x="2150862" y="104434"/>
                </a:lnTo>
                <a:lnTo>
                  <a:pt x="2150229" y="104290"/>
                </a:lnTo>
                <a:lnTo>
                  <a:pt x="2149608" y="104126"/>
                </a:lnTo>
                <a:lnTo>
                  <a:pt x="2148999" y="103943"/>
                </a:lnTo>
                <a:lnTo>
                  <a:pt x="2148402" y="103741"/>
                </a:lnTo>
                <a:lnTo>
                  <a:pt x="2147818" y="103520"/>
                </a:lnTo>
                <a:lnTo>
                  <a:pt x="2147247" y="103279"/>
                </a:lnTo>
                <a:lnTo>
                  <a:pt x="2146688" y="103019"/>
                </a:lnTo>
                <a:lnTo>
                  <a:pt x="2146141" y="102740"/>
                </a:lnTo>
                <a:lnTo>
                  <a:pt x="2145606" y="102441"/>
                </a:lnTo>
                <a:lnTo>
                  <a:pt x="2145084" y="102123"/>
                </a:lnTo>
                <a:lnTo>
                  <a:pt x="2144574" y="101786"/>
                </a:lnTo>
                <a:lnTo>
                  <a:pt x="2144077" y="101430"/>
                </a:lnTo>
                <a:lnTo>
                  <a:pt x="2143592" y="101054"/>
                </a:lnTo>
                <a:lnTo>
                  <a:pt x="2143120" y="100659"/>
                </a:lnTo>
                <a:lnTo>
                  <a:pt x="2142659" y="100245"/>
                </a:lnTo>
                <a:lnTo>
                  <a:pt x="2142212" y="99812"/>
                </a:lnTo>
                <a:lnTo>
                  <a:pt x="2141776" y="99359"/>
                </a:lnTo>
                <a:lnTo>
                  <a:pt x="2141356" y="98890"/>
                </a:lnTo>
                <a:lnTo>
                  <a:pt x="2140954" y="98405"/>
                </a:lnTo>
                <a:lnTo>
                  <a:pt x="2140570" y="97906"/>
                </a:lnTo>
                <a:lnTo>
                  <a:pt x="2140203" y="97392"/>
                </a:lnTo>
                <a:lnTo>
                  <a:pt x="2139855" y="96862"/>
                </a:lnTo>
                <a:lnTo>
                  <a:pt x="2139524" y="96319"/>
                </a:lnTo>
                <a:lnTo>
                  <a:pt x="2139211" y="95760"/>
                </a:lnTo>
                <a:lnTo>
                  <a:pt x="2138916" y="95186"/>
                </a:lnTo>
                <a:lnTo>
                  <a:pt x="2138639" y="94598"/>
                </a:lnTo>
                <a:lnTo>
                  <a:pt x="2138380" y="93994"/>
                </a:lnTo>
                <a:lnTo>
                  <a:pt x="2138139" y="93376"/>
                </a:lnTo>
                <a:lnTo>
                  <a:pt x="2137915" y="92743"/>
                </a:lnTo>
                <a:lnTo>
                  <a:pt x="2137710" y="92095"/>
                </a:lnTo>
                <a:lnTo>
                  <a:pt x="2137522" y="91432"/>
                </a:lnTo>
                <a:lnTo>
                  <a:pt x="2137352" y="90755"/>
                </a:lnTo>
                <a:lnTo>
                  <a:pt x="2137200" y="90062"/>
                </a:lnTo>
                <a:lnTo>
                  <a:pt x="2137066" y="89355"/>
                </a:lnTo>
                <a:lnTo>
                  <a:pt x="2136950" y="88633"/>
                </a:lnTo>
                <a:lnTo>
                  <a:pt x="2136852" y="87896"/>
                </a:lnTo>
                <a:lnTo>
                  <a:pt x="2136771" y="87144"/>
                </a:lnTo>
                <a:lnTo>
                  <a:pt x="2136709" y="86377"/>
                </a:lnTo>
                <a:lnTo>
                  <a:pt x="2136664" y="85596"/>
                </a:lnTo>
                <a:lnTo>
                  <a:pt x="2136637" y="84799"/>
                </a:lnTo>
                <a:lnTo>
                  <a:pt x="2136628" y="83988"/>
                </a:lnTo>
                <a:lnTo>
                  <a:pt x="2136628" y="60216"/>
                </a:lnTo>
                <a:lnTo>
                  <a:pt x="2136637" y="59405"/>
                </a:lnTo>
                <a:lnTo>
                  <a:pt x="2136664" y="58609"/>
                </a:lnTo>
                <a:lnTo>
                  <a:pt x="2136709" y="57827"/>
                </a:lnTo>
                <a:lnTo>
                  <a:pt x="2136771" y="57060"/>
                </a:lnTo>
                <a:lnTo>
                  <a:pt x="2136852" y="56308"/>
                </a:lnTo>
                <a:lnTo>
                  <a:pt x="2136950" y="55572"/>
                </a:lnTo>
                <a:lnTo>
                  <a:pt x="2137066" y="54849"/>
                </a:lnTo>
                <a:lnTo>
                  <a:pt x="2137200" y="54142"/>
                </a:lnTo>
                <a:lnTo>
                  <a:pt x="2137352" y="53450"/>
                </a:lnTo>
                <a:lnTo>
                  <a:pt x="2137522" y="52772"/>
                </a:lnTo>
                <a:lnTo>
                  <a:pt x="2137710" y="52110"/>
                </a:lnTo>
                <a:lnTo>
                  <a:pt x="2137915" y="51462"/>
                </a:lnTo>
                <a:lnTo>
                  <a:pt x="2138139" y="50829"/>
                </a:lnTo>
                <a:lnTo>
                  <a:pt x="2138380" y="50211"/>
                </a:lnTo>
                <a:lnTo>
                  <a:pt x="2138639" y="49608"/>
                </a:lnTo>
                <a:lnTo>
                  <a:pt x="2138916" y="49019"/>
                </a:lnTo>
                <a:lnTo>
                  <a:pt x="2139211" y="48446"/>
                </a:lnTo>
                <a:lnTo>
                  <a:pt x="2139524" y="47887"/>
                </a:lnTo>
                <a:lnTo>
                  <a:pt x="2139855" y="47343"/>
                </a:lnTo>
                <a:lnTo>
                  <a:pt x="2140203" y="46814"/>
                </a:lnTo>
                <a:lnTo>
                  <a:pt x="2140570" y="46300"/>
                </a:lnTo>
                <a:lnTo>
                  <a:pt x="2140954" y="45801"/>
                </a:lnTo>
                <a:lnTo>
                  <a:pt x="2141356" y="45317"/>
                </a:lnTo>
                <a:lnTo>
                  <a:pt x="2141776" y="44847"/>
                </a:lnTo>
                <a:lnTo>
                  <a:pt x="2142212" y="44395"/>
                </a:lnTo>
                <a:lnTo>
                  <a:pt x="2142659" y="43961"/>
                </a:lnTo>
                <a:lnTo>
                  <a:pt x="2143120" y="43547"/>
                </a:lnTo>
                <a:lnTo>
                  <a:pt x="2143592" y="43152"/>
                </a:lnTo>
                <a:lnTo>
                  <a:pt x="2144077" y="42777"/>
                </a:lnTo>
                <a:lnTo>
                  <a:pt x="2144574" y="42420"/>
                </a:lnTo>
                <a:lnTo>
                  <a:pt x="2145084" y="42083"/>
                </a:lnTo>
                <a:lnTo>
                  <a:pt x="2145606" y="41766"/>
                </a:lnTo>
                <a:lnTo>
                  <a:pt x="2146141" y="41467"/>
                </a:lnTo>
                <a:lnTo>
                  <a:pt x="2146688" y="41188"/>
                </a:lnTo>
                <a:lnTo>
                  <a:pt x="2147247" y="40928"/>
                </a:lnTo>
                <a:lnTo>
                  <a:pt x="2147818" y="40687"/>
                </a:lnTo>
                <a:lnTo>
                  <a:pt x="2148402" y="40466"/>
                </a:lnTo>
                <a:lnTo>
                  <a:pt x="2148999" y="40263"/>
                </a:lnTo>
                <a:lnTo>
                  <a:pt x="2149608" y="40080"/>
                </a:lnTo>
                <a:lnTo>
                  <a:pt x="2150229" y="39917"/>
                </a:lnTo>
                <a:lnTo>
                  <a:pt x="2150862" y="39772"/>
                </a:lnTo>
                <a:lnTo>
                  <a:pt x="2151508" y="39647"/>
                </a:lnTo>
                <a:lnTo>
                  <a:pt x="2152166" y="39541"/>
                </a:lnTo>
                <a:lnTo>
                  <a:pt x="2152837" y="39454"/>
                </a:lnTo>
                <a:lnTo>
                  <a:pt x="2153520" y="39387"/>
                </a:lnTo>
                <a:lnTo>
                  <a:pt x="2154216" y="39339"/>
                </a:lnTo>
                <a:lnTo>
                  <a:pt x="2154924" y="39310"/>
                </a:lnTo>
                <a:lnTo>
                  <a:pt x="2155644" y="39300"/>
                </a:lnTo>
                <a:lnTo>
                  <a:pt x="2156389" y="39308"/>
                </a:lnTo>
                <a:lnTo>
                  <a:pt x="2157121" y="39333"/>
                </a:lnTo>
                <a:lnTo>
                  <a:pt x="2157840" y="39373"/>
                </a:lnTo>
                <a:lnTo>
                  <a:pt x="2158544" y="39430"/>
                </a:lnTo>
                <a:lnTo>
                  <a:pt x="2159235" y="39503"/>
                </a:lnTo>
                <a:lnTo>
                  <a:pt x="2159912" y="39592"/>
                </a:lnTo>
                <a:lnTo>
                  <a:pt x="2160575" y="39698"/>
                </a:lnTo>
                <a:lnTo>
                  <a:pt x="2161225" y="39820"/>
                </a:lnTo>
                <a:lnTo>
                  <a:pt x="2161860" y="39958"/>
                </a:lnTo>
                <a:lnTo>
                  <a:pt x="2162482" y="40112"/>
                </a:lnTo>
                <a:lnTo>
                  <a:pt x="2163090" y="40282"/>
                </a:lnTo>
                <a:lnTo>
                  <a:pt x="2163685" y="40469"/>
                </a:lnTo>
                <a:lnTo>
                  <a:pt x="2164266" y="40672"/>
                </a:lnTo>
                <a:lnTo>
                  <a:pt x="2164833" y="40891"/>
                </a:lnTo>
                <a:lnTo>
                  <a:pt x="2165386" y="41126"/>
                </a:lnTo>
                <a:lnTo>
                  <a:pt x="2165925" y="41378"/>
                </a:lnTo>
                <a:lnTo>
                  <a:pt x="2166451" y="41645"/>
                </a:lnTo>
                <a:lnTo>
                  <a:pt x="2166963" y="41929"/>
                </a:lnTo>
                <a:lnTo>
                  <a:pt x="2167461" y="42230"/>
                </a:lnTo>
                <a:lnTo>
                  <a:pt x="2167945" y="42546"/>
                </a:lnTo>
                <a:lnTo>
                  <a:pt x="2168416" y="42879"/>
                </a:lnTo>
                <a:lnTo>
                  <a:pt x="2168873" y="43228"/>
                </a:lnTo>
                <a:lnTo>
                  <a:pt x="2169316" y="43593"/>
                </a:lnTo>
                <a:lnTo>
                  <a:pt x="2169746" y="43974"/>
                </a:lnTo>
                <a:lnTo>
                  <a:pt x="2170160" y="44374"/>
                </a:lnTo>
                <a:lnTo>
                  <a:pt x="2170556" y="44796"/>
                </a:lnTo>
                <a:lnTo>
                  <a:pt x="2170935" y="45238"/>
                </a:lnTo>
                <a:lnTo>
                  <a:pt x="2171296" y="45702"/>
                </a:lnTo>
                <a:lnTo>
                  <a:pt x="2171639" y="46187"/>
                </a:lnTo>
                <a:lnTo>
                  <a:pt x="2171965" y="46693"/>
                </a:lnTo>
                <a:lnTo>
                  <a:pt x="2172273" y="47220"/>
                </a:lnTo>
                <a:lnTo>
                  <a:pt x="2172564" y="47768"/>
                </a:lnTo>
                <a:lnTo>
                  <a:pt x="2172837" y="48338"/>
                </a:lnTo>
                <a:lnTo>
                  <a:pt x="2173092" y="48929"/>
                </a:lnTo>
                <a:lnTo>
                  <a:pt x="2173330" y="49541"/>
                </a:lnTo>
                <a:lnTo>
                  <a:pt x="2173550" y="50174"/>
                </a:lnTo>
                <a:lnTo>
                  <a:pt x="2173753" y="50829"/>
                </a:lnTo>
                <a:lnTo>
                  <a:pt x="2173938" y="51504"/>
                </a:lnTo>
                <a:lnTo>
                  <a:pt x="2174105" y="52201"/>
                </a:lnTo>
                <a:lnTo>
                  <a:pt x="2174255" y="52919"/>
                </a:lnTo>
                <a:lnTo>
                  <a:pt x="2174387" y="53658"/>
                </a:lnTo>
                <a:lnTo>
                  <a:pt x="2174502" y="54418"/>
                </a:lnTo>
                <a:lnTo>
                  <a:pt x="2174599" y="55200"/>
                </a:lnTo>
                <a:lnTo>
                  <a:pt x="2174678" y="56003"/>
                </a:lnTo>
                <a:lnTo>
                  <a:pt x="2174739" y="56827"/>
                </a:lnTo>
                <a:lnTo>
                  <a:pt x="2174784" y="57672"/>
                </a:lnTo>
                <a:lnTo>
                  <a:pt x="2174810" y="58538"/>
                </a:lnTo>
                <a:lnTo>
                  <a:pt x="2174819" y="59426"/>
                </a:lnTo>
                <a:lnTo>
                  <a:pt x="2174819" y="84779"/>
                </a:lnTo>
                <a:lnTo>
                  <a:pt x="2174810" y="85653"/>
                </a:lnTo>
                <a:lnTo>
                  <a:pt x="2174784" y="86508"/>
                </a:lnTo>
                <a:lnTo>
                  <a:pt x="2174739" y="87341"/>
                </a:lnTo>
                <a:lnTo>
                  <a:pt x="2174678" y="88155"/>
                </a:lnTo>
                <a:lnTo>
                  <a:pt x="2174599" y="88948"/>
                </a:lnTo>
                <a:lnTo>
                  <a:pt x="2174502" y="89721"/>
                </a:lnTo>
                <a:lnTo>
                  <a:pt x="2174387" y="90474"/>
                </a:lnTo>
                <a:lnTo>
                  <a:pt x="2174255" y="91206"/>
                </a:lnTo>
                <a:lnTo>
                  <a:pt x="2174105" y="91918"/>
                </a:lnTo>
                <a:lnTo>
                  <a:pt x="2173938" y="92609"/>
                </a:lnTo>
                <a:lnTo>
                  <a:pt x="2173753" y="93280"/>
                </a:lnTo>
                <a:lnTo>
                  <a:pt x="2173550" y="93931"/>
                </a:lnTo>
                <a:lnTo>
                  <a:pt x="2173330" y="94561"/>
                </a:lnTo>
                <a:lnTo>
                  <a:pt x="2173092" y="95171"/>
                </a:lnTo>
                <a:lnTo>
                  <a:pt x="2172837" y="95761"/>
                </a:lnTo>
                <a:lnTo>
                  <a:pt x="2172564" y="96330"/>
                </a:lnTo>
                <a:lnTo>
                  <a:pt x="2172273" y="96879"/>
                </a:lnTo>
                <a:lnTo>
                  <a:pt x="2171965" y="97408"/>
                </a:lnTo>
                <a:lnTo>
                  <a:pt x="2171639" y="97916"/>
                </a:lnTo>
                <a:lnTo>
                  <a:pt x="2171296" y="98404"/>
                </a:lnTo>
                <a:lnTo>
                  <a:pt x="2170935" y="98872"/>
                </a:lnTo>
                <a:lnTo>
                  <a:pt x="2170556" y="99319"/>
                </a:lnTo>
                <a:lnTo>
                  <a:pt x="2170160" y="99746"/>
                </a:lnTo>
                <a:lnTo>
                  <a:pt x="2169746" y="100152"/>
                </a:lnTo>
                <a:lnTo>
                  <a:pt x="2169316" y="100540"/>
                </a:lnTo>
                <a:lnTo>
                  <a:pt x="2168873" y="100912"/>
                </a:lnTo>
                <a:lnTo>
                  <a:pt x="2168416" y="101267"/>
                </a:lnTo>
                <a:lnTo>
                  <a:pt x="2167945" y="101605"/>
                </a:lnTo>
                <a:lnTo>
                  <a:pt x="2167461" y="101927"/>
                </a:lnTo>
                <a:lnTo>
                  <a:pt x="2166963" y="102232"/>
                </a:lnTo>
                <a:lnTo>
                  <a:pt x="2166451" y="102521"/>
                </a:lnTo>
                <a:lnTo>
                  <a:pt x="2165925" y="102794"/>
                </a:lnTo>
                <a:lnTo>
                  <a:pt x="2165386" y="103049"/>
                </a:lnTo>
                <a:lnTo>
                  <a:pt x="2164833" y="103289"/>
                </a:lnTo>
                <a:lnTo>
                  <a:pt x="2164266" y="103512"/>
                </a:lnTo>
                <a:lnTo>
                  <a:pt x="2163685" y="103718"/>
                </a:lnTo>
                <a:lnTo>
                  <a:pt x="2163090" y="103908"/>
                </a:lnTo>
                <a:lnTo>
                  <a:pt x="2162482" y="104081"/>
                </a:lnTo>
                <a:lnTo>
                  <a:pt x="2161860" y="104238"/>
                </a:lnTo>
                <a:lnTo>
                  <a:pt x="2161225" y="104378"/>
                </a:lnTo>
                <a:lnTo>
                  <a:pt x="2160575" y="104502"/>
                </a:lnTo>
                <a:lnTo>
                  <a:pt x="2159912" y="104609"/>
                </a:lnTo>
                <a:lnTo>
                  <a:pt x="2159235" y="104700"/>
                </a:lnTo>
                <a:lnTo>
                  <a:pt x="2158544" y="104774"/>
                </a:lnTo>
                <a:lnTo>
                  <a:pt x="2157840" y="104832"/>
                </a:lnTo>
                <a:lnTo>
                  <a:pt x="2157121" y="104873"/>
                </a:lnTo>
                <a:lnTo>
                  <a:pt x="2156389" y="104898"/>
                </a:lnTo>
                <a:lnTo>
                  <a:pt x="2155644" y="104906"/>
                </a:lnTo>
                <a:lnTo>
                  <a:pt x="2154924" y="104897"/>
                </a:lnTo>
                <a:lnTo>
                  <a:pt x="2154216" y="104868"/>
                </a:lnTo>
                <a:lnTo>
                  <a:pt x="2153520" y="104820"/>
                </a:lnTo>
                <a:lnTo>
                  <a:pt x="2152837" y="104752"/>
                </a:lnTo>
                <a:lnTo>
                  <a:pt x="2152166" y="104666"/>
                </a:lnTo>
                <a:lnTo>
                  <a:pt x="2151508" y="104560"/>
                </a:lnTo>
                <a:close/>
                <a:moveTo>
                  <a:pt x="1974420" y="102643"/>
                </a:moveTo>
                <a:lnTo>
                  <a:pt x="1974084" y="102610"/>
                </a:lnTo>
                <a:lnTo>
                  <a:pt x="1973754" y="102566"/>
                </a:lnTo>
                <a:lnTo>
                  <a:pt x="1973429" y="102513"/>
                </a:lnTo>
                <a:lnTo>
                  <a:pt x="1973110" y="102451"/>
                </a:lnTo>
                <a:lnTo>
                  <a:pt x="1972797" y="102378"/>
                </a:lnTo>
                <a:lnTo>
                  <a:pt x="1972489" y="102297"/>
                </a:lnTo>
                <a:lnTo>
                  <a:pt x="1972188" y="102205"/>
                </a:lnTo>
                <a:lnTo>
                  <a:pt x="1971892" y="102104"/>
                </a:lnTo>
                <a:lnTo>
                  <a:pt x="1971602" y="101993"/>
                </a:lnTo>
                <a:lnTo>
                  <a:pt x="1971317" y="101873"/>
                </a:lnTo>
                <a:lnTo>
                  <a:pt x="1971039" y="101743"/>
                </a:lnTo>
                <a:lnTo>
                  <a:pt x="1970766" y="101603"/>
                </a:lnTo>
                <a:lnTo>
                  <a:pt x="1970499" y="101454"/>
                </a:lnTo>
                <a:lnTo>
                  <a:pt x="1970237" y="101295"/>
                </a:lnTo>
                <a:lnTo>
                  <a:pt x="1969982" y="101127"/>
                </a:lnTo>
                <a:lnTo>
                  <a:pt x="1969732" y="100948"/>
                </a:lnTo>
                <a:lnTo>
                  <a:pt x="1969488" y="100761"/>
                </a:lnTo>
                <a:lnTo>
                  <a:pt x="1969250" y="100563"/>
                </a:lnTo>
                <a:lnTo>
                  <a:pt x="1969018" y="100356"/>
                </a:lnTo>
                <a:lnTo>
                  <a:pt x="1968791" y="100139"/>
                </a:lnTo>
                <a:lnTo>
                  <a:pt x="1968570" y="99913"/>
                </a:lnTo>
                <a:lnTo>
                  <a:pt x="1968357" y="99679"/>
                </a:lnTo>
                <a:lnTo>
                  <a:pt x="1968152" y="99439"/>
                </a:lnTo>
                <a:lnTo>
                  <a:pt x="1967957" y="99194"/>
                </a:lnTo>
                <a:lnTo>
                  <a:pt x="1967771" y="98942"/>
                </a:lnTo>
                <a:lnTo>
                  <a:pt x="1967594" y="98685"/>
                </a:lnTo>
                <a:lnTo>
                  <a:pt x="1967426" y="98422"/>
                </a:lnTo>
                <a:lnTo>
                  <a:pt x="1967268" y="98154"/>
                </a:lnTo>
                <a:lnTo>
                  <a:pt x="1967118" y="97879"/>
                </a:lnTo>
                <a:lnTo>
                  <a:pt x="1966977" y="97599"/>
                </a:lnTo>
                <a:lnTo>
                  <a:pt x="1966845" y="97313"/>
                </a:lnTo>
                <a:lnTo>
                  <a:pt x="1966723" y="97021"/>
                </a:lnTo>
                <a:lnTo>
                  <a:pt x="1966610" y="96724"/>
                </a:lnTo>
                <a:lnTo>
                  <a:pt x="1966505" y="96420"/>
                </a:lnTo>
                <a:lnTo>
                  <a:pt x="1966410" y="96111"/>
                </a:lnTo>
                <a:lnTo>
                  <a:pt x="1966324" y="95796"/>
                </a:lnTo>
                <a:lnTo>
                  <a:pt x="1966246" y="95476"/>
                </a:lnTo>
                <a:lnTo>
                  <a:pt x="1966178" y="95149"/>
                </a:lnTo>
                <a:lnTo>
                  <a:pt x="1966119" y="94817"/>
                </a:lnTo>
                <a:lnTo>
                  <a:pt x="1966069" y="94479"/>
                </a:lnTo>
                <a:lnTo>
                  <a:pt x="1966029" y="94135"/>
                </a:lnTo>
                <a:lnTo>
                  <a:pt x="1965997" y="93786"/>
                </a:lnTo>
                <a:lnTo>
                  <a:pt x="1965974" y="93430"/>
                </a:lnTo>
                <a:lnTo>
                  <a:pt x="1965961" y="93069"/>
                </a:lnTo>
                <a:lnTo>
                  <a:pt x="1965956" y="92703"/>
                </a:lnTo>
                <a:lnTo>
                  <a:pt x="1965956" y="41518"/>
                </a:lnTo>
                <a:lnTo>
                  <a:pt x="2001612" y="41518"/>
                </a:lnTo>
                <a:lnTo>
                  <a:pt x="2001612" y="28523"/>
                </a:lnTo>
                <a:lnTo>
                  <a:pt x="1965956" y="28523"/>
                </a:lnTo>
                <a:lnTo>
                  <a:pt x="1965956" y="3961"/>
                </a:lnTo>
                <a:lnTo>
                  <a:pt x="1951694" y="3961"/>
                </a:lnTo>
                <a:lnTo>
                  <a:pt x="1951694" y="28523"/>
                </a:lnTo>
                <a:lnTo>
                  <a:pt x="1926656" y="28523"/>
                </a:lnTo>
                <a:lnTo>
                  <a:pt x="1926656" y="41518"/>
                </a:lnTo>
                <a:lnTo>
                  <a:pt x="1951694" y="41518"/>
                </a:lnTo>
                <a:lnTo>
                  <a:pt x="1951694" y="92703"/>
                </a:lnTo>
                <a:lnTo>
                  <a:pt x="1951706" y="93567"/>
                </a:lnTo>
                <a:lnTo>
                  <a:pt x="1951740" y="94417"/>
                </a:lnTo>
                <a:lnTo>
                  <a:pt x="1951796" y="95252"/>
                </a:lnTo>
                <a:lnTo>
                  <a:pt x="1951875" y="96073"/>
                </a:lnTo>
                <a:lnTo>
                  <a:pt x="1951976" y="96879"/>
                </a:lnTo>
                <a:lnTo>
                  <a:pt x="1952101" y="97670"/>
                </a:lnTo>
                <a:lnTo>
                  <a:pt x="1952247" y="98447"/>
                </a:lnTo>
                <a:lnTo>
                  <a:pt x="1952416" y="99209"/>
                </a:lnTo>
                <a:lnTo>
                  <a:pt x="1952608" y="99957"/>
                </a:lnTo>
                <a:lnTo>
                  <a:pt x="1952822" y="100690"/>
                </a:lnTo>
                <a:lnTo>
                  <a:pt x="1953059" y="101409"/>
                </a:lnTo>
                <a:lnTo>
                  <a:pt x="1953319" y="102113"/>
                </a:lnTo>
                <a:lnTo>
                  <a:pt x="1953601" y="102802"/>
                </a:lnTo>
                <a:lnTo>
                  <a:pt x="1953905" y="103477"/>
                </a:lnTo>
                <a:lnTo>
                  <a:pt x="1954232" y="104137"/>
                </a:lnTo>
                <a:lnTo>
                  <a:pt x="1954582" y="104783"/>
                </a:lnTo>
                <a:lnTo>
                  <a:pt x="1954954" y="105414"/>
                </a:lnTo>
                <a:lnTo>
                  <a:pt x="1955349" y="106031"/>
                </a:lnTo>
                <a:lnTo>
                  <a:pt x="1955767" y="106632"/>
                </a:lnTo>
                <a:lnTo>
                  <a:pt x="1956206" y="107220"/>
                </a:lnTo>
                <a:lnTo>
                  <a:pt x="1956669" y="107793"/>
                </a:lnTo>
                <a:lnTo>
                  <a:pt x="1957154" y="108351"/>
                </a:lnTo>
                <a:lnTo>
                  <a:pt x="1957662" y="108894"/>
                </a:lnTo>
                <a:lnTo>
                  <a:pt x="1958192" y="109423"/>
                </a:lnTo>
                <a:lnTo>
                  <a:pt x="1958741" y="109934"/>
                </a:lnTo>
                <a:lnTo>
                  <a:pt x="1959304" y="110423"/>
                </a:lnTo>
                <a:lnTo>
                  <a:pt x="1959883" y="110890"/>
                </a:lnTo>
                <a:lnTo>
                  <a:pt x="1960476" y="111335"/>
                </a:lnTo>
                <a:lnTo>
                  <a:pt x="1961085" y="111759"/>
                </a:lnTo>
                <a:lnTo>
                  <a:pt x="1961708" y="112161"/>
                </a:lnTo>
                <a:lnTo>
                  <a:pt x="1962346" y="112541"/>
                </a:lnTo>
                <a:lnTo>
                  <a:pt x="1962999" y="112900"/>
                </a:lnTo>
                <a:lnTo>
                  <a:pt x="1963666" y="113237"/>
                </a:lnTo>
                <a:lnTo>
                  <a:pt x="1964349" y="113552"/>
                </a:lnTo>
                <a:lnTo>
                  <a:pt x="1965046" y="113845"/>
                </a:lnTo>
                <a:lnTo>
                  <a:pt x="1965758" y="114117"/>
                </a:lnTo>
                <a:lnTo>
                  <a:pt x="1966485" y="114367"/>
                </a:lnTo>
                <a:lnTo>
                  <a:pt x="1967227" y="114595"/>
                </a:lnTo>
                <a:lnTo>
                  <a:pt x="1967984" y="114801"/>
                </a:lnTo>
                <a:lnTo>
                  <a:pt x="1968756" y="114986"/>
                </a:lnTo>
                <a:lnTo>
                  <a:pt x="1969542" y="115149"/>
                </a:lnTo>
                <a:lnTo>
                  <a:pt x="1970344" y="115290"/>
                </a:lnTo>
                <a:lnTo>
                  <a:pt x="1971160" y="115409"/>
                </a:lnTo>
                <a:lnTo>
                  <a:pt x="1971991" y="115507"/>
                </a:lnTo>
                <a:lnTo>
                  <a:pt x="1972837" y="115583"/>
                </a:lnTo>
                <a:lnTo>
                  <a:pt x="1973698" y="115638"/>
                </a:lnTo>
                <a:lnTo>
                  <a:pt x="1974573" y="115670"/>
                </a:lnTo>
                <a:lnTo>
                  <a:pt x="1975464" y="115681"/>
                </a:lnTo>
                <a:lnTo>
                  <a:pt x="2000819" y="115681"/>
                </a:lnTo>
                <a:lnTo>
                  <a:pt x="2000819" y="102687"/>
                </a:lnTo>
                <a:lnTo>
                  <a:pt x="1975464" y="102687"/>
                </a:lnTo>
                <a:lnTo>
                  <a:pt x="1975110" y="102682"/>
                </a:lnTo>
                <a:lnTo>
                  <a:pt x="1974762" y="102667"/>
                </a:lnTo>
                <a:lnTo>
                  <a:pt x="1974420" y="102643"/>
                </a:lnTo>
                <a:close/>
                <a:moveTo>
                  <a:pt x="2350803" y="116656"/>
                </a:moveTo>
                <a:lnTo>
                  <a:pt x="2351892" y="116527"/>
                </a:lnTo>
                <a:lnTo>
                  <a:pt x="2352959" y="116375"/>
                </a:lnTo>
                <a:lnTo>
                  <a:pt x="2354002" y="116200"/>
                </a:lnTo>
                <a:lnTo>
                  <a:pt x="2355023" y="116001"/>
                </a:lnTo>
                <a:lnTo>
                  <a:pt x="2356021" y="115779"/>
                </a:lnTo>
                <a:lnTo>
                  <a:pt x="2356996" y="115533"/>
                </a:lnTo>
                <a:lnTo>
                  <a:pt x="2357948" y="115265"/>
                </a:lnTo>
                <a:lnTo>
                  <a:pt x="2358878" y="114972"/>
                </a:lnTo>
                <a:lnTo>
                  <a:pt x="2359784" y="114657"/>
                </a:lnTo>
                <a:lnTo>
                  <a:pt x="2360668" y="114318"/>
                </a:lnTo>
                <a:lnTo>
                  <a:pt x="2361529" y="113955"/>
                </a:lnTo>
                <a:lnTo>
                  <a:pt x="2362367" y="113569"/>
                </a:lnTo>
                <a:lnTo>
                  <a:pt x="2363182" y="113160"/>
                </a:lnTo>
                <a:lnTo>
                  <a:pt x="2363974" y="112728"/>
                </a:lnTo>
                <a:lnTo>
                  <a:pt x="2364744" y="112272"/>
                </a:lnTo>
                <a:lnTo>
                  <a:pt x="2365491" y="111792"/>
                </a:lnTo>
                <a:lnTo>
                  <a:pt x="2366215" y="111290"/>
                </a:lnTo>
                <a:lnTo>
                  <a:pt x="2366916" y="110763"/>
                </a:lnTo>
                <a:lnTo>
                  <a:pt x="2367594" y="110214"/>
                </a:lnTo>
                <a:lnTo>
                  <a:pt x="2368247" y="109643"/>
                </a:lnTo>
                <a:lnTo>
                  <a:pt x="2368872" y="109054"/>
                </a:lnTo>
                <a:lnTo>
                  <a:pt x="2369470" y="108445"/>
                </a:lnTo>
                <a:lnTo>
                  <a:pt x="2370039" y="107817"/>
                </a:lnTo>
                <a:lnTo>
                  <a:pt x="2370581" y="107171"/>
                </a:lnTo>
                <a:lnTo>
                  <a:pt x="2371095" y="106505"/>
                </a:lnTo>
                <a:lnTo>
                  <a:pt x="2371582" y="105820"/>
                </a:lnTo>
                <a:lnTo>
                  <a:pt x="2372040" y="105117"/>
                </a:lnTo>
                <a:lnTo>
                  <a:pt x="2372471" y="104394"/>
                </a:lnTo>
                <a:lnTo>
                  <a:pt x="2372874" y="103652"/>
                </a:lnTo>
                <a:lnTo>
                  <a:pt x="2373249" y="102892"/>
                </a:lnTo>
                <a:lnTo>
                  <a:pt x="2373597" y="102112"/>
                </a:lnTo>
                <a:lnTo>
                  <a:pt x="2373916" y="101314"/>
                </a:lnTo>
                <a:lnTo>
                  <a:pt x="2374208" y="100496"/>
                </a:lnTo>
                <a:lnTo>
                  <a:pt x="2374472" y="99660"/>
                </a:lnTo>
                <a:lnTo>
                  <a:pt x="2374708" y="98804"/>
                </a:lnTo>
                <a:lnTo>
                  <a:pt x="2374917" y="97929"/>
                </a:lnTo>
                <a:lnTo>
                  <a:pt x="2375097" y="97036"/>
                </a:lnTo>
                <a:lnTo>
                  <a:pt x="2375250" y="96123"/>
                </a:lnTo>
                <a:lnTo>
                  <a:pt x="2375375" y="95192"/>
                </a:lnTo>
                <a:lnTo>
                  <a:pt x="2375472" y="94241"/>
                </a:lnTo>
                <a:lnTo>
                  <a:pt x="2375542" y="93272"/>
                </a:lnTo>
                <a:lnTo>
                  <a:pt x="2375584" y="92283"/>
                </a:lnTo>
                <a:lnTo>
                  <a:pt x="2375597" y="91276"/>
                </a:lnTo>
                <a:lnTo>
                  <a:pt x="2375588" y="90334"/>
                </a:lnTo>
                <a:lnTo>
                  <a:pt x="2375559" y="89409"/>
                </a:lnTo>
                <a:lnTo>
                  <a:pt x="2375511" y="88501"/>
                </a:lnTo>
                <a:lnTo>
                  <a:pt x="2375443" y="87610"/>
                </a:lnTo>
                <a:lnTo>
                  <a:pt x="2375357" y="86736"/>
                </a:lnTo>
                <a:lnTo>
                  <a:pt x="2375251" y="85879"/>
                </a:lnTo>
                <a:lnTo>
                  <a:pt x="2375126" y="85039"/>
                </a:lnTo>
                <a:lnTo>
                  <a:pt x="2374981" y="84216"/>
                </a:lnTo>
                <a:lnTo>
                  <a:pt x="2374817" y="83410"/>
                </a:lnTo>
                <a:lnTo>
                  <a:pt x="2374634" y="82622"/>
                </a:lnTo>
                <a:lnTo>
                  <a:pt x="2374432" y="81850"/>
                </a:lnTo>
                <a:lnTo>
                  <a:pt x="2374211" y="81095"/>
                </a:lnTo>
                <a:lnTo>
                  <a:pt x="2373970" y="80358"/>
                </a:lnTo>
                <a:lnTo>
                  <a:pt x="2373710" y="79637"/>
                </a:lnTo>
                <a:lnTo>
                  <a:pt x="2373431" y="78934"/>
                </a:lnTo>
                <a:lnTo>
                  <a:pt x="2373132" y="78248"/>
                </a:lnTo>
                <a:lnTo>
                  <a:pt x="2372814" y="77578"/>
                </a:lnTo>
                <a:lnTo>
                  <a:pt x="2372477" y="76926"/>
                </a:lnTo>
                <a:lnTo>
                  <a:pt x="2372121" y="76291"/>
                </a:lnTo>
                <a:lnTo>
                  <a:pt x="2371745" y="75673"/>
                </a:lnTo>
                <a:lnTo>
                  <a:pt x="2371351" y="75071"/>
                </a:lnTo>
                <a:lnTo>
                  <a:pt x="2370937" y="74487"/>
                </a:lnTo>
                <a:lnTo>
                  <a:pt x="2370503" y="73920"/>
                </a:lnTo>
                <a:lnTo>
                  <a:pt x="2370051" y="73370"/>
                </a:lnTo>
                <a:lnTo>
                  <a:pt x="2369579" y="72837"/>
                </a:lnTo>
                <a:lnTo>
                  <a:pt x="2369088" y="72322"/>
                </a:lnTo>
                <a:lnTo>
                  <a:pt x="2368578" y="71823"/>
                </a:lnTo>
                <a:lnTo>
                  <a:pt x="2368048" y="71341"/>
                </a:lnTo>
                <a:lnTo>
                  <a:pt x="2367499" y="70876"/>
                </a:lnTo>
                <a:lnTo>
                  <a:pt x="2366931" y="70429"/>
                </a:lnTo>
                <a:lnTo>
                  <a:pt x="2366344" y="69998"/>
                </a:lnTo>
                <a:lnTo>
                  <a:pt x="2365738" y="69585"/>
                </a:lnTo>
                <a:lnTo>
                  <a:pt x="2365112" y="69188"/>
                </a:lnTo>
                <a:lnTo>
                  <a:pt x="2364467" y="68809"/>
                </a:lnTo>
                <a:lnTo>
                  <a:pt x="2363802" y="68447"/>
                </a:lnTo>
                <a:lnTo>
                  <a:pt x="2363119" y="68101"/>
                </a:lnTo>
                <a:lnTo>
                  <a:pt x="2362416" y="67773"/>
                </a:lnTo>
                <a:lnTo>
                  <a:pt x="2361694" y="67462"/>
                </a:lnTo>
                <a:lnTo>
                  <a:pt x="2360952" y="67168"/>
                </a:lnTo>
                <a:lnTo>
                  <a:pt x="2360191" y="66891"/>
                </a:lnTo>
                <a:lnTo>
                  <a:pt x="2359411" y="66631"/>
                </a:lnTo>
                <a:lnTo>
                  <a:pt x="2358612" y="66388"/>
                </a:lnTo>
                <a:lnTo>
                  <a:pt x="2357794" y="66162"/>
                </a:lnTo>
                <a:lnTo>
                  <a:pt x="2356956" y="65954"/>
                </a:lnTo>
                <a:lnTo>
                  <a:pt x="2356099" y="65762"/>
                </a:lnTo>
                <a:lnTo>
                  <a:pt x="2355222" y="65587"/>
                </a:lnTo>
                <a:lnTo>
                  <a:pt x="2354327" y="65430"/>
                </a:lnTo>
                <a:lnTo>
                  <a:pt x="2353412" y="65289"/>
                </a:lnTo>
                <a:lnTo>
                  <a:pt x="2330910" y="62119"/>
                </a:lnTo>
                <a:lnTo>
                  <a:pt x="2330570" y="62063"/>
                </a:lnTo>
                <a:lnTo>
                  <a:pt x="2330237" y="61999"/>
                </a:lnTo>
                <a:lnTo>
                  <a:pt x="2329911" y="61929"/>
                </a:lnTo>
                <a:lnTo>
                  <a:pt x="2329591" y="61851"/>
                </a:lnTo>
                <a:lnTo>
                  <a:pt x="2329279" y="61766"/>
                </a:lnTo>
                <a:lnTo>
                  <a:pt x="2328973" y="61674"/>
                </a:lnTo>
                <a:lnTo>
                  <a:pt x="2328675" y="61574"/>
                </a:lnTo>
                <a:lnTo>
                  <a:pt x="2328383" y="61468"/>
                </a:lnTo>
                <a:lnTo>
                  <a:pt x="2328098" y="61354"/>
                </a:lnTo>
                <a:lnTo>
                  <a:pt x="2327820" y="61234"/>
                </a:lnTo>
                <a:lnTo>
                  <a:pt x="2327549" y="61106"/>
                </a:lnTo>
                <a:lnTo>
                  <a:pt x="2327285" y="60971"/>
                </a:lnTo>
                <a:lnTo>
                  <a:pt x="2327027" y="60828"/>
                </a:lnTo>
                <a:lnTo>
                  <a:pt x="2326777" y="60679"/>
                </a:lnTo>
                <a:lnTo>
                  <a:pt x="2326533" y="60523"/>
                </a:lnTo>
                <a:lnTo>
                  <a:pt x="2326296" y="60359"/>
                </a:lnTo>
                <a:lnTo>
                  <a:pt x="2326066" y="60188"/>
                </a:lnTo>
                <a:lnTo>
                  <a:pt x="2325843" y="60010"/>
                </a:lnTo>
                <a:lnTo>
                  <a:pt x="2325627" y="59825"/>
                </a:lnTo>
                <a:lnTo>
                  <a:pt x="2325418" y="59633"/>
                </a:lnTo>
                <a:lnTo>
                  <a:pt x="2325215" y="59433"/>
                </a:lnTo>
                <a:lnTo>
                  <a:pt x="2325020" y="59227"/>
                </a:lnTo>
                <a:lnTo>
                  <a:pt x="2324831" y="59013"/>
                </a:lnTo>
                <a:lnTo>
                  <a:pt x="2324650" y="58792"/>
                </a:lnTo>
                <a:lnTo>
                  <a:pt x="2324475" y="58564"/>
                </a:lnTo>
                <a:lnTo>
                  <a:pt x="2324308" y="58331"/>
                </a:lnTo>
                <a:lnTo>
                  <a:pt x="2324148" y="58091"/>
                </a:lnTo>
                <a:lnTo>
                  <a:pt x="2323996" y="57845"/>
                </a:lnTo>
                <a:lnTo>
                  <a:pt x="2323851" y="57593"/>
                </a:lnTo>
                <a:lnTo>
                  <a:pt x="2323713" y="57335"/>
                </a:lnTo>
                <a:lnTo>
                  <a:pt x="2323583" y="57071"/>
                </a:lnTo>
                <a:lnTo>
                  <a:pt x="2323461" y="56801"/>
                </a:lnTo>
                <a:lnTo>
                  <a:pt x="2323346" y="56525"/>
                </a:lnTo>
                <a:lnTo>
                  <a:pt x="2323238" y="56243"/>
                </a:lnTo>
                <a:lnTo>
                  <a:pt x="2323137" y="55955"/>
                </a:lnTo>
                <a:lnTo>
                  <a:pt x="2323045" y="55661"/>
                </a:lnTo>
                <a:lnTo>
                  <a:pt x="2322959" y="55360"/>
                </a:lnTo>
                <a:lnTo>
                  <a:pt x="2322881" y="55054"/>
                </a:lnTo>
                <a:lnTo>
                  <a:pt x="2322811" y="54742"/>
                </a:lnTo>
                <a:lnTo>
                  <a:pt x="2322747" y="54423"/>
                </a:lnTo>
                <a:lnTo>
                  <a:pt x="2322692" y="54099"/>
                </a:lnTo>
                <a:lnTo>
                  <a:pt x="2322643" y="53769"/>
                </a:lnTo>
                <a:lnTo>
                  <a:pt x="2322602" y="53432"/>
                </a:lnTo>
                <a:lnTo>
                  <a:pt x="2322569" y="53090"/>
                </a:lnTo>
                <a:lnTo>
                  <a:pt x="2322543" y="52741"/>
                </a:lnTo>
                <a:lnTo>
                  <a:pt x="2322524" y="52386"/>
                </a:lnTo>
                <a:lnTo>
                  <a:pt x="2322513" y="52026"/>
                </a:lnTo>
                <a:lnTo>
                  <a:pt x="2322510" y="51659"/>
                </a:lnTo>
                <a:lnTo>
                  <a:pt x="2322517" y="51188"/>
                </a:lnTo>
                <a:lnTo>
                  <a:pt x="2322538" y="50725"/>
                </a:lnTo>
                <a:lnTo>
                  <a:pt x="2322574" y="50270"/>
                </a:lnTo>
                <a:lnTo>
                  <a:pt x="2322624" y="49823"/>
                </a:lnTo>
                <a:lnTo>
                  <a:pt x="2322688" y="49385"/>
                </a:lnTo>
                <a:lnTo>
                  <a:pt x="2322767" y="48955"/>
                </a:lnTo>
                <a:lnTo>
                  <a:pt x="2322860" y="48534"/>
                </a:lnTo>
                <a:lnTo>
                  <a:pt x="2322967" y="48120"/>
                </a:lnTo>
                <a:lnTo>
                  <a:pt x="2323089" y="47715"/>
                </a:lnTo>
                <a:lnTo>
                  <a:pt x="2323225" y="47318"/>
                </a:lnTo>
                <a:lnTo>
                  <a:pt x="2323375" y="46929"/>
                </a:lnTo>
                <a:lnTo>
                  <a:pt x="2323540" y="46549"/>
                </a:lnTo>
                <a:lnTo>
                  <a:pt x="2323719" y="46177"/>
                </a:lnTo>
                <a:lnTo>
                  <a:pt x="2323912" y="45813"/>
                </a:lnTo>
                <a:lnTo>
                  <a:pt x="2324119" y="45457"/>
                </a:lnTo>
                <a:lnTo>
                  <a:pt x="2324341" y="45110"/>
                </a:lnTo>
                <a:lnTo>
                  <a:pt x="2324577" y="44771"/>
                </a:lnTo>
                <a:lnTo>
                  <a:pt x="2324827" y="44440"/>
                </a:lnTo>
                <a:lnTo>
                  <a:pt x="2325092" y="44117"/>
                </a:lnTo>
                <a:lnTo>
                  <a:pt x="2325371" y="43803"/>
                </a:lnTo>
                <a:lnTo>
                  <a:pt x="2325664" y="43496"/>
                </a:lnTo>
                <a:lnTo>
                  <a:pt x="2325972" y="43199"/>
                </a:lnTo>
                <a:lnTo>
                  <a:pt x="2326294" y="42909"/>
                </a:lnTo>
                <a:lnTo>
                  <a:pt x="2326630" y="42627"/>
                </a:lnTo>
                <a:lnTo>
                  <a:pt x="2326979" y="42356"/>
                </a:lnTo>
                <a:lnTo>
                  <a:pt x="2327339" y="42096"/>
                </a:lnTo>
                <a:lnTo>
                  <a:pt x="2327710" y="41848"/>
                </a:lnTo>
                <a:lnTo>
                  <a:pt x="2328091" y="41611"/>
                </a:lnTo>
                <a:lnTo>
                  <a:pt x="2328484" y="41386"/>
                </a:lnTo>
                <a:lnTo>
                  <a:pt x="2328888" y="41172"/>
                </a:lnTo>
                <a:lnTo>
                  <a:pt x="2329303" y="40970"/>
                </a:lnTo>
                <a:lnTo>
                  <a:pt x="2329729" y="40779"/>
                </a:lnTo>
                <a:lnTo>
                  <a:pt x="2330166" y="40600"/>
                </a:lnTo>
                <a:lnTo>
                  <a:pt x="2330614" y="40432"/>
                </a:lnTo>
                <a:lnTo>
                  <a:pt x="2331073" y="40276"/>
                </a:lnTo>
                <a:lnTo>
                  <a:pt x="2331543" y="40132"/>
                </a:lnTo>
                <a:lnTo>
                  <a:pt x="2332024" y="39999"/>
                </a:lnTo>
                <a:lnTo>
                  <a:pt x="2332516" y="39878"/>
                </a:lnTo>
                <a:lnTo>
                  <a:pt x="2333019" y="39768"/>
                </a:lnTo>
                <a:lnTo>
                  <a:pt x="2333533" y="39670"/>
                </a:lnTo>
                <a:lnTo>
                  <a:pt x="2334058" y="39583"/>
                </a:lnTo>
                <a:lnTo>
                  <a:pt x="2334594" y="39508"/>
                </a:lnTo>
                <a:lnTo>
                  <a:pt x="2335141" y="39445"/>
                </a:lnTo>
                <a:lnTo>
                  <a:pt x="2335699" y="39393"/>
                </a:lnTo>
                <a:lnTo>
                  <a:pt x="2336268" y="39352"/>
                </a:lnTo>
                <a:lnTo>
                  <a:pt x="2336848" y="39323"/>
                </a:lnTo>
                <a:lnTo>
                  <a:pt x="2337439" y="39306"/>
                </a:lnTo>
                <a:lnTo>
                  <a:pt x="2338041" y="39300"/>
                </a:lnTo>
                <a:lnTo>
                  <a:pt x="2345014" y="39300"/>
                </a:lnTo>
                <a:lnTo>
                  <a:pt x="2345551" y="39306"/>
                </a:lnTo>
                <a:lnTo>
                  <a:pt x="2346080" y="39321"/>
                </a:lnTo>
                <a:lnTo>
                  <a:pt x="2346600" y="39347"/>
                </a:lnTo>
                <a:lnTo>
                  <a:pt x="2347112" y="39384"/>
                </a:lnTo>
                <a:lnTo>
                  <a:pt x="2347615" y="39431"/>
                </a:lnTo>
                <a:lnTo>
                  <a:pt x="2348109" y="39488"/>
                </a:lnTo>
                <a:lnTo>
                  <a:pt x="2348595" y="39556"/>
                </a:lnTo>
                <a:lnTo>
                  <a:pt x="2349073" y="39635"/>
                </a:lnTo>
                <a:lnTo>
                  <a:pt x="2349542" y="39724"/>
                </a:lnTo>
                <a:lnTo>
                  <a:pt x="2350002" y="39823"/>
                </a:lnTo>
                <a:lnTo>
                  <a:pt x="2350454" y="39933"/>
                </a:lnTo>
                <a:lnTo>
                  <a:pt x="2350897" y="40053"/>
                </a:lnTo>
                <a:lnTo>
                  <a:pt x="2351332" y="40184"/>
                </a:lnTo>
                <a:lnTo>
                  <a:pt x="2351758" y="40325"/>
                </a:lnTo>
                <a:lnTo>
                  <a:pt x="2352176" y="40476"/>
                </a:lnTo>
                <a:lnTo>
                  <a:pt x="2352585" y="40638"/>
                </a:lnTo>
                <a:lnTo>
                  <a:pt x="2352986" y="40811"/>
                </a:lnTo>
                <a:lnTo>
                  <a:pt x="2353378" y="40994"/>
                </a:lnTo>
                <a:lnTo>
                  <a:pt x="2353762" y="41187"/>
                </a:lnTo>
                <a:lnTo>
                  <a:pt x="2354137" y="41391"/>
                </a:lnTo>
                <a:lnTo>
                  <a:pt x="2354503" y="41605"/>
                </a:lnTo>
                <a:lnTo>
                  <a:pt x="2354862" y="41830"/>
                </a:lnTo>
                <a:lnTo>
                  <a:pt x="2355211" y="42065"/>
                </a:lnTo>
                <a:lnTo>
                  <a:pt x="2355552" y="42311"/>
                </a:lnTo>
                <a:lnTo>
                  <a:pt x="2355882" y="42564"/>
                </a:lnTo>
                <a:lnTo>
                  <a:pt x="2356200" y="42823"/>
                </a:lnTo>
                <a:lnTo>
                  <a:pt x="2356504" y="43088"/>
                </a:lnTo>
                <a:lnTo>
                  <a:pt x="2356795" y="43358"/>
                </a:lnTo>
                <a:lnTo>
                  <a:pt x="2357074" y="43634"/>
                </a:lnTo>
                <a:lnTo>
                  <a:pt x="2357340" y="43915"/>
                </a:lnTo>
                <a:lnTo>
                  <a:pt x="2357592" y="44202"/>
                </a:lnTo>
                <a:lnTo>
                  <a:pt x="2357832" y="44494"/>
                </a:lnTo>
                <a:lnTo>
                  <a:pt x="2358059" y="44792"/>
                </a:lnTo>
                <a:lnTo>
                  <a:pt x="2358273" y="45095"/>
                </a:lnTo>
                <a:lnTo>
                  <a:pt x="2358474" y="45404"/>
                </a:lnTo>
                <a:lnTo>
                  <a:pt x="2358662" y="45718"/>
                </a:lnTo>
                <a:lnTo>
                  <a:pt x="2358837" y="46037"/>
                </a:lnTo>
                <a:lnTo>
                  <a:pt x="2358999" y="46363"/>
                </a:lnTo>
                <a:lnTo>
                  <a:pt x="2359148" y="46693"/>
                </a:lnTo>
                <a:lnTo>
                  <a:pt x="2359284" y="47030"/>
                </a:lnTo>
                <a:lnTo>
                  <a:pt x="2359408" y="47371"/>
                </a:lnTo>
                <a:lnTo>
                  <a:pt x="2359518" y="47719"/>
                </a:lnTo>
                <a:lnTo>
                  <a:pt x="2359616" y="48071"/>
                </a:lnTo>
                <a:lnTo>
                  <a:pt x="2359700" y="48430"/>
                </a:lnTo>
                <a:lnTo>
                  <a:pt x="2359772" y="48793"/>
                </a:lnTo>
                <a:lnTo>
                  <a:pt x="2359831" y="49163"/>
                </a:lnTo>
                <a:lnTo>
                  <a:pt x="2359876" y="49538"/>
                </a:lnTo>
                <a:lnTo>
                  <a:pt x="2359909" y="49918"/>
                </a:lnTo>
                <a:lnTo>
                  <a:pt x="2374330" y="49918"/>
                </a:lnTo>
                <a:lnTo>
                  <a:pt x="2374265" y="49079"/>
                </a:lnTo>
                <a:lnTo>
                  <a:pt x="2374174" y="48254"/>
                </a:lnTo>
                <a:lnTo>
                  <a:pt x="2374057" y="47443"/>
                </a:lnTo>
                <a:lnTo>
                  <a:pt x="2373915" y="46645"/>
                </a:lnTo>
                <a:lnTo>
                  <a:pt x="2373747" y="45860"/>
                </a:lnTo>
                <a:lnTo>
                  <a:pt x="2373553" y="45089"/>
                </a:lnTo>
                <a:lnTo>
                  <a:pt x="2373334" y="44331"/>
                </a:lnTo>
                <a:lnTo>
                  <a:pt x="2373089" y="43587"/>
                </a:lnTo>
                <a:lnTo>
                  <a:pt x="2372819" y="42857"/>
                </a:lnTo>
                <a:lnTo>
                  <a:pt x="2372523" y="42139"/>
                </a:lnTo>
                <a:lnTo>
                  <a:pt x="2372201" y="41436"/>
                </a:lnTo>
                <a:lnTo>
                  <a:pt x="2371854" y="40746"/>
                </a:lnTo>
                <a:lnTo>
                  <a:pt x="2371482" y="40069"/>
                </a:lnTo>
                <a:lnTo>
                  <a:pt x="2371083" y="39406"/>
                </a:lnTo>
                <a:lnTo>
                  <a:pt x="2370660" y="38756"/>
                </a:lnTo>
                <a:lnTo>
                  <a:pt x="2370210" y="38120"/>
                </a:lnTo>
                <a:lnTo>
                  <a:pt x="2369735" y="37497"/>
                </a:lnTo>
                <a:lnTo>
                  <a:pt x="2369234" y="36888"/>
                </a:lnTo>
                <a:lnTo>
                  <a:pt x="2368708" y="36292"/>
                </a:lnTo>
                <a:lnTo>
                  <a:pt x="2368156" y="35710"/>
                </a:lnTo>
                <a:lnTo>
                  <a:pt x="2367579" y="35142"/>
                </a:lnTo>
                <a:lnTo>
                  <a:pt x="2366976" y="34586"/>
                </a:lnTo>
                <a:lnTo>
                  <a:pt x="2366347" y="34045"/>
                </a:lnTo>
                <a:lnTo>
                  <a:pt x="2365693" y="33516"/>
                </a:lnTo>
                <a:lnTo>
                  <a:pt x="2365018" y="33006"/>
                </a:lnTo>
                <a:lnTo>
                  <a:pt x="2364327" y="32516"/>
                </a:lnTo>
                <a:lnTo>
                  <a:pt x="2363619" y="32049"/>
                </a:lnTo>
                <a:lnTo>
                  <a:pt x="2362896" y="31603"/>
                </a:lnTo>
                <a:lnTo>
                  <a:pt x="2362156" y="31180"/>
                </a:lnTo>
                <a:lnTo>
                  <a:pt x="2361399" y="30777"/>
                </a:lnTo>
                <a:lnTo>
                  <a:pt x="2360627" y="30397"/>
                </a:lnTo>
                <a:lnTo>
                  <a:pt x="2359838" y="30038"/>
                </a:lnTo>
                <a:lnTo>
                  <a:pt x="2359034" y="29701"/>
                </a:lnTo>
                <a:lnTo>
                  <a:pt x="2358212" y="29386"/>
                </a:lnTo>
                <a:lnTo>
                  <a:pt x="2357375" y="29093"/>
                </a:lnTo>
                <a:lnTo>
                  <a:pt x="2356522" y="28821"/>
                </a:lnTo>
                <a:lnTo>
                  <a:pt x="2355652" y="28571"/>
                </a:lnTo>
                <a:lnTo>
                  <a:pt x="2354766" y="28343"/>
                </a:lnTo>
                <a:lnTo>
                  <a:pt x="2353864" y="28136"/>
                </a:lnTo>
                <a:lnTo>
                  <a:pt x="2352945" y="27952"/>
                </a:lnTo>
                <a:lnTo>
                  <a:pt x="2352011" y="27789"/>
                </a:lnTo>
                <a:lnTo>
                  <a:pt x="2351060" y="27647"/>
                </a:lnTo>
                <a:lnTo>
                  <a:pt x="2350093" y="27528"/>
                </a:lnTo>
                <a:lnTo>
                  <a:pt x="2349110" y="27430"/>
                </a:lnTo>
                <a:lnTo>
                  <a:pt x="2348110" y="27354"/>
                </a:lnTo>
                <a:lnTo>
                  <a:pt x="2347094" y="27300"/>
                </a:lnTo>
                <a:lnTo>
                  <a:pt x="2346062" y="27267"/>
                </a:lnTo>
                <a:lnTo>
                  <a:pt x="2345014" y="27256"/>
                </a:lnTo>
                <a:lnTo>
                  <a:pt x="2338041" y="27256"/>
                </a:lnTo>
                <a:lnTo>
                  <a:pt x="2336902" y="27267"/>
                </a:lnTo>
                <a:lnTo>
                  <a:pt x="2335784" y="27301"/>
                </a:lnTo>
                <a:lnTo>
                  <a:pt x="2334687" y="27358"/>
                </a:lnTo>
                <a:lnTo>
                  <a:pt x="2333610" y="27437"/>
                </a:lnTo>
                <a:lnTo>
                  <a:pt x="2332554" y="27538"/>
                </a:lnTo>
                <a:lnTo>
                  <a:pt x="2331518" y="27662"/>
                </a:lnTo>
                <a:lnTo>
                  <a:pt x="2330503" y="27809"/>
                </a:lnTo>
                <a:lnTo>
                  <a:pt x="2329509" y="27978"/>
                </a:lnTo>
                <a:lnTo>
                  <a:pt x="2328536" y="28170"/>
                </a:lnTo>
                <a:lnTo>
                  <a:pt x="2327583" y="28384"/>
                </a:lnTo>
                <a:lnTo>
                  <a:pt x="2326651" y="28621"/>
                </a:lnTo>
                <a:lnTo>
                  <a:pt x="2325739" y="28880"/>
                </a:lnTo>
                <a:lnTo>
                  <a:pt x="2324848" y="29162"/>
                </a:lnTo>
                <a:lnTo>
                  <a:pt x="2323978" y="29467"/>
                </a:lnTo>
                <a:lnTo>
                  <a:pt x="2323128" y="29794"/>
                </a:lnTo>
                <a:lnTo>
                  <a:pt x="2322299" y="30144"/>
                </a:lnTo>
                <a:lnTo>
                  <a:pt x="2321490" y="30516"/>
                </a:lnTo>
                <a:lnTo>
                  <a:pt x="2320702" y="30911"/>
                </a:lnTo>
                <a:lnTo>
                  <a:pt x="2319935" y="31328"/>
                </a:lnTo>
                <a:lnTo>
                  <a:pt x="2319189" y="31768"/>
                </a:lnTo>
                <a:lnTo>
                  <a:pt x="2318463" y="32231"/>
                </a:lnTo>
                <a:lnTo>
                  <a:pt x="2317758" y="32716"/>
                </a:lnTo>
                <a:lnTo>
                  <a:pt x="2317073" y="33223"/>
                </a:lnTo>
                <a:lnTo>
                  <a:pt x="2316409" y="33753"/>
                </a:lnTo>
                <a:lnTo>
                  <a:pt x="2315769" y="34303"/>
                </a:lnTo>
                <a:lnTo>
                  <a:pt x="2315156" y="34870"/>
                </a:lnTo>
                <a:lnTo>
                  <a:pt x="2314570" y="35454"/>
                </a:lnTo>
                <a:lnTo>
                  <a:pt x="2314012" y="36055"/>
                </a:lnTo>
                <a:lnTo>
                  <a:pt x="2313481" y="36674"/>
                </a:lnTo>
                <a:lnTo>
                  <a:pt x="2312977" y="37309"/>
                </a:lnTo>
                <a:lnTo>
                  <a:pt x="2312500" y="37961"/>
                </a:lnTo>
                <a:lnTo>
                  <a:pt x="2312051" y="38630"/>
                </a:lnTo>
                <a:lnTo>
                  <a:pt x="2311629" y="39317"/>
                </a:lnTo>
                <a:lnTo>
                  <a:pt x="2311234" y="40020"/>
                </a:lnTo>
                <a:lnTo>
                  <a:pt x="2310866" y="40741"/>
                </a:lnTo>
                <a:lnTo>
                  <a:pt x="2310526" y="41478"/>
                </a:lnTo>
                <a:lnTo>
                  <a:pt x="2310213" y="42233"/>
                </a:lnTo>
                <a:lnTo>
                  <a:pt x="2309927" y="43005"/>
                </a:lnTo>
                <a:lnTo>
                  <a:pt x="2309668" y="43793"/>
                </a:lnTo>
                <a:lnTo>
                  <a:pt x="2309436" y="44599"/>
                </a:lnTo>
                <a:lnTo>
                  <a:pt x="2309232" y="45422"/>
                </a:lnTo>
                <a:lnTo>
                  <a:pt x="2309055" y="46262"/>
                </a:lnTo>
                <a:lnTo>
                  <a:pt x="2308905" y="47119"/>
                </a:lnTo>
                <a:lnTo>
                  <a:pt x="2308783" y="47993"/>
                </a:lnTo>
                <a:lnTo>
                  <a:pt x="2308687" y="48884"/>
                </a:lnTo>
                <a:lnTo>
                  <a:pt x="2308619" y="49792"/>
                </a:lnTo>
                <a:lnTo>
                  <a:pt x="2308578" y="50717"/>
                </a:lnTo>
                <a:lnTo>
                  <a:pt x="2308565" y="51659"/>
                </a:lnTo>
                <a:lnTo>
                  <a:pt x="2308573" y="52484"/>
                </a:lnTo>
                <a:lnTo>
                  <a:pt x="2308599" y="53296"/>
                </a:lnTo>
                <a:lnTo>
                  <a:pt x="2308642" y="54094"/>
                </a:lnTo>
                <a:lnTo>
                  <a:pt x="2308701" y="54879"/>
                </a:lnTo>
                <a:lnTo>
                  <a:pt x="2308778" y="55650"/>
                </a:lnTo>
                <a:lnTo>
                  <a:pt x="2308872" y="56408"/>
                </a:lnTo>
                <a:lnTo>
                  <a:pt x="2308983" y="57153"/>
                </a:lnTo>
                <a:lnTo>
                  <a:pt x="2309111" y="57883"/>
                </a:lnTo>
                <a:lnTo>
                  <a:pt x="2309256" y="58601"/>
                </a:lnTo>
                <a:lnTo>
                  <a:pt x="2309418" y="59305"/>
                </a:lnTo>
                <a:lnTo>
                  <a:pt x="2309597" y="59995"/>
                </a:lnTo>
                <a:lnTo>
                  <a:pt x="2309793" y="60672"/>
                </a:lnTo>
                <a:lnTo>
                  <a:pt x="2310006" y="61336"/>
                </a:lnTo>
                <a:lnTo>
                  <a:pt x="2310237" y="61985"/>
                </a:lnTo>
                <a:lnTo>
                  <a:pt x="2310484" y="62622"/>
                </a:lnTo>
                <a:lnTo>
                  <a:pt x="2310749" y="63245"/>
                </a:lnTo>
                <a:lnTo>
                  <a:pt x="2311030" y="63855"/>
                </a:lnTo>
                <a:lnTo>
                  <a:pt x="2311329" y="64451"/>
                </a:lnTo>
                <a:lnTo>
                  <a:pt x="2311644" y="65033"/>
                </a:lnTo>
                <a:lnTo>
                  <a:pt x="2311977" y="65602"/>
                </a:lnTo>
                <a:lnTo>
                  <a:pt x="2312327" y="66158"/>
                </a:lnTo>
                <a:lnTo>
                  <a:pt x="2312693" y="66700"/>
                </a:lnTo>
                <a:lnTo>
                  <a:pt x="2313077" y="67228"/>
                </a:lnTo>
                <a:lnTo>
                  <a:pt x="2313478" y="67744"/>
                </a:lnTo>
                <a:lnTo>
                  <a:pt x="2313895" y="68244"/>
                </a:lnTo>
                <a:lnTo>
                  <a:pt x="2314325" y="68727"/>
                </a:lnTo>
                <a:lnTo>
                  <a:pt x="2314768" y="69193"/>
                </a:lnTo>
                <a:lnTo>
                  <a:pt x="2315226" y="69643"/>
                </a:lnTo>
                <a:lnTo>
                  <a:pt x="2315697" y="70076"/>
                </a:lnTo>
                <a:lnTo>
                  <a:pt x="2316183" y="70492"/>
                </a:lnTo>
                <a:lnTo>
                  <a:pt x="2316681" y="70891"/>
                </a:lnTo>
                <a:lnTo>
                  <a:pt x="2317194" y="71274"/>
                </a:lnTo>
                <a:lnTo>
                  <a:pt x="2317720" y="71640"/>
                </a:lnTo>
                <a:lnTo>
                  <a:pt x="2318260" y="71989"/>
                </a:lnTo>
                <a:lnTo>
                  <a:pt x="2318814" y="72321"/>
                </a:lnTo>
                <a:lnTo>
                  <a:pt x="2319382" y="72636"/>
                </a:lnTo>
                <a:lnTo>
                  <a:pt x="2319963" y="72935"/>
                </a:lnTo>
                <a:lnTo>
                  <a:pt x="2320558" y="73217"/>
                </a:lnTo>
                <a:lnTo>
                  <a:pt x="2321167" y="73482"/>
                </a:lnTo>
                <a:lnTo>
                  <a:pt x="2321790" y="73731"/>
                </a:lnTo>
                <a:lnTo>
                  <a:pt x="2322426" y="73962"/>
                </a:lnTo>
                <a:lnTo>
                  <a:pt x="2323076" y="74177"/>
                </a:lnTo>
                <a:lnTo>
                  <a:pt x="2323740" y="74375"/>
                </a:lnTo>
                <a:lnTo>
                  <a:pt x="2324418" y="74556"/>
                </a:lnTo>
                <a:lnTo>
                  <a:pt x="2325109" y="74721"/>
                </a:lnTo>
                <a:lnTo>
                  <a:pt x="2325814" y="74869"/>
                </a:lnTo>
                <a:lnTo>
                  <a:pt x="2326533" y="75000"/>
                </a:lnTo>
                <a:lnTo>
                  <a:pt x="2327266" y="75114"/>
                </a:lnTo>
                <a:lnTo>
                  <a:pt x="2351352" y="78601"/>
                </a:lnTo>
                <a:lnTo>
                  <a:pt x="2351783" y="78658"/>
                </a:lnTo>
                <a:lnTo>
                  <a:pt x="2352205" y="78724"/>
                </a:lnTo>
                <a:lnTo>
                  <a:pt x="2352617" y="78799"/>
                </a:lnTo>
                <a:lnTo>
                  <a:pt x="2353020" y="78882"/>
                </a:lnTo>
                <a:lnTo>
                  <a:pt x="2353414" y="78975"/>
                </a:lnTo>
                <a:lnTo>
                  <a:pt x="2353798" y="79076"/>
                </a:lnTo>
                <a:lnTo>
                  <a:pt x="2354173" y="79186"/>
                </a:lnTo>
                <a:lnTo>
                  <a:pt x="2354539" y="79305"/>
                </a:lnTo>
                <a:lnTo>
                  <a:pt x="2354895" y="79432"/>
                </a:lnTo>
                <a:lnTo>
                  <a:pt x="2355242" y="79569"/>
                </a:lnTo>
                <a:lnTo>
                  <a:pt x="2355580" y="79714"/>
                </a:lnTo>
                <a:lnTo>
                  <a:pt x="2355908" y="79868"/>
                </a:lnTo>
                <a:lnTo>
                  <a:pt x="2356227" y="80031"/>
                </a:lnTo>
                <a:lnTo>
                  <a:pt x="2356536" y="80203"/>
                </a:lnTo>
                <a:lnTo>
                  <a:pt x="2356836" y="80383"/>
                </a:lnTo>
                <a:lnTo>
                  <a:pt x="2357127" y="80573"/>
                </a:lnTo>
                <a:lnTo>
                  <a:pt x="2357409" y="80771"/>
                </a:lnTo>
                <a:lnTo>
                  <a:pt x="2357681" y="80978"/>
                </a:lnTo>
                <a:lnTo>
                  <a:pt x="2357943" y="81193"/>
                </a:lnTo>
                <a:lnTo>
                  <a:pt x="2358197" y="81418"/>
                </a:lnTo>
                <a:lnTo>
                  <a:pt x="2358441" y="81651"/>
                </a:lnTo>
                <a:lnTo>
                  <a:pt x="2358675" y="81893"/>
                </a:lnTo>
                <a:lnTo>
                  <a:pt x="2358900" y="82144"/>
                </a:lnTo>
                <a:lnTo>
                  <a:pt x="2359116" y="82404"/>
                </a:lnTo>
                <a:lnTo>
                  <a:pt x="2359323" y="82673"/>
                </a:lnTo>
                <a:lnTo>
                  <a:pt x="2359521" y="82950"/>
                </a:lnTo>
                <a:lnTo>
                  <a:pt x="2359711" y="83236"/>
                </a:lnTo>
                <a:lnTo>
                  <a:pt x="2359891" y="83530"/>
                </a:lnTo>
                <a:lnTo>
                  <a:pt x="2360063" y="83834"/>
                </a:lnTo>
                <a:lnTo>
                  <a:pt x="2360226" y="84146"/>
                </a:lnTo>
                <a:lnTo>
                  <a:pt x="2360380" y="84468"/>
                </a:lnTo>
                <a:lnTo>
                  <a:pt x="2360525" y="84798"/>
                </a:lnTo>
                <a:lnTo>
                  <a:pt x="2360662" y="85137"/>
                </a:lnTo>
                <a:lnTo>
                  <a:pt x="2360790" y="85484"/>
                </a:lnTo>
                <a:lnTo>
                  <a:pt x="2360908" y="85841"/>
                </a:lnTo>
                <a:lnTo>
                  <a:pt x="2361019" y="86206"/>
                </a:lnTo>
                <a:lnTo>
                  <a:pt x="2361120" y="86580"/>
                </a:lnTo>
                <a:lnTo>
                  <a:pt x="2361212" y="86963"/>
                </a:lnTo>
                <a:lnTo>
                  <a:pt x="2361296" y="87354"/>
                </a:lnTo>
                <a:lnTo>
                  <a:pt x="2361371" y="87755"/>
                </a:lnTo>
                <a:lnTo>
                  <a:pt x="2361437" y="88164"/>
                </a:lnTo>
                <a:lnTo>
                  <a:pt x="2361494" y="88582"/>
                </a:lnTo>
                <a:lnTo>
                  <a:pt x="2361543" y="89009"/>
                </a:lnTo>
                <a:lnTo>
                  <a:pt x="2361582" y="89445"/>
                </a:lnTo>
                <a:lnTo>
                  <a:pt x="2361613" y="89889"/>
                </a:lnTo>
                <a:lnTo>
                  <a:pt x="2361635" y="90343"/>
                </a:lnTo>
                <a:lnTo>
                  <a:pt x="2361648" y="90805"/>
                </a:lnTo>
                <a:lnTo>
                  <a:pt x="2361653" y="91276"/>
                </a:lnTo>
                <a:lnTo>
                  <a:pt x="2361645" y="91799"/>
                </a:lnTo>
                <a:lnTo>
                  <a:pt x="2361622" y="92313"/>
                </a:lnTo>
                <a:lnTo>
                  <a:pt x="2361585" y="92816"/>
                </a:lnTo>
                <a:lnTo>
                  <a:pt x="2361532" y="93310"/>
                </a:lnTo>
                <a:lnTo>
                  <a:pt x="2361463" y="93794"/>
                </a:lnTo>
                <a:lnTo>
                  <a:pt x="2361380" y="94268"/>
                </a:lnTo>
                <a:lnTo>
                  <a:pt x="2361282" y="94732"/>
                </a:lnTo>
                <a:lnTo>
                  <a:pt x="2361168" y="95186"/>
                </a:lnTo>
                <a:lnTo>
                  <a:pt x="2361040" y="95630"/>
                </a:lnTo>
                <a:lnTo>
                  <a:pt x="2360896" y="96064"/>
                </a:lnTo>
                <a:lnTo>
                  <a:pt x="2360737" y="96488"/>
                </a:lnTo>
                <a:lnTo>
                  <a:pt x="2360563" y="96903"/>
                </a:lnTo>
                <a:lnTo>
                  <a:pt x="2360374" y="97307"/>
                </a:lnTo>
                <a:lnTo>
                  <a:pt x="2360169" y="97702"/>
                </a:lnTo>
                <a:lnTo>
                  <a:pt x="2359950" y="98086"/>
                </a:lnTo>
                <a:lnTo>
                  <a:pt x="2359715" y="98461"/>
                </a:lnTo>
                <a:lnTo>
                  <a:pt x="2359465" y="98826"/>
                </a:lnTo>
                <a:lnTo>
                  <a:pt x="2359200" y="99181"/>
                </a:lnTo>
                <a:lnTo>
                  <a:pt x="2358920" y="99526"/>
                </a:lnTo>
                <a:lnTo>
                  <a:pt x="2358625" y="99861"/>
                </a:lnTo>
                <a:lnTo>
                  <a:pt x="2358315" y="100186"/>
                </a:lnTo>
                <a:lnTo>
                  <a:pt x="2357989" y="100502"/>
                </a:lnTo>
                <a:lnTo>
                  <a:pt x="2357649" y="100807"/>
                </a:lnTo>
                <a:lnTo>
                  <a:pt x="2357293" y="101103"/>
                </a:lnTo>
                <a:lnTo>
                  <a:pt x="2356924" y="101387"/>
                </a:lnTo>
                <a:lnTo>
                  <a:pt x="2356542" y="101659"/>
                </a:lnTo>
                <a:lnTo>
                  <a:pt x="2356148" y="101919"/>
                </a:lnTo>
                <a:lnTo>
                  <a:pt x="2355742" y="102167"/>
                </a:lnTo>
                <a:lnTo>
                  <a:pt x="2355323" y="102403"/>
                </a:lnTo>
                <a:lnTo>
                  <a:pt x="2354892" y="102627"/>
                </a:lnTo>
                <a:lnTo>
                  <a:pt x="2354448" y="102839"/>
                </a:lnTo>
                <a:lnTo>
                  <a:pt x="2353992" y="103039"/>
                </a:lnTo>
                <a:lnTo>
                  <a:pt x="2353524" y="103226"/>
                </a:lnTo>
                <a:lnTo>
                  <a:pt x="2353043" y="103402"/>
                </a:lnTo>
                <a:lnTo>
                  <a:pt x="2352550" y="103565"/>
                </a:lnTo>
                <a:lnTo>
                  <a:pt x="2352045" y="103716"/>
                </a:lnTo>
                <a:lnTo>
                  <a:pt x="2351527" y="103855"/>
                </a:lnTo>
                <a:lnTo>
                  <a:pt x="2350997" y="103982"/>
                </a:lnTo>
                <a:lnTo>
                  <a:pt x="2350454" y="104097"/>
                </a:lnTo>
                <a:lnTo>
                  <a:pt x="2349899" y="104200"/>
                </a:lnTo>
                <a:lnTo>
                  <a:pt x="2349332" y="104291"/>
                </a:lnTo>
                <a:lnTo>
                  <a:pt x="2348752" y="104369"/>
                </a:lnTo>
                <a:lnTo>
                  <a:pt x="2348160" y="104436"/>
                </a:lnTo>
                <a:lnTo>
                  <a:pt x="2347556" y="104490"/>
                </a:lnTo>
                <a:lnTo>
                  <a:pt x="2346939" y="104533"/>
                </a:lnTo>
                <a:lnTo>
                  <a:pt x="2346310" y="104563"/>
                </a:lnTo>
                <a:lnTo>
                  <a:pt x="2345668" y="104581"/>
                </a:lnTo>
                <a:lnTo>
                  <a:pt x="2345014" y="104587"/>
                </a:lnTo>
                <a:lnTo>
                  <a:pt x="2338041" y="104587"/>
                </a:lnTo>
                <a:lnTo>
                  <a:pt x="2337400" y="104581"/>
                </a:lnTo>
                <a:lnTo>
                  <a:pt x="2336771" y="104564"/>
                </a:lnTo>
                <a:lnTo>
                  <a:pt x="2336154" y="104534"/>
                </a:lnTo>
                <a:lnTo>
                  <a:pt x="2335549" y="104493"/>
                </a:lnTo>
                <a:lnTo>
                  <a:pt x="2334957" y="104439"/>
                </a:lnTo>
                <a:lnTo>
                  <a:pt x="2334376" y="104374"/>
                </a:lnTo>
                <a:lnTo>
                  <a:pt x="2333808" y="104297"/>
                </a:lnTo>
                <a:lnTo>
                  <a:pt x="2333252" y="104209"/>
                </a:lnTo>
                <a:lnTo>
                  <a:pt x="2332707" y="104108"/>
                </a:lnTo>
                <a:lnTo>
                  <a:pt x="2332175" y="103996"/>
                </a:lnTo>
                <a:lnTo>
                  <a:pt x="2331655" y="103871"/>
                </a:lnTo>
                <a:lnTo>
                  <a:pt x="2331147" y="103735"/>
                </a:lnTo>
                <a:lnTo>
                  <a:pt x="2330652" y="103588"/>
                </a:lnTo>
                <a:lnTo>
                  <a:pt x="2330168" y="103428"/>
                </a:lnTo>
                <a:lnTo>
                  <a:pt x="2329696" y="103256"/>
                </a:lnTo>
                <a:lnTo>
                  <a:pt x="2329237" y="103073"/>
                </a:lnTo>
                <a:lnTo>
                  <a:pt x="2328789" y="102878"/>
                </a:lnTo>
                <a:lnTo>
                  <a:pt x="2328354" y="102671"/>
                </a:lnTo>
                <a:lnTo>
                  <a:pt x="2327931" y="102452"/>
                </a:lnTo>
                <a:lnTo>
                  <a:pt x="2327520" y="102221"/>
                </a:lnTo>
                <a:lnTo>
                  <a:pt x="2327121" y="101979"/>
                </a:lnTo>
                <a:lnTo>
                  <a:pt x="2326734" y="101724"/>
                </a:lnTo>
                <a:lnTo>
                  <a:pt x="2326359" y="101458"/>
                </a:lnTo>
                <a:lnTo>
                  <a:pt x="2325996" y="101180"/>
                </a:lnTo>
                <a:lnTo>
                  <a:pt x="2325647" y="100892"/>
                </a:lnTo>
                <a:lnTo>
                  <a:pt x="2325313" y="100594"/>
                </a:lnTo>
                <a:lnTo>
                  <a:pt x="2324994" y="100288"/>
                </a:lnTo>
                <a:lnTo>
                  <a:pt x="2324689" y="99972"/>
                </a:lnTo>
                <a:lnTo>
                  <a:pt x="2324400" y="99647"/>
                </a:lnTo>
                <a:lnTo>
                  <a:pt x="2324125" y="99313"/>
                </a:lnTo>
                <a:lnTo>
                  <a:pt x="2323865" y="98970"/>
                </a:lnTo>
                <a:lnTo>
                  <a:pt x="2323620" y="98618"/>
                </a:lnTo>
                <a:lnTo>
                  <a:pt x="2323390" y="98257"/>
                </a:lnTo>
                <a:lnTo>
                  <a:pt x="2323174" y="97887"/>
                </a:lnTo>
                <a:lnTo>
                  <a:pt x="2322974" y="97508"/>
                </a:lnTo>
                <a:lnTo>
                  <a:pt x="2322788" y="97120"/>
                </a:lnTo>
                <a:lnTo>
                  <a:pt x="2322617" y="96722"/>
                </a:lnTo>
                <a:lnTo>
                  <a:pt x="2322462" y="96316"/>
                </a:lnTo>
                <a:lnTo>
                  <a:pt x="2322320" y="95900"/>
                </a:lnTo>
                <a:lnTo>
                  <a:pt x="2322194" y="95476"/>
                </a:lnTo>
                <a:lnTo>
                  <a:pt x="2322083" y="95042"/>
                </a:lnTo>
                <a:lnTo>
                  <a:pt x="2321986" y="94599"/>
                </a:lnTo>
                <a:lnTo>
                  <a:pt x="2321905" y="94148"/>
                </a:lnTo>
                <a:lnTo>
                  <a:pt x="2321838" y="93687"/>
                </a:lnTo>
                <a:lnTo>
                  <a:pt x="2321786" y="93217"/>
                </a:lnTo>
                <a:lnTo>
                  <a:pt x="2321749" y="92738"/>
                </a:lnTo>
                <a:lnTo>
                  <a:pt x="2321726" y="92249"/>
                </a:lnTo>
                <a:lnTo>
                  <a:pt x="2321719" y="91752"/>
                </a:lnTo>
                <a:lnTo>
                  <a:pt x="2307457" y="91752"/>
                </a:lnTo>
                <a:lnTo>
                  <a:pt x="2307464" y="92421"/>
                </a:lnTo>
                <a:lnTo>
                  <a:pt x="2307482" y="93082"/>
                </a:lnTo>
                <a:lnTo>
                  <a:pt x="2307513" y="93734"/>
                </a:lnTo>
                <a:lnTo>
                  <a:pt x="2307556" y="94378"/>
                </a:lnTo>
                <a:lnTo>
                  <a:pt x="2307612" y="95013"/>
                </a:lnTo>
                <a:lnTo>
                  <a:pt x="2307680" y="95639"/>
                </a:lnTo>
                <a:lnTo>
                  <a:pt x="2307761" y="96257"/>
                </a:lnTo>
                <a:lnTo>
                  <a:pt x="2307853" y="96867"/>
                </a:lnTo>
                <a:lnTo>
                  <a:pt x="2307959" y="97468"/>
                </a:lnTo>
                <a:lnTo>
                  <a:pt x="2308076" y="98060"/>
                </a:lnTo>
                <a:lnTo>
                  <a:pt x="2308206" y="98644"/>
                </a:lnTo>
                <a:lnTo>
                  <a:pt x="2308348" y="99220"/>
                </a:lnTo>
                <a:lnTo>
                  <a:pt x="2308503" y="99787"/>
                </a:lnTo>
                <a:lnTo>
                  <a:pt x="2308670" y="100345"/>
                </a:lnTo>
                <a:lnTo>
                  <a:pt x="2308850" y="100895"/>
                </a:lnTo>
                <a:lnTo>
                  <a:pt x="2309041" y="101436"/>
                </a:lnTo>
                <a:lnTo>
                  <a:pt x="2309246" y="101969"/>
                </a:lnTo>
                <a:lnTo>
                  <a:pt x="2309462" y="102493"/>
                </a:lnTo>
                <a:lnTo>
                  <a:pt x="2309691" y="103009"/>
                </a:lnTo>
                <a:lnTo>
                  <a:pt x="2309932" y="103516"/>
                </a:lnTo>
                <a:lnTo>
                  <a:pt x="2310186" y="104015"/>
                </a:lnTo>
                <a:lnTo>
                  <a:pt x="2310452" y="104505"/>
                </a:lnTo>
                <a:lnTo>
                  <a:pt x="2310731" y="104987"/>
                </a:lnTo>
                <a:lnTo>
                  <a:pt x="2311022" y="105460"/>
                </a:lnTo>
                <a:lnTo>
                  <a:pt x="2311325" y="105924"/>
                </a:lnTo>
                <a:lnTo>
                  <a:pt x="2311639" y="106379"/>
                </a:lnTo>
                <a:lnTo>
                  <a:pt x="2311965" y="106824"/>
                </a:lnTo>
                <a:lnTo>
                  <a:pt x="2312303" y="107260"/>
                </a:lnTo>
                <a:lnTo>
                  <a:pt x="2312652" y="107687"/>
                </a:lnTo>
                <a:lnTo>
                  <a:pt x="2313013" y="108104"/>
                </a:lnTo>
                <a:lnTo>
                  <a:pt x="2313385" y="108512"/>
                </a:lnTo>
                <a:lnTo>
                  <a:pt x="2313769" y="108911"/>
                </a:lnTo>
                <a:lnTo>
                  <a:pt x="2314164" y="109300"/>
                </a:lnTo>
                <a:lnTo>
                  <a:pt x="2314571" y="109680"/>
                </a:lnTo>
                <a:lnTo>
                  <a:pt x="2314989" y="110050"/>
                </a:lnTo>
                <a:lnTo>
                  <a:pt x="2315419" y="110412"/>
                </a:lnTo>
                <a:lnTo>
                  <a:pt x="2315861" y="110763"/>
                </a:lnTo>
                <a:lnTo>
                  <a:pt x="2316314" y="111106"/>
                </a:lnTo>
                <a:lnTo>
                  <a:pt x="2316779" y="111439"/>
                </a:lnTo>
                <a:lnTo>
                  <a:pt x="2317255" y="111763"/>
                </a:lnTo>
                <a:lnTo>
                  <a:pt x="2317742" y="112078"/>
                </a:lnTo>
                <a:lnTo>
                  <a:pt x="2318242" y="112383"/>
                </a:lnTo>
                <a:lnTo>
                  <a:pt x="2318752" y="112679"/>
                </a:lnTo>
                <a:lnTo>
                  <a:pt x="2319275" y="112965"/>
                </a:lnTo>
                <a:lnTo>
                  <a:pt x="2319809" y="113242"/>
                </a:lnTo>
                <a:lnTo>
                  <a:pt x="2320354" y="113510"/>
                </a:lnTo>
                <a:lnTo>
                  <a:pt x="2320911" y="113768"/>
                </a:lnTo>
                <a:lnTo>
                  <a:pt x="2321480" y="114017"/>
                </a:lnTo>
                <a:lnTo>
                  <a:pt x="2322059" y="114257"/>
                </a:lnTo>
                <a:lnTo>
                  <a:pt x="2322648" y="114486"/>
                </a:lnTo>
                <a:lnTo>
                  <a:pt x="2323246" y="114704"/>
                </a:lnTo>
                <a:lnTo>
                  <a:pt x="2323854" y="114913"/>
                </a:lnTo>
                <a:lnTo>
                  <a:pt x="2324472" y="115111"/>
                </a:lnTo>
                <a:lnTo>
                  <a:pt x="2325100" y="115300"/>
                </a:lnTo>
                <a:lnTo>
                  <a:pt x="2325737" y="115478"/>
                </a:lnTo>
                <a:lnTo>
                  <a:pt x="2326384" y="115646"/>
                </a:lnTo>
                <a:lnTo>
                  <a:pt x="2327040" y="115803"/>
                </a:lnTo>
                <a:lnTo>
                  <a:pt x="2327706" y="115951"/>
                </a:lnTo>
                <a:lnTo>
                  <a:pt x="2328381" y="116088"/>
                </a:lnTo>
                <a:lnTo>
                  <a:pt x="2329067" y="116215"/>
                </a:lnTo>
                <a:lnTo>
                  <a:pt x="2329762" y="116333"/>
                </a:lnTo>
                <a:lnTo>
                  <a:pt x="2330466" y="116439"/>
                </a:lnTo>
                <a:lnTo>
                  <a:pt x="2331180" y="116536"/>
                </a:lnTo>
                <a:lnTo>
                  <a:pt x="2331904" y="116623"/>
                </a:lnTo>
                <a:lnTo>
                  <a:pt x="2332637" y="116699"/>
                </a:lnTo>
                <a:lnTo>
                  <a:pt x="2333380" y="116765"/>
                </a:lnTo>
                <a:lnTo>
                  <a:pt x="2334133" y="116821"/>
                </a:lnTo>
                <a:lnTo>
                  <a:pt x="2334895" y="116867"/>
                </a:lnTo>
                <a:lnTo>
                  <a:pt x="2335667" y="116902"/>
                </a:lnTo>
                <a:lnTo>
                  <a:pt x="2336449" y="116928"/>
                </a:lnTo>
                <a:lnTo>
                  <a:pt x="2337240" y="116943"/>
                </a:lnTo>
                <a:lnTo>
                  <a:pt x="2338041" y="116948"/>
                </a:lnTo>
                <a:lnTo>
                  <a:pt x="2345014" y="116948"/>
                </a:lnTo>
                <a:lnTo>
                  <a:pt x="2346218" y="116936"/>
                </a:lnTo>
                <a:lnTo>
                  <a:pt x="2347398" y="116901"/>
                </a:lnTo>
                <a:lnTo>
                  <a:pt x="2348556" y="116843"/>
                </a:lnTo>
                <a:lnTo>
                  <a:pt x="2349691" y="116761"/>
                </a:lnTo>
                <a:lnTo>
                  <a:pt x="2350803" y="116656"/>
                </a:lnTo>
                <a:close/>
                <a:moveTo>
                  <a:pt x="2093939" y="53550"/>
                </a:moveTo>
                <a:lnTo>
                  <a:pt x="2093866" y="52466"/>
                </a:lnTo>
                <a:lnTo>
                  <a:pt x="2093763" y="51404"/>
                </a:lnTo>
                <a:lnTo>
                  <a:pt x="2093630" y="50362"/>
                </a:lnTo>
                <a:lnTo>
                  <a:pt x="2093468" y="49342"/>
                </a:lnTo>
                <a:lnTo>
                  <a:pt x="2093277" y="48342"/>
                </a:lnTo>
                <a:lnTo>
                  <a:pt x="2093056" y="47363"/>
                </a:lnTo>
                <a:lnTo>
                  <a:pt x="2092806" y="46405"/>
                </a:lnTo>
                <a:lnTo>
                  <a:pt x="2092526" y="45468"/>
                </a:lnTo>
                <a:lnTo>
                  <a:pt x="2092217" y="44552"/>
                </a:lnTo>
                <a:lnTo>
                  <a:pt x="2091879" y="43657"/>
                </a:lnTo>
                <a:lnTo>
                  <a:pt x="2091511" y="42783"/>
                </a:lnTo>
                <a:lnTo>
                  <a:pt x="2091114" y="41929"/>
                </a:lnTo>
                <a:lnTo>
                  <a:pt x="2090687" y="41097"/>
                </a:lnTo>
                <a:lnTo>
                  <a:pt x="2090230" y="40285"/>
                </a:lnTo>
                <a:lnTo>
                  <a:pt x="2089745" y="39495"/>
                </a:lnTo>
                <a:lnTo>
                  <a:pt x="2089230" y="38725"/>
                </a:lnTo>
                <a:lnTo>
                  <a:pt x="2088685" y="37976"/>
                </a:lnTo>
                <a:lnTo>
                  <a:pt x="2088111" y="37249"/>
                </a:lnTo>
                <a:lnTo>
                  <a:pt x="2087508" y="36542"/>
                </a:lnTo>
                <a:lnTo>
                  <a:pt x="2086875" y="35856"/>
                </a:lnTo>
                <a:lnTo>
                  <a:pt x="2086212" y="35191"/>
                </a:lnTo>
                <a:lnTo>
                  <a:pt x="2085521" y="34546"/>
                </a:lnTo>
                <a:lnTo>
                  <a:pt x="2084801" y="33926"/>
                </a:lnTo>
                <a:lnTo>
                  <a:pt x="2084057" y="33331"/>
                </a:lnTo>
                <a:lnTo>
                  <a:pt x="2083286" y="32764"/>
                </a:lnTo>
                <a:lnTo>
                  <a:pt x="2082490" y="32222"/>
                </a:lnTo>
                <a:lnTo>
                  <a:pt x="2081668" y="31707"/>
                </a:lnTo>
                <a:lnTo>
                  <a:pt x="2080821" y="31218"/>
                </a:lnTo>
                <a:lnTo>
                  <a:pt x="2079948" y="30756"/>
                </a:lnTo>
                <a:lnTo>
                  <a:pt x="2079050" y="30320"/>
                </a:lnTo>
                <a:lnTo>
                  <a:pt x="2078126" y="29911"/>
                </a:lnTo>
                <a:lnTo>
                  <a:pt x="2077176" y="29528"/>
                </a:lnTo>
                <a:lnTo>
                  <a:pt x="2076201" y="29171"/>
                </a:lnTo>
                <a:lnTo>
                  <a:pt x="2075200" y="28841"/>
                </a:lnTo>
                <a:lnTo>
                  <a:pt x="2074174" y="28537"/>
                </a:lnTo>
                <a:lnTo>
                  <a:pt x="2073122" y="28260"/>
                </a:lnTo>
                <a:lnTo>
                  <a:pt x="2072045" y="28009"/>
                </a:lnTo>
                <a:lnTo>
                  <a:pt x="2070942" y="27785"/>
                </a:lnTo>
                <a:lnTo>
                  <a:pt x="2069813" y="27586"/>
                </a:lnTo>
                <a:lnTo>
                  <a:pt x="2068659" y="27415"/>
                </a:lnTo>
                <a:lnTo>
                  <a:pt x="2067479" y="27269"/>
                </a:lnTo>
                <a:lnTo>
                  <a:pt x="2066273" y="27151"/>
                </a:lnTo>
                <a:lnTo>
                  <a:pt x="2065042" y="27058"/>
                </a:lnTo>
                <a:lnTo>
                  <a:pt x="2063785" y="26992"/>
                </a:lnTo>
                <a:lnTo>
                  <a:pt x="2062503" y="26953"/>
                </a:lnTo>
                <a:lnTo>
                  <a:pt x="2061195" y="26939"/>
                </a:lnTo>
                <a:lnTo>
                  <a:pt x="2059990" y="26951"/>
                </a:lnTo>
                <a:lnTo>
                  <a:pt x="2058806" y="26986"/>
                </a:lnTo>
                <a:lnTo>
                  <a:pt x="2057641" y="27045"/>
                </a:lnTo>
                <a:lnTo>
                  <a:pt x="2056496" y="27126"/>
                </a:lnTo>
                <a:lnTo>
                  <a:pt x="2055372" y="27232"/>
                </a:lnTo>
                <a:lnTo>
                  <a:pt x="2054268" y="27360"/>
                </a:lnTo>
                <a:lnTo>
                  <a:pt x="2053183" y="27512"/>
                </a:lnTo>
                <a:lnTo>
                  <a:pt x="2052119" y="27688"/>
                </a:lnTo>
                <a:lnTo>
                  <a:pt x="2051075" y="27886"/>
                </a:lnTo>
                <a:lnTo>
                  <a:pt x="2050051" y="28108"/>
                </a:lnTo>
                <a:lnTo>
                  <a:pt x="2049047" y="28354"/>
                </a:lnTo>
                <a:lnTo>
                  <a:pt x="2048063" y="28623"/>
                </a:lnTo>
                <a:lnTo>
                  <a:pt x="2047099" y="28915"/>
                </a:lnTo>
                <a:lnTo>
                  <a:pt x="2046155" y="29231"/>
                </a:lnTo>
                <a:lnTo>
                  <a:pt x="2045232" y="29570"/>
                </a:lnTo>
                <a:lnTo>
                  <a:pt x="2044328" y="29932"/>
                </a:lnTo>
                <a:lnTo>
                  <a:pt x="2043445" y="30318"/>
                </a:lnTo>
                <a:lnTo>
                  <a:pt x="2042581" y="30727"/>
                </a:lnTo>
                <a:lnTo>
                  <a:pt x="2041738" y="31160"/>
                </a:lnTo>
                <a:lnTo>
                  <a:pt x="2040915" y="31616"/>
                </a:lnTo>
                <a:lnTo>
                  <a:pt x="2040112" y="32095"/>
                </a:lnTo>
                <a:lnTo>
                  <a:pt x="2039328" y="32598"/>
                </a:lnTo>
                <a:lnTo>
                  <a:pt x="2038565" y="33124"/>
                </a:lnTo>
                <a:lnTo>
                  <a:pt x="2037823" y="33674"/>
                </a:lnTo>
                <a:lnTo>
                  <a:pt x="2037104" y="34241"/>
                </a:lnTo>
                <a:lnTo>
                  <a:pt x="2036412" y="34821"/>
                </a:lnTo>
                <a:lnTo>
                  <a:pt x="2035749" y="35413"/>
                </a:lnTo>
                <a:lnTo>
                  <a:pt x="2035113" y="36017"/>
                </a:lnTo>
                <a:lnTo>
                  <a:pt x="2034505" y="36634"/>
                </a:lnTo>
                <a:lnTo>
                  <a:pt x="2033925" y="37264"/>
                </a:lnTo>
                <a:lnTo>
                  <a:pt x="2033373" y="37905"/>
                </a:lnTo>
                <a:lnTo>
                  <a:pt x="2032849" y="38559"/>
                </a:lnTo>
                <a:lnTo>
                  <a:pt x="2032352" y="39226"/>
                </a:lnTo>
                <a:lnTo>
                  <a:pt x="2031883" y="39905"/>
                </a:lnTo>
                <a:lnTo>
                  <a:pt x="2031442" y="40596"/>
                </a:lnTo>
                <a:lnTo>
                  <a:pt x="2031028" y="41299"/>
                </a:lnTo>
                <a:lnTo>
                  <a:pt x="2030643" y="42015"/>
                </a:lnTo>
                <a:lnTo>
                  <a:pt x="2030285" y="42744"/>
                </a:lnTo>
                <a:lnTo>
                  <a:pt x="2029955" y="43484"/>
                </a:lnTo>
                <a:lnTo>
                  <a:pt x="2029653" y="44238"/>
                </a:lnTo>
                <a:lnTo>
                  <a:pt x="2029378" y="45003"/>
                </a:lnTo>
                <a:lnTo>
                  <a:pt x="2029132" y="45781"/>
                </a:lnTo>
                <a:lnTo>
                  <a:pt x="2028913" y="46571"/>
                </a:lnTo>
                <a:lnTo>
                  <a:pt x="2028722" y="47374"/>
                </a:lnTo>
                <a:lnTo>
                  <a:pt x="2028558" y="48189"/>
                </a:lnTo>
                <a:lnTo>
                  <a:pt x="2028423" y="49017"/>
                </a:lnTo>
                <a:lnTo>
                  <a:pt x="2028315" y="49856"/>
                </a:lnTo>
                <a:lnTo>
                  <a:pt x="2028235" y="50709"/>
                </a:lnTo>
                <a:lnTo>
                  <a:pt x="2042497" y="50709"/>
                </a:lnTo>
                <a:lnTo>
                  <a:pt x="2042531" y="50264"/>
                </a:lnTo>
                <a:lnTo>
                  <a:pt x="2042582" y="49827"/>
                </a:lnTo>
                <a:lnTo>
                  <a:pt x="2042650" y="49399"/>
                </a:lnTo>
                <a:lnTo>
                  <a:pt x="2042734" y="48979"/>
                </a:lnTo>
                <a:lnTo>
                  <a:pt x="2042835" y="48567"/>
                </a:lnTo>
                <a:lnTo>
                  <a:pt x="2042952" y="48163"/>
                </a:lnTo>
                <a:lnTo>
                  <a:pt x="2043086" y="47768"/>
                </a:lnTo>
                <a:lnTo>
                  <a:pt x="2043236" y="47381"/>
                </a:lnTo>
                <a:lnTo>
                  <a:pt x="2043403" y="47002"/>
                </a:lnTo>
                <a:lnTo>
                  <a:pt x="2043586" y="46632"/>
                </a:lnTo>
                <a:lnTo>
                  <a:pt x="2043786" y="46269"/>
                </a:lnTo>
                <a:lnTo>
                  <a:pt x="2044002" y="45915"/>
                </a:lnTo>
                <a:lnTo>
                  <a:pt x="2044235" y="45570"/>
                </a:lnTo>
                <a:lnTo>
                  <a:pt x="2044484" y="45232"/>
                </a:lnTo>
                <a:lnTo>
                  <a:pt x="2044750" y="44903"/>
                </a:lnTo>
                <a:lnTo>
                  <a:pt x="2045032" y="44582"/>
                </a:lnTo>
                <a:lnTo>
                  <a:pt x="2045331" y="44269"/>
                </a:lnTo>
                <a:lnTo>
                  <a:pt x="2045646" y="43965"/>
                </a:lnTo>
                <a:lnTo>
                  <a:pt x="2045978" y="43668"/>
                </a:lnTo>
                <a:lnTo>
                  <a:pt x="2046326" y="43380"/>
                </a:lnTo>
                <a:lnTo>
                  <a:pt x="2046691" y="43100"/>
                </a:lnTo>
                <a:lnTo>
                  <a:pt x="2047072" y="42829"/>
                </a:lnTo>
                <a:lnTo>
                  <a:pt x="2047470" y="42566"/>
                </a:lnTo>
                <a:lnTo>
                  <a:pt x="2047884" y="42311"/>
                </a:lnTo>
                <a:lnTo>
                  <a:pt x="2048312" y="42065"/>
                </a:lnTo>
                <a:lnTo>
                  <a:pt x="2048751" y="41830"/>
                </a:lnTo>
                <a:lnTo>
                  <a:pt x="2049201" y="41605"/>
                </a:lnTo>
                <a:lnTo>
                  <a:pt x="2049662" y="41391"/>
                </a:lnTo>
                <a:lnTo>
                  <a:pt x="2050134" y="41187"/>
                </a:lnTo>
                <a:lnTo>
                  <a:pt x="2050617" y="40994"/>
                </a:lnTo>
                <a:lnTo>
                  <a:pt x="2051112" y="40811"/>
                </a:lnTo>
                <a:lnTo>
                  <a:pt x="2051617" y="40638"/>
                </a:lnTo>
                <a:lnTo>
                  <a:pt x="2052133" y="40476"/>
                </a:lnTo>
                <a:lnTo>
                  <a:pt x="2052660" y="40325"/>
                </a:lnTo>
                <a:lnTo>
                  <a:pt x="2053198" y="40184"/>
                </a:lnTo>
                <a:lnTo>
                  <a:pt x="2053747" y="40053"/>
                </a:lnTo>
                <a:lnTo>
                  <a:pt x="2054307" y="39933"/>
                </a:lnTo>
                <a:lnTo>
                  <a:pt x="2054878" y="39823"/>
                </a:lnTo>
                <a:lnTo>
                  <a:pt x="2055461" y="39724"/>
                </a:lnTo>
                <a:lnTo>
                  <a:pt x="2056054" y="39635"/>
                </a:lnTo>
                <a:lnTo>
                  <a:pt x="2056658" y="39556"/>
                </a:lnTo>
                <a:lnTo>
                  <a:pt x="2057273" y="39488"/>
                </a:lnTo>
                <a:lnTo>
                  <a:pt x="2057899" y="39431"/>
                </a:lnTo>
                <a:lnTo>
                  <a:pt x="2058536" y="39384"/>
                </a:lnTo>
                <a:lnTo>
                  <a:pt x="2059185" y="39347"/>
                </a:lnTo>
                <a:lnTo>
                  <a:pt x="2059844" y="39321"/>
                </a:lnTo>
                <a:lnTo>
                  <a:pt x="2060514" y="39306"/>
                </a:lnTo>
                <a:lnTo>
                  <a:pt x="2061195" y="39300"/>
                </a:lnTo>
                <a:lnTo>
                  <a:pt x="2061966" y="39308"/>
                </a:lnTo>
                <a:lnTo>
                  <a:pt x="2062721" y="39329"/>
                </a:lnTo>
                <a:lnTo>
                  <a:pt x="2063459" y="39366"/>
                </a:lnTo>
                <a:lnTo>
                  <a:pt x="2064180" y="39417"/>
                </a:lnTo>
                <a:lnTo>
                  <a:pt x="2064885" y="39483"/>
                </a:lnTo>
                <a:lnTo>
                  <a:pt x="2065573" y="39563"/>
                </a:lnTo>
                <a:lnTo>
                  <a:pt x="2066245" y="39658"/>
                </a:lnTo>
                <a:lnTo>
                  <a:pt x="2066900" y="39767"/>
                </a:lnTo>
                <a:lnTo>
                  <a:pt x="2067539" y="39891"/>
                </a:lnTo>
                <a:lnTo>
                  <a:pt x="2068162" y="40029"/>
                </a:lnTo>
                <a:lnTo>
                  <a:pt x="2068767" y="40183"/>
                </a:lnTo>
                <a:lnTo>
                  <a:pt x="2069357" y="40350"/>
                </a:lnTo>
                <a:lnTo>
                  <a:pt x="2069929" y="40533"/>
                </a:lnTo>
                <a:lnTo>
                  <a:pt x="2070486" y="40729"/>
                </a:lnTo>
                <a:lnTo>
                  <a:pt x="2071025" y="40941"/>
                </a:lnTo>
                <a:lnTo>
                  <a:pt x="2071549" y="41167"/>
                </a:lnTo>
                <a:lnTo>
                  <a:pt x="2072055" y="41408"/>
                </a:lnTo>
                <a:lnTo>
                  <a:pt x="2072546" y="41663"/>
                </a:lnTo>
                <a:lnTo>
                  <a:pt x="2073019" y="41933"/>
                </a:lnTo>
                <a:lnTo>
                  <a:pt x="2073476" y="42217"/>
                </a:lnTo>
                <a:lnTo>
                  <a:pt x="2073917" y="42516"/>
                </a:lnTo>
                <a:lnTo>
                  <a:pt x="2074341" y="42830"/>
                </a:lnTo>
                <a:lnTo>
                  <a:pt x="2074749" y="43158"/>
                </a:lnTo>
                <a:lnTo>
                  <a:pt x="2075140" y="43500"/>
                </a:lnTo>
                <a:lnTo>
                  <a:pt x="2075515" y="43858"/>
                </a:lnTo>
                <a:lnTo>
                  <a:pt x="2075874" y="44230"/>
                </a:lnTo>
                <a:lnTo>
                  <a:pt x="2076217" y="44618"/>
                </a:lnTo>
                <a:lnTo>
                  <a:pt x="2076545" y="45021"/>
                </a:lnTo>
                <a:lnTo>
                  <a:pt x="2076856" y="45439"/>
                </a:lnTo>
                <a:lnTo>
                  <a:pt x="2077151" y="45872"/>
                </a:lnTo>
                <a:lnTo>
                  <a:pt x="2077430" y="46320"/>
                </a:lnTo>
                <a:lnTo>
                  <a:pt x="2077694" y="46783"/>
                </a:lnTo>
                <a:lnTo>
                  <a:pt x="2077941" y="47262"/>
                </a:lnTo>
                <a:lnTo>
                  <a:pt x="2078173" y="47755"/>
                </a:lnTo>
                <a:lnTo>
                  <a:pt x="2078388" y="48264"/>
                </a:lnTo>
                <a:lnTo>
                  <a:pt x="2078588" y="48788"/>
                </a:lnTo>
                <a:lnTo>
                  <a:pt x="2078771" y="49327"/>
                </a:lnTo>
                <a:lnTo>
                  <a:pt x="2078939" y="49881"/>
                </a:lnTo>
                <a:lnTo>
                  <a:pt x="2079090" y="50451"/>
                </a:lnTo>
                <a:lnTo>
                  <a:pt x="2079226" y="51035"/>
                </a:lnTo>
                <a:lnTo>
                  <a:pt x="2079346" y="51635"/>
                </a:lnTo>
                <a:lnTo>
                  <a:pt x="2079449" y="52249"/>
                </a:lnTo>
                <a:lnTo>
                  <a:pt x="2079537" y="52879"/>
                </a:lnTo>
                <a:lnTo>
                  <a:pt x="2079609" y="53524"/>
                </a:lnTo>
                <a:lnTo>
                  <a:pt x="2079665" y="54184"/>
                </a:lnTo>
                <a:lnTo>
                  <a:pt x="2079705" y="54860"/>
                </a:lnTo>
                <a:lnTo>
                  <a:pt x="2079729" y="55550"/>
                </a:lnTo>
                <a:lnTo>
                  <a:pt x="2079737" y="56256"/>
                </a:lnTo>
                <a:lnTo>
                  <a:pt x="2079737" y="63070"/>
                </a:lnTo>
                <a:lnTo>
                  <a:pt x="2052797" y="63070"/>
                </a:lnTo>
                <a:lnTo>
                  <a:pt x="2052101" y="63075"/>
                </a:lnTo>
                <a:lnTo>
                  <a:pt x="2051411" y="63093"/>
                </a:lnTo>
                <a:lnTo>
                  <a:pt x="2050728" y="63123"/>
                </a:lnTo>
                <a:lnTo>
                  <a:pt x="2050051" y="63164"/>
                </a:lnTo>
                <a:lnTo>
                  <a:pt x="2049381" y="63217"/>
                </a:lnTo>
                <a:lnTo>
                  <a:pt x="2048717" y="63282"/>
                </a:lnTo>
                <a:lnTo>
                  <a:pt x="2048060" y="63359"/>
                </a:lnTo>
                <a:lnTo>
                  <a:pt x="2047410" y="63448"/>
                </a:lnTo>
                <a:lnTo>
                  <a:pt x="2046766" y="63549"/>
                </a:lnTo>
                <a:lnTo>
                  <a:pt x="2046129" y="63661"/>
                </a:lnTo>
                <a:lnTo>
                  <a:pt x="2045499" y="63785"/>
                </a:lnTo>
                <a:lnTo>
                  <a:pt x="2044875" y="63921"/>
                </a:lnTo>
                <a:lnTo>
                  <a:pt x="2044257" y="64069"/>
                </a:lnTo>
                <a:lnTo>
                  <a:pt x="2043647" y="64229"/>
                </a:lnTo>
                <a:lnTo>
                  <a:pt x="2043043" y="64400"/>
                </a:lnTo>
                <a:lnTo>
                  <a:pt x="2042445" y="64584"/>
                </a:lnTo>
                <a:lnTo>
                  <a:pt x="2041854" y="64779"/>
                </a:lnTo>
                <a:lnTo>
                  <a:pt x="2041270" y="64986"/>
                </a:lnTo>
                <a:lnTo>
                  <a:pt x="2040692" y="65205"/>
                </a:lnTo>
                <a:lnTo>
                  <a:pt x="2040121" y="65436"/>
                </a:lnTo>
                <a:lnTo>
                  <a:pt x="2039556" y="65678"/>
                </a:lnTo>
                <a:lnTo>
                  <a:pt x="2038998" y="65932"/>
                </a:lnTo>
                <a:lnTo>
                  <a:pt x="2038447" y="66199"/>
                </a:lnTo>
                <a:lnTo>
                  <a:pt x="2037902" y="66477"/>
                </a:lnTo>
                <a:lnTo>
                  <a:pt x="2037366" y="66765"/>
                </a:lnTo>
                <a:lnTo>
                  <a:pt x="2036839" y="67063"/>
                </a:lnTo>
                <a:lnTo>
                  <a:pt x="2036323" y="67369"/>
                </a:lnTo>
                <a:lnTo>
                  <a:pt x="2035816" y="67685"/>
                </a:lnTo>
                <a:lnTo>
                  <a:pt x="2035319" y="68010"/>
                </a:lnTo>
                <a:lnTo>
                  <a:pt x="2034832" y="68344"/>
                </a:lnTo>
                <a:lnTo>
                  <a:pt x="2034355" y="68687"/>
                </a:lnTo>
                <a:lnTo>
                  <a:pt x="2033888" y="69039"/>
                </a:lnTo>
                <a:lnTo>
                  <a:pt x="2033430" y="69400"/>
                </a:lnTo>
                <a:lnTo>
                  <a:pt x="2032983" y="69770"/>
                </a:lnTo>
                <a:lnTo>
                  <a:pt x="2032545" y="70149"/>
                </a:lnTo>
                <a:lnTo>
                  <a:pt x="2032118" y="70538"/>
                </a:lnTo>
                <a:lnTo>
                  <a:pt x="2031700" y="70935"/>
                </a:lnTo>
                <a:lnTo>
                  <a:pt x="2031292" y="71342"/>
                </a:lnTo>
                <a:lnTo>
                  <a:pt x="2030894" y="71757"/>
                </a:lnTo>
                <a:lnTo>
                  <a:pt x="2030506" y="72182"/>
                </a:lnTo>
                <a:lnTo>
                  <a:pt x="2030128" y="72616"/>
                </a:lnTo>
                <a:lnTo>
                  <a:pt x="2029760" y="73059"/>
                </a:lnTo>
                <a:lnTo>
                  <a:pt x="2029402" y="73511"/>
                </a:lnTo>
                <a:lnTo>
                  <a:pt x="2029053" y="73972"/>
                </a:lnTo>
                <a:lnTo>
                  <a:pt x="2028715" y="74442"/>
                </a:lnTo>
                <a:lnTo>
                  <a:pt x="2028386" y="74921"/>
                </a:lnTo>
                <a:lnTo>
                  <a:pt x="2028068" y="75409"/>
                </a:lnTo>
                <a:lnTo>
                  <a:pt x="2027759" y="75907"/>
                </a:lnTo>
                <a:lnTo>
                  <a:pt x="2027461" y="76412"/>
                </a:lnTo>
                <a:lnTo>
                  <a:pt x="2027177" y="76925"/>
                </a:lnTo>
                <a:lnTo>
                  <a:pt x="2026905" y="77444"/>
                </a:lnTo>
                <a:lnTo>
                  <a:pt x="2026645" y="77971"/>
                </a:lnTo>
                <a:lnTo>
                  <a:pt x="2026399" y="78505"/>
                </a:lnTo>
                <a:lnTo>
                  <a:pt x="2026164" y="79046"/>
                </a:lnTo>
                <a:lnTo>
                  <a:pt x="2025943" y="79594"/>
                </a:lnTo>
                <a:lnTo>
                  <a:pt x="2025734" y="80150"/>
                </a:lnTo>
                <a:lnTo>
                  <a:pt x="2025538" y="80712"/>
                </a:lnTo>
                <a:lnTo>
                  <a:pt x="2025355" y="81282"/>
                </a:lnTo>
                <a:lnTo>
                  <a:pt x="2025184" y="81859"/>
                </a:lnTo>
                <a:lnTo>
                  <a:pt x="2025026" y="82443"/>
                </a:lnTo>
                <a:lnTo>
                  <a:pt x="2024880" y="83034"/>
                </a:lnTo>
                <a:lnTo>
                  <a:pt x="2024747" y="83632"/>
                </a:lnTo>
                <a:lnTo>
                  <a:pt x="2024627" y="84238"/>
                </a:lnTo>
                <a:lnTo>
                  <a:pt x="2024520" y="84850"/>
                </a:lnTo>
                <a:lnTo>
                  <a:pt x="2024425" y="85470"/>
                </a:lnTo>
                <a:lnTo>
                  <a:pt x="2024342" y="86097"/>
                </a:lnTo>
                <a:lnTo>
                  <a:pt x="2024273" y="86731"/>
                </a:lnTo>
                <a:lnTo>
                  <a:pt x="2024216" y="87372"/>
                </a:lnTo>
                <a:lnTo>
                  <a:pt x="2024172" y="88021"/>
                </a:lnTo>
                <a:lnTo>
                  <a:pt x="2024140" y="88676"/>
                </a:lnTo>
                <a:lnTo>
                  <a:pt x="2024121" y="89339"/>
                </a:lnTo>
                <a:lnTo>
                  <a:pt x="2024115" y="90009"/>
                </a:lnTo>
                <a:lnTo>
                  <a:pt x="2024128" y="91018"/>
                </a:lnTo>
                <a:lnTo>
                  <a:pt x="2024170" y="92010"/>
                </a:lnTo>
                <a:lnTo>
                  <a:pt x="2024239" y="92986"/>
                </a:lnTo>
                <a:lnTo>
                  <a:pt x="2024335" y="93946"/>
                </a:lnTo>
                <a:lnTo>
                  <a:pt x="2024459" y="94890"/>
                </a:lnTo>
                <a:lnTo>
                  <a:pt x="2024610" y="95817"/>
                </a:lnTo>
                <a:lnTo>
                  <a:pt x="2024789" y="96729"/>
                </a:lnTo>
                <a:lnTo>
                  <a:pt x="2024995" y="97624"/>
                </a:lnTo>
                <a:lnTo>
                  <a:pt x="2025229" y="98503"/>
                </a:lnTo>
                <a:lnTo>
                  <a:pt x="2025490" y="99365"/>
                </a:lnTo>
                <a:lnTo>
                  <a:pt x="2025779" y="100212"/>
                </a:lnTo>
                <a:lnTo>
                  <a:pt x="2026096" y="101042"/>
                </a:lnTo>
                <a:lnTo>
                  <a:pt x="2026440" y="101856"/>
                </a:lnTo>
                <a:lnTo>
                  <a:pt x="2026811" y="102653"/>
                </a:lnTo>
                <a:lnTo>
                  <a:pt x="2027210" y="103435"/>
                </a:lnTo>
                <a:lnTo>
                  <a:pt x="2027636" y="104200"/>
                </a:lnTo>
                <a:lnTo>
                  <a:pt x="2028090" y="104949"/>
                </a:lnTo>
                <a:lnTo>
                  <a:pt x="2028572" y="105682"/>
                </a:lnTo>
                <a:lnTo>
                  <a:pt x="2029081" y="106398"/>
                </a:lnTo>
                <a:lnTo>
                  <a:pt x="2029617" y="107099"/>
                </a:lnTo>
                <a:lnTo>
                  <a:pt x="2030181" y="107783"/>
                </a:lnTo>
                <a:lnTo>
                  <a:pt x="2030773" y="108451"/>
                </a:lnTo>
                <a:lnTo>
                  <a:pt x="2031392" y="109102"/>
                </a:lnTo>
                <a:lnTo>
                  <a:pt x="2032039" y="109738"/>
                </a:lnTo>
                <a:lnTo>
                  <a:pt x="2032709" y="110352"/>
                </a:lnTo>
                <a:lnTo>
                  <a:pt x="2033398" y="110940"/>
                </a:lnTo>
                <a:lnTo>
                  <a:pt x="2034106" y="111502"/>
                </a:lnTo>
                <a:lnTo>
                  <a:pt x="2034834" y="112038"/>
                </a:lnTo>
                <a:lnTo>
                  <a:pt x="2035581" y="112547"/>
                </a:lnTo>
                <a:lnTo>
                  <a:pt x="2036347" y="113031"/>
                </a:lnTo>
                <a:lnTo>
                  <a:pt x="2037133" y="113488"/>
                </a:lnTo>
                <a:lnTo>
                  <a:pt x="2037937" y="113919"/>
                </a:lnTo>
                <a:lnTo>
                  <a:pt x="2038761" y="114325"/>
                </a:lnTo>
                <a:lnTo>
                  <a:pt x="2039604" y="114704"/>
                </a:lnTo>
                <a:lnTo>
                  <a:pt x="2040467" y="115056"/>
                </a:lnTo>
                <a:lnTo>
                  <a:pt x="2041349" y="115383"/>
                </a:lnTo>
                <a:lnTo>
                  <a:pt x="2042250" y="115684"/>
                </a:lnTo>
                <a:lnTo>
                  <a:pt x="2043170" y="115958"/>
                </a:lnTo>
                <a:lnTo>
                  <a:pt x="2044109" y="116206"/>
                </a:lnTo>
                <a:lnTo>
                  <a:pt x="2045068" y="116429"/>
                </a:lnTo>
                <a:lnTo>
                  <a:pt x="2046046" y="116625"/>
                </a:lnTo>
                <a:lnTo>
                  <a:pt x="2047043" y="116794"/>
                </a:lnTo>
                <a:lnTo>
                  <a:pt x="2048060" y="116938"/>
                </a:lnTo>
                <a:lnTo>
                  <a:pt x="2049095" y="117056"/>
                </a:lnTo>
                <a:lnTo>
                  <a:pt x="2050150" y="117147"/>
                </a:lnTo>
                <a:lnTo>
                  <a:pt x="2051225" y="117213"/>
                </a:lnTo>
                <a:lnTo>
                  <a:pt x="2052318" y="117252"/>
                </a:lnTo>
                <a:lnTo>
                  <a:pt x="2053431" y="117265"/>
                </a:lnTo>
                <a:lnTo>
                  <a:pt x="2054114" y="117261"/>
                </a:lnTo>
                <a:lnTo>
                  <a:pt x="2054788" y="117247"/>
                </a:lnTo>
                <a:lnTo>
                  <a:pt x="2055454" y="117225"/>
                </a:lnTo>
                <a:lnTo>
                  <a:pt x="2056112" y="117195"/>
                </a:lnTo>
                <a:lnTo>
                  <a:pt x="2056761" y="117155"/>
                </a:lnTo>
                <a:lnTo>
                  <a:pt x="2057403" y="117107"/>
                </a:lnTo>
                <a:lnTo>
                  <a:pt x="2058036" y="117049"/>
                </a:lnTo>
                <a:lnTo>
                  <a:pt x="2058661" y="116983"/>
                </a:lnTo>
                <a:lnTo>
                  <a:pt x="2059277" y="116909"/>
                </a:lnTo>
                <a:lnTo>
                  <a:pt x="2059885" y="116825"/>
                </a:lnTo>
                <a:lnTo>
                  <a:pt x="2060486" y="116733"/>
                </a:lnTo>
                <a:lnTo>
                  <a:pt x="2061077" y="116631"/>
                </a:lnTo>
                <a:lnTo>
                  <a:pt x="2061661" y="116521"/>
                </a:lnTo>
                <a:lnTo>
                  <a:pt x="2062236" y="116403"/>
                </a:lnTo>
                <a:lnTo>
                  <a:pt x="2062803" y="116275"/>
                </a:lnTo>
                <a:lnTo>
                  <a:pt x="2063362" y="116139"/>
                </a:lnTo>
                <a:lnTo>
                  <a:pt x="2063913" y="115993"/>
                </a:lnTo>
                <a:lnTo>
                  <a:pt x="2064455" y="115839"/>
                </a:lnTo>
                <a:lnTo>
                  <a:pt x="2064989" y="115677"/>
                </a:lnTo>
                <a:lnTo>
                  <a:pt x="2065515" y="115505"/>
                </a:lnTo>
                <a:lnTo>
                  <a:pt x="2066032" y="115325"/>
                </a:lnTo>
                <a:lnTo>
                  <a:pt x="2066542" y="115136"/>
                </a:lnTo>
                <a:lnTo>
                  <a:pt x="2067043" y="114938"/>
                </a:lnTo>
                <a:lnTo>
                  <a:pt x="2067535" y="114731"/>
                </a:lnTo>
                <a:lnTo>
                  <a:pt x="2068019" y="114516"/>
                </a:lnTo>
                <a:lnTo>
                  <a:pt x="2068494" y="114294"/>
                </a:lnTo>
                <a:lnTo>
                  <a:pt x="2068959" y="114065"/>
                </a:lnTo>
                <a:lnTo>
                  <a:pt x="2069415" y="113828"/>
                </a:lnTo>
                <a:lnTo>
                  <a:pt x="2069862" y="113585"/>
                </a:lnTo>
                <a:lnTo>
                  <a:pt x="2070299" y="113334"/>
                </a:lnTo>
                <a:lnTo>
                  <a:pt x="2070726" y="113076"/>
                </a:lnTo>
                <a:lnTo>
                  <a:pt x="2071145" y="112811"/>
                </a:lnTo>
                <a:lnTo>
                  <a:pt x="2071554" y="112539"/>
                </a:lnTo>
                <a:lnTo>
                  <a:pt x="2071954" y="112260"/>
                </a:lnTo>
                <a:lnTo>
                  <a:pt x="2072344" y="111973"/>
                </a:lnTo>
                <a:lnTo>
                  <a:pt x="2072725" y="111680"/>
                </a:lnTo>
                <a:lnTo>
                  <a:pt x="2073097" y="111379"/>
                </a:lnTo>
                <a:lnTo>
                  <a:pt x="2073459" y="111071"/>
                </a:lnTo>
                <a:lnTo>
                  <a:pt x="2073812" y="110756"/>
                </a:lnTo>
                <a:lnTo>
                  <a:pt x="2074155" y="110434"/>
                </a:lnTo>
                <a:lnTo>
                  <a:pt x="2074490" y="110105"/>
                </a:lnTo>
                <a:lnTo>
                  <a:pt x="2074814" y="109769"/>
                </a:lnTo>
                <a:lnTo>
                  <a:pt x="2075130" y="109425"/>
                </a:lnTo>
                <a:lnTo>
                  <a:pt x="2075436" y="109074"/>
                </a:lnTo>
                <a:lnTo>
                  <a:pt x="2075733" y="108716"/>
                </a:lnTo>
                <a:lnTo>
                  <a:pt x="2076020" y="108351"/>
                </a:lnTo>
                <a:lnTo>
                  <a:pt x="2076298" y="107979"/>
                </a:lnTo>
                <a:lnTo>
                  <a:pt x="2076567" y="107600"/>
                </a:lnTo>
                <a:lnTo>
                  <a:pt x="2076825" y="107214"/>
                </a:lnTo>
                <a:lnTo>
                  <a:pt x="2077073" y="106822"/>
                </a:lnTo>
                <a:lnTo>
                  <a:pt x="2077310" y="106424"/>
                </a:lnTo>
                <a:lnTo>
                  <a:pt x="2077535" y="106019"/>
                </a:lnTo>
                <a:lnTo>
                  <a:pt x="2077750" y="105609"/>
                </a:lnTo>
                <a:lnTo>
                  <a:pt x="2077954" y="105193"/>
                </a:lnTo>
                <a:lnTo>
                  <a:pt x="2078146" y="104771"/>
                </a:lnTo>
                <a:lnTo>
                  <a:pt x="2078328" y="104342"/>
                </a:lnTo>
                <a:lnTo>
                  <a:pt x="2078498" y="103908"/>
                </a:lnTo>
                <a:lnTo>
                  <a:pt x="2078658" y="103467"/>
                </a:lnTo>
                <a:lnTo>
                  <a:pt x="2078807" y="103021"/>
                </a:lnTo>
                <a:lnTo>
                  <a:pt x="2078944" y="102568"/>
                </a:lnTo>
                <a:lnTo>
                  <a:pt x="2079071" y="102109"/>
                </a:lnTo>
                <a:lnTo>
                  <a:pt x="2079186" y="101645"/>
                </a:lnTo>
                <a:lnTo>
                  <a:pt x="2079291" y="101174"/>
                </a:lnTo>
                <a:lnTo>
                  <a:pt x="2079384" y="100697"/>
                </a:lnTo>
                <a:lnTo>
                  <a:pt x="2079467" y="100215"/>
                </a:lnTo>
                <a:lnTo>
                  <a:pt x="2079523" y="99833"/>
                </a:lnTo>
                <a:lnTo>
                  <a:pt x="2079896" y="99833"/>
                </a:lnTo>
                <a:lnTo>
                  <a:pt x="2079896" y="115681"/>
                </a:lnTo>
                <a:lnTo>
                  <a:pt x="2093998" y="115681"/>
                </a:lnTo>
                <a:lnTo>
                  <a:pt x="2093998" y="55779"/>
                </a:lnTo>
                <a:lnTo>
                  <a:pt x="2093984" y="54654"/>
                </a:lnTo>
                <a:lnTo>
                  <a:pt x="2093939" y="53550"/>
                </a:lnTo>
                <a:close/>
                <a:moveTo>
                  <a:pt x="2052872" y="104961"/>
                </a:moveTo>
                <a:lnTo>
                  <a:pt x="2052243" y="104866"/>
                </a:lnTo>
                <a:lnTo>
                  <a:pt x="2051627" y="104756"/>
                </a:lnTo>
                <a:lnTo>
                  <a:pt x="2051023" y="104632"/>
                </a:lnTo>
                <a:lnTo>
                  <a:pt x="2050433" y="104494"/>
                </a:lnTo>
                <a:lnTo>
                  <a:pt x="2049856" y="104341"/>
                </a:lnTo>
                <a:lnTo>
                  <a:pt x="2049291" y="104173"/>
                </a:lnTo>
                <a:lnTo>
                  <a:pt x="2048740" y="103991"/>
                </a:lnTo>
                <a:lnTo>
                  <a:pt x="2048201" y="103794"/>
                </a:lnTo>
                <a:lnTo>
                  <a:pt x="2047676" y="103582"/>
                </a:lnTo>
                <a:lnTo>
                  <a:pt x="2047163" y="103356"/>
                </a:lnTo>
                <a:lnTo>
                  <a:pt x="2046663" y="103116"/>
                </a:lnTo>
                <a:lnTo>
                  <a:pt x="2046176" y="102861"/>
                </a:lnTo>
                <a:lnTo>
                  <a:pt x="2045702" y="102591"/>
                </a:lnTo>
                <a:lnTo>
                  <a:pt x="2045241" y="102306"/>
                </a:lnTo>
                <a:lnTo>
                  <a:pt x="2044793" y="102007"/>
                </a:lnTo>
                <a:lnTo>
                  <a:pt x="2044358" y="101694"/>
                </a:lnTo>
                <a:lnTo>
                  <a:pt x="2043936" y="101366"/>
                </a:lnTo>
                <a:lnTo>
                  <a:pt x="2043527" y="101023"/>
                </a:lnTo>
                <a:lnTo>
                  <a:pt x="2043132" y="100668"/>
                </a:lnTo>
                <a:lnTo>
                  <a:pt x="2042755" y="100302"/>
                </a:lnTo>
                <a:lnTo>
                  <a:pt x="2042394" y="99925"/>
                </a:lnTo>
                <a:lnTo>
                  <a:pt x="2042050" y="99537"/>
                </a:lnTo>
                <a:lnTo>
                  <a:pt x="2041722" y="99139"/>
                </a:lnTo>
                <a:lnTo>
                  <a:pt x="2041412" y="98730"/>
                </a:lnTo>
                <a:lnTo>
                  <a:pt x="2041118" y="98310"/>
                </a:lnTo>
                <a:lnTo>
                  <a:pt x="2040841" y="97880"/>
                </a:lnTo>
                <a:lnTo>
                  <a:pt x="2040581" y="97439"/>
                </a:lnTo>
                <a:lnTo>
                  <a:pt x="2040338" y="96987"/>
                </a:lnTo>
                <a:lnTo>
                  <a:pt x="2040111" y="96524"/>
                </a:lnTo>
                <a:lnTo>
                  <a:pt x="2039901" y="96051"/>
                </a:lnTo>
                <a:lnTo>
                  <a:pt x="2039708" y="95567"/>
                </a:lnTo>
                <a:lnTo>
                  <a:pt x="2039532" y="95072"/>
                </a:lnTo>
                <a:lnTo>
                  <a:pt x="2039373" y="94567"/>
                </a:lnTo>
                <a:lnTo>
                  <a:pt x="2039230" y="94050"/>
                </a:lnTo>
                <a:lnTo>
                  <a:pt x="2039104" y="93524"/>
                </a:lnTo>
                <a:lnTo>
                  <a:pt x="2038995" y="92986"/>
                </a:lnTo>
                <a:lnTo>
                  <a:pt x="2038903" y="92438"/>
                </a:lnTo>
                <a:lnTo>
                  <a:pt x="2038827" y="91878"/>
                </a:lnTo>
                <a:lnTo>
                  <a:pt x="2038769" y="91309"/>
                </a:lnTo>
                <a:lnTo>
                  <a:pt x="2038727" y="90728"/>
                </a:lnTo>
                <a:lnTo>
                  <a:pt x="2038701" y="90137"/>
                </a:lnTo>
                <a:lnTo>
                  <a:pt x="2038693" y="89535"/>
                </a:lnTo>
                <a:lnTo>
                  <a:pt x="2038701" y="88959"/>
                </a:lnTo>
                <a:lnTo>
                  <a:pt x="2038723" y="88392"/>
                </a:lnTo>
                <a:lnTo>
                  <a:pt x="2038761" y="87835"/>
                </a:lnTo>
                <a:lnTo>
                  <a:pt x="2038814" y="87287"/>
                </a:lnTo>
                <a:lnTo>
                  <a:pt x="2038882" y="86750"/>
                </a:lnTo>
                <a:lnTo>
                  <a:pt x="2038965" y="86222"/>
                </a:lnTo>
                <a:lnTo>
                  <a:pt x="2039064" y="85703"/>
                </a:lnTo>
                <a:lnTo>
                  <a:pt x="2039177" y="85194"/>
                </a:lnTo>
                <a:lnTo>
                  <a:pt x="2039306" y="84695"/>
                </a:lnTo>
                <a:lnTo>
                  <a:pt x="2039450" y="84206"/>
                </a:lnTo>
                <a:lnTo>
                  <a:pt x="2039608" y="83726"/>
                </a:lnTo>
                <a:lnTo>
                  <a:pt x="2039782" y="83255"/>
                </a:lnTo>
                <a:lnTo>
                  <a:pt x="2039971" y="82795"/>
                </a:lnTo>
                <a:lnTo>
                  <a:pt x="2040176" y="82344"/>
                </a:lnTo>
                <a:lnTo>
                  <a:pt x="2040395" y="81902"/>
                </a:lnTo>
                <a:lnTo>
                  <a:pt x="2040630" y="81471"/>
                </a:lnTo>
                <a:lnTo>
                  <a:pt x="2040879" y="81048"/>
                </a:lnTo>
                <a:lnTo>
                  <a:pt x="2041144" y="80636"/>
                </a:lnTo>
                <a:lnTo>
                  <a:pt x="2041424" y="80233"/>
                </a:lnTo>
                <a:lnTo>
                  <a:pt x="2041719" y="79840"/>
                </a:lnTo>
                <a:lnTo>
                  <a:pt x="2042029" y="79456"/>
                </a:lnTo>
                <a:lnTo>
                  <a:pt x="2042354" y="79082"/>
                </a:lnTo>
                <a:lnTo>
                  <a:pt x="2042695" y="78718"/>
                </a:lnTo>
                <a:lnTo>
                  <a:pt x="2043050" y="78364"/>
                </a:lnTo>
                <a:lnTo>
                  <a:pt x="2043418" y="78021"/>
                </a:lnTo>
                <a:lnTo>
                  <a:pt x="2043795" y="77693"/>
                </a:lnTo>
                <a:lnTo>
                  <a:pt x="2044181" y="77379"/>
                </a:lnTo>
                <a:lnTo>
                  <a:pt x="2044576" y="77080"/>
                </a:lnTo>
                <a:lnTo>
                  <a:pt x="2044980" y="76796"/>
                </a:lnTo>
                <a:lnTo>
                  <a:pt x="2045393" y="76526"/>
                </a:lnTo>
                <a:lnTo>
                  <a:pt x="2045816" y="76271"/>
                </a:lnTo>
                <a:lnTo>
                  <a:pt x="2046247" y="76030"/>
                </a:lnTo>
                <a:lnTo>
                  <a:pt x="2046687" y="75804"/>
                </a:lnTo>
                <a:lnTo>
                  <a:pt x="2047137" y="75593"/>
                </a:lnTo>
                <a:lnTo>
                  <a:pt x="2047595" y="75396"/>
                </a:lnTo>
                <a:lnTo>
                  <a:pt x="2048063" y="75214"/>
                </a:lnTo>
                <a:lnTo>
                  <a:pt x="2048540" y="75046"/>
                </a:lnTo>
                <a:lnTo>
                  <a:pt x="2049025" y="74893"/>
                </a:lnTo>
                <a:lnTo>
                  <a:pt x="2049520" y="74754"/>
                </a:lnTo>
                <a:lnTo>
                  <a:pt x="2050024" y="74630"/>
                </a:lnTo>
                <a:lnTo>
                  <a:pt x="2050537" y="74521"/>
                </a:lnTo>
                <a:lnTo>
                  <a:pt x="2051059" y="74426"/>
                </a:lnTo>
                <a:lnTo>
                  <a:pt x="2051590" y="74346"/>
                </a:lnTo>
                <a:lnTo>
                  <a:pt x="2052130" y="74280"/>
                </a:lnTo>
                <a:lnTo>
                  <a:pt x="2052679" y="74229"/>
                </a:lnTo>
                <a:lnTo>
                  <a:pt x="2053237" y="74193"/>
                </a:lnTo>
                <a:lnTo>
                  <a:pt x="2053805" y="74171"/>
                </a:lnTo>
                <a:lnTo>
                  <a:pt x="2054381" y="74163"/>
                </a:lnTo>
                <a:lnTo>
                  <a:pt x="2079737" y="74163"/>
                </a:lnTo>
                <a:lnTo>
                  <a:pt x="2079737" y="86365"/>
                </a:lnTo>
                <a:lnTo>
                  <a:pt x="2079726" y="87085"/>
                </a:lnTo>
                <a:lnTo>
                  <a:pt x="2079694" y="87792"/>
                </a:lnTo>
                <a:lnTo>
                  <a:pt x="2079640" y="88487"/>
                </a:lnTo>
                <a:lnTo>
                  <a:pt x="2079565" y="89169"/>
                </a:lnTo>
                <a:lnTo>
                  <a:pt x="2079468" y="89838"/>
                </a:lnTo>
                <a:lnTo>
                  <a:pt x="2079350" y="90495"/>
                </a:lnTo>
                <a:lnTo>
                  <a:pt x="2079211" y="91139"/>
                </a:lnTo>
                <a:lnTo>
                  <a:pt x="2079050" y="91770"/>
                </a:lnTo>
                <a:lnTo>
                  <a:pt x="2078868" y="92389"/>
                </a:lnTo>
                <a:lnTo>
                  <a:pt x="2078664" y="92995"/>
                </a:lnTo>
                <a:lnTo>
                  <a:pt x="2078438" y="93588"/>
                </a:lnTo>
                <a:lnTo>
                  <a:pt x="2078192" y="94169"/>
                </a:lnTo>
                <a:lnTo>
                  <a:pt x="2077923" y="94737"/>
                </a:lnTo>
                <a:lnTo>
                  <a:pt x="2077634" y="95293"/>
                </a:lnTo>
                <a:lnTo>
                  <a:pt x="2077322" y="95836"/>
                </a:lnTo>
                <a:lnTo>
                  <a:pt x="2076990" y="96366"/>
                </a:lnTo>
                <a:lnTo>
                  <a:pt x="2076636" y="96883"/>
                </a:lnTo>
                <a:lnTo>
                  <a:pt x="2076260" y="97388"/>
                </a:lnTo>
                <a:lnTo>
                  <a:pt x="2075863" y="97881"/>
                </a:lnTo>
                <a:lnTo>
                  <a:pt x="2075445" y="98360"/>
                </a:lnTo>
                <a:lnTo>
                  <a:pt x="2075005" y="98827"/>
                </a:lnTo>
                <a:lnTo>
                  <a:pt x="2074543" y="99282"/>
                </a:lnTo>
                <a:lnTo>
                  <a:pt x="2074061" y="99723"/>
                </a:lnTo>
                <a:lnTo>
                  <a:pt x="2073556" y="100152"/>
                </a:lnTo>
                <a:lnTo>
                  <a:pt x="2073034" y="100566"/>
                </a:lnTo>
                <a:lnTo>
                  <a:pt x="2072496" y="100962"/>
                </a:lnTo>
                <a:lnTo>
                  <a:pt x="2071944" y="101341"/>
                </a:lnTo>
                <a:lnTo>
                  <a:pt x="2071377" y="101702"/>
                </a:lnTo>
                <a:lnTo>
                  <a:pt x="2070795" y="102045"/>
                </a:lnTo>
                <a:lnTo>
                  <a:pt x="2070199" y="102371"/>
                </a:lnTo>
                <a:lnTo>
                  <a:pt x="2069587" y="102679"/>
                </a:lnTo>
                <a:lnTo>
                  <a:pt x="2068961" y="102970"/>
                </a:lnTo>
                <a:lnTo>
                  <a:pt x="2068319" y="103242"/>
                </a:lnTo>
                <a:lnTo>
                  <a:pt x="2067663" y="103498"/>
                </a:lnTo>
                <a:lnTo>
                  <a:pt x="2066992" y="103735"/>
                </a:lnTo>
                <a:lnTo>
                  <a:pt x="2066306" y="103955"/>
                </a:lnTo>
                <a:lnTo>
                  <a:pt x="2065606" y="104158"/>
                </a:lnTo>
                <a:lnTo>
                  <a:pt x="2064890" y="104343"/>
                </a:lnTo>
                <a:lnTo>
                  <a:pt x="2064160" y="104510"/>
                </a:lnTo>
                <a:lnTo>
                  <a:pt x="2063414" y="104660"/>
                </a:lnTo>
                <a:lnTo>
                  <a:pt x="2062654" y="104792"/>
                </a:lnTo>
                <a:lnTo>
                  <a:pt x="2061879" y="104906"/>
                </a:lnTo>
                <a:lnTo>
                  <a:pt x="2061090" y="105003"/>
                </a:lnTo>
                <a:lnTo>
                  <a:pt x="2060285" y="105082"/>
                </a:lnTo>
                <a:lnTo>
                  <a:pt x="2059465" y="105144"/>
                </a:lnTo>
                <a:lnTo>
                  <a:pt x="2058631" y="105188"/>
                </a:lnTo>
                <a:lnTo>
                  <a:pt x="2057782" y="105214"/>
                </a:lnTo>
                <a:lnTo>
                  <a:pt x="2056918" y="105223"/>
                </a:lnTo>
                <a:lnTo>
                  <a:pt x="2056211" y="105216"/>
                </a:lnTo>
                <a:lnTo>
                  <a:pt x="2055517" y="105194"/>
                </a:lnTo>
                <a:lnTo>
                  <a:pt x="2054837" y="105157"/>
                </a:lnTo>
                <a:lnTo>
                  <a:pt x="2054169" y="105106"/>
                </a:lnTo>
                <a:lnTo>
                  <a:pt x="2053514" y="105041"/>
                </a:lnTo>
                <a:lnTo>
                  <a:pt x="2052872" y="104961"/>
                </a:lnTo>
                <a:close/>
                <a:moveTo>
                  <a:pt x="2280184" y="54654"/>
                </a:moveTo>
                <a:lnTo>
                  <a:pt x="2280140" y="53550"/>
                </a:lnTo>
                <a:lnTo>
                  <a:pt x="2280066" y="52466"/>
                </a:lnTo>
                <a:lnTo>
                  <a:pt x="2279963" y="51404"/>
                </a:lnTo>
                <a:lnTo>
                  <a:pt x="2279831" y="50362"/>
                </a:lnTo>
                <a:lnTo>
                  <a:pt x="2279669" y="49342"/>
                </a:lnTo>
                <a:lnTo>
                  <a:pt x="2279478" y="48342"/>
                </a:lnTo>
                <a:lnTo>
                  <a:pt x="2279257" y="47363"/>
                </a:lnTo>
                <a:lnTo>
                  <a:pt x="2279007" y="46405"/>
                </a:lnTo>
                <a:lnTo>
                  <a:pt x="2278727" y="45468"/>
                </a:lnTo>
                <a:lnTo>
                  <a:pt x="2278418" y="44552"/>
                </a:lnTo>
                <a:lnTo>
                  <a:pt x="2278079" y="43657"/>
                </a:lnTo>
                <a:lnTo>
                  <a:pt x="2277711" y="42783"/>
                </a:lnTo>
                <a:lnTo>
                  <a:pt x="2277314" y="41929"/>
                </a:lnTo>
                <a:lnTo>
                  <a:pt x="2276887" y="41097"/>
                </a:lnTo>
                <a:lnTo>
                  <a:pt x="2276431" y="40285"/>
                </a:lnTo>
                <a:lnTo>
                  <a:pt x="2275945" y="39495"/>
                </a:lnTo>
                <a:lnTo>
                  <a:pt x="2275430" y="38725"/>
                </a:lnTo>
                <a:lnTo>
                  <a:pt x="2274885" y="37976"/>
                </a:lnTo>
                <a:lnTo>
                  <a:pt x="2274311" y="37249"/>
                </a:lnTo>
                <a:lnTo>
                  <a:pt x="2273708" y="36542"/>
                </a:lnTo>
                <a:lnTo>
                  <a:pt x="2273075" y="35856"/>
                </a:lnTo>
                <a:lnTo>
                  <a:pt x="2272413" y="35191"/>
                </a:lnTo>
                <a:lnTo>
                  <a:pt x="2271721" y="34546"/>
                </a:lnTo>
                <a:lnTo>
                  <a:pt x="2271002" y="33926"/>
                </a:lnTo>
                <a:lnTo>
                  <a:pt x="2270257" y="33331"/>
                </a:lnTo>
                <a:lnTo>
                  <a:pt x="2269487" y="32764"/>
                </a:lnTo>
                <a:lnTo>
                  <a:pt x="2268690" y="32222"/>
                </a:lnTo>
                <a:lnTo>
                  <a:pt x="2267869" y="31707"/>
                </a:lnTo>
                <a:lnTo>
                  <a:pt x="2267022" y="31218"/>
                </a:lnTo>
                <a:lnTo>
                  <a:pt x="2266149" y="30756"/>
                </a:lnTo>
                <a:lnTo>
                  <a:pt x="2265250" y="30320"/>
                </a:lnTo>
                <a:lnTo>
                  <a:pt x="2264326" y="29911"/>
                </a:lnTo>
                <a:lnTo>
                  <a:pt x="2263377" y="29528"/>
                </a:lnTo>
                <a:lnTo>
                  <a:pt x="2262402" y="29171"/>
                </a:lnTo>
                <a:lnTo>
                  <a:pt x="2261401" y="28841"/>
                </a:lnTo>
                <a:lnTo>
                  <a:pt x="2260375" y="28537"/>
                </a:lnTo>
                <a:lnTo>
                  <a:pt x="2259323" y="28260"/>
                </a:lnTo>
                <a:lnTo>
                  <a:pt x="2258245" y="28009"/>
                </a:lnTo>
                <a:lnTo>
                  <a:pt x="2257142" y="27785"/>
                </a:lnTo>
                <a:lnTo>
                  <a:pt x="2256013" y="27586"/>
                </a:lnTo>
                <a:lnTo>
                  <a:pt x="2254859" y="27415"/>
                </a:lnTo>
                <a:lnTo>
                  <a:pt x="2253679" y="27269"/>
                </a:lnTo>
                <a:lnTo>
                  <a:pt x="2252474" y="27151"/>
                </a:lnTo>
                <a:lnTo>
                  <a:pt x="2251242" y="27058"/>
                </a:lnTo>
                <a:lnTo>
                  <a:pt x="2249986" y="26992"/>
                </a:lnTo>
                <a:lnTo>
                  <a:pt x="2248704" y="26953"/>
                </a:lnTo>
                <a:lnTo>
                  <a:pt x="2247396" y="26939"/>
                </a:lnTo>
                <a:lnTo>
                  <a:pt x="2246191" y="26951"/>
                </a:lnTo>
                <a:lnTo>
                  <a:pt x="2245006" y="26986"/>
                </a:lnTo>
                <a:lnTo>
                  <a:pt x="2243841" y="27045"/>
                </a:lnTo>
                <a:lnTo>
                  <a:pt x="2242697" y="27126"/>
                </a:lnTo>
                <a:lnTo>
                  <a:pt x="2241572" y="27232"/>
                </a:lnTo>
                <a:lnTo>
                  <a:pt x="2240468" y="27360"/>
                </a:lnTo>
                <a:lnTo>
                  <a:pt x="2239384" y="27512"/>
                </a:lnTo>
                <a:lnTo>
                  <a:pt x="2238319" y="27688"/>
                </a:lnTo>
                <a:lnTo>
                  <a:pt x="2237275" y="27886"/>
                </a:lnTo>
                <a:lnTo>
                  <a:pt x="2236251" y="28108"/>
                </a:lnTo>
                <a:lnTo>
                  <a:pt x="2235247" y="28354"/>
                </a:lnTo>
                <a:lnTo>
                  <a:pt x="2234263" y="28623"/>
                </a:lnTo>
                <a:lnTo>
                  <a:pt x="2233300" y="28915"/>
                </a:lnTo>
                <a:lnTo>
                  <a:pt x="2232356" y="29231"/>
                </a:lnTo>
                <a:lnTo>
                  <a:pt x="2231432" y="29570"/>
                </a:lnTo>
                <a:lnTo>
                  <a:pt x="2230529" y="29932"/>
                </a:lnTo>
                <a:lnTo>
                  <a:pt x="2229645" y="30318"/>
                </a:lnTo>
                <a:lnTo>
                  <a:pt x="2228782" y="30727"/>
                </a:lnTo>
                <a:lnTo>
                  <a:pt x="2227938" y="31160"/>
                </a:lnTo>
                <a:lnTo>
                  <a:pt x="2227115" y="31616"/>
                </a:lnTo>
                <a:lnTo>
                  <a:pt x="2226312" y="32095"/>
                </a:lnTo>
                <a:lnTo>
                  <a:pt x="2225529" y="32598"/>
                </a:lnTo>
                <a:lnTo>
                  <a:pt x="2224766" y="33124"/>
                </a:lnTo>
                <a:lnTo>
                  <a:pt x="2224023" y="33674"/>
                </a:lnTo>
                <a:lnTo>
                  <a:pt x="2223304" y="34241"/>
                </a:lnTo>
                <a:lnTo>
                  <a:pt x="2222613" y="34821"/>
                </a:lnTo>
                <a:lnTo>
                  <a:pt x="2221949" y="35413"/>
                </a:lnTo>
                <a:lnTo>
                  <a:pt x="2221314" y="36017"/>
                </a:lnTo>
                <a:lnTo>
                  <a:pt x="2220706" y="36634"/>
                </a:lnTo>
                <a:lnTo>
                  <a:pt x="2220126" y="37264"/>
                </a:lnTo>
                <a:lnTo>
                  <a:pt x="2219574" y="37905"/>
                </a:lnTo>
                <a:lnTo>
                  <a:pt x="2219049" y="38559"/>
                </a:lnTo>
                <a:lnTo>
                  <a:pt x="2218552" y="39226"/>
                </a:lnTo>
                <a:lnTo>
                  <a:pt x="2218083" y="39905"/>
                </a:lnTo>
                <a:lnTo>
                  <a:pt x="2217642" y="40596"/>
                </a:lnTo>
                <a:lnTo>
                  <a:pt x="2217229" y="41299"/>
                </a:lnTo>
                <a:lnTo>
                  <a:pt x="2216843" y="42015"/>
                </a:lnTo>
                <a:lnTo>
                  <a:pt x="2216485" y="42744"/>
                </a:lnTo>
                <a:lnTo>
                  <a:pt x="2216155" y="43484"/>
                </a:lnTo>
                <a:lnTo>
                  <a:pt x="2215853" y="44238"/>
                </a:lnTo>
                <a:lnTo>
                  <a:pt x="2215579" y="45003"/>
                </a:lnTo>
                <a:lnTo>
                  <a:pt x="2215332" y="45781"/>
                </a:lnTo>
                <a:lnTo>
                  <a:pt x="2215113" y="46571"/>
                </a:lnTo>
                <a:lnTo>
                  <a:pt x="2214922" y="47374"/>
                </a:lnTo>
                <a:lnTo>
                  <a:pt x="2214759" y="48189"/>
                </a:lnTo>
                <a:lnTo>
                  <a:pt x="2214623" y="49017"/>
                </a:lnTo>
                <a:lnTo>
                  <a:pt x="2214515" y="49856"/>
                </a:lnTo>
                <a:lnTo>
                  <a:pt x="2214435" y="50709"/>
                </a:lnTo>
                <a:lnTo>
                  <a:pt x="2228697" y="50709"/>
                </a:lnTo>
                <a:lnTo>
                  <a:pt x="2228732" y="50264"/>
                </a:lnTo>
                <a:lnTo>
                  <a:pt x="2228783" y="49827"/>
                </a:lnTo>
                <a:lnTo>
                  <a:pt x="2228850" y="49399"/>
                </a:lnTo>
                <a:lnTo>
                  <a:pt x="2228935" y="48979"/>
                </a:lnTo>
                <a:lnTo>
                  <a:pt x="2229035" y="48567"/>
                </a:lnTo>
                <a:lnTo>
                  <a:pt x="2229153" y="48163"/>
                </a:lnTo>
                <a:lnTo>
                  <a:pt x="2229286" y="47768"/>
                </a:lnTo>
                <a:lnTo>
                  <a:pt x="2229436" y="47381"/>
                </a:lnTo>
                <a:lnTo>
                  <a:pt x="2229603" y="47002"/>
                </a:lnTo>
                <a:lnTo>
                  <a:pt x="2229786" y="46632"/>
                </a:lnTo>
                <a:lnTo>
                  <a:pt x="2229986" y="46269"/>
                </a:lnTo>
                <a:lnTo>
                  <a:pt x="2230202" y="45915"/>
                </a:lnTo>
                <a:lnTo>
                  <a:pt x="2230435" y="45570"/>
                </a:lnTo>
                <a:lnTo>
                  <a:pt x="2230684" y="45232"/>
                </a:lnTo>
                <a:lnTo>
                  <a:pt x="2230950" y="44903"/>
                </a:lnTo>
                <a:lnTo>
                  <a:pt x="2231232" y="44582"/>
                </a:lnTo>
                <a:lnTo>
                  <a:pt x="2231531" y="44269"/>
                </a:lnTo>
                <a:lnTo>
                  <a:pt x="2231846" y="43965"/>
                </a:lnTo>
                <a:lnTo>
                  <a:pt x="2232178" y="43668"/>
                </a:lnTo>
                <a:lnTo>
                  <a:pt x="2232526" y="43380"/>
                </a:lnTo>
                <a:lnTo>
                  <a:pt x="2232891" y="43100"/>
                </a:lnTo>
                <a:lnTo>
                  <a:pt x="2233272" y="42829"/>
                </a:lnTo>
                <a:lnTo>
                  <a:pt x="2233670" y="42566"/>
                </a:lnTo>
                <a:lnTo>
                  <a:pt x="2234084" y="42311"/>
                </a:lnTo>
                <a:lnTo>
                  <a:pt x="2234512" y="42065"/>
                </a:lnTo>
                <a:lnTo>
                  <a:pt x="2234952" y="41830"/>
                </a:lnTo>
                <a:lnTo>
                  <a:pt x="2235402" y="41605"/>
                </a:lnTo>
                <a:lnTo>
                  <a:pt x="2235863" y="41391"/>
                </a:lnTo>
                <a:lnTo>
                  <a:pt x="2236335" y="41187"/>
                </a:lnTo>
                <a:lnTo>
                  <a:pt x="2236818" y="40994"/>
                </a:lnTo>
                <a:lnTo>
                  <a:pt x="2237312" y="40811"/>
                </a:lnTo>
                <a:lnTo>
                  <a:pt x="2237817" y="40638"/>
                </a:lnTo>
                <a:lnTo>
                  <a:pt x="2238333" y="40476"/>
                </a:lnTo>
                <a:lnTo>
                  <a:pt x="2238860" y="40325"/>
                </a:lnTo>
                <a:lnTo>
                  <a:pt x="2239398" y="40184"/>
                </a:lnTo>
                <a:lnTo>
                  <a:pt x="2239948" y="40053"/>
                </a:lnTo>
                <a:lnTo>
                  <a:pt x="2240508" y="39933"/>
                </a:lnTo>
                <a:lnTo>
                  <a:pt x="2241079" y="39823"/>
                </a:lnTo>
                <a:lnTo>
                  <a:pt x="2241661" y="39724"/>
                </a:lnTo>
                <a:lnTo>
                  <a:pt x="2242254" y="39635"/>
                </a:lnTo>
                <a:lnTo>
                  <a:pt x="2242858" y="39556"/>
                </a:lnTo>
                <a:lnTo>
                  <a:pt x="2243473" y="39488"/>
                </a:lnTo>
                <a:lnTo>
                  <a:pt x="2244100" y="39431"/>
                </a:lnTo>
                <a:lnTo>
                  <a:pt x="2244737" y="39384"/>
                </a:lnTo>
                <a:lnTo>
                  <a:pt x="2245385" y="39347"/>
                </a:lnTo>
                <a:lnTo>
                  <a:pt x="2246044" y="39321"/>
                </a:lnTo>
                <a:lnTo>
                  <a:pt x="2246714" y="39306"/>
                </a:lnTo>
                <a:lnTo>
                  <a:pt x="2247396" y="39300"/>
                </a:lnTo>
                <a:lnTo>
                  <a:pt x="2248167" y="39308"/>
                </a:lnTo>
                <a:lnTo>
                  <a:pt x="2248921" y="39329"/>
                </a:lnTo>
                <a:lnTo>
                  <a:pt x="2249659" y="39366"/>
                </a:lnTo>
                <a:lnTo>
                  <a:pt x="2250380" y="39417"/>
                </a:lnTo>
                <a:lnTo>
                  <a:pt x="2251085" y="39483"/>
                </a:lnTo>
                <a:lnTo>
                  <a:pt x="2251774" y="39563"/>
                </a:lnTo>
                <a:lnTo>
                  <a:pt x="2252446" y="39658"/>
                </a:lnTo>
                <a:lnTo>
                  <a:pt x="2253101" y="39767"/>
                </a:lnTo>
                <a:lnTo>
                  <a:pt x="2253740" y="39891"/>
                </a:lnTo>
                <a:lnTo>
                  <a:pt x="2254362" y="40029"/>
                </a:lnTo>
                <a:lnTo>
                  <a:pt x="2254968" y="40183"/>
                </a:lnTo>
                <a:lnTo>
                  <a:pt x="2255557" y="40350"/>
                </a:lnTo>
                <a:lnTo>
                  <a:pt x="2256130" y="40533"/>
                </a:lnTo>
                <a:lnTo>
                  <a:pt x="2256686" y="40729"/>
                </a:lnTo>
                <a:lnTo>
                  <a:pt x="2257226" y="40941"/>
                </a:lnTo>
                <a:lnTo>
                  <a:pt x="2257749" y="41167"/>
                </a:lnTo>
                <a:lnTo>
                  <a:pt x="2258256" y="41408"/>
                </a:lnTo>
                <a:lnTo>
                  <a:pt x="2258746" y="41663"/>
                </a:lnTo>
                <a:lnTo>
                  <a:pt x="2259220" y="41933"/>
                </a:lnTo>
                <a:lnTo>
                  <a:pt x="2259677" y="42217"/>
                </a:lnTo>
                <a:lnTo>
                  <a:pt x="2260118" y="42516"/>
                </a:lnTo>
                <a:lnTo>
                  <a:pt x="2260542" y="42830"/>
                </a:lnTo>
                <a:lnTo>
                  <a:pt x="2260949" y="43158"/>
                </a:lnTo>
                <a:lnTo>
                  <a:pt x="2261340" y="43500"/>
                </a:lnTo>
                <a:lnTo>
                  <a:pt x="2261716" y="43858"/>
                </a:lnTo>
                <a:lnTo>
                  <a:pt x="2262075" y="44230"/>
                </a:lnTo>
                <a:lnTo>
                  <a:pt x="2262418" y="44618"/>
                </a:lnTo>
                <a:lnTo>
                  <a:pt x="2262745" y="45021"/>
                </a:lnTo>
                <a:lnTo>
                  <a:pt x="2263056" y="45439"/>
                </a:lnTo>
                <a:lnTo>
                  <a:pt x="2263352" y="45872"/>
                </a:lnTo>
                <a:lnTo>
                  <a:pt x="2263631" y="46320"/>
                </a:lnTo>
                <a:lnTo>
                  <a:pt x="2263894" y="46783"/>
                </a:lnTo>
                <a:lnTo>
                  <a:pt x="2264142" y="47262"/>
                </a:lnTo>
                <a:lnTo>
                  <a:pt x="2264373" y="47755"/>
                </a:lnTo>
                <a:lnTo>
                  <a:pt x="2264588" y="48264"/>
                </a:lnTo>
                <a:lnTo>
                  <a:pt x="2264788" y="48788"/>
                </a:lnTo>
                <a:lnTo>
                  <a:pt x="2264972" y="49327"/>
                </a:lnTo>
                <a:lnTo>
                  <a:pt x="2265139" y="49881"/>
                </a:lnTo>
                <a:lnTo>
                  <a:pt x="2265291" y="50451"/>
                </a:lnTo>
                <a:lnTo>
                  <a:pt x="2265426" y="51035"/>
                </a:lnTo>
                <a:lnTo>
                  <a:pt x="2265546" y="51635"/>
                </a:lnTo>
                <a:lnTo>
                  <a:pt x="2265650" y="52249"/>
                </a:lnTo>
                <a:lnTo>
                  <a:pt x="2265738" y="52879"/>
                </a:lnTo>
                <a:lnTo>
                  <a:pt x="2265809" y="53524"/>
                </a:lnTo>
                <a:lnTo>
                  <a:pt x="2265865" y="54184"/>
                </a:lnTo>
                <a:lnTo>
                  <a:pt x="2265905" y="54860"/>
                </a:lnTo>
                <a:lnTo>
                  <a:pt x="2265929" y="55550"/>
                </a:lnTo>
                <a:lnTo>
                  <a:pt x="2265937" y="56256"/>
                </a:lnTo>
                <a:lnTo>
                  <a:pt x="2265937" y="63070"/>
                </a:lnTo>
                <a:lnTo>
                  <a:pt x="2238998" y="63070"/>
                </a:lnTo>
                <a:lnTo>
                  <a:pt x="2238301" y="63075"/>
                </a:lnTo>
                <a:lnTo>
                  <a:pt x="2237611" y="63093"/>
                </a:lnTo>
                <a:lnTo>
                  <a:pt x="2236928" y="63123"/>
                </a:lnTo>
                <a:lnTo>
                  <a:pt x="2236251" y="63164"/>
                </a:lnTo>
                <a:lnTo>
                  <a:pt x="2235581" y="63217"/>
                </a:lnTo>
                <a:lnTo>
                  <a:pt x="2234918" y="63282"/>
                </a:lnTo>
                <a:lnTo>
                  <a:pt x="2234261" y="63359"/>
                </a:lnTo>
                <a:lnTo>
                  <a:pt x="2233610" y="63448"/>
                </a:lnTo>
                <a:lnTo>
                  <a:pt x="2232967" y="63549"/>
                </a:lnTo>
                <a:lnTo>
                  <a:pt x="2232330" y="63661"/>
                </a:lnTo>
                <a:lnTo>
                  <a:pt x="2231699" y="63785"/>
                </a:lnTo>
                <a:lnTo>
                  <a:pt x="2231075" y="63921"/>
                </a:lnTo>
                <a:lnTo>
                  <a:pt x="2230458" y="64069"/>
                </a:lnTo>
                <a:lnTo>
                  <a:pt x="2229847" y="64229"/>
                </a:lnTo>
                <a:lnTo>
                  <a:pt x="2229243" y="64400"/>
                </a:lnTo>
                <a:lnTo>
                  <a:pt x="2228645" y="64584"/>
                </a:lnTo>
                <a:lnTo>
                  <a:pt x="2228054" y="64779"/>
                </a:lnTo>
                <a:lnTo>
                  <a:pt x="2227470" y="64986"/>
                </a:lnTo>
                <a:lnTo>
                  <a:pt x="2226892" y="65205"/>
                </a:lnTo>
                <a:lnTo>
                  <a:pt x="2226321" y="65436"/>
                </a:lnTo>
                <a:lnTo>
                  <a:pt x="2225757" y="65678"/>
                </a:lnTo>
                <a:lnTo>
                  <a:pt x="2225199" y="65932"/>
                </a:lnTo>
                <a:lnTo>
                  <a:pt x="2224647" y="66199"/>
                </a:lnTo>
                <a:lnTo>
                  <a:pt x="2224103" y="66477"/>
                </a:lnTo>
                <a:lnTo>
                  <a:pt x="2223566" y="66765"/>
                </a:lnTo>
                <a:lnTo>
                  <a:pt x="2223040" y="67063"/>
                </a:lnTo>
                <a:lnTo>
                  <a:pt x="2222523" y="67369"/>
                </a:lnTo>
                <a:lnTo>
                  <a:pt x="2222016" y="67685"/>
                </a:lnTo>
                <a:lnTo>
                  <a:pt x="2221519" y="68010"/>
                </a:lnTo>
                <a:lnTo>
                  <a:pt x="2221032" y="68344"/>
                </a:lnTo>
                <a:lnTo>
                  <a:pt x="2220555" y="68687"/>
                </a:lnTo>
                <a:lnTo>
                  <a:pt x="2220088" y="69039"/>
                </a:lnTo>
                <a:lnTo>
                  <a:pt x="2219631" y="69400"/>
                </a:lnTo>
                <a:lnTo>
                  <a:pt x="2219183" y="69770"/>
                </a:lnTo>
                <a:lnTo>
                  <a:pt x="2218746" y="70149"/>
                </a:lnTo>
                <a:lnTo>
                  <a:pt x="2218318" y="70538"/>
                </a:lnTo>
                <a:lnTo>
                  <a:pt x="2217901" y="70935"/>
                </a:lnTo>
                <a:lnTo>
                  <a:pt x="2217493" y="71342"/>
                </a:lnTo>
                <a:lnTo>
                  <a:pt x="2217095" y="71757"/>
                </a:lnTo>
                <a:lnTo>
                  <a:pt x="2216707" y="72182"/>
                </a:lnTo>
                <a:lnTo>
                  <a:pt x="2216329" y="72616"/>
                </a:lnTo>
                <a:lnTo>
                  <a:pt x="2215960" y="73059"/>
                </a:lnTo>
                <a:lnTo>
                  <a:pt x="2215602" y="73511"/>
                </a:lnTo>
                <a:lnTo>
                  <a:pt x="2215254" y="73972"/>
                </a:lnTo>
                <a:lnTo>
                  <a:pt x="2214915" y="74442"/>
                </a:lnTo>
                <a:lnTo>
                  <a:pt x="2214587" y="74921"/>
                </a:lnTo>
                <a:lnTo>
                  <a:pt x="2214268" y="75409"/>
                </a:lnTo>
                <a:lnTo>
                  <a:pt x="2213959" y="75907"/>
                </a:lnTo>
                <a:lnTo>
                  <a:pt x="2213662" y="76412"/>
                </a:lnTo>
                <a:lnTo>
                  <a:pt x="2213377" y="76925"/>
                </a:lnTo>
                <a:lnTo>
                  <a:pt x="2213105" y="77444"/>
                </a:lnTo>
                <a:lnTo>
                  <a:pt x="2212846" y="77971"/>
                </a:lnTo>
                <a:lnTo>
                  <a:pt x="2212599" y="78505"/>
                </a:lnTo>
                <a:lnTo>
                  <a:pt x="2212365" y="79046"/>
                </a:lnTo>
                <a:lnTo>
                  <a:pt x="2212143" y="79594"/>
                </a:lnTo>
                <a:lnTo>
                  <a:pt x="2211935" y="80150"/>
                </a:lnTo>
                <a:lnTo>
                  <a:pt x="2211739" y="80712"/>
                </a:lnTo>
                <a:lnTo>
                  <a:pt x="2211555" y="81282"/>
                </a:lnTo>
                <a:lnTo>
                  <a:pt x="2211384" y="81859"/>
                </a:lnTo>
                <a:lnTo>
                  <a:pt x="2211226" y="82443"/>
                </a:lnTo>
                <a:lnTo>
                  <a:pt x="2211081" y="83034"/>
                </a:lnTo>
                <a:lnTo>
                  <a:pt x="2210948" y="83632"/>
                </a:lnTo>
                <a:lnTo>
                  <a:pt x="2210828" y="84238"/>
                </a:lnTo>
                <a:lnTo>
                  <a:pt x="2210720" y="84850"/>
                </a:lnTo>
                <a:lnTo>
                  <a:pt x="2210625" y="85470"/>
                </a:lnTo>
                <a:lnTo>
                  <a:pt x="2210543" y="86097"/>
                </a:lnTo>
                <a:lnTo>
                  <a:pt x="2210473" y="86731"/>
                </a:lnTo>
                <a:lnTo>
                  <a:pt x="2210416" y="87372"/>
                </a:lnTo>
                <a:lnTo>
                  <a:pt x="2210372" y="88021"/>
                </a:lnTo>
                <a:lnTo>
                  <a:pt x="2210340" y="88676"/>
                </a:lnTo>
                <a:lnTo>
                  <a:pt x="2210321" y="89339"/>
                </a:lnTo>
                <a:lnTo>
                  <a:pt x="2210315" y="90009"/>
                </a:lnTo>
                <a:lnTo>
                  <a:pt x="2210329" y="91018"/>
                </a:lnTo>
                <a:lnTo>
                  <a:pt x="2210370" y="92010"/>
                </a:lnTo>
                <a:lnTo>
                  <a:pt x="2210439" y="92986"/>
                </a:lnTo>
                <a:lnTo>
                  <a:pt x="2210535" y="93946"/>
                </a:lnTo>
                <a:lnTo>
                  <a:pt x="2210659" y="94890"/>
                </a:lnTo>
                <a:lnTo>
                  <a:pt x="2210810" y="95817"/>
                </a:lnTo>
                <a:lnTo>
                  <a:pt x="2210989" y="96729"/>
                </a:lnTo>
                <a:lnTo>
                  <a:pt x="2211196" y="97624"/>
                </a:lnTo>
                <a:lnTo>
                  <a:pt x="2211429" y="98503"/>
                </a:lnTo>
                <a:lnTo>
                  <a:pt x="2211691" y="99365"/>
                </a:lnTo>
                <a:lnTo>
                  <a:pt x="2211980" y="100212"/>
                </a:lnTo>
                <a:lnTo>
                  <a:pt x="2212296" y="101042"/>
                </a:lnTo>
                <a:lnTo>
                  <a:pt x="2212640" y="101856"/>
                </a:lnTo>
                <a:lnTo>
                  <a:pt x="2213011" y="102653"/>
                </a:lnTo>
                <a:lnTo>
                  <a:pt x="2213410" y="103435"/>
                </a:lnTo>
                <a:lnTo>
                  <a:pt x="2213837" y="104200"/>
                </a:lnTo>
                <a:lnTo>
                  <a:pt x="2214291" y="104949"/>
                </a:lnTo>
                <a:lnTo>
                  <a:pt x="2214772" y="105682"/>
                </a:lnTo>
                <a:lnTo>
                  <a:pt x="2215281" y="106398"/>
                </a:lnTo>
                <a:lnTo>
                  <a:pt x="2215818" y="107099"/>
                </a:lnTo>
                <a:lnTo>
                  <a:pt x="2216382" y="107783"/>
                </a:lnTo>
                <a:lnTo>
                  <a:pt x="2216973" y="108451"/>
                </a:lnTo>
                <a:lnTo>
                  <a:pt x="2217592" y="109102"/>
                </a:lnTo>
                <a:lnTo>
                  <a:pt x="2218239" y="109738"/>
                </a:lnTo>
                <a:lnTo>
                  <a:pt x="2218909" y="110352"/>
                </a:lnTo>
                <a:lnTo>
                  <a:pt x="2219598" y="110940"/>
                </a:lnTo>
                <a:lnTo>
                  <a:pt x="2220307" y="111502"/>
                </a:lnTo>
                <a:lnTo>
                  <a:pt x="2221034" y="112038"/>
                </a:lnTo>
                <a:lnTo>
                  <a:pt x="2221781" y="112547"/>
                </a:lnTo>
                <a:lnTo>
                  <a:pt x="2222548" y="113031"/>
                </a:lnTo>
                <a:lnTo>
                  <a:pt x="2223333" y="113488"/>
                </a:lnTo>
                <a:lnTo>
                  <a:pt x="2224138" y="113919"/>
                </a:lnTo>
                <a:lnTo>
                  <a:pt x="2224962" y="114325"/>
                </a:lnTo>
                <a:lnTo>
                  <a:pt x="2225805" y="114704"/>
                </a:lnTo>
                <a:lnTo>
                  <a:pt x="2226667" y="115056"/>
                </a:lnTo>
                <a:lnTo>
                  <a:pt x="2227549" y="115383"/>
                </a:lnTo>
                <a:lnTo>
                  <a:pt x="2228450" y="115684"/>
                </a:lnTo>
                <a:lnTo>
                  <a:pt x="2229370" y="115958"/>
                </a:lnTo>
                <a:lnTo>
                  <a:pt x="2230310" y="116206"/>
                </a:lnTo>
                <a:lnTo>
                  <a:pt x="2231268" y="116429"/>
                </a:lnTo>
                <a:lnTo>
                  <a:pt x="2232246" y="116625"/>
                </a:lnTo>
                <a:lnTo>
                  <a:pt x="2233244" y="116794"/>
                </a:lnTo>
                <a:lnTo>
                  <a:pt x="2234260" y="116938"/>
                </a:lnTo>
                <a:lnTo>
                  <a:pt x="2235296" y="117056"/>
                </a:lnTo>
                <a:lnTo>
                  <a:pt x="2236351" y="117147"/>
                </a:lnTo>
                <a:lnTo>
                  <a:pt x="2237425" y="117213"/>
                </a:lnTo>
                <a:lnTo>
                  <a:pt x="2238519" y="117252"/>
                </a:lnTo>
                <a:lnTo>
                  <a:pt x="2239631" y="117265"/>
                </a:lnTo>
                <a:lnTo>
                  <a:pt x="2240314" y="117261"/>
                </a:lnTo>
                <a:lnTo>
                  <a:pt x="2240988" y="117247"/>
                </a:lnTo>
                <a:lnTo>
                  <a:pt x="2241654" y="117225"/>
                </a:lnTo>
                <a:lnTo>
                  <a:pt x="2242312" y="117195"/>
                </a:lnTo>
                <a:lnTo>
                  <a:pt x="2242962" y="117155"/>
                </a:lnTo>
                <a:lnTo>
                  <a:pt x="2243603" y="117107"/>
                </a:lnTo>
                <a:lnTo>
                  <a:pt x="2244236" y="117049"/>
                </a:lnTo>
                <a:lnTo>
                  <a:pt x="2244861" y="116983"/>
                </a:lnTo>
                <a:lnTo>
                  <a:pt x="2245478" y="116909"/>
                </a:lnTo>
                <a:lnTo>
                  <a:pt x="2246086" y="116825"/>
                </a:lnTo>
                <a:lnTo>
                  <a:pt x="2246686" y="116733"/>
                </a:lnTo>
                <a:lnTo>
                  <a:pt x="2247278" y="116631"/>
                </a:lnTo>
                <a:lnTo>
                  <a:pt x="2247861" y="116521"/>
                </a:lnTo>
                <a:lnTo>
                  <a:pt x="2248437" y="116403"/>
                </a:lnTo>
                <a:lnTo>
                  <a:pt x="2249004" y="116275"/>
                </a:lnTo>
                <a:lnTo>
                  <a:pt x="2249562" y="116139"/>
                </a:lnTo>
                <a:lnTo>
                  <a:pt x="2250113" y="115993"/>
                </a:lnTo>
                <a:lnTo>
                  <a:pt x="2250655" y="115839"/>
                </a:lnTo>
                <a:lnTo>
                  <a:pt x="2251189" y="115677"/>
                </a:lnTo>
                <a:lnTo>
                  <a:pt x="2251715" y="115505"/>
                </a:lnTo>
                <a:lnTo>
                  <a:pt x="2252233" y="115325"/>
                </a:lnTo>
                <a:lnTo>
                  <a:pt x="2252742" y="115136"/>
                </a:lnTo>
                <a:lnTo>
                  <a:pt x="2253243" y="114938"/>
                </a:lnTo>
                <a:lnTo>
                  <a:pt x="2253736" y="114731"/>
                </a:lnTo>
                <a:lnTo>
                  <a:pt x="2254220" y="114516"/>
                </a:lnTo>
                <a:lnTo>
                  <a:pt x="2254694" y="114294"/>
                </a:lnTo>
                <a:lnTo>
                  <a:pt x="2255160" y="114065"/>
                </a:lnTo>
                <a:lnTo>
                  <a:pt x="2255615" y="113828"/>
                </a:lnTo>
                <a:lnTo>
                  <a:pt x="2256062" y="113585"/>
                </a:lnTo>
                <a:lnTo>
                  <a:pt x="2256499" y="113334"/>
                </a:lnTo>
                <a:lnTo>
                  <a:pt x="2256927" y="113076"/>
                </a:lnTo>
                <a:lnTo>
                  <a:pt x="2257345" y="112811"/>
                </a:lnTo>
                <a:lnTo>
                  <a:pt x="2257754" y="112539"/>
                </a:lnTo>
                <a:lnTo>
                  <a:pt x="2258154" y="112260"/>
                </a:lnTo>
                <a:lnTo>
                  <a:pt x="2258544" y="111973"/>
                </a:lnTo>
                <a:lnTo>
                  <a:pt x="2258925" y="111680"/>
                </a:lnTo>
                <a:lnTo>
                  <a:pt x="2259297" y="111379"/>
                </a:lnTo>
                <a:lnTo>
                  <a:pt x="2259659" y="111071"/>
                </a:lnTo>
                <a:lnTo>
                  <a:pt x="2260012" y="110756"/>
                </a:lnTo>
                <a:lnTo>
                  <a:pt x="2260356" y="110434"/>
                </a:lnTo>
                <a:lnTo>
                  <a:pt x="2260690" y="110105"/>
                </a:lnTo>
                <a:lnTo>
                  <a:pt x="2261015" y="109769"/>
                </a:lnTo>
                <a:lnTo>
                  <a:pt x="2261330" y="109425"/>
                </a:lnTo>
                <a:lnTo>
                  <a:pt x="2261636" y="109074"/>
                </a:lnTo>
                <a:lnTo>
                  <a:pt x="2261933" y="108716"/>
                </a:lnTo>
                <a:lnTo>
                  <a:pt x="2262220" y="108351"/>
                </a:lnTo>
                <a:lnTo>
                  <a:pt x="2262498" y="107979"/>
                </a:lnTo>
                <a:lnTo>
                  <a:pt x="2262767" y="107600"/>
                </a:lnTo>
                <a:lnTo>
                  <a:pt x="2263026" y="107214"/>
                </a:lnTo>
                <a:lnTo>
                  <a:pt x="2263273" y="106822"/>
                </a:lnTo>
                <a:lnTo>
                  <a:pt x="2263510" y="106424"/>
                </a:lnTo>
                <a:lnTo>
                  <a:pt x="2263736" y="106019"/>
                </a:lnTo>
                <a:lnTo>
                  <a:pt x="2263950" y="105609"/>
                </a:lnTo>
                <a:lnTo>
                  <a:pt x="2264154" y="105193"/>
                </a:lnTo>
                <a:lnTo>
                  <a:pt x="2264347" y="104771"/>
                </a:lnTo>
                <a:lnTo>
                  <a:pt x="2264528" y="104342"/>
                </a:lnTo>
                <a:lnTo>
                  <a:pt x="2264699" y="103908"/>
                </a:lnTo>
                <a:lnTo>
                  <a:pt x="2264858" y="103467"/>
                </a:lnTo>
                <a:lnTo>
                  <a:pt x="2265007" y="103021"/>
                </a:lnTo>
                <a:lnTo>
                  <a:pt x="2265145" y="102568"/>
                </a:lnTo>
                <a:lnTo>
                  <a:pt x="2265271" y="102109"/>
                </a:lnTo>
                <a:lnTo>
                  <a:pt x="2265387" y="101645"/>
                </a:lnTo>
                <a:lnTo>
                  <a:pt x="2265491" y="101174"/>
                </a:lnTo>
                <a:lnTo>
                  <a:pt x="2265585" y="100697"/>
                </a:lnTo>
                <a:lnTo>
                  <a:pt x="2265667" y="100215"/>
                </a:lnTo>
                <a:lnTo>
                  <a:pt x="2265723" y="99833"/>
                </a:lnTo>
                <a:lnTo>
                  <a:pt x="2266097" y="99833"/>
                </a:lnTo>
                <a:lnTo>
                  <a:pt x="2266097" y="115681"/>
                </a:lnTo>
                <a:lnTo>
                  <a:pt x="2280199" y="115681"/>
                </a:lnTo>
                <a:lnTo>
                  <a:pt x="2280199" y="55779"/>
                </a:lnTo>
                <a:lnTo>
                  <a:pt x="2280184" y="54654"/>
                </a:lnTo>
                <a:close/>
                <a:moveTo>
                  <a:pt x="2239714" y="105041"/>
                </a:moveTo>
                <a:lnTo>
                  <a:pt x="2239072" y="104961"/>
                </a:lnTo>
                <a:lnTo>
                  <a:pt x="2238443" y="104866"/>
                </a:lnTo>
                <a:lnTo>
                  <a:pt x="2237827" y="104756"/>
                </a:lnTo>
                <a:lnTo>
                  <a:pt x="2237224" y="104632"/>
                </a:lnTo>
                <a:lnTo>
                  <a:pt x="2236633" y="104494"/>
                </a:lnTo>
                <a:lnTo>
                  <a:pt x="2236056" y="104341"/>
                </a:lnTo>
                <a:lnTo>
                  <a:pt x="2235492" y="104173"/>
                </a:lnTo>
                <a:lnTo>
                  <a:pt x="2234940" y="103991"/>
                </a:lnTo>
                <a:lnTo>
                  <a:pt x="2234402" y="103794"/>
                </a:lnTo>
                <a:lnTo>
                  <a:pt x="2233876" y="103582"/>
                </a:lnTo>
                <a:lnTo>
                  <a:pt x="2233363" y="103356"/>
                </a:lnTo>
                <a:lnTo>
                  <a:pt x="2232864" y="103116"/>
                </a:lnTo>
                <a:lnTo>
                  <a:pt x="2232377" y="102861"/>
                </a:lnTo>
                <a:lnTo>
                  <a:pt x="2231903" y="102591"/>
                </a:lnTo>
                <a:lnTo>
                  <a:pt x="2231442" y="102306"/>
                </a:lnTo>
                <a:lnTo>
                  <a:pt x="2230994" y="102007"/>
                </a:lnTo>
                <a:lnTo>
                  <a:pt x="2230559" y="101694"/>
                </a:lnTo>
                <a:lnTo>
                  <a:pt x="2230136" y="101366"/>
                </a:lnTo>
                <a:lnTo>
                  <a:pt x="2229727" y="101023"/>
                </a:lnTo>
                <a:lnTo>
                  <a:pt x="2229333" y="100668"/>
                </a:lnTo>
                <a:lnTo>
                  <a:pt x="2228955" y="100302"/>
                </a:lnTo>
                <a:lnTo>
                  <a:pt x="2228594" y="99925"/>
                </a:lnTo>
                <a:lnTo>
                  <a:pt x="2228250" y="99537"/>
                </a:lnTo>
                <a:lnTo>
                  <a:pt x="2227923" y="99139"/>
                </a:lnTo>
                <a:lnTo>
                  <a:pt x="2227612" y="98730"/>
                </a:lnTo>
                <a:lnTo>
                  <a:pt x="2227319" y="98310"/>
                </a:lnTo>
                <a:lnTo>
                  <a:pt x="2227042" y="97880"/>
                </a:lnTo>
                <a:lnTo>
                  <a:pt x="2226782" y="97439"/>
                </a:lnTo>
                <a:lnTo>
                  <a:pt x="2226538" y="96987"/>
                </a:lnTo>
                <a:lnTo>
                  <a:pt x="2226312" y="96524"/>
                </a:lnTo>
                <a:lnTo>
                  <a:pt x="2226102" y="96051"/>
                </a:lnTo>
                <a:lnTo>
                  <a:pt x="2225909" y="95567"/>
                </a:lnTo>
                <a:lnTo>
                  <a:pt x="2225733" y="95072"/>
                </a:lnTo>
                <a:lnTo>
                  <a:pt x="2225573" y="94567"/>
                </a:lnTo>
                <a:lnTo>
                  <a:pt x="2225431" y="94050"/>
                </a:lnTo>
                <a:lnTo>
                  <a:pt x="2225305" y="93524"/>
                </a:lnTo>
                <a:lnTo>
                  <a:pt x="2225196" y="92986"/>
                </a:lnTo>
                <a:lnTo>
                  <a:pt x="2225103" y="92438"/>
                </a:lnTo>
                <a:lnTo>
                  <a:pt x="2225028" y="91878"/>
                </a:lnTo>
                <a:lnTo>
                  <a:pt x="2224969" y="91309"/>
                </a:lnTo>
                <a:lnTo>
                  <a:pt x="2224927" y="90728"/>
                </a:lnTo>
                <a:lnTo>
                  <a:pt x="2224902" y="90137"/>
                </a:lnTo>
                <a:lnTo>
                  <a:pt x="2224893" y="89535"/>
                </a:lnTo>
                <a:lnTo>
                  <a:pt x="2224901" y="88959"/>
                </a:lnTo>
                <a:lnTo>
                  <a:pt x="2224924" y="88392"/>
                </a:lnTo>
                <a:lnTo>
                  <a:pt x="2224962" y="87835"/>
                </a:lnTo>
                <a:lnTo>
                  <a:pt x="2225014" y="87287"/>
                </a:lnTo>
                <a:lnTo>
                  <a:pt x="2225083" y="86750"/>
                </a:lnTo>
                <a:lnTo>
                  <a:pt x="2225166" y="86222"/>
                </a:lnTo>
                <a:lnTo>
                  <a:pt x="2225264" y="85703"/>
                </a:lnTo>
                <a:lnTo>
                  <a:pt x="2225378" y="85194"/>
                </a:lnTo>
                <a:lnTo>
                  <a:pt x="2225506" y="84695"/>
                </a:lnTo>
                <a:lnTo>
                  <a:pt x="2225650" y="84206"/>
                </a:lnTo>
                <a:lnTo>
                  <a:pt x="2225809" y="83726"/>
                </a:lnTo>
                <a:lnTo>
                  <a:pt x="2225983" y="83255"/>
                </a:lnTo>
                <a:lnTo>
                  <a:pt x="2226172" y="82795"/>
                </a:lnTo>
                <a:lnTo>
                  <a:pt x="2226376" y="82344"/>
                </a:lnTo>
                <a:lnTo>
                  <a:pt x="2226596" y="81902"/>
                </a:lnTo>
                <a:lnTo>
                  <a:pt x="2226830" y="81471"/>
                </a:lnTo>
                <a:lnTo>
                  <a:pt x="2227080" y="81048"/>
                </a:lnTo>
                <a:lnTo>
                  <a:pt x="2227344" y="80636"/>
                </a:lnTo>
                <a:lnTo>
                  <a:pt x="2227624" y="80233"/>
                </a:lnTo>
                <a:lnTo>
                  <a:pt x="2227919" y="79840"/>
                </a:lnTo>
                <a:lnTo>
                  <a:pt x="2228229" y="79456"/>
                </a:lnTo>
                <a:lnTo>
                  <a:pt x="2228555" y="79082"/>
                </a:lnTo>
                <a:lnTo>
                  <a:pt x="2228895" y="78718"/>
                </a:lnTo>
                <a:lnTo>
                  <a:pt x="2229251" y="78364"/>
                </a:lnTo>
                <a:lnTo>
                  <a:pt x="2229619" y="78021"/>
                </a:lnTo>
                <a:lnTo>
                  <a:pt x="2229995" y="77693"/>
                </a:lnTo>
                <a:lnTo>
                  <a:pt x="2230381" y="77379"/>
                </a:lnTo>
                <a:lnTo>
                  <a:pt x="2230777" y="77080"/>
                </a:lnTo>
                <a:lnTo>
                  <a:pt x="2231181" y="76796"/>
                </a:lnTo>
                <a:lnTo>
                  <a:pt x="2231594" y="76526"/>
                </a:lnTo>
                <a:lnTo>
                  <a:pt x="2232016" y="76271"/>
                </a:lnTo>
                <a:lnTo>
                  <a:pt x="2232447" y="76030"/>
                </a:lnTo>
                <a:lnTo>
                  <a:pt x="2232888" y="75804"/>
                </a:lnTo>
                <a:lnTo>
                  <a:pt x="2233337" y="75593"/>
                </a:lnTo>
                <a:lnTo>
                  <a:pt x="2233796" y="75396"/>
                </a:lnTo>
                <a:lnTo>
                  <a:pt x="2234263" y="75214"/>
                </a:lnTo>
                <a:lnTo>
                  <a:pt x="2234740" y="75046"/>
                </a:lnTo>
                <a:lnTo>
                  <a:pt x="2235226" y="74893"/>
                </a:lnTo>
                <a:lnTo>
                  <a:pt x="2235720" y="74754"/>
                </a:lnTo>
                <a:lnTo>
                  <a:pt x="2236224" y="74630"/>
                </a:lnTo>
                <a:lnTo>
                  <a:pt x="2236737" y="74521"/>
                </a:lnTo>
                <a:lnTo>
                  <a:pt x="2237259" y="74426"/>
                </a:lnTo>
                <a:lnTo>
                  <a:pt x="2237790" y="74346"/>
                </a:lnTo>
                <a:lnTo>
                  <a:pt x="2238330" y="74280"/>
                </a:lnTo>
                <a:lnTo>
                  <a:pt x="2238880" y="74229"/>
                </a:lnTo>
                <a:lnTo>
                  <a:pt x="2239438" y="74193"/>
                </a:lnTo>
                <a:lnTo>
                  <a:pt x="2240005" y="74171"/>
                </a:lnTo>
                <a:lnTo>
                  <a:pt x="2240582" y="74163"/>
                </a:lnTo>
                <a:lnTo>
                  <a:pt x="2265937" y="74163"/>
                </a:lnTo>
                <a:lnTo>
                  <a:pt x="2265937" y="86365"/>
                </a:lnTo>
                <a:lnTo>
                  <a:pt x="2265926" y="87085"/>
                </a:lnTo>
                <a:lnTo>
                  <a:pt x="2265894" y="87792"/>
                </a:lnTo>
                <a:lnTo>
                  <a:pt x="2265841" y="88487"/>
                </a:lnTo>
                <a:lnTo>
                  <a:pt x="2265765" y="89169"/>
                </a:lnTo>
                <a:lnTo>
                  <a:pt x="2265669" y="89838"/>
                </a:lnTo>
                <a:lnTo>
                  <a:pt x="2265551" y="90495"/>
                </a:lnTo>
                <a:lnTo>
                  <a:pt x="2265411" y="91139"/>
                </a:lnTo>
                <a:lnTo>
                  <a:pt x="2265250" y="91770"/>
                </a:lnTo>
                <a:lnTo>
                  <a:pt x="2265068" y="92389"/>
                </a:lnTo>
                <a:lnTo>
                  <a:pt x="2264864" y="92995"/>
                </a:lnTo>
                <a:lnTo>
                  <a:pt x="2264639" y="93588"/>
                </a:lnTo>
                <a:lnTo>
                  <a:pt x="2264392" y="94169"/>
                </a:lnTo>
                <a:lnTo>
                  <a:pt x="2264124" y="94737"/>
                </a:lnTo>
                <a:lnTo>
                  <a:pt x="2263834" y="95293"/>
                </a:lnTo>
                <a:lnTo>
                  <a:pt x="2263523" y="95836"/>
                </a:lnTo>
                <a:lnTo>
                  <a:pt x="2263190" y="96366"/>
                </a:lnTo>
                <a:lnTo>
                  <a:pt x="2262836" y="96883"/>
                </a:lnTo>
                <a:lnTo>
                  <a:pt x="2262461" y="97388"/>
                </a:lnTo>
                <a:lnTo>
                  <a:pt x="2262064" y="97881"/>
                </a:lnTo>
                <a:lnTo>
                  <a:pt x="2261645" y="98360"/>
                </a:lnTo>
                <a:lnTo>
                  <a:pt x="2261205" y="98827"/>
                </a:lnTo>
                <a:lnTo>
                  <a:pt x="2260744" y="99282"/>
                </a:lnTo>
                <a:lnTo>
                  <a:pt x="2260261" y="99723"/>
                </a:lnTo>
                <a:lnTo>
                  <a:pt x="2259757" y="100152"/>
                </a:lnTo>
                <a:lnTo>
                  <a:pt x="2259234" y="100566"/>
                </a:lnTo>
                <a:lnTo>
                  <a:pt x="2258697" y="100962"/>
                </a:lnTo>
                <a:lnTo>
                  <a:pt x="2258145" y="101341"/>
                </a:lnTo>
                <a:lnTo>
                  <a:pt x="2257578" y="101702"/>
                </a:lnTo>
                <a:lnTo>
                  <a:pt x="2256996" y="102045"/>
                </a:lnTo>
                <a:lnTo>
                  <a:pt x="2256399" y="102371"/>
                </a:lnTo>
                <a:lnTo>
                  <a:pt x="2255787" y="102679"/>
                </a:lnTo>
                <a:lnTo>
                  <a:pt x="2255161" y="102970"/>
                </a:lnTo>
                <a:lnTo>
                  <a:pt x="2254520" y="103242"/>
                </a:lnTo>
                <a:lnTo>
                  <a:pt x="2253864" y="103498"/>
                </a:lnTo>
                <a:lnTo>
                  <a:pt x="2253193" y="103735"/>
                </a:lnTo>
                <a:lnTo>
                  <a:pt x="2252507" y="103955"/>
                </a:lnTo>
                <a:lnTo>
                  <a:pt x="2251806" y="104158"/>
                </a:lnTo>
                <a:lnTo>
                  <a:pt x="2251091" y="104343"/>
                </a:lnTo>
                <a:lnTo>
                  <a:pt x="2250360" y="104510"/>
                </a:lnTo>
                <a:lnTo>
                  <a:pt x="2249615" y="104660"/>
                </a:lnTo>
                <a:lnTo>
                  <a:pt x="2248855" y="104792"/>
                </a:lnTo>
                <a:lnTo>
                  <a:pt x="2248080" y="104906"/>
                </a:lnTo>
                <a:lnTo>
                  <a:pt x="2247290" y="105003"/>
                </a:lnTo>
                <a:lnTo>
                  <a:pt x="2246485" y="105082"/>
                </a:lnTo>
                <a:lnTo>
                  <a:pt x="2245666" y="105144"/>
                </a:lnTo>
                <a:lnTo>
                  <a:pt x="2244831" y="105188"/>
                </a:lnTo>
                <a:lnTo>
                  <a:pt x="2243982" y="105214"/>
                </a:lnTo>
                <a:lnTo>
                  <a:pt x="2243118" y="105223"/>
                </a:lnTo>
                <a:lnTo>
                  <a:pt x="2242412" y="105216"/>
                </a:lnTo>
                <a:lnTo>
                  <a:pt x="2241718" y="105194"/>
                </a:lnTo>
                <a:lnTo>
                  <a:pt x="2241037" y="105157"/>
                </a:lnTo>
                <a:lnTo>
                  <a:pt x="2240369" y="105106"/>
                </a:lnTo>
                <a:lnTo>
                  <a:pt x="2239714" y="105041"/>
                </a:lnTo>
                <a:close/>
                <a:moveTo>
                  <a:pt x="2440045" y="116864"/>
                </a:moveTo>
                <a:lnTo>
                  <a:pt x="2441090" y="116719"/>
                </a:lnTo>
                <a:lnTo>
                  <a:pt x="2442119" y="116552"/>
                </a:lnTo>
                <a:lnTo>
                  <a:pt x="2443132" y="116362"/>
                </a:lnTo>
                <a:lnTo>
                  <a:pt x="2444129" y="116151"/>
                </a:lnTo>
                <a:lnTo>
                  <a:pt x="2445111" y="115917"/>
                </a:lnTo>
                <a:lnTo>
                  <a:pt x="2446076" y="115661"/>
                </a:lnTo>
                <a:lnTo>
                  <a:pt x="2447025" y="115382"/>
                </a:lnTo>
                <a:lnTo>
                  <a:pt x="2447959" y="115081"/>
                </a:lnTo>
                <a:lnTo>
                  <a:pt x="2448876" y="114758"/>
                </a:lnTo>
                <a:lnTo>
                  <a:pt x="2449778" y="114413"/>
                </a:lnTo>
                <a:lnTo>
                  <a:pt x="2450663" y="114045"/>
                </a:lnTo>
                <a:lnTo>
                  <a:pt x="2451533" y="113655"/>
                </a:lnTo>
                <a:lnTo>
                  <a:pt x="2452386" y="113243"/>
                </a:lnTo>
                <a:lnTo>
                  <a:pt x="2453224" y="112808"/>
                </a:lnTo>
                <a:lnTo>
                  <a:pt x="2454046" y="112352"/>
                </a:lnTo>
                <a:lnTo>
                  <a:pt x="2454852" y="111872"/>
                </a:lnTo>
                <a:lnTo>
                  <a:pt x="2455641" y="111371"/>
                </a:lnTo>
                <a:lnTo>
                  <a:pt x="2456415" y="110847"/>
                </a:lnTo>
                <a:lnTo>
                  <a:pt x="2457168" y="110305"/>
                </a:lnTo>
                <a:lnTo>
                  <a:pt x="2457894" y="109747"/>
                </a:lnTo>
                <a:lnTo>
                  <a:pt x="2458592" y="109173"/>
                </a:lnTo>
                <a:lnTo>
                  <a:pt x="2459264" y="108583"/>
                </a:lnTo>
                <a:lnTo>
                  <a:pt x="2459909" y="107977"/>
                </a:lnTo>
                <a:lnTo>
                  <a:pt x="2460526" y="107356"/>
                </a:lnTo>
                <a:lnTo>
                  <a:pt x="2461117" y="106720"/>
                </a:lnTo>
                <a:lnTo>
                  <a:pt x="2461681" y="106067"/>
                </a:lnTo>
                <a:lnTo>
                  <a:pt x="2462218" y="105399"/>
                </a:lnTo>
                <a:lnTo>
                  <a:pt x="2462728" y="104715"/>
                </a:lnTo>
                <a:lnTo>
                  <a:pt x="2463211" y="104016"/>
                </a:lnTo>
                <a:lnTo>
                  <a:pt x="2463666" y="103301"/>
                </a:lnTo>
                <a:lnTo>
                  <a:pt x="2464095" y="102570"/>
                </a:lnTo>
                <a:lnTo>
                  <a:pt x="2464497" y="101823"/>
                </a:lnTo>
                <a:lnTo>
                  <a:pt x="2464872" y="101061"/>
                </a:lnTo>
                <a:lnTo>
                  <a:pt x="2465220" y="100283"/>
                </a:lnTo>
                <a:lnTo>
                  <a:pt x="2465541" y="99490"/>
                </a:lnTo>
                <a:lnTo>
                  <a:pt x="2465835" y="98681"/>
                </a:lnTo>
                <a:lnTo>
                  <a:pt x="2466102" y="97856"/>
                </a:lnTo>
                <a:lnTo>
                  <a:pt x="2466342" y="97015"/>
                </a:lnTo>
                <a:lnTo>
                  <a:pt x="2466555" y="96159"/>
                </a:lnTo>
                <a:lnTo>
                  <a:pt x="2466742" y="95287"/>
                </a:lnTo>
                <a:lnTo>
                  <a:pt x="2466901" y="94399"/>
                </a:lnTo>
                <a:lnTo>
                  <a:pt x="2467033" y="93496"/>
                </a:lnTo>
                <a:lnTo>
                  <a:pt x="2452771" y="93496"/>
                </a:lnTo>
                <a:lnTo>
                  <a:pt x="2452672" y="93928"/>
                </a:lnTo>
                <a:lnTo>
                  <a:pt x="2452558" y="94352"/>
                </a:lnTo>
                <a:lnTo>
                  <a:pt x="2452431" y="94770"/>
                </a:lnTo>
                <a:lnTo>
                  <a:pt x="2452289" y="95180"/>
                </a:lnTo>
                <a:lnTo>
                  <a:pt x="2452134" y="95582"/>
                </a:lnTo>
                <a:lnTo>
                  <a:pt x="2451964" y="95977"/>
                </a:lnTo>
                <a:lnTo>
                  <a:pt x="2451780" y="96365"/>
                </a:lnTo>
                <a:lnTo>
                  <a:pt x="2451582" y="96745"/>
                </a:lnTo>
                <a:lnTo>
                  <a:pt x="2451371" y="97117"/>
                </a:lnTo>
                <a:lnTo>
                  <a:pt x="2451145" y="97483"/>
                </a:lnTo>
                <a:lnTo>
                  <a:pt x="2450905" y="97840"/>
                </a:lnTo>
                <a:lnTo>
                  <a:pt x="2450651" y="98191"/>
                </a:lnTo>
                <a:lnTo>
                  <a:pt x="2450383" y="98534"/>
                </a:lnTo>
                <a:lnTo>
                  <a:pt x="2450102" y="98869"/>
                </a:lnTo>
                <a:lnTo>
                  <a:pt x="2449806" y="99197"/>
                </a:lnTo>
                <a:lnTo>
                  <a:pt x="2449496" y="99518"/>
                </a:lnTo>
                <a:lnTo>
                  <a:pt x="2449172" y="99831"/>
                </a:lnTo>
                <a:lnTo>
                  <a:pt x="2448834" y="100137"/>
                </a:lnTo>
                <a:lnTo>
                  <a:pt x="2448482" y="100436"/>
                </a:lnTo>
                <a:lnTo>
                  <a:pt x="2448116" y="100727"/>
                </a:lnTo>
                <a:lnTo>
                  <a:pt x="2447736" y="101010"/>
                </a:lnTo>
                <a:lnTo>
                  <a:pt x="2447341" y="101286"/>
                </a:lnTo>
                <a:lnTo>
                  <a:pt x="2446933" y="101555"/>
                </a:lnTo>
                <a:lnTo>
                  <a:pt x="2446511" y="101816"/>
                </a:lnTo>
                <a:lnTo>
                  <a:pt x="2446077" y="102068"/>
                </a:lnTo>
                <a:lnTo>
                  <a:pt x="2445634" y="102310"/>
                </a:lnTo>
                <a:lnTo>
                  <a:pt x="2445181" y="102540"/>
                </a:lnTo>
                <a:lnTo>
                  <a:pt x="2444718" y="102760"/>
                </a:lnTo>
                <a:lnTo>
                  <a:pt x="2444246" y="102970"/>
                </a:lnTo>
                <a:lnTo>
                  <a:pt x="2443764" y="103168"/>
                </a:lnTo>
                <a:lnTo>
                  <a:pt x="2443272" y="103356"/>
                </a:lnTo>
                <a:lnTo>
                  <a:pt x="2442771" y="103533"/>
                </a:lnTo>
                <a:lnTo>
                  <a:pt x="2442260" y="103699"/>
                </a:lnTo>
                <a:lnTo>
                  <a:pt x="2441739" y="103855"/>
                </a:lnTo>
                <a:lnTo>
                  <a:pt x="2441209" y="104000"/>
                </a:lnTo>
                <a:lnTo>
                  <a:pt x="2440669" y="104134"/>
                </a:lnTo>
                <a:lnTo>
                  <a:pt x="2440120" y="104257"/>
                </a:lnTo>
                <a:lnTo>
                  <a:pt x="2439561" y="104370"/>
                </a:lnTo>
                <a:lnTo>
                  <a:pt x="2438992" y="104472"/>
                </a:lnTo>
                <a:lnTo>
                  <a:pt x="2438413" y="104563"/>
                </a:lnTo>
                <a:lnTo>
                  <a:pt x="2437825" y="104643"/>
                </a:lnTo>
                <a:lnTo>
                  <a:pt x="2437228" y="104713"/>
                </a:lnTo>
                <a:lnTo>
                  <a:pt x="2436620" y="104772"/>
                </a:lnTo>
                <a:lnTo>
                  <a:pt x="2436003" y="104821"/>
                </a:lnTo>
                <a:lnTo>
                  <a:pt x="2435377" y="104858"/>
                </a:lnTo>
                <a:lnTo>
                  <a:pt x="2434741" y="104885"/>
                </a:lnTo>
                <a:lnTo>
                  <a:pt x="2434095" y="104901"/>
                </a:lnTo>
                <a:lnTo>
                  <a:pt x="2433439" y="104906"/>
                </a:lnTo>
                <a:lnTo>
                  <a:pt x="2432680" y="104897"/>
                </a:lnTo>
                <a:lnTo>
                  <a:pt x="2431933" y="104867"/>
                </a:lnTo>
                <a:lnTo>
                  <a:pt x="2431198" y="104818"/>
                </a:lnTo>
                <a:lnTo>
                  <a:pt x="2430477" y="104750"/>
                </a:lnTo>
                <a:lnTo>
                  <a:pt x="2429768" y="104662"/>
                </a:lnTo>
                <a:lnTo>
                  <a:pt x="2429071" y="104555"/>
                </a:lnTo>
                <a:lnTo>
                  <a:pt x="2428388" y="104428"/>
                </a:lnTo>
                <a:lnTo>
                  <a:pt x="2427717" y="104281"/>
                </a:lnTo>
                <a:lnTo>
                  <a:pt x="2427058" y="104115"/>
                </a:lnTo>
                <a:lnTo>
                  <a:pt x="2426413" y="103929"/>
                </a:lnTo>
                <a:lnTo>
                  <a:pt x="2425780" y="103724"/>
                </a:lnTo>
                <a:lnTo>
                  <a:pt x="2425159" y="103500"/>
                </a:lnTo>
                <a:lnTo>
                  <a:pt x="2424551" y="103255"/>
                </a:lnTo>
                <a:lnTo>
                  <a:pt x="2423956" y="102992"/>
                </a:lnTo>
                <a:lnTo>
                  <a:pt x="2423374" y="102708"/>
                </a:lnTo>
                <a:lnTo>
                  <a:pt x="2422804" y="102406"/>
                </a:lnTo>
                <a:lnTo>
                  <a:pt x="2422247" y="102083"/>
                </a:lnTo>
                <a:lnTo>
                  <a:pt x="2421703" y="101741"/>
                </a:lnTo>
                <a:lnTo>
                  <a:pt x="2421171" y="101380"/>
                </a:lnTo>
                <a:lnTo>
                  <a:pt x="2420651" y="100999"/>
                </a:lnTo>
                <a:lnTo>
                  <a:pt x="2420145" y="100598"/>
                </a:lnTo>
                <a:lnTo>
                  <a:pt x="2419651" y="100178"/>
                </a:lnTo>
                <a:lnTo>
                  <a:pt x="2419170" y="99739"/>
                </a:lnTo>
                <a:lnTo>
                  <a:pt x="2418701" y="99280"/>
                </a:lnTo>
                <a:lnTo>
                  <a:pt x="2418249" y="98804"/>
                </a:lnTo>
                <a:lnTo>
                  <a:pt x="2417815" y="98314"/>
                </a:lnTo>
                <a:lnTo>
                  <a:pt x="2417401" y="97810"/>
                </a:lnTo>
                <a:lnTo>
                  <a:pt x="2417006" y="97292"/>
                </a:lnTo>
                <a:lnTo>
                  <a:pt x="2416631" y="96760"/>
                </a:lnTo>
                <a:lnTo>
                  <a:pt x="2416274" y="96214"/>
                </a:lnTo>
                <a:lnTo>
                  <a:pt x="2415937" y="95654"/>
                </a:lnTo>
                <a:lnTo>
                  <a:pt x="2415620" y="95080"/>
                </a:lnTo>
                <a:lnTo>
                  <a:pt x="2415321" y="94492"/>
                </a:lnTo>
                <a:lnTo>
                  <a:pt x="2415042" y="93890"/>
                </a:lnTo>
                <a:lnTo>
                  <a:pt x="2414782" y="93273"/>
                </a:lnTo>
                <a:lnTo>
                  <a:pt x="2414541" y="92643"/>
                </a:lnTo>
                <a:lnTo>
                  <a:pt x="2414320" y="91999"/>
                </a:lnTo>
                <a:lnTo>
                  <a:pt x="2414117" y="91341"/>
                </a:lnTo>
                <a:lnTo>
                  <a:pt x="2413934" y="90669"/>
                </a:lnTo>
                <a:lnTo>
                  <a:pt x="2413771" y="89983"/>
                </a:lnTo>
                <a:lnTo>
                  <a:pt x="2413626" y="89282"/>
                </a:lnTo>
                <a:lnTo>
                  <a:pt x="2413501" y="88568"/>
                </a:lnTo>
                <a:lnTo>
                  <a:pt x="2413395" y="87840"/>
                </a:lnTo>
                <a:lnTo>
                  <a:pt x="2413308" y="87097"/>
                </a:lnTo>
                <a:lnTo>
                  <a:pt x="2413241" y="86341"/>
                </a:lnTo>
                <a:lnTo>
                  <a:pt x="2413193" y="85571"/>
                </a:lnTo>
                <a:lnTo>
                  <a:pt x="2413164" y="84786"/>
                </a:lnTo>
                <a:lnTo>
                  <a:pt x="2413154" y="83988"/>
                </a:lnTo>
                <a:lnTo>
                  <a:pt x="2413154" y="75747"/>
                </a:lnTo>
                <a:lnTo>
                  <a:pt x="2467669" y="75747"/>
                </a:lnTo>
                <a:lnTo>
                  <a:pt x="2467669" y="60216"/>
                </a:lnTo>
                <a:lnTo>
                  <a:pt x="2467661" y="59376"/>
                </a:lnTo>
                <a:lnTo>
                  <a:pt x="2467639" y="58545"/>
                </a:lnTo>
                <a:lnTo>
                  <a:pt x="2467602" y="57723"/>
                </a:lnTo>
                <a:lnTo>
                  <a:pt x="2467550" y="56911"/>
                </a:lnTo>
                <a:lnTo>
                  <a:pt x="2467483" y="56108"/>
                </a:lnTo>
                <a:lnTo>
                  <a:pt x="2467401" y="55314"/>
                </a:lnTo>
                <a:lnTo>
                  <a:pt x="2467305" y="54530"/>
                </a:lnTo>
                <a:lnTo>
                  <a:pt x="2467193" y="53755"/>
                </a:lnTo>
                <a:lnTo>
                  <a:pt x="2467067" y="52989"/>
                </a:lnTo>
                <a:lnTo>
                  <a:pt x="2466926" y="52233"/>
                </a:lnTo>
                <a:lnTo>
                  <a:pt x="2466770" y="51486"/>
                </a:lnTo>
                <a:lnTo>
                  <a:pt x="2466599" y="50748"/>
                </a:lnTo>
                <a:lnTo>
                  <a:pt x="2466413" y="50020"/>
                </a:lnTo>
                <a:lnTo>
                  <a:pt x="2466212" y="49301"/>
                </a:lnTo>
                <a:lnTo>
                  <a:pt x="2465997" y="48592"/>
                </a:lnTo>
                <a:lnTo>
                  <a:pt x="2465767" y="47892"/>
                </a:lnTo>
                <a:lnTo>
                  <a:pt x="2465521" y="47201"/>
                </a:lnTo>
                <a:lnTo>
                  <a:pt x="2465261" y="46520"/>
                </a:lnTo>
                <a:lnTo>
                  <a:pt x="2464986" y="45848"/>
                </a:lnTo>
                <a:lnTo>
                  <a:pt x="2464697" y="45185"/>
                </a:lnTo>
                <a:lnTo>
                  <a:pt x="2464392" y="44531"/>
                </a:lnTo>
                <a:lnTo>
                  <a:pt x="2464073" y="43887"/>
                </a:lnTo>
                <a:lnTo>
                  <a:pt x="2463738" y="43253"/>
                </a:lnTo>
                <a:lnTo>
                  <a:pt x="2463389" y="42627"/>
                </a:lnTo>
                <a:lnTo>
                  <a:pt x="2463027" y="42013"/>
                </a:lnTo>
                <a:lnTo>
                  <a:pt x="2462652" y="41409"/>
                </a:lnTo>
                <a:lnTo>
                  <a:pt x="2462266" y="40818"/>
                </a:lnTo>
                <a:lnTo>
                  <a:pt x="2461868" y="40237"/>
                </a:lnTo>
                <a:lnTo>
                  <a:pt x="2461459" y="39669"/>
                </a:lnTo>
                <a:lnTo>
                  <a:pt x="2461037" y="39112"/>
                </a:lnTo>
                <a:lnTo>
                  <a:pt x="2460604" y="38566"/>
                </a:lnTo>
                <a:lnTo>
                  <a:pt x="2460158" y="38032"/>
                </a:lnTo>
                <a:lnTo>
                  <a:pt x="2459701" y="37510"/>
                </a:lnTo>
                <a:lnTo>
                  <a:pt x="2459232" y="36999"/>
                </a:lnTo>
                <a:lnTo>
                  <a:pt x="2458752" y="36500"/>
                </a:lnTo>
                <a:lnTo>
                  <a:pt x="2458259" y="36012"/>
                </a:lnTo>
                <a:lnTo>
                  <a:pt x="2457755" y="35536"/>
                </a:lnTo>
                <a:lnTo>
                  <a:pt x="2457238" y="35071"/>
                </a:lnTo>
                <a:lnTo>
                  <a:pt x="2456710" y="34618"/>
                </a:lnTo>
                <a:lnTo>
                  <a:pt x="2456170" y="34176"/>
                </a:lnTo>
                <a:lnTo>
                  <a:pt x="2455619" y="33746"/>
                </a:lnTo>
                <a:lnTo>
                  <a:pt x="2455055" y="33328"/>
                </a:lnTo>
                <a:lnTo>
                  <a:pt x="2454479" y="32921"/>
                </a:lnTo>
                <a:lnTo>
                  <a:pt x="2453892" y="32525"/>
                </a:lnTo>
                <a:lnTo>
                  <a:pt x="2453293" y="32142"/>
                </a:lnTo>
                <a:lnTo>
                  <a:pt x="2452682" y="31769"/>
                </a:lnTo>
                <a:lnTo>
                  <a:pt x="2452059" y="31409"/>
                </a:lnTo>
                <a:lnTo>
                  <a:pt x="2451425" y="31060"/>
                </a:lnTo>
                <a:lnTo>
                  <a:pt x="2450780" y="30723"/>
                </a:lnTo>
                <a:lnTo>
                  <a:pt x="2450126" y="30402"/>
                </a:lnTo>
                <a:lnTo>
                  <a:pt x="2449463" y="30094"/>
                </a:lnTo>
                <a:lnTo>
                  <a:pt x="2448790" y="29801"/>
                </a:lnTo>
                <a:lnTo>
                  <a:pt x="2448109" y="29522"/>
                </a:lnTo>
                <a:lnTo>
                  <a:pt x="2447419" y="29257"/>
                </a:lnTo>
                <a:lnTo>
                  <a:pt x="2446719" y="29007"/>
                </a:lnTo>
                <a:lnTo>
                  <a:pt x="2446011" y="28771"/>
                </a:lnTo>
                <a:lnTo>
                  <a:pt x="2445293" y="28549"/>
                </a:lnTo>
                <a:lnTo>
                  <a:pt x="2444567" y="28341"/>
                </a:lnTo>
                <a:lnTo>
                  <a:pt x="2443831" y="28148"/>
                </a:lnTo>
                <a:lnTo>
                  <a:pt x="2443086" y="27969"/>
                </a:lnTo>
                <a:lnTo>
                  <a:pt x="2442332" y="27805"/>
                </a:lnTo>
                <a:lnTo>
                  <a:pt x="2441569" y="27655"/>
                </a:lnTo>
                <a:lnTo>
                  <a:pt x="2440797" y="27519"/>
                </a:lnTo>
                <a:lnTo>
                  <a:pt x="2440016" y="27397"/>
                </a:lnTo>
                <a:lnTo>
                  <a:pt x="2439225" y="27290"/>
                </a:lnTo>
                <a:lnTo>
                  <a:pt x="2438426" y="27197"/>
                </a:lnTo>
                <a:lnTo>
                  <a:pt x="2437618" y="27118"/>
                </a:lnTo>
                <a:lnTo>
                  <a:pt x="2436800" y="27054"/>
                </a:lnTo>
                <a:lnTo>
                  <a:pt x="2435974" y="27004"/>
                </a:lnTo>
                <a:lnTo>
                  <a:pt x="2435138" y="26968"/>
                </a:lnTo>
                <a:lnTo>
                  <a:pt x="2434293" y="26946"/>
                </a:lnTo>
                <a:lnTo>
                  <a:pt x="2433439" y="26939"/>
                </a:lnTo>
                <a:lnTo>
                  <a:pt x="2432585" y="26947"/>
                </a:lnTo>
                <a:lnTo>
                  <a:pt x="2431741" y="26968"/>
                </a:lnTo>
                <a:lnTo>
                  <a:pt x="2430905" y="27005"/>
                </a:lnTo>
                <a:lnTo>
                  <a:pt x="2430078" y="27056"/>
                </a:lnTo>
                <a:lnTo>
                  <a:pt x="2429261" y="27122"/>
                </a:lnTo>
                <a:lnTo>
                  <a:pt x="2428452" y="27202"/>
                </a:lnTo>
                <a:lnTo>
                  <a:pt x="2427653" y="27297"/>
                </a:lnTo>
                <a:lnTo>
                  <a:pt x="2426862" y="27406"/>
                </a:lnTo>
                <a:lnTo>
                  <a:pt x="2426081" y="27530"/>
                </a:lnTo>
                <a:lnTo>
                  <a:pt x="2425309" y="27668"/>
                </a:lnTo>
                <a:lnTo>
                  <a:pt x="2424546" y="27822"/>
                </a:lnTo>
                <a:lnTo>
                  <a:pt x="2423792" y="27989"/>
                </a:lnTo>
                <a:lnTo>
                  <a:pt x="2423047" y="28172"/>
                </a:lnTo>
                <a:lnTo>
                  <a:pt x="2422311" y="28369"/>
                </a:lnTo>
                <a:lnTo>
                  <a:pt x="2421584" y="28580"/>
                </a:lnTo>
                <a:lnTo>
                  <a:pt x="2420866" y="28806"/>
                </a:lnTo>
                <a:lnTo>
                  <a:pt x="2420158" y="29047"/>
                </a:lnTo>
                <a:lnTo>
                  <a:pt x="2419458" y="29302"/>
                </a:lnTo>
                <a:lnTo>
                  <a:pt x="2418768" y="29572"/>
                </a:lnTo>
                <a:lnTo>
                  <a:pt x="2418086" y="29856"/>
                </a:lnTo>
                <a:lnTo>
                  <a:pt x="2417414" y="30155"/>
                </a:lnTo>
                <a:lnTo>
                  <a:pt x="2416751" y="30469"/>
                </a:lnTo>
                <a:lnTo>
                  <a:pt x="2416097" y="30797"/>
                </a:lnTo>
                <a:lnTo>
                  <a:pt x="2415451" y="31139"/>
                </a:lnTo>
                <a:lnTo>
                  <a:pt x="2414817" y="31495"/>
                </a:lnTo>
                <a:lnTo>
                  <a:pt x="2414194" y="31864"/>
                </a:lnTo>
                <a:lnTo>
                  <a:pt x="2413584" y="32245"/>
                </a:lnTo>
                <a:lnTo>
                  <a:pt x="2412985" y="32638"/>
                </a:lnTo>
                <a:lnTo>
                  <a:pt x="2412397" y="33043"/>
                </a:lnTo>
                <a:lnTo>
                  <a:pt x="2411822" y="33461"/>
                </a:lnTo>
                <a:lnTo>
                  <a:pt x="2411258" y="33892"/>
                </a:lnTo>
                <a:lnTo>
                  <a:pt x="2410707" y="34334"/>
                </a:lnTo>
                <a:lnTo>
                  <a:pt x="2410167" y="34790"/>
                </a:lnTo>
                <a:lnTo>
                  <a:pt x="2409639" y="35257"/>
                </a:lnTo>
                <a:lnTo>
                  <a:pt x="2409123" y="35737"/>
                </a:lnTo>
                <a:lnTo>
                  <a:pt x="2408618" y="36229"/>
                </a:lnTo>
                <a:lnTo>
                  <a:pt x="2408125" y="36734"/>
                </a:lnTo>
                <a:lnTo>
                  <a:pt x="2407645" y="37251"/>
                </a:lnTo>
                <a:lnTo>
                  <a:pt x="2407176" y="37781"/>
                </a:lnTo>
                <a:lnTo>
                  <a:pt x="2406719" y="38323"/>
                </a:lnTo>
                <a:lnTo>
                  <a:pt x="2406273" y="38877"/>
                </a:lnTo>
                <a:lnTo>
                  <a:pt x="2405840" y="39444"/>
                </a:lnTo>
                <a:lnTo>
                  <a:pt x="2405418" y="40023"/>
                </a:lnTo>
                <a:lnTo>
                  <a:pt x="2405008" y="40614"/>
                </a:lnTo>
                <a:lnTo>
                  <a:pt x="2404610" y="41218"/>
                </a:lnTo>
                <a:lnTo>
                  <a:pt x="2404224" y="41834"/>
                </a:lnTo>
                <a:lnTo>
                  <a:pt x="2403850" y="42463"/>
                </a:lnTo>
                <a:lnTo>
                  <a:pt x="2403487" y="43104"/>
                </a:lnTo>
                <a:lnTo>
                  <a:pt x="2403138" y="43756"/>
                </a:lnTo>
                <a:lnTo>
                  <a:pt x="2402804" y="44420"/>
                </a:lnTo>
                <a:lnTo>
                  <a:pt x="2402484" y="45094"/>
                </a:lnTo>
                <a:lnTo>
                  <a:pt x="2402180" y="45780"/>
                </a:lnTo>
                <a:lnTo>
                  <a:pt x="2401890" y="46477"/>
                </a:lnTo>
                <a:lnTo>
                  <a:pt x="2401616" y="47184"/>
                </a:lnTo>
                <a:lnTo>
                  <a:pt x="2401356" y="47903"/>
                </a:lnTo>
                <a:lnTo>
                  <a:pt x="2401111" y="48632"/>
                </a:lnTo>
                <a:lnTo>
                  <a:pt x="2400880" y="49373"/>
                </a:lnTo>
                <a:lnTo>
                  <a:pt x="2400665" y="50124"/>
                </a:lnTo>
                <a:lnTo>
                  <a:pt x="2400465" y="50887"/>
                </a:lnTo>
                <a:lnTo>
                  <a:pt x="2400279" y="51661"/>
                </a:lnTo>
                <a:lnTo>
                  <a:pt x="2400108" y="52445"/>
                </a:lnTo>
                <a:lnTo>
                  <a:pt x="2399952" y="53241"/>
                </a:lnTo>
                <a:lnTo>
                  <a:pt x="2399811" y="54048"/>
                </a:lnTo>
                <a:lnTo>
                  <a:pt x="2399685" y="54865"/>
                </a:lnTo>
                <a:lnTo>
                  <a:pt x="2399573" y="55694"/>
                </a:lnTo>
                <a:lnTo>
                  <a:pt x="2399477" y="56533"/>
                </a:lnTo>
                <a:lnTo>
                  <a:pt x="2399395" y="57384"/>
                </a:lnTo>
                <a:lnTo>
                  <a:pt x="2399328" y="58246"/>
                </a:lnTo>
                <a:lnTo>
                  <a:pt x="2399276" y="59118"/>
                </a:lnTo>
                <a:lnTo>
                  <a:pt x="2399239" y="60002"/>
                </a:lnTo>
                <a:lnTo>
                  <a:pt x="2399217" y="60897"/>
                </a:lnTo>
                <a:lnTo>
                  <a:pt x="2399210" y="61802"/>
                </a:lnTo>
                <a:lnTo>
                  <a:pt x="2399210" y="82402"/>
                </a:lnTo>
                <a:lnTo>
                  <a:pt x="2399217" y="83295"/>
                </a:lnTo>
                <a:lnTo>
                  <a:pt x="2399239" y="84178"/>
                </a:lnTo>
                <a:lnTo>
                  <a:pt x="2399276" y="85050"/>
                </a:lnTo>
                <a:lnTo>
                  <a:pt x="2399328" y="85913"/>
                </a:lnTo>
                <a:lnTo>
                  <a:pt x="2399395" y="86765"/>
                </a:lnTo>
                <a:lnTo>
                  <a:pt x="2399477" y="87607"/>
                </a:lnTo>
                <a:lnTo>
                  <a:pt x="2399573" y="88439"/>
                </a:lnTo>
                <a:lnTo>
                  <a:pt x="2399685" y="89261"/>
                </a:lnTo>
                <a:lnTo>
                  <a:pt x="2399811" y="90072"/>
                </a:lnTo>
                <a:lnTo>
                  <a:pt x="2399952" y="90873"/>
                </a:lnTo>
                <a:lnTo>
                  <a:pt x="2400108" y="91665"/>
                </a:lnTo>
                <a:lnTo>
                  <a:pt x="2400279" y="92446"/>
                </a:lnTo>
                <a:lnTo>
                  <a:pt x="2400465" y="93216"/>
                </a:lnTo>
                <a:lnTo>
                  <a:pt x="2400665" y="93977"/>
                </a:lnTo>
                <a:lnTo>
                  <a:pt x="2400880" y="94727"/>
                </a:lnTo>
                <a:lnTo>
                  <a:pt x="2401111" y="95468"/>
                </a:lnTo>
                <a:lnTo>
                  <a:pt x="2401356" y="96198"/>
                </a:lnTo>
                <a:lnTo>
                  <a:pt x="2401616" y="96918"/>
                </a:lnTo>
                <a:lnTo>
                  <a:pt x="2401890" y="97627"/>
                </a:lnTo>
                <a:lnTo>
                  <a:pt x="2402180" y="98327"/>
                </a:lnTo>
                <a:lnTo>
                  <a:pt x="2402484" y="99016"/>
                </a:lnTo>
                <a:lnTo>
                  <a:pt x="2402804" y="99695"/>
                </a:lnTo>
                <a:lnTo>
                  <a:pt x="2403138" y="100364"/>
                </a:lnTo>
                <a:lnTo>
                  <a:pt x="2403487" y="101023"/>
                </a:lnTo>
                <a:lnTo>
                  <a:pt x="2403850" y="101670"/>
                </a:lnTo>
                <a:lnTo>
                  <a:pt x="2404224" y="102305"/>
                </a:lnTo>
                <a:lnTo>
                  <a:pt x="2404610" y="102927"/>
                </a:lnTo>
                <a:lnTo>
                  <a:pt x="2405008" y="103536"/>
                </a:lnTo>
                <a:lnTo>
                  <a:pt x="2405418" y="104133"/>
                </a:lnTo>
                <a:lnTo>
                  <a:pt x="2405840" y="104717"/>
                </a:lnTo>
                <a:lnTo>
                  <a:pt x="2406273" y="105289"/>
                </a:lnTo>
                <a:lnTo>
                  <a:pt x="2406719" y="105847"/>
                </a:lnTo>
                <a:lnTo>
                  <a:pt x="2407176" y="106394"/>
                </a:lnTo>
                <a:lnTo>
                  <a:pt x="2407645" y="106927"/>
                </a:lnTo>
                <a:lnTo>
                  <a:pt x="2408125" y="107448"/>
                </a:lnTo>
                <a:lnTo>
                  <a:pt x="2408618" y="107956"/>
                </a:lnTo>
                <a:lnTo>
                  <a:pt x="2409123" y="108452"/>
                </a:lnTo>
                <a:lnTo>
                  <a:pt x="2409639" y="108934"/>
                </a:lnTo>
                <a:lnTo>
                  <a:pt x="2410167" y="109405"/>
                </a:lnTo>
                <a:lnTo>
                  <a:pt x="2410707" y="109862"/>
                </a:lnTo>
                <a:lnTo>
                  <a:pt x="2411258" y="110307"/>
                </a:lnTo>
                <a:lnTo>
                  <a:pt x="2411822" y="110739"/>
                </a:lnTo>
                <a:lnTo>
                  <a:pt x="2412397" y="111159"/>
                </a:lnTo>
                <a:lnTo>
                  <a:pt x="2412985" y="111566"/>
                </a:lnTo>
                <a:lnTo>
                  <a:pt x="2413584" y="111960"/>
                </a:lnTo>
                <a:lnTo>
                  <a:pt x="2414194" y="112342"/>
                </a:lnTo>
                <a:lnTo>
                  <a:pt x="2414817" y="112711"/>
                </a:lnTo>
                <a:lnTo>
                  <a:pt x="2415451" y="113067"/>
                </a:lnTo>
                <a:lnTo>
                  <a:pt x="2416097" y="113410"/>
                </a:lnTo>
                <a:lnTo>
                  <a:pt x="2416751" y="113738"/>
                </a:lnTo>
                <a:lnTo>
                  <a:pt x="2417414" y="114051"/>
                </a:lnTo>
                <a:lnTo>
                  <a:pt x="2418086" y="114350"/>
                </a:lnTo>
                <a:lnTo>
                  <a:pt x="2418768" y="114634"/>
                </a:lnTo>
                <a:lnTo>
                  <a:pt x="2419458" y="114904"/>
                </a:lnTo>
                <a:lnTo>
                  <a:pt x="2420158" y="115159"/>
                </a:lnTo>
                <a:lnTo>
                  <a:pt x="2420866" y="115399"/>
                </a:lnTo>
                <a:lnTo>
                  <a:pt x="2421584" y="115625"/>
                </a:lnTo>
                <a:lnTo>
                  <a:pt x="2422311" y="115837"/>
                </a:lnTo>
                <a:lnTo>
                  <a:pt x="2423047" y="116033"/>
                </a:lnTo>
                <a:lnTo>
                  <a:pt x="2423792" y="116215"/>
                </a:lnTo>
                <a:lnTo>
                  <a:pt x="2424546" y="116383"/>
                </a:lnTo>
                <a:lnTo>
                  <a:pt x="2425309" y="116536"/>
                </a:lnTo>
                <a:lnTo>
                  <a:pt x="2426081" y="116675"/>
                </a:lnTo>
                <a:lnTo>
                  <a:pt x="2426862" y="116799"/>
                </a:lnTo>
                <a:lnTo>
                  <a:pt x="2427653" y="116908"/>
                </a:lnTo>
                <a:lnTo>
                  <a:pt x="2428452" y="117003"/>
                </a:lnTo>
                <a:lnTo>
                  <a:pt x="2429261" y="117083"/>
                </a:lnTo>
                <a:lnTo>
                  <a:pt x="2430078" y="117148"/>
                </a:lnTo>
                <a:lnTo>
                  <a:pt x="2430905" y="117199"/>
                </a:lnTo>
                <a:lnTo>
                  <a:pt x="2431741" y="117236"/>
                </a:lnTo>
                <a:lnTo>
                  <a:pt x="2432585" y="117258"/>
                </a:lnTo>
                <a:lnTo>
                  <a:pt x="2433439" y="117265"/>
                </a:lnTo>
                <a:lnTo>
                  <a:pt x="2434580" y="117254"/>
                </a:lnTo>
                <a:lnTo>
                  <a:pt x="2435705" y="117220"/>
                </a:lnTo>
                <a:lnTo>
                  <a:pt x="2436814" y="117165"/>
                </a:lnTo>
                <a:lnTo>
                  <a:pt x="2437907" y="117087"/>
                </a:lnTo>
                <a:lnTo>
                  <a:pt x="2438984" y="116986"/>
                </a:lnTo>
                <a:lnTo>
                  <a:pt x="2440045" y="116864"/>
                </a:lnTo>
                <a:close/>
                <a:moveTo>
                  <a:pt x="2413191" y="58532"/>
                </a:moveTo>
                <a:lnTo>
                  <a:pt x="2413237" y="57715"/>
                </a:lnTo>
                <a:lnTo>
                  <a:pt x="2413302" y="56913"/>
                </a:lnTo>
                <a:lnTo>
                  <a:pt x="2413385" y="56128"/>
                </a:lnTo>
                <a:lnTo>
                  <a:pt x="2413486" y="55359"/>
                </a:lnTo>
                <a:lnTo>
                  <a:pt x="2413606" y="54606"/>
                </a:lnTo>
                <a:lnTo>
                  <a:pt x="2413744" y="53870"/>
                </a:lnTo>
                <a:lnTo>
                  <a:pt x="2413901" y="53150"/>
                </a:lnTo>
                <a:lnTo>
                  <a:pt x="2414076" y="52446"/>
                </a:lnTo>
                <a:lnTo>
                  <a:pt x="2414269" y="51758"/>
                </a:lnTo>
                <a:lnTo>
                  <a:pt x="2414481" y="51086"/>
                </a:lnTo>
                <a:lnTo>
                  <a:pt x="2414712" y="50431"/>
                </a:lnTo>
                <a:lnTo>
                  <a:pt x="2414960" y="49792"/>
                </a:lnTo>
                <a:lnTo>
                  <a:pt x="2415228" y="49169"/>
                </a:lnTo>
                <a:lnTo>
                  <a:pt x="2415513" y="48562"/>
                </a:lnTo>
                <a:lnTo>
                  <a:pt x="2415817" y="47972"/>
                </a:lnTo>
                <a:lnTo>
                  <a:pt x="2416140" y="47398"/>
                </a:lnTo>
                <a:lnTo>
                  <a:pt x="2416481" y="46840"/>
                </a:lnTo>
                <a:lnTo>
                  <a:pt x="2416840" y="46298"/>
                </a:lnTo>
                <a:lnTo>
                  <a:pt x="2417218" y="45773"/>
                </a:lnTo>
                <a:lnTo>
                  <a:pt x="2417614" y="45263"/>
                </a:lnTo>
                <a:lnTo>
                  <a:pt x="2418029" y="44770"/>
                </a:lnTo>
                <a:lnTo>
                  <a:pt x="2418462" y="44294"/>
                </a:lnTo>
                <a:lnTo>
                  <a:pt x="2418912" y="43834"/>
                </a:lnTo>
                <a:lnTo>
                  <a:pt x="2419377" y="43395"/>
                </a:lnTo>
                <a:lnTo>
                  <a:pt x="2419857" y="42975"/>
                </a:lnTo>
                <a:lnTo>
                  <a:pt x="2420353" y="42574"/>
                </a:lnTo>
                <a:lnTo>
                  <a:pt x="2420864" y="42193"/>
                </a:lnTo>
                <a:lnTo>
                  <a:pt x="2421389" y="41832"/>
                </a:lnTo>
                <a:lnTo>
                  <a:pt x="2421930" y="41490"/>
                </a:lnTo>
                <a:lnTo>
                  <a:pt x="2422486" y="41168"/>
                </a:lnTo>
                <a:lnTo>
                  <a:pt x="2423057" y="40865"/>
                </a:lnTo>
                <a:lnTo>
                  <a:pt x="2423643" y="40581"/>
                </a:lnTo>
                <a:lnTo>
                  <a:pt x="2424245" y="40318"/>
                </a:lnTo>
                <a:lnTo>
                  <a:pt x="2424861" y="40073"/>
                </a:lnTo>
                <a:lnTo>
                  <a:pt x="2425493" y="39849"/>
                </a:lnTo>
                <a:lnTo>
                  <a:pt x="2426140" y="39644"/>
                </a:lnTo>
                <a:lnTo>
                  <a:pt x="2426801" y="39458"/>
                </a:lnTo>
                <a:lnTo>
                  <a:pt x="2427478" y="39292"/>
                </a:lnTo>
                <a:lnTo>
                  <a:pt x="2428171" y="39145"/>
                </a:lnTo>
                <a:lnTo>
                  <a:pt x="2428878" y="39018"/>
                </a:lnTo>
                <a:lnTo>
                  <a:pt x="2429600" y="38911"/>
                </a:lnTo>
                <a:lnTo>
                  <a:pt x="2430338" y="38823"/>
                </a:lnTo>
                <a:lnTo>
                  <a:pt x="2431090" y="38755"/>
                </a:lnTo>
                <a:lnTo>
                  <a:pt x="2431858" y="38706"/>
                </a:lnTo>
                <a:lnTo>
                  <a:pt x="2432641" y="38677"/>
                </a:lnTo>
                <a:lnTo>
                  <a:pt x="2433439" y="38667"/>
                </a:lnTo>
                <a:lnTo>
                  <a:pt x="2434237" y="38677"/>
                </a:lnTo>
                <a:lnTo>
                  <a:pt x="2435020" y="38706"/>
                </a:lnTo>
                <a:lnTo>
                  <a:pt x="2435787" y="38755"/>
                </a:lnTo>
                <a:lnTo>
                  <a:pt x="2436540" y="38823"/>
                </a:lnTo>
                <a:lnTo>
                  <a:pt x="2437277" y="38911"/>
                </a:lnTo>
                <a:lnTo>
                  <a:pt x="2437999" y="39018"/>
                </a:lnTo>
                <a:lnTo>
                  <a:pt x="2438706" y="39145"/>
                </a:lnTo>
                <a:lnTo>
                  <a:pt x="2439398" y="39292"/>
                </a:lnTo>
                <a:lnTo>
                  <a:pt x="2440075" y="39458"/>
                </a:lnTo>
                <a:lnTo>
                  <a:pt x="2440737" y="39644"/>
                </a:lnTo>
                <a:lnTo>
                  <a:pt x="2441383" y="39849"/>
                </a:lnTo>
                <a:lnTo>
                  <a:pt x="2442015" y="40073"/>
                </a:lnTo>
                <a:lnTo>
                  <a:pt x="2442631" y="40318"/>
                </a:lnTo>
                <a:lnTo>
                  <a:pt x="2443232" y="40581"/>
                </a:lnTo>
                <a:lnTo>
                  <a:pt x="2443818" y="40865"/>
                </a:lnTo>
                <a:lnTo>
                  <a:pt x="2444389" y="41168"/>
                </a:lnTo>
                <a:lnTo>
                  <a:pt x="2444945" y="41490"/>
                </a:lnTo>
                <a:lnTo>
                  <a:pt x="2445486" y="41832"/>
                </a:lnTo>
                <a:lnTo>
                  <a:pt x="2446011" y="42193"/>
                </a:lnTo>
                <a:lnTo>
                  <a:pt x="2446521" y="42574"/>
                </a:lnTo>
                <a:lnTo>
                  <a:pt x="2447017" y="42975"/>
                </a:lnTo>
                <a:lnTo>
                  <a:pt x="2447497" y="43395"/>
                </a:lnTo>
                <a:lnTo>
                  <a:pt x="2447962" y="43834"/>
                </a:lnTo>
                <a:lnTo>
                  <a:pt x="2448412" y="44294"/>
                </a:lnTo>
                <a:lnTo>
                  <a:pt x="2448845" y="44770"/>
                </a:lnTo>
                <a:lnTo>
                  <a:pt x="2449260" y="45263"/>
                </a:lnTo>
                <a:lnTo>
                  <a:pt x="2449656" y="45773"/>
                </a:lnTo>
                <a:lnTo>
                  <a:pt x="2450034" y="46298"/>
                </a:lnTo>
                <a:lnTo>
                  <a:pt x="2450394" y="46840"/>
                </a:lnTo>
                <a:lnTo>
                  <a:pt x="2450735" y="47398"/>
                </a:lnTo>
                <a:lnTo>
                  <a:pt x="2451057" y="47972"/>
                </a:lnTo>
                <a:lnTo>
                  <a:pt x="2451362" y="48562"/>
                </a:lnTo>
                <a:lnTo>
                  <a:pt x="2451647" y="49169"/>
                </a:lnTo>
                <a:lnTo>
                  <a:pt x="2451915" y="49792"/>
                </a:lnTo>
                <a:lnTo>
                  <a:pt x="2452164" y="50431"/>
                </a:lnTo>
                <a:lnTo>
                  <a:pt x="2452394" y="51086"/>
                </a:lnTo>
                <a:lnTo>
                  <a:pt x="2452606" y="51758"/>
                </a:lnTo>
                <a:lnTo>
                  <a:pt x="2452800" y="52446"/>
                </a:lnTo>
                <a:lnTo>
                  <a:pt x="2452975" y="53150"/>
                </a:lnTo>
                <a:lnTo>
                  <a:pt x="2453132" y="53870"/>
                </a:lnTo>
                <a:lnTo>
                  <a:pt x="2453270" y="54606"/>
                </a:lnTo>
                <a:lnTo>
                  <a:pt x="2453390" y="55359"/>
                </a:lnTo>
                <a:lnTo>
                  <a:pt x="2453491" y="56128"/>
                </a:lnTo>
                <a:lnTo>
                  <a:pt x="2453574" y="56913"/>
                </a:lnTo>
                <a:lnTo>
                  <a:pt x="2453639" y="57715"/>
                </a:lnTo>
                <a:lnTo>
                  <a:pt x="2453685" y="58532"/>
                </a:lnTo>
                <a:lnTo>
                  <a:pt x="2453712" y="59366"/>
                </a:lnTo>
                <a:lnTo>
                  <a:pt x="2453722" y="60216"/>
                </a:lnTo>
                <a:lnTo>
                  <a:pt x="2453722" y="64653"/>
                </a:lnTo>
                <a:lnTo>
                  <a:pt x="2413154" y="64653"/>
                </a:lnTo>
                <a:lnTo>
                  <a:pt x="2413154" y="60216"/>
                </a:lnTo>
                <a:lnTo>
                  <a:pt x="2413164" y="59366"/>
                </a:lnTo>
                <a:lnTo>
                  <a:pt x="2413191" y="58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cursor=">
            <a:extLst xmlns:a="http://schemas.openxmlformats.org/drawingml/2006/main">
              <a:ext uri="{FF2B5EF4-FFF2-40B4-BE49-F238E27FC236}">
                <a16:creationId xmlns:a16="http://schemas.microsoft.com/office/drawing/2014/main" id="{9E543229-A8D6-408E-9D23-B6F51210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9" y="1903055"/>
            <a:ext cx="721098" cy="90057"/>
          </a:xfrm>
          <a:custGeom xmlns:a="http://schemas.openxmlformats.org/drawingml/2006/main">
            <a:pathLst>
              <a:path w="721098" h="90057">
                <a:moveTo>
                  <a:pt x="653160" y="11059"/>
                </a:moveTo>
                <a:lnTo>
                  <a:pt x="653160" y="23699"/>
                </a:lnTo>
                <a:lnTo>
                  <a:pt x="721098" y="23699"/>
                </a:lnTo>
                <a:lnTo>
                  <a:pt x="721098" y="11059"/>
                </a:lnTo>
                <a:lnTo>
                  <a:pt x="653160" y="11059"/>
                </a:lnTo>
                <a:close/>
                <a:moveTo>
                  <a:pt x="190544" y="88478"/>
                </a:moveTo>
                <a:lnTo>
                  <a:pt x="204763" y="88478"/>
                </a:lnTo>
                <a:lnTo>
                  <a:pt x="204763" y="33178"/>
                </a:lnTo>
                <a:lnTo>
                  <a:pt x="204772" y="32344"/>
                </a:lnTo>
                <a:lnTo>
                  <a:pt x="204797" y="31526"/>
                </a:lnTo>
                <a:lnTo>
                  <a:pt x="204840" y="30724"/>
                </a:lnTo>
                <a:lnTo>
                  <a:pt x="204900" y="29939"/>
                </a:lnTo>
                <a:lnTo>
                  <a:pt x="204976" y="29171"/>
                </a:lnTo>
                <a:lnTo>
                  <a:pt x="205070" y="28419"/>
                </a:lnTo>
                <a:lnTo>
                  <a:pt x="205180" y="27683"/>
                </a:lnTo>
                <a:lnTo>
                  <a:pt x="205308" y="26964"/>
                </a:lnTo>
                <a:lnTo>
                  <a:pt x="205452" y="26261"/>
                </a:lnTo>
                <a:lnTo>
                  <a:pt x="205614" y="25575"/>
                </a:lnTo>
                <a:lnTo>
                  <a:pt x="205793" y="24905"/>
                </a:lnTo>
                <a:lnTo>
                  <a:pt x="205988" y="24252"/>
                </a:lnTo>
                <a:lnTo>
                  <a:pt x="206201" y="23615"/>
                </a:lnTo>
                <a:lnTo>
                  <a:pt x="206430" y="22995"/>
                </a:lnTo>
                <a:lnTo>
                  <a:pt x="206677" y="22391"/>
                </a:lnTo>
                <a:lnTo>
                  <a:pt x="206941" y="21803"/>
                </a:lnTo>
                <a:lnTo>
                  <a:pt x="207221" y="21232"/>
                </a:lnTo>
                <a:lnTo>
                  <a:pt x="207519" y="20677"/>
                </a:lnTo>
                <a:lnTo>
                  <a:pt x="207834" y="20139"/>
                </a:lnTo>
                <a:lnTo>
                  <a:pt x="208165" y="19618"/>
                </a:lnTo>
                <a:lnTo>
                  <a:pt x="208514" y="19112"/>
                </a:lnTo>
                <a:lnTo>
                  <a:pt x="208880" y="18624"/>
                </a:lnTo>
                <a:lnTo>
                  <a:pt x="209263" y="18151"/>
                </a:lnTo>
                <a:lnTo>
                  <a:pt x="209662" y="17696"/>
                </a:lnTo>
                <a:lnTo>
                  <a:pt x="210078" y="17257"/>
                </a:lnTo>
                <a:lnTo>
                  <a:pt x="210509" y="16838"/>
                </a:lnTo>
                <a:lnTo>
                  <a:pt x="210956" y="16437"/>
                </a:lnTo>
                <a:lnTo>
                  <a:pt x="211418" y="16054"/>
                </a:lnTo>
                <a:lnTo>
                  <a:pt x="211895" y="15691"/>
                </a:lnTo>
                <a:lnTo>
                  <a:pt x="212388" y="15346"/>
                </a:lnTo>
                <a:lnTo>
                  <a:pt x="212896" y="15019"/>
                </a:lnTo>
                <a:lnTo>
                  <a:pt x="213419" y="14711"/>
                </a:lnTo>
                <a:lnTo>
                  <a:pt x="213958" y="14422"/>
                </a:lnTo>
                <a:lnTo>
                  <a:pt x="214512" y="14152"/>
                </a:lnTo>
                <a:lnTo>
                  <a:pt x="215082" y="13900"/>
                </a:lnTo>
                <a:lnTo>
                  <a:pt x="215666" y="13667"/>
                </a:lnTo>
                <a:lnTo>
                  <a:pt x="216267" y="13453"/>
                </a:lnTo>
                <a:lnTo>
                  <a:pt x="216882" y="13257"/>
                </a:lnTo>
                <a:lnTo>
                  <a:pt x="217513" y="13080"/>
                </a:lnTo>
                <a:lnTo>
                  <a:pt x="218159" y="12921"/>
                </a:lnTo>
                <a:lnTo>
                  <a:pt x="218821" y="12781"/>
                </a:lnTo>
                <a:lnTo>
                  <a:pt x="219498" y="12660"/>
                </a:lnTo>
                <a:lnTo>
                  <a:pt x="220190" y="12557"/>
                </a:lnTo>
                <a:lnTo>
                  <a:pt x="220897" y="12473"/>
                </a:lnTo>
                <a:lnTo>
                  <a:pt x="221620" y="12408"/>
                </a:lnTo>
                <a:lnTo>
                  <a:pt x="222359" y="12361"/>
                </a:lnTo>
                <a:lnTo>
                  <a:pt x="223112" y="12334"/>
                </a:lnTo>
                <a:lnTo>
                  <a:pt x="223881" y="12324"/>
                </a:lnTo>
                <a:lnTo>
                  <a:pt x="224625" y="12332"/>
                </a:lnTo>
                <a:lnTo>
                  <a:pt x="225353" y="12357"/>
                </a:lnTo>
                <a:lnTo>
                  <a:pt x="226066" y="12397"/>
                </a:lnTo>
                <a:lnTo>
                  <a:pt x="226765" y="12454"/>
                </a:lnTo>
                <a:lnTo>
                  <a:pt x="227449" y="12526"/>
                </a:lnTo>
                <a:lnTo>
                  <a:pt x="228118" y="12615"/>
                </a:lnTo>
                <a:lnTo>
                  <a:pt x="228772" y="12721"/>
                </a:lnTo>
                <a:lnTo>
                  <a:pt x="229412" y="12842"/>
                </a:lnTo>
                <a:lnTo>
                  <a:pt x="230036" y="12980"/>
                </a:lnTo>
                <a:lnTo>
                  <a:pt x="230646" y="13133"/>
                </a:lnTo>
                <a:lnTo>
                  <a:pt x="231241" y="13303"/>
                </a:lnTo>
                <a:lnTo>
                  <a:pt x="231821" y="13489"/>
                </a:lnTo>
                <a:lnTo>
                  <a:pt x="232387" y="13691"/>
                </a:lnTo>
                <a:lnTo>
                  <a:pt x="232937" y="13910"/>
                </a:lnTo>
                <a:lnTo>
                  <a:pt x="233473" y="14145"/>
                </a:lnTo>
                <a:lnTo>
                  <a:pt x="233994" y="14395"/>
                </a:lnTo>
                <a:lnTo>
                  <a:pt x="234500" y="14662"/>
                </a:lnTo>
                <a:lnTo>
                  <a:pt x="234991" y="14946"/>
                </a:lnTo>
                <a:lnTo>
                  <a:pt x="235468" y="15245"/>
                </a:lnTo>
                <a:lnTo>
                  <a:pt x="235930" y="15560"/>
                </a:lnTo>
                <a:lnTo>
                  <a:pt x="236376" y="15892"/>
                </a:lnTo>
                <a:lnTo>
                  <a:pt x="236808" y="16240"/>
                </a:lnTo>
                <a:lnTo>
                  <a:pt x="237226" y="16604"/>
                </a:lnTo>
                <a:lnTo>
                  <a:pt x="237628" y="16984"/>
                </a:lnTo>
                <a:lnTo>
                  <a:pt x="238015" y="17381"/>
                </a:lnTo>
                <a:lnTo>
                  <a:pt x="238385" y="17796"/>
                </a:lnTo>
                <a:lnTo>
                  <a:pt x="238739" y="18227"/>
                </a:lnTo>
                <a:lnTo>
                  <a:pt x="239076" y="18676"/>
                </a:lnTo>
                <a:lnTo>
                  <a:pt x="239397" y="19142"/>
                </a:lnTo>
                <a:lnTo>
                  <a:pt x="239702" y="19626"/>
                </a:lnTo>
                <a:lnTo>
                  <a:pt x="239990" y="20126"/>
                </a:lnTo>
                <a:lnTo>
                  <a:pt x="240261" y="20644"/>
                </a:lnTo>
                <a:lnTo>
                  <a:pt x="240516" y="21180"/>
                </a:lnTo>
                <a:lnTo>
                  <a:pt x="240755" y="21732"/>
                </a:lnTo>
                <a:lnTo>
                  <a:pt x="240977" y="22302"/>
                </a:lnTo>
                <a:lnTo>
                  <a:pt x="241183" y="22889"/>
                </a:lnTo>
                <a:lnTo>
                  <a:pt x="241372" y="23494"/>
                </a:lnTo>
                <a:lnTo>
                  <a:pt x="241545" y="24115"/>
                </a:lnTo>
                <a:lnTo>
                  <a:pt x="241701" y="24754"/>
                </a:lnTo>
                <a:lnTo>
                  <a:pt x="241841" y="25410"/>
                </a:lnTo>
                <a:lnTo>
                  <a:pt x="241964" y="26084"/>
                </a:lnTo>
                <a:lnTo>
                  <a:pt x="242071" y="26775"/>
                </a:lnTo>
                <a:lnTo>
                  <a:pt x="242162" y="27483"/>
                </a:lnTo>
                <a:lnTo>
                  <a:pt x="242236" y="28208"/>
                </a:lnTo>
                <a:lnTo>
                  <a:pt x="242294" y="28951"/>
                </a:lnTo>
                <a:lnTo>
                  <a:pt x="242335" y="29711"/>
                </a:lnTo>
                <a:lnTo>
                  <a:pt x="242359" y="30488"/>
                </a:lnTo>
                <a:lnTo>
                  <a:pt x="242368" y="31283"/>
                </a:lnTo>
                <a:lnTo>
                  <a:pt x="242368" y="38708"/>
                </a:lnTo>
                <a:lnTo>
                  <a:pt x="256587" y="38708"/>
                </a:lnTo>
                <a:lnTo>
                  <a:pt x="256587" y="31283"/>
                </a:lnTo>
                <a:lnTo>
                  <a:pt x="256574" y="30044"/>
                </a:lnTo>
                <a:lnTo>
                  <a:pt x="256536" y="28829"/>
                </a:lnTo>
                <a:lnTo>
                  <a:pt x="256472" y="27638"/>
                </a:lnTo>
                <a:lnTo>
                  <a:pt x="256383" y="26471"/>
                </a:lnTo>
                <a:lnTo>
                  <a:pt x="256268" y="25327"/>
                </a:lnTo>
                <a:lnTo>
                  <a:pt x="256128" y="24208"/>
                </a:lnTo>
                <a:lnTo>
                  <a:pt x="255962" y="23112"/>
                </a:lnTo>
                <a:lnTo>
                  <a:pt x="255770" y="22040"/>
                </a:lnTo>
                <a:lnTo>
                  <a:pt x="255553" y="20992"/>
                </a:lnTo>
                <a:lnTo>
                  <a:pt x="255311" y="19968"/>
                </a:lnTo>
                <a:lnTo>
                  <a:pt x="255043" y="18968"/>
                </a:lnTo>
                <a:lnTo>
                  <a:pt x="254750" y="17991"/>
                </a:lnTo>
                <a:lnTo>
                  <a:pt x="254431" y="17039"/>
                </a:lnTo>
                <a:lnTo>
                  <a:pt x="254086" y="16110"/>
                </a:lnTo>
                <a:lnTo>
                  <a:pt x="253716" y="15206"/>
                </a:lnTo>
                <a:lnTo>
                  <a:pt x="253321" y="14325"/>
                </a:lnTo>
                <a:lnTo>
                  <a:pt x="252900" y="13468"/>
                </a:lnTo>
                <a:lnTo>
                  <a:pt x="252453" y="12634"/>
                </a:lnTo>
                <a:lnTo>
                  <a:pt x="251981" y="11825"/>
                </a:lnTo>
                <a:lnTo>
                  <a:pt x="251484" y="11040"/>
                </a:lnTo>
                <a:lnTo>
                  <a:pt x="250961" y="10278"/>
                </a:lnTo>
                <a:lnTo>
                  <a:pt x="250412" y="9540"/>
                </a:lnTo>
                <a:lnTo>
                  <a:pt x="249838" y="8827"/>
                </a:lnTo>
                <a:lnTo>
                  <a:pt x="249239" y="8137"/>
                </a:lnTo>
                <a:lnTo>
                  <a:pt x="248616" y="7473"/>
                </a:lnTo>
                <a:lnTo>
                  <a:pt x="247971" y="6837"/>
                </a:lnTo>
                <a:lnTo>
                  <a:pt x="247305" y="6230"/>
                </a:lnTo>
                <a:lnTo>
                  <a:pt x="246617" y="5650"/>
                </a:lnTo>
                <a:lnTo>
                  <a:pt x="245907" y="5099"/>
                </a:lnTo>
                <a:lnTo>
                  <a:pt x="245176" y="4577"/>
                </a:lnTo>
                <a:lnTo>
                  <a:pt x="244423" y="4082"/>
                </a:lnTo>
                <a:lnTo>
                  <a:pt x="243648" y="3616"/>
                </a:lnTo>
                <a:lnTo>
                  <a:pt x="242851" y="3178"/>
                </a:lnTo>
                <a:lnTo>
                  <a:pt x="242033" y="2769"/>
                </a:lnTo>
                <a:lnTo>
                  <a:pt x="241194" y="2387"/>
                </a:lnTo>
                <a:lnTo>
                  <a:pt x="240332" y="2034"/>
                </a:lnTo>
                <a:lnTo>
                  <a:pt x="239449" y="1709"/>
                </a:lnTo>
                <a:lnTo>
                  <a:pt x="238545" y="1413"/>
                </a:lnTo>
                <a:lnTo>
                  <a:pt x="237618" y="1144"/>
                </a:lnTo>
                <a:lnTo>
                  <a:pt x="236670" y="904"/>
                </a:lnTo>
                <a:lnTo>
                  <a:pt x="235700" y="692"/>
                </a:lnTo>
                <a:lnTo>
                  <a:pt x="234709" y="509"/>
                </a:lnTo>
                <a:lnTo>
                  <a:pt x="233696" y="353"/>
                </a:lnTo>
                <a:lnTo>
                  <a:pt x="232661" y="226"/>
                </a:lnTo>
                <a:lnTo>
                  <a:pt x="231605" y="127"/>
                </a:lnTo>
                <a:lnTo>
                  <a:pt x="230527" y="57"/>
                </a:lnTo>
                <a:lnTo>
                  <a:pt x="229427" y="14"/>
                </a:lnTo>
                <a:lnTo>
                  <a:pt x="228305" y="0"/>
                </a:lnTo>
                <a:lnTo>
                  <a:pt x="227392" y="10"/>
                </a:lnTo>
                <a:lnTo>
                  <a:pt x="226496" y="41"/>
                </a:lnTo>
                <a:lnTo>
                  <a:pt x="225616" y="93"/>
                </a:lnTo>
                <a:lnTo>
                  <a:pt x="224753" y="165"/>
                </a:lnTo>
                <a:lnTo>
                  <a:pt x="223907" y="257"/>
                </a:lnTo>
                <a:lnTo>
                  <a:pt x="223077" y="370"/>
                </a:lnTo>
                <a:lnTo>
                  <a:pt x="222264" y="504"/>
                </a:lnTo>
                <a:lnTo>
                  <a:pt x="221468" y="658"/>
                </a:lnTo>
                <a:lnTo>
                  <a:pt x="220689" y="833"/>
                </a:lnTo>
                <a:lnTo>
                  <a:pt x="219926" y="1029"/>
                </a:lnTo>
                <a:lnTo>
                  <a:pt x="219180" y="1245"/>
                </a:lnTo>
                <a:lnTo>
                  <a:pt x="218451" y="1481"/>
                </a:lnTo>
                <a:lnTo>
                  <a:pt x="217739" y="1739"/>
                </a:lnTo>
                <a:lnTo>
                  <a:pt x="217043" y="2016"/>
                </a:lnTo>
                <a:lnTo>
                  <a:pt x="216364" y="2315"/>
                </a:lnTo>
                <a:lnTo>
                  <a:pt x="215701" y="2634"/>
                </a:lnTo>
                <a:lnTo>
                  <a:pt x="215056" y="2973"/>
                </a:lnTo>
                <a:lnTo>
                  <a:pt x="214427" y="3333"/>
                </a:lnTo>
                <a:lnTo>
                  <a:pt x="213815" y="3714"/>
                </a:lnTo>
                <a:lnTo>
                  <a:pt x="213219" y="4115"/>
                </a:lnTo>
                <a:lnTo>
                  <a:pt x="212641" y="4537"/>
                </a:lnTo>
                <a:lnTo>
                  <a:pt x="212079" y="4979"/>
                </a:lnTo>
                <a:lnTo>
                  <a:pt x="211534" y="5442"/>
                </a:lnTo>
                <a:lnTo>
                  <a:pt x="211005" y="5926"/>
                </a:lnTo>
                <a:lnTo>
                  <a:pt x="210496" y="6427"/>
                </a:lnTo>
                <a:lnTo>
                  <a:pt x="210008" y="6942"/>
                </a:lnTo>
                <a:lnTo>
                  <a:pt x="209542" y="7472"/>
                </a:lnTo>
                <a:lnTo>
                  <a:pt x="209098" y="8017"/>
                </a:lnTo>
                <a:lnTo>
                  <a:pt x="208675" y="8576"/>
                </a:lnTo>
                <a:lnTo>
                  <a:pt x="208274" y="9149"/>
                </a:lnTo>
                <a:lnTo>
                  <a:pt x="207895" y="9737"/>
                </a:lnTo>
                <a:lnTo>
                  <a:pt x="207538" y="10340"/>
                </a:lnTo>
                <a:lnTo>
                  <a:pt x="207202" y="10957"/>
                </a:lnTo>
                <a:lnTo>
                  <a:pt x="206887" y="11589"/>
                </a:lnTo>
                <a:lnTo>
                  <a:pt x="206595" y="12235"/>
                </a:lnTo>
                <a:lnTo>
                  <a:pt x="206324" y="12896"/>
                </a:lnTo>
                <a:lnTo>
                  <a:pt x="206075" y="13572"/>
                </a:lnTo>
                <a:lnTo>
                  <a:pt x="205847" y="14261"/>
                </a:lnTo>
                <a:lnTo>
                  <a:pt x="205641" y="14966"/>
                </a:lnTo>
                <a:lnTo>
                  <a:pt x="205457" y="15685"/>
                </a:lnTo>
                <a:lnTo>
                  <a:pt x="205294" y="16418"/>
                </a:lnTo>
                <a:lnTo>
                  <a:pt x="205154" y="17167"/>
                </a:lnTo>
                <a:lnTo>
                  <a:pt x="205034" y="17929"/>
                </a:lnTo>
                <a:lnTo>
                  <a:pt x="205004" y="18168"/>
                </a:lnTo>
                <a:lnTo>
                  <a:pt x="204763" y="18168"/>
                </a:lnTo>
                <a:lnTo>
                  <a:pt x="204763" y="1579"/>
                </a:lnTo>
                <a:lnTo>
                  <a:pt x="190544" y="1579"/>
                </a:lnTo>
                <a:lnTo>
                  <a:pt x="190544" y="88478"/>
                </a:lnTo>
                <a:close/>
                <a:moveTo>
                  <a:pt x="471147" y="88478"/>
                </a:moveTo>
                <a:lnTo>
                  <a:pt x="485366" y="88478"/>
                </a:lnTo>
                <a:lnTo>
                  <a:pt x="485366" y="33178"/>
                </a:lnTo>
                <a:lnTo>
                  <a:pt x="485375" y="32344"/>
                </a:lnTo>
                <a:lnTo>
                  <a:pt x="485400" y="31526"/>
                </a:lnTo>
                <a:lnTo>
                  <a:pt x="485443" y="30724"/>
                </a:lnTo>
                <a:lnTo>
                  <a:pt x="485502" y="29939"/>
                </a:lnTo>
                <a:lnTo>
                  <a:pt x="485579" y="29171"/>
                </a:lnTo>
                <a:lnTo>
                  <a:pt x="485672" y="28419"/>
                </a:lnTo>
                <a:lnTo>
                  <a:pt x="485783" y="27683"/>
                </a:lnTo>
                <a:lnTo>
                  <a:pt x="485910" y="26964"/>
                </a:lnTo>
                <a:lnTo>
                  <a:pt x="486055" y="26261"/>
                </a:lnTo>
                <a:lnTo>
                  <a:pt x="486217" y="25575"/>
                </a:lnTo>
                <a:lnTo>
                  <a:pt x="486395" y="24905"/>
                </a:lnTo>
                <a:lnTo>
                  <a:pt x="486591" y="24252"/>
                </a:lnTo>
                <a:lnTo>
                  <a:pt x="486803" y="23615"/>
                </a:lnTo>
                <a:lnTo>
                  <a:pt x="487033" y="22995"/>
                </a:lnTo>
                <a:lnTo>
                  <a:pt x="487280" y="22391"/>
                </a:lnTo>
                <a:lnTo>
                  <a:pt x="487543" y="21803"/>
                </a:lnTo>
                <a:lnTo>
                  <a:pt x="487824" y="21232"/>
                </a:lnTo>
                <a:lnTo>
                  <a:pt x="488122" y="20677"/>
                </a:lnTo>
                <a:lnTo>
                  <a:pt x="488436" y="20139"/>
                </a:lnTo>
                <a:lnTo>
                  <a:pt x="488768" y="19618"/>
                </a:lnTo>
                <a:lnTo>
                  <a:pt x="489117" y="19112"/>
                </a:lnTo>
                <a:lnTo>
                  <a:pt x="489482" y="18624"/>
                </a:lnTo>
                <a:lnTo>
                  <a:pt x="489865" y="18151"/>
                </a:lnTo>
                <a:lnTo>
                  <a:pt x="490265" y="17696"/>
                </a:lnTo>
                <a:lnTo>
                  <a:pt x="490681" y="17257"/>
                </a:lnTo>
                <a:lnTo>
                  <a:pt x="491112" y="16838"/>
                </a:lnTo>
                <a:lnTo>
                  <a:pt x="491559" y="16437"/>
                </a:lnTo>
                <a:lnTo>
                  <a:pt x="492021" y="16054"/>
                </a:lnTo>
                <a:lnTo>
                  <a:pt x="492498" y="15691"/>
                </a:lnTo>
                <a:lnTo>
                  <a:pt x="492991" y="15346"/>
                </a:lnTo>
                <a:lnTo>
                  <a:pt x="493499" y="15019"/>
                </a:lnTo>
                <a:lnTo>
                  <a:pt x="494022" y="14711"/>
                </a:lnTo>
                <a:lnTo>
                  <a:pt x="494561" y="14422"/>
                </a:lnTo>
                <a:lnTo>
                  <a:pt x="495115" y="14152"/>
                </a:lnTo>
                <a:lnTo>
                  <a:pt x="495684" y="13900"/>
                </a:lnTo>
                <a:lnTo>
                  <a:pt x="496269" y="13667"/>
                </a:lnTo>
                <a:lnTo>
                  <a:pt x="496869" y="13453"/>
                </a:lnTo>
                <a:lnTo>
                  <a:pt x="497485" y="13257"/>
                </a:lnTo>
                <a:lnTo>
                  <a:pt x="498116" y="13080"/>
                </a:lnTo>
                <a:lnTo>
                  <a:pt x="498762" y="12921"/>
                </a:lnTo>
                <a:lnTo>
                  <a:pt x="499423" y="12781"/>
                </a:lnTo>
                <a:lnTo>
                  <a:pt x="500100" y="12660"/>
                </a:lnTo>
                <a:lnTo>
                  <a:pt x="500792" y="12557"/>
                </a:lnTo>
                <a:lnTo>
                  <a:pt x="501500" y="12473"/>
                </a:lnTo>
                <a:lnTo>
                  <a:pt x="502223" y="12408"/>
                </a:lnTo>
                <a:lnTo>
                  <a:pt x="502961" y="12361"/>
                </a:lnTo>
                <a:lnTo>
                  <a:pt x="503715" y="12334"/>
                </a:lnTo>
                <a:lnTo>
                  <a:pt x="504484" y="12324"/>
                </a:lnTo>
                <a:lnTo>
                  <a:pt x="505227" y="12332"/>
                </a:lnTo>
                <a:lnTo>
                  <a:pt x="505955" y="12357"/>
                </a:lnTo>
                <a:lnTo>
                  <a:pt x="506669" y="12397"/>
                </a:lnTo>
                <a:lnTo>
                  <a:pt x="507368" y="12454"/>
                </a:lnTo>
                <a:lnTo>
                  <a:pt x="508052" y="12526"/>
                </a:lnTo>
                <a:lnTo>
                  <a:pt x="508721" y="12615"/>
                </a:lnTo>
                <a:lnTo>
                  <a:pt x="509375" y="12721"/>
                </a:lnTo>
                <a:lnTo>
                  <a:pt x="510014" y="12842"/>
                </a:lnTo>
                <a:lnTo>
                  <a:pt x="510639" y="12980"/>
                </a:lnTo>
                <a:lnTo>
                  <a:pt x="511249" y="13133"/>
                </a:lnTo>
                <a:lnTo>
                  <a:pt x="511844" y="13303"/>
                </a:lnTo>
                <a:lnTo>
                  <a:pt x="512424" y="13489"/>
                </a:lnTo>
                <a:lnTo>
                  <a:pt x="512989" y="13691"/>
                </a:lnTo>
                <a:lnTo>
                  <a:pt x="513540" y="13910"/>
                </a:lnTo>
                <a:lnTo>
                  <a:pt x="514076" y="14145"/>
                </a:lnTo>
                <a:lnTo>
                  <a:pt x="514597" y="14395"/>
                </a:lnTo>
                <a:lnTo>
                  <a:pt x="515103" y="14662"/>
                </a:lnTo>
                <a:lnTo>
                  <a:pt x="515594" y="14946"/>
                </a:lnTo>
                <a:lnTo>
                  <a:pt x="516070" y="15245"/>
                </a:lnTo>
                <a:lnTo>
                  <a:pt x="516532" y="15560"/>
                </a:lnTo>
                <a:lnTo>
                  <a:pt x="516979" y="15892"/>
                </a:lnTo>
                <a:lnTo>
                  <a:pt x="517411" y="16240"/>
                </a:lnTo>
                <a:lnTo>
                  <a:pt x="517828" y="16604"/>
                </a:lnTo>
                <a:lnTo>
                  <a:pt x="518231" y="16984"/>
                </a:lnTo>
                <a:lnTo>
                  <a:pt x="518617" y="17381"/>
                </a:lnTo>
                <a:lnTo>
                  <a:pt x="518988" y="17796"/>
                </a:lnTo>
                <a:lnTo>
                  <a:pt x="519341" y="18227"/>
                </a:lnTo>
                <a:lnTo>
                  <a:pt x="519679" y="18676"/>
                </a:lnTo>
                <a:lnTo>
                  <a:pt x="520000" y="19142"/>
                </a:lnTo>
                <a:lnTo>
                  <a:pt x="520304" y="19626"/>
                </a:lnTo>
                <a:lnTo>
                  <a:pt x="520592" y="20126"/>
                </a:lnTo>
                <a:lnTo>
                  <a:pt x="520864" y="20644"/>
                </a:lnTo>
                <a:lnTo>
                  <a:pt x="521119" y="21180"/>
                </a:lnTo>
                <a:lnTo>
                  <a:pt x="521357" y="21732"/>
                </a:lnTo>
                <a:lnTo>
                  <a:pt x="521580" y="22302"/>
                </a:lnTo>
                <a:lnTo>
                  <a:pt x="521785" y="22889"/>
                </a:lnTo>
                <a:lnTo>
                  <a:pt x="521975" y="23494"/>
                </a:lnTo>
                <a:lnTo>
                  <a:pt x="522147" y="24115"/>
                </a:lnTo>
                <a:lnTo>
                  <a:pt x="522304" y="24754"/>
                </a:lnTo>
                <a:lnTo>
                  <a:pt x="522444" y="25410"/>
                </a:lnTo>
                <a:lnTo>
                  <a:pt x="522567" y="26084"/>
                </a:lnTo>
                <a:lnTo>
                  <a:pt x="522674" y="26775"/>
                </a:lnTo>
                <a:lnTo>
                  <a:pt x="522765" y="27483"/>
                </a:lnTo>
                <a:lnTo>
                  <a:pt x="522839" y="28208"/>
                </a:lnTo>
                <a:lnTo>
                  <a:pt x="522896" y="28951"/>
                </a:lnTo>
                <a:lnTo>
                  <a:pt x="522937" y="29711"/>
                </a:lnTo>
                <a:lnTo>
                  <a:pt x="522962" y="30488"/>
                </a:lnTo>
                <a:lnTo>
                  <a:pt x="522970" y="31283"/>
                </a:lnTo>
                <a:lnTo>
                  <a:pt x="522970" y="38708"/>
                </a:lnTo>
                <a:lnTo>
                  <a:pt x="537189" y="38708"/>
                </a:lnTo>
                <a:lnTo>
                  <a:pt x="537189" y="31283"/>
                </a:lnTo>
                <a:lnTo>
                  <a:pt x="537177" y="30044"/>
                </a:lnTo>
                <a:lnTo>
                  <a:pt x="537138" y="28829"/>
                </a:lnTo>
                <a:lnTo>
                  <a:pt x="537075" y="27638"/>
                </a:lnTo>
                <a:lnTo>
                  <a:pt x="536985" y="26471"/>
                </a:lnTo>
                <a:lnTo>
                  <a:pt x="536870" y="25327"/>
                </a:lnTo>
                <a:lnTo>
                  <a:pt x="536730" y="24208"/>
                </a:lnTo>
                <a:lnTo>
                  <a:pt x="536564" y="23112"/>
                </a:lnTo>
                <a:lnTo>
                  <a:pt x="536373" y="22040"/>
                </a:lnTo>
                <a:lnTo>
                  <a:pt x="536156" y="20992"/>
                </a:lnTo>
                <a:lnTo>
                  <a:pt x="535914" y="19968"/>
                </a:lnTo>
                <a:lnTo>
                  <a:pt x="535646" y="18968"/>
                </a:lnTo>
                <a:lnTo>
                  <a:pt x="535352" y="17991"/>
                </a:lnTo>
                <a:lnTo>
                  <a:pt x="535033" y="17039"/>
                </a:lnTo>
                <a:lnTo>
                  <a:pt x="534689" y="16110"/>
                </a:lnTo>
                <a:lnTo>
                  <a:pt x="534319" y="15206"/>
                </a:lnTo>
                <a:lnTo>
                  <a:pt x="533924" y="14325"/>
                </a:lnTo>
                <a:lnTo>
                  <a:pt x="533503" y="13468"/>
                </a:lnTo>
                <a:lnTo>
                  <a:pt x="533056" y="12634"/>
                </a:lnTo>
                <a:lnTo>
                  <a:pt x="532584" y="11825"/>
                </a:lnTo>
                <a:lnTo>
                  <a:pt x="532086" y="11040"/>
                </a:lnTo>
                <a:lnTo>
                  <a:pt x="531563" y="10278"/>
                </a:lnTo>
                <a:lnTo>
                  <a:pt x="531015" y="9540"/>
                </a:lnTo>
                <a:lnTo>
                  <a:pt x="530441" y="8827"/>
                </a:lnTo>
                <a:lnTo>
                  <a:pt x="529841" y="8137"/>
                </a:lnTo>
                <a:lnTo>
                  <a:pt x="529218" y="7473"/>
                </a:lnTo>
                <a:lnTo>
                  <a:pt x="528574" y="6837"/>
                </a:lnTo>
                <a:lnTo>
                  <a:pt x="527907" y="6230"/>
                </a:lnTo>
                <a:lnTo>
                  <a:pt x="527219" y="5650"/>
                </a:lnTo>
                <a:lnTo>
                  <a:pt x="526509" y="5099"/>
                </a:lnTo>
                <a:lnTo>
                  <a:pt x="525778" y="4577"/>
                </a:lnTo>
                <a:lnTo>
                  <a:pt x="525025" y="4082"/>
                </a:lnTo>
                <a:lnTo>
                  <a:pt x="524250" y="3616"/>
                </a:lnTo>
                <a:lnTo>
                  <a:pt x="523454" y="3178"/>
                </a:lnTo>
                <a:lnTo>
                  <a:pt x="522636" y="2769"/>
                </a:lnTo>
                <a:lnTo>
                  <a:pt x="521796" y="2387"/>
                </a:lnTo>
                <a:lnTo>
                  <a:pt x="520935" y="2034"/>
                </a:lnTo>
                <a:lnTo>
                  <a:pt x="520052" y="1709"/>
                </a:lnTo>
                <a:lnTo>
                  <a:pt x="519147" y="1413"/>
                </a:lnTo>
                <a:lnTo>
                  <a:pt x="518221" y="1144"/>
                </a:lnTo>
                <a:lnTo>
                  <a:pt x="517273" y="904"/>
                </a:lnTo>
                <a:lnTo>
                  <a:pt x="516303" y="692"/>
                </a:lnTo>
                <a:lnTo>
                  <a:pt x="515312" y="509"/>
                </a:lnTo>
                <a:lnTo>
                  <a:pt x="514298" y="353"/>
                </a:lnTo>
                <a:lnTo>
                  <a:pt x="513264" y="226"/>
                </a:lnTo>
                <a:lnTo>
                  <a:pt x="512207" y="127"/>
                </a:lnTo>
                <a:lnTo>
                  <a:pt x="511129" y="57"/>
                </a:lnTo>
                <a:lnTo>
                  <a:pt x="510029" y="14"/>
                </a:lnTo>
                <a:lnTo>
                  <a:pt x="508908" y="0"/>
                </a:lnTo>
                <a:lnTo>
                  <a:pt x="507995" y="10"/>
                </a:lnTo>
                <a:lnTo>
                  <a:pt x="507098" y="41"/>
                </a:lnTo>
                <a:lnTo>
                  <a:pt x="506219" y="93"/>
                </a:lnTo>
                <a:lnTo>
                  <a:pt x="505356" y="165"/>
                </a:lnTo>
                <a:lnTo>
                  <a:pt x="504509" y="257"/>
                </a:lnTo>
                <a:lnTo>
                  <a:pt x="503680" y="370"/>
                </a:lnTo>
                <a:lnTo>
                  <a:pt x="502867" y="504"/>
                </a:lnTo>
                <a:lnTo>
                  <a:pt x="502071" y="658"/>
                </a:lnTo>
                <a:lnTo>
                  <a:pt x="501291" y="833"/>
                </a:lnTo>
                <a:lnTo>
                  <a:pt x="500529" y="1029"/>
                </a:lnTo>
                <a:lnTo>
                  <a:pt x="499783" y="1245"/>
                </a:lnTo>
                <a:lnTo>
                  <a:pt x="499054" y="1481"/>
                </a:lnTo>
                <a:lnTo>
                  <a:pt x="498341" y="1739"/>
                </a:lnTo>
                <a:lnTo>
                  <a:pt x="497645" y="2016"/>
                </a:lnTo>
                <a:lnTo>
                  <a:pt x="496966" y="2315"/>
                </a:lnTo>
                <a:lnTo>
                  <a:pt x="496304" y="2634"/>
                </a:lnTo>
                <a:lnTo>
                  <a:pt x="495658" y="2973"/>
                </a:lnTo>
                <a:lnTo>
                  <a:pt x="495030" y="3333"/>
                </a:lnTo>
                <a:lnTo>
                  <a:pt x="494417" y="3714"/>
                </a:lnTo>
                <a:lnTo>
                  <a:pt x="493822" y="4115"/>
                </a:lnTo>
                <a:lnTo>
                  <a:pt x="493243" y="4537"/>
                </a:lnTo>
                <a:lnTo>
                  <a:pt x="492681" y="4979"/>
                </a:lnTo>
                <a:lnTo>
                  <a:pt x="492136" y="5442"/>
                </a:lnTo>
                <a:lnTo>
                  <a:pt x="491608" y="5926"/>
                </a:lnTo>
                <a:lnTo>
                  <a:pt x="491098" y="6427"/>
                </a:lnTo>
                <a:lnTo>
                  <a:pt x="490611" y="6942"/>
                </a:lnTo>
                <a:lnTo>
                  <a:pt x="490145" y="7472"/>
                </a:lnTo>
                <a:lnTo>
                  <a:pt x="489701" y="8017"/>
                </a:lnTo>
                <a:lnTo>
                  <a:pt x="489278" y="8576"/>
                </a:lnTo>
                <a:lnTo>
                  <a:pt x="488877" y="9149"/>
                </a:lnTo>
                <a:lnTo>
                  <a:pt x="488498" y="9737"/>
                </a:lnTo>
                <a:lnTo>
                  <a:pt x="488140" y="10340"/>
                </a:lnTo>
                <a:lnTo>
                  <a:pt x="487804" y="10957"/>
                </a:lnTo>
                <a:lnTo>
                  <a:pt x="487490" y="11589"/>
                </a:lnTo>
                <a:lnTo>
                  <a:pt x="487197" y="12235"/>
                </a:lnTo>
                <a:lnTo>
                  <a:pt x="486926" y="12896"/>
                </a:lnTo>
                <a:lnTo>
                  <a:pt x="486677" y="13572"/>
                </a:lnTo>
                <a:lnTo>
                  <a:pt x="486450" y="14261"/>
                </a:lnTo>
                <a:lnTo>
                  <a:pt x="486244" y="14966"/>
                </a:lnTo>
                <a:lnTo>
                  <a:pt x="486060" y="15685"/>
                </a:lnTo>
                <a:lnTo>
                  <a:pt x="485897" y="16418"/>
                </a:lnTo>
                <a:lnTo>
                  <a:pt x="485756" y="17167"/>
                </a:lnTo>
                <a:lnTo>
                  <a:pt x="485637" y="17929"/>
                </a:lnTo>
                <a:lnTo>
                  <a:pt x="485607" y="18168"/>
                </a:lnTo>
                <a:lnTo>
                  <a:pt x="485366" y="18168"/>
                </a:lnTo>
                <a:lnTo>
                  <a:pt x="485366" y="1579"/>
                </a:lnTo>
                <a:lnTo>
                  <a:pt x="471147" y="1579"/>
                </a:lnTo>
                <a:lnTo>
                  <a:pt x="471147" y="88478"/>
                </a:lnTo>
                <a:close/>
                <a:moveTo>
                  <a:pt x="319952" y="89694"/>
                </a:moveTo>
                <a:lnTo>
                  <a:pt x="321106" y="89636"/>
                </a:lnTo>
                <a:lnTo>
                  <a:pt x="322238" y="89554"/>
                </a:lnTo>
                <a:lnTo>
                  <a:pt x="323346" y="89450"/>
                </a:lnTo>
                <a:lnTo>
                  <a:pt x="324432" y="89321"/>
                </a:lnTo>
                <a:lnTo>
                  <a:pt x="325496" y="89170"/>
                </a:lnTo>
                <a:lnTo>
                  <a:pt x="326536" y="88995"/>
                </a:lnTo>
                <a:lnTo>
                  <a:pt x="327554" y="88797"/>
                </a:lnTo>
                <a:lnTo>
                  <a:pt x="328549" y="88575"/>
                </a:lnTo>
                <a:lnTo>
                  <a:pt x="329521" y="88331"/>
                </a:lnTo>
                <a:lnTo>
                  <a:pt x="330470" y="88062"/>
                </a:lnTo>
                <a:lnTo>
                  <a:pt x="331397" y="87771"/>
                </a:lnTo>
                <a:lnTo>
                  <a:pt x="332301" y="87456"/>
                </a:lnTo>
                <a:lnTo>
                  <a:pt x="333182" y="87118"/>
                </a:lnTo>
                <a:lnTo>
                  <a:pt x="334040" y="86757"/>
                </a:lnTo>
                <a:lnTo>
                  <a:pt x="334876" y="86372"/>
                </a:lnTo>
                <a:lnTo>
                  <a:pt x="335689" y="85964"/>
                </a:lnTo>
                <a:lnTo>
                  <a:pt x="336479" y="85533"/>
                </a:lnTo>
                <a:lnTo>
                  <a:pt x="337246" y="85078"/>
                </a:lnTo>
                <a:lnTo>
                  <a:pt x="337990" y="84600"/>
                </a:lnTo>
                <a:lnTo>
                  <a:pt x="338712" y="84099"/>
                </a:lnTo>
                <a:lnTo>
                  <a:pt x="339411" y="83575"/>
                </a:lnTo>
                <a:lnTo>
                  <a:pt x="340087" y="83027"/>
                </a:lnTo>
                <a:lnTo>
                  <a:pt x="340738" y="82458"/>
                </a:lnTo>
                <a:lnTo>
                  <a:pt x="341362" y="81870"/>
                </a:lnTo>
                <a:lnTo>
                  <a:pt x="341957" y="81263"/>
                </a:lnTo>
                <a:lnTo>
                  <a:pt x="342525" y="80637"/>
                </a:lnTo>
                <a:lnTo>
                  <a:pt x="343066" y="79993"/>
                </a:lnTo>
                <a:lnTo>
                  <a:pt x="343578" y="79329"/>
                </a:lnTo>
                <a:lnTo>
                  <a:pt x="344063" y="78646"/>
                </a:lnTo>
                <a:lnTo>
                  <a:pt x="344520" y="77945"/>
                </a:lnTo>
                <a:lnTo>
                  <a:pt x="344950" y="77224"/>
                </a:lnTo>
                <a:lnTo>
                  <a:pt x="345352" y="76485"/>
                </a:lnTo>
                <a:lnTo>
                  <a:pt x="345726" y="75727"/>
                </a:lnTo>
                <a:lnTo>
                  <a:pt x="346072" y="74949"/>
                </a:lnTo>
                <a:lnTo>
                  <a:pt x="346391" y="74153"/>
                </a:lnTo>
                <a:lnTo>
                  <a:pt x="346682" y="73338"/>
                </a:lnTo>
                <a:lnTo>
                  <a:pt x="346945" y="72504"/>
                </a:lnTo>
                <a:lnTo>
                  <a:pt x="347180" y="71651"/>
                </a:lnTo>
                <a:lnTo>
                  <a:pt x="347388" y="70779"/>
                </a:lnTo>
                <a:lnTo>
                  <a:pt x="347568" y="69888"/>
                </a:lnTo>
                <a:lnTo>
                  <a:pt x="347721" y="68978"/>
                </a:lnTo>
                <a:lnTo>
                  <a:pt x="347845" y="68049"/>
                </a:lnTo>
                <a:lnTo>
                  <a:pt x="347942" y="67102"/>
                </a:lnTo>
                <a:lnTo>
                  <a:pt x="348012" y="66135"/>
                </a:lnTo>
                <a:lnTo>
                  <a:pt x="348053" y="65150"/>
                </a:lnTo>
                <a:lnTo>
                  <a:pt x="348067" y="64145"/>
                </a:lnTo>
                <a:lnTo>
                  <a:pt x="348057" y="63206"/>
                </a:lnTo>
                <a:lnTo>
                  <a:pt x="348029" y="62283"/>
                </a:lnTo>
                <a:lnTo>
                  <a:pt x="347981" y="61378"/>
                </a:lnTo>
                <a:lnTo>
                  <a:pt x="347913" y="60490"/>
                </a:lnTo>
                <a:lnTo>
                  <a:pt x="347827" y="59618"/>
                </a:lnTo>
                <a:lnTo>
                  <a:pt x="347721" y="58764"/>
                </a:lnTo>
                <a:lnTo>
                  <a:pt x="347596" y="57927"/>
                </a:lnTo>
                <a:lnTo>
                  <a:pt x="347452" y="57106"/>
                </a:lnTo>
                <a:lnTo>
                  <a:pt x="347289" y="56303"/>
                </a:lnTo>
                <a:lnTo>
                  <a:pt x="347107" y="55517"/>
                </a:lnTo>
                <a:lnTo>
                  <a:pt x="346905" y="54747"/>
                </a:lnTo>
                <a:lnTo>
                  <a:pt x="346684" y="53995"/>
                </a:lnTo>
                <a:lnTo>
                  <a:pt x="346444" y="53260"/>
                </a:lnTo>
                <a:lnTo>
                  <a:pt x="346185" y="52541"/>
                </a:lnTo>
                <a:lnTo>
                  <a:pt x="345907" y="51840"/>
                </a:lnTo>
                <a:lnTo>
                  <a:pt x="345609" y="51156"/>
                </a:lnTo>
                <a:lnTo>
                  <a:pt x="345292" y="50488"/>
                </a:lnTo>
                <a:lnTo>
                  <a:pt x="344956" y="49838"/>
                </a:lnTo>
                <a:lnTo>
                  <a:pt x="344601" y="49205"/>
                </a:lnTo>
                <a:lnTo>
                  <a:pt x="344226" y="48588"/>
                </a:lnTo>
                <a:lnTo>
                  <a:pt x="343833" y="47989"/>
                </a:lnTo>
                <a:lnTo>
                  <a:pt x="343420" y="47407"/>
                </a:lnTo>
                <a:lnTo>
                  <a:pt x="342988" y="46841"/>
                </a:lnTo>
                <a:lnTo>
                  <a:pt x="342537" y="46293"/>
                </a:lnTo>
                <a:lnTo>
                  <a:pt x="342066" y="45762"/>
                </a:lnTo>
                <a:lnTo>
                  <a:pt x="341577" y="45247"/>
                </a:lnTo>
                <a:lnTo>
                  <a:pt x="341068" y="44750"/>
                </a:lnTo>
                <a:lnTo>
                  <a:pt x="340540" y="44270"/>
                </a:lnTo>
                <a:lnTo>
                  <a:pt x="339993" y="43806"/>
                </a:lnTo>
                <a:lnTo>
                  <a:pt x="339427" y="43360"/>
                </a:lnTo>
                <a:lnTo>
                  <a:pt x="338841" y="42931"/>
                </a:lnTo>
                <a:lnTo>
                  <a:pt x="338236" y="42519"/>
                </a:lnTo>
                <a:lnTo>
                  <a:pt x="337612" y="42123"/>
                </a:lnTo>
                <a:lnTo>
                  <a:pt x="336969" y="41745"/>
                </a:lnTo>
                <a:lnTo>
                  <a:pt x="336307" y="41384"/>
                </a:lnTo>
                <a:lnTo>
                  <a:pt x="335625" y="41040"/>
                </a:lnTo>
                <a:lnTo>
                  <a:pt x="334924" y="40712"/>
                </a:lnTo>
                <a:lnTo>
                  <a:pt x="334204" y="40402"/>
                </a:lnTo>
                <a:lnTo>
                  <a:pt x="333465" y="40109"/>
                </a:lnTo>
                <a:lnTo>
                  <a:pt x="332707" y="39833"/>
                </a:lnTo>
                <a:lnTo>
                  <a:pt x="331929" y="39574"/>
                </a:lnTo>
                <a:lnTo>
                  <a:pt x="331132" y="39332"/>
                </a:lnTo>
                <a:lnTo>
                  <a:pt x="330316" y="39106"/>
                </a:lnTo>
                <a:lnTo>
                  <a:pt x="329481" y="38898"/>
                </a:lnTo>
                <a:lnTo>
                  <a:pt x="328626" y="38707"/>
                </a:lnTo>
                <a:lnTo>
                  <a:pt x="327753" y="38533"/>
                </a:lnTo>
                <a:lnTo>
                  <a:pt x="326860" y="38376"/>
                </a:lnTo>
                <a:lnTo>
                  <a:pt x="325948" y="38236"/>
                </a:lnTo>
                <a:lnTo>
                  <a:pt x="303512" y="35075"/>
                </a:lnTo>
                <a:lnTo>
                  <a:pt x="303173" y="35019"/>
                </a:lnTo>
                <a:lnTo>
                  <a:pt x="302841" y="34956"/>
                </a:lnTo>
                <a:lnTo>
                  <a:pt x="302516" y="34885"/>
                </a:lnTo>
                <a:lnTo>
                  <a:pt x="302198" y="34808"/>
                </a:lnTo>
                <a:lnTo>
                  <a:pt x="301886" y="34723"/>
                </a:lnTo>
                <a:lnTo>
                  <a:pt x="301582" y="34631"/>
                </a:lnTo>
                <a:lnTo>
                  <a:pt x="301284" y="34532"/>
                </a:lnTo>
                <a:lnTo>
                  <a:pt x="300993" y="34426"/>
                </a:lnTo>
                <a:lnTo>
                  <a:pt x="300709" y="34313"/>
                </a:lnTo>
                <a:lnTo>
                  <a:pt x="300432" y="34192"/>
                </a:lnTo>
                <a:lnTo>
                  <a:pt x="300161" y="34065"/>
                </a:lnTo>
                <a:lnTo>
                  <a:pt x="299898" y="33930"/>
                </a:lnTo>
                <a:lnTo>
                  <a:pt x="299641" y="33788"/>
                </a:lnTo>
                <a:lnTo>
                  <a:pt x="299391" y="33639"/>
                </a:lnTo>
                <a:lnTo>
                  <a:pt x="299149" y="33483"/>
                </a:lnTo>
                <a:lnTo>
                  <a:pt x="298912" y="33320"/>
                </a:lnTo>
                <a:lnTo>
                  <a:pt x="298683" y="33150"/>
                </a:lnTo>
                <a:lnTo>
                  <a:pt x="298461" y="32972"/>
                </a:lnTo>
                <a:lnTo>
                  <a:pt x="298245" y="32788"/>
                </a:lnTo>
                <a:lnTo>
                  <a:pt x="298037" y="32596"/>
                </a:lnTo>
                <a:lnTo>
                  <a:pt x="297835" y="32397"/>
                </a:lnTo>
                <a:lnTo>
                  <a:pt x="297640" y="32191"/>
                </a:lnTo>
                <a:lnTo>
                  <a:pt x="297452" y="31978"/>
                </a:lnTo>
                <a:lnTo>
                  <a:pt x="297271" y="31758"/>
                </a:lnTo>
                <a:lnTo>
                  <a:pt x="297097" y="31531"/>
                </a:lnTo>
                <a:lnTo>
                  <a:pt x="296930" y="31298"/>
                </a:lnTo>
                <a:lnTo>
                  <a:pt x="296771" y="31059"/>
                </a:lnTo>
                <a:lnTo>
                  <a:pt x="296619" y="30814"/>
                </a:lnTo>
                <a:lnTo>
                  <a:pt x="296474" y="30563"/>
                </a:lnTo>
                <a:lnTo>
                  <a:pt x="296337" y="30305"/>
                </a:lnTo>
                <a:lnTo>
                  <a:pt x="296208" y="30042"/>
                </a:lnTo>
                <a:lnTo>
                  <a:pt x="296085" y="29773"/>
                </a:lnTo>
                <a:lnTo>
                  <a:pt x="295970" y="29498"/>
                </a:lnTo>
                <a:lnTo>
                  <a:pt x="295863" y="29217"/>
                </a:lnTo>
                <a:lnTo>
                  <a:pt x="295763" y="28929"/>
                </a:lnTo>
                <a:lnTo>
                  <a:pt x="295670" y="28636"/>
                </a:lnTo>
                <a:lnTo>
                  <a:pt x="295585" y="28337"/>
                </a:lnTo>
                <a:lnTo>
                  <a:pt x="295507" y="28031"/>
                </a:lnTo>
                <a:lnTo>
                  <a:pt x="295437" y="27720"/>
                </a:lnTo>
                <a:lnTo>
                  <a:pt x="295374" y="27402"/>
                </a:lnTo>
                <a:lnTo>
                  <a:pt x="295319" y="27079"/>
                </a:lnTo>
                <a:lnTo>
                  <a:pt x="295270" y="26749"/>
                </a:lnTo>
                <a:lnTo>
                  <a:pt x="295230" y="26414"/>
                </a:lnTo>
                <a:lnTo>
                  <a:pt x="295196" y="26072"/>
                </a:lnTo>
                <a:lnTo>
                  <a:pt x="295170" y="25725"/>
                </a:lnTo>
                <a:lnTo>
                  <a:pt x="295152" y="25371"/>
                </a:lnTo>
                <a:lnTo>
                  <a:pt x="295141" y="25012"/>
                </a:lnTo>
                <a:lnTo>
                  <a:pt x="295137" y="24646"/>
                </a:lnTo>
                <a:lnTo>
                  <a:pt x="295144" y="24176"/>
                </a:lnTo>
                <a:lnTo>
                  <a:pt x="295166" y="23715"/>
                </a:lnTo>
                <a:lnTo>
                  <a:pt x="295201" y="23261"/>
                </a:lnTo>
                <a:lnTo>
                  <a:pt x="295251" y="22816"/>
                </a:lnTo>
                <a:lnTo>
                  <a:pt x="295315" y="22379"/>
                </a:lnTo>
                <a:lnTo>
                  <a:pt x="295394" y="21951"/>
                </a:lnTo>
                <a:lnTo>
                  <a:pt x="295487" y="21530"/>
                </a:lnTo>
                <a:lnTo>
                  <a:pt x="295594" y="21118"/>
                </a:lnTo>
                <a:lnTo>
                  <a:pt x="295715" y="20714"/>
                </a:lnTo>
                <a:lnTo>
                  <a:pt x="295850" y="20318"/>
                </a:lnTo>
                <a:lnTo>
                  <a:pt x="296000" y="19931"/>
                </a:lnTo>
                <a:lnTo>
                  <a:pt x="296164" y="19551"/>
                </a:lnTo>
                <a:lnTo>
                  <a:pt x="296342" y="19180"/>
                </a:lnTo>
                <a:lnTo>
                  <a:pt x="296535" y="18817"/>
                </a:lnTo>
                <a:lnTo>
                  <a:pt x="296742" y="18463"/>
                </a:lnTo>
                <a:lnTo>
                  <a:pt x="296963" y="18116"/>
                </a:lnTo>
                <a:lnTo>
                  <a:pt x="297198" y="17778"/>
                </a:lnTo>
                <a:lnTo>
                  <a:pt x="297448" y="17448"/>
                </a:lnTo>
                <a:lnTo>
                  <a:pt x="297712" y="17127"/>
                </a:lnTo>
                <a:lnTo>
                  <a:pt x="297990" y="16813"/>
                </a:lnTo>
                <a:lnTo>
                  <a:pt x="298282" y="16508"/>
                </a:lnTo>
                <a:lnTo>
                  <a:pt x="298589" y="16211"/>
                </a:lnTo>
                <a:lnTo>
                  <a:pt x="298910" y="15922"/>
                </a:lnTo>
                <a:lnTo>
                  <a:pt x="299245" y="15642"/>
                </a:lnTo>
                <a:lnTo>
                  <a:pt x="299593" y="15371"/>
                </a:lnTo>
                <a:lnTo>
                  <a:pt x="299952" y="15112"/>
                </a:lnTo>
                <a:lnTo>
                  <a:pt x="300322" y="14864"/>
                </a:lnTo>
                <a:lnTo>
                  <a:pt x="300702" y="14628"/>
                </a:lnTo>
                <a:lnTo>
                  <a:pt x="301094" y="14403"/>
                </a:lnTo>
                <a:lnTo>
                  <a:pt x="301497" y="14190"/>
                </a:lnTo>
                <a:lnTo>
                  <a:pt x="301910" y="13989"/>
                </a:lnTo>
                <a:lnTo>
                  <a:pt x="302335" y="13799"/>
                </a:lnTo>
                <a:lnTo>
                  <a:pt x="302771" y="13620"/>
                </a:lnTo>
                <a:lnTo>
                  <a:pt x="303217" y="13453"/>
                </a:lnTo>
                <a:lnTo>
                  <a:pt x="303675" y="13298"/>
                </a:lnTo>
                <a:lnTo>
                  <a:pt x="304143" y="13154"/>
                </a:lnTo>
                <a:lnTo>
                  <a:pt x="304623" y="13021"/>
                </a:lnTo>
                <a:lnTo>
                  <a:pt x="305113" y="12900"/>
                </a:lnTo>
                <a:lnTo>
                  <a:pt x="305615" y="12791"/>
                </a:lnTo>
                <a:lnTo>
                  <a:pt x="306127" y="12693"/>
                </a:lnTo>
                <a:lnTo>
                  <a:pt x="306651" y="12606"/>
                </a:lnTo>
                <a:lnTo>
                  <a:pt x="307185" y="12532"/>
                </a:lnTo>
                <a:lnTo>
                  <a:pt x="307730" y="12468"/>
                </a:lnTo>
                <a:lnTo>
                  <a:pt x="308287" y="12416"/>
                </a:lnTo>
                <a:lnTo>
                  <a:pt x="308854" y="12376"/>
                </a:lnTo>
                <a:lnTo>
                  <a:pt x="309432" y="12347"/>
                </a:lnTo>
                <a:lnTo>
                  <a:pt x="310022" y="12330"/>
                </a:lnTo>
                <a:lnTo>
                  <a:pt x="310622" y="12324"/>
                </a:lnTo>
                <a:lnTo>
                  <a:pt x="317575" y="12324"/>
                </a:lnTo>
                <a:lnTo>
                  <a:pt x="318110" y="12329"/>
                </a:lnTo>
                <a:lnTo>
                  <a:pt x="318637" y="12345"/>
                </a:lnTo>
                <a:lnTo>
                  <a:pt x="319156" y="12371"/>
                </a:lnTo>
                <a:lnTo>
                  <a:pt x="319666" y="12408"/>
                </a:lnTo>
                <a:lnTo>
                  <a:pt x="320168" y="12454"/>
                </a:lnTo>
                <a:lnTo>
                  <a:pt x="320661" y="12512"/>
                </a:lnTo>
                <a:lnTo>
                  <a:pt x="321145" y="12580"/>
                </a:lnTo>
                <a:lnTo>
                  <a:pt x="321621" y="12658"/>
                </a:lnTo>
                <a:lnTo>
                  <a:pt x="322089" y="12746"/>
                </a:lnTo>
                <a:lnTo>
                  <a:pt x="322548" y="12845"/>
                </a:lnTo>
                <a:lnTo>
                  <a:pt x="322998" y="12955"/>
                </a:lnTo>
                <a:lnTo>
                  <a:pt x="323440" y="13075"/>
                </a:lnTo>
                <a:lnTo>
                  <a:pt x="323874" y="13205"/>
                </a:lnTo>
                <a:lnTo>
                  <a:pt x="324299" y="13346"/>
                </a:lnTo>
                <a:lnTo>
                  <a:pt x="324715" y="13497"/>
                </a:lnTo>
                <a:lnTo>
                  <a:pt x="325123" y="13658"/>
                </a:lnTo>
                <a:lnTo>
                  <a:pt x="325523" y="13830"/>
                </a:lnTo>
                <a:lnTo>
                  <a:pt x="325914" y="14013"/>
                </a:lnTo>
                <a:lnTo>
                  <a:pt x="326296" y="14205"/>
                </a:lnTo>
                <a:lnTo>
                  <a:pt x="326670" y="14409"/>
                </a:lnTo>
                <a:lnTo>
                  <a:pt x="327036" y="14622"/>
                </a:lnTo>
                <a:lnTo>
                  <a:pt x="327393" y="14846"/>
                </a:lnTo>
                <a:lnTo>
                  <a:pt x="327741" y="15081"/>
                </a:lnTo>
                <a:lnTo>
                  <a:pt x="328081" y="15326"/>
                </a:lnTo>
                <a:lnTo>
                  <a:pt x="328410" y="15579"/>
                </a:lnTo>
                <a:lnTo>
                  <a:pt x="328727" y="15837"/>
                </a:lnTo>
                <a:lnTo>
                  <a:pt x="329030" y="16101"/>
                </a:lnTo>
                <a:lnTo>
                  <a:pt x="329321" y="16370"/>
                </a:lnTo>
                <a:lnTo>
                  <a:pt x="329599" y="16645"/>
                </a:lnTo>
                <a:lnTo>
                  <a:pt x="329863" y="16925"/>
                </a:lnTo>
                <a:lnTo>
                  <a:pt x="330115" y="17211"/>
                </a:lnTo>
                <a:lnTo>
                  <a:pt x="330354" y="17502"/>
                </a:lnTo>
                <a:lnTo>
                  <a:pt x="330580" y="17799"/>
                </a:lnTo>
                <a:lnTo>
                  <a:pt x="330794" y="18101"/>
                </a:lnTo>
                <a:lnTo>
                  <a:pt x="330994" y="18409"/>
                </a:lnTo>
                <a:lnTo>
                  <a:pt x="331181" y="18723"/>
                </a:lnTo>
                <a:lnTo>
                  <a:pt x="331356" y="19041"/>
                </a:lnTo>
                <a:lnTo>
                  <a:pt x="331518" y="19366"/>
                </a:lnTo>
                <a:lnTo>
                  <a:pt x="331666" y="19695"/>
                </a:lnTo>
                <a:lnTo>
                  <a:pt x="331802" y="20031"/>
                </a:lnTo>
                <a:lnTo>
                  <a:pt x="331925" y="20371"/>
                </a:lnTo>
                <a:lnTo>
                  <a:pt x="332036" y="20718"/>
                </a:lnTo>
                <a:lnTo>
                  <a:pt x="332133" y="21069"/>
                </a:lnTo>
                <a:lnTo>
                  <a:pt x="332217" y="21426"/>
                </a:lnTo>
                <a:lnTo>
                  <a:pt x="332288" y="21789"/>
                </a:lnTo>
                <a:lnTo>
                  <a:pt x="332347" y="22157"/>
                </a:lnTo>
                <a:lnTo>
                  <a:pt x="332393" y="22531"/>
                </a:lnTo>
                <a:lnTo>
                  <a:pt x="332425" y="22910"/>
                </a:lnTo>
                <a:lnTo>
                  <a:pt x="346804" y="22910"/>
                </a:lnTo>
                <a:lnTo>
                  <a:pt x="346738" y="22074"/>
                </a:lnTo>
                <a:lnTo>
                  <a:pt x="346647" y="21252"/>
                </a:lnTo>
                <a:lnTo>
                  <a:pt x="346531" y="20442"/>
                </a:lnTo>
                <a:lnTo>
                  <a:pt x="346389" y="19647"/>
                </a:lnTo>
                <a:lnTo>
                  <a:pt x="346222" y="18864"/>
                </a:lnTo>
                <a:lnTo>
                  <a:pt x="346029" y="18096"/>
                </a:lnTo>
                <a:lnTo>
                  <a:pt x="345810" y="17340"/>
                </a:lnTo>
                <a:lnTo>
                  <a:pt x="345566" y="16598"/>
                </a:lnTo>
                <a:lnTo>
                  <a:pt x="345297" y="15870"/>
                </a:lnTo>
                <a:lnTo>
                  <a:pt x="345002" y="15155"/>
                </a:lnTo>
                <a:lnTo>
                  <a:pt x="344681" y="14453"/>
                </a:lnTo>
                <a:lnTo>
                  <a:pt x="344335" y="13765"/>
                </a:lnTo>
                <a:lnTo>
                  <a:pt x="343963" y="13091"/>
                </a:lnTo>
                <a:lnTo>
                  <a:pt x="343566" y="12429"/>
                </a:lnTo>
                <a:lnTo>
                  <a:pt x="343144" y="11782"/>
                </a:lnTo>
                <a:lnTo>
                  <a:pt x="342696" y="11147"/>
                </a:lnTo>
                <a:lnTo>
                  <a:pt x="342222" y="10527"/>
                </a:lnTo>
                <a:lnTo>
                  <a:pt x="341723" y="9919"/>
                </a:lnTo>
                <a:lnTo>
                  <a:pt x="341198" y="9325"/>
                </a:lnTo>
                <a:lnTo>
                  <a:pt x="340648" y="8745"/>
                </a:lnTo>
                <a:lnTo>
                  <a:pt x="340072" y="8178"/>
                </a:lnTo>
                <a:lnTo>
                  <a:pt x="339471" y="7624"/>
                </a:lnTo>
                <a:lnTo>
                  <a:pt x="338844" y="7084"/>
                </a:lnTo>
                <a:lnTo>
                  <a:pt x="338192" y="6557"/>
                </a:lnTo>
                <a:lnTo>
                  <a:pt x="337519" y="6048"/>
                </a:lnTo>
                <a:lnTo>
                  <a:pt x="336830" y="5561"/>
                </a:lnTo>
                <a:lnTo>
                  <a:pt x="336124" y="5095"/>
                </a:lnTo>
                <a:lnTo>
                  <a:pt x="335403" y="4650"/>
                </a:lnTo>
                <a:lnTo>
                  <a:pt x="334665" y="4228"/>
                </a:lnTo>
                <a:lnTo>
                  <a:pt x="333911" y="3827"/>
                </a:lnTo>
                <a:lnTo>
                  <a:pt x="333141" y="3447"/>
                </a:lnTo>
                <a:lnTo>
                  <a:pt x="332355" y="3090"/>
                </a:lnTo>
                <a:lnTo>
                  <a:pt x="331552" y="2754"/>
                </a:lnTo>
                <a:lnTo>
                  <a:pt x="330734" y="2440"/>
                </a:lnTo>
                <a:lnTo>
                  <a:pt x="329899" y="2147"/>
                </a:lnTo>
                <a:lnTo>
                  <a:pt x="329048" y="1876"/>
                </a:lnTo>
                <a:lnTo>
                  <a:pt x="328181" y="1627"/>
                </a:lnTo>
                <a:lnTo>
                  <a:pt x="327297" y="1399"/>
                </a:lnTo>
                <a:lnTo>
                  <a:pt x="326398" y="1194"/>
                </a:lnTo>
                <a:lnTo>
                  <a:pt x="325482" y="1009"/>
                </a:lnTo>
                <a:lnTo>
                  <a:pt x="324550" y="847"/>
                </a:lnTo>
                <a:lnTo>
                  <a:pt x="323602" y="706"/>
                </a:lnTo>
                <a:lnTo>
                  <a:pt x="322638" y="587"/>
                </a:lnTo>
                <a:lnTo>
                  <a:pt x="321658" y="489"/>
                </a:lnTo>
                <a:lnTo>
                  <a:pt x="320661" y="413"/>
                </a:lnTo>
                <a:lnTo>
                  <a:pt x="319649" y="359"/>
                </a:lnTo>
                <a:lnTo>
                  <a:pt x="318620" y="327"/>
                </a:lnTo>
                <a:lnTo>
                  <a:pt x="317575" y="316"/>
                </a:lnTo>
                <a:lnTo>
                  <a:pt x="310622" y="316"/>
                </a:lnTo>
                <a:lnTo>
                  <a:pt x="309487" y="327"/>
                </a:lnTo>
                <a:lnTo>
                  <a:pt x="308372" y="361"/>
                </a:lnTo>
                <a:lnTo>
                  <a:pt x="307278" y="417"/>
                </a:lnTo>
                <a:lnTo>
                  <a:pt x="306204" y="496"/>
                </a:lnTo>
                <a:lnTo>
                  <a:pt x="305151" y="597"/>
                </a:lnTo>
                <a:lnTo>
                  <a:pt x="304119" y="721"/>
                </a:lnTo>
                <a:lnTo>
                  <a:pt x="303107" y="867"/>
                </a:lnTo>
                <a:lnTo>
                  <a:pt x="302116" y="1036"/>
                </a:lnTo>
                <a:lnTo>
                  <a:pt x="301145" y="1227"/>
                </a:lnTo>
                <a:lnTo>
                  <a:pt x="300195" y="1440"/>
                </a:lnTo>
                <a:lnTo>
                  <a:pt x="299266" y="1677"/>
                </a:lnTo>
                <a:lnTo>
                  <a:pt x="298357" y="1935"/>
                </a:lnTo>
                <a:lnTo>
                  <a:pt x="297468" y="2216"/>
                </a:lnTo>
                <a:lnTo>
                  <a:pt x="296601" y="2520"/>
                </a:lnTo>
                <a:lnTo>
                  <a:pt x="295753" y="2846"/>
                </a:lnTo>
                <a:lnTo>
                  <a:pt x="294927" y="3195"/>
                </a:lnTo>
                <a:lnTo>
                  <a:pt x="294121" y="3566"/>
                </a:lnTo>
                <a:lnTo>
                  <a:pt x="293335" y="3960"/>
                </a:lnTo>
                <a:lnTo>
                  <a:pt x="292570" y="4376"/>
                </a:lnTo>
                <a:lnTo>
                  <a:pt x="291826" y="4814"/>
                </a:lnTo>
                <a:lnTo>
                  <a:pt x="291102" y="5275"/>
                </a:lnTo>
                <a:lnTo>
                  <a:pt x="290399" y="5759"/>
                </a:lnTo>
                <a:lnTo>
                  <a:pt x="289717" y="6265"/>
                </a:lnTo>
                <a:lnTo>
                  <a:pt x="289055" y="6794"/>
                </a:lnTo>
                <a:lnTo>
                  <a:pt x="288416" y="7342"/>
                </a:lnTo>
                <a:lnTo>
                  <a:pt x="287805" y="7907"/>
                </a:lnTo>
                <a:lnTo>
                  <a:pt x="287222" y="8490"/>
                </a:lnTo>
                <a:lnTo>
                  <a:pt x="286665" y="9089"/>
                </a:lnTo>
                <a:lnTo>
                  <a:pt x="286135" y="9705"/>
                </a:lnTo>
                <a:lnTo>
                  <a:pt x="285633" y="10339"/>
                </a:lnTo>
                <a:lnTo>
                  <a:pt x="285158" y="10989"/>
                </a:lnTo>
                <a:lnTo>
                  <a:pt x="284710" y="11656"/>
                </a:lnTo>
                <a:lnTo>
                  <a:pt x="284289" y="12341"/>
                </a:lnTo>
                <a:lnTo>
                  <a:pt x="283895" y="13042"/>
                </a:lnTo>
                <a:lnTo>
                  <a:pt x="283528" y="13760"/>
                </a:lnTo>
                <a:lnTo>
                  <a:pt x="283189" y="14496"/>
                </a:lnTo>
                <a:lnTo>
                  <a:pt x="282877" y="15248"/>
                </a:lnTo>
                <a:lnTo>
                  <a:pt x="282592" y="16017"/>
                </a:lnTo>
                <a:lnTo>
                  <a:pt x="282334" y="16804"/>
                </a:lnTo>
                <a:lnTo>
                  <a:pt x="282103" y="17607"/>
                </a:lnTo>
                <a:lnTo>
                  <a:pt x="281899" y="18427"/>
                </a:lnTo>
                <a:lnTo>
                  <a:pt x="281723" y="19265"/>
                </a:lnTo>
                <a:lnTo>
                  <a:pt x="281573" y="20119"/>
                </a:lnTo>
                <a:lnTo>
                  <a:pt x="281451" y="20991"/>
                </a:lnTo>
                <a:lnTo>
                  <a:pt x="281356" y="21879"/>
                </a:lnTo>
                <a:lnTo>
                  <a:pt x="281288" y="22784"/>
                </a:lnTo>
                <a:lnTo>
                  <a:pt x="281247" y="23707"/>
                </a:lnTo>
                <a:lnTo>
                  <a:pt x="281234" y="24646"/>
                </a:lnTo>
                <a:lnTo>
                  <a:pt x="281242" y="25469"/>
                </a:lnTo>
                <a:lnTo>
                  <a:pt x="281268" y="26278"/>
                </a:lnTo>
                <a:lnTo>
                  <a:pt x="281310" y="27074"/>
                </a:lnTo>
                <a:lnTo>
                  <a:pt x="281370" y="27857"/>
                </a:lnTo>
                <a:lnTo>
                  <a:pt x="281446" y="28626"/>
                </a:lnTo>
                <a:lnTo>
                  <a:pt x="281540" y="29381"/>
                </a:lnTo>
                <a:lnTo>
                  <a:pt x="281651" y="30123"/>
                </a:lnTo>
                <a:lnTo>
                  <a:pt x="281778" y="30852"/>
                </a:lnTo>
                <a:lnTo>
                  <a:pt x="281923" y="31567"/>
                </a:lnTo>
                <a:lnTo>
                  <a:pt x="282084" y="32269"/>
                </a:lnTo>
                <a:lnTo>
                  <a:pt x="282263" y="32957"/>
                </a:lnTo>
                <a:lnTo>
                  <a:pt x="282458" y="33632"/>
                </a:lnTo>
                <a:lnTo>
                  <a:pt x="282671" y="34294"/>
                </a:lnTo>
                <a:lnTo>
                  <a:pt x="282901" y="34942"/>
                </a:lnTo>
                <a:lnTo>
                  <a:pt x="283147" y="35576"/>
                </a:lnTo>
                <a:lnTo>
                  <a:pt x="283411" y="36198"/>
                </a:lnTo>
                <a:lnTo>
                  <a:pt x="283692" y="36805"/>
                </a:lnTo>
                <a:lnTo>
                  <a:pt x="283989" y="37400"/>
                </a:lnTo>
                <a:lnTo>
                  <a:pt x="284304" y="37980"/>
                </a:lnTo>
                <a:lnTo>
                  <a:pt x="284636" y="38548"/>
                </a:lnTo>
                <a:lnTo>
                  <a:pt x="284984" y="39102"/>
                </a:lnTo>
                <a:lnTo>
                  <a:pt x="285350" y="39642"/>
                </a:lnTo>
                <a:lnTo>
                  <a:pt x="285733" y="40169"/>
                </a:lnTo>
                <a:lnTo>
                  <a:pt x="286133" y="40683"/>
                </a:lnTo>
                <a:lnTo>
                  <a:pt x="286548" y="41181"/>
                </a:lnTo>
                <a:lnTo>
                  <a:pt x="286976" y="41663"/>
                </a:lnTo>
                <a:lnTo>
                  <a:pt x="287419" y="42128"/>
                </a:lnTo>
                <a:lnTo>
                  <a:pt x="287875" y="42577"/>
                </a:lnTo>
                <a:lnTo>
                  <a:pt x="288345" y="43008"/>
                </a:lnTo>
                <a:lnTo>
                  <a:pt x="288829" y="43423"/>
                </a:lnTo>
                <a:lnTo>
                  <a:pt x="289326" y="43821"/>
                </a:lnTo>
                <a:lnTo>
                  <a:pt x="289837" y="44203"/>
                </a:lnTo>
                <a:lnTo>
                  <a:pt x="290362" y="44567"/>
                </a:lnTo>
                <a:lnTo>
                  <a:pt x="290901" y="44915"/>
                </a:lnTo>
                <a:lnTo>
                  <a:pt x="291453" y="45247"/>
                </a:lnTo>
                <a:lnTo>
                  <a:pt x="292019" y="45561"/>
                </a:lnTo>
                <a:lnTo>
                  <a:pt x="292598" y="45859"/>
                </a:lnTo>
                <a:lnTo>
                  <a:pt x="293192" y="46140"/>
                </a:lnTo>
                <a:lnTo>
                  <a:pt x="293799" y="46404"/>
                </a:lnTo>
                <a:lnTo>
                  <a:pt x="294419" y="46652"/>
                </a:lnTo>
                <a:lnTo>
                  <a:pt x="295054" y="46883"/>
                </a:lnTo>
                <a:lnTo>
                  <a:pt x="295702" y="47097"/>
                </a:lnTo>
                <a:lnTo>
                  <a:pt x="296364" y="47295"/>
                </a:lnTo>
                <a:lnTo>
                  <a:pt x="297040" y="47475"/>
                </a:lnTo>
                <a:lnTo>
                  <a:pt x="297729" y="47639"/>
                </a:lnTo>
                <a:lnTo>
                  <a:pt x="298432" y="47787"/>
                </a:lnTo>
                <a:lnTo>
                  <a:pt x="299149" y="47917"/>
                </a:lnTo>
                <a:lnTo>
                  <a:pt x="299879" y="48031"/>
                </a:lnTo>
                <a:lnTo>
                  <a:pt x="323894" y="51508"/>
                </a:lnTo>
                <a:lnTo>
                  <a:pt x="324323" y="51565"/>
                </a:lnTo>
                <a:lnTo>
                  <a:pt x="324744" y="51630"/>
                </a:lnTo>
                <a:lnTo>
                  <a:pt x="325155" y="51705"/>
                </a:lnTo>
                <a:lnTo>
                  <a:pt x="325557" y="51788"/>
                </a:lnTo>
                <a:lnTo>
                  <a:pt x="325950" y="51880"/>
                </a:lnTo>
                <a:lnTo>
                  <a:pt x="326333" y="51981"/>
                </a:lnTo>
                <a:lnTo>
                  <a:pt x="326707" y="52091"/>
                </a:lnTo>
                <a:lnTo>
                  <a:pt x="327071" y="52210"/>
                </a:lnTo>
                <a:lnTo>
                  <a:pt x="327426" y="52337"/>
                </a:lnTo>
                <a:lnTo>
                  <a:pt x="327772" y="52473"/>
                </a:lnTo>
                <a:lnTo>
                  <a:pt x="328109" y="52618"/>
                </a:lnTo>
                <a:lnTo>
                  <a:pt x="328436" y="52771"/>
                </a:lnTo>
                <a:lnTo>
                  <a:pt x="328754" y="52934"/>
                </a:lnTo>
                <a:lnTo>
                  <a:pt x="329063" y="53105"/>
                </a:lnTo>
                <a:lnTo>
                  <a:pt x="329362" y="53285"/>
                </a:lnTo>
                <a:lnTo>
                  <a:pt x="329652" y="53474"/>
                </a:lnTo>
                <a:lnTo>
                  <a:pt x="329932" y="53671"/>
                </a:lnTo>
                <a:lnTo>
                  <a:pt x="330203" y="53878"/>
                </a:lnTo>
                <a:lnTo>
                  <a:pt x="330465" y="54093"/>
                </a:lnTo>
                <a:lnTo>
                  <a:pt x="330718" y="54316"/>
                </a:lnTo>
                <a:lnTo>
                  <a:pt x="330961" y="54549"/>
                </a:lnTo>
                <a:lnTo>
                  <a:pt x="331195" y="54791"/>
                </a:lnTo>
                <a:lnTo>
                  <a:pt x="331419" y="55041"/>
                </a:lnTo>
                <a:lnTo>
                  <a:pt x="331635" y="55300"/>
                </a:lnTo>
                <a:lnTo>
                  <a:pt x="331841" y="55567"/>
                </a:lnTo>
                <a:lnTo>
                  <a:pt x="332039" y="55844"/>
                </a:lnTo>
                <a:lnTo>
                  <a:pt x="332227" y="56129"/>
                </a:lnTo>
                <a:lnTo>
                  <a:pt x="332407" y="56423"/>
                </a:lnTo>
                <a:lnTo>
                  <a:pt x="332579" y="56725"/>
                </a:lnTo>
                <a:lnTo>
                  <a:pt x="332741" y="57037"/>
                </a:lnTo>
                <a:lnTo>
                  <a:pt x="332895" y="57357"/>
                </a:lnTo>
                <a:lnTo>
                  <a:pt x="333040" y="57686"/>
                </a:lnTo>
                <a:lnTo>
                  <a:pt x="333176" y="58024"/>
                </a:lnTo>
                <a:lnTo>
                  <a:pt x="333303" y="58371"/>
                </a:lnTo>
                <a:lnTo>
                  <a:pt x="333422" y="58726"/>
                </a:lnTo>
                <a:lnTo>
                  <a:pt x="333531" y="59090"/>
                </a:lnTo>
                <a:lnTo>
                  <a:pt x="333632" y="59463"/>
                </a:lnTo>
                <a:lnTo>
                  <a:pt x="333725" y="59845"/>
                </a:lnTo>
                <a:lnTo>
                  <a:pt x="333808" y="60235"/>
                </a:lnTo>
                <a:lnTo>
                  <a:pt x="333883" y="60635"/>
                </a:lnTo>
                <a:lnTo>
                  <a:pt x="333949" y="61043"/>
                </a:lnTo>
                <a:lnTo>
                  <a:pt x="334006" y="61460"/>
                </a:lnTo>
                <a:lnTo>
                  <a:pt x="334054" y="61885"/>
                </a:lnTo>
                <a:lnTo>
                  <a:pt x="334093" y="62320"/>
                </a:lnTo>
                <a:lnTo>
                  <a:pt x="334124" y="62763"/>
                </a:lnTo>
                <a:lnTo>
                  <a:pt x="334146" y="63215"/>
                </a:lnTo>
                <a:lnTo>
                  <a:pt x="334159" y="63676"/>
                </a:lnTo>
                <a:lnTo>
                  <a:pt x="334164" y="64145"/>
                </a:lnTo>
                <a:lnTo>
                  <a:pt x="334156" y="64667"/>
                </a:lnTo>
                <a:lnTo>
                  <a:pt x="334133" y="65179"/>
                </a:lnTo>
                <a:lnTo>
                  <a:pt x="334096" y="65681"/>
                </a:lnTo>
                <a:lnTo>
                  <a:pt x="334043" y="66173"/>
                </a:lnTo>
                <a:lnTo>
                  <a:pt x="333975" y="66655"/>
                </a:lnTo>
                <a:lnTo>
                  <a:pt x="333892" y="67128"/>
                </a:lnTo>
                <a:lnTo>
                  <a:pt x="333794" y="67590"/>
                </a:lnTo>
                <a:lnTo>
                  <a:pt x="333681" y="68043"/>
                </a:lnTo>
                <a:lnTo>
                  <a:pt x="333552" y="68486"/>
                </a:lnTo>
                <a:lnTo>
                  <a:pt x="333409" y="68919"/>
                </a:lnTo>
                <a:lnTo>
                  <a:pt x="333251" y="69342"/>
                </a:lnTo>
                <a:lnTo>
                  <a:pt x="333077" y="69755"/>
                </a:lnTo>
                <a:lnTo>
                  <a:pt x="332888" y="70158"/>
                </a:lnTo>
                <a:lnTo>
                  <a:pt x="332685" y="70552"/>
                </a:lnTo>
                <a:lnTo>
                  <a:pt x="332466" y="70935"/>
                </a:lnTo>
                <a:lnTo>
                  <a:pt x="332232" y="71309"/>
                </a:lnTo>
                <a:lnTo>
                  <a:pt x="331983" y="71673"/>
                </a:lnTo>
                <a:lnTo>
                  <a:pt x="331719" y="72027"/>
                </a:lnTo>
                <a:lnTo>
                  <a:pt x="331439" y="72371"/>
                </a:lnTo>
                <a:lnTo>
                  <a:pt x="331145" y="72705"/>
                </a:lnTo>
                <a:lnTo>
                  <a:pt x="330836" y="73029"/>
                </a:lnTo>
                <a:lnTo>
                  <a:pt x="330511" y="73344"/>
                </a:lnTo>
                <a:lnTo>
                  <a:pt x="330172" y="73648"/>
                </a:lnTo>
                <a:lnTo>
                  <a:pt x="329817" y="73943"/>
                </a:lnTo>
                <a:lnTo>
                  <a:pt x="329449" y="74226"/>
                </a:lnTo>
                <a:lnTo>
                  <a:pt x="329068" y="74498"/>
                </a:lnTo>
                <a:lnTo>
                  <a:pt x="328675" y="74757"/>
                </a:lnTo>
                <a:lnTo>
                  <a:pt x="328270" y="75004"/>
                </a:lnTo>
                <a:lnTo>
                  <a:pt x="327853" y="75239"/>
                </a:lnTo>
                <a:lnTo>
                  <a:pt x="327423" y="75463"/>
                </a:lnTo>
                <a:lnTo>
                  <a:pt x="326980" y="75674"/>
                </a:lnTo>
                <a:lnTo>
                  <a:pt x="326526" y="75873"/>
                </a:lnTo>
                <a:lnTo>
                  <a:pt x="326059" y="76060"/>
                </a:lnTo>
                <a:lnTo>
                  <a:pt x="325580" y="76235"/>
                </a:lnTo>
                <a:lnTo>
                  <a:pt x="325088" y="76397"/>
                </a:lnTo>
                <a:lnTo>
                  <a:pt x="324584" y="76548"/>
                </a:lnTo>
                <a:lnTo>
                  <a:pt x="324068" y="76687"/>
                </a:lnTo>
                <a:lnTo>
                  <a:pt x="323539" y="76814"/>
                </a:lnTo>
                <a:lnTo>
                  <a:pt x="322998" y="76928"/>
                </a:lnTo>
                <a:lnTo>
                  <a:pt x="322445" y="77031"/>
                </a:lnTo>
                <a:lnTo>
                  <a:pt x="321880" y="77121"/>
                </a:lnTo>
                <a:lnTo>
                  <a:pt x="321302" y="77200"/>
                </a:lnTo>
                <a:lnTo>
                  <a:pt x="320711" y="77266"/>
                </a:lnTo>
                <a:lnTo>
                  <a:pt x="320109" y="77320"/>
                </a:lnTo>
                <a:lnTo>
                  <a:pt x="319494" y="77362"/>
                </a:lnTo>
                <a:lnTo>
                  <a:pt x="318866" y="77393"/>
                </a:lnTo>
                <a:lnTo>
                  <a:pt x="318227" y="77411"/>
                </a:lnTo>
                <a:lnTo>
                  <a:pt x="317575" y="77417"/>
                </a:lnTo>
                <a:lnTo>
                  <a:pt x="310622" y="77417"/>
                </a:lnTo>
                <a:lnTo>
                  <a:pt x="309983" y="77411"/>
                </a:lnTo>
                <a:lnTo>
                  <a:pt x="309356" y="77393"/>
                </a:lnTo>
                <a:lnTo>
                  <a:pt x="308741" y="77364"/>
                </a:lnTo>
                <a:lnTo>
                  <a:pt x="308138" y="77322"/>
                </a:lnTo>
                <a:lnTo>
                  <a:pt x="307547" y="77269"/>
                </a:lnTo>
                <a:lnTo>
                  <a:pt x="306968" y="77204"/>
                </a:lnTo>
                <a:lnTo>
                  <a:pt x="306402" y="77128"/>
                </a:lnTo>
                <a:lnTo>
                  <a:pt x="305847" y="77039"/>
                </a:lnTo>
                <a:lnTo>
                  <a:pt x="305304" y="76939"/>
                </a:lnTo>
                <a:lnTo>
                  <a:pt x="304774" y="76827"/>
                </a:lnTo>
                <a:lnTo>
                  <a:pt x="304256" y="76703"/>
                </a:lnTo>
                <a:lnTo>
                  <a:pt x="303749" y="76568"/>
                </a:lnTo>
                <a:lnTo>
                  <a:pt x="303255" y="76420"/>
                </a:lnTo>
                <a:lnTo>
                  <a:pt x="302773" y="76261"/>
                </a:lnTo>
                <a:lnTo>
                  <a:pt x="302302" y="76090"/>
                </a:lnTo>
                <a:lnTo>
                  <a:pt x="301844" y="75907"/>
                </a:lnTo>
                <a:lnTo>
                  <a:pt x="301398" y="75712"/>
                </a:lnTo>
                <a:lnTo>
                  <a:pt x="300964" y="75506"/>
                </a:lnTo>
                <a:lnTo>
                  <a:pt x="300542" y="75288"/>
                </a:lnTo>
                <a:lnTo>
                  <a:pt x="300132" y="75058"/>
                </a:lnTo>
                <a:lnTo>
                  <a:pt x="299735" y="74816"/>
                </a:lnTo>
                <a:lnTo>
                  <a:pt x="299349" y="74562"/>
                </a:lnTo>
                <a:lnTo>
                  <a:pt x="298975" y="74297"/>
                </a:lnTo>
                <a:lnTo>
                  <a:pt x="298613" y="74020"/>
                </a:lnTo>
                <a:lnTo>
                  <a:pt x="298265" y="73732"/>
                </a:lnTo>
                <a:lnTo>
                  <a:pt x="297932" y="73436"/>
                </a:lnTo>
                <a:lnTo>
                  <a:pt x="297614" y="73130"/>
                </a:lnTo>
                <a:lnTo>
                  <a:pt x="297310" y="72815"/>
                </a:lnTo>
                <a:lnTo>
                  <a:pt x="297022" y="72491"/>
                </a:lnTo>
                <a:lnTo>
                  <a:pt x="296748" y="72159"/>
                </a:lnTo>
                <a:lnTo>
                  <a:pt x="296489" y="71817"/>
                </a:lnTo>
                <a:lnTo>
                  <a:pt x="296244" y="71466"/>
                </a:lnTo>
                <a:lnTo>
                  <a:pt x="296015" y="71106"/>
                </a:lnTo>
                <a:lnTo>
                  <a:pt x="295800" y="70737"/>
                </a:lnTo>
                <a:lnTo>
                  <a:pt x="295600" y="70359"/>
                </a:lnTo>
                <a:lnTo>
                  <a:pt x="295415" y="69972"/>
                </a:lnTo>
                <a:lnTo>
                  <a:pt x="295245" y="69575"/>
                </a:lnTo>
                <a:lnTo>
                  <a:pt x="295089" y="69170"/>
                </a:lnTo>
                <a:lnTo>
                  <a:pt x="294948" y="68756"/>
                </a:lnTo>
                <a:lnTo>
                  <a:pt x="294823" y="68332"/>
                </a:lnTo>
                <a:lnTo>
                  <a:pt x="294712" y="67900"/>
                </a:lnTo>
                <a:lnTo>
                  <a:pt x="294615" y="67459"/>
                </a:lnTo>
                <a:lnTo>
                  <a:pt x="294534" y="67008"/>
                </a:lnTo>
                <a:lnTo>
                  <a:pt x="294467" y="66549"/>
                </a:lnTo>
                <a:lnTo>
                  <a:pt x="294415" y="66080"/>
                </a:lnTo>
                <a:lnTo>
                  <a:pt x="294378" y="65602"/>
                </a:lnTo>
                <a:lnTo>
                  <a:pt x="294356" y="65116"/>
                </a:lnTo>
                <a:lnTo>
                  <a:pt x="294349" y="64620"/>
                </a:lnTo>
                <a:lnTo>
                  <a:pt x="280130" y="64620"/>
                </a:lnTo>
                <a:lnTo>
                  <a:pt x="280136" y="65287"/>
                </a:lnTo>
                <a:lnTo>
                  <a:pt x="280154" y="65946"/>
                </a:lnTo>
                <a:lnTo>
                  <a:pt x="280185" y="66596"/>
                </a:lnTo>
                <a:lnTo>
                  <a:pt x="280228" y="67238"/>
                </a:lnTo>
                <a:lnTo>
                  <a:pt x="280284" y="67871"/>
                </a:lnTo>
                <a:lnTo>
                  <a:pt x="280352" y="68496"/>
                </a:lnTo>
                <a:lnTo>
                  <a:pt x="280432" y="69112"/>
                </a:lnTo>
                <a:lnTo>
                  <a:pt x="280524" y="69720"/>
                </a:lnTo>
                <a:lnTo>
                  <a:pt x="280629" y="70319"/>
                </a:lnTo>
                <a:lnTo>
                  <a:pt x="280747" y="70909"/>
                </a:lnTo>
                <a:lnTo>
                  <a:pt x="280876" y="71492"/>
                </a:lnTo>
                <a:lnTo>
                  <a:pt x="281018" y="72065"/>
                </a:lnTo>
                <a:lnTo>
                  <a:pt x="281172" y="72631"/>
                </a:lnTo>
                <a:lnTo>
                  <a:pt x="281339" y="73187"/>
                </a:lnTo>
                <a:lnTo>
                  <a:pt x="281518" y="73735"/>
                </a:lnTo>
                <a:lnTo>
                  <a:pt x="281709" y="74275"/>
                </a:lnTo>
                <a:lnTo>
                  <a:pt x="281913" y="74806"/>
                </a:lnTo>
                <a:lnTo>
                  <a:pt x="282128" y="75329"/>
                </a:lnTo>
                <a:lnTo>
                  <a:pt x="282357" y="75843"/>
                </a:lnTo>
                <a:lnTo>
                  <a:pt x="282597" y="76349"/>
                </a:lnTo>
                <a:lnTo>
                  <a:pt x="282850" y="76846"/>
                </a:lnTo>
                <a:lnTo>
                  <a:pt x="283116" y="77335"/>
                </a:lnTo>
                <a:lnTo>
                  <a:pt x="283393" y="77815"/>
                </a:lnTo>
                <a:lnTo>
                  <a:pt x="283683" y="78287"/>
                </a:lnTo>
                <a:lnTo>
                  <a:pt x="283985" y="78750"/>
                </a:lnTo>
                <a:lnTo>
                  <a:pt x="284299" y="79203"/>
                </a:lnTo>
                <a:lnTo>
                  <a:pt x="284624" y="79647"/>
                </a:lnTo>
                <a:lnTo>
                  <a:pt x="284961" y="80082"/>
                </a:lnTo>
                <a:lnTo>
                  <a:pt x="285309" y="80507"/>
                </a:lnTo>
                <a:lnTo>
                  <a:pt x="285668" y="80923"/>
                </a:lnTo>
                <a:lnTo>
                  <a:pt x="286039" y="81330"/>
                </a:lnTo>
                <a:lnTo>
                  <a:pt x="286422" y="81727"/>
                </a:lnTo>
                <a:lnTo>
                  <a:pt x="286816" y="82115"/>
                </a:lnTo>
                <a:lnTo>
                  <a:pt x="287222" y="82494"/>
                </a:lnTo>
                <a:lnTo>
                  <a:pt x="287639" y="82864"/>
                </a:lnTo>
                <a:lnTo>
                  <a:pt x="288068" y="83224"/>
                </a:lnTo>
                <a:lnTo>
                  <a:pt x="288508" y="83575"/>
                </a:lnTo>
                <a:lnTo>
                  <a:pt x="288960" y="83916"/>
                </a:lnTo>
                <a:lnTo>
                  <a:pt x="289423" y="84248"/>
                </a:lnTo>
                <a:lnTo>
                  <a:pt x="289898" y="84571"/>
                </a:lnTo>
                <a:lnTo>
                  <a:pt x="290384" y="84885"/>
                </a:lnTo>
                <a:lnTo>
                  <a:pt x="290882" y="85189"/>
                </a:lnTo>
                <a:lnTo>
                  <a:pt x="291391" y="85484"/>
                </a:lnTo>
                <a:lnTo>
                  <a:pt x="291912" y="85770"/>
                </a:lnTo>
                <a:lnTo>
                  <a:pt x="292444" y="86046"/>
                </a:lnTo>
                <a:lnTo>
                  <a:pt x="292988" y="86313"/>
                </a:lnTo>
                <a:lnTo>
                  <a:pt x="293543" y="86571"/>
                </a:lnTo>
                <a:lnTo>
                  <a:pt x="294110" y="86819"/>
                </a:lnTo>
                <a:lnTo>
                  <a:pt x="294688" y="87057"/>
                </a:lnTo>
                <a:lnTo>
                  <a:pt x="295275" y="87286"/>
                </a:lnTo>
                <a:lnTo>
                  <a:pt x="295872" y="87504"/>
                </a:lnTo>
                <a:lnTo>
                  <a:pt x="296478" y="87712"/>
                </a:lnTo>
                <a:lnTo>
                  <a:pt x="297094" y="87910"/>
                </a:lnTo>
                <a:lnTo>
                  <a:pt x="297720" y="88097"/>
                </a:lnTo>
                <a:lnTo>
                  <a:pt x="298355" y="88275"/>
                </a:lnTo>
                <a:lnTo>
                  <a:pt x="298999" y="88442"/>
                </a:lnTo>
                <a:lnTo>
                  <a:pt x="299654" y="88600"/>
                </a:lnTo>
                <a:lnTo>
                  <a:pt x="300318" y="88747"/>
                </a:lnTo>
                <a:lnTo>
                  <a:pt x="300991" y="88884"/>
                </a:lnTo>
                <a:lnTo>
                  <a:pt x="301675" y="89010"/>
                </a:lnTo>
                <a:lnTo>
                  <a:pt x="302367" y="89127"/>
                </a:lnTo>
                <a:lnTo>
                  <a:pt x="303070" y="89234"/>
                </a:lnTo>
                <a:lnTo>
                  <a:pt x="303782" y="89330"/>
                </a:lnTo>
                <a:lnTo>
                  <a:pt x="304503" y="89416"/>
                </a:lnTo>
                <a:lnTo>
                  <a:pt x="305235" y="89492"/>
                </a:lnTo>
                <a:lnTo>
                  <a:pt x="305975" y="89558"/>
                </a:lnTo>
                <a:lnTo>
                  <a:pt x="306726" y="89614"/>
                </a:lnTo>
                <a:lnTo>
                  <a:pt x="307486" y="89660"/>
                </a:lnTo>
                <a:lnTo>
                  <a:pt x="308255" y="89695"/>
                </a:lnTo>
                <a:lnTo>
                  <a:pt x="309035" y="89721"/>
                </a:lnTo>
                <a:lnTo>
                  <a:pt x="309823" y="89736"/>
                </a:lnTo>
                <a:lnTo>
                  <a:pt x="310622" y="89741"/>
                </a:lnTo>
                <a:lnTo>
                  <a:pt x="317575" y="89741"/>
                </a:lnTo>
                <a:lnTo>
                  <a:pt x="318775" y="89729"/>
                </a:lnTo>
                <a:lnTo>
                  <a:pt x="319952" y="89694"/>
                </a:lnTo>
                <a:close/>
                <a:moveTo>
                  <a:pt x="408616" y="89677"/>
                </a:moveTo>
                <a:lnTo>
                  <a:pt x="409452" y="89627"/>
                </a:lnTo>
                <a:lnTo>
                  <a:pt x="410277" y="89563"/>
                </a:lnTo>
                <a:lnTo>
                  <a:pt x="411093" y="89484"/>
                </a:lnTo>
                <a:lnTo>
                  <a:pt x="411900" y="89391"/>
                </a:lnTo>
                <a:lnTo>
                  <a:pt x="412697" y="89285"/>
                </a:lnTo>
                <a:lnTo>
                  <a:pt x="413484" y="89163"/>
                </a:lnTo>
                <a:lnTo>
                  <a:pt x="414262" y="89028"/>
                </a:lnTo>
                <a:lnTo>
                  <a:pt x="415030" y="88878"/>
                </a:lnTo>
                <a:lnTo>
                  <a:pt x="415788" y="88714"/>
                </a:lnTo>
                <a:lnTo>
                  <a:pt x="416537" y="88536"/>
                </a:lnTo>
                <a:lnTo>
                  <a:pt x="417276" y="88343"/>
                </a:lnTo>
                <a:lnTo>
                  <a:pt x="418006" y="88136"/>
                </a:lnTo>
                <a:lnTo>
                  <a:pt x="418726" y="87915"/>
                </a:lnTo>
                <a:lnTo>
                  <a:pt x="419437" y="87680"/>
                </a:lnTo>
                <a:lnTo>
                  <a:pt x="420138" y="87430"/>
                </a:lnTo>
                <a:lnTo>
                  <a:pt x="420829" y="87166"/>
                </a:lnTo>
                <a:lnTo>
                  <a:pt x="421511" y="86888"/>
                </a:lnTo>
                <a:lnTo>
                  <a:pt x="422183" y="86596"/>
                </a:lnTo>
                <a:lnTo>
                  <a:pt x="422845" y="86289"/>
                </a:lnTo>
                <a:lnTo>
                  <a:pt x="423498" y="85968"/>
                </a:lnTo>
                <a:lnTo>
                  <a:pt x="424141" y="85633"/>
                </a:lnTo>
                <a:lnTo>
                  <a:pt x="424774" y="85284"/>
                </a:lnTo>
                <a:lnTo>
                  <a:pt x="425394" y="84922"/>
                </a:lnTo>
                <a:lnTo>
                  <a:pt x="426003" y="84548"/>
                </a:lnTo>
                <a:lnTo>
                  <a:pt x="426599" y="84160"/>
                </a:lnTo>
                <a:lnTo>
                  <a:pt x="427184" y="83760"/>
                </a:lnTo>
                <a:lnTo>
                  <a:pt x="427756" y="83347"/>
                </a:lnTo>
                <a:lnTo>
                  <a:pt x="428316" y="82921"/>
                </a:lnTo>
                <a:lnTo>
                  <a:pt x="428864" y="82482"/>
                </a:lnTo>
                <a:lnTo>
                  <a:pt x="429400" y="82030"/>
                </a:lnTo>
                <a:lnTo>
                  <a:pt x="429924" y="81565"/>
                </a:lnTo>
                <a:lnTo>
                  <a:pt x="430436" y="81087"/>
                </a:lnTo>
                <a:lnTo>
                  <a:pt x="430936" y="80597"/>
                </a:lnTo>
                <a:lnTo>
                  <a:pt x="431424" y="80093"/>
                </a:lnTo>
                <a:lnTo>
                  <a:pt x="431900" y="79577"/>
                </a:lnTo>
                <a:lnTo>
                  <a:pt x="432363" y="79048"/>
                </a:lnTo>
                <a:lnTo>
                  <a:pt x="432815" y="78505"/>
                </a:lnTo>
                <a:lnTo>
                  <a:pt x="433254" y="77950"/>
                </a:lnTo>
                <a:lnTo>
                  <a:pt x="433682" y="77382"/>
                </a:lnTo>
                <a:lnTo>
                  <a:pt x="434097" y="76802"/>
                </a:lnTo>
                <a:lnTo>
                  <a:pt x="434500" y="76208"/>
                </a:lnTo>
                <a:lnTo>
                  <a:pt x="434892" y="75601"/>
                </a:lnTo>
                <a:lnTo>
                  <a:pt x="435271" y="74982"/>
                </a:lnTo>
                <a:lnTo>
                  <a:pt x="435638" y="74349"/>
                </a:lnTo>
                <a:lnTo>
                  <a:pt x="435993" y="73704"/>
                </a:lnTo>
                <a:lnTo>
                  <a:pt x="436335" y="73047"/>
                </a:lnTo>
                <a:lnTo>
                  <a:pt x="436662" y="72379"/>
                </a:lnTo>
                <a:lnTo>
                  <a:pt x="436974" y="71701"/>
                </a:lnTo>
                <a:lnTo>
                  <a:pt x="437272" y="71012"/>
                </a:lnTo>
                <a:lnTo>
                  <a:pt x="437556" y="70312"/>
                </a:lnTo>
                <a:lnTo>
                  <a:pt x="437825" y="69601"/>
                </a:lnTo>
                <a:lnTo>
                  <a:pt x="438079" y="68880"/>
                </a:lnTo>
                <a:lnTo>
                  <a:pt x="438319" y="68148"/>
                </a:lnTo>
                <a:lnTo>
                  <a:pt x="438545" y="67405"/>
                </a:lnTo>
                <a:lnTo>
                  <a:pt x="438756" y="66652"/>
                </a:lnTo>
                <a:lnTo>
                  <a:pt x="438952" y="65888"/>
                </a:lnTo>
                <a:lnTo>
                  <a:pt x="439134" y="65113"/>
                </a:lnTo>
                <a:lnTo>
                  <a:pt x="439301" y="64328"/>
                </a:lnTo>
                <a:lnTo>
                  <a:pt x="439453" y="63531"/>
                </a:lnTo>
                <a:lnTo>
                  <a:pt x="439592" y="62725"/>
                </a:lnTo>
                <a:lnTo>
                  <a:pt x="439715" y="61907"/>
                </a:lnTo>
                <a:lnTo>
                  <a:pt x="439824" y="61079"/>
                </a:lnTo>
                <a:lnTo>
                  <a:pt x="439919" y="60240"/>
                </a:lnTo>
                <a:lnTo>
                  <a:pt x="439999" y="59390"/>
                </a:lnTo>
                <a:lnTo>
                  <a:pt x="440064" y="58530"/>
                </a:lnTo>
                <a:lnTo>
                  <a:pt x="440115" y="57659"/>
                </a:lnTo>
                <a:lnTo>
                  <a:pt x="440151" y="56777"/>
                </a:lnTo>
                <a:lnTo>
                  <a:pt x="440173" y="55885"/>
                </a:lnTo>
                <a:lnTo>
                  <a:pt x="440180" y="54982"/>
                </a:lnTo>
                <a:lnTo>
                  <a:pt x="440180" y="35075"/>
                </a:lnTo>
                <a:lnTo>
                  <a:pt x="440173" y="34159"/>
                </a:lnTo>
                <a:lnTo>
                  <a:pt x="440151" y="33255"/>
                </a:lnTo>
                <a:lnTo>
                  <a:pt x="440115" y="32362"/>
                </a:lnTo>
                <a:lnTo>
                  <a:pt x="440064" y="31480"/>
                </a:lnTo>
                <a:lnTo>
                  <a:pt x="439999" y="30611"/>
                </a:lnTo>
                <a:lnTo>
                  <a:pt x="439919" y="29752"/>
                </a:lnTo>
                <a:lnTo>
                  <a:pt x="439824" y="28905"/>
                </a:lnTo>
                <a:lnTo>
                  <a:pt x="439715" y="28070"/>
                </a:lnTo>
                <a:lnTo>
                  <a:pt x="439592" y="27246"/>
                </a:lnTo>
                <a:lnTo>
                  <a:pt x="439453" y="26434"/>
                </a:lnTo>
                <a:lnTo>
                  <a:pt x="439301" y="25633"/>
                </a:lnTo>
                <a:lnTo>
                  <a:pt x="439134" y="24844"/>
                </a:lnTo>
                <a:lnTo>
                  <a:pt x="438952" y="24067"/>
                </a:lnTo>
                <a:lnTo>
                  <a:pt x="438756" y="23300"/>
                </a:lnTo>
                <a:lnTo>
                  <a:pt x="438545" y="22546"/>
                </a:lnTo>
                <a:lnTo>
                  <a:pt x="438319" y="21803"/>
                </a:lnTo>
                <a:lnTo>
                  <a:pt x="438079" y="21071"/>
                </a:lnTo>
                <a:lnTo>
                  <a:pt x="437825" y="20351"/>
                </a:lnTo>
                <a:lnTo>
                  <a:pt x="437556" y="19643"/>
                </a:lnTo>
                <a:lnTo>
                  <a:pt x="437272" y="18946"/>
                </a:lnTo>
                <a:lnTo>
                  <a:pt x="436974" y="18260"/>
                </a:lnTo>
                <a:lnTo>
                  <a:pt x="436662" y="17586"/>
                </a:lnTo>
                <a:lnTo>
                  <a:pt x="436335" y="16924"/>
                </a:lnTo>
                <a:lnTo>
                  <a:pt x="435993" y="16273"/>
                </a:lnTo>
                <a:lnTo>
                  <a:pt x="435638" y="15634"/>
                </a:lnTo>
                <a:lnTo>
                  <a:pt x="435271" y="15008"/>
                </a:lnTo>
                <a:lnTo>
                  <a:pt x="434893" y="14395"/>
                </a:lnTo>
                <a:lnTo>
                  <a:pt x="434503" y="13794"/>
                </a:lnTo>
                <a:lnTo>
                  <a:pt x="434101" y="13205"/>
                </a:lnTo>
                <a:lnTo>
                  <a:pt x="433687" y="12630"/>
                </a:lnTo>
                <a:lnTo>
                  <a:pt x="433261" y="12067"/>
                </a:lnTo>
                <a:lnTo>
                  <a:pt x="432824" y="11516"/>
                </a:lnTo>
                <a:lnTo>
                  <a:pt x="432374" y="10978"/>
                </a:lnTo>
                <a:lnTo>
                  <a:pt x="431913" y="10453"/>
                </a:lnTo>
                <a:lnTo>
                  <a:pt x="431441" y="9940"/>
                </a:lnTo>
                <a:lnTo>
                  <a:pt x="430956" y="9440"/>
                </a:lnTo>
                <a:lnTo>
                  <a:pt x="430460" y="8953"/>
                </a:lnTo>
                <a:lnTo>
                  <a:pt x="429951" y="8478"/>
                </a:lnTo>
                <a:lnTo>
                  <a:pt x="429431" y="8016"/>
                </a:lnTo>
                <a:lnTo>
                  <a:pt x="428900" y="7566"/>
                </a:lnTo>
                <a:lnTo>
                  <a:pt x="428356" y="7129"/>
                </a:lnTo>
                <a:lnTo>
                  <a:pt x="427801" y="6705"/>
                </a:lnTo>
                <a:lnTo>
                  <a:pt x="427234" y="6293"/>
                </a:lnTo>
                <a:lnTo>
                  <a:pt x="426655" y="5894"/>
                </a:lnTo>
                <a:lnTo>
                  <a:pt x="426064" y="5508"/>
                </a:lnTo>
                <a:lnTo>
                  <a:pt x="425461" y="5134"/>
                </a:lnTo>
                <a:lnTo>
                  <a:pt x="424847" y="4773"/>
                </a:lnTo>
                <a:lnTo>
                  <a:pt x="424221" y="4424"/>
                </a:lnTo>
                <a:lnTo>
                  <a:pt x="423584" y="4089"/>
                </a:lnTo>
                <a:lnTo>
                  <a:pt x="422936" y="3768"/>
                </a:lnTo>
                <a:lnTo>
                  <a:pt x="422278" y="3461"/>
                </a:lnTo>
                <a:lnTo>
                  <a:pt x="421610" y="3169"/>
                </a:lnTo>
                <a:lnTo>
                  <a:pt x="420931" y="2890"/>
                </a:lnTo>
                <a:lnTo>
                  <a:pt x="420242" y="2627"/>
                </a:lnTo>
                <a:lnTo>
                  <a:pt x="419542" y="2377"/>
                </a:lnTo>
                <a:lnTo>
                  <a:pt x="418832" y="2142"/>
                </a:lnTo>
                <a:lnTo>
                  <a:pt x="418112" y="1921"/>
                </a:lnTo>
                <a:lnTo>
                  <a:pt x="417381" y="1714"/>
                </a:lnTo>
                <a:lnTo>
                  <a:pt x="416639" y="1521"/>
                </a:lnTo>
                <a:lnTo>
                  <a:pt x="415888" y="1343"/>
                </a:lnTo>
                <a:lnTo>
                  <a:pt x="415125" y="1179"/>
                </a:lnTo>
                <a:lnTo>
                  <a:pt x="414353" y="1029"/>
                </a:lnTo>
                <a:lnTo>
                  <a:pt x="413570" y="894"/>
                </a:lnTo>
                <a:lnTo>
                  <a:pt x="412776" y="772"/>
                </a:lnTo>
                <a:lnTo>
                  <a:pt x="411972" y="665"/>
                </a:lnTo>
                <a:lnTo>
                  <a:pt x="411158" y="573"/>
                </a:lnTo>
                <a:lnTo>
                  <a:pt x="410333" y="494"/>
                </a:lnTo>
                <a:lnTo>
                  <a:pt x="409498" y="430"/>
                </a:lnTo>
                <a:lnTo>
                  <a:pt x="408652" y="380"/>
                </a:lnTo>
                <a:lnTo>
                  <a:pt x="407796" y="344"/>
                </a:lnTo>
                <a:lnTo>
                  <a:pt x="406930" y="323"/>
                </a:lnTo>
                <a:lnTo>
                  <a:pt x="406053" y="316"/>
                </a:lnTo>
                <a:lnTo>
                  <a:pt x="405188" y="323"/>
                </a:lnTo>
                <a:lnTo>
                  <a:pt x="404334" y="344"/>
                </a:lnTo>
                <a:lnTo>
                  <a:pt x="403489" y="380"/>
                </a:lnTo>
                <a:lnTo>
                  <a:pt x="402653" y="430"/>
                </a:lnTo>
                <a:lnTo>
                  <a:pt x="401827" y="494"/>
                </a:lnTo>
                <a:lnTo>
                  <a:pt x="401011" y="573"/>
                </a:lnTo>
                <a:lnTo>
                  <a:pt x="400204" y="665"/>
                </a:lnTo>
                <a:lnTo>
                  <a:pt x="399407" y="772"/>
                </a:lnTo>
                <a:lnTo>
                  <a:pt x="398620" y="894"/>
                </a:lnTo>
                <a:lnTo>
                  <a:pt x="397842" y="1029"/>
                </a:lnTo>
                <a:lnTo>
                  <a:pt x="397073" y="1179"/>
                </a:lnTo>
                <a:lnTo>
                  <a:pt x="396315" y="1343"/>
                </a:lnTo>
                <a:lnTo>
                  <a:pt x="395566" y="1521"/>
                </a:lnTo>
                <a:lnTo>
                  <a:pt x="394826" y="1714"/>
                </a:lnTo>
                <a:lnTo>
                  <a:pt x="394096" y="1921"/>
                </a:lnTo>
                <a:lnTo>
                  <a:pt x="393376" y="2142"/>
                </a:lnTo>
                <a:lnTo>
                  <a:pt x="392665" y="2377"/>
                </a:lnTo>
                <a:lnTo>
                  <a:pt x="391964" y="2627"/>
                </a:lnTo>
                <a:lnTo>
                  <a:pt x="391273" y="2890"/>
                </a:lnTo>
                <a:lnTo>
                  <a:pt x="390591" y="3169"/>
                </a:lnTo>
                <a:lnTo>
                  <a:pt x="389919" y="3461"/>
                </a:lnTo>
                <a:lnTo>
                  <a:pt x="389256" y="3768"/>
                </a:lnTo>
                <a:lnTo>
                  <a:pt x="388603" y="4089"/>
                </a:lnTo>
                <a:lnTo>
                  <a:pt x="387959" y="4424"/>
                </a:lnTo>
                <a:lnTo>
                  <a:pt x="387327" y="4773"/>
                </a:lnTo>
                <a:lnTo>
                  <a:pt x="386707" y="5134"/>
                </a:lnTo>
                <a:lnTo>
                  <a:pt x="386098" y="5508"/>
                </a:lnTo>
                <a:lnTo>
                  <a:pt x="385502" y="5894"/>
                </a:lnTo>
                <a:lnTo>
                  <a:pt x="384918" y="6293"/>
                </a:lnTo>
                <a:lnTo>
                  <a:pt x="384346" y="6705"/>
                </a:lnTo>
                <a:lnTo>
                  <a:pt x="383786" y="7129"/>
                </a:lnTo>
                <a:lnTo>
                  <a:pt x="383238" y="7566"/>
                </a:lnTo>
                <a:lnTo>
                  <a:pt x="382702" y="8016"/>
                </a:lnTo>
                <a:lnTo>
                  <a:pt x="382178" y="8478"/>
                </a:lnTo>
                <a:lnTo>
                  <a:pt x="381666" y="8953"/>
                </a:lnTo>
                <a:lnTo>
                  <a:pt x="381166" y="9440"/>
                </a:lnTo>
                <a:lnTo>
                  <a:pt x="380679" y="9940"/>
                </a:lnTo>
                <a:lnTo>
                  <a:pt x="380203" y="10453"/>
                </a:lnTo>
                <a:lnTo>
                  <a:pt x="379739" y="10978"/>
                </a:lnTo>
                <a:lnTo>
                  <a:pt x="379288" y="11516"/>
                </a:lnTo>
                <a:lnTo>
                  <a:pt x="378848" y="12067"/>
                </a:lnTo>
                <a:lnTo>
                  <a:pt x="378421" y="12630"/>
                </a:lnTo>
                <a:lnTo>
                  <a:pt x="378006" y="13205"/>
                </a:lnTo>
                <a:lnTo>
                  <a:pt x="377602" y="13794"/>
                </a:lnTo>
                <a:lnTo>
                  <a:pt x="377211" y="14395"/>
                </a:lnTo>
                <a:lnTo>
                  <a:pt x="376832" y="15008"/>
                </a:lnTo>
                <a:lnTo>
                  <a:pt x="376465" y="15634"/>
                </a:lnTo>
                <a:lnTo>
                  <a:pt x="376110" y="16273"/>
                </a:lnTo>
                <a:lnTo>
                  <a:pt x="375769" y="16924"/>
                </a:lnTo>
                <a:lnTo>
                  <a:pt x="375442" y="17586"/>
                </a:lnTo>
                <a:lnTo>
                  <a:pt x="375129" y="18260"/>
                </a:lnTo>
                <a:lnTo>
                  <a:pt x="374831" y="18946"/>
                </a:lnTo>
                <a:lnTo>
                  <a:pt x="374548" y="19643"/>
                </a:lnTo>
                <a:lnTo>
                  <a:pt x="374279" y="20351"/>
                </a:lnTo>
                <a:lnTo>
                  <a:pt x="374025" y="21071"/>
                </a:lnTo>
                <a:lnTo>
                  <a:pt x="373785" y="21803"/>
                </a:lnTo>
                <a:lnTo>
                  <a:pt x="373560" y="22546"/>
                </a:lnTo>
                <a:lnTo>
                  <a:pt x="373349" y="23300"/>
                </a:lnTo>
                <a:lnTo>
                  <a:pt x="373153" y="24067"/>
                </a:lnTo>
                <a:lnTo>
                  <a:pt x="372971" y="24844"/>
                </a:lnTo>
                <a:lnTo>
                  <a:pt x="372804" y="25633"/>
                </a:lnTo>
                <a:lnTo>
                  <a:pt x="372651" y="26434"/>
                </a:lnTo>
                <a:lnTo>
                  <a:pt x="372513" y="27246"/>
                </a:lnTo>
                <a:lnTo>
                  <a:pt x="372390" y="28070"/>
                </a:lnTo>
                <a:lnTo>
                  <a:pt x="372281" y="28905"/>
                </a:lnTo>
                <a:lnTo>
                  <a:pt x="372186" y="29752"/>
                </a:lnTo>
                <a:lnTo>
                  <a:pt x="372107" y="30611"/>
                </a:lnTo>
                <a:lnTo>
                  <a:pt x="372041" y="31480"/>
                </a:lnTo>
                <a:lnTo>
                  <a:pt x="371990" y="32362"/>
                </a:lnTo>
                <a:lnTo>
                  <a:pt x="371954" y="33255"/>
                </a:lnTo>
                <a:lnTo>
                  <a:pt x="371932" y="34159"/>
                </a:lnTo>
                <a:lnTo>
                  <a:pt x="371925" y="35075"/>
                </a:lnTo>
                <a:lnTo>
                  <a:pt x="371925" y="54982"/>
                </a:lnTo>
                <a:lnTo>
                  <a:pt x="371932" y="55885"/>
                </a:lnTo>
                <a:lnTo>
                  <a:pt x="371954" y="56777"/>
                </a:lnTo>
                <a:lnTo>
                  <a:pt x="371990" y="57659"/>
                </a:lnTo>
                <a:lnTo>
                  <a:pt x="372041" y="58530"/>
                </a:lnTo>
                <a:lnTo>
                  <a:pt x="372107" y="59390"/>
                </a:lnTo>
                <a:lnTo>
                  <a:pt x="372186" y="60240"/>
                </a:lnTo>
                <a:lnTo>
                  <a:pt x="372281" y="61079"/>
                </a:lnTo>
                <a:lnTo>
                  <a:pt x="372390" y="61907"/>
                </a:lnTo>
                <a:lnTo>
                  <a:pt x="372513" y="62725"/>
                </a:lnTo>
                <a:lnTo>
                  <a:pt x="372651" y="63531"/>
                </a:lnTo>
                <a:lnTo>
                  <a:pt x="372804" y="64328"/>
                </a:lnTo>
                <a:lnTo>
                  <a:pt x="372971" y="65113"/>
                </a:lnTo>
                <a:lnTo>
                  <a:pt x="373153" y="65888"/>
                </a:lnTo>
                <a:lnTo>
                  <a:pt x="373349" y="66652"/>
                </a:lnTo>
                <a:lnTo>
                  <a:pt x="373560" y="67405"/>
                </a:lnTo>
                <a:lnTo>
                  <a:pt x="373785" y="68148"/>
                </a:lnTo>
                <a:lnTo>
                  <a:pt x="374025" y="68880"/>
                </a:lnTo>
                <a:lnTo>
                  <a:pt x="374279" y="69601"/>
                </a:lnTo>
                <a:lnTo>
                  <a:pt x="374548" y="70312"/>
                </a:lnTo>
                <a:lnTo>
                  <a:pt x="374831" y="71012"/>
                </a:lnTo>
                <a:lnTo>
                  <a:pt x="375129" y="71701"/>
                </a:lnTo>
                <a:lnTo>
                  <a:pt x="375442" y="72379"/>
                </a:lnTo>
                <a:lnTo>
                  <a:pt x="375769" y="73047"/>
                </a:lnTo>
                <a:lnTo>
                  <a:pt x="376110" y="73704"/>
                </a:lnTo>
                <a:lnTo>
                  <a:pt x="376465" y="74349"/>
                </a:lnTo>
                <a:lnTo>
                  <a:pt x="376832" y="74982"/>
                </a:lnTo>
                <a:lnTo>
                  <a:pt x="377211" y="75601"/>
                </a:lnTo>
                <a:lnTo>
                  <a:pt x="377602" y="76208"/>
                </a:lnTo>
                <a:lnTo>
                  <a:pt x="378006" y="76802"/>
                </a:lnTo>
                <a:lnTo>
                  <a:pt x="378421" y="77382"/>
                </a:lnTo>
                <a:lnTo>
                  <a:pt x="378848" y="77950"/>
                </a:lnTo>
                <a:lnTo>
                  <a:pt x="379288" y="78505"/>
                </a:lnTo>
                <a:lnTo>
                  <a:pt x="379739" y="79048"/>
                </a:lnTo>
                <a:lnTo>
                  <a:pt x="380203" y="79577"/>
                </a:lnTo>
                <a:lnTo>
                  <a:pt x="380679" y="80093"/>
                </a:lnTo>
                <a:lnTo>
                  <a:pt x="381166" y="80597"/>
                </a:lnTo>
                <a:lnTo>
                  <a:pt x="381666" y="81087"/>
                </a:lnTo>
                <a:lnTo>
                  <a:pt x="382178" y="81565"/>
                </a:lnTo>
                <a:lnTo>
                  <a:pt x="382702" y="82030"/>
                </a:lnTo>
                <a:lnTo>
                  <a:pt x="383238" y="82482"/>
                </a:lnTo>
                <a:lnTo>
                  <a:pt x="383786" y="82921"/>
                </a:lnTo>
                <a:lnTo>
                  <a:pt x="384346" y="83347"/>
                </a:lnTo>
                <a:lnTo>
                  <a:pt x="384918" y="83760"/>
                </a:lnTo>
                <a:lnTo>
                  <a:pt x="385502" y="84160"/>
                </a:lnTo>
                <a:lnTo>
                  <a:pt x="386098" y="84548"/>
                </a:lnTo>
                <a:lnTo>
                  <a:pt x="386707" y="84922"/>
                </a:lnTo>
                <a:lnTo>
                  <a:pt x="387327" y="85284"/>
                </a:lnTo>
                <a:lnTo>
                  <a:pt x="387959" y="85633"/>
                </a:lnTo>
                <a:lnTo>
                  <a:pt x="388603" y="85968"/>
                </a:lnTo>
                <a:lnTo>
                  <a:pt x="389256" y="86289"/>
                </a:lnTo>
                <a:lnTo>
                  <a:pt x="389919" y="86596"/>
                </a:lnTo>
                <a:lnTo>
                  <a:pt x="390591" y="86888"/>
                </a:lnTo>
                <a:lnTo>
                  <a:pt x="391273" y="87166"/>
                </a:lnTo>
                <a:lnTo>
                  <a:pt x="391964" y="87430"/>
                </a:lnTo>
                <a:lnTo>
                  <a:pt x="392665" y="87680"/>
                </a:lnTo>
                <a:lnTo>
                  <a:pt x="393376" y="87915"/>
                </a:lnTo>
                <a:lnTo>
                  <a:pt x="394096" y="88136"/>
                </a:lnTo>
                <a:lnTo>
                  <a:pt x="394826" y="88343"/>
                </a:lnTo>
                <a:lnTo>
                  <a:pt x="395566" y="88536"/>
                </a:lnTo>
                <a:lnTo>
                  <a:pt x="396315" y="88714"/>
                </a:lnTo>
                <a:lnTo>
                  <a:pt x="397073" y="88878"/>
                </a:lnTo>
                <a:lnTo>
                  <a:pt x="397842" y="89028"/>
                </a:lnTo>
                <a:lnTo>
                  <a:pt x="398620" y="89163"/>
                </a:lnTo>
                <a:lnTo>
                  <a:pt x="399407" y="89285"/>
                </a:lnTo>
                <a:lnTo>
                  <a:pt x="400204" y="89391"/>
                </a:lnTo>
                <a:lnTo>
                  <a:pt x="401011" y="89484"/>
                </a:lnTo>
                <a:lnTo>
                  <a:pt x="401827" y="89563"/>
                </a:lnTo>
                <a:lnTo>
                  <a:pt x="402653" y="89627"/>
                </a:lnTo>
                <a:lnTo>
                  <a:pt x="403489" y="89677"/>
                </a:lnTo>
                <a:lnTo>
                  <a:pt x="404334" y="89712"/>
                </a:lnTo>
                <a:lnTo>
                  <a:pt x="405188" y="89734"/>
                </a:lnTo>
                <a:lnTo>
                  <a:pt x="406053" y="89741"/>
                </a:lnTo>
                <a:lnTo>
                  <a:pt x="406917" y="89734"/>
                </a:lnTo>
                <a:lnTo>
                  <a:pt x="407771" y="89712"/>
                </a:lnTo>
                <a:lnTo>
                  <a:pt x="408616" y="89677"/>
                </a:lnTo>
                <a:close/>
                <a:moveTo>
                  <a:pt x="403821" y="77020"/>
                </a:moveTo>
                <a:lnTo>
                  <a:pt x="403103" y="76956"/>
                </a:lnTo>
                <a:lnTo>
                  <a:pt x="402399" y="76875"/>
                </a:lnTo>
                <a:lnTo>
                  <a:pt x="401708" y="76775"/>
                </a:lnTo>
                <a:lnTo>
                  <a:pt x="401030" y="76658"/>
                </a:lnTo>
                <a:lnTo>
                  <a:pt x="400365" y="76522"/>
                </a:lnTo>
                <a:lnTo>
                  <a:pt x="399713" y="76368"/>
                </a:lnTo>
                <a:lnTo>
                  <a:pt x="399074" y="76196"/>
                </a:lnTo>
                <a:lnTo>
                  <a:pt x="398449" y="76006"/>
                </a:lnTo>
                <a:lnTo>
                  <a:pt x="397837" y="75798"/>
                </a:lnTo>
                <a:lnTo>
                  <a:pt x="397237" y="75572"/>
                </a:lnTo>
                <a:lnTo>
                  <a:pt x="396651" y="75327"/>
                </a:lnTo>
                <a:lnTo>
                  <a:pt x="396079" y="75065"/>
                </a:lnTo>
                <a:lnTo>
                  <a:pt x="395519" y="74784"/>
                </a:lnTo>
                <a:lnTo>
                  <a:pt x="394972" y="74486"/>
                </a:lnTo>
                <a:lnTo>
                  <a:pt x="394439" y="74169"/>
                </a:lnTo>
                <a:lnTo>
                  <a:pt x="393919" y="73834"/>
                </a:lnTo>
                <a:lnTo>
                  <a:pt x="393412" y="73481"/>
                </a:lnTo>
                <a:lnTo>
                  <a:pt x="392918" y="73110"/>
                </a:lnTo>
                <a:lnTo>
                  <a:pt x="392437" y="72721"/>
                </a:lnTo>
                <a:lnTo>
                  <a:pt x="391970" y="72314"/>
                </a:lnTo>
                <a:lnTo>
                  <a:pt x="391515" y="71889"/>
                </a:lnTo>
                <a:lnTo>
                  <a:pt x="391077" y="71446"/>
                </a:lnTo>
                <a:lnTo>
                  <a:pt x="390657" y="70986"/>
                </a:lnTo>
                <a:lnTo>
                  <a:pt x="390256" y="70509"/>
                </a:lnTo>
                <a:lnTo>
                  <a:pt x="389874" y="70014"/>
                </a:lnTo>
                <a:lnTo>
                  <a:pt x="389510" y="69503"/>
                </a:lnTo>
                <a:lnTo>
                  <a:pt x="389165" y="68975"/>
                </a:lnTo>
                <a:lnTo>
                  <a:pt x="388839" y="68430"/>
                </a:lnTo>
                <a:lnTo>
                  <a:pt x="388531" y="67868"/>
                </a:lnTo>
                <a:lnTo>
                  <a:pt x="388242" y="67289"/>
                </a:lnTo>
                <a:lnTo>
                  <a:pt x="387972" y="66693"/>
                </a:lnTo>
                <a:lnTo>
                  <a:pt x="387720" y="66080"/>
                </a:lnTo>
                <a:lnTo>
                  <a:pt x="387487" y="65450"/>
                </a:lnTo>
                <a:lnTo>
                  <a:pt x="387272" y="64803"/>
                </a:lnTo>
                <a:lnTo>
                  <a:pt x="387077" y="64139"/>
                </a:lnTo>
                <a:lnTo>
                  <a:pt x="386899" y="63458"/>
                </a:lnTo>
                <a:lnTo>
                  <a:pt x="386741" y="62760"/>
                </a:lnTo>
                <a:lnTo>
                  <a:pt x="386601" y="62045"/>
                </a:lnTo>
                <a:lnTo>
                  <a:pt x="386480" y="61313"/>
                </a:lnTo>
                <a:lnTo>
                  <a:pt x="386377" y="60563"/>
                </a:lnTo>
                <a:lnTo>
                  <a:pt x="386293" y="59797"/>
                </a:lnTo>
                <a:lnTo>
                  <a:pt x="386228" y="59014"/>
                </a:lnTo>
                <a:lnTo>
                  <a:pt x="386181" y="58214"/>
                </a:lnTo>
                <a:lnTo>
                  <a:pt x="386153" y="57397"/>
                </a:lnTo>
                <a:lnTo>
                  <a:pt x="386144" y="56563"/>
                </a:lnTo>
                <a:lnTo>
                  <a:pt x="386144" y="33494"/>
                </a:lnTo>
                <a:lnTo>
                  <a:pt x="386153" y="32660"/>
                </a:lnTo>
                <a:lnTo>
                  <a:pt x="386181" y="31843"/>
                </a:lnTo>
                <a:lnTo>
                  <a:pt x="386228" y="31043"/>
                </a:lnTo>
                <a:lnTo>
                  <a:pt x="386293" y="30259"/>
                </a:lnTo>
                <a:lnTo>
                  <a:pt x="386377" y="29493"/>
                </a:lnTo>
                <a:lnTo>
                  <a:pt x="386480" y="28744"/>
                </a:lnTo>
                <a:lnTo>
                  <a:pt x="386601" y="28012"/>
                </a:lnTo>
                <a:lnTo>
                  <a:pt x="386741" y="27297"/>
                </a:lnTo>
                <a:lnTo>
                  <a:pt x="386899" y="26599"/>
                </a:lnTo>
                <a:lnTo>
                  <a:pt x="387077" y="25918"/>
                </a:lnTo>
                <a:lnTo>
                  <a:pt x="387272" y="25254"/>
                </a:lnTo>
                <a:lnTo>
                  <a:pt x="387487" y="24607"/>
                </a:lnTo>
                <a:lnTo>
                  <a:pt x="387720" y="23977"/>
                </a:lnTo>
                <a:lnTo>
                  <a:pt x="387972" y="23364"/>
                </a:lnTo>
                <a:lnTo>
                  <a:pt x="388242" y="22769"/>
                </a:lnTo>
                <a:lnTo>
                  <a:pt x="388531" y="22190"/>
                </a:lnTo>
                <a:lnTo>
                  <a:pt x="388839" y="21628"/>
                </a:lnTo>
                <a:lnTo>
                  <a:pt x="389165" y="21083"/>
                </a:lnTo>
                <a:lnTo>
                  <a:pt x="389510" y="20555"/>
                </a:lnTo>
                <a:lnTo>
                  <a:pt x="389874" y="20044"/>
                </a:lnTo>
                <a:lnTo>
                  <a:pt x="390256" y="19550"/>
                </a:lnTo>
                <a:lnTo>
                  <a:pt x="390657" y="19073"/>
                </a:lnTo>
                <a:lnTo>
                  <a:pt x="391077" y="18613"/>
                </a:lnTo>
                <a:lnTo>
                  <a:pt x="391515" y="18170"/>
                </a:lnTo>
                <a:lnTo>
                  <a:pt x="391970" y="17745"/>
                </a:lnTo>
                <a:lnTo>
                  <a:pt x="392437" y="17338"/>
                </a:lnTo>
                <a:lnTo>
                  <a:pt x="392918" y="16948"/>
                </a:lnTo>
                <a:lnTo>
                  <a:pt x="393412" y="16577"/>
                </a:lnTo>
                <a:lnTo>
                  <a:pt x="393919" y="16224"/>
                </a:lnTo>
                <a:lnTo>
                  <a:pt x="394439" y="15889"/>
                </a:lnTo>
                <a:lnTo>
                  <a:pt x="394972" y="15572"/>
                </a:lnTo>
                <a:lnTo>
                  <a:pt x="395519" y="15273"/>
                </a:lnTo>
                <a:lnTo>
                  <a:pt x="396079" y="14993"/>
                </a:lnTo>
                <a:lnTo>
                  <a:pt x="396651" y="14730"/>
                </a:lnTo>
                <a:lnTo>
                  <a:pt x="397237" y="14486"/>
                </a:lnTo>
                <a:lnTo>
                  <a:pt x="397837" y="14259"/>
                </a:lnTo>
                <a:lnTo>
                  <a:pt x="398449" y="14051"/>
                </a:lnTo>
                <a:lnTo>
                  <a:pt x="399074" y="13861"/>
                </a:lnTo>
                <a:lnTo>
                  <a:pt x="399713" y="13689"/>
                </a:lnTo>
                <a:lnTo>
                  <a:pt x="400365" y="13535"/>
                </a:lnTo>
                <a:lnTo>
                  <a:pt x="401030" y="13399"/>
                </a:lnTo>
                <a:lnTo>
                  <a:pt x="401708" y="13282"/>
                </a:lnTo>
                <a:lnTo>
                  <a:pt x="402399" y="13182"/>
                </a:lnTo>
                <a:lnTo>
                  <a:pt x="403103" y="13101"/>
                </a:lnTo>
                <a:lnTo>
                  <a:pt x="403821" y="13037"/>
                </a:lnTo>
                <a:lnTo>
                  <a:pt x="404552" y="12992"/>
                </a:lnTo>
                <a:lnTo>
                  <a:pt x="405296" y="12965"/>
                </a:lnTo>
                <a:lnTo>
                  <a:pt x="406053" y="12956"/>
                </a:lnTo>
                <a:lnTo>
                  <a:pt x="406822" y="12965"/>
                </a:lnTo>
                <a:lnTo>
                  <a:pt x="407578" y="12992"/>
                </a:lnTo>
                <a:lnTo>
                  <a:pt x="408320" y="13037"/>
                </a:lnTo>
                <a:lnTo>
                  <a:pt x="409048" y="13101"/>
                </a:lnTo>
                <a:lnTo>
                  <a:pt x="409761" y="13182"/>
                </a:lnTo>
                <a:lnTo>
                  <a:pt x="410461" y="13282"/>
                </a:lnTo>
                <a:lnTo>
                  <a:pt x="411147" y="13399"/>
                </a:lnTo>
                <a:lnTo>
                  <a:pt x="411819" y="13535"/>
                </a:lnTo>
                <a:lnTo>
                  <a:pt x="412476" y="13689"/>
                </a:lnTo>
                <a:lnTo>
                  <a:pt x="413120" y="13861"/>
                </a:lnTo>
                <a:lnTo>
                  <a:pt x="413750" y="14051"/>
                </a:lnTo>
                <a:lnTo>
                  <a:pt x="414366" y="14259"/>
                </a:lnTo>
                <a:lnTo>
                  <a:pt x="414968" y="14486"/>
                </a:lnTo>
                <a:lnTo>
                  <a:pt x="415556" y="14730"/>
                </a:lnTo>
                <a:lnTo>
                  <a:pt x="416129" y="14993"/>
                </a:lnTo>
                <a:lnTo>
                  <a:pt x="416689" y="15273"/>
                </a:lnTo>
                <a:lnTo>
                  <a:pt x="417235" y="15572"/>
                </a:lnTo>
                <a:lnTo>
                  <a:pt x="417767" y="15889"/>
                </a:lnTo>
                <a:lnTo>
                  <a:pt x="418285" y="16224"/>
                </a:lnTo>
                <a:lnTo>
                  <a:pt x="418789" y="16577"/>
                </a:lnTo>
                <a:lnTo>
                  <a:pt x="419279" y="16948"/>
                </a:lnTo>
                <a:lnTo>
                  <a:pt x="419755" y="17338"/>
                </a:lnTo>
                <a:lnTo>
                  <a:pt x="420217" y="17745"/>
                </a:lnTo>
                <a:lnTo>
                  <a:pt x="420665" y="18170"/>
                </a:lnTo>
                <a:lnTo>
                  <a:pt x="421097" y="18613"/>
                </a:lnTo>
                <a:lnTo>
                  <a:pt x="421510" y="19073"/>
                </a:lnTo>
                <a:lnTo>
                  <a:pt x="421906" y="19550"/>
                </a:lnTo>
                <a:lnTo>
                  <a:pt x="422282" y="20044"/>
                </a:lnTo>
                <a:lnTo>
                  <a:pt x="422641" y="20555"/>
                </a:lnTo>
                <a:lnTo>
                  <a:pt x="422981" y="21083"/>
                </a:lnTo>
                <a:lnTo>
                  <a:pt x="423303" y="21628"/>
                </a:lnTo>
                <a:lnTo>
                  <a:pt x="423606" y="22190"/>
                </a:lnTo>
                <a:lnTo>
                  <a:pt x="423891" y="22769"/>
                </a:lnTo>
                <a:lnTo>
                  <a:pt x="424157" y="23364"/>
                </a:lnTo>
                <a:lnTo>
                  <a:pt x="424406" y="23977"/>
                </a:lnTo>
                <a:lnTo>
                  <a:pt x="424635" y="24607"/>
                </a:lnTo>
                <a:lnTo>
                  <a:pt x="424847" y="25254"/>
                </a:lnTo>
                <a:lnTo>
                  <a:pt x="425040" y="25918"/>
                </a:lnTo>
                <a:lnTo>
                  <a:pt x="425214" y="26599"/>
                </a:lnTo>
                <a:lnTo>
                  <a:pt x="425371" y="27297"/>
                </a:lnTo>
                <a:lnTo>
                  <a:pt x="425509" y="28012"/>
                </a:lnTo>
                <a:lnTo>
                  <a:pt x="425628" y="28744"/>
                </a:lnTo>
                <a:lnTo>
                  <a:pt x="425729" y="29493"/>
                </a:lnTo>
                <a:lnTo>
                  <a:pt x="425812" y="30259"/>
                </a:lnTo>
                <a:lnTo>
                  <a:pt x="425876" y="31043"/>
                </a:lnTo>
                <a:lnTo>
                  <a:pt x="425922" y="31843"/>
                </a:lnTo>
                <a:lnTo>
                  <a:pt x="425950" y="32660"/>
                </a:lnTo>
                <a:lnTo>
                  <a:pt x="425959" y="33494"/>
                </a:lnTo>
                <a:lnTo>
                  <a:pt x="425959" y="56563"/>
                </a:lnTo>
                <a:lnTo>
                  <a:pt x="425950" y="57397"/>
                </a:lnTo>
                <a:lnTo>
                  <a:pt x="425922" y="58214"/>
                </a:lnTo>
                <a:lnTo>
                  <a:pt x="425876" y="59014"/>
                </a:lnTo>
                <a:lnTo>
                  <a:pt x="425812" y="59797"/>
                </a:lnTo>
                <a:lnTo>
                  <a:pt x="425729" y="60563"/>
                </a:lnTo>
                <a:lnTo>
                  <a:pt x="425628" y="61313"/>
                </a:lnTo>
                <a:lnTo>
                  <a:pt x="425509" y="62045"/>
                </a:lnTo>
                <a:lnTo>
                  <a:pt x="425371" y="62760"/>
                </a:lnTo>
                <a:lnTo>
                  <a:pt x="425214" y="63458"/>
                </a:lnTo>
                <a:lnTo>
                  <a:pt x="425040" y="64139"/>
                </a:lnTo>
                <a:lnTo>
                  <a:pt x="424847" y="64803"/>
                </a:lnTo>
                <a:lnTo>
                  <a:pt x="424635" y="65450"/>
                </a:lnTo>
                <a:lnTo>
                  <a:pt x="424406" y="66080"/>
                </a:lnTo>
                <a:lnTo>
                  <a:pt x="424157" y="66693"/>
                </a:lnTo>
                <a:lnTo>
                  <a:pt x="423891" y="67289"/>
                </a:lnTo>
                <a:lnTo>
                  <a:pt x="423606" y="67868"/>
                </a:lnTo>
                <a:lnTo>
                  <a:pt x="423303" y="68430"/>
                </a:lnTo>
                <a:lnTo>
                  <a:pt x="422981" y="68975"/>
                </a:lnTo>
                <a:lnTo>
                  <a:pt x="422641" y="69503"/>
                </a:lnTo>
                <a:lnTo>
                  <a:pt x="422282" y="70014"/>
                </a:lnTo>
                <a:lnTo>
                  <a:pt x="421906" y="70509"/>
                </a:lnTo>
                <a:lnTo>
                  <a:pt x="421510" y="70986"/>
                </a:lnTo>
                <a:lnTo>
                  <a:pt x="421097" y="71446"/>
                </a:lnTo>
                <a:lnTo>
                  <a:pt x="420665" y="71889"/>
                </a:lnTo>
                <a:lnTo>
                  <a:pt x="420217" y="72314"/>
                </a:lnTo>
                <a:lnTo>
                  <a:pt x="419755" y="72721"/>
                </a:lnTo>
                <a:lnTo>
                  <a:pt x="419279" y="73110"/>
                </a:lnTo>
                <a:lnTo>
                  <a:pt x="418789" y="73481"/>
                </a:lnTo>
                <a:lnTo>
                  <a:pt x="418285" y="73834"/>
                </a:lnTo>
                <a:lnTo>
                  <a:pt x="417767" y="74169"/>
                </a:lnTo>
                <a:lnTo>
                  <a:pt x="417235" y="74486"/>
                </a:lnTo>
                <a:lnTo>
                  <a:pt x="416689" y="74784"/>
                </a:lnTo>
                <a:lnTo>
                  <a:pt x="416129" y="75065"/>
                </a:lnTo>
                <a:lnTo>
                  <a:pt x="415556" y="75327"/>
                </a:lnTo>
                <a:lnTo>
                  <a:pt x="414968" y="75572"/>
                </a:lnTo>
                <a:lnTo>
                  <a:pt x="414366" y="75798"/>
                </a:lnTo>
                <a:lnTo>
                  <a:pt x="413750" y="76006"/>
                </a:lnTo>
                <a:lnTo>
                  <a:pt x="413120" y="76196"/>
                </a:lnTo>
                <a:lnTo>
                  <a:pt x="412476" y="76368"/>
                </a:lnTo>
                <a:lnTo>
                  <a:pt x="411819" y="76522"/>
                </a:lnTo>
                <a:lnTo>
                  <a:pt x="411147" y="76658"/>
                </a:lnTo>
                <a:lnTo>
                  <a:pt x="410461" y="76775"/>
                </a:lnTo>
                <a:lnTo>
                  <a:pt x="409761" y="76875"/>
                </a:lnTo>
                <a:lnTo>
                  <a:pt x="409048" y="76956"/>
                </a:lnTo>
                <a:lnTo>
                  <a:pt x="408320" y="77020"/>
                </a:lnTo>
                <a:lnTo>
                  <a:pt x="407578" y="77065"/>
                </a:lnTo>
                <a:lnTo>
                  <a:pt x="406822" y="77092"/>
                </a:lnTo>
                <a:lnTo>
                  <a:pt x="406053" y="77101"/>
                </a:lnTo>
                <a:lnTo>
                  <a:pt x="405296" y="77092"/>
                </a:lnTo>
                <a:lnTo>
                  <a:pt x="404552" y="77065"/>
                </a:lnTo>
                <a:lnTo>
                  <a:pt x="403821" y="77020"/>
                </a:lnTo>
                <a:close/>
                <a:moveTo>
                  <a:pt x="38422" y="89931"/>
                </a:moveTo>
                <a:lnTo>
                  <a:pt x="39603" y="89833"/>
                </a:lnTo>
                <a:lnTo>
                  <a:pt x="40763" y="89707"/>
                </a:lnTo>
                <a:lnTo>
                  <a:pt x="41904" y="89553"/>
                </a:lnTo>
                <a:lnTo>
                  <a:pt x="43025" y="89371"/>
                </a:lnTo>
                <a:lnTo>
                  <a:pt x="44125" y="89162"/>
                </a:lnTo>
                <a:lnTo>
                  <a:pt x="45206" y="88924"/>
                </a:lnTo>
                <a:lnTo>
                  <a:pt x="46266" y="88658"/>
                </a:lnTo>
                <a:lnTo>
                  <a:pt x="47307" y="88364"/>
                </a:lnTo>
                <a:lnTo>
                  <a:pt x="48328" y="88043"/>
                </a:lnTo>
                <a:lnTo>
                  <a:pt x="49328" y="87693"/>
                </a:lnTo>
                <a:lnTo>
                  <a:pt x="50309" y="87315"/>
                </a:lnTo>
                <a:lnTo>
                  <a:pt x="51269" y="86910"/>
                </a:lnTo>
                <a:lnTo>
                  <a:pt x="52210" y="86476"/>
                </a:lnTo>
                <a:lnTo>
                  <a:pt x="53130" y="86014"/>
                </a:lnTo>
                <a:lnTo>
                  <a:pt x="54030" y="85525"/>
                </a:lnTo>
                <a:lnTo>
                  <a:pt x="54911" y="85007"/>
                </a:lnTo>
                <a:lnTo>
                  <a:pt x="55771" y="84462"/>
                </a:lnTo>
                <a:lnTo>
                  <a:pt x="56612" y="83888"/>
                </a:lnTo>
                <a:lnTo>
                  <a:pt x="57432" y="83287"/>
                </a:lnTo>
                <a:lnTo>
                  <a:pt x="58232" y="82657"/>
                </a:lnTo>
                <a:lnTo>
                  <a:pt x="59012" y="82000"/>
                </a:lnTo>
                <a:lnTo>
                  <a:pt x="59767" y="81318"/>
                </a:lnTo>
                <a:lnTo>
                  <a:pt x="60492" y="80616"/>
                </a:lnTo>
                <a:lnTo>
                  <a:pt x="61186" y="79894"/>
                </a:lnTo>
                <a:lnTo>
                  <a:pt x="61850" y="79152"/>
                </a:lnTo>
                <a:lnTo>
                  <a:pt x="62483" y="78389"/>
                </a:lnTo>
                <a:lnTo>
                  <a:pt x="63086" y="77606"/>
                </a:lnTo>
                <a:lnTo>
                  <a:pt x="63658" y="76803"/>
                </a:lnTo>
                <a:lnTo>
                  <a:pt x="64200" y="75979"/>
                </a:lnTo>
                <a:lnTo>
                  <a:pt x="64711" y="75135"/>
                </a:lnTo>
                <a:lnTo>
                  <a:pt x="65192" y="74271"/>
                </a:lnTo>
                <a:lnTo>
                  <a:pt x="65643" y="73386"/>
                </a:lnTo>
                <a:lnTo>
                  <a:pt x="66063" y="72481"/>
                </a:lnTo>
                <a:lnTo>
                  <a:pt x="66453" y="71556"/>
                </a:lnTo>
                <a:lnTo>
                  <a:pt x="66812" y="70611"/>
                </a:lnTo>
                <a:lnTo>
                  <a:pt x="67140" y="69645"/>
                </a:lnTo>
                <a:lnTo>
                  <a:pt x="67439" y="68659"/>
                </a:lnTo>
                <a:lnTo>
                  <a:pt x="67706" y="67652"/>
                </a:lnTo>
                <a:lnTo>
                  <a:pt x="67944" y="66626"/>
                </a:lnTo>
                <a:lnTo>
                  <a:pt x="68151" y="65579"/>
                </a:lnTo>
                <a:lnTo>
                  <a:pt x="68327" y="64511"/>
                </a:lnTo>
                <a:lnTo>
                  <a:pt x="68473" y="63424"/>
                </a:lnTo>
                <a:lnTo>
                  <a:pt x="68588" y="62316"/>
                </a:lnTo>
                <a:lnTo>
                  <a:pt x="68674" y="61188"/>
                </a:lnTo>
                <a:lnTo>
                  <a:pt x="68728" y="60039"/>
                </a:lnTo>
                <a:lnTo>
                  <a:pt x="54509" y="60039"/>
                </a:lnTo>
                <a:lnTo>
                  <a:pt x="54461" y="60718"/>
                </a:lnTo>
                <a:lnTo>
                  <a:pt x="54397" y="61383"/>
                </a:lnTo>
                <a:lnTo>
                  <a:pt x="54316" y="62036"/>
                </a:lnTo>
                <a:lnTo>
                  <a:pt x="54219" y="62677"/>
                </a:lnTo>
                <a:lnTo>
                  <a:pt x="54105" y="63304"/>
                </a:lnTo>
                <a:lnTo>
                  <a:pt x="53975" y="63919"/>
                </a:lnTo>
                <a:lnTo>
                  <a:pt x="53829" y="64522"/>
                </a:lnTo>
                <a:lnTo>
                  <a:pt x="53666" y="65112"/>
                </a:lnTo>
                <a:lnTo>
                  <a:pt x="53486" y="65689"/>
                </a:lnTo>
                <a:lnTo>
                  <a:pt x="53290" y="66254"/>
                </a:lnTo>
                <a:lnTo>
                  <a:pt x="53078" y="66806"/>
                </a:lnTo>
                <a:lnTo>
                  <a:pt x="52849" y="67346"/>
                </a:lnTo>
                <a:lnTo>
                  <a:pt x="52604" y="67872"/>
                </a:lnTo>
                <a:lnTo>
                  <a:pt x="52342" y="68387"/>
                </a:lnTo>
                <a:lnTo>
                  <a:pt x="52064" y="68888"/>
                </a:lnTo>
                <a:lnTo>
                  <a:pt x="51769" y="69377"/>
                </a:lnTo>
                <a:lnTo>
                  <a:pt x="51458" y="69854"/>
                </a:lnTo>
                <a:lnTo>
                  <a:pt x="51131" y="70318"/>
                </a:lnTo>
                <a:lnTo>
                  <a:pt x="50786" y="70769"/>
                </a:lnTo>
                <a:lnTo>
                  <a:pt x="50426" y="71208"/>
                </a:lnTo>
                <a:lnTo>
                  <a:pt x="50049" y="71634"/>
                </a:lnTo>
                <a:lnTo>
                  <a:pt x="49656" y="72047"/>
                </a:lnTo>
                <a:lnTo>
                  <a:pt x="49246" y="72448"/>
                </a:lnTo>
                <a:lnTo>
                  <a:pt x="48819" y="72836"/>
                </a:lnTo>
                <a:lnTo>
                  <a:pt x="48379" y="73210"/>
                </a:lnTo>
                <a:lnTo>
                  <a:pt x="47925" y="73568"/>
                </a:lnTo>
                <a:lnTo>
                  <a:pt x="47460" y="73910"/>
                </a:lnTo>
                <a:lnTo>
                  <a:pt x="46981" y="74236"/>
                </a:lnTo>
                <a:lnTo>
                  <a:pt x="46490" y="74546"/>
                </a:lnTo>
                <a:lnTo>
                  <a:pt x="45986" y="74840"/>
                </a:lnTo>
                <a:lnTo>
                  <a:pt x="45470" y="75119"/>
                </a:lnTo>
                <a:lnTo>
                  <a:pt x="44941" y="75381"/>
                </a:lnTo>
                <a:lnTo>
                  <a:pt x="44399" y="75627"/>
                </a:lnTo>
                <a:lnTo>
                  <a:pt x="43845" y="75858"/>
                </a:lnTo>
                <a:lnTo>
                  <a:pt x="43278" y="76073"/>
                </a:lnTo>
                <a:lnTo>
                  <a:pt x="42698" y="76272"/>
                </a:lnTo>
                <a:lnTo>
                  <a:pt x="42106" y="76455"/>
                </a:lnTo>
                <a:lnTo>
                  <a:pt x="41501" y="76622"/>
                </a:lnTo>
                <a:lnTo>
                  <a:pt x="40884" y="76773"/>
                </a:lnTo>
                <a:lnTo>
                  <a:pt x="40254" y="76908"/>
                </a:lnTo>
                <a:lnTo>
                  <a:pt x="39611" y="77027"/>
                </a:lnTo>
                <a:lnTo>
                  <a:pt x="38956" y="77130"/>
                </a:lnTo>
                <a:lnTo>
                  <a:pt x="38288" y="77218"/>
                </a:lnTo>
                <a:lnTo>
                  <a:pt x="37608" y="77290"/>
                </a:lnTo>
                <a:lnTo>
                  <a:pt x="36915" y="77345"/>
                </a:lnTo>
                <a:lnTo>
                  <a:pt x="36209" y="77385"/>
                </a:lnTo>
                <a:lnTo>
                  <a:pt x="35490" y="77409"/>
                </a:lnTo>
                <a:lnTo>
                  <a:pt x="34759" y="77417"/>
                </a:lnTo>
                <a:lnTo>
                  <a:pt x="33989" y="77407"/>
                </a:lnTo>
                <a:lnTo>
                  <a:pt x="33231" y="77379"/>
                </a:lnTo>
                <a:lnTo>
                  <a:pt x="32487" y="77333"/>
                </a:lnTo>
                <a:lnTo>
                  <a:pt x="31755" y="77268"/>
                </a:lnTo>
                <a:lnTo>
                  <a:pt x="31036" y="77184"/>
                </a:lnTo>
                <a:lnTo>
                  <a:pt x="30330" y="77081"/>
                </a:lnTo>
                <a:lnTo>
                  <a:pt x="29637" y="76960"/>
                </a:lnTo>
                <a:lnTo>
                  <a:pt x="28957" y="76820"/>
                </a:lnTo>
                <a:lnTo>
                  <a:pt x="28290" y="76661"/>
                </a:lnTo>
                <a:lnTo>
                  <a:pt x="27635" y="76484"/>
                </a:lnTo>
                <a:lnTo>
                  <a:pt x="26994" y="76288"/>
                </a:lnTo>
                <a:lnTo>
                  <a:pt x="26365" y="76074"/>
                </a:lnTo>
                <a:lnTo>
                  <a:pt x="25749" y="75841"/>
                </a:lnTo>
                <a:lnTo>
                  <a:pt x="25146" y="75589"/>
                </a:lnTo>
                <a:lnTo>
                  <a:pt x="24556" y="75319"/>
                </a:lnTo>
                <a:lnTo>
                  <a:pt x="23979" y="75030"/>
                </a:lnTo>
                <a:lnTo>
                  <a:pt x="23415" y="74722"/>
                </a:lnTo>
                <a:lnTo>
                  <a:pt x="22864" y="74395"/>
                </a:lnTo>
                <a:lnTo>
                  <a:pt x="22325" y="74050"/>
                </a:lnTo>
                <a:lnTo>
                  <a:pt x="21800" y="73687"/>
                </a:lnTo>
                <a:lnTo>
                  <a:pt x="21287" y="73304"/>
                </a:lnTo>
                <a:lnTo>
                  <a:pt x="20787" y="72903"/>
                </a:lnTo>
                <a:lnTo>
                  <a:pt x="20301" y="72484"/>
                </a:lnTo>
                <a:lnTo>
                  <a:pt x="19827" y="72045"/>
                </a:lnTo>
                <a:lnTo>
                  <a:pt x="19369" y="71590"/>
                </a:lnTo>
                <a:lnTo>
                  <a:pt x="18931" y="71119"/>
                </a:lnTo>
                <a:lnTo>
                  <a:pt x="18512" y="70633"/>
                </a:lnTo>
                <a:lnTo>
                  <a:pt x="18113" y="70132"/>
                </a:lnTo>
                <a:lnTo>
                  <a:pt x="17734" y="69615"/>
                </a:lnTo>
                <a:lnTo>
                  <a:pt x="17373" y="69083"/>
                </a:lnTo>
                <a:lnTo>
                  <a:pt x="17033" y="68536"/>
                </a:lnTo>
                <a:lnTo>
                  <a:pt x="16711" y="67973"/>
                </a:lnTo>
                <a:lnTo>
                  <a:pt x="16410" y="67395"/>
                </a:lnTo>
                <a:lnTo>
                  <a:pt x="16127" y="66801"/>
                </a:lnTo>
                <a:lnTo>
                  <a:pt x="15864" y="66192"/>
                </a:lnTo>
                <a:lnTo>
                  <a:pt x="15621" y="65568"/>
                </a:lnTo>
                <a:lnTo>
                  <a:pt x="15397" y="64928"/>
                </a:lnTo>
                <a:lnTo>
                  <a:pt x="15193" y="64274"/>
                </a:lnTo>
                <a:lnTo>
                  <a:pt x="15008" y="63603"/>
                </a:lnTo>
                <a:lnTo>
                  <a:pt x="14842" y="62917"/>
                </a:lnTo>
                <a:lnTo>
                  <a:pt x="14696" y="62216"/>
                </a:lnTo>
                <a:lnTo>
                  <a:pt x="14570" y="61500"/>
                </a:lnTo>
                <a:lnTo>
                  <a:pt x="14462" y="60768"/>
                </a:lnTo>
                <a:lnTo>
                  <a:pt x="14375" y="60021"/>
                </a:lnTo>
                <a:lnTo>
                  <a:pt x="14307" y="59259"/>
                </a:lnTo>
                <a:lnTo>
                  <a:pt x="14258" y="58481"/>
                </a:lnTo>
                <a:lnTo>
                  <a:pt x="14229" y="57687"/>
                </a:lnTo>
                <a:lnTo>
                  <a:pt x="14219" y="56879"/>
                </a:lnTo>
                <a:lnTo>
                  <a:pt x="14219" y="33021"/>
                </a:lnTo>
                <a:lnTo>
                  <a:pt x="14229" y="32213"/>
                </a:lnTo>
                <a:lnTo>
                  <a:pt x="14258" y="31420"/>
                </a:lnTo>
                <a:lnTo>
                  <a:pt x="14307" y="30643"/>
                </a:lnTo>
                <a:lnTo>
                  <a:pt x="14375" y="29881"/>
                </a:lnTo>
                <a:lnTo>
                  <a:pt x="14462" y="29135"/>
                </a:lnTo>
                <a:lnTo>
                  <a:pt x="14570" y="28405"/>
                </a:lnTo>
                <a:lnTo>
                  <a:pt x="14696" y="27690"/>
                </a:lnTo>
                <a:lnTo>
                  <a:pt x="14842" y="26991"/>
                </a:lnTo>
                <a:lnTo>
                  <a:pt x="15008" y="26308"/>
                </a:lnTo>
                <a:lnTo>
                  <a:pt x="15193" y="25640"/>
                </a:lnTo>
                <a:lnTo>
                  <a:pt x="15397" y="24988"/>
                </a:lnTo>
                <a:lnTo>
                  <a:pt x="15621" y="24352"/>
                </a:lnTo>
                <a:lnTo>
                  <a:pt x="15864" y="23731"/>
                </a:lnTo>
                <a:lnTo>
                  <a:pt x="16127" y="23126"/>
                </a:lnTo>
                <a:lnTo>
                  <a:pt x="16410" y="22536"/>
                </a:lnTo>
                <a:lnTo>
                  <a:pt x="16711" y="21962"/>
                </a:lnTo>
                <a:lnTo>
                  <a:pt x="17033" y="21404"/>
                </a:lnTo>
                <a:lnTo>
                  <a:pt x="17373" y="20862"/>
                </a:lnTo>
                <a:lnTo>
                  <a:pt x="17734" y="20335"/>
                </a:lnTo>
                <a:lnTo>
                  <a:pt x="18113" y="19823"/>
                </a:lnTo>
                <a:lnTo>
                  <a:pt x="18512" y="19328"/>
                </a:lnTo>
                <a:lnTo>
                  <a:pt x="18931" y="18847"/>
                </a:lnTo>
                <a:lnTo>
                  <a:pt x="19369" y="18383"/>
                </a:lnTo>
                <a:lnTo>
                  <a:pt x="19827" y="17934"/>
                </a:lnTo>
                <a:lnTo>
                  <a:pt x="20301" y="17502"/>
                </a:lnTo>
                <a:lnTo>
                  <a:pt x="20787" y="17089"/>
                </a:lnTo>
                <a:lnTo>
                  <a:pt x="21287" y="16693"/>
                </a:lnTo>
                <a:lnTo>
                  <a:pt x="21800" y="16317"/>
                </a:lnTo>
                <a:lnTo>
                  <a:pt x="22325" y="15958"/>
                </a:lnTo>
                <a:lnTo>
                  <a:pt x="22864" y="15618"/>
                </a:lnTo>
                <a:lnTo>
                  <a:pt x="23415" y="15296"/>
                </a:lnTo>
                <a:lnTo>
                  <a:pt x="23979" y="14993"/>
                </a:lnTo>
                <a:lnTo>
                  <a:pt x="24556" y="14708"/>
                </a:lnTo>
                <a:lnTo>
                  <a:pt x="25146" y="14442"/>
                </a:lnTo>
                <a:lnTo>
                  <a:pt x="25749" y="14193"/>
                </a:lnTo>
                <a:lnTo>
                  <a:pt x="26365" y="13964"/>
                </a:lnTo>
                <a:lnTo>
                  <a:pt x="26994" y="13752"/>
                </a:lnTo>
                <a:lnTo>
                  <a:pt x="27635" y="13559"/>
                </a:lnTo>
                <a:lnTo>
                  <a:pt x="28290" y="13385"/>
                </a:lnTo>
                <a:lnTo>
                  <a:pt x="28957" y="13228"/>
                </a:lnTo>
                <a:lnTo>
                  <a:pt x="29637" y="13090"/>
                </a:lnTo>
                <a:lnTo>
                  <a:pt x="30330" y="12971"/>
                </a:lnTo>
                <a:lnTo>
                  <a:pt x="31036" y="12870"/>
                </a:lnTo>
                <a:lnTo>
                  <a:pt x="31755" y="12787"/>
                </a:lnTo>
                <a:lnTo>
                  <a:pt x="32487" y="12723"/>
                </a:lnTo>
                <a:lnTo>
                  <a:pt x="33231" y="12677"/>
                </a:lnTo>
                <a:lnTo>
                  <a:pt x="33989" y="12649"/>
                </a:lnTo>
                <a:lnTo>
                  <a:pt x="34759" y="12640"/>
                </a:lnTo>
                <a:lnTo>
                  <a:pt x="35490" y="12648"/>
                </a:lnTo>
                <a:lnTo>
                  <a:pt x="36209" y="12671"/>
                </a:lnTo>
                <a:lnTo>
                  <a:pt x="36915" y="12710"/>
                </a:lnTo>
                <a:lnTo>
                  <a:pt x="37608" y="12765"/>
                </a:lnTo>
                <a:lnTo>
                  <a:pt x="38288" y="12835"/>
                </a:lnTo>
                <a:lnTo>
                  <a:pt x="38956" y="12921"/>
                </a:lnTo>
                <a:lnTo>
                  <a:pt x="39611" y="13023"/>
                </a:lnTo>
                <a:lnTo>
                  <a:pt x="40254" y="13140"/>
                </a:lnTo>
                <a:lnTo>
                  <a:pt x="40884" y="13273"/>
                </a:lnTo>
                <a:lnTo>
                  <a:pt x="41501" y="13422"/>
                </a:lnTo>
                <a:lnTo>
                  <a:pt x="42106" y="13586"/>
                </a:lnTo>
                <a:lnTo>
                  <a:pt x="42698" y="13766"/>
                </a:lnTo>
                <a:lnTo>
                  <a:pt x="43278" y="13961"/>
                </a:lnTo>
                <a:lnTo>
                  <a:pt x="43845" y="14172"/>
                </a:lnTo>
                <a:lnTo>
                  <a:pt x="44399" y="14399"/>
                </a:lnTo>
                <a:lnTo>
                  <a:pt x="44941" y="14642"/>
                </a:lnTo>
                <a:lnTo>
                  <a:pt x="45470" y="14900"/>
                </a:lnTo>
                <a:lnTo>
                  <a:pt x="45986" y="15173"/>
                </a:lnTo>
                <a:lnTo>
                  <a:pt x="46490" y="15462"/>
                </a:lnTo>
                <a:lnTo>
                  <a:pt x="46981" y="15767"/>
                </a:lnTo>
                <a:lnTo>
                  <a:pt x="47460" y="16088"/>
                </a:lnTo>
                <a:lnTo>
                  <a:pt x="47925" y="16424"/>
                </a:lnTo>
                <a:lnTo>
                  <a:pt x="48379" y="16776"/>
                </a:lnTo>
                <a:lnTo>
                  <a:pt x="48819" y="17143"/>
                </a:lnTo>
                <a:lnTo>
                  <a:pt x="49246" y="17525"/>
                </a:lnTo>
                <a:lnTo>
                  <a:pt x="49656" y="17921"/>
                </a:lnTo>
                <a:lnTo>
                  <a:pt x="50049" y="18329"/>
                </a:lnTo>
                <a:lnTo>
                  <a:pt x="50426" y="18751"/>
                </a:lnTo>
                <a:lnTo>
                  <a:pt x="50786" y="19187"/>
                </a:lnTo>
                <a:lnTo>
                  <a:pt x="51131" y="19636"/>
                </a:lnTo>
                <a:lnTo>
                  <a:pt x="51458" y="20099"/>
                </a:lnTo>
                <a:lnTo>
                  <a:pt x="51769" y="20575"/>
                </a:lnTo>
                <a:lnTo>
                  <a:pt x="52064" y="21064"/>
                </a:lnTo>
                <a:lnTo>
                  <a:pt x="52342" y="21567"/>
                </a:lnTo>
                <a:lnTo>
                  <a:pt x="52604" y="22083"/>
                </a:lnTo>
                <a:lnTo>
                  <a:pt x="52849" y="22613"/>
                </a:lnTo>
                <a:lnTo>
                  <a:pt x="53078" y="23156"/>
                </a:lnTo>
                <a:lnTo>
                  <a:pt x="53290" y="23713"/>
                </a:lnTo>
                <a:lnTo>
                  <a:pt x="53486" y="24283"/>
                </a:lnTo>
                <a:lnTo>
                  <a:pt x="53666" y="24867"/>
                </a:lnTo>
                <a:lnTo>
                  <a:pt x="53829" y="25464"/>
                </a:lnTo>
                <a:lnTo>
                  <a:pt x="53975" y="26074"/>
                </a:lnTo>
                <a:lnTo>
                  <a:pt x="54105" y="26698"/>
                </a:lnTo>
                <a:lnTo>
                  <a:pt x="54219" y="27336"/>
                </a:lnTo>
                <a:lnTo>
                  <a:pt x="54316" y="27986"/>
                </a:lnTo>
                <a:lnTo>
                  <a:pt x="54397" y="28651"/>
                </a:lnTo>
                <a:lnTo>
                  <a:pt x="54461" y="29329"/>
                </a:lnTo>
                <a:lnTo>
                  <a:pt x="54509" y="30020"/>
                </a:lnTo>
                <a:lnTo>
                  <a:pt x="68728" y="30020"/>
                </a:lnTo>
                <a:lnTo>
                  <a:pt x="68674" y="28871"/>
                </a:lnTo>
                <a:lnTo>
                  <a:pt x="68588" y="27743"/>
                </a:lnTo>
                <a:lnTo>
                  <a:pt x="68473" y="26635"/>
                </a:lnTo>
                <a:lnTo>
                  <a:pt x="68327" y="25548"/>
                </a:lnTo>
                <a:lnTo>
                  <a:pt x="68151" y="24480"/>
                </a:lnTo>
                <a:lnTo>
                  <a:pt x="67944" y="23433"/>
                </a:lnTo>
                <a:lnTo>
                  <a:pt x="67706" y="22407"/>
                </a:lnTo>
                <a:lnTo>
                  <a:pt x="67439" y="21400"/>
                </a:lnTo>
                <a:lnTo>
                  <a:pt x="67140" y="20414"/>
                </a:lnTo>
                <a:lnTo>
                  <a:pt x="66812" y="19449"/>
                </a:lnTo>
                <a:lnTo>
                  <a:pt x="66453" y="18503"/>
                </a:lnTo>
                <a:lnTo>
                  <a:pt x="66063" y="17578"/>
                </a:lnTo>
                <a:lnTo>
                  <a:pt x="65643" y="16673"/>
                </a:lnTo>
                <a:lnTo>
                  <a:pt x="65192" y="15789"/>
                </a:lnTo>
                <a:lnTo>
                  <a:pt x="64711" y="14924"/>
                </a:lnTo>
                <a:lnTo>
                  <a:pt x="64200" y="14080"/>
                </a:lnTo>
                <a:lnTo>
                  <a:pt x="63658" y="13257"/>
                </a:lnTo>
                <a:lnTo>
                  <a:pt x="63086" y="12453"/>
                </a:lnTo>
                <a:lnTo>
                  <a:pt x="62483" y="11670"/>
                </a:lnTo>
                <a:lnTo>
                  <a:pt x="61850" y="10907"/>
                </a:lnTo>
                <a:lnTo>
                  <a:pt x="61186" y="10165"/>
                </a:lnTo>
                <a:lnTo>
                  <a:pt x="60492" y="9443"/>
                </a:lnTo>
                <a:lnTo>
                  <a:pt x="59767" y="8741"/>
                </a:lnTo>
                <a:lnTo>
                  <a:pt x="59012" y="8059"/>
                </a:lnTo>
                <a:lnTo>
                  <a:pt x="58232" y="7402"/>
                </a:lnTo>
                <a:lnTo>
                  <a:pt x="57432" y="6772"/>
                </a:lnTo>
                <a:lnTo>
                  <a:pt x="56612" y="6171"/>
                </a:lnTo>
                <a:lnTo>
                  <a:pt x="55771" y="5597"/>
                </a:lnTo>
                <a:lnTo>
                  <a:pt x="54911" y="5051"/>
                </a:lnTo>
                <a:lnTo>
                  <a:pt x="54030" y="4533"/>
                </a:lnTo>
                <a:lnTo>
                  <a:pt x="53130" y="4044"/>
                </a:lnTo>
                <a:lnTo>
                  <a:pt x="52210" y="3582"/>
                </a:lnTo>
                <a:lnTo>
                  <a:pt x="51269" y="3148"/>
                </a:lnTo>
                <a:lnTo>
                  <a:pt x="50309" y="2742"/>
                </a:lnTo>
                <a:lnTo>
                  <a:pt x="49328" y="2365"/>
                </a:lnTo>
                <a:lnTo>
                  <a:pt x="48328" y="2015"/>
                </a:lnTo>
                <a:lnTo>
                  <a:pt x="47307" y="1693"/>
                </a:lnTo>
                <a:lnTo>
                  <a:pt x="46266" y="1399"/>
                </a:lnTo>
                <a:lnTo>
                  <a:pt x="45206" y="1133"/>
                </a:lnTo>
                <a:lnTo>
                  <a:pt x="44125" y="895"/>
                </a:lnTo>
                <a:lnTo>
                  <a:pt x="43025" y="686"/>
                </a:lnTo>
                <a:lnTo>
                  <a:pt x="41904" y="504"/>
                </a:lnTo>
                <a:lnTo>
                  <a:pt x="40763" y="350"/>
                </a:lnTo>
                <a:lnTo>
                  <a:pt x="39603" y="224"/>
                </a:lnTo>
                <a:lnTo>
                  <a:pt x="38422" y="126"/>
                </a:lnTo>
                <a:lnTo>
                  <a:pt x="37221" y="56"/>
                </a:lnTo>
                <a:lnTo>
                  <a:pt x="36000" y="14"/>
                </a:lnTo>
                <a:lnTo>
                  <a:pt x="34759" y="0"/>
                </a:lnTo>
                <a:lnTo>
                  <a:pt x="33895" y="7"/>
                </a:lnTo>
                <a:lnTo>
                  <a:pt x="33040" y="27"/>
                </a:lnTo>
                <a:lnTo>
                  <a:pt x="32193" y="62"/>
                </a:lnTo>
                <a:lnTo>
                  <a:pt x="31356" y="110"/>
                </a:lnTo>
                <a:lnTo>
                  <a:pt x="30528" y="171"/>
                </a:lnTo>
                <a:lnTo>
                  <a:pt x="29709" y="247"/>
                </a:lnTo>
                <a:lnTo>
                  <a:pt x="28899" y="336"/>
                </a:lnTo>
                <a:lnTo>
                  <a:pt x="28098" y="439"/>
                </a:lnTo>
                <a:lnTo>
                  <a:pt x="27306" y="556"/>
                </a:lnTo>
                <a:lnTo>
                  <a:pt x="26523" y="686"/>
                </a:lnTo>
                <a:lnTo>
                  <a:pt x="25749" y="830"/>
                </a:lnTo>
                <a:lnTo>
                  <a:pt x="24984" y="988"/>
                </a:lnTo>
                <a:lnTo>
                  <a:pt x="24228" y="1159"/>
                </a:lnTo>
                <a:lnTo>
                  <a:pt x="23482" y="1345"/>
                </a:lnTo>
                <a:lnTo>
                  <a:pt x="22744" y="1544"/>
                </a:lnTo>
                <a:lnTo>
                  <a:pt x="22015" y="1756"/>
                </a:lnTo>
                <a:lnTo>
                  <a:pt x="21296" y="1983"/>
                </a:lnTo>
                <a:lnTo>
                  <a:pt x="20585" y="2223"/>
                </a:lnTo>
                <a:lnTo>
                  <a:pt x="19884" y="2476"/>
                </a:lnTo>
                <a:lnTo>
                  <a:pt x="19191" y="2744"/>
                </a:lnTo>
                <a:lnTo>
                  <a:pt x="18508" y="3025"/>
                </a:lnTo>
                <a:lnTo>
                  <a:pt x="17833" y="3320"/>
                </a:lnTo>
                <a:lnTo>
                  <a:pt x="17168" y="3629"/>
                </a:lnTo>
                <a:lnTo>
                  <a:pt x="16512" y="3951"/>
                </a:lnTo>
                <a:lnTo>
                  <a:pt x="15866" y="4286"/>
                </a:lnTo>
                <a:lnTo>
                  <a:pt x="15232" y="4634"/>
                </a:lnTo>
                <a:lnTo>
                  <a:pt x="14611" y="4993"/>
                </a:lnTo>
                <a:lnTo>
                  <a:pt x="14001" y="5364"/>
                </a:lnTo>
                <a:lnTo>
                  <a:pt x="13404" y="5748"/>
                </a:lnTo>
                <a:lnTo>
                  <a:pt x="12819" y="6143"/>
                </a:lnTo>
                <a:lnTo>
                  <a:pt x="12245" y="6551"/>
                </a:lnTo>
                <a:lnTo>
                  <a:pt x="11684" y="6970"/>
                </a:lnTo>
                <a:lnTo>
                  <a:pt x="11135" y="7402"/>
                </a:lnTo>
                <a:lnTo>
                  <a:pt x="10598" y="7846"/>
                </a:lnTo>
                <a:lnTo>
                  <a:pt x="10073" y="8302"/>
                </a:lnTo>
                <a:lnTo>
                  <a:pt x="9560" y="8769"/>
                </a:lnTo>
                <a:lnTo>
                  <a:pt x="9059" y="9249"/>
                </a:lnTo>
                <a:lnTo>
                  <a:pt x="8570" y="9741"/>
                </a:lnTo>
                <a:lnTo>
                  <a:pt x="8093" y="10246"/>
                </a:lnTo>
                <a:lnTo>
                  <a:pt x="7628" y="10762"/>
                </a:lnTo>
                <a:lnTo>
                  <a:pt x="7175" y="11290"/>
                </a:lnTo>
                <a:lnTo>
                  <a:pt x="6735" y="11830"/>
                </a:lnTo>
                <a:lnTo>
                  <a:pt x="6306" y="12383"/>
                </a:lnTo>
                <a:lnTo>
                  <a:pt x="5890" y="12947"/>
                </a:lnTo>
                <a:lnTo>
                  <a:pt x="5485" y="13524"/>
                </a:lnTo>
                <a:lnTo>
                  <a:pt x="5093" y="14112"/>
                </a:lnTo>
                <a:lnTo>
                  <a:pt x="4713" y="14713"/>
                </a:lnTo>
                <a:lnTo>
                  <a:pt x="4344" y="15326"/>
                </a:lnTo>
                <a:lnTo>
                  <a:pt x="3990" y="15950"/>
                </a:lnTo>
                <a:lnTo>
                  <a:pt x="3650" y="16584"/>
                </a:lnTo>
                <a:lnTo>
                  <a:pt x="3326" y="17229"/>
                </a:lnTo>
                <a:lnTo>
                  <a:pt x="3017" y="17884"/>
                </a:lnTo>
                <a:lnTo>
                  <a:pt x="2723" y="18550"/>
                </a:lnTo>
                <a:lnTo>
                  <a:pt x="2444" y="19226"/>
                </a:lnTo>
                <a:lnTo>
                  <a:pt x="2180" y="19912"/>
                </a:lnTo>
                <a:lnTo>
                  <a:pt x="1931" y="20609"/>
                </a:lnTo>
                <a:lnTo>
                  <a:pt x="1697" y="21317"/>
                </a:lnTo>
                <a:lnTo>
                  <a:pt x="1478" y="22035"/>
                </a:lnTo>
                <a:lnTo>
                  <a:pt x="1275" y="22763"/>
                </a:lnTo>
                <a:lnTo>
                  <a:pt x="1086" y="23501"/>
                </a:lnTo>
                <a:lnTo>
                  <a:pt x="913" y="24250"/>
                </a:lnTo>
                <a:lnTo>
                  <a:pt x="754" y="25010"/>
                </a:lnTo>
                <a:lnTo>
                  <a:pt x="611" y="25780"/>
                </a:lnTo>
                <a:lnTo>
                  <a:pt x="483" y="26560"/>
                </a:lnTo>
                <a:lnTo>
                  <a:pt x="370" y="27351"/>
                </a:lnTo>
                <a:lnTo>
                  <a:pt x="272" y="28152"/>
                </a:lnTo>
                <a:lnTo>
                  <a:pt x="189" y="28964"/>
                </a:lnTo>
                <a:lnTo>
                  <a:pt x="121" y="29786"/>
                </a:lnTo>
                <a:lnTo>
                  <a:pt x="68" y="30618"/>
                </a:lnTo>
                <a:lnTo>
                  <a:pt x="30" y="31461"/>
                </a:lnTo>
                <a:lnTo>
                  <a:pt x="8" y="32314"/>
                </a:lnTo>
                <a:lnTo>
                  <a:pt x="0" y="33178"/>
                </a:lnTo>
                <a:lnTo>
                  <a:pt x="0" y="56879"/>
                </a:lnTo>
                <a:lnTo>
                  <a:pt x="8" y="57730"/>
                </a:lnTo>
                <a:lnTo>
                  <a:pt x="30" y="58571"/>
                </a:lnTo>
                <a:lnTo>
                  <a:pt x="68" y="59403"/>
                </a:lnTo>
                <a:lnTo>
                  <a:pt x="121" y="60225"/>
                </a:lnTo>
                <a:lnTo>
                  <a:pt x="189" y="61038"/>
                </a:lnTo>
                <a:lnTo>
                  <a:pt x="272" y="61841"/>
                </a:lnTo>
                <a:lnTo>
                  <a:pt x="370" y="62635"/>
                </a:lnTo>
                <a:lnTo>
                  <a:pt x="483" y="63418"/>
                </a:lnTo>
                <a:lnTo>
                  <a:pt x="611" y="64193"/>
                </a:lnTo>
                <a:lnTo>
                  <a:pt x="754" y="64957"/>
                </a:lnTo>
                <a:lnTo>
                  <a:pt x="913" y="65712"/>
                </a:lnTo>
                <a:lnTo>
                  <a:pt x="1086" y="66458"/>
                </a:lnTo>
                <a:lnTo>
                  <a:pt x="1275" y="67194"/>
                </a:lnTo>
                <a:lnTo>
                  <a:pt x="1478" y="67920"/>
                </a:lnTo>
                <a:lnTo>
                  <a:pt x="1697" y="68636"/>
                </a:lnTo>
                <a:lnTo>
                  <a:pt x="1931" y="69343"/>
                </a:lnTo>
                <a:lnTo>
                  <a:pt x="2180" y="70041"/>
                </a:lnTo>
                <a:lnTo>
                  <a:pt x="2444" y="70729"/>
                </a:lnTo>
                <a:lnTo>
                  <a:pt x="2723" y="71407"/>
                </a:lnTo>
                <a:lnTo>
                  <a:pt x="3017" y="72075"/>
                </a:lnTo>
                <a:lnTo>
                  <a:pt x="3326" y="72735"/>
                </a:lnTo>
                <a:lnTo>
                  <a:pt x="3650" y="73384"/>
                </a:lnTo>
                <a:lnTo>
                  <a:pt x="3990" y="74024"/>
                </a:lnTo>
                <a:lnTo>
                  <a:pt x="4344" y="74654"/>
                </a:lnTo>
                <a:lnTo>
                  <a:pt x="4713" y="75273"/>
                </a:lnTo>
                <a:lnTo>
                  <a:pt x="5093" y="75880"/>
                </a:lnTo>
                <a:lnTo>
                  <a:pt x="5485" y="76475"/>
                </a:lnTo>
                <a:lnTo>
                  <a:pt x="5890" y="77057"/>
                </a:lnTo>
                <a:lnTo>
                  <a:pt x="6306" y="77627"/>
                </a:lnTo>
                <a:lnTo>
                  <a:pt x="6735" y="78184"/>
                </a:lnTo>
                <a:lnTo>
                  <a:pt x="7175" y="78729"/>
                </a:lnTo>
                <a:lnTo>
                  <a:pt x="7628" y="79262"/>
                </a:lnTo>
                <a:lnTo>
                  <a:pt x="8093" y="79783"/>
                </a:lnTo>
                <a:lnTo>
                  <a:pt x="8570" y="80291"/>
                </a:lnTo>
                <a:lnTo>
                  <a:pt x="9059" y="80786"/>
                </a:lnTo>
                <a:lnTo>
                  <a:pt x="9560" y="81270"/>
                </a:lnTo>
                <a:lnTo>
                  <a:pt x="10073" y="81741"/>
                </a:lnTo>
                <a:lnTo>
                  <a:pt x="10598" y="82200"/>
                </a:lnTo>
                <a:lnTo>
                  <a:pt x="11135" y="82646"/>
                </a:lnTo>
                <a:lnTo>
                  <a:pt x="11684" y="83080"/>
                </a:lnTo>
                <a:lnTo>
                  <a:pt x="12245" y="83502"/>
                </a:lnTo>
                <a:lnTo>
                  <a:pt x="12819" y="83911"/>
                </a:lnTo>
                <a:lnTo>
                  <a:pt x="13404" y="84308"/>
                </a:lnTo>
                <a:lnTo>
                  <a:pt x="14001" y="84693"/>
                </a:lnTo>
                <a:lnTo>
                  <a:pt x="14611" y="85065"/>
                </a:lnTo>
                <a:lnTo>
                  <a:pt x="15232" y="85425"/>
                </a:lnTo>
                <a:lnTo>
                  <a:pt x="15866" y="85773"/>
                </a:lnTo>
                <a:lnTo>
                  <a:pt x="16512" y="86108"/>
                </a:lnTo>
                <a:lnTo>
                  <a:pt x="17168" y="86430"/>
                </a:lnTo>
                <a:lnTo>
                  <a:pt x="17833" y="86739"/>
                </a:lnTo>
                <a:lnTo>
                  <a:pt x="18508" y="87033"/>
                </a:lnTo>
                <a:lnTo>
                  <a:pt x="19191" y="87314"/>
                </a:lnTo>
                <a:lnTo>
                  <a:pt x="19884" y="87582"/>
                </a:lnTo>
                <a:lnTo>
                  <a:pt x="20585" y="87835"/>
                </a:lnTo>
                <a:lnTo>
                  <a:pt x="21296" y="88075"/>
                </a:lnTo>
                <a:lnTo>
                  <a:pt x="22015" y="88302"/>
                </a:lnTo>
                <a:lnTo>
                  <a:pt x="22744" y="88514"/>
                </a:lnTo>
                <a:lnTo>
                  <a:pt x="23482" y="88713"/>
                </a:lnTo>
                <a:lnTo>
                  <a:pt x="24228" y="88898"/>
                </a:lnTo>
                <a:lnTo>
                  <a:pt x="24984" y="89070"/>
                </a:lnTo>
                <a:lnTo>
                  <a:pt x="25749" y="89227"/>
                </a:lnTo>
                <a:lnTo>
                  <a:pt x="26523" y="89371"/>
                </a:lnTo>
                <a:lnTo>
                  <a:pt x="27306" y="89501"/>
                </a:lnTo>
                <a:lnTo>
                  <a:pt x="28098" y="89618"/>
                </a:lnTo>
                <a:lnTo>
                  <a:pt x="28899" y="89721"/>
                </a:lnTo>
                <a:lnTo>
                  <a:pt x="29709" y="89810"/>
                </a:lnTo>
                <a:lnTo>
                  <a:pt x="30528" y="89885"/>
                </a:lnTo>
                <a:lnTo>
                  <a:pt x="31356" y="89947"/>
                </a:lnTo>
                <a:lnTo>
                  <a:pt x="32193" y="89995"/>
                </a:lnTo>
                <a:lnTo>
                  <a:pt x="33040" y="90029"/>
                </a:lnTo>
                <a:lnTo>
                  <a:pt x="33895" y="90050"/>
                </a:lnTo>
                <a:lnTo>
                  <a:pt x="34759" y="90057"/>
                </a:lnTo>
                <a:lnTo>
                  <a:pt x="36000" y="90043"/>
                </a:lnTo>
                <a:lnTo>
                  <a:pt x="37221" y="90001"/>
                </a:lnTo>
                <a:lnTo>
                  <a:pt x="38422" y="89931"/>
                </a:lnTo>
                <a:close/>
                <a:moveTo>
                  <a:pt x="130132" y="89809"/>
                </a:moveTo>
                <a:lnTo>
                  <a:pt x="131292" y="89669"/>
                </a:lnTo>
                <a:lnTo>
                  <a:pt x="132431" y="89499"/>
                </a:lnTo>
                <a:lnTo>
                  <a:pt x="133550" y="89298"/>
                </a:lnTo>
                <a:lnTo>
                  <a:pt x="134648" y="89065"/>
                </a:lnTo>
                <a:lnTo>
                  <a:pt x="135727" y="88802"/>
                </a:lnTo>
                <a:lnTo>
                  <a:pt x="136784" y="88507"/>
                </a:lnTo>
                <a:lnTo>
                  <a:pt x="137822" y="88182"/>
                </a:lnTo>
                <a:lnTo>
                  <a:pt x="138840" y="87826"/>
                </a:lnTo>
                <a:lnTo>
                  <a:pt x="139837" y="87438"/>
                </a:lnTo>
                <a:lnTo>
                  <a:pt x="140813" y="87020"/>
                </a:lnTo>
                <a:lnTo>
                  <a:pt x="141770" y="86570"/>
                </a:lnTo>
                <a:lnTo>
                  <a:pt x="142706" y="86090"/>
                </a:lnTo>
                <a:lnTo>
                  <a:pt x="143622" y="85579"/>
                </a:lnTo>
                <a:lnTo>
                  <a:pt x="144518" y="85037"/>
                </a:lnTo>
                <a:lnTo>
                  <a:pt x="145393" y="84463"/>
                </a:lnTo>
                <a:lnTo>
                  <a:pt x="146248" y="83859"/>
                </a:lnTo>
                <a:lnTo>
                  <a:pt x="147082" y="83224"/>
                </a:lnTo>
                <a:lnTo>
                  <a:pt x="147897" y="82557"/>
                </a:lnTo>
                <a:lnTo>
                  <a:pt x="148691" y="81860"/>
                </a:lnTo>
                <a:lnTo>
                  <a:pt x="149465" y="81132"/>
                </a:lnTo>
                <a:lnTo>
                  <a:pt x="150212" y="80377"/>
                </a:lnTo>
                <a:lnTo>
                  <a:pt x="150928" y="79600"/>
                </a:lnTo>
                <a:lnTo>
                  <a:pt x="151612" y="78800"/>
                </a:lnTo>
                <a:lnTo>
                  <a:pt x="152265" y="77978"/>
                </a:lnTo>
                <a:lnTo>
                  <a:pt x="152885" y="77134"/>
                </a:lnTo>
                <a:lnTo>
                  <a:pt x="153474" y="76268"/>
                </a:lnTo>
                <a:lnTo>
                  <a:pt x="154031" y="75380"/>
                </a:lnTo>
                <a:lnTo>
                  <a:pt x="154556" y="74469"/>
                </a:lnTo>
                <a:lnTo>
                  <a:pt x="155049" y="73537"/>
                </a:lnTo>
                <a:lnTo>
                  <a:pt x="155510" y="72582"/>
                </a:lnTo>
                <a:lnTo>
                  <a:pt x="155940" y="71604"/>
                </a:lnTo>
                <a:lnTo>
                  <a:pt x="156337" y="70605"/>
                </a:lnTo>
                <a:lnTo>
                  <a:pt x="156703" y="69583"/>
                </a:lnTo>
                <a:lnTo>
                  <a:pt x="157037" y="68539"/>
                </a:lnTo>
                <a:lnTo>
                  <a:pt x="157340" y="67473"/>
                </a:lnTo>
                <a:lnTo>
                  <a:pt x="157610" y="66385"/>
                </a:lnTo>
                <a:lnTo>
                  <a:pt x="157849" y="65275"/>
                </a:lnTo>
                <a:lnTo>
                  <a:pt x="158056" y="64142"/>
                </a:lnTo>
                <a:lnTo>
                  <a:pt x="158231" y="62987"/>
                </a:lnTo>
                <a:lnTo>
                  <a:pt x="158374" y="61810"/>
                </a:lnTo>
                <a:lnTo>
                  <a:pt x="158485" y="60610"/>
                </a:lnTo>
                <a:lnTo>
                  <a:pt x="158565" y="59389"/>
                </a:lnTo>
                <a:lnTo>
                  <a:pt x="158612" y="58145"/>
                </a:lnTo>
                <a:lnTo>
                  <a:pt x="158628" y="56879"/>
                </a:lnTo>
                <a:lnTo>
                  <a:pt x="158628" y="1579"/>
                </a:lnTo>
                <a:lnTo>
                  <a:pt x="144409" y="1579"/>
                </a:lnTo>
                <a:lnTo>
                  <a:pt x="144409" y="56879"/>
                </a:lnTo>
                <a:lnTo>
                  <a:pt x="144400" y="57662"/>
                </a:lnTo>
                <a:lnTo>
                  <a:pt x="144374" y="58432"/>
                </a:lnTo>
                <a:lnTo>
                  <a:pt x="144329" y="59188"/>
                </a:lnTo>
                <a:lnTo>
                  <a:pt x="144267" y="59931"/>
                </a:lnTo>
                <a:lnTo>
                  <a:pt x="144186" y="60661"/>
                </a:lnTo>
                <a:lnTo>
                  <a:pt x="144088" y="61377"/>
                </a:lnTo>
                <a:lnTo>
                  <a:pt x="143972" y="62079"/>
                </a:lnTo>
                <a:lnTo>
                  <a:pt x="143839" y="62769"/>
                </a:lnTo>
                <a:lnTo>
                  <a:pt x="143687" y="63444"/>
                </a:lnTo>
                <a:lnTo>
                  <a:pt x="143518" y="64107"/>
                </a:lnTo>
                <a:lnTo>
                  <a:pt x="143330" y="64755"/>
                </a:lnTo>
                <a:lnTo>
                  <a:pt x="143125" y="65391"/>
                </a:lnTo>
                <a:lnTo>
                  <a:pt x="142903" y="66013"/>
                </a:lnTo>
                <a:lnTo>
                  <a:pt x="142662" y="66621"/>
                </a:lnTo>
                <a:lnTo>
                  <a:pt x="142403" y="67217"/>
                </a:lnTo>
                <a:lnTo>
                  <a:pt x="142127" y="67798"/>
                </a:lnTo>
                <a:lnTo>
                  <a:pt x="141833" y="68367"/>
                </a:lnTo>
                <a:lnTo>
                  <a:pt x="141521" y="68921"/>
                </a:lnTo>
                <a:lnTo>
                  <a:pt x="141191" y="69463"/>
                </a:lnTo>
                <a:lnTo>
                  <a:pt x="140843" y="69991"/>
                </a:lnTo>
                <a:lnTo>
                  <a:pt x="140478" y="70505"/>
                </a:lnTo>
                <a:lnTo>
                  <a:pt x="140094" y="71006"/>
                </a:lnTo>
                <a:lnTo>
                  <a:pt x="139693" y="71494"/>
                </a:lnTo>
                <a:lnTo>
                  <a:pt x="139274" y="71968"/>
                </a:lnTo>
                <a:lnTo>
                  <a:pt x="138840" y="72426"/>
                </a:lnTo>
                <a:lnTo>
                  <a:pt x="138392" y="72864"/>
                </a:lnTo>
                <a:lnTo>
                  <a:pt x="137932" y="73283"/>
                </a:lnTo>
                <a:lnTo>
                  <a:pt x="137459" y="73682"/>
                </a:lnTo>
                <a:lnTo>
                  <a:pt x="136973" y="74061"/>
                </a:lnTo>
                <a:lnTo>
                  <a:pt x="136475" y="74422"/>
                </a:lnTo>
                <a:lnTo>
                  <a:pt x="135963" y="74762"/>
                </a:lnTo>
                <a:lnTo>
                  <a:pt x="135438" y="75084"/>
                </a:lnTo>
                <a:lnTo>
                  <a:pt x="134901" y="75385"/>
                </a:lnTo>
                <a:lnTo>
                  <a:pt x="134350" y="75668"/>
                </a:lnTo>
                <a:lnTo>
                  <a:pt x="133787" y="75931"/>
                </a:lnTo>
                <a:lnTo>
                  <a:pt x="133211" y="76174"/>
                </a:lnTo>
                <a:lnTo>
                  <a:pt x="132622" y="76398"/>
                </a:lnTo>
                <a:lnTo>
                  <a:pt x="132020" y="76602"/>
                </a:lnTo>
                <a:lnTo>
                  <a:pt x="131405" y="76787"/>
                </a:lnTo>
                <a:lnTo>
                  <a:pt x="130777" y="76953"/>
                </a:lnTo>
                <a:lnTo>
                  <a:pt x="130137" y="77099"/>
                </a:lnTo>
                <a:lnTo>
                  <a:pt x="129483" y="77225"/>
                </a:lnTo>
                <a:lnTo>
                  <a:pt x="128817" y="77332"/>
                </a:lnTo>
                <a:lnTo>
                  <a:pt x="128137" y="77420"/>
                </a:lnTo>
                <a:lnTo>
                  <a:pt x="127445" y="77488"/>
                </a:lnTo>
                <a:lnTo>
                  <a:pt x="126740" y="77537"/>
                </a:lnTo>
                <a:lnTo>
                  <a:pt x="126022" y="77566"/>
                </a:lnTo>
                <a:lnTo>
                  <a:pt x="125291" y="77576"/>
                </a:lnTo>
                <a:lnTo>
                  <a:pt x="124573" y="77566"/>
                </a:lnTo>
                <a:lnTo>
                  <a:pt x="123868" y="77537"/>
                </a:lnTo>
                <a:lnTo>
                  <a:pt x="123176" y="77488"/>
                </a:lnTo>
                <a:lnTo>
                  <a:pt x="122496" y="77420"/>
                </a:lnTo>
                <a:lnTo>
                  <a:pt x="121829" y="77332"/>
                </a:lnTo>
                <a:lnTo>
                  <a:pt x="121174" y="77225"/>
                </a:lnTo>
                <a:lnTo>
                  <a:pt x="120532" y="77099"/>
                </a:lnTo>
                <a:lnTo>
                  <a:pt x="119902" y="76953"/>
                </a:lnTo>
                <a:lnTo>
                  <a:pt x="119285" y="76787"/>
                </a:lnTo>
                <a:lnTo>
                  <a:pt x="118681" y="76602"/>
                </a:lnTo>
                <a:lnTo>
                  <a:pt x="118089" y="76398"/>
                </a:lnTo>
                <a:lnTo>
                  <a:pt x="117510" y="76174"/>
                </a:lnTo>
                <a:lnTo>
                  <a:pt x="116944" y="75931"/>
                </a:lnTo>
                <a:lnTo>
                  <a:pt x="116390" y="75668"/>
                </a:lnTo>
                <a:lnTo>
                  <a:pt x="115849" y="75385"/>
                </a:lnTo>
                <a:lnTo>
                  <a:pt x="115320" y="75084"/>
                </a:lnTo>
                <a:lnTo>
                  <a:pt x="114804" y="74762"/>
                </a:lnTo>
                <a:lnTo>
                  <a:pt x="114301" y="74422"/>
                </a:lnTo>
                <a:lnTo>
                  <a:pt x="113810" y="74061"/>
                </a:lnTo>
                <a:lnTo>
                  <a:pt x="113331" y="73682"/>
                </a:lnTo>
                <a:lnTo>
                  <a:pt x="112866" y="73283"/>
                </a:lnTo>
                <a:lnTo>
                  <a:pt x="112413" y="72864"/>
                </a:lnTo>
                <a:lnTo>
                  <a:pt x="111972" y="72426"/>
                </a:lnTo>
                <a:lnTo>
                  <a:pt x="111545" y="71968"/>
                </a:lnTo>
                <a:lnTo>
                  <a:pt x="111132" y="71494"/>
                </a:lnTo>
                <a:lnTo>
                  <a:pt x="110737" y="71006"/>
                </a:lnTo>
                <a:lnTo>
                  <a:pt x="110360" y="70505"/>
                </a:lnTo>
                <a:lnTo>
                  <a:pt x="110000" y="69991"/>
                </a:lnTo>
                <a:lnTo>
                  <a:pt x="109658" y="69463"/>
                </a:lnTo>
                <a:lnTo>
                  <a:pt x="109333" y="68921"/>
                </a:lnTo>
                <a:lnTo>
                  <a:pt x="109026" y="68367"/>
                </a:lnTo>
                <a:lnTo>
                  <a:pt x="108736" y="67798"/>
                </a:lnTo>
                <a:lnTo>
                  <a:pt x="108464" y="67217"/>
                </a:lnTo>
                <a:lnTo>
                  <a:pt x="108209" y="66621"/>
                </a:lnTo>
                <a:lnTo>
                  <a:pt x="107972" y="66013"/>
                </a:lnTo>
                <a:lnTo>
                  <a:pt x="107753" y="65391"/>
                </a:lnTo>
                <a:lnTo>
                  <a:pt x="107551" y="64755"/>
                </a:lnTo>
                <a:lnTo>
                  <a:pt x="107367" y="64107"/>
                </a:lnTo>
                <a:lnTo>
                  <a:pt x="107200" y="63444"/>
                </a:lnTo>
                <a:lnTo>
                  <a:pt x="107051" y="62769"/>
                </a:lnTo>
                <a:lnTo>
                  <a:pt x="106919" y="62079"/>
                </a:lnTo>
                <a:lnTo>
                  <a:pt x="106805" y="61377"/>
                </a:lnTo>
                <a:lnTo>
                  <a:pt x="106709" y="60661"/>
                </a:lnTo>
                <a:lnTo>
                  <a:pt x="106630" y="59931"/>
                </a:lnTo>
                <a:lnTo>
                  <a:pt x="106568" y="59188"/>
                </a:lnTo>
                <a:lnTo>
                  <a:pt x="106524" y="58432"/>
                </a:lnTo>
                <a:lnTo>
                  <a:pt x="106498" y="57662"/>
                </a:lnTo>
                <a:lnTo>
                  <a:pt x="106489" y="56879"/>
                </a:lnTo>
                <a:lnTo>
                  <a:pt x="106489" y="1579"/>
                </a:lnTo>
                <a:lnTo>
                  <a:pt x="92270" y="1579"/>
                </a:lnTo>
                <a:lnTo>
                  <a:pt x="92270" y="56879"/>
                </a:lnTo>
                <a:lnTo>
                  <a:pt x="92286" y="58145"/>
                </a:lnTo>
                <a:lnTo>
                  <a:pt x="92333" y="59389"/>
                </a:lnTo>
                <a:lnTo>
                  <a:pt x="92411" y="60610"/>
                </a:lnTo>
                <a:lnTo>
                  <a:pt x="92520" y="61810"/>
                </a:lnTo>
                <a:lnTo>
                  <a:pt x="92661" y="62987"/>
                </a:lnTo>
                <a:lnTo>
                  <a:pt x="92833" y="64142"/>
                </a:lnTo>
                <a:lnTo>
                  <a:pt x="93036" y="65275"/>
                </a:lnTo>
                <a:lnTo>
                  <a:pt x="93271" y="66385"/>
                </a:lnTo>
                <a:lnTo>
                  <a:pt x="93536" y="67473"/>
                </a:lnTo>
                <a:lnTo>
                  <a:pt x="93833" y="68539"/>
                </a:lnTo>
                <a:lnTo>
                  <a:pt x="94162" y="69583"/>
                </a:lnTo>
                <a:lnTo>
                  <a:pt x="94521" y="70605"/>
                </a:lnTo>
                <a:lnTo>
                  <a:pt x="94912" y="71604"/>
                </a:lnTo>
                <a:lnTo>
                  <a:pt x="95334" y="72582"/>
                </a:lnTo>
                <a:lnTo>
                  <a:pt x="95787" y="73537"/>
                </a:lnTo>
                <a:lnTo>
                  <a:pt x="96272" y="74469"/>
                </a:lnTo>
                <a:lnTo>
                  <a:pt x="96788" y="75380"/>
                </a:lnTo>
                <a:lnTo>
                  <a:pt x="97335" y="76268"/>
                </a:lnTo>
                <a:lnTo>
                  <a:pt x="97913" y="77134"/>
                </a:lnTo>
                <a:lnTo>
                  <a:pt x="98523" y="77978"/>
                </a:lnTo>
                <a:lnTo>
                  <a:pt x="99164" y="78800"/>
                </a:lnTo>
                <a:lnTo>
                  <a:pt x="99836" y="79600"/>
                </a:lnTo>
                <a:lnTo>
                  <a:pt x="100540" y="80377"/>
                </a:lnTo>
                <a:lnTo>
                  <a:pt x="101274" y="81132"/>
                </a:lnTo>
                <a:lnTo>
                  <a:pt x="102035" y="81860"/>
                </a:lnTo>
                <a:lnTo>
                  <a:pt x="102817" y="82557"/>
                </a:lnTo>
                <a:lnTo>
                  <a:pt x="103620" y="83224"/>
                </a:lnTo>
                <a:lnTo>
                  <a:pt x="104444" y="83859"/>
                </a:lnTo>
                <a:lnTo>
                  <a:pt x="105288" y="84463"/>
                </a:lnTo>
                <a:lnTo>
                  <a:pt x="106153" y="85037"/>
                </a:lnTo>
                <a:lnTo>
                  <a:pt x="107039" y="85579"/>
                </a:lnTo>
                <a:lnTo>
                  <a:pt x="107946" y="86090"/>
                </a:lnTo>
                <a:lnTo>
                  <a:pt x="108874" y="86570"/>
                </a:lnTo>
                <a:lnTo>
                  <a:pt x="109822" y="87020"/>
                </a:lnTo>
                <a:lnTo>
                  <a:pt x="110792" y="87438"/>
                </a:lnTo>
                <a:lnTo>
                  <a:pt x="111782" y="87826"/>
                </a:lnTo>
                <a:lnTo>
                  <a:pt x="112793" y="88182"/>
                </a:lnTo>
                <a:lnTo>
                  <a:pt x="113825" y="88507"/>
                </a:lnTo>
                <a:lnTo>
                  <a:pt x="114878" y="88802"/>
                </a:lnTo>
                <a:lnTo>
                  <a:pt x="115952" y="89065"/>
                </a:lnTo>
                <a:lnTo>
                  <a:pt x="117046" y="89298"/>
                </a:lnTo>
                <a:lnTo>
                  <a:pt x="118162" y="89499"/>
                </a:lnTo>
                <a:lnTo>
                  <a:pt x="119298" y="89669"/>
                </a:lnTo>
                <a:lnTo>
                  <a:pt x="120455" y="89809"/>
                </a:lnTo>
                <a:lnTo>
                  <a:pt x="121633" y="89917"/>
                </a:lnTo>
                <a:lnTo>
                  <a:pt x="122831" y="89995"/>
                </a:lnTo>
                <a:lnTo>
                  <a:pt x="124051" y="90041"/>
                </a:lnTo>
                <a:lnTo>
                  <a:pt x="125291" y="90057"/>
                </a:lnTo>
                <a:lnTo>
                  <a:pt x="126532" y="90041"/>
                </a:lnTo>
                <a:lnTo>
                  <a:pt x="127752" y="89995"/>
                </a:lnTo>
                <a:lnTo>
                  <a:pt x="128952" y="89917"/>
                </a:lnTo>
                <a:lnTo>
                  <a:pt x="130132" y="89809"/>
                </a:lnTo>
                <a:close/>
                <a:moveTo>
                  <a:pt x="653160" y="61619"/>
                </a:moveTo>
                <a:lnTo>
                  <a:pt x="721098" y="61619"/>
                </a:lnTo>
                <a:lnTo>
                  <a:pt x="721098" y="48979"/>
                </a:lnTo>
                <a:lnTo>
                  <a:pt x="653160" y="48979"/>
                </a:lnTo>
                <a:lnTo>
                  <a:pt x="653160" y="61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FFE56-4BF1-4F65-9D30-1957D7FC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47" y="2145992"/>
            <a:ext cx="117908" cy="461609"/>
          </a:xfrm>
          <a:custGeom xmlns:a="http://schemas.openxmlformats.org/drawingml/2006/main">
            <a:pathLst>
              <a:path w="117908" h="461609">
                <a:moveTo>
                  <a:pt x="49186" y="343571"/>
                </a:moveTo>
                <a:lnTo>
                  <a:pt x="0" y="342915"/>
                </a:lnTo>
                <a:lnTo>
                  <a:pt x="57382" y="461609"/>
                </a:lnTo>
                <a:lnTo>
                  <a:pt x="117908" y="344488"/>
                </a:lnTo>
                <a:lnTo>
                  <a:pt x="68837" y="343833"/>
                </a:lnTo>
                <a:lnTo>
                  <a:pt x="73299" y="393"/>
                </a:lnTo>
                <a:lnTo>
                  <a:pt x="53648" y="0"/>
                </a:lnTo>
                <a:lnTo>
                  <a:pt x="49186" y="343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0C5EF-8279-4DB3-953B-BF483A37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802" y="4881651"/>
            <a:ext cx="3339151" cy="325426"/>
          </a:xfrm>
          <a:custGeom xmlns:a="http://schemas.openxmlformats.org/drawingml/2006/main">
            <a:pathLst>
              <a:path w="3339151" h="325426">
                <a:moveTo>
                  <a:pt x="0" y="0"/>
                </a:moveTo>
                <a:lnTo>
                  <a:pt x="3176438" y="0"/>
                </a:lnTo>
                <a:lnTo>
                  <a:pt x="3339151" y="162713"/>
                </a:lnTo>
                <a:lnTo>
                  <a:pt x="3176438" y="325426"/>
                </a:lnTo>
                <a:lnTo>
                  <a:pt x="0" y="325426"/>
                </a:lnTo>
                <a:lnTo>
                  <a:pt x="162713" y="1627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Formulator">
            <a:extLst xmlns:a="http://schemas.openxmlformats.org/drawingml/2006/main">
              <a:ext uri="{FF2B5EF4-FFF2-40B4-BE49-F238E27FC236}">
                <a16:creationId xmlns:a16="http://schemas.microsoft.com/office/drawing/2014/main" id="{05F6423A-AB67-41EC-AE04-81DBEFB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750" y="4954223"/>
            <a:ext cx="1430531" cy="195073"/>
          </a:xfrm>
          <a:custGeom xmlns:a="http://schemas.openxmlformats.org/drawingml/2006/main">
            <a:pathLst>
              <a:path w="1430531" h="195073">
                <a:moveTo>
                  <a:pt x="56178" y="159103"/>
                </a:moveTo>
                <a:cubicBezTo>
                  <a:pt x="56178" y="163863"/>
                  <a:pt x="56313" y="167478"/>
                  <a:pt x="56582" y="169948"/>
                </a:cubicBezTo>
                <a:cubicBezTo>
                  <a:pt x="56851" y="172418"/>
                  <a:pt x="57345" y="174416"/>
                  <a:pt x="58064" y="175943"/>
                </a:cubicBezTo>
                <a:cubicBezTo>
                  <a:pt x="58782" y="177470"/>
                  <a:pt x="59658" y="178705"/>
                  <a:pt x="60691" y="179648"/>
                </a:cubicBezTo>
                <a:cubicBezTo>
                  <a:pt x="61724" y="180591"/>
                  <a:pt x="63161" y="181444"/>
                  <a:pt x="65002" y="182207"/>
                </a:cubicBezTo>
                <a:cubicBezTo>
                  <a:pt x="66843" y="182971"/>
                  <a:pt x="69335" y="183577"/>
                  <a:pt x="72479" y="184026"/>
                </a:cubicBezTo>
                <a:lnTo>
                  <a:pt x="72479" y="192918"/>
                </a:lnTo>
                <a:lnTo>
                  <a:pt x="0" y="192918"/>
                </a:lnTo>
                <a:lnTo>
                  <a:pt x="0" y="184026"/>
                </a:lnTo>
                <a:cubicBezTo>
                  <a:pt x="3323" y="183218"/>
                  <a:pt x="5950" y="182275"/>
                  <a:pt x="7881" y="181197"/>
                </a:cubicBezTo>
                <a:cubicBezTo>
                  <a:pt x="9812" y="180119"/>
                  <a:pt x="11249" y="178660"/>
                  <a:pt x="12192" y="176819"/>
                </a:cubicBezTo>
                <a:cubicBezTo>
                  <a:pt x="13135" y="174977"/>
                  <a:pt x="13741" y="172620"/>
                  <a:pt x="14011" y="169746"/>
                </a:cubicBezTo>
                <a:cubicBezTo>
                  <a:pt x="14280" y="166872"/>
                  <a:pt x="14415" y="163279"/>
                  <a:pt x="14415" y="158968"/>
                </a:cubicBezTo>
                <a:lnTo>
                  <a:pt x="14415" y="42975"/>
                </a:lnTo>
                <a:cubicBezTo>
                  <a:pt x="14415" y="38754"/>
                  <a:pt x="14303" y="35207"/>
                  <a:pt x="14078" y="32333"/>
                </a:cubicBezTo>
                <a:cubicBezTo>
                  <a:pt x="13854" y="29459"/>
                  <a:pt x="13270" y="27123"/>
                  <a:pt x="12327" y="25327"/>
                </a:cubicBezTo>
                <a:cubicBezTo>
                  <a:pt x="11384" y="23531"/>
                  <a:pt x="9947" y="22071"/>
                  <a:pt x="8016" y="20949"/>
                </a:cubicBezTo>
                <a:cubicBezTo>
                  <a:pt x="6085" y="19826"/>
                  <a:pt x="3413" y="18816"/>
                  <a:pt x="0" y="17918"/>
                </a:cubicBezTo>
                <a:lnTo>
                  <a:pt x="0" y="9026"/>
                </a:lnTo>
                <a:lnTo>
                  <a:pt x="130273" y="9026"/>
                </a:lnTo>
                <a:lnTo>
                  <a:pt x="130273" y="51867"/>
                </a:lnTo>
                <a:lnTo>
                  <a:pt x="111817" y="51867"/>
                </a:lnTo>
                <a:cubicBezTo>
                  <a:pt x="108853" y="43335"/>
                  <a:pt x="106338" y="37564"/>
                  <a:pt x="104272" y="34555"/>
                </a:cubicBezTo>
                <a:cubicBezTo>
                  <a:pt x="102207" y="31547"/>
                  <a:pt x="99737" y="29167"/>
                  <a:pt x="96863" y="27415"/>
                </a:cubicBezTo>
                <a:cubicBezTo>
                  <a:pt x="93989" y="25664"/>
                  <a:pt x="89094" y="24788"/>
                  <a:pt x="82179" y="24788"/>
                </a:cubicBezTo>
                <a:lnTo>
                  <a:pt x="56178" y="24788"/>
                </a:lnTo>
                <a:lnTo>
                  <a:pt x="56178" y="93360"/>
                </a:lnTo>
                <a:lnTo>
                  <a:pt x="73422" y="93360"/>
                </a:lnTo>
                <a:cubicBezTo>
                  <a:pt x="77643" y="93360"/>
                  <a:pt x="80899" y="92709"/>
                  <a:pt x="83189" y="91407"/>
                </a:cubicBezTo>
                <a:cubicBezTo>
                  <a:pt x="85479" y="90105"/>
                  <a:pt x="87365" y="87927"/>
                  <a:pt x="88847" y="84873"/>
                </a:cubicBezTo>
                <a:cubicBezTo>
                  <a:pt x="90329" y="81819"/>
                  <a:pt x="91564" y="77508"/>
                  <a:pt x="92552" y="71940"/>
                </a:cubicBezTo>
                <a:lnTo>
                  <a:pt x="107775" y="71940"/>
                </a:lnTo>
                <a:lnTo>
                  <a:pt x="107775" y="130677"/>
                </a:lnTo>
                <a:lnTo>
                  <a:pt x="92552" y="130677"/>
                </a:lnTo>
                <a:cubicBezTo>
                  <a:pt x="91474" y="125019"/>
                  <a:pt x="90172" y="120641"/>
                  <a:pt x="88645" y="117542"/>
                </a:cubicBezTo>
                <a:cubicBezTo>
                  <a:pt x="87118" y="114444"/>
                  <a:pt x="85232" y="112266"/>
                  <a:pt x="82987" y="111008"/>
                </a:cubicBezTo>
                <a:cubicBezTo>
                  <a:pt x="80742" y="109751"/>
                  <a:pt x="77553" y="109122"/>
                  <a:pt x="73422" y="109122"/>
                </a:cubicBezTo>
                <a:lnTo>
                  <a:pt x="56178" y="109122"/>
                </a:lnTo>
                <a:lnTo>
                  <a:pt x="56178" y="159103"/>
                </a:lnTo>
                <a:close/>
                <a:moveTo>
                  <a:pt x="200839" y="195073"/>
                </a:moveTo>
                <a:cubicBezTo>
                  <a:pt x="187636" y="195073"/>
                  <a:pt x="176253" y="192760"/>
                  <a:pt x="166688" y="188135"/>
                </a:cubicBezTo>
                <a:cubicBezTo>
                  <a:pt x="157123" y="183510"/>
                  <a:pt x="149646" y="176100"/>
                  <a:pt x="144257" y="165906"/>
                </a:cubicBezTo>
                <a:cubicBezTo>
                  <a:pt x="138868" y="155713"/>
                  <a:pt x="136174" y="142757"/>
                  <a:pt x="136174" y="127040"/>
                </a:cubicBezTo>
                <a:cubicBezTo>
                  <a:pt x="136174" y="115005"/>
                  <a:pt x="137835" y="104587"/>
                  <a:pt x="141158" y="95785"/>
                </a:cubicBezTo>
                <a:cubicBezTo>
                  <a:pt x="144481" y="86984"/>
                  <a:pt x="149107" y="79709"/>
                  <a:pt x="155034" y="73961"/>
                </a:cubicBezTo>
                <a:cubicBezTo>
                  <a:pt x="160962" y="68213"/>
                  <a:pt x="168035" y="63969"/>
                  <a:pt x="176253" y="61230"/>
                </a:cubicBezTo>
                <a:cubicBezTo>
                  <a:pt x="184471" y="58490"/>
                  <a:pt x="193384" y="57121"/>
                  <a:pt x="202994" y="57121"/>
                </a:cubicBezTo>
                <a:cubicBezTo>
                  <a:pt x="224729" y="57121"/>
                  <a:pt x="241120" y="62846"/>
                  <a:pt x="252167" y="74298"/>
                </a:cubicBezTo>
                <a:cubicBezTo>
                  <a:pt x="263214" y="85749"/>
                  <a:pt x="268737" y="102521"/>
                  <a:pt x="268737" y="124615"/>
                </a:cubicBezTo>
                <a:cubicBezTo>
                  <a:pt x="268737" y="140242"/>
                  <a:pt x="265998" y="153333"/>
                  <a:pt x="260519" y="163886"/>
                </a:cubicBezTo>
                <a:cubicBezTo>
                  <a:pt x="255041" y="174439"/>
                  <a:pt x="247227" y="182275"/>
                  <a:pt x="237078" y="187394"/>
                </a:cubicBezTo>
                <a:cubicBezTo>
                  <a:pt x="226929" y="192513"/>
                  <a:pt x="214850" y="195073"/>
                  <a:pt x="200839" y="195073"/>
                </a:cubicBezTo>
                <a:moveTo>
                  <a:pt x="177128" y="124076"/>
                </a:moveTo>
                <a:cubicBezTo>
                  <a:pt x="177128" y="143116"/>
                  <a:pt x="179261" y="157374"/>
                  <a:pt x="183528" y="166849"/>
                </a:cubicBezTo>
                <a:cubicBezTo>
                  <a:pt x="187794" y="176325"/>
                  <a:pt x="194238" y="181062"/>
                  <a:pt x="202860" y="181062"/>
                </a:cubicBezTo>
                <a:cubicBezTo>
                  <a:pt x="207620" y="181062"/>
                  <a:pt x="211594" y="179850"/>
                  <a:pt x="214782" y="177425"/>
                </a:cubicBezTo>
                <a:cubicBezTo>
                  <a:pt x="217971" y="175000"/>
                  <a:pt x="220530" y="171497"/>
                  <a:pt x="222461" y="166917"/>
                </a:cubicBezTo>
                <a:cubicBezTo>
                  <a:pt x="224392" y="162336"/>
                  <a:pt x="225762" y="156835"/>
                  <a:pt x="226570" y="150414"/>
                </a:cubicBezTo>
                <a:cubicBezTo>
                  <a:pt x="227379" y="143992"/>
                  <a:pt x="227783" y="136785"/>
                  <a:pt x="227783" y="128791"/>
                </a:cubicBezTo>
                <a:cubicBezTo>
                  <a:pt x="227783" y="109482"/>
                  <a:pt x="225650" y="95044"/>
                  <a:pt x="221384" y="85479"/>
                </a:cubicBezTo>
                <a:cubicBezTo>
                  <a:pt x="217117" y="75914"/>
                  <a:pt x="210808" y="71132"/>
                  <a:pt x="202456" y="71132"/>
                </a:cubicBezTo>
                <a:cubicBezTo>
                  <a:pt x="196348" y="71132"/>
                  <a:pt x="191453" y="73063"/>
                  <a:pt x="187771" y="76925"/>
                </a:cubicBezTo>
                <a:cubicBezTo>
                  <a:pt x="184089" y="80786"/>
                  <a:pt x="181394" y="86579"/>
                  <a:pt x="179688" y="94303"/>
                </a:cubicBezTo>
                <a:cubicBezTo>
                  <a:pt x="177982" y="102027"/>
                  <a:pt x="177128" y="111951"/>
                  <a:pt x="177128" y="124076"/>
                </a:cubicBezTo>
                <a:close/>
                <a:moveTo>
                  <a:pt x="343568" y="78541"/>
                </a:moveTo>
                <a:lnTo>
                  <a:pt x="345319" y="78945"/>
                </a:lnTo>
                <a:cubicBezTo>
                  <a:pt x="351875" y="71221"/>
                  <a:pt x="358611" y="65653"/>
                  <a:pt x="365527" y="62240"/>
                </a:cubicBezTo>
                <a:cubicBezTo>
                  <a:pt x="372442" y="58827"/>
                  <a:pt x="379942" y="57121"/>
                  <a:pt x="388025" y="57121"/>
                </a:cubicBezTo>
                <a:cubicBezTo>
                  <a:pt x="393503" y="57121"/>
                  <a:pt x="399251" y="57705"/>
                  <a:pt x="405269" y="58872"/>
                </a:cubicBezTo>
                <a:lnTo>
                  <a:pt x="405269" y="96055"/>
                </a:lnTo>
                <a:lnTo>
                  <a:pt x="380885" y="96055"/>
                </a:lnTo>
                <a:cubicBezTo>
                  <a:pt x="379358" y="90845"/>
                  <a:pt x="377360" y="86849"/>
                  <a:pt x="374890" y="84065"/>
                </a:cubicBezTo>
                <a:cubicBezTo>
                  <a:pt x="372420" y="81280"/>
                  <a:pt x="369119" y="79888"/>
                  <a:pt x="364988" y="79888"/>
                </a:cubicBezTo>
                <a:cubicBezTo>
                  <a:pt x="363012" y="79888"/>
                  <a:pt x="360834" y="80495"/>
                  <a:pt x="358454" y="81707"/>
                </a:cubicBezTo>
                <a:cubicBezTo>
                  <a:pt x="356074" y="82920"/>
                  <a:pt x="353874" y="84626"/>
                  <a:pt x="351853" y="86826"/>
                </a:cubicBezTo>
                <a:cubicBezTo>
                  <a:pt x="349832" y="89027"/>
                  <a:pt x="348395" y="91272"/>
                  <a:pt x="347542" y="93562"/>
                </a:cubicBezTo>
                <a:cubicBezTo>
                  <a:pt x="346689" y="95853"/>
                  <a:pt x="346127" y="98165"/>
                  <a:pt x="345858" y="100500"/>
                </a:cubicBezTo>
                <a:cubicBezTo>
                  <a:pt x="345588" y="102835"/>
                  <a:pt x="345454" y="106338"/>
                  <a:pt x="345454" y="111008"/>
                </a:cubicBezTo>
                <a:lnTo>
                  <a:pt x="345454" y="153984"/>
                </a:lnTo>
                <a:cubicBezTo>
                  <a:pt x="345454" y="162516"/>
                  <a:pt x="345768" y="168489"/>
                  <a:pt x="346397" y="171901"/>
                </a:cubicBezTo>
                <a:cubicBezTo>
                  <a:pt x="347025" y="175314"/>
                  <a:pt x="348283" y="177986"/>
                  <a:pt x="350169" y="179917"/>
                </a:cubicBezTo>
                <a:cubicBezTo>
                  <a:pt x="352055" y="181848"/>
                  <a:pt x="355243" y="183218"/>
                  <a:pt x="359734" y="184026"/>
                </a:cubicBezTo>
                <a:lnTo>
                  <a:pt x="359734" y="192918"/>
                </a:lnTo>
                <a:lnTo>
                  <a:pt x="293317" y="192918"/>
                </a:lnTo>
                <a:lnTo>
                  <a:pt x="293317" y="184026"/>
                </a:lnTo>
                <a:cubicBezTo>
                  <a:pt x="297628" y="182859"/>
                  <a:pt x="300615" y="181332"/>
                  <a:pt x="302276" y="179446"/>
                </a:cubicBezTo>
                <a:cubicBezTo>
                  <a:pt x="303938" y="177560"/>
                  <a:pt x="305060" y="175000"/>
                  <a:pt x="305644" y="171767"/>
                </a:cubicBezTo>
                <a:cubicBezTo>
                  <a:pt x="306228" y="168533"/>
                  <a:pt x="306520" y="162651"/>
                  <a:pt x="306520" y="154118"/>
                </a:cubicBezTo>
                <a:lnTo>
                  <a:pt x="306520" y="98749"/>
                </a:lnTo>
                <a:cubicBezTo>
                  <a:pt x="306520" y="92103"/>
                  <a:pt x="306408" y="87186"/>
                  <a:pt x="306183" y="83997"/>
                </a:cubicBezTo>
                <a:cubicBezTo>
                  <a:pt x="305958" y="80809"/>
                  <a:pt x="305420" y="78249"/>
                  <a:pt x="304566" y="76318"/>
                </a:cubicBezTo>
                <a:cubicBezTo>
                  <a:pt x="303713" y="74387"/>
                  <a:pt x="302411" y="72816"/>
                  <a:pt x="300660" y="71603"/>
                </a:cubicBezTo>
                <a:cubicBezTo>
                  <a:pt x="298908" y="70391"/>
                  <a:pt x="295877" y="69335"/>
                  <a:pt x="291566" y="68437"/>
                </a:cubicBezTo>
                <a:lnTo>
                  <a:pt x="291566" y="59276"/>
                </a:lnTo>
                <a:lnTo>
                  <a:pt x="328479" y="58199"/>
                </a:lnTo>
                <a:lnTo>
                  <a:pt x="345454" y="58199"/>
                </a:lnTo>
                <a:lnTo>
                  <a:pt x="343568" y="78541"/>
                </a:lnTo>
                <a:close/>
                <a:moveTo>
                  <a:pt x="470624" y="77598"/>
                </a:moveTo>
                <a:lnTo>
                  <a:pt x="472241" y="78002"/>
                </a:lnTo>
                <a:cubicBezTo>
                  <a:pt x="480414" y="70368"/>
                  <a:pt x="487779" y="64979"/>
                  <a:pt x="494335" y="61836"/>
                </a:cubicBezTo>
                <a:cubicBezTo>
                  <a:pt x="500891" y="58693"/>
                  <a:pt x="507582" y="57121"/>
                  <a:pt x="514408" y="57121"/>
                </a:cubicBezTo>
                <a:cubicBezTo>
                  <a:pt x="521054" y="57121"/>
                  <a:pt x="526578" y="57974"/>
                  <a:pt x="530979" y="59681"/>
                </a:cubicBezTo>
                <a:cubicBezTo>
                  <a:pt x="535379" y="61387"/>
                  <a:pt x="539107" y="63879"/>
                  <a:pt x="542160" y="67157"/>
                </a:cubicBezTo>
                <a:cubicBezTo>
                  <a:pt x="545214" y="70436"/>
                  <a:pt x="547684" y="74724"/>
                  <a:pt x="549570" y="80023"/>
                </a:cubicBezTo>
                <a:cubicBezTo>
                  <a:pt x="558641" y="71581"/>
                  <a:pt x="566522" y="65653"/>
                  <a:pt x="573213" y="62240"/>
                </a:cubicBezTo>
                <a:cubicBezTo>
                  <a:pt x="579904" y="58827"/>
                  <a:pt x="586887" y="57121"/>
                  <a:pt x="594162" y="57121"/>
                </a:cubicBezTo>
                <a:cubicBezTo>
                  <a:pt x="601347" y="57121"/>
                  <a:pt x="607297" y="58064"/>
                  <a:pt x="612012" y="59950"/>
                </a:cubicBezTo>
                <a:cubicBezTo>
                  <a:pt x="616727" y="61836"/>
                  <a:pt x="620612" y="64755"/>
                  <a:pt x="623665" y="68707"/>
                </a:cubicBezTo>
                <a:cubicBezTo>
                  <a:pt x="626719" y="72658"/>
                  <a:pt x="628942" y="77598"/>
                  <a:pt x="630334" y="83526"/>
                </a:cubicBezTo>
                <a:cubicBezTo>
                  <a:pt x="631726" y="89453"/>
                  <a:pt x="632422" y="96549"/>
                  <a:pt x="632422" y="104811"/>
                </a:cubicBezTo>
                <a:lnTo>
                  <a:pt x="632422" y="153984"/>
                </a:lnTo>
                <a:cubicBezTo>
                  <a:pt x="632422" y="157936"/>
                  <a:pt x="632489" y="161640"/>
                  <a:pt x="632624" y="165098"/>
                </a:cubicBezTo>
                <a:cubicBezTo>
                  <a:pt x="632759" y="168556"/>
                  <a:pt x="633095" y="171318"/>
                  <a:pt x="633634" y="173383"/>
                </a:cubicBezTo>
                <a:cubicBezTo>
                  <a:pt x="634173" y="175449"/>
                  <a:pt x="634914" y="177133"/>
                  <a:pt x="635857" y="178435"/>
                </a:cubicBezTo>
                <a:cubicBezTo>
                  <a:pt x="636800" y="179738"/>
                  <a:pt x="638125" y="180838"/>
                  <a:pt x="639831" y="181736"/>
                </a:cubicBezTo>
                <a:cubicBezTo>
                  <a:pt x="641538" y="182634"/>
                  <a:pt x="643604" y="183397"/>
                  <a:pt x="646029" y="184026"/>
                </a:cubicBezTo>
                <a:lnTo>
                  <a:pt x="646029" y="192918"/>
                </a:lnTo>
                <a:lnTo>
                  <a:pt x="581094" y="192918"/>
                </a:lnTo>
                <a:lnTo>
                  <a:pt x="581094" y="184026"/>
                </a:lnTo>
                <a:cubicBezTo>
                  <a:pt x="585136" y="183038"/>
                  <a:pt x="587920" y="181601"/>
                  <a:pt x="589447" y="179715"/>
                </a:cubicBezTo>
                <a:cubicBezTo>
                  <a:pt x="590973" y="177829"/>
                  <a:pt x="592029" y="175224"/>
                  <a:pt x="592612" y="171901"/>
                </a:cubicBezTo>
                <a:cubicBezTo>
                  <a:pt x="593196" y="168578"/>
                  <a:pt x="593488" y="162651"/>
                  <a:pt x="593488" y="154118"/>
                </a:cubicBezTo>
                <a:lnTo>
                  <a:pt x="593488" y="118014"/>
                </a:lnTo>
                <a:cubicBezTo>
                  <a:pt x="593488" y="109931"/>
                  <a:pt x="593219" y="103352"/>
                  <a:pt x="592680" y="98277"/>
                </a:cubicBezTo>
                <a:cubicBezTo>
                  <a:pt x="592141" y="93203"/>
                  <a:pt x="591108" y="89229"/>
                  <a:pt x="589581" y="86355"/>
                </a:cubicBezTo>
                <a:cubicBezTo>
                  <a:pt x="588054" y="83481"/>
                  <a:pt x="586236" y="81415"/>
                  <a:pt x="584125" y="80158"/>
                </a:cubicBezTo>
                <a:cubicBezTo>
                  <a:pt x="582015" y="78900"/>
                  <a:pt x="579253" y="78272"/>
                  <a:pt x="575840" y="78272"/>
                </a:cubicBezTo>
                <a:cubicBezTo>
                  <a:pt x="573505" y="78272"/>
                  <a:pt x="571349" y="78631"/>
                  <a:pt x="569373" y="79349"/>
                </a:cubicBezTo>
                <a:cubicBezTo>
                  <a:pt x="567398" y="80068"/>
                  <a:pt x="565399" y="81168"/>
                  <a:pt x="563378" y="82650"/>
                </a:cubicBezTo>
                <a:cubicBezTo>
                  <a:pt x="561358" y="84132"/>
                  <a:pt x="559629" y="85636"/>
                  <a:pt x="558192" y="87163"/>
                </a:cubicBezTo>
                <a:cubicBezTo>
                  <a:pt x="556755" y="88690"/>
                  <a:pt x="555610" y="90396"/>
                  <a:pt x="554756" y="92282"/>
                </a:cubicBezTo>
                <a:cubicBezTo>
                  <a:pt x="553903" y="94169"/>
                  <a:pt x="553319" y="96279"/>
                  <a:pt x="553005" y="98614"/>
                </a:cubicBezTo>
                <a:cubicBezTo>
                  <a:pt x="552691" y="100949"/>
                  <a:pt x="552534" y="104766"/>
                  <a:pt x="552534" y="110065"/>
                </a:cubicBezTo>
                <a:lnTo>
                  <a:pt x="552534" y="153984"/>
                </a:lnTo>
                <a:cubicBezTo>
                  <a:pt x="552534" y="160091"/>
                  <a:pt x="552646" y="164761"/>
                  <a:pt x="552870" y="167995"/>
                </a:cubicBezTo>
                <a:cubicBezTo>
                  <a:pt x="553095" y="171228"/>
                  <a:pt x="553566" y="173832"/>
                  <a:pt x="554285" y="175808"/>
                </a:cubicBezTo>
                <a:cubicBezTo>
                  <a:pt x="555003" y="177784"/>
                  <a:pt x="556149" y="179423"/>
                  <a:pt x="557720" y="180725"/>
                </a:cubicBezTo>
                <a:cubicBezTo>
                  <a:pt x="559292" y="182028"/>
                  <a:pt x="561739" y="183128"/>
                  <a:pt x="565062" y="184026"/>
                </a:cubicBezTo>
                <a:lnTo>
                  <a:pt x="565062" y="192918"/>
                </a:lnTo>
                <a:lnTo>
                  <a:pt x="500936" y="192918"/>
                </a:lnTo>
                <a:lnTo>
                  <a:pt x="500936" y="184026"/>
                </a:lnTo>
                <a:cubicBezTo>
                  <a:pt x="505068" y="183038"/>
                  <a:pt x="507919" y="181601"/>
                  <a:pt x="509491" y="179715"/>
                </a:cubicBezTo>
                <a:cubicBezTo>
                  <a:pt x="511063" y="177829"/>
                  <a:pt x="512118" y="175247"/>
                  <a:pt x="512657" y="171969"/>
                </a:cubicBezTo>
                <a:cubicBezTo>
                  <a:pt x="513196" y="168691"/>
                  <a:pt x="513465" y="162741"/>
                  <a:pt x="513465" y="154118"/>
                </a:cubicBezTo>
                <a:lnTo>
                  <a:pt x="513465" y="118014"/>
                </a:lnTo>
                <a:cubicBezTo>
                  <a:pt x="513465" y="112086"/>
                  <a:pt x="513353" y="107079"/>
                  <a:pt x="513128" y="102993"/>
                </a:cubicBezTo>
                <a:cubicBezTo>
                  <a:pt x="512904" y="98906"/>
                  <a:pt x="512522" y="95606"/>
                  <a:pt x="511983" y="93091"/>
                </a:cubicBezTo>
                <a:cubicBezTo>
                  <a:pt x="511444" y="90576"/>
                  <a:pt x="510703" y="88376"/>
                  <a:pt x="509760" y="86490"/>
                </a:cubicBezTo>
                <a:cubicBezTo>
                  <a:pt x="508817" y="84604"/>
                  <a:pt x="507739" y="83077"/>
                  <a:pt x="506527" y="81909"/>
                </a:cubicBezTo>
                <a:cubicBezTo>
                  <a:pt x="505315" y="80742"/>
                  <a:pt x="503878" y="79843"/>
                  <a:pt x="502216" y="79215"/>
                </a:cubicBezTo>
                <a:cubicBezTo>
                  <a:pt x="500554" y="78586"/>
                  <a:pt x="498466" y="78272"/>
                  <a:pt x="495952" y="78272"/>
                </a:cubicBezTo>
                <a:cubicBezTo>
                  <a:pt x="492629" y="78272"/>
                  <a:pt x="489148" y="79305"/>
                  <a:pt x="485511" y="81370"/>
                </a:cubicBezTo>
                <a:cubicBezTo>
                  <a:pt x="481873" y="83436"/>
                  <a:pt x="478820" y="86310"/>
                  <a:pt x="476350" y="89992"/>
                </a:cubicBezTo>
                <a:cubicBezTo>
                  <a:pt x="473880" y="93675"/>
                  <a:pt x="472645" y="97626"/>
                  <a:pt x="472645" y="101848"/>
                </a:cubicBezTo>
                <a:lnTo>
                  <a:pt x="472645" y="153984"/>
                </a:lnTo>
                <a:cubicBezTo>
                  <a:pt x="472645" y="162426"/>
                  <a:pt x="472892" y="168331"/>
                  <a:pt x="473386" y="171699"/>
                </a:cubicBezTo>
                <a:cubicBezTo>
                  <a:pt x="473880" y="175067"/>
                  <a:pt x="474935" y="177717"/>
                  <a:pt x="476552" y="179648"/>
                </a:cubicBezTo>
                <a:cubicBezTo>
                  <a:pt x="478169" y="181579"/>
                  <a:pt x="480998" y="183038"/>
                  <a:pt x="485039" y="184026"/>
                </a:cubicBezTo>
                <a:lnTo>
                  <a:pt x="485039" y="192918"/>
                </a:lnTo>
                <a:lnTo>
                  <a:pt x="420509" y="192918"/>
                </a:lnTo>
                <a:lnTo>
                  <a:pt x="420509" y="184026"/>
                </a:lnTo>
                <a:cubicBezTo>
                  <a:pt x="424820" y="182859"/>
                  <a:pt x="427806" y="181332"/>
                  <a:pt x="429468" y="179446"/>
                </a:cubicBezTo>
                <a:cubicBezTo>
                  <a:pt x="431129" y="177560"/>
                  <a:pt x="432252" y="175000"/>
                  <a:pt x="432836" y="171767"/>
                </a:cubicBezTo>
                <a:cubicBezTo>
                  <a:pt x="433420" y="168533"/>
                  <a:pt x="433711" y="162651"/>
                  <a:pt x="433711" y="154118"/>
                </a:cubicBezTo>
                <a:lnTo>
                  <a:pt x="433711" y="98749"/>
                </a:lnTo>
                <a:cubicBezTo>
                  <a:pt x="433711" y="92103"/>
                  <a:pt x="433599" y="87186"/>
                  <a:pt x="433375" y="83997"/>
                </a:cubicBezTo>
                <a:cubicBezTo>
                  <a:pt x="433150" y="80809"/>
                  <a:pt x="432611" y="78249"/>
                  <a:pt x="431758" y="76318"/>
                </a:cubicBezTo>
                <a:cubicBezTo>
                  <a:pt x="430905" y="74387"/>
                  <a:pt x="429602" y="72816"/>
                  <a:pt x="427851" y="71603"/>
                </a:cubicBezTo>
                <a:cubicBezTo>
                  <a:pt x="426100" y="70391"/>
                  <a:pt x="423069" y="69335"/>
                  <a:pt x="418758" y="68437"/>
                </a:cubicBezTo>
                <a:lnTo>
                  <a:pt x="418758" y="59276"/>
                </a:lnTo>
                <a:lnTo>
                  <a:pt x="455671" y="58199"/>
                </a:lnTo>
                <a:lnTo>
                  <a:pt x="472645" y="58199"/>
                </a:lnTo>
                <a:lnTo>
                  <a:pt x="470624" y="77598"/>
                </a:lnTo>
                <a:close/>
                <a:moveTo>
                  <a:pt x="663100" y="59276"/>
                </a:moveTo>
                <a:lnTo>
                  <a:pt x="715506" y="59276"/>
                </a:lnTo>
                <a:lnTo>
                  <a:pt x="715506" y="134045"/>
                </a:lnTo>
                <a:cubicBezTo>
                  <a:pt x="715506" y="142667"/>
                  <a:pt x="715775" y="149403"/>
                  <a:pt x="716314" y="154253"/>
                </a:cubicBezTo>
                <a:cubicBezTo>
                  <a:pt x="716853" y="159103"/>
                  <a:pt x="717886" y="162943"/>
                  <a:pt x="719413" y="165772"/>
                </a:cubicBezTo>
                <a:cubicBezTo>
                  <a:pt x="720939" y="168601"/>
                  <a:pt x="722803" y="170666"/>
                  <a:pt x="725003" y="171969"/>
                </a:cubicBezTo>
                <a:cubicBezTo>
                  <a:pt x="727204" y="173271"/>
                  <a:pt x="730011" y="173922"/>
                  <a:pt x="733423" y="173922"/>
                </a:cubicBezTo>
                <a:cubicBezTo>
                  <a:pt x="736746" y="173922"/>
                  <a:pt x="740249" y="172889"/>
                  <a:pt x="743932" y="170824"/>
                </a:cubicBezTo>
                <a:cubicBezTo>
                  <a:pt x="747614" y="168758"/>
                  <a:pt x="750735" y="165861"/>
                  <a:pt x="753294" y="162134"/>
                </a:cubicBezTo>
                <a:cubicBezTo>
                  <a:pt x="755854" y="158407"/>
                  <a:pt x="757134" y="154433"/>
                  <a:pt x="757134" y="150212"/>
                </a:cubicBezTo>
                <a:lnTo>
                  <a:pt x="757134" y="98210"/>
                </a:lnTo>
                <a:cubicBezTo>
                  <a:pt x="757134" y="91654"/>
                  <a:pt x="756999" y="86781"/>
                  <a:pt x="756730" y="83593"/>
                </a:cubicBezTo>
                <a:cubicBezTo>
                  <a:pt x="756460" y="80405"/>
                  <a:pt x="755944" y="77912"/>
                  <a:pt x="755181" y="76116"/>
                </a:cubicBezTo>
                <a:cubicBezTo>
                  <a:pt x="754417" y="74320"/>
                  <a:pt x="753227" y="72816"/>
                  <a:pt x="751610" y="71603"/>
                </a:cubicBezTo>
                <a:cubicBezTo>
                  <a:pt x="749994" y="70391"/>
                  <a:pt x="747344" y="69246"/>
                  <a:pt x="743662" y="68168"/>
                </a:cubicBezTo>
                <a:lnTo>
                  <a:pt x="743662" y="59276"/>
                </a:lnTo>
                <a:lnTo>
                  <a:pt x="796202" y="59276"/>
                </a:lnTo>
                <a:lnTo>
                  <a:pt x="796202" y="153580"/>
                </a:lnTo>
                <a:cubicBezTo>
                  <a:pt x="796202" y="160405"/>
                  <a:pt x="796315" y="165390"/>
                  <a:pt x="796539" y="168533"/>
                </a:cubicBezTo>
                <a:cubicBezTo>
                  <a:pt x="796764" y="171677"/>
                  <a:pt x="797280" y="174192"/>
                  <a:pt x="798089" y="176078"/>
                </a:cubicBezTo>
                <a:cubicBezTo>
                  <a:pt x="798897" y="177964"/>
                  <a:pt x="800199" y="179513"/>
                  <a:pt x="801995" y="180725"/>
                </a:cubicBezTo>
                <a:cubicBezTo>
                  <a:pt x="803792" y="181938"/>
                  <a:pt x="806800" y="182993"/>
                  <a:pt x="811022" y="183891"/>
                </a:cubicBezTo>
                <a:lnTo>
                  <a:pt x="811022" y="192918"/>
                </a:lnTo>
                <a:lnTo>
                  <a:pt x="774378" y="194130"/>
                </a:lnTo>
                <a:lnTo>
                  <a:pt x="758077" y="194130"/>
                </a:lnTo>
                <a:lnTo>
                  <a:pt x="759289" y="174730"/>
                </a:lnTo>
                <a:lnTo>
                  <a:pt x="757673" y="174326"/>
                </a:lnTo>
                <a:cubicBezTo>
                  <a:pt x="749320" y="182050"/>
                  <a:pt x="741866" y="187439"/>
                  <a:pt x="735309" y="190493"/>
                </a:cubicBezTo>
                <a:cubicBezTo>
                  <a:pt x="728753" y="193546"/>
                  <a:pt x="722152" y="195073"/>
                  <a:pt x="715506" y="195073"/>
                </a:cubicBezTo>
                <a:cubicBezTo>
                  <a:pt x="705986" y="195073"/>
                  <a:pt x="698374" y="193299"/>
                  <a:pt x="692671" y="189752"/>
                </a:cubicBezTo>
                <a:cubicBezTo>
                  <a:pt x="686968" y="186204"/>
                  <a:pt x="682859" y="180995"/>
                  <a:pt x="680344" y="174124"/>
                </a:cubicBezTo>
                <a:cubicBezTo>
                  <a:pt x="677829" y="167254"/>
                  <a:pt x="676572" y="158385"/>
                  <a:pt x="676572" y="147517"/>
                </a:cubicBezTo>
                <a:lnTo>
                  <a:pt x="676572" y="98210"/>
                </a:lnTo>
                <a:cubicBezTo>
                  <a:pt x="676572" y="93181"/>
                  <a:pt x="676505" y="89319"/>
                  <a:pt x="676370" y="86624"/>
                </a:cubicBezTo>
                <a:cubicBezTo>
                  <a:pt x="676235" y="83930"/>
                  <a:pt x="676033" y="81842"/>
                  <a:pt x="675764" y="80360"/>
                </a:cubicBezTo>
                <a:cubicBezTo>
                  <a:pt x="675494" y="78878"/>
                  <a:pt x="675113" y="77531"/>
                  <a:pt x="674619" y="76318"/>
                </a:cubicBezTo>
                <a:cubicBezTo>
                  <a:pt x="674125" y="75106"/>
                  <a:pt x="673451" y="74006"/>
                  <a:pt x="672598" y="73018"/>
                </a:cubicBezTo>
                <a:cubicBezTo>
                  <a:pt x="671745" y="72030"/>
                  <a:pt x="670577" y="71132"/>
                  <a:pt x="669095" y="70323"/>
                </a:cubicBezTo>
                <a:cubicBezTo>
                  <a:pt x="667613" y="69515"/>
                  <a:pt x="665615" y="68796"/>
                  <a:pt x="663100" y="68168"/>
                </a:cubicBezTo>
                <a:lnTo>
                  <a:pt x="663100" y="59276"/>
                </a:lnTo>
                <a:close/>
                <a:moveTo>
                  <a:pt x="881164" y="153984"/>
                </a:moveTo>
                <a:cubicBezTo>
                  <a:pt x="881164" y="162516"/>
                  <a:pt x="881433" y="168399"/>
                  <a:pt x="881972" y="171632"/>
                </a:cubicBezTo>
                <a:cubicBezTo>
                  <a:pt x="882511" y="174865"/>
                  <a:pt x="883611" y="177447"/>
                  <a:pt x="885273" y="179378"/>
                </a:cubicBezTo>
                <a:cubicBezTo>
                  <a:pt x="886934" y="181309"/>
                  <a:pt x="890055" y="182859"/>
                  <a:pt x="894636" y="184026"/>
                </a:cubicBezTo>
                <a:lnTo>
                  <a:pt x="894636" y="192918"/>
                </a:lnTo>
                <a:lnTo>
                  <a:pt x="828623" y="192918"/>
                </a:lnTo>
                <a:lnTo>
                  <a:pt x="828623" y="184026"/>
                </a:lnTo>
                <a:cubicBezTo>
                  <a:pt x="831318" y="183397"/>
                  <a:pt x="833428" y="182656"/>
                  <a:pt x="834955" y="181803"/>
                </a:cubicBezTo>
                <a:cubicBezTo>
                  <a:pt x="836482" y="180950"/>
                  <a:pt x="837672" y="179962"/>
                  <a:pt x="838525" y="178839"/>
                </a:cubicBezTo>
                <a:cubicBezTo>
                  <a:pt x="839378" y="177717"/>
                  <a:pt x="840119" y="176280"/>
                  <a:pt x="840748" y="174528"/>
                </a:cubicBezTo>
                <a:cubicBezTo>
                  <a:pt x="841377" y="172777"/>
                  <a:pt x="841781" y="170352"/>
                  <a:pt x="841960" y="167254"/>
                </a:cubicBezTo>
                <a:cubicBezTo>
                  <a:pt x="842140" y="164155"/>
                  <a:pt x="842230" y="159732"/>
                  <a:pt x="842230" y="153984"/>
                </a:cubicBezTo>
                <a:lnTo>
                  <a:pt x="842230" y="48903"/>
                </a:lnTo>
                <a:cubicBezTo>
                  <a:pt x="842230" y="41179"/>
                  <a:pt x="842163" y="35498"/>
                  <a:pt x="842028" y="31861"/>
                </a:cubicBezTo>
                <a:cubicBezTo>
                  <a:pt x="841893" y="28224"/>
                  <a:pt x="841624" y="25170"/>
                  <a:pt x="841220" y="22700"/>
                </a:cubicBezTo>
                <a:cubicBezTo>
                  <a:pt x="840815" y="20230"/>
                  <a:pt x="840142" y="18254"/>
                  <a:pt x="839199" y="16773"/>
                </a:cubicBezTo>
                <a:cubicBezTo>
                  <a:pt x="838256" y="15291"/>
                  <a:pt x="836931" y="14101"/>
                  <a:pt x="835225" y="13202"/>
                </a:cubicBezTo>
                <a:cubicBezTo>
                  <a:pt x="833518" y="12304"/>
                  <a:pt x="830779" y="11496"/>
                  <a:pt x="827007" y="10778"/>
                </a:cubicBezTo>
                <a:lnTo>
                  <a:pt x="827007" y="1886"/>
                </a:lnTo>
                <a:lnTo>
                  <a:pt x="864324" y="0"/>
                </a:lnTo>
                <a:lnTo>
                  <a:pt x="881164" y="0"/>
                </a:lnTo>
                <a:lnTo>
                  <a:pt x="881164" y="153984"/>
                </a:lnTo>
                <a:close/>
                <a:moveTo>
                  <a:pt x="995377" y="175269"/>
                </a:moveTo>
                <a:lnTo>
                  <a:pt x="993356" y="174596"/>
                </a:lnTo>
                <a:cubicBezTo>
                  <a:pt x="985991" y="181781"/>
                  <a:pt x="978829" y="186990"/>
                  <a:pt x="971868" y="190223"/>
                </a:cubicBezTo>
                <a:cubicBezTo>
                  <a:pt x="964908" y="193456"/>
                  <a:pt x="957521" y="195073"/>
                  <a:pt x="949707" y="195073"/>
                </a:cubicBezTo>
                <a:cubicBezTo>
                  <a:pt x="941983" y="195073"/>
                  <a:pt x="935270" y="193659"/>
                  <a:pt x="929567" y="190829"/>
                </a:cubicBezTo>
                <a:cubicBezTo>
                  <a:pt x="923864" y="188000"/>
                  <a:pt x="919553" y="184071"/>
                  <a:pt x="916634" y="179042"/>
                </a:cubicBezTo>
                <a:cubicBezTo>
                  <a:pt x="913715" y="174012"/>
                  <a:pt x="912255" y="168219"/>
                  <a:pt x="912255" y="161663"/>
                </a:cubicBezTo>
                <a:cubicBezTo>
                  <a:pt x="912255" y="148460"/>
                  <a:pt x="918744" y="138064"/>
                  <a:pt x="931722" y="130475"/>
                </a:cubicBezTo>
                <a:cubicBezTo>
                  <a:pt x="944700" y="122886"/>
                  <a:pt x="964392" y="118104"/>
                  <a:pt x="990796" y="116128"/>
                </a:cubicBezTo>
                <a:lnTo>
                  <a:pt x="990796" y="103329"/>
                </a:lnTo>
                <a:cubicBezTo>
                  <a:pt x="990796" y="94977"/>
                  <a:pt x="989853" y="88533"/>
                  <a:pt x="987967" y="83997"/>
                </a:cubicBezTo>
                <a:cubicBezTo>
                  <a:pt x="986081" y="79462"/>
                  <a:pt x="983656" y="76273"/>
                  <a:pt x="980693" y="74432"/>
                </a:cubicBezTo>
                <a:cubicBezTo>
                  <a:pt x="977729" y="72591"/>
                  <a:pt x="974181" y="71670"/>
                  <a:pt x="970050" y="71670"/>
                </a:cubicBezTo>
                <a:cubicBezTo>
                  <a:pt x="965918" y="71670"/>
                  <a:pt x="962348" y="72389"/>
                  <a:pt x="959340" y="73826"/>
                </a:cubicBezTo>
                <a:cubicBezTo>
                  <a:pt x="956331" y="75263"/>
                  <a:pt x="953614" y="77980"/>
                  <a:pt x="951189" y="81976"/>
                </a:cubicBezTo>
                <a:cubicBezTo>
                  <a:pt x="948764" y="85973"/>
                  <a:pt x="946968" y="91519"/>
                  <a:pt x="945800" y="98614"/>
                </a:cubicBezTo>
                <a:lnTo>
                  <a:pt x="920338" y="98614"/>
                </a:lnTo>
                <a:lnTo>
                  <a:pt x="920338" y="74095"/>
                </a:lnTo>
                <a:cubicBezTo>
                  <a:pt x="928601" y="70413"/>
                  <a:pt x="935472" y="67584"/>
                  <a:pt x="940950" y="65608"/>
                </a:cubicBezTo>
                <a:cubicBezTo>
                  <a:pt x="946429" y="63632"/>
                  <a:pt x="951840" y="61993"/>
                  <a:pt x="957184" y="60691"/>
                </a:cubicBezTo>
                <a:cubicBezTo>
                  <a:pt x="962528" y="59389"/>
                  <a:pt x="967310" y="58468"/>
                  <a:pt x="971532" y="57929"/>
                </a:cubicBezTo>
                <a:cubicBezTo>
                  <a:pt x="975753" y="57390"/>
                  <a:pt x="979974" y="57121"/>
                  <a:pt x="984195" y="57121"/>
                </a:cubicBezTo>
                <a:cubicBezTo>
                  <a:pt x="995063" y="57121"/>
                  <a:pt x="1003752" y="58558"/>
                  <a:pt x="1010263" y="61432"/>
                </a:cubicBezTo>
                <a:cubicBezTo>
                  <a:pt x="1016775" y="64306"/>
                  <a:pt x="1021647" y="68976"/>
                  <a:pt x="1024880" y="75443"/>
                </a:cubicBezTo>
                <a:cubicBezTo>
                  <a:pt x="1028114" y="81909"/>
                  <a:pt x="1029730" y="90845"/>
                  <a:pt x="1029730" y="102252"/>
                </a:cubicBezTo>
                <a:lnTo>
                  <a:pt x="1029730" y="154792"/>
                </a:lnTo>
                <a:cubicBezTo>
                  <a:pt x="1029730" y="160720"/>
                  <a:pt x="1029865" y="165300"/>
                  <a:pt x="1030134" y="168533"/>
                </a:cubicBezTo>
                <a:cubicBezTo>
                  <a:pt x="1030404" y="171767"/>
                  <a:pt x="1030830" y="174169"/>
                  <a:pt x="1031414" y="175741"/>
                </a:cubicBezTo>
                <a:cubicBezTo>
                  <a:pt x="1031998" y="177313"/>
                  <a:pt x="1032739" y="178570"/>
                  <a:pt x="1033637" y="179513"/>
                </a:cubicBezTo>
                <a:cubicBezTo>
                  <a:pt x="1034535" y="180456"/>
                  <a:pt x="1035635" y="181219"/>
                  <a:pt x="1036938" y="181803"/>
                </a:cubicBezTo>
                <a:cubicBezTo>
                  <a:pt x="1038240" y="182387"/>
                  <a:pt x="1040687" y="183128"/>
                  <a:pt x="1044280" y="184026"/>
                </a:cubicBezTo>
                <a:lnTo>
                  <a:pt x="1044280" y="192918"/>
                </a:lnTo>
                <a:lnTo>
                  <a:pt x="994164" y="192918"/>
                </a:lnTo>
                <a:lnTo>
                  <a:pt x="995377" y="175269"/>
                </a:lnTo>
                <a:moveTo>
                  <a:pt x="990931" y="129330"/>
                </a:moveTo>
                <a:cubicBezTo>
                  <a:pt x="977010" y="129689"/>
                  <a:pt x="966704" y="132294"/>
                  <a:pt x="960013" y="137144"/>
                </a:cubicBezTo>
                <a:cubicBezTo>
                  <a:pt x="953322" y="141994"/>
                  <a:pt x="949977" y="149089"/>
                  <a:pt x="949977" y="158430"/>
                </a:cubicBezTo>
                <a:cubicBezTo>
                  <a:pt x="949977" y="163998"/>
                  <a:pt x="951503" y="168242"/>
                  <a:pt x="954557" y="171160"/>
                </a:cubicBezTo>
                <a:cubicBezTo>
                  <a:pt x="957611" y="174079"/>
                  <a:pt x="961832" y="175539"/>
                  <a:pt x="967221" y="175539"/>
                </a:cubicBezTo>
                <a:cubicBezTo>
                  <a:pt x="971352" y="175539"/>
                  <a:pt x="975259" y="174439"/>
                  <a:pt x="978941" y="172238"/>
                </a:cubicBezTo>
                <a:cubicBezTo>
                  <a:pt x="982624" y="170038"/>
                  <a:pt x="985542" y="167096"/>
                  <a:pt x="987698" y="163414"/>
                </a:cubicBezTo>
                <a:cubicBezTo>
                  <a:pt x="989853" y="159732"/>
                  <a:pt x="990931" y="155825"/>
                  <a:pt x="990931" y="151694"/>
                </a:cubicBezTo>
                <a:lnTo>
                  <a:pt x="990931" y="129330"/>
                </a:lnTo>
                <a:close/>
                <a:moveTo>
                  <a:pt x="1156343" y="176751"/>
                </a:moveTo>
                <a:cubicBezTo>
                  <a:pt x="1148440" y="183487"/>
                  <a:pt x="1141255" y="188225"/>
                  <a:pt x="1134788" y="190964"/>
                </a:cubicBezTo>
                <a:cubicBezTo>
                  <a:pt x="1128322" y="193703"/>
                  <a:pt x="1121496" y="195073"/>
                  <a:pt x="1114311" y="195073"/>
                </a:cubicBezTo>
                <a:cubicBezTo>
                  <a:pt x="1100929" y="195073"/>
                  <a:pt x="1090937" y="191458"/>
                  <a:pt x="1084336" y="184228"/>
                </a:cubicBezTo>
                <a:cubicBezTo>
                  <a:pt x="1077735" y="176998"/>
                  <a:pt x="1074434" y="166064"/>
                  <a:pt x="1074434" y="151424"/>
                </a:cubicBezTo>
                <a:lnTo>
                  <a:pt x="1074434" y="76116"/>
                </a:lnTo>
                <a:lnTo>
                  <a:pt x="1057594" y="76116"/>
                </a:lnTo>
                <a:lnTo>
                  <a:pt x="1057594" y="66821"/>
                </a:lnTo>
                <a:cubicBezTo>
                  <a:pt x="1063073" y="65922"/>
                  <a:pt x="1067115" y="64575"/>
                  <a:pt x="1069719" y="62779"/>
                </a:cubicBezTo>
                <a:cubicBezTo>
                  <a:pt x="1072324" y="60983"/>
                  <a:pt x="1074345" y="58580"/>
                  <a:pt x="1075782" y="55572"/>
                </a:cubicBezTo>
                <a:cubicBezTo>
                  <a:pt x="1077219" y="52563"/>
                  <a:pt x="1078364" y="48634"/>
                  <a:pt x="1079217" y="43784"/>
                </a:cubicBezTo>
                <a:cubicBezTo>
                  <a:pt x="1080070" y="38934"/>
                  <a:pt x="1080721" y="32871"/>
                  <a:pt x="1081170" y="25597"/>
                </a:cubicBezTo>
                <a:lnTo>
                  <a:pt x="1113368" y="25597"/>
                </a:lnTo>
                <a:lnTo>
                  <a:pt x="1113368" y="59276"/>
                </a:lnTo>
                <a:lnTo>
                  <a:pt x="1151763" y="59276"/>
                </a:lnTo>
                <a:lnTo>
                  <a:pt x="1151763" y="76116"/>
                </a:lnTo>
                <a:lnTo>
                  <a:pt x="1113368" y="76116"/>
                </a:lnTo>
                <a:lnTo>
                  <a:pt x="1113368" y="136874"/>
                </a:lnTo>
                <a:cubicBezTo>
                  <a:pt x="1113368" y="147023"/>
                  <a:pt x="1113840" y="154523"/>
                  <a:pt x="1114783" y="159373"/>
                </a:cubicBezTo>
                <a:cubicBezTo>
                  <a:pt x="1115726" y="164222"/>
                  <a:pt x="1117320" y="167792"/>
                  <a:pt x="1119565" y="170083"/>
                </a:cubicBezTo>
                <a:cubicBezTo>
                  <a:pt x="1121811" y="172373"/>
                  <a:pt x="1124595" y="173518"/>
                  <a:pt x="1127918" y="173518"/>
                </a:cubicBezTo>
                <a:cubicBezTo>
                  <a:pt x="1130433" y="173518"/>
                  <a:pt x="1132678" y="173293"/>
                  <a:pt x="1134654" y="172844"/>
                </a:cubicBezTo>
                <a:cubicBezTo>
                  <a:pt x="1136630" y="172395"/>
                  <a:pt x="1138718" y="171587"/>
                  <a:pt x="1140918" y="170419"/>
                </a:cubicBezTo>
                <a:cubicBezTo>
                  <a:pt x="1143119" y="169252"/>
                  <a:pt x="1145431" y="167590"/>
                  <a:pt x="1147856" y="165435"/>
                </a:cubicBezTo>
                <a:lnTo>
                  <a:pt x="1156343" y="176751"/>
                </a:lnTo>
                <a:close/>
                <a:moveTo>
                  <a:pt x="1226100" y="195073"/>
                </a:moveTo>
                <a:cubicBezTo>
                  <a:pt x="1212898" y="195073"/>
                  <a:pt x="1201514" y="192760"/>
                  <a:pt x="1191949" y="188135"/>
                </a:cubicBezTo>
                <a:cubicBezTo>
                  <a:pt x="1182384" y="183510"/>
                  <a:pt x="1174907" y="176100"/>
                  <a:pt x="1169519" y="165906"/>
                </a:cubicBezTo>
                <a:cubicBezTo>
                  <a:pt x="1164130" y="155713"/>
                  <a:pt x="1161435" y="142757"/>
                  <a:pt x="1161435" y="127040"/>
                </a:cubicBezTo>
                <a:cubicBezTo>
                  <a:pt x="1161435" y="115005"/>
                  <a:pt x="1163097" y="104587"/>
                  <a:pt x="1166420" y="95785"/>
                </a:cubicBezTo>
                <a:cubicBezTo>
                  <a:pt x="1169743" y="86984"/>
                  <a:pt x="1174368" y="79709"/>
                  <a:pt x="1180296" y="73961"/>
                </a:cubicBezTo>
                <a:cubicBezTo>
                  <a:pt x="1186224" y="68213"/>
                  <a:pt x="1193296" y="63969"/>
                  <a:pt x="1201514" y="61230"/>
                </a:cubicBezTo>
                <a:cubicBezTo>
                  <a:pt x="1209732" y="58490"/>
                  <a:pt x="1218646" y="57121"/>
                  <a:pt x="1228256" y="57121"/>
                </a:cubicBezTo>
                <a:cubicBezTo>
                  <a:pt x="1249991" y="57121"/>
                  <a:pt x="1266381" y="62846"/>
                  <a:pt x="1277428" y="74298"/>
                </a:cubicBezTo>
                <a:cubicBezTo>
                  <a:pt x="1288475" y="85749"/>
                  <a:pt x="1293999" y="102521"/>
                  <a:pt x="1293999" y="124615"/>
                </a:cubicBezTo>
                <a:cubicBezTo>
                  <a:pt x="1293999" y="140242"/>
                  <a:pt x="1291260" y="153333"/>
                  <a:pt x="1285781" y="163886"/>
                </a:cubicBezTo>
                <a:cubicBezTo>
                  <a:pt x="1280302" y="174439"/>
                  <a:pt x="1272489" y="182275"/>
                  <a:pt x="1262340" y="187394"/>
                </a:cubicBezTo>
                <a:cubicBezTo>
                  <a:pt x="1252191" y="192513"/>
                  <a:pt x="1240111" y="195073"/>
                  <a:pt x="1226100" y="195073"/>
                </a:cubicBezTo>
                <a:moveTo>
                  <a:pt x="1202390" y="124076"/>
                </a:moveTo>
                <a:cubicBezTo>
                  <a:pt x="1202390" y="143116"/>
                  <a:pt x="1204523" y="157374"/>
                  <a:pt x="1208789" y="166849"/>
                </a:cubicBezTo>
                <a:cubicBezTo>
                  <a:pt x="1213055" y="176325"/>
                  <a:pt x="1219499" y="181062"/>
                  <a:pt x="1228121" y="181062"/>
                </a:cubicBezTo>
                <a:cubicBezTo>
                  <a:pt x="1232881" y="181062"/>
                  <a:pt x="1236856" y="179850"/>
                  <a:pt x="1240044" y="177425"/>
                </a:cubicBezTo>
                <a:cubicBezTo>
                  <a:pt x="1243232" y="175000"/>
                  <a:pt x="1245792" y="171497"/>
                  <a:pt x="1247723" y="166917"/>
                </a:cubicBezTo>
                <a:cubicBezTo>
                  <a:pt x="1249654" y="162336"/>
                  <a:pt x="1251023" y="156835"/>
                  <a:pt x="1251832" y="150414"/>
                </a:cubicBezTo>
                <a:cubicBezTo>
                  <a:pt x="1252640" y="143992"/>
                  <a:pt x="1253044" y="136785"/>
                  <a:pt x="1253044" y="128791"/>
                </a:cubicBezTo>
                <a:cubicBezTo>
                  <a:pt x="1253044" y="109482"/>
                  <a:pt x="1250911" y="95044"/>
                  <a:pt x="1246645" y="85479"/>
                </a:cubicBezTo>
                <a:cubicBezTo>
                  <a:pt x="1242379" y="75914"/>
                  <a:pt x="1236070" y="71132"/>
                  <a:pt x="1227717" y="71132"/>
                </a:cubicBezTo>
                <a:cubicBezTo>
                  <a:pt x="1221610" y="71132"/>
                  <a:pt x="1216715" y="73063"/>
                  <a:pt x="1213033" y="76925"/>
                </a:cubicBezTo>
                <a:cubicBezTo>
                  <a:pt x="1209350" y="80786"/>
                  <a:pt x="1206656" y="86579"/>
                  <a:pt x="1204950" y="94303"/>
                </a:cubicBezTo>
                <a:cubicBezTo>
                  <a:pt x="1203243" y="102027"/>
                  <a:pt x="1202390" y="111951"/>
                  <a:pt x="1202390" y="124076"/>
                </a:cubicBezTo>
                <a:close/>
                <a:moveTo>
                  <a:pt x="1368829" y="78541"/>
                </a:moveTo>
                <a:lnTo>
                  <a:pt x="1370581" y="78945"/>
                </a:lnTo>
                <a:cubicBezTo>
                  <a:pt x="1377137" y="71221"/>
                  <a:pt x="1383873" y="65653"/>
                  <a:pt x="1390789" y="62240"/>
                </a:cubicBezTo>
                <a:cubicBezTo>
                  <a:pt x="1397704" y="58827"/>
                  <a:pt x="1405204" y="57121"/>
                  <a:pt x="1413287" y="57121"/>
                </a:cubicBezTo>
                <a:cubicBezTo>
                  <a:pt x="1418765" y="57121"/>
                  <a:pt x="1424513" y="57705"/>
                  <a:pt x="1430531" y="58872"/>
                </a:cubicBezTo>
                <a:lnTo>
                  <a:pt x="1430531" y="96055"/>
                </a:lnTo>
                <a:lnTo>
                  <a:pt x="1406147" y="96055"/>
                </a:lnTo>
                <a:cubicBezTo>
                  <a:pt x="1404620" y="90845"/>
                  <a:pt x="1402621" y="86849"/>
                  <a:pt x="1400152" y="84065"/>
                </a:cubicBezTo>
                <a:cubicBezTo>
                  <a:pt x="1397682" y="81280"/>
                  <a:pt x="1394381" y="79888"/>
                  <a:pt x="1390250" y="79888"/>
                </a:cubicBezTo>
                <a:cubicBezTo>
                  <a:pt x="1388274" y="79888"/>
                  <a:pt x="1386096" y="80495"/>
                  <a:pt x="1383716" y="81707"/>
                </a:cubicBezTo>
                <a:cubicBezTo>
                  <a:pt x="1381336" y="82920"/>
                  <a:pt x="1379135" y="84626"/>
                  <a:pt x="1377115" y="86826"/>
                </a:cubicBezTo>
                <a:cubicBezTo>
                  <a:pt x="1375094" y="89027"/>
                  <a:pt x="1373657" y="91272"/>
                  <a:pt x="1372804" y="93562"/>
                </a:cubicBezTo>
                <a:cubicBezTo>
                  <a:pt x="1371950" y="95853"/>
                  <a:pt x="1371389" y="98165"/>
                  <a:pt x="1371120" y="100500"/>
                </a:cubicBezTo>
                <a:cubicBezTo>
                  <a:pt x="1370850" y="102835"/>
                  <a:pt x="1370715" y="106338"/>
                  <a:pt x="1370715" y="111008"/>
                </a:cubicBezTo>
                <a:lnTo>
                  <a:pt x="1370715" y="153984"/>
                </a:lnTo>
                <a:cubicBezTo>
                  <a:pt x="1370715" y="162516"/>
                  <a:pt x="1371030" y="168489"/>
                  <a:pt x="1371658" y="171901"/>
                </a:cubicBezTo>
                <a:cubicBezTo>
                  <a:pt x="1372287" y="175314"/>
                  <a:pt x="1373545" y="177986"/>
                  <a:pt x="1375431" y="179917"/>
                </a:cubicBezTo>
                <a:cubicBezTo>
                  <a:pt x="1377317" y="181848"/>
                  <a:pt x="1380505" y="183218"/>
                  <a:pt x="1384996" y="184026"/>
                </a:cubicBezTo>
                <a:lnTo>
                  <a:pt x="1384996" y="192918"/>
                </a:lnTo>
                <a:lnTo>
                  <a:pt x="1318579" y="192918"/>
                </a:lnTo>
                <a:lnTo>
                  <a:pt x="1318579" y="184026"/>
                </a:lnTo>
                <a:cubicBezTo>
                  <a:pt x="1322890" y="182859"/>
                  <a:pt x="1325876" y="181332"/>
                  <a:pt x="1327538" y="179446"/>
                </a:cubicBezTo>
                <a:cubicBezTo>
                  <a:pt x="1329200" y="177560"/>
                  <a:pt x="1330322" y="175000"/>
                  <a:pt x="1330906" y="171767"/>
                </a:cubicBezTo>
                <a:cubicBezTo>
                  <a:pt x="1331490" y="168533"/>
                  <a:pt x="1331782" y="162651"/>
                  <a:pt x="1331782" y="154118"/>
                </a:cubicBezTo>
                <a:lnTo>
                  <a:pt x="1331782" y="98749"/>
                </a:lnTo>
                <a:cubicBezTo>
                  <a:pt x="1331782" y="92103"/>
                  <a:pt x="1331669" y="87186"/>
                  <a:pt x="1331445" y="83997"/>
                </a:cubicBezTo>
                <a:cubicBezTo>
                  <a:pt x="1331220" y="80809"/>
                  <a:pt x="1330681" y="78249"/>
                  <a:pt x="1329828" y="76318"/>
                </a:cubicBezTo>
                <a:cubicBezTo>
                  <a:pt x="1328975" y="74387"/>
                  <a:pt x="1327673" y="72816"/>
                  <a:pt x="1325921" y="71603"/>
                </a:cubicBezTo>
                <a:cubicBezTo>
                  <a:pt x="1324170" y="70391"/>
                  <a:pt x="1321139" y="69335"/>
                  <a:pt x="1316828" y="68437"/>
                </a:cubicBezTo>
                <a:lnTo>
                  <a:pt x="1316828" y="59276"/>
                </a:lnTo>
                <a:lnTo>
                  <a:pt x="1353741" y="58199"/>
                </a:lnTo>
                <a:lnTo>
                  <a:pt x="1370715" y="58199"/>
                </a:lnTo>
                <a:lnTo>
                  <a:pt x="1368829" y="78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A4882-6ECC-47C6-A2BF-72440919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7" y="4881651"/>
            <a:ext cx="7109845" cy="330142"/>
          </a:xfrm>
          <a:custGeom xmlns:a="http://schemas.openxmlformats.org/drawingml/2006/main">
            <a:pathLst>
              <a:path w="7109845" h="330142">
                <a:moveTo>
                  <a:pt x="0" y="0"/>
                </a:moveTo>
                <a:lnTo>
                  <a:pt x="6957154" y="0"/>
                </a:lnTo>
                <a:lnTo>
                  <a:pt x="7109845" y="165071"/>
                </a:lnTo>
                <a:lnTo>
                  <a:pt x="6957154" y="330142"/>
                </a:lnTo>
                <a:lnTo>
                  <a:pt x="0" y="3301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Retriever">
            <a:extLst xmlns:a="http://schemas.openxmlformats.org/drawingml/2006/main">
              <a:ext uri="{FF2B5EF4-FFF2-40B4-BE49-F238E27FC236}">
                <a16:creationId xmlns:a16="http://schemas.microsoft.com/office/drawing/2014/main" id="{6EFEA8C1-EE51-4901-B54A-BB46A60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82" y="4961122"/>
            <a:ext cx="1176423" cy="189550"/>
          </a:xfrm>
          <a:custGeom xmlns:a="http://schemas.openxmlformats.org/drawingml/2006/main">
            <a:pathLst>
              <a:path w="1176423" h="189550">
                <a:moveTo>
                  <a:pt x="70727" y="187394"/>
                </a:moveTo>
                <a:lnTo>
                  <a:pt x="0" y="187394"/>
                </a:lnTo>
                <a:lnTo>
                  <a:pt x="0" y="178503"/>
                </a:lnTo>
                <a:cubicBezTo>
                  <a:pt x="3323" y="177604"/>
                  <a:pt x="5950" y="176639"/>
                  <a:pt x="7881" y="175606"/>
                </a:cubicBezTo>
                <a:cubicBezTo>
                  <a:pt x="9812" y="174573"/>
                  <a:pt x="11249" y="173136"/>
                  <a:pt x="12192" y="171295"/>
                </a:cubicBezTo>
                <a:cubicBezTo>
                  <a:pt x="13135" y="169454"/>
                  <a:pt x="13741" y="167119"/>
                  <a:pt x="14011" y="164290"/>
                </a:cubicBezTo>
                <a:cubicBezTo>
                  <a:pt x="14280" y="161461"/>
                  <a:pt x="14415" y="157891"/>
                  <a:pt x="14415" y="153580"/>
                </a:cubicBezTo>
                <a:lnTo>
                  <a:pt x="14415" y="37452"/>
                </a:lnTo>
                <a:cubicBezTo>
                  <a:pt x="14415" y="33231"/>
                  <a:pt x="14303" y="29683"/>
                  <a:pt x="14078" y="26809"/>
                </a:cubicBezTo>
                <a:cubicBezTo>
                  <a:pt x="13854" y="23935"/>
                  <a:pt x="13270" y="21600"/>
                  <a:pt x="12327" y="19804"/>
                </a:cubicBezTo>
                <a:cubicBezTo>
                  <a:pt x="11384" y="18007"/>
                  <a:pt x="9947" y="16548"/>
                  <a:pt x="8016" y="15425"/>
                </a:cubicBezTo>
                <a:cubicBezTo>
                  <a:pt x="6085" y="14303"/>
                  <a:pt x="3413" y="13292"/>
                  <a:pt x="0" y="12394"/>
                </a:cubicBezTo>
                <a:lnTo>
                  <a:pt x="0" y="3503"/>
                </a:lnTo>
                <a:lnTo>
                  <a:pt x="78541" y="3503"/>
                </a:lnTo>
                <a:cubicBezTo>
                  <a:pt x="89139" y="3503"/>
                  <a:pt x="98143" y="4244"/>
                  <a:pt x="105552" y="5726"/>
                </a:cubicBezTo>
                <a:cubicBezTo>
                  <a:pt x="112962" y="7207"/>
                  <a:pt x="119451" y="9475"/>
                  <a:pt x="125019" y="12529"/>
                </a:cubicBezTo>
                <a:cubicBezTo>
                  <a:pt x="129689" y="15044"/>
                  <a:pt x="133641" y="18209"/>
                  <a:pt x="136874" y="22027"/>
                </a:cubicBezTo>
                <a:cubicBezTo>
                  <a:pt x="140108" y="25844"/>
                  <a:pt x="142600" y="30289"/>
                  <a:pt x="144351" y="35364"/>
                </a:cubicBezTo>
                <a:cubicBezTo>
                  <a:pt x="146103" y="40438"/>
                  <a:pt x="146978" y="46343"/>
                  <a:pt x="146978" y="53079"/>
                </a:cubicBezTo>
                <a:cubicBezTo>
                  <a:pt x="146978" y="61881"/>
                  <a:pt x="145429" y="69425"/>
                  <a:pt x="142331" y="75712"/>
                </a:cubicBezTo>
                <a:cubicBezTo>
                  <a:pt x="139232" y="81999"/>
                  <a:pt x="135056" y="87231"/>
                  <a:pt x="129802" y="91407"/>
                </a:cubicBezTo>
                <a:cubicBezTo>
                  <a:pt x="124548" y="95583"/>
                  <a:pt x="117520" y="99512"/>
                  <a:pt x="108718" y="103195"/>
                </a:cubicBezTo>
                <a:lnTo>
                  <a:pt x="108718" y="104542"/>
                </a:lnTo>
                <a:cubicBezTo>
                  <a:pt x="115364" y="107416"/>
                  <a:pt x="120865" y="111255"/>
                  <a:pt x="125221" y="116060"/>
                </a:cubicBezTo>
                <a:cubicBezTo>
                  <a:pt x="129577" y="120865"/>
                  <a:pt x="133506" y="126950"/>
                  <a:pt x="137009" y="134315"/>
                </a:cubicBezTo>
                <a:lnTo>
                  <a:pt x="145496" y="152637"/>
                </a:lnTo>
                <a:cubicBezTo>
                  <a:pt x="149269" y="160810"/>
                  <a:pt x="153018" y="166939"/>
                  <a:pt x="156746" y="171026"/>
                </a:cubicBezTo>
                <a:cubicBezTo>
                  <a:pt x="160473" y="175112"/>
                  <a:pt x="164896" y="177604"/>
                  <a:pt x="170015" y="178503"/>
                </a:cubicBezTo>
                <a:lnTo>
                  <a:pt x="170015" y="187394"/>
                </a:lnTo>
                <a:lnTo>
                  <a:pt x="118149" y="187394"/>
                </a:lnTo>
                <a:cubicBezTo>
                  <a:pt x="112939" y="180209"/>
                  <a:pt x="107057" y="169521"/>
                  <a:pt x="100500" y="155331"/>
                </a:cubicBezTo>
                <a:lnTo>
                  <a:pt x="89992" y="132294"/>
                </a:lnTo>
                <a:cubicBezTo>
                  <a:pt x="86849" y="125468"/>
                  <a:pt x="84154" y="120618"/>
                  <a:pt x="81909" y="117744"/>
                </a:cubicBezTo>
                <a:cubicBezTo>
                  <a:pt x="79664" y="114870"/>
                  <a:pt x="77351" y="112894"/>
                  <a:pt x="74971" y="111817"/>
                </a:cubicBezTo>
                <a:cubicBezTo>
                  <a:pt x="72591" y="110739"/>
                  <a:pt x="68931" y="110200"/>
                  <a:pt x="63992" y="110200"/>
                </a:cubicBezTo>
                <a:lnTo>
                  <a:pt x="56178" y="110200"/>
                </a:lnTo>
                <a:lnTo>
                  <a:pt x="56178" y="153580"/>
                </a:lnTo>
                <a:cubicBezTo>
                  <a:pt x="56178" y="160316"/>
                  <a:pt x="56492" y="165031"/>
                  <a:pt x="57121" y="167725"/>
                </a:cubicBezTo>
                <a:cubicBezTo>
                  <a:pt x="57750" y="170419"/>
                  <a:pt x="58962" y="172575"/>
                  <a:pt x="60758" y="174192"/>
                </a:cubicBezTo>
                <a:cubicBezTo>
                  <a:pt x="62555" y="175808"/>
                  <a:pt x="65878" y="177245"/>
                  <a:pt x="70727" y="178503"/>
                </a:cubicBezTo>
                <a:lnTo>
                  <a:pt x="70727" y="187394"/>
                </a:lnTo>
                <a:moveTo>
                  <a:pt x="56178" y="19534"/>
                </a:moveTo>
                <a:lnTo>
                  <a:pt x="56178" y="94438"/>
                </a:lnTo>
                <a:lnTo>
                  <a:pt x="69515" y="94438"/>
                </a:lnTo>
                <a:cubicBezTo>
                  <a:pt x="76700" y="94438"/>
                  <a:pt x="82628" y="93472"/>
                  <a:pt x="87298" y="91542"/>
                </a:cubicBezTo>
                <a:cubicBezTo>
                  <a:pt x="91968" y="89611"/>
                  <a:pt x="95673" y="86916"/>
                  <a:pt x="98412" y="83458"/>
                </a:cubicBezTo>
                <a:cubicBezTo>
                  <a:pt x="101151" y="80001"/>
                  <a:pt x="103038" y="75937"/>
                  <a:pt x="104070" y="71266"/>
                </a:cubicBezTo>
                <a:cubicBezTo>
                  <a:pt x="105103" y="66596"/>
                  <a:pt x="105620" y="61477"/>
                  <a:pt x="105620" y="55908"/>
                </a:cubicBezTo>
                <a:cubicBezTo>
                  <a:pt x="105620" y="43694"/>
                  <a:pt x="102746" y="34533"/>
                  <a:pt x="96998" y="28426"/>
                </a:cubicBezTo>
                <a:cubicBezTo>
                  <a:pt x="91250" y="22318"/>
                  <a:pt x="82717" y="19265"/>
                  <a:pt x="71401" y="19265"/>
                </a:cubicBezTo>
                <a:cubicBezTo>
                  <a:pt x="63677" y="19265"/>
                  <a:pt x="58603" y="19355"/>
                  <a:pt x="56178" y="19534"/>
                </a:cubicBezTo>
                <a:close/>
                <a:moveTo>
                  <a:pt x="297429" y="162875"/>
                </a:moveTo>
                <a:cubicBezTo>
                  <a:pt x="288268" y="172575"/>
                  <a:pt x="279197" y="179446"/>
                  <a:pt x="270216" y="183487"/>
                </a:cubicBezTo>
                <a:cubicBezTo>
                  <a:pt x="261234" y="187529"/>
                  <a:pt x="250906" y="189550"/>
                  <a:pt x="239230" y="189550"/>
                </a:cubicBezTo>
                <a:cubicBezTo>
                  <a:pt x="218304" y="189550"/>
                  <a:pt x="202564" y="183824"/>
                  <a:pt x="192011" y="172373"/>
                </a:cubicBezTo>
                <a:cubicBezTo>
                  <a:pt x="181458" y="160922"/>
                  <a:pt x="176182" y="143925"/>
                  <a:pt x="176182" y="121382"/>
                </a:cubicBezTo>
                <a:cubicBezTo>
                  <a:pt x="176182" y="106832"/>
                  <a:pt x="178899" y="94281"/>
                  <a:pt x="184332" y="83728"/>
                </a:cubicBezTo>
                <a:cubicBezTo>
                  <a:pt x="189766" y="73175"/>
                  <a:pt x="197467" y="65182"/>
                  <a:pt x="207437" y="59748"/>
                </a:cubicBezTo>
                <a:cubicBezTo>
                  <a:pt x="217406" y="54314"/>
                  <a:pt x="228992" y="51597"/>
                  <a:pt x="242194" y="51597"/>
                </a:cubicBezTo>
                <a:cubicBezTo>
                  <a:pt x="250367" y="51597"/>
                  <a:pt x="257530" y="52540"/>
                  <a:pt x="263682" y="54426"/>
                </a:cubicBezTo>
                <a:cubicBezTo>
                  <a:pt x="269834" y="56313"/>
                  <a:pt x="275110" y="58940"/>
                  <a:pt x="279511" y="62308"/>
                </a:cubicBezTo>
                <a:cubicBezTo>
                  <a:pt x="283912" y="65675"/>
                  <a:pt x="287549" y="69740"/>
                  <a:pt x="290423" y="74500"/>
                </a:cubicBezTo>
                <a:cubicBezTo>
                  <a:pt x="293836" y="80158"/>
                  <a:pt x="296396" y="86624"/>
                  <a:pt x="298102" y="93899"/>
                </a:cubicBezTo>
                <a:cubicBezTo>
                  <a:pt x="299899" y="101354"/>
                  <a:pt x="300842" y="110380"/>
                  <a:pt x="300931" y="120978"/>
                </a:cubicBezTo>
                <a:lnTo>
                  <a:pt x="215520" y="120978"/>
                </a:lnTo>
                <a:cubicBezTo>
                  <a:pt x="215609" y="137234"/>
                  <a:pt x="218506" y="149201"/>
                  <a:pt x="224209" y="156880"/>
                </a:cubicBezTo>
                <a:cubicBezTo>
                  <a:pt x="229912" y="164559"/>
                  <a:pt x="238601" y="168399"/>
                  <a:pt x="250277" y="168399"/>
                </a:cubicBezTo>
                <a:cubicBezTo>
                  <a:pt x="257103" y="168399"/>
                  <a:pt x="263255" y="167119"/>
                  <a:pt x="268734" y="164559"/>
                </a:cubicBezTo>
                <a:cubicBezTo>
                  <a:pt x="274212" y="162000"/>
                  <a:pt x="280140" y="157486"/>
                  <a:pt x="286517" y="151020"/>
                </a:cubicBezTo>
                <a:lnTo>
                  <a:pt x="297429" y="162875"/>
                </a:lnTo>
                <a:moveTo>
                  <a:pt x="261055" y="106428"/>
                </a:moveTo>
                <a:cubicBezTo>
                  <a:pt x="260695" y="92687"/>
                  <a:pt x="258899" y="82448"/>
                  <a:pt x="255666" y="75712"/>
                </a:cubicBezTo>
                <a:cubicBezTo>
                  <a:pt x="252433" y="68976"/>
                  <a:pt x="247224" y="65608"/>
                  <a:pt x="240038" y="65608"/>
                </a:cubicBezTo>
                <a:cubicBezTo>
                  <a:pt x="233123" y="65608"/>
                  <a:pt x="227622" y="69111"/>
                  <a:pt x="223535" y="76116"/>
                </a:cubicBezTo>
                <a:cubicBezTo>
                  <a:pt x="219449" y="83122"/>
                  <a:pt x="217002" y="93226"/>
                  <a:pt x="216193" y="106428"/>
                </a:cubicBezTo>
                <a:lnTo>
                  <a:pt x="261055" y="106428"/>
                </a:lnTo>
                <a:close/>
                <a:moveTo>
                  <a:pt x="414161" y="171228"/>
                </a:moveTo>
                <a:cubicBezTo>
                  <a:pt x="406257" y="177964"/>
                  <a:pt x="399072" y="182701"/>
                  <a:pt x="392606" y="185441"/>
                </a:cubicBezTo>
                <a:cubicBezTo>
                  <a:pt x="386139" y="188180"/>
                  <a:pt x="379313" y="189550"/>
                  <a:pt x="372128" y="189550"/>
                </a:cubicBezTo>
                <a:cubicBezTo>
                  <a:pt x="358746" y="189550"/>
                  <a:pt x="348755" y="185935"/>
                  <a:pt x="342153" y="178705"/>
                </a:cubicBezTo>
                <a:cubicBezTo>
                  <a:pt x="335552" y="171475"/>
                  <a:pt x="332252" y="160540"/>
                  <a:pt x="332252" y="145901"/>
                </a:cubicBezTo>
                <a:lnTo>
                  <a:pt x="332252" y="70593"/>
                </a:lnTo>
                <a:lnTo>
                  <a:pt x="315412" y="70593"/>
                </a:lnTo>
                <a:lnTo>
                  <a:pt x="315412" y="61297"/>
                </a:lnTo>
                <a:cubicBezTo>
                  <a:pt x="320890" y="60399"/>
                  <a:pt x="324932" y="59052"/>
                  <a:pt x="327536" y="57256"/>
                </a:cubicBezTo>
                <a:cubicBezTo>
                  <a:pt x="330141" y="55459"/>
                  <a:pt x="332162" y="53057"/>
                  <a:pt x="333599" y="50048"/>
                </a:cubicBezTo>
                <a:cubicBezTo>
                  <a:pt x="335036" y="47039"/>
                  <a:pt x="336181" y="43110"/>
                  <a:pt x="337034" y="38260"/>
                </a:cubicBezTo>
                <a:cubicBezTo>
                  <a:pt x="337887" y="33410"/>
                  <a:pt x="338539" y="27348"/>
                  <a:pt x="338988" y="20073"/>
                </a:cubicBezTo>
                <a:lnTo>
                  <a:pt x="371185" y="20073"/>
                </a:lnTo>
                <a:lnTo>
                  <a:pt x="371185" y="53753"/>
                </a:lnTo>
                <a:lnTo>
                  <a:pt x="409580" y="53753"/>
                </a:lnTo>
                <a:lnTo>
                  <a:pt x="409580" y="70593"/>
                </a:lnTo>
                <a:lnTo>
                  <a:pt x="371185" y="70593"/>
                </a:lnTo>
                <a:lnTo>
                  <a:pt x="371185" y="131351"/>
                </a:lnTo>
                <a:cubicBezTo>
                  <a:pt x="371185" y="141500"/>
                  <a:pt x="371657" y="148999"/>
                  <a:pt x="372600" y="153849"/>
                </a:cubicBezTo>
                <a:cubicBezTo>
                  <a:pt x="373543" y="158699"/>
                  <a:pt x="375137" y="162269"/>
                  <a:pt x="377382" y="164559"/>
                </a:cubicBezTo>
                <a:cubicBezTo>
                  <a:pt x="379628" y="166849"/>
                  <a:pt x="382412" y="167995"/>
                  <a:pt x="385735" y="167995"/>
                </a:cubicBezTo>
                <a:cubicBezTo>
                  <a:pt x="388250" y="167995"/>
                  <a:pt x="390495" y="167770"/>
                  <a:pt x="392471" y="167321"/>
                </a:cubicBezTo>
                <a:cubicBezTo>
                  <a:pt x="394447" y="166872"/>
                  <a:pt x="396535" y="166064"/>
                  <a:pt x="398735" y="164896"/>
                </a:cubicBezTo>
                <a:cubicBezTo>
                  <a:pt x="400936" y="163728"/>
                  <a:pt x="403249" y="162067"/>
                  <a:pt x="405673" y="159911"/>
                </a:cubicBezTo>
                <a:lnTo>
                  <a:pt x="414161" y="171228"/>
                </a:lnTo>
                <a:close/>
                <a:moveTo>
                  <a:pt x="472968" y="73018"/>
                </a:moveTo>
                <a:lnTo>
                  <a:pt x="474720" y="73422"/>
                </a:lnTo>
                <a:cubicBezTo>
                  <a:pt x="481276" y="65698"/>
                  <a:pt x="488012" y="60130"/>
                  <a:pt x="494928" y="56717"/>
                </a:cubicBezTo>
                <a:cubicBezTo>
                  <a:pt x="501843" y="53304"/>
                  <a:pt x="509342" y="51597"/>
                  <a:pt x="517426" y="51597"/>
                </a:cubicBezTo>
                <a:cubicBezTo>
                  <a:pt x="522904" y="51597"/>
                  <a:pt x="528652" y="52181"/>
                  <a:pt x="534670" y="53349"/>
                </a:cubicBezTo>
                <a:lnTo>
                  <a:pt x="534670" y="90531"/>
                </a:lnTo>
                <a:lnTo>
                  <a:pt x="510285" y="90531"/>
                </a:lnTo>
                <a:cubicBezTo>
                  <a:pt x="508759" y="85322"/>
                  <a:pt x="506760" y="81325"/>
                  <a:pt x="504290" y="78541"/>
                </a:cubicBezTo>
                <a:cubicBezTo>
                  <a:pt x="501821" y="75757"/>
                  <a:pt x="498520" y="74365"/>
                  <a:pt x="494389" y="74365"/>
                </a:cubicBezTo>
                <a:cubicBezTo>
                  <a:pt x="492413" y="74365"/>
                  <a:pt x="490235" y="74971"/>
                  <a:pt x="487855" y="76184"/>
                </a:cubicBezTo>
                <a:cubicBezTo>
                  <a:pt x="485475" y="77396"/>
                  <a:pt x="483274" y="79102"/>
                  <a:pt x="481254" y="81303"/>
                </a:cubicBezTo>
                <a:cubicBezTo>
                  <a:pt x="479233" y="83503"/>
                  <a:pt x="477796" y="85749"/>
                  <a:pt x="476943" y="88039"/>
                </a:cubicBezTo>
                <a:cubicBezTo>
                  <a:pt x="476089" y="90329"/>
                  <a:pt x="475528" y="92642"/>
                  <a:pt x="475259" y="94977"/>
                </a:cubicBezTo>
                <a:cubicBezTo>
                  <a:pt x="474989" y="97312"/>
                  <a:pt x="474854" y="100815"/>
                  <a:pt x="474854" y="105485"/>
                </a:cubicBezTo>
                <a:lnTo>
                  <a:pt x="474854" y="148460"/>
                </a:lnTo>
                <a:cubicBezTo>
                  <a:pt x="474854" y="156992"/>
                  <a:pt x="475169" y="162965"/>
                  <a:pt x="475797" y="166378"/>
                </a:cubicBezTo>
                <a:cubicBezTo>
                  <a:pt x="476426" y="169791"/>
                  <a:pt x="477683" y="172463"/>
                  <a:pt x="479570" y="174394"/>
                </a:cubicBezTo>
                <a:cubicBezTo>
                  <a:pt x="481456" y="176325"/>
                  <a:pt x="484644" y="177694"/>
                  <a:pt x="489135" y="178503"/>
                </a:cubicBezTo>
                <a:lnTo>
                  <a:pt x="489135" y="187394"/>
                </a:lnTo>
                <a:lnTo>
                  <a:pt x="422718" y="187394"/>
                </a:lnTo>
                <a:lnTo>
                  <a:pt x="422718" y="178503"/>
                </a:lnTo>
                <a:cubicBezTo>
                  <a:pt x="427029" y="177335"/>
                  <a:pt x="430015" y="175808"/>
                  <a:pt x="431677" y="173922"/>
                </a:cubicBezTo>
                <a:cubicBezTo>
                  <a:pt x="433338" y="172036"/>
                  <a:pt x="434461" y="169476"/>
                  <a:pt x="435045" y="166243"/>
                </a:cubicBezTo>
                <a:cubicBezTo>
                  <a:pt x="435629" y="163010"/>
                  <a:pt x="435921" y="157127"/>
                  <a:pt x="435921" y="148595"/>
                </a:cubicBezTo>
                <a:lnTo>
                  <a:pt x="435921" y="93226"/>
                </a:lnTo>
                <a:cubicBezTo>
                  <a:pt x="435921" y="86579"/>
                  <a:pt x="435808" y="81662"/>
                  <a:pt x="435584" y="78474"/>
                </a:cubicBezTo>
                <a:cubicBezTo>
                  <a:pt x="435359" y="75285"/>
                  <a:pt x="434820" y="72726"/>
                  <a:pt x="433967" y="70795"/>
                </a:cubicBezTo>
                <a:cubicBezTo>
                  <a:pt x="433114" y="68864"/>
                  <a:pt x="431812" y="67292"/>
                  <a:pt x="430060" y="66080"/>
                </a:cubicBezTo>
                <a:cubicBezTo>
                  <a:pt x="428309" y="64867"/>
                  <a:pt x="425278" y="63812"/>
                  <a:pt x="420967" y="62914"/>
                </a:cubicBezTo>
                <a:lnTo>
                  <a:pt x="420967" y="53753"/>
                </a:lnTo>
                <a:lnTo>
                  <a:pt x="457880" y="52675"/>
                </a:lnTo>
                <a:lnTo>
                  <a:pt x="474854" y="52675"/>
                </a:lnTo>
                <a:lnTo>
                  <a:pt x="472968" y="73018"/>
                </a:lnTo>
                <a:close/>
                <a:moveTo>
                  <a:pt x="600969" y="0"/>
                </a:moveTo>
                <a:lnTo>
                  <a:pt x="600969" y="33006"/>
                </a:lnTo>
                <a:lnTo>
                  <a:pt x="564056" y="33006"/>
                </a:lnTo>
                <a:lnTo>
                  <a:pt x="564056" y="0"/>
                </a:lnTo>
                <a:lnTo>
                  <a:pt x="600969" y="0"/>
                </a:lnTo>
                <a:moveTo>
                  <a:pt x="549775" y="178503"/>
                </a:moveTo>
                <a:cubicBezTo>
                  <a:pt x="554176" y="177335"/>
                  <a:pt x="557207" y="175808"/>
                  <a:pt x="558869" y="173922"/>
                </a:cubicBezTo>
                <a:cubicBezTo>
                  <a:pt x="560530" y="172036"/>
                  <a:pt x="561653" y="169476"/>
                  <a:pt x="562237" y="166243"/>
                </a:cubicBezTo>
                <a:cubicBezTo>
                  <a:pt x="562821" y="163010"/>
                  <a:pt x="563113" y="157127"/>
                  <a:pt x="563113" y="148595"/>
                </a:cubicBezTo>
                <a:lnTo>
                  <a:pt x="563113" y="85951"/>
                </a:lnTo>
                <a:cubicBezTo>
                  <a:pt x="563113" y="81550"/>
                  <a:pt x="562910" y="78002"/>
                  <a:pt x="562506" y="75308"/>
                </a:cubicBezTo>
                <a:cubicBezTo>
                  <a:pt x="562102" y="72614"/>
                  <a:pt x="561339" y="70458"/>
                  <a:pt x="560216" y="68841"/>
                </a:cubicBezTo>
                <a:cubicBezTo>
                  <a:pt x="559093" y="67225"/>
                  <a:pt x="557567" y="65990"/>
                  <a:pt x="555636" y="65137"/>
                </a:cubicBezTo>
                <a:cubicBezTo>
                  <a:pt x="553705" y="64283"/>
                  <a:pt x="551212" y="63542"/>
                  <a:pt x="548159" y="62914"/>
                </a:cubicBezTo>
                <a:lnTo>
                  <a:pt x="548159" y="53753"/>
                </a:lnTo>
                <a:lnTo>
                  <a:pt x="585206" y="52675"/>
                </a:lnTo>
                <a:lnTo>
                  <a:pt x="602046" y="52675"/>
                </a:lnTo>
                <a:lnTo>
                  <a:pt x="602046" y="148460"/>
                </a:lnTo>
                <a:cubicBezTo>
                  <a:pt x="602046" y="153490"/>
                  <a:pt x="602114" y="157374"/>
                  <a:pt x="602248" y="160113"/>
                </a:cubicBezTo>
                <a:cubicBezTo>
                  <a:pt x="602383" y="162853"/>
                  <a:pt x="602585" y="164963"/>
                  <a:pt x="602855" y="166445"/>
                </a:cubicBezTo>
                <a:cubicBezTo>
                  <a:pt x="603124" y="167927"/>
                  <a:pt x="603506" y="169252"/>
                  <a:pt x="604000" y="170419"/>
                </a:cubicBezTo>
                <a:cubicBezTo>
                  <a:pt x="604494" y="171587"/>
                  <a:pt x="605145" y="172665"/>
                  <a:pt x="605953" y="173653"/>
                </a:cubicBezTo>
                <a:cubicBezTo>
                  <a:pt x="606761" y="174641"/>
                  <a:pt x="607929" y="175539"/>
                  <a:pt x="609456" y="176347"/>
                </a:cubicBezTo>
                <a:cubicBezTo>
                  <a:pt x="610983" y="177155"/>
                  <a:pt x="613003" y="177874"/>
                  <a:pt x="615518" y="178503"/>
                </a:cubicBezTo>
                <a:lnTo>
                  <a:pt x="615518" y="187394"/>
                </a:lnTo>
                <a:lnTo>
                  <a:pt x="549775" y="187394"/>
                </a:lnTo>
                <a:lnTo>
                  <a:pt x="549775" y="178503"/>
                </a:lnTo>
                <a:close/>
                <a:moveTo>
                  <a:pt x="759293" y="162875"/>
                </a:moveTo>
                <a:cubicBezTo>
                  <a:pt x="750132" y="172575"/>
                  <a:pt x="741061" y="179446"/>
                  <a:pt x="732080" y="183487"/>
                </a:cubicBezTo>
                <a:cubicBezTo>
                  <a:pt x="723098" y="187529"/>
                  <a:pt x="712770" y="189550"/>
                  <a:pt x="701094" y="189550"/>
                </a:cubicBezTo>
                <a:cubicBezTo>
                  <a:pt x="680168" y="189550"/>
                  <a:pt x="664428" y="183824"/>
                  <a:pt x="653875" y="172373"/>
                </a:cubicBezTo>
                <a:cubicBezTo>
                  <a:pt x="643322" y="160922"/>
                  <a:pt x="638046" y="143925"/>
                  <a:pt x="638046" y="121382"/>
                </a:cubicBezTo>
                <a:cubicBezTo>
                  <a:pt x="638046" y="106832"/>
                  <a:pt x="640763" y="94281"/>
                  <a:pt x="646196" y="83728"/>
                </a:cubicBezTo>
                <a:cubicBezTo>
                  <a:pt x="651630" y="73175"/>
                  <a:pt x="659331" y="65182"/>
                  <a:pt x="669301" y="59748"/>
                </a:cubicBezTo>
                <a:cubicBezTo>
                  <a:pt x="679270" y="54314"/>
                  <a:pt x="690856" y="51597"/>
                  <a:pt x="704058" y="51597"/>
                </a:cubicBezTo>
                <a:cubicBezTo>
                  <a:pt x="712231" y="51597"/>
                  <a:pt x="719394" y="52540"/>
                  <a:pt x="725546" y="54426"/>
                </a:cubicBezTo>
                <a:cubicBezTo>
                  <a:pt x="731698" y="56313"/>
                  <a:pt x="736974" y="58940"/>
                  <a:pt x="741375" y="62308"/>
                </a:cubicBezTo>
                <a:cubicBezTo>
                  <a:pt x="745776" y="65675"/>
                  <a:pt x="749413" y="69740"/>
                  <a:pt x="752287" y="74500"/>
                </a:cubicBezTo>
                <a:cubicBezTo>
                  <a:pt x="755700" y="80158"/>
                  <a:pt x="758260" y="86624"/>
                  <a:pt x="759966" y="93899"/>
                </a:cubicBezTo>
                <a:cubicBezTo>
                  <a:pt x="761763" y="101354"/>
                  <a:pt x="762706" y="110380"/>
                  <a:pt x="762795" y="120978"/>
                </a:cubicBezTo>
                <a:lnTo>
                  <a:pt x="677384" y="120978"/>
                </a:lnTo>
                <a:cubicBezTo>
                  <a:pt x="677473" y="137234"/>
                  <a:pt x="680370" y="149201"/>
                  <a:pt x="686073" y="156880"/>
                </a:cubicBezTo>
                <a:cubicBezTo>
                  <a:pt x="691776" y="164559"/>
                  <a:pt x="700466" y="168399"/>
                  <a:pt x="712141" y="168399"/>
                </a:cubicBezTo>
                <a:cubicBezTo>
                  <a:pt x="718967" y="168399"/>
                  <a:pt x="725119" y="167119"/>
                  <a:pt x="730598" y="164559"/>
                </a:cubicBezTo>
                <a:cubicBezTo>
                  <a:pt x="736076" y="162000"/>
                  <a:pt x="742004" y="157486"/>
                  <a:pt x="748381" y="151020"/>
                </a:cubicBezTo>
                <a:lnTo>
                  <a:pt x="759293" y="162875"/>
                </a:lnTo>
                <a:moveTo>
                  <a:pt x="722919" y="106428"/>
                </a:moveTo>
                <a:cubicBezTo>
                  <a:pt x="722559" y="92687"/>
                  <a:pt x="720763" y="82448"/>
                  <a:pt x="717530" y="75712"/>
                </a:cubicBezTo>
                <a:cubicBezTo>
                  <a:pt x="714297" y="68976"/>
                  <a:pt x="709088" y="65608"/>
                  <a:pt x="701903" y="65608"/>
                </a:cubicBezTo>
                <a:cubicBezTo>
                  <a:pt x="694987" y="65608"/>
                  <a:pt x="689486" y="69111"/>
                  <a:pt x="685399" y="76116"/>
                </a:cubicBezTo>
                <a:cubicBezTo>
                  <a:pt x="681313" y="83122"/>
                  <a:pt x="678866" y="93226"/>
                  <a:pt x="678057" y="106428"/>
                </a:cubicBezTo>
                <a:lnTo>
                  <a:pt x="722919" y="106428"/>
                </a:lnTo>
                <a:close/>
                <a:moveTo>
                  <a:pt x="837110" y="53753"/>
                </a:moveTo>
                <a:lnTo>
                  <a:pt x="837110" y="62644"/>
                </a:lnTo>
                <a:cubicBezTo>
                  <a:pt x="832888" y="63453"/>
                  <a:pt x="829790" y="64665"/>
                  <a:pt x="827814" y="66282"/>
                </a:cubicBezTo>
                <a:cubicBezTo>
                  <a:pt x="825838" y="67898"/>
                  <a:pt x="824850" y="70323"/>
                  <a:pt x="824850" y="73557"/>
                </a:cubicBezTo>
                <a:cubicBezTo>
                  <a:pt x="824850" y="77868"/>
                  <a:pt x="826018" y="83481"/>
                  <a:pt x="828353" y="90396"/>
                </a:cubicBezTo>
                <a:lnTo>
                  <a:pt x="847752" y="149269"/>
                </a:lnTo>
                <a:lnTo>
                  <a:pt x="869173" y="97671"/>
                </a:lnTo>
                <a:cubicBezTo>
                  <a:pt x="870969" y="93360"/>
                  <a:pt x="872316" y="89566"/>
                  <a:pt x="873214" y="86287"/>
                </a:cubicBezTo>
                <a:cubicBezTo>
                  <a:pt x="874112" y="83009"/>
                  <a:pt x="874561" y="79799"/>
                  <a:pt x="874561" y="76655"/>
                </a:cubicBezTo>
                <a:cubicBezTo>
                  <a:pt x="874561" y="72883"/>
                  <a:pt x="873484" y="69762"/>
                  <a:pt x="871328" y="67292"/>
                </a:cubicBezTo>
                <a:cubicBezTo>
                  <a:pt x="869173" y="64822"/>
                  <a:pt x="866119" y="63273"/>
                  <a:pt x="862167" y="62644"/>
                </a:cubicBezTo>
                <a:lnTo>
                  <a:pt x="862167" y="53753"/>
                </a:lnTo>
                <a:lnTo>
                  <a:pt x="914573" y="53753"/>
                </a:lnTo>
                <a:lnTo>
                  <a:pt x="914573" y="62779"/>
                </a:lnTo>
                <a:cubicBezTo>
                  <a:pt x="911968" y="63587"/>
                  <a:pt x="909880" y="64575"/>
                  <a:pt x="908309" y="65743"/>
                </a:cubicBezTo>
                <a:cubicBezTo>
                  <a:pt x="906737" y="66910"/>
                  <a:pt x="905255" y="68437"/>
                  <a:pt x="903863" y="70323"/>
                </a:cubicBezTo>
                <a:cubicBezTo>
                  <a:pt x="902471" y="72209"/>
                  <a:pt x="900787" y="75016"/>
                  <a:pt x="898811" y="78743"/>
                </a:cubicBezTo>
                <a:cubicBezTo>
                  <a:pt x="896835" y="82470"/>
                  <a:pt x="894141" y="88106"/>
                  <a:pt x="890728" y="95650"/>
                </a:cubicBezTo>
                <a:lnTo>
                  <a:pt x="848695" y="188741"/>
                </a:lnTo>
                <a:lnTo>
                  <a:pt x="823233" y="188741"/>
                </a:lnTo>
                <a:lnTo>
                  <a:pt x="787668" y="86220"/>
                </a:lnTo>
                <a:cubicBezTo>
                  <a:pt x="785243" y="79125"/>
                  <a:pt x="783267" y="74253"/>
                  <a:pt x="781740" y="71603"/>
                </a:cubicBezTo>
                <a:cubicBezTo>
                  <a:pt x="780213" y="68954"/>
                  <a:pt x="778529" y="66933"/>
                  <a:pt x="776688" y="65541"/>
                </a:cubicBezTo>
                <a:cubicBezTo>
                  <a:pt x="774847" y="64149"/>
                  <a:pt x="772579" y="63183"/>
                  <a:pt x="769885" y="62644"/>
                </a:cubicBezTo>
                <a:lnTo>
                  <a:pt x="769885" y="53753"/>
                </a:lnTo>
                <a:lnTo>
                  <a:pt x="837110" y="53753"/>
                </a:lnTo>
                <a:close/>
                <a:moveTo>
                  <a:pt x="1039887" y="162875"/>
                </a:moveTo>
                <a:cubicBezTo>
                  <a:pt x="1030726" y="172575"/>
                  <a:pt x="1021655" y="179446"/>
                  <a:pt x="1012674" y="183487"/>
                </a:cubicBezTo>
                <a:cubicBezTo>
                  <a:pt x="1003692" y="187529"/>
                  <a:pt x="993364" y="189550"/>
                  <a:pt x="981688" y="189550"/>
                </a:cubicBezTo>
                <a:cubicBezTo>
                  <a:pt x="960762" y="189550"/>
                  <a:pt x="945022" y="183824"/>
                  <a:pt x="934469" y="172373"/>
                </a:cubicBezTo>
                <a:cubicBezTo>
                  <a:pt x="923916" y="160922"/>
                  <a:pt x="918640" y="143925"/>
                  <a:pt x="918640" y="121382"/>
                </a:cubicBezTo>
                <a:cubicBezTo>
                  <a:pt x="918640" y="106832"/>
                  <a:pt x="921357" y="94281"/>
                  <a:pt x="926790" y="83728"/>
                </a:cubicBezTo>
                <a:cubicBezTo>
                  <a:pt x="932224" y="73175"/>
                  <a:pt x="939926" y="65182"/>
                  <a:pt x="949895" y="59748"/>
                </a:cubicBezTo>
                <a:cubicBezTo>
                  <a:pt x="959864" y="54314"/>
                  <a:pt x="971450" y="51597"/>
                  <a:pt x="984652" y="51597"/>
                </a:cubicBezTo>
                <a:cubicBezTo>
                  <a:pt x="992825" y="51597"/>
                  <a:pt x="999988" y="52540"/>
                  <a:pt x="1006140" y="54426"/>
                </a:cubicBezTo>
                <a:cubicBezTo>
                  <a:pt x="1012292" y="56313"/>
                  <a:pt x="1017569" y="58940"/>
                  <a:pt x="1021969" y="62308"/>
                </a:cubicBezTo>
                <a:cubicBezTo>
                  <a:pt x="1026370" y="65675"/>
                  <a:pt x="1030008" y="69740"/>
                  <a:pt x="1032882" y="74500"/>
                </a:cubicBezTo>
                <a:cubicBezTo>
                  <a:pt x="1036294" y="80158"/>
                  <a:pt x="1038854" y="86624"/>
                  <a:pt x="1040561" y="93899"/>
                </a:cubicBezTo>
                <a:cubicBezTo>
                  <a:pt x="1042357" y="101354"/>
                  <a:pt x="1043300" y="110380"/>
                  <a:pt x="1043390" y="120978"/>
                </a:cubicBezTo>
                <a:lnTo>
                  <a:pt x="957978" y="120978"/>
                </a:lnTo>
                <a:cubicBezTo>
                  <a:pt x="958068" y="137234"/>
                  <a:pt x="960964" y="149201"/>
                  <a:pt x="966667" y="156880"/>
                </a:cubicBezTo>
                <a:cubicBezTo>
                  <a:pt x="972370" y="164559"/>
                  <a:pt x="981060" y="168399"/>
                  <a:pt x="992735" y="168399"/>
                </a:cubicBezTo>
                <a:cubicBezTo>
                  <a:pt x="999561" y="168399"/>
                  <a:pt x="1005713" y="167119"/>
                  <a:pt x="1011192" y="164559"/>
                </a:cubicBezTo>
                <a:cubicBezTo>
                  <a:pt x="1016670" y="162000"/>
                  <a:pt x="1022598" y="157486"/>
                  <a:pt x="1028975" y="151020"/>
                </a:cubicBezTo>
                <a:lnTo>
                  <a:pt x="1039887" y="162875"/>
                </a:lnTo>
                <a:moveTo>
                  <a:pt x="1003513" y="106428"/>
                </a:moveTo>
                <a:cubicBezTo>
                  <a:pt x="1003154" y="92687"/>
                  <a:pt x="1001357" y="82448"/>
                  <a:pt x="998124" y="75712"/>
                </a:cubicBezTo>
                <a:cubicBezTo>
                  <a:pt x="994891" y="68976"/>
                  <a:pt x="989682" y="65608"/>
                  <a:pt x="982497" y="65608"/>
                </a:cubicBezTo>
                <a:cubicBezTo>
                  <a:pt x="975581" y="65608"/>
                  <a:pt x="970080" y="69111"/>
                  <a:pt x="965994" y="76116"/>
                </a:cubicBezTo>
                <a:cubicBezTo>
                  <a:pt x="961907" y="83122"/>
                  <a:pt x="959460" y="93226"/>
                  <a:pt x="958651" y="106428"/>
                </a:cubicBezTo>
                <a:lnTo>
                  <a:pt x="1003513" y="106428"/>
                </a:lnTo>
                <a:close/>
                <a:moveTo>
                  <a:pt x="1114722" y="73018"/>
                </a:moveTo>
                <a:lnTo>
                  <a:pt x="1116473" y="73422"/>
                </a:lnTo>
                <a:cubicBezTo>
                  <a:pt x="1123029" y="65698"/>
                  <a:pt x="1129765" y="60130"/>
                  <a:pt x="1136681" y="56717"/>
                </a:cubicBezTo>
                <a:cubicBezTo>
                  <a:pt x="1143596" y="53304"/>
                  <a:pt x="1151096" y="51597"/>
                  <a:pt x="1159179" y="51597"/>
                </a:cubicBezTo>
                <a:cubicBezTo>
                  <a:pt x="1164658" y="51597"/>
                  <a:pt x="1170406" y="52181"/>
                  <a:pt x="1176423" y="53349"/>
                </a:cubicBezTo>
                <a:lnTo>
                  <a:pt x="1176423" y="90531"/>
                </a:lnTo>
                <a:lnTo>
                  <a:pt x="1152039" y="90531"/>
                </a:lnTo>
                <a:cubicBezTo>
                  <a:pt x="1150512" y="85322"/>
                  <a:pt x="1148514" y="81325"/>
                  <a:pt x="1146044" y="78541"/>
                </a:cubicBezTo>
                <a:cubicBezTo>
                  <a:pt x="1143574" y="75757"/>
                  <a:pt x="1140273" y="74365"/>
                  <a:pt x="1136142" y="74365"/>
                </a:cubicBezTo>
                <a:cubicBezTo>
                  <a:pt x="1134166" y="74365"/>
                  <a:pt x="1131988" y="74971"/>
                  <a:pt x="1129608" y="76184"/>
                </a:cubicBezTo>
                <a:cubicBezTo>
                  <a:pt x="1127228" y="77396"/>
                  <a:pt x="1125028" y="79102"/>
                  <a:pt x="1123007" y="81303"/>
                </a:cubicBezTo>
                <a:cubicBezTo>
                  <a:pt x="1120986" y="83503"/>
                  <a:pt x="1119549" y="85749"/>
                  <a:pt x="1118696" y="88039"/>
                </a:cubicBezTo>
                <a:cubicBezTo>
                  <a:pt x="1117843" y="90329"/>
                  <a:pt x="1117281" y="92642"/>
                  <a:pt x="1117012" y="94977"/>
                </a:cubicBezTo>
                <a:cubicBezTo>
                  <a:pt x="1116742" y="97312"/>
                  <a:pt x="1116608" y="100815"/>
                  <a:pt x="1116608" y="105485"/>
                </a:cubicBezTo>
                <a:lnTo>
                  <a:pt x="1116608" y="148460"/>
                </a:lnTo>
                <a:cubicBezTo>
                  <a:pt x="1116608" y="156992"/>
                  <a:pt x="1116922" y="162965"/>
                  <a:pt x="1117551" y="166378"/>
                </a:cubicBezTo>
                <a:cubicBezTo>
                  <a:pt x="1118179" y="169791"/>
                  <a:pt x="1119437" y="172463"/>
                  <a:pt x="1121323" y="174394"/>
                </a:cubicBezTo>
                <a:cubicBezTo>
                  <a:pt x="1123209" y="176325"/>
                  <a:pt x="1126397" y="177694"/>
                  <a:pt x="1130888" y="178503"/>
                </a:cubicBezTo>
                <a:lnTo>
                  <a:pt x="1130888" y="187394"/>
                </a:lnTo>
                <a:lnTo>
                  <a:pt x="1064472" y="187394"/>
                </a:lnTo>
                <a:lnTo>
                  <a:pt x="1064472" y="178503"/>
                </a:lnTo>
                <a:cubicBezTo>
                  <a:pt x="1068783" y="177335"/>
                  <a:pt x="1071769" y="175808"/>
                  <a:pt x="1073430" y="173922"/>
                </a:cubicBezTo>
                <a:cubicBezTo>
                  <a:pt x="1075092" y="172036"/>
                  <a:pt x="1076215" y="169476"/>
                  <a:pt x="1076798" y="166243"/>
                </a:cubicBezTo>
                <a:cubicBezTo>
                  <a:pt x="1077382" y="163010"/>
                  <a:pt x="1077674" y="157127"/>
                  <a:pt x="1077674" y="148595"/>
                </a:cubicBezTo>
                <a:lnTo>
                  <a:pt x="1077674" y="93226"/>
                </a:lnTo>
                <a:cubicBezTo>
                  <a:pt x="1077674" y="86579"/>
                  <a:pt x="1077562" y="81662"/>
                  <a:pt x="1077337" y="78474"/>
                </a:cubicBezTo>
                <a:cubicBezTo>
                  <a:pt x="1077113" y="75285"/>
                  <a:pt x="1076574" y="72726"/>
                  <a:pt x="1075721" y="70795"/>
                </a:cubicBezTo>
                <a:cubicBezTo>
                  <a:pt x="1074867" y="68864"/>
                  <a:pt x="1073565" y="67292"/>
                  <a:pt x="1071814" y="66080"/>
                </a:cubicBezTo>
                <a:cubicBezTo>
                  <a:pt x="1070062" y="64867"/>
                  <a:pt x="1067031" y="63812"/>
                  <a:pt x="1062720" y="62914"/>
                </a:cubicBezTo>
                <a:lnTo>
                  <a:pt x="1062720" y="53753"/>
                </a:lnTo>
                <a:lnTo>
                  <a:pt x="1099633" y="52675"/>
                </a:lnTo>
                <a:lnTo>
                  <a:pt x="1116608" y="52675"/>
                </a:lnTo>
                <a:lnTo>
                  <a:pt x="1114722" y="73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88C61-1B05-4EB2-BB60-3907645F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953" y="4874577"/>
            <a:ext cx="3841439" cy="330142"/>
          </a:xfrm>
          <a:custGeom xmlns:a="http://schemas.openxmlformats.org/drawingml/2006/main">
            <a:pathLst>
              <a:path w="3841439" h="330142">
                <a:moveTo>
                  <a:pt x="0" y="0"/>
                </a:moveTo>
                <a:lnTo>
                  <a:pt x="3676368" y="0"/>
                </a:lnTo>
                <a:lnTo>
                  <a:pt x="3841439" y="165071"/>
                </a:lnTo>
                <a:lnTo>
                  <a:pt x="3676368" y="330142"/>
                </a:lnTo>
                <a:lnTo>
                  <a:pt x="0" y="330142"/>
                </a:lnTo>
                <a:lnTo>
                  <a:pt x="165071" y="1650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75680984-D952-4B7E-852E-5408072C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592" y="4957360"/>
            <a:ext cx="1273701" cy="188202"/>
          </a:xfrm>
          <a:custGeom xmlns:a="http://schemas.openxmlformats.org/drawingml/2006/main">
            <a:pathLst>
              <a:path w="1273701" h="188202">
                <a:moveTo>
                  <a:pt x="140377" y="7140"/>
                </a:moveTo>
                <a:lnTo>
                  <a:pt x="140377" y="45400"/>
                </a:lnTo>
                <a:lnTo>
                  <a:pt x="121921" y="45400"/>
                </a:lnTo>
                <a:cubicBezTo>
                  <a:pt x="119855" y="37856"/>
                  <a:pt x="117497" y="32041"/>
                  <a:pt x="114848" y="27954"/>
                </a:cubicBezTo>
                <a:cubicBezTo>
                  <a:pt x="112198" y="23868"/>
                  <a:pt x="108786" y="20814"/>
                  <a:pt x="104609" y="18793"/>
                </a:cubicBezTo>
                <a:cubicBezTo>
                  <a:pt x="100433" y="16773"/>
                  <a:pt x="95067" y="15762"/>
                  <a:pt x="88510" y="15762"/>
                </a:cubicBezTo>
                <a:cubicBezTo>
                  <a:pt x="79619" y="15762"/>
                  <a:pt x="71760" y="18479"/>
                  <a:pt x="64935" y="23913"/>
                </a:cubicBezTo>
                <a:cubicBezTo>
                  <a:pt x="58109" y="29346"/>
                  <a:pt x="52720" y="38013"/>
                  <a:pt x="48768" y="49913"/>
                </a:cubicBezTo>
                <a:cubicBezTo>
                  <a:pt x="44817" y="61814"/>
                  <a:pt x="42841" y="76880"/>
                  <a:pt x="42841" y="95112"/>
                </a:cubicBezTo>
                <a:cubicBezTo>
                  <a:pt x="42841" y="110829"/>
                  <a:pt x="44165" y="124458"/>
                  <a:pt x="46815" y="135999"/>
                </a:cubicBezTo>
                <a:cubicBezTo>
                  <a:pt x="49464" y="147540"/>
                  <a:pt x="53506" y="156499"/>
                  <a:pt x="58940" y="162875"/>
                </a:cubicBezTo>
                <a:cubicBezTo>
                  <a:pt x="64373" y="169252"/>
                  <a:pt x="71087" y="172440"/>
                  <a:pt x="79080" y="172440"/>
                </a:cubicBezTo>
                <a:cubicBezTo>
                  <a:pt x="86984" y="172440"/>
                  <a:pt x="92821" y="170083"/>
                  <a:pt x="96593" y="165368"/>
                </a:cubicBezTo>
                <a:cubicBezTo>
                  <a:pt x="100366" y="160652"/>
                  <a:pt x="102252" y="153131"/>
                  <a:pt x="102252" y="142802"/>
                </a:cubicBezTo>
                <a:lnTo>
                  <a:pt x="102252" y="137683"/>
                </a:lnTo>
                <a:cubicBezTo>
                  <a:pt x="102252" y="130857"/>
                  <a:pt x="102027" y="125985"/>
                  <a:pt x="101578" y="123066"/>
                </a:cubicBezTo>
                <a:cubicBezTo>
                  <a:pt x="101129" y="120147"/>
                  <a:pt x="100433" y="117969"/>
                  <a:pt x="99490" y="116532"/>
                </a:cubicBezTo>
                <a:cubicBezTo>
                  <a:pt x="98547" y="115095"/>
                  <a:pt x="97312" y="113927"/>
                  <a:pt x="95785" y="113029"/>
                </a:cubicBezTo>
                <a:cubicBezTo>
                  <a:pt x="94258" y="112131"/>
                  <a:pt x="91564" y="111098"/>
                  <a:pt x="87702" y="109931"/>
                </a:cubicBezTo>
                <a:lnTo>
                  <a:pt x="87702" y="101039"/>
                </a:lnTo>
                <a:lnTo>
                  <a:pt x="156678" y="101039"/>
                </a:lnTo>
                <a:lnTo>
                  <a:pt x="156678" y="109931"/>
                </a:lnTo>
                <a:cubicBezTo>
                  <a:pt x="152188" y="111278"/>
                  <a:pt x="149134" y="112805"/>
                  <a:pt x="147517" y="114511"/>
                </a:cubicBezTo>
                <a:cubicBezTo>
                  <a:pt x="145901" y="116218"/>
                  <a:pt x="144800" y="118485"/>
                  <a:pt x="144217" y="121314"/>
                </a:cubicBezTo>
                <a:cubicBezTo>
                  <a:pt x="143633" y="124144"/>
                  <a:pt x="143341" y="128118"/>
                  <a:pt x="143341" y="133237"/>
                </a:cubicBezTo>
                <a:lnTo>
                  <a:pt x="143341" y="184026"/>
                </a:lnTo>
                <a:lnTo>
                  <a:pt x="123941" y="188068"/>
                </a:lnTo>
                <a:lnTo>
                  <a:pt x="114781" y="178368"/>
                </a:lnTo>
                <a:cubicBezTo>
                  <a:pt x="104093" y="184924"/>
                  <a:pt x="91833" y="188202"/>
                  <a:pt x="78002" y="188202"/>
                </a:cubicBezTo>
                <a:cubicBezTo>
                  <a:pt x="51777" y="188202"/>
                  <a:pt x="32220" y="180546"/>
                  <a:pt x="19332" y="165233"/>
                </a:cubicBezTo>
                <a:cubicBezTo>
                  <a:pt x="6444" y="149920"/>
                  <a:pt x="0" y="126726"/>
                  <a:pt x="0" y="95650"/>
                </a:cubicBezTo>
                <a:cubicBezTo>
                  <a:pt x="0" y="79305"/>
                  <a:pt x="2290" y="64935"/>
                  <a:pt x="6871" y="52540"/>
                </a:cubicBezTo>
                <a:cubicBezTo>
                  <a:pt x="11451" y="40146"/>
                  <a:pt x="17805" y="30065"/>
                  <a:pt x="25933" y="22296"/>
                </a:cubicBezTo>
                <a:cubicBezTo>
                  <a:pt x="34061" y="14527"/>
                  <a:pt x="43222" y="8869"/>
                  <a:pt x="53416" y="5321"/>
                </a:cubicBezTo>
                <a:cubicBezTo>
                  <a:pt x="63610" y="1774"/>
                  <a:pt x="74544" y="0"/>
                  <a:pt x="86220" y="0"/>
                </a:cubicBezTo>
                <a:cubicBezTo>
                  <a:pt x="105889" y="0"/>
                  <a:pt x="123941" y="2380"/>
                  <a:pt x="140377" y="7140"/>
                </a:cubicBezTo>
                <a:close/>
                <a:moveTo>
                  <a:pt x="298693" y="161528"/>
                </a:moveTo>
                <a:cubicBezTo>
                  <a:pt x="289532" y="171228"/>
                  <a:pt x="280461" y="178098"/>
                  <a:pt x="271479" y="182140"/>
                </a:cubicBezTo>
                <a:cubicBezTo>
                  <a:pt x="262498" y="186182"/>
                  <a:pt x="252170" y="188202"/>
                  <a:pt x="240494" y="188202"/>
                </a:cubicBezTo>
                <a:cubicBezTo>
                  <a:pt x="219568" y="188202"/>
                  <a:pt x="203828" y="182477"/>
                  <a:pt x="193275" y="171026"/>
                </a:cubicBezTo>
                <a:cubicBezTo>
                  <a:pt x="182722" y="159575"/>
                  <a:pt x="177445" y="142578"/>
                  <a:pt x="177445" y="120035"/>
                </a:cubicBezTo>
                <a:cubicBezTo>
                  <a:pt x="177445" y="105485"/>
                  <a:pt x="180162" y="92934"/>
                  <a:pt x="185596" y="82381"/>
                </a:cubicBezTo>
                <a:cubicBezTo>
                  <a:pt x="191030" y="71828"/>
                  <a:pt x="198731" y="63834"/>
                  <a:pt x="208700" y="58401"/>
                </a:cubicBezTo>
                <a:cubicBezTo>
                  <a:pt x="218669" y="52967"/>
                  <a:pt x="230255" y="50250"/>
                  <a:pt x="243458" y="50250"/>
                </a:cubicBezTo>
                <a:cubicBezTo>
                  <a:pt x="251631" y="50250"/>
                  <a:pt x="258793" y="51193"/>
                  <a:pt x="264945" y="53079"/>
                </a:cubicBezTo>
                <a:cubicBezTo>
                  <a:pt x="271098" y="54965"/>
                  <a:pt x="276374" y="57592"/>
                  <a:pt x="280775" y="60960"/>
                </a:cubicBezTo>
                <a:cubicBezTo>
                  <a:pt x="285176" y="64328"/>
                  <a:pt x="288813" y="68392"/>
                  <a:pt x="291687" y="73152"/>
                </a:cubicBezTo>
                <a:cubicBezTo>
                  <a:pt x="295100" y="78811"/>
                  <a:pt x="297660" y="85277"/>
                  <a:pt x="299366" y="92552"/>
                </a:cubicBezTo>
                <a:cubicBezTo>
                  <a:pt x="301162" y="100006"/>
                  <a:pt x="302105" y="109033"/>
                  <a:pt x="302195" y="119630"/>
                </a:cubicBezTo>
                <a:lnTo>
                  <a:pt x="216783" y="119630"/>
                </a:lnTo>
                <a:cubicBezTo>
                  <a:pt x="216873" y="135887"/>
                  <a:pt x="219770" y="147854"/>
                  <a:pt x="225473" y="155533"/>
                </a:cubicBezTo>
                <a:cubicBezTo>
                  <a:pt x="231176" y="163212"/>
                  <a:pt x="239865" y="167052"/>
                  <a:pt x="251541" y="167052"/>
                </a:cubicBezTo>
                <a:cubicBezTo>
                  <a:pt x="258367" y="167052"/>
                  <a:pt x="264519" y="165772"/>
                  <a:pt x="269997" y="163212"/>
                </a:cubicBezTo>
                <a:cubicBezTo>
                  <a:pt x="275476" y="160652"/>
                  <a:pt x="281404" y="156139"/>
                  <a:pt x="287780" y="149673"/>
                </a:cubicBezTo>
                <a:lnTo>
                  <a:pt x="298693" y="161528"/>
                </a:lnTo>
                <a:moveTo>
                  <a:pt x="262318" y="105081"/>
                </a:moveTo>
                <a:cubicBezTo>
                  <a:pt x="261959" y="91339"/>
                  <a:pt x="260163" y="81101"/>
                  <a:pt x="256930" y="74365"/>
                </a:cubicBezTo>
                <a:cubicBezTo>
                  <a:pt x="253696" y="67629"/>
                  <a:pt x="248487" y="64261"/>
                  <a:pt x="241302" y="64261"/>
                </a:cubicBezTo>
                <a:cubicBezTo>
                  <a:pt x="234387" y="64261"/>
                  <a:pt x="228886" y="67764"/>
                  <a:pt x="224799" y="74769"/>
                </a:cubicBezTo>
                <a:cubicBezTo>
                  <a:pt x="220713" y="81774"/>
                  <a:pt x="218265" y="91878"/>
                  <a:pt x="217457" y="105081"/>
                </a:cubicBezTo>
                <a:lnTo>
                  <a:pt x="262318" y="105081"/>
                </a:lnTo>
                <a:close/>
                <a:moveTo>
                  <a:pt x="469717" y="186047"/>
                </a:moveTo>
                <a:lnTo>
                  <a:pt x="404378" y="186047"/>
                </a:lnTo>
                <a:lnTo>
                  <a:pt x="404378" y="177155"/>
                </a:lnTo>
                <a:cubicBezTo>
                  <a:pt x="408509" y="176167"/>
                  <a:pt x="411383" y="174708"/>
                  <a:pt x="413000" y="172777"/>
                </a:cubicBezTo>
                <a:cubicBezTo>
                  <a:pt x="414616" y="170846"/>
                  <a:pt x="415717" y="168242"/>
                  <a:pt x="416300" y="164963"/>
                </a:cubicBezTo>
                <a:cubicBezTo>
                  <a:pt x="416884" y="161685"/>
                  <a:pt x="417176" y="155780"/>
                  <a:pt x="417176" y="147248"/>
                </a:cubicBezTo>
                <a:lnTo>
                  <a:pt x="417176" y="111278"/>
                </a:lnTo>
                <a:cubicBezTo>
                  <a:pt x="417176" y="104901"/>
                  <a:pt x="417041" y="99670"/>
                  <a:pt x="416772" y="95583"/>
                </a:cubicBezTo>
                <a:cubicBezTo>
                  <a:pt x="416503" y="91497"/>
                  <a:pt x="416076" y="88151"/>
                  <a:pt x="415492" y="85547"/>
                </a:cubicBezTo>
                <a:cubicBezTo>
                  <a:pt x="414908" y="82942"/>
                  <a:pt x="414100" y="80764"/>
                  <a:pt x="413067" y="79013"/>
                </a:cubicBezTo>
                <a:cubicBezTo>
                  <a:pt x="412034" y="77261"/>
                  <a:pt x="410889" y="75824"/>
                  <a:pt x="409632" y="74702"/>
                </a:cubicBezTo>
                <a:cubicBezTo>
                  <a:pt x="408375" y="73579"/>
                  <a:pt x="406938" y="72748"/>
                  <a:pt x="405321" y="72209"/>
                </a:cubicBezTo>
                <a:cubicBezTo>
                  <a:pt x="403704" y="71670"/>
                  <a:pt x="401639" y="71401"/>
                  <a:pt x="399124" y="71401"/>
                </a:cubicBezTo>
                <a:cubicBezTo>
                  <a:pt x="395711" y="71401"/>
                  <a:pt x="392163" y="72456"/>
                  <a:pt x="388481" y="74567"/>
                </a:cubicBezTo>
                <a:cubicBezTo>
                  <a:pt x="384799" y="76678"/>
                  <a:pt x="381700" y="79596"/>
                  <a:pt x="379185" y="83324"/>
                </a:cubicBezTo>
                <a:cubicBezTo>
                  <a:pt x="376671" y="87051"/>
                  <a:pt x="375413" y="91025"/>
                  <a:pt x="375413" y="95246"/>
                </a:cubicBezTo>
                <a:lnTo>
                  <a:pt x="375413" y="147113"/>
                </a:lnTo>
                <a:cubicBezTo>
                  <a:pt x="375413" y="155645"/>
                  <a:pt x="375683" y="161573"/>
                  <a:pt x="376222" y="164896"/>
                </a:cubicBezTo>
                <a:cubicBezTo>
                  <a:pt x="376760" y="168219"/>
                  <a:pt x="377861" y="170846"/>
                  <a:pt x="379522" y="172777"/>
                </a:cubicBezTo>
                <a:cubicBezTo>
                  <a:pt x="381184" y="174708"/>
                  <a:pt x="384125" y="176167"/>
                  <a:pt x="388346" y="177155"/>
                </a:cubicBezTo>
                <a:lnTo>
                  <a:pt x="388346" y="186047"/>
                </a:lnTo>
                <a:lnTo>
                  <a:pt x="323277" y="186047"/>
                </a:lnTo>
                <a:lnTo>
                  <a:pt x="323277" y="177155"/>
                </a:lnTo>
                <a:cubicBezTo>
                  <a:pt x="327588" y="175988"/>
                  <a:pt x="330574" y="174461"/>
                  <a:pt x="332236" y="172575"/>
                </a:cubicBezTo>
                <a:cubicBezTo>
                  <a:pt x="333897" y="170689"/>
                  <a:pt x="335020" y="168129"/>
                  <a:pt x="335604" y="164896"/>
                </a:cubicBezTo>
                <a:cubicBezTo>
                  <a:pt x="336188" y="161663"/>
                  <a:pt x="336479" y="155780"/>
                  <a:pt x="336479" y="147248"/>
                </a:cubicBezTo>
                <a:lnTo>
                  <a:pt x="336479" y="91878"/>
                </a:lnTo>
                <a:cubicBezTo>
                  <a:pt x="336479" y="85232"/>
                  <a:pt x="336367" y="80315"/>
                  <a:pt x="336143" y="77127"/>
                </a:cubicBezTo>
                <a:cubicBezTo>
                  <a:pt x="335918" y="73938"/>
                  <a:pt x="335379" y="71379"/>
                  <a:pt x="334526" y="69448"/>
                </a:cubicBezTo>
                <a:cubicBezTo>
                  <a:pt x="333673" y="67517"/>
                  <a:pt x="332371" y="65945"/>
                  <a:pt x="330619" y="64732"/>
                </a:cubicBezTo>
                <a:cubicBezTo>
                  <a:pt x="328868" y="63520"/>
                  <a:pt x="325837" y="62465"/>
                  <a:pt x="321526" y="61567"/>
                </a:cubicBezTo>
                <a:lnTo>
                  <a:pt x="321526" y="52406"/>
                </a:lnTo>
                <a:lnTo>
                  <a:pt x="358439" y="51328"/>
                </a:lnTo>
                <a:lnTo>
                  <a:pt x="375413" y="51328"/>
                </a:lnTo>
                <a:lnTo>
                  <a:pt x="373392" y="70727"/>
                </a:lnTo>
                <a:lnTo>
                  <a:pt x="375009" y="71132"/>
                </a:lnTo>
                <a:cubicBezTo>
                  <a:pt x="380578" y="66192"/>
                  <a:pt x="385472" y="62308"/>
                  <a:pt x="389693" y="59478"/>
                </a:cubicBezTo>
                <a:cubicBezTo>
                  <a:pt x="393915" y="56649"/>
                  <a:pt x="398338" y="54404"/>
                  <a:pt x="402963" y="52742"/>
                </a:cubicBezTo>
                <a:cubicBezTo>
                  <a:pt x="407589" y="51081"/>
                  <a:pt x="412461" y="50250"/>
                  <a:pt x="417580" y="50250"/>
                </a:cubicBezTo>
                <a:cubicBezTo>
                  <a:pt x="424945" y="50250"/>
                  <a:pt x="431052" y="51305"/>
                  <a:pt x="435902" y="53416"/>
                </a:cubicBezTo>
                <a:cubicBezTo>
                  <a:pt x="440752" y="55527"/>
                  <a:pt x="444681" y="58603"/>
                  <a:pt x="447690" y="62644"/>
                </a:cubicBezTo>
                <a:cubicBezTo>
                  <a:pt x="450699" y="66686"/>
                  <a:pt x="452854" y="71626"/>
                  <a:pt x="454157" y="77463"/>
                </a:cubicBezTo>
                <a:cubicBezTo>
                  <a:pt x="455459" y="83301"/>
                  <a:pt x="456110" y="90082"/>
                  <a:pt x="456110" y="97806"/>
                </a:cubicBezTo>
                <a:lnTo>
                  <a:pt x="456110" y="147113"/>
                </a:lnTo>
                <a:cubicBezTo>
                  <a:pt x="456110" y="151065"/>
                  <a:pt x="456177" y="154770"/>
                  <a:pt x="456312" y="158227"/>
                </a:cubicBezTo>
                <a:cubicBezTo>
                  <a:pt x="456447" y="161685"/>
                  <a:pt x="456784" y="164447"/>
                  <a:pt x="457322" y="166513"/>
                </a:cubicBezTo>
                <a:cubicBezTo>
                  <a:pt x="457861" y="168578"/>
                  <a:pt x="458602" y="170262"/>
                  <a:pt x="459545" y="171565"/>
                </a:cubicBezTo>
                <a:cubicBezTo>
                  <a:pt x="460488" y="172867"/>
                  <a:pt x="461813" y="173967"/>
                  <a:pt x="463519" y="174865"/>
                </a:cubicBezTo>
                <a:cubicBezTo>
                  <a:pt x="465226" y="175763"/>
                  <a:pt x="467292" y="176527"/>
                  <a:pt x="469717" y="177155"/>
                </a:cubicBezTo>
                <a:lnTo>
                  <a:pt x="469717" y="186047"/>
                </a:lnTo>
                <a:close/>
                <a:moveTo>
                  <a:pt x="611844" y="161528"/>
                </a:moveTo>
                <a:cubicBezTo>
                  <a:pt x="602683" y="171228"/>
                  <a:pt x="593612" y="178098"/>
                  <a:pt x="584631" y="182140"/>
                </a:cubicBezTo>
                <a:cubicBezTo>
                  <a:pt x="575649" y="186182"/>
                  <a:pt x="565321" y="188202"/>
                  <a:pt x="553645" y="188202"/>
                </a:cubicBezTo>
                <a:cubicBezTo>
                  <a:pt x="532719" y="188202"/>
                  <a:pt x="516979" y="182477"/>
                  <a:pt x="506426" y="171026"/>
                </a:cubicBezTo>
                <a:cubicBezTo>
                  <a:pt x="495873" y="159575"/>
                  <a:pt x="490597" y="142578"/>
                  <a:pt x="490597" y="120035"/>
                </a:cubicBezTo>
                <a:cubicBezTo>
                  <a:pt x="490597" y="105485"/>
                  <a:pt x="493314" y="92934"/>
                  <a:pt x="498747" y="82381"/>
                </a:cubicBezTo>
                <a:cubicBezTo>
                  <a:pt x="504181" y="71828"/>
                  <a:pt x="511882" y="63834"/>
                  <a:pt x="521852" y="58401"/>
                </a:cubicBezTo>
                <a:cubicBezTo>
                  <a:pt x="531821" y="52967"/>
                  <a:pt x="543407" y="50250"/>
                  <a:pt x="556609" y="50250"/>
                </a:cubicBezTo>
                <a:cubicBezTo>
                  <a:pt x="564782" y="50250"/>
                  <a:pt x="571945" y="51193"/>
                  <a:pt x="578097" y="53079"/>
                </a:cubicBezTo>
                <a:cubicBezTo>
                  <a:pt x="584249" y="54965"/>
                  <a:pt x="589526" y="57592"/>
                  <a:pt x="593926" y="60960"/>
                </a:cubicBezTo>
                <a:cubicBezTo>
                  <a:pt x="598327" y="64328"/>
                  <a:pt x="601965" y="68392"/>
                  <a:pt x="604839" y="73152"/>
                </a:cubicBezTo>
                <a:cubicBezTo>
                  <a:pt x="608251" y="78811"/>
                  <a:pt x="610811" y="85277"/>
                  <a:pt x="612518" y="92552"/>
                </a:cubicBezTo>
                <a:cubicBezTo>
                  <a:pt x="614314" y="100006"/>
                  <a:pt x="615257" y="109033"/>
                  <a:pt x="615347" y="119630"/>
                </a:cubicBezTo>
                <a:lnTo>
                  <a:pt x="529935" y="119630"/>
                </a:lnTo>
                <a:cubicBezTo>
                  <a:pt x="530025" y="135887"/>
                  <a:pt x="532921" y="147854"/>
                  <a:pt x="538624" y="155533"/>
                </a:cubicBezTo>
                <a:cubicBezTo>
                  <a:pt x="544327" y="163212"/>
                  <a:pt x="553017" y="167052"/>
                  <a:pt x="564692" y="167052"/>
                </a:cubicBezTo>
                <a:cubicBezTo>
                  <a:pt x="571518" y="167052"/>
                  <a:pt x="577670" y="165772"/>
                  <a:pt x="583149" y="163212"/>
                </a:cubicBezTo>
                <a:cubicBezTo>
                  <a:pt x="588627" y="160652"/>
                  <a:pt x="594555" y="156139"/>
                  <a:pt x="600932" y="149673"/>
                </a:cubicBezTo>
                <a:lnTo>
                  <a:pt x="611844" y="161528"/>
                </a:lnTo>
                <a:moveTo>
                  <a:pt x="575470" y="105081"/>
                </a:moveTo>
                <a:cubicBezTo>
                  <a:pt x="575111" y="91339"/>
                  <a:pt x="573314" y="81101"/>
                  <a:pt x="570081" y="74365"/>
                </a:cubicBezTo>
                <a:cubicBezTo>
                  <a:pt x="566848" y="67629"/>
                  <a:pt x="561639" y="64261"/>
                  <a:pt x="554454" y="64261"/>
                </a:cubicBezTo>
                <a:cubicBezTo>
                  <a:pt x="547538" y="64261"/>
                  <a:pt x="542037" y="67764"/>
                  <a:pt x="537951" y="74769"/>
                </a:cubicBezTo>
                <a:cubicBezTo>
                  <a:pt x="533864" y="81774"/>
                  <a:pt x="531417" y="91878"/>
                  <a:pt x="530608" y="105081"/>
                </a:cubicBezTo>
                <a:lnTo>
                  <a:pt x="575470" y="105081"/>
                </a:lnTo>
                <a:close/>
                <a:moveTo>
                  <a:pt x="686679" y="71670"/>
                </a:moveTo>
                <a:lnTo>
                  <a:pt x="688431" y="72075"/>
                </a:lnTo>
                <a:cubicBezTo>
                  <a:pt x="694987" y="64351"/>
                  <a:pt x="701723" y="58782"/>
                  <a:pt x="708639" y="55369"/>
                </a:cubicBezTo>
                <a:cubicBezTo>
                  <a:pt x="715554" y="51957"/>
                  <a:pt x="723054" y="50250"/>
                  <a:pt x="731137" y="50250"/>
                </a:cubicBezTo>
                <a:cubicBezTo>
                  <a:pt x="736615" y="50250"/>
                  <a:pt x="742363" y="50834"/>
                  <a:pt x="748381" y="52002"/>
                </a:cubicBezTo>
                <a:lnTo>
                  <a:pt x="748381" y="89184"/>
                </a:lnTo>
                <a:lnTo>
                  <a:pt x="723997" y="89184"/>
                </a:lnTo>
                <a:cubicBezTo>
                  <a:pt x="722470" y="83975"/>
                  <a:pt x="720471" y="79978"/>
                  <a:pt x="718002" y="77194"/>
                </a:cubicBezTo>
                <a:cubicBezTo>
                  <a:pt x="715532" y="74410"/>
                  <a:pt x="712231" y="73018"/>
                  <a:pt x="708100" y="73018"/>
                </a:cubicBezTo>
                <a:cubicBezTo>
                  <a:pt x="706124" y="73018"/>
                  <a:pt x="703946" y="73624"/>
                  <a:pt x="701566" y="74836"/>
                </a:cubicBezTo>
                <a:cubicBezTo>
                  <a:pt x="699186" y="76049"/>
                  <a:pt x="696985" y="77755"/>
                  <a:pt x="694965" y="79956"/>
                </a:cubicBezTo>
                <a:cubicBezTo>
                  <a:pt x="692944" y="82156"/>
                  <a:pt x="691507" y="84401"/>
                  <a:pt x="690654" y="86692"/>
                </a:cubicBezTo>
                <a:cubicBezTo>
                  <a:pt x="689800" y="88982"/>
                  <a:pt x="689239" y="91295"/>
                  <a:pt x="688970" y="93630"/>
                </a:cubicBezTo>
                <a:cubicBezTo>
                  <a:pt x="688700" y="95965"/>
                  <a:pt x="688566" y="99467"/>
                  <a:pt x="688566" y="104138"/>
                </a:cubicBezTo>
                <a:lnTo>
                  <a:pt x="688566" y="147113"/>
                </a:lnTo>
                <a:cubicBezTo>
                  <a:pt x="688566" y="155645"/>
                  <a:pt x="688880" y="161618"/>
                  <a:pt x="689509" y="165031"/>
                </a:cubicBezTo>
                <a:cubicBezTo>
                  <a:pt x="690137" y="168444"/>
                  <a:pt x="691395" y="171116"/>
                  <a:pt x="693281" y="173047"/>
                </a:cubicBezTo>
                <a:cubicBezTo>
                  <a:pt x="695167" y="174977"/>
                  <a:pt x="698355" y="176347"/>
                  <a:pt x="702846" y="177155"/>
                </a:cubicBezTo>
                <a:lnTo>
                  <a:pt x="702846" y="186047"/>
                </a:lnTo>
                <a:lnTo>
                  <a:pt x="636429" y="186047"/>
                </a:lnTo>
                <a:lnTo>
                  <a:pt x="636429" y="177155"/>
                </a:lnTo>
                <a:cubicBezTo>
                  <a:pt x="640740" y="175988"/>
                  <a:pt x="643727" y="174461"/>
                  <a:pt x="645388" y="172575"/>
                </a:cubicBezTo>
                <a:cubicBezTo>
                  <a:pt x="647050" y="170689"/>
                  <a:pt x="648172" y="168129"/>
                  <a:pt x="648756" y="164896"/>
                </a:cubicBezTo>
                <a:cubicBezTo>
                  <a:pt x="649340" y="161663"/>
                  <a:pt x="649632" y="155780"/>
                  <a:pt x="649632" y="147248"/>
                </a:cubicBezTo>
                <a:lnTo>
                  <a:pt x="649632" y="91878"/>
                </a:lnTo>
                <a:cubicBezTo>
                  <a:pt x="649632" y="85232"/>
                  <a:pt x="649520" y="80315"/>
                  <a:pt x="649295" y="77127"/>
                </a:cubicBezTo>
                <a:cubicBezTo>
                  <a:pt x="649070" y="73938"/>
                  <a:pt x="648532" y="71379"/>
                  <a:pt x="647678" y="69448"/>
                </a:cubicBezTo>
                <a:cubicBezTo>
                  <a:pt x="646825" y="67517"/>
                  <a:pt x="645523" y="65945"/>
                  <a:pt x="643772" y="64732"/>
                </a:cubicBezTo>
                <a:cubicBezTo>
                  <a:pt x="642020" y="63520"/>
                  <a:pt x="638989" y="62465"/>
                  <a:pt x="634678" y="61567"/>
                </a:cubicBezTo>
                <a:lnTo>
                  <a:pt x="634678" y="52406"/>
                </a:lnTo>
                <a:lnTo>
                  <a:pt x="671591" y="51328"/>
                </a:lnTo>
                <a:lnTo>
                  <a:pt x="688566" y="51328"/>
                </a:lnTo>
                <a:lnTo>
                  <a:pt x="686679" y="71670"/>
                </a:lnTo>
                <a:close/>
                <a:moveTo>
                  <a:pt x="838824" y="168399"/>
                </a:moveTo>
                <a:lnTo>
                  <a:pt x="836804" y="167725"/>
                </a:lnTo>
                <a:cubicBezTo>
                  <a:pt x="829439" y="174910"/>
                  <a:pt x="822276" y="180119"/>
                  <a:pt x="815316" y="183353"/>
                </a:cubicBezTo>
                <a:cubicBezTo>
                  <a:pt x="808355" y="186586"/>
                  <a:pt x="800968" y="188202"/>
                  <a:pt x="793155" y="188202"/>
                </a:cubicBezTo>
                <a:cubicBezTo>
                  <a:pt x="785431" y="188202"/>
                  <a:pt x="778717" y="186788"/>
                  <a:pt x="773014" y="183959"/>
                </a:cubicBezTo>
                <a:cubicBezTo>
                  <a:pt x="767311" y="181130"/>
                  <a:pt x="763000" y="177200"/>
                  <a:pt x="760081" y="172171"/>
                </a:cubicBezTo>
                <a:cubicBezTo>
                  <a:pt x="757162" y="167141"/>
                  <a:pt x="755703" y="161348"/>
                  <a:pt x="755703" y="154792"/>
                </a:cubicBezTo>
                <a:cubicBezTo>
                  <a:pt x="755703" y="141590"/>
                  <a:pt x="762192" y="131194"/>
                  <a:pt x="775170" y="123605"/>
                </a:cubicBezTo>
                <a:cubicBezTo>
                  <a:pt x="788148" y="116015"/>
                  <a:pt x="807839" y="111233"/>
                  <a:pt x="834244" y="109257"/>
                </a:cubicBezTo>
                <a:lnTo>
                  <a:pt x="834244" y="96459"/>
                </a:lnTo>
                <a:cubicBezTo>
                  <a:pt x="834244" y="88106"/>
                  <a:pt x="833301" y="81662"/>
                  <a:pt x="831415" y="77127"/>
                </a:cubicBezTo>
                <a:cubicBezTo>
                  <a:pt x="829529" y="72591"/>
                  <a:pt x="827104" y="69403"/>
                  <a:pt x="824140" y="67562"/>
                </a:cubicBezTo>
                <a:cubicBezTo>
                  <a:pt x="821176" y="65720"/>
                  <a:pt x="817629" y="64800"/>
                  <a:pt x="813497" y="64800"/>
                </a:cubicBezTo>
                <a:cubicBezTo>
                  <a:pt x="809366" y="64800"/>
                  <a:pt x="805796" y="65518"/>
                  <a:pt x="802787" y="66955"/>
                </a:cubicBezTo>
                <a:cubicBezTo>
                  <a:pt x="799778" y="68392"/>
                  <a:pt x="797062" y="71109"/>
                  <a:pt x="794637" y="75106"/>
                </a:cubicBezTo>
                <a:cubicBezTo>
                  <a:pt x="792212" y="79102"/>
                  <a:pt x="790415" y="84648"/>
                  <a:pt x="789248" y="91744"/>
                </a:cubicBezTo>
                <a:lnTo>
                  <a:pt x="763786" y="91744"/>
                </a:lnTo>
                <a:lnTo>
                  <a:pt x="763786" y="67225"/>
                </a:lnTo>
                <a:cubicBezTo>
                  <a:pt x="772049" y="63542"/>
                  <a:pt x="778919" y="60713"/>
                  <a:pt x="784398" y="58737"/>
                </a:cubicBezTo>
                <a:cubicBezTo>
                  <a:pt x="789877" y="56762"/>
                  <a:pt x="795288" y="55123"/>
                  <a:pt x="800632" y="53820"/>
                </a:cubicBezTo>
                <a:cubicBezTo>
                  <a:pt x="805975" y="52518"/>
                  <a:pt x="810758" y="51597"/>
                  <a:pt x="814979" y="51058"/>
                </a:cubicBezTo>
                <a:cubicBezTo>
                  <a:pt x="819200" y="50520"/>
                  <a:pt x="823422" y="50250"/>
                  <a:pt x="827643" y="50250"/>
                </a:cubicBezTo>
                <a:cubicBezTo>
                  <a:pt x="838510" y="50250"/>
                  <a:pt x="847199" y="51687"/>
                  <a:pt x="853711" y="54561"/>
                </a:cubicBezTo>
                <a:cubicBezTo>
                  <a:pt x="860222" y="57435"/>
                  <a:pt x="865095" y="62105"/>
                  <a:pt x="868328" y="68572"/>
                </a:cubicBezTo>
                <a:cubicBezTo>
                  <a:pt x="871561" y="75038"/>
                  <a:pt x="873178" y="83975"/>
                  <a:pt x="873178" y="95381"/>
                </a:cubicBezTo>
                <a:lnTo>
                  <a:pt x="873178" y="147921"/>
                </a:lnTo>
                <a:cubicBezTo>
                  <a:pt x="873178" y="153849"/>
                  <a:pt x="873312" y="158429"/>
                  <a:pt x="873582" y="161663"/>
                </a:cubicBezTo>
                <a:cubicBezTo>
                  <a:pt x="873851" y="164896"/>
                  <a:pt x="874278" y="167298"/>
                  <a:pt x="874862" y="168870"/>
                </a:cubicBezTo>
                <a:cubicBezTo>
                  <a:pt x="875446" y="170442"/>
                  <a:pt x="876186" y="171699"/>
                  <a:pt x="877085" y="172642"/>
                </a:cubicBezTo>
                <a:cubicBezTo>
                  <a:pt x="877983" y="173585"/>
                  <a:pt x="879083" y="174349"/>
                  <a:pt x="880385" y="174933"/>
                </a:cubicBezTo>
                <a:cubicBezTo>
                  <a:pt x="881688" y="175516"/>
                  <a:pt x="884135" y="176257"/>
                  <a:pt x="887727" y="177155"/>
                </a:cubicBezTo>
                <a:lnTo>
                  <a:pt x="887727" y="186047"/>
                </a:lnTo>
                <a:lnTo>
                  <a:pt x="837612" y="186047"/>
                </a:lnTo>
                <a:lnTo>
                  <a:pt x="838824" y="168399"/>
                </a:lnTo>
                <a:moveTo>
                  <a:pt x="834379" y="122460"/>
                </a:moveTo>
                <a:cubicBezTo>
                  <a:pt x="820458" y="122819"/>
                  <a:pt x="810152" y="125423"/>
                  <a:pt x="803461" y="130273"/>
                </a:cubicBezTo>
                <a:cubicBezTo>
                  <a:pt x="796770" y="135123"/>
                  <a:pt x="793424" y="142218"/>
                  <a:pt x="793424" y="151559"/>
                </a:cubicBezTo>
                <a:cubicBezTo>
                  <a:pt x="793424" y="157127"/>
                  <a:pt x="794951" y="161371"/>
                  <a:pt x="798005" y="164290"/>
                </a:cubicBezTo>
                <a:cubicBezTo>
                  <a:pt x="801058" y="167209"/>
                  <a:pt x="805279" y="168668"/>
                  <a:pt x="810668" y="168668"/>
                </a:cubicBezTo>
                <a:cubicBezTo>
                  <a:pt x="814800" y="168668"/>
                  <a:pt x="818706" y="167568"/>
                  <a:pt x="822389" y="165368"/>
                </a:cubicBezTo>
                <a:cubicBezTo>
                  <a:pt x="826071" y="163167"/>
                  <a:pt x="828990" y="160226"/>
                  <a:pt x="831145" y="156543"/>
                </a:cubicBezTo>
                <a:cubicBezTo>
                  <a:pt x="833301" y="152861"/>
                  <a:pt x="834379" y="148954"/>
                  <a:pt x="834379" y="144823"/>
                </a:cubicBezTo>
                <a:lnTo>
                  <a:pt x="834379" y="122460"/>
                </a:lnTo>
                <a:close/>
                <a:moveTo>
                  <a:pt x="999515" y="169881"/>
                </a:moveTo>
                <a:cubicBezTo>
                  <a:pt x="991611" y="176617"/>
                  <a:pt x="984426" y="181354"/>
                  <a:pt x="977960" y="184093"/>
                </a:cubicBezTo>
                <a:cubicBezTo>
                  <a:pt x="971493" y="186833"/>
                  <a:pt x="964667" y="188202"/>
                  <a:pt x="957482" y="188202"/>
                </a:cubicBezTo>
                <a:cubicBezTo>
                  <a:pt x="944100" y="188202"/>
                  <a:pt x="934109" y="184587"/>
                  <a:pt x="927507" y="177358"/>
                </a:cubicBezTo>
                <a:cubicBezTo>
                  <a:pt x="920906" y="170128"/>
                  <a:pt x="917606" y="159193"/>
                  <a:pt x="917606" y="144553"/>
                </a:cubicBezTo>
                <a:lnTo>
                  <a:pt x="917606" y="69246"/>
                </a:lnTo>
                <a:lnTo>
                  <a:pt x="900766" y="69246"/>
                </a:lnTo>
                <a:lnTo>
                  <a:pt x="900766" y="59950"/>
                </a:lnTo>
                <a:cubicBezTo>
                  <a:pt x="906244" y="59052"/>
                  <a:pt x="910286" y="57705"/>
                  <a:pt x="912890" y="55908"/>
                </a:cubicBezTo>
                <a:cubicBezTo>
                  <a:pt x="915495" y="54112"/>
                  <a:pt x="917516" y="51710"/>
                  <a:pt x="918953" y="48701"/>
                </a:cubicBezTo>
                <a:cubicBezTo>
                  <a:pt x="920390" y="45692"/>
                  <a:pt x="921535" y="41763"/>
                  <a:pt x="922388" y="36913"/>
                </a:cubicBezTo>
                <a:cubicBezTo>
                  <a:pt x="923241" y="32063"/>
                  <a:pt x="923892" y="26001"/>
                  <a:pt x="924341" y="18726"/>
                </a:cubicBezTo>
                <a:lnTo>
                  <a:pt x="956539" y="18726"/>
                </a:lnTo>
                <a:lnTo>
                  <a:pt x="956539" y="52406"/>
                </a:lnTo>
                <a:lnTo>
                  <a:pt x="994934" y="52406"/>
                </a:lnTo>
                <a:lnTo>
                  <a:pt x="994934" y="69246"/>
                </a:lnTo>
                <a:lnTo>
                  <a:pt x="956539" y="69246"/>
                </a:lnTo>
                <a:lnTo>
                  <a:pt x="956539" y="130004"/>
                </a:lnTo>
                <a:cubicBezTo>
                  <a:pt x="956539" y="140153"/>
                  <a:pt x="957011" y="147652"/>
                  <a:pt x="957954" y="152502"/>
                </a:cubicBezTo>
                <a:cubicBezTo>
                  <a:pt x="958897" y="157352"/>
                  <a:pt x="960491" y="160922"/>
                  <a:pt x="962736" y="163212"/>
                </a:cubicBezTo>
                <a:cubicBezTo>
                  <a:pt x="964982" y="165502"/>
                  <a:pt x="967766" y="166647"/>
                  <a:pt x="971089" y="166647"/>
                </a:cubicBezTo>
                <a:cubicBezTo>
                  <a:pt x="973604" y="166647"/>
                  <a:pt x="975849" y="166423"/>
                  <a:pt x="977825" y="165974"/>
                </a:cubicBezTo>
                <a:cubicBezTo>
                  <a:pt x="979801" y="165525"/>
                  <a:pt x="981889" y="164716"/>
                  <a:pt x="984089" y="163549"/>
                </a:cubicBezTo>
                <a:cubicBezTo>
                  <a:pt x="986290" y="162381"/>
                  <a:pt x="988602" y="160720"/>
                  <a:pt x="991027" y="158564"/>
                </a:cubicBezTo>
                <a:lnTo>
                  <a:pt x="999515" y="169881"/>
                </a:lnTo>
                <a:close/>
                <a:moveTo>
                  <a:pt x="1069272" y="188202"/>
                </a:moveTo>
                <a:cubicBezTo>
                  <a:pt x="1056069" y="188202"/>
                  <a:pt x="1044685" y="185890"/>
                  <a:pt x="1035120" y="181264"/>
                </a:cubicBezTo>
                <a:cubicBezTo>
                  <a:pt x="1025555" y="176639"/>
                  <a:pt x="1018078" y="169229"/>
                  <a:pt x="1012690" y="159036"/>
                </a:cubicBezTo>
                <a:cubicBezTo>
                  <a:pt x="1007301" y="148842"/>
                  <a:pt x="1004607" y="135887"/>
                  <a:pt x="1004607" y="120169"/>
                </a:cubicBezTo>
                <a:cubicBezTo>
                  <a:pt x="1004607" y="108134"/>
                  <a:pt x="1006268" y="97716"/>
                  <a:pt x="1009591" y="88915"/>
                </a:cubicBezTo>
                <a:cubicBezTo>
                  <a:pt x="1012914" y="80113"/>
                  <a:pt x="1017540" y="72838"/>
                  <a:pt x="1023467" y="67090"/>
                </a:cubicBezTo>
                <a:cubicBezTo>
                  <a:pt x="1029395" y="61342"/>
                  <a:pt x="1036468" y="57098"/>
                  <a:pt x="1044685" y="54359"/>
                </a:cubicBezTo>
                <a:cubicBezTo>
                  <a:pt x="1052903" y="51620"/>
                  <a:pt x="1061817" y="50250"/>
                  <a:pt x="1071427" y="50250"/>
                </a:cubicBezTo>
                <a:cubicBezTo>
                  <a:pt x="1093162" y="50250"/>
                  <a:pt x="1109553" y="55976"/>
                  <a:pt x="1120600" y="67427"/>
                </a:cubicBezTo>
                <a:cubicBezTo>
                  <a:pt x="1131647" y="78878"/>
                  <a:pt x="1137170" y="95650"/>
                  <a:pt x="1137170" y="117744"/>
                </a:cubicBezTo>
                <a:cubicBezTo>
                  <a:pt x="1137170" y="133372"/>
                  <a:pt x="1134431" y="146462"/>
                  <a:pt x="1128952" y="157015"/>
                </a:cubicBezTo>
                <a:cubicBezTo>
                  <a:pt x="1123474" y="167568"/>
                  <a:pt x="1115660" y="175404"/>
                  <a:pt x="1105511" y="180523"/>
                </a:cubicBezTo>
                <a:cubicBezTo>
                  <a:pt x="1095362" y="185643"/>
                  <a:pt x="1083282" y="188202"/>
                  <a:pt x="1069272" y="188202"/>
                </a:cubicBezTo>
                <a:moveTo>
                  <a:pt x="1045561" y="117205"/>
                </a:moveTo>
                <a:cubicBezTo>
                  <a:pt x="1045561" y="136246"/>
                  <a:pt x="1047694" y="150504"/>
                  <a:pt x="1051960" y="159979"/>
                </a:cubicBezTo>
                <a:cubicBezTo>
                  <a:pt x="1056226" y="169454"/>
                  <a:pt x="1062670" y="174192"/>
                  <a:pt x="1071292" y="174192"/>
                </a:cubicBezTo>
                <a:cubicBezTo>
                  <a:pt x="1076053" y="174192"/>
                  <a:pt x="1080027" y="172979"/>
                  <a:pt x="1083215" y="170554"/>
                </a:cubicBezTo>
                <a:cubicBezTo>
                  <a:pt x="1086403" y="168129"/>
                  <a:pt x="1088963" y="164627"/>
                  <a:pt x="1090894" y="160046"/>
                </a:cubicBezTo>
                <a:cubicBezTo>
                  <a:pt x="1092825" y="155466"/>
                  <a:pt x="1094195" y="149965"/>
                  <a:pt x="1095003" y="143543"/>
                </a:cubicBezTo>
                <a:cubicBezTo>
                  <a:pt x="1095811" y="137121"/>
                  <a:pt x="1096215" y="129914"/>
                  <a:pt x="1096215" y="121921"/>
                </a:cubicBezTo>
                <a:cubicBezTo>
                  <a:pt x="1096215" y="102611"/>
                  <a:pt x="1094082" y="88174"/>
                  <a:pt x="1089816" y="78609"/>
                </a:cubicBezTo>
                <a:cubicBezTo>
                  <a:pt x="1085550" y="69043"/>
                  <a:pt x="1079241" y="64261"/>
                  <a:pt x="1070888" y="64261"/>
                </a:cubicBezTo>
                <a:cubicBezTo>
                  <a:pt x="1064781" y="64261"/>
                  <a:pt x="1059886" y="66192"/>
                  <a:pt x="1056204" y="70054"/>
                </a:cubicBezTo>
                <a:cubicBezTo>
                  <a:pt x="1052522" y="73916"/>
                  <a:pt x="1049827" y="79709"/>
                  <a:pt x="1048121" y="87433"/>
                </a:cubicBezTo>
                <a:cubicBezTo>
                  <a:pt x="1046414" y="95156"/>
                  <a:pt x="1045561" y="105081"/>
                  <a:pt x="1045561" y="117205"/>
                </a:cubicBezTo>
                <a:close/>
                <a:moveTo>
                  <a:pt x="1212000" y="71670"/>
                </a:moveTo>
                <a:lnTo>
                  <a:pt x="1213751" y="72075"/>
                </a:lnTo>
                <a:cubicBezTo>
                  <a:pt x="1220307" y="64351"/>
                  <a:pt x="1227043" y="58782"/>
                  <a:pt x="1233959" y="55369"/>
                </a:cubicBezTo>
                <a:cubicBezTo>
                  <a:pt x="1240874" y="51957"/>
                  <a:pt x="1248374" y="50250"/>
                  <a:pt x="1256457" y="50250"/>
                </a:cubicBezTo>
                <a:cubicBezTo>
                  <a:pt x="1261936" y="50250"/>
                  <a:pt x="1267684" y="50834"/>
                  <a:pt x="1273701" y="52002"/>
                </a:cubicBezTo>
                <a:lnTo>
                  <a:pt x="1273701" y="89184"/>
                </a:lnTo>
                <a:lnTo>
                  <a:pt x="1249317" y="89184"/>
                </a:lnTo>
                <a:cubicBezTo>
                  <a:pt x="1247790" y="83975"/>
                  <a:pt x="1245792" y="79978"/>
                  <a:pt x="1243322" y="77194"/>
                </a:cubicBezTo>
                <a:cubicBezTo>
                  <a:pt x="1240852" y="74410"/>
                  <a:pt x="1237551" y="73018"/>
                  <a:pt x="1233420" y="73018"/>
                </a:cubicBezTo>
                <a:cubicBezTo>
                  <a:pt x="1231444" y="73018"/>
                  <a:pt x="1229266" y="73624"/>
                  <a:pt x="1226886" y="74836"/>
                </a:cubicBezTo>
                <a:cubicBezTo>
                  <a:pt x="1224506" y="76049"/>
                  <a:pt x="1222306" y="77755"/>
                  <a:pt x="1220285" y="79956"/>
                </a:cubicBezTo>
                <a:cubicBezTo>
                  <a:pt x="1218264" y="82156"/>
                  <a:pt x="1216827" y="84401"/>
                  <a:pt x="1215974" y="86692"/>
                </a:cubicBezTo>
                <a:cubicBezTo>
                  <a:pt x="1215121" y="88982"/>
                  <a:pt x="1214559" y="91295"/>
                  <a:pt x="1214290" y="93630"/>
                </a:cubicBezTo>
                <a:cubicBezTo>
                  <a:pt x="1214021" y="95965"/>
                  <a:pt x="1213886" y="99467"/>
                  <a:pt x="1213886" y="104138"/>
                </a:cubicBezTo>
                <a:lnTo>
                  <a:pt x="1213886" y="147113"/>
                </a:lnTo>
                <a:cubicBezTo>
                  <a:pt x="1213886" y="155645"/>
                  <a:pt x="1214200" y="161618"/>
                  <a:pt x="1214829" y="165031"/>
                </a:cubicBezTo>
                <a:cubicBezTo>
                  <a:pt x="1215458" y="168444"/>
                  <a:pt x="1216715" y="171116"/>
                  <a:pt x="1218601" y="173047"/>
                </a:cubicBezTo>
                <a:cubicBezTo>
                  <a:pt x="1220487" y="174977"/>
                  <a:pt x="1223675" y="176347"/>
                  <a:pt x="1228166" y="177155"/>
                </a:cubicBezTo>
                <a:lnTo>
                  <a:pt x="1228166" y="186047"/>
                </a:lnTo>
                <a:lnTo>
                  <a:pt x="1161750" y="186047"/>
                </a:lnTo>
                <a:lnTo>
                  <a:pt x="1161750" y="177155"/>
                </a:lnTo>
                <a:cubicBezTo>
                  <a:pt x="1166061" y="175988"/>
                  <a:pt x="1169047" y="174461"/>
                  <a:pt x="1170708" y="172575"/>
                </a:cubicBezTo>
                <a:cubicBezTo>
                  <a:pt x="1172370" y="170689"/>
                  <a:pt x="1173493" y="168129"/>
                  <a:pt x="1174076" y="164896"/>
                </a:cubicBezTo>
                <a:cubicBezTo>
                  <a:pt x="1174660" y="161663"/>
                  <a:pt x="1174952" y="155780"/>
                  <a:pt x="1174952" y="147248"/>
                </a:cubicBezTo>
                <a:lnTo>
                  <a:pt x="1174952" y="91878"/>
                </a:lnTo>
                <a:cubicBezTo>
                  <a:pt x="1174952" y="85232"/>
                  <a:pt x="1174840" y="80315"/>
                  <a:pt x="1174615" y="77127"/>
                </a:cubicBezTo>
                <a:cubicBezTo>
                  <a:pt x="1174391" y="73938"/>
                  <a:pt x="1173852" y="71379"/>
                  <a:pt x="1172999" y="69448"/>
                </a:cubicBezTo>
                <a:cubicBezTo>
                  <a:pt x="1172145" y="67517"/>
                  <a:pt x="1170843" y="65945"/>
                  <a:pt x="1169092" y="64732"/>
                </a:cubicBezTo>
                <a:cubicBezTo>
                  <a:pt x="1167340" y="63520"/>
                  <a:pt x="1164309" y="62465"/>
                  <a:pt x="1159998" y="61567"/>
                </a:cubicBezTo>
                <a:lnTo>
                  <a:pt x="1159998" y="52406"/>
                </a:lnTo>
                <a:lnTo>
                  <a:pt x="1196911" y="51328"/>
                </a:lnTo>
                <a:lnTo>
                  <a:pt x="1213886" y="51328"/>
                </a:lnTo>
                <a:lnTo>
                  <a:pt x="1212000" y="71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9FB74-5701-4F43-854C-3D89F705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1" y="2608387"/>
            <a:ext cx="3586758" cy="1089469"/>
          </a:xfrm>
          <a:custGeom xmlns:a="http://schemas.openxmlformats.org/drawingml/2006/main">
            <a:pathLst>
              <a:path w="3586758" h="1089469">
                <a:moveTo>
                  <a:pt x="0" y="67404"/>
                </a:moveTo>
                <a:cubicBezTo>
                  <a:pt x="0" y="30067"/>
                  <a:pt x="30067" y="0"/>
                  <a:pt x="67404" y="0"/>
                </a:cubicBezTo>
                <a:lnTo>
                  <a:pt x="3519354" y="0"/>
                </a:lnTo>
                <a:cubicBezTo>
                  <a:pt x="3556691" y="0"/>
                  <a:pt x="3586758" y="30067"/>
                  <a:pt x="3586758" y="67404"/>
                </a:cubicBezTo>
                <a:lnTo>
                  <a:pt x="3586758" y="1022065"/>
                </a:lnTo>
                <a:cubicBezTo>
                  <a:pt x="3586758" y="1059402"/>
                  <a:pt x="3556691" y="1089469"/>
                  <a:pt x="3519354" y="1089469"/>
                </a:cubicBezTo>
                <a:lnTo>
                  <a:pt x="67404" y="1089469"/>
                </a:lnTo>
                <a:cubicBezTo>
                  <a:pt x="30067" y="1089469"/>
                  <a:pt x="0" y="1059402"/>
                  <a:pt x="0" y="1022065"/>
                </a:cubicBezTo>
                <a:lnTo>
                  <a:pt x="0" y="67404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EDC5F-972F-4D7D-B6A7-4648134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1" y="2608387"/>
            <a:ext cx="3586758" cy="1089469"/>
          </a:xfrm>
          <a:custGeom xmlns:a="http://schemas.openxmlformats.org/drawingml/2006/main">
            <a:pathLst>
              <a:path w="3586758" h="1089469" fill="none">
                <a:moveTo>
                  <a:pt x="0" y="67404"/>
                </a:moveTo>
                <a:cubicBezTo>
                  <a:pt x="0" y="30067"/>
                  <a:pt x="30067" y="0"/>
                  <a:pt x="67404" y="0"/>
                </a:cubicBezTo>
                <a:lnTo>
                  <a:pt x="3519354" y="0"/>
                </a:lnTo>
                <a:cubicBezTo>
                  <a:pt x="3556691" y="0"/>
                  <a:pt x="3586758" y="30067"/>
                  <a:pt x="3586758" y="67404"/>
                </a:cubicBezTo>
                <a:lnTo>
                  <a:pt x="3586758" y="1022065"/>
                </a:lnTo>
                <a:cubicBezTo>
                  <a:pt x="3586758" y="1059402"/>
                  <a:pt x="3556691" y="1089469"/>
                  <a:pt x="3519354" y="1089469"/>
                </a:cubicBezTo>
                <a:lnTo>
                  <a:pt x="67404" y="1089469"/>
                </a:lnTo>
                <a:cubicBezTo>
                  <a:pt x="30067" y="1089469"/>
                  <a:pt x="0" y="1059402"/>
                  <a:pt x="0" y="1022065"/>
                </a:cubicBezTo>
                <a:lnTo>
                  <a:pt x="0" y="67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35" name="Text defget_data_from_database(">
            <a:extLst xmlns:a="http://schemas.openxmlformats.org/drawingml/2006/main">
              <a:ext uri="{FF2B5EF4-FFF2-40B4-BE49-F238E27FC236}">
                <a16:creationId xmlns:a16="http://schemas.microsoft.com/office/drawing/2014/main" id="{F0FF625A-88D2-45B8-939C-F044C80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66" y="2695373"/>
            <a:ext cx="2492373" cy="161155"/>
          </a:xfrm>
          <a:custGeom xmlns:a="http://schemas.openxmlformats.org/drawingml/2006/main">
            <a:pathLst>
              <a:path w="2492373" h="161155">
                <a:moveTo>
                  <a:pt x="223089" y="57667"/>
                </a:moveTo>
                <a:lnTo>
                  <a:pt x="223089" y="39499"/>
                </a:lnTo>
                <a:lnTo>
                  <a:pt x="223094" y="39121"/>
                </a:lnTo>
                <a:lnTo>
                  <a:pt x="223107" y="38751"/>
                </a:lnTo>
                <a:lnTo>
                  <a:pt x="223130" y="38389"/>
                </a:lnTo>
                <a:lnTo>
                  <a:pt x="223162" y="38035"/>
                </a:lnTo>
                <a:lnTo>
                  <a:pt x="223202" y="37689"/>
                </a:lnTo>
                <a:lnTo>
                  <a:pt x="223252" y="37351"/>
                </a:lnTo>
                <a:lnTo>
                  <a:pt x="223311" y="37021"/>
                </a:lnTo>
                <a:lnTo>
                  <a:pt x="223379" y="36699"/>
                </a:lnTo>
                <a:lnTo>
                  <a:pt x="223456" y="36384"/>
                </a:lnTo>
                <a:lnTo>
                  <a:pt x="223542" y="36078"/>
                </a:lnTo>
                <a:lnTo>
                  <a:pt x="223637" y="35780"/>
                </a:lnTo>
                <a:lnTo>
                  <a:pt x="223741" y="35489"/>
                </a:lnTo>
                <a:lnTo>
                  <a:pt x="223854" y="35207"/>
                </a:lnTo>
                <a:lnTo>
                  <a:pt x="223976" y="34932"/>
                </a:lnTo>
                <a:lnTo>
                  <a:pt x="224107" y="34666"/>
                </a:lnTo>
                <a:lnTo>
                  <a:pt x="224248" y="34407"/>
                </a:lnTo>
                <a:lnTo>
                  <a:pt x="224397" y="34157"/>
                </a:lnTo>
                <a:lnTo>
                  <a:pt x="224555" y="33914"/>
                </a:lnTo>
                <a:lnTo>
                  <a:pt x="224723" y="33680"/>
                </a:lnTo>
                <a:lnTo>
                  <a:pt x="224899" y="33453"/>
                </a:lnTo>
                <a:lnTo>
                  <a:pt x="225085" y="33234"/>
                </a:lnTo>
                <a:lnTo>
                  <a:pt x="225279" y="33023"/>
                </a:lnTo>
                <a:lnTo>
                  <a:pt x="225483" y="32821"/>
                </a:lnTo>
                <a:lnTo>
                  <a:pt x="225695" y="32626"/>
                </a:lnTo>
                <a:lnTo>
                  <a:pt x="225917" y="32439"/>
                </a:lnTo>
                <a:lnTo>
                  <a:pt x="226146" y="32260"/>
                </a:lnTo>
                <a:lnTo>
                  <a:pt x="226383" y="32089"/>
                </a:lnTo>
                <a:lnTo>
                  <a:pt x="226629" y="31926"/>
                </a:lnTo>
                <a:lnTo>
                  <a:pt x="226882" y="31771"/>
                </a:lnTo>
                <a:lnTo>
                  <a:pt x="227143" y="31624"/>
                </a:lnTo>
                <a:lnTo>
                  <a:pt x="227412" y="31485"/>
                </a:lnTo>
                <a:lnTo>
                  <a:pt x="227689" y="31353"/>
                </a:lnTo>
                <a:lnTo>
                  <a:pt x="227974" y="31230"/>
                </a:lnTo>
                <a:lnTo>
                  <a:pt x="228267" y="31115"/>
                </a:lnTo>
                <a:lnTo>
                  <a:pt x="228568" y="31008"/>
                </a:lnTo>
                <a:lnTo>
                  <a:pt x="228877" y="30908"/>
                </a:lnTo>
                <a:lnTo>
                  <a:pt x="229193" y="30817"/>
                </a:lnTo>
                <a:lnTo>
                  <a:pt x="229518" y="30733"/>
                </a:lnTo>
                <a:lnTo>
                  <a:pt x="229851" y="30658"/>
                </a:lnTo>
                <a:lnTo>
                  <a:pt x="230191" y="30590"/>
                </a:lnTo>
                <a:lnTo>
                  <a:pt x="230540" y="30530"/>
                </a:lnTo>
                <a:lnTo>
                  <a:pt x="230897" y="30479"/>
                </a:lnTo>
                <a:lnTo>
                  <a:pt x="231261" y="30435"/>
                </a:lnTo>
                <a:lnTo>
                  <a:pt x="231633" y="30399"/>
                </a:lnTo>
                <a:lnTo>
                  <a:pt x="232014" y="30371"/>
                </a:lnTo>
                <a:lnTo>
                  <a:pt x="232402" y="30351"/>
                </a:lnTo>
                <a:lnTo>
                  <a:pt x="232799" y="30340"/>
                </a:lnTo>
                <a:lnTo>
                  <a:pt x="233203" y="30336"/>
                </a:lnTo>
                <a:lnTo>
                  <a:pt x="258640" y="30336"/>
                </a:lnTo>
                <a:lnTo>
                  <a:pt x="258640" y="17380"/>
                </a:lnTo>
                <a:lnTo>
                  <a:pt x="233203" y="17380"/>
                </a:lnTo>
                <a:lnTo>
                  <a:pt x="232263" y="17390"/>
                </a:lnTo>
                <a:lnTo>
                  <a:pt x="231341" y="17421"/>
                </a:lnTo>
                <a:lnTo>
                  <a:pt x="230435" y="17472"/>
                </a:lnTo>
                <a:lnTo>
                  <a:pt x="229547" y="17544"/>
                </a:lnTo>
                <a:lnTo>
                  <a:pt x="228675" y="17637"/>
                </a:lnTo>
                <a:lnTo>
                  <a:pt x="227821" y="17750"/>
                </a:lnTo>
                <a:lnTo>
                  <a:pt x="226983" y="17884"/>
                </a:lnTo>
                <a:lnTo>
                  <a:pt x="226163" y="18038"/>
                </a:lnTo>
                <a:lnTo>
                  <a:pt x="225359" y="18213"/>
                </a:lnTo>
                <a:lnTo>
                  <a:pt x="224573" y="18409"/>
                </a:lnTo>
                <a:lnTo>
                  <a:pt x="223803" y="18625"/>
                </a:lnTo>
                <a:lnTo>
                  <a:pt x="223051" y="18861"/>
                </a:lnTo>
                <a:lnTo>
                  <a:pt x="222315" y="19118"/>
                </a:lnTo>
                <a:lnTo>
                  <a:pt x="221597" y="19396"/>
                </a:lnTo>
                <a:lnTo>
                  <a:pt x="220895" y="19695"/>
                </a:lnTo>
                <a:lnTo>
                  <a:pt x="220211" y="20013"/>
                </a:lnTo>
                <a:lnTo>
                  <a:pt x="219544" y="20353"/>
                </a:lnTo>
                <a:lnTo>
                  <a:pt x="218893" y="20713"/>
                </a:lnTo>
                <a:lnTo>
                  <a:pt x="218260" y="21094"/>
                </a:lnTo>
                <a:lnTo>
                  <a:pt x="217644" y="21495"/>
                </a:lnTo>
                <a:lnTo>
                  <a:pt x="217044" y="21917"/>
                </a:lnTo>
                <a:lnTo>
                  <a:pt x="216462" y="22359"/>
                </a:lnTo>
                <a:lnTo>
                  <a:pt x="215896" y="22822"/>
                </a:lnTo>
                <a:lnTo>
                  <a:pt x="215348" y="23306"/>
                </a:lnTo>
                <a:lnTo>
                  <a:pt x="214820" y="23807"/>
                </a:lnTo>
                <a:lnTo>
                  <a:pt x="214313" y="24323"/>
                </a:lnTo>
                <a:lnTo>
                  <a:pt x="213830" y="24854"/>
                </a:lnTo>
                <a:lnTo>
                  <a:pt x="213369" y="25401"/>
                </a:lnTo>
                <a:lnTo>
                  <a:pt x="212930" y="25962"/>
                </a:lnTo>
                <a:lnTo>
                  <a:pt x="212514" y="26539"/>
                </a:lnTo>
                <a:lnTo>
                  <a:pt x="212120" y="27131"/>
                </a:lnTo>
                <a:lnTo>
                  <a:pt x="211749" y="27737"/>
                </a:lnTo>
                <a:lnTo>
                  <a:pt x="211401" y="28359"/>
                </a:lnTo>
                <a:lnTo>
                  <a:pt x="211075" y="28996"/>
                </a:lnTo>
                <a:lnTo>
                  <a:pt x="210771" y="29648"/>
                </a:lnTo>
                <a:lnTo>
                  <a:pt x="210490" y="30316"/>
                </a:lnTo>
                <a:lnTo>
                  <a:pt x="210231" y="30998"/>
                </a:lnTo>
                <a:lnTo>
                  <a:pt x="209995" y="31695"/>
                </a:lnTo>
                <a:lnTo>
                  <a:pt x="209781" y="32408"/>
                </a:lnTo>
                <a:lnTo>
                  <a:pt x="209590" y="33135"/>
                </a:lnTo>
                <a:lnTo>
                  <a:pt x="209421" y="33878"/>
                </a:lnTo>
                <a:lnTo>
                  <a:pt x="209275" y="34636"/>
                </a:lnTo>
                <a:lnTo>
                  <a:pt x="209151" y="35409"/>
                </a:lnTo>
                <a:lnTo>
                  <a:pt x="209050" y="36196"/>
                </a:lnTo>
                <a:lnTo>
                  <a:pt x="208971" y="37000"/>
                </a:lnTo>
                <a:lnTo>
                  <a:pt x="208915" y="37818"/>
                </a:lnTo>
                <a:lnTo>
                  <a:pt x="208881" y="38651"/>
                </a:lnTo>
                <a:lnTo>
                  <a:pt x="208870" y="39499"/>
                </a:lnTo>
                <a:lnTo>
                  <a:pt x="208870" y="57667"/>
                </a:lnTo>
                <a:lnTo>
                  <a:pt x="183590" y="57667"/>
                </a:lnTo>
                <a:lnTo>
                  <a:pt x="183590" y="70623"/>
                </a:lnTo>
                <a:lnTo>
                  <a:pt x="208870" y="70623"/>
                </a:lnTo>
                <a:lnTo>
                  <a:pt x="208870" y="132717"/>
                </a:lnTo>
                <a:lnTo>
                  <a:pt x="223089" y="132717"/>
                </a:lnTo>
                <a:lnTo>
                  <a:pt x="223089" y="70623"/>
                </a:lnTo>
                <a:lnTo>
                  <a:pt x="258640" y="70623"/>
                </a:lnTo>
                <a:lnTo>
                  <a:pt x="258640" y="57667"/>
                </a:lnTo>
                <a:lnTo>
                  <a:pt x="223089" y="57667"/>
                </a:lnTo>
                <a:close/>
                <a:moveTo>
                  <a:pt x="51459" y="58250"/>
                </a:moveTo>
                <a:lnTo>
                  <a:pt x="51217" y="57577"/>
                </a:lnTo>
                <a:lnTo>
                  <a:pt x="50952" y="56919"/>
                </a:lnTo>
                <a:lnTo>
                  <a:pt x="50664" y="56274"/>
                </a:lnTo>
                <a:lnTo>
                  <a:pt x="50353" y="55643"/>
                </a:lnTo>
                <a:lnTo>
                  <a:pt x="50019" y="55025"/>
                </a:lnTo>
                <a:lnTo>
                  <a:pt x="49662" y="54421"/>
                </a:lnTo>
                <a:lnTo>
                  <a:pt x="49282" y="53831"/>
                </a:lnTo>
                <a:lnTo>
                  <a:pt x="48878" y="53255"/>
                </a:lnTo>
                <a:lnTo>
                  <a:pt x="48452" y="52692"/>
                </a:lnTo>
                <a:lnTo>
                  <a:pt x="48003" y="52144"/>
                </a:lnTo>
                <a:lnTo>
                  <a:pt x="47530" y="51608"/>
                </a:lnTo>
                <a:lnTo>
                  <a:pt x="47035" y="51087"/>
                </a:lnTo>
                <a:lnTo>
                  <a:pt x="46516" y="50579"/>
                </a:lnTo>
                <a:lnTo>
                  <a:pt x="45975" y="50085"/>
                </a:lnTo>
                <a:lnTo>
                  <a:pt x="45415" y="49608"/>
                </a:lnTo>
                <a:lnTo>
                  <a:pt x="44840" y="49151"/>
                </a:lnTo>
                <a:lnTo>
                  <a:pt x="44252" y="48715"/>
                </a:lnTo>
                <a:lnTo>
                  <a:pt x="43649" y="48299"/>
                </a:lnTo>
                <a:lnTo>
                  <a:pt x="43032" y="47903"/>
                </a:lnTo>
                <a:lnTo>
                  <a:pt x="42401" y="47527"/>
                </a:lnTo>
                <a:lnTo>
                  <a:pt x="41755" y="47172"/>
                </a:lnTo>
                <a:lnTo>
                  <a:pt x="41095" y="46837"/>
                </a:lnTo>
                <a:lnTo>
                  <a:pt x="40421" y="46523"/>
                </a:lnTo>
                <a:lnTo>
                  <a:pt x="39733" y="46228"/>
                </a:lnTo>
                <a:lnTo>
                  <a:pt x="39030" y="45954"/>
                </a:lnTo>
                <a:lnTo>
                  <a:pt x="38313" y="45700"/>
                </a:lnTo>
                <a:lnTo>
                  <a:pt x="37582" y="45467"/>
                </a:lnTo>
                <a:lnTo>
                  <a:pt x="36836" y="45254"/>
                </a:lnTo>
                <a:lnTo>
                  <a:pt x="36077" y="45061"/>
                </a:lnTo>
                <a:lnTo>
                  <a:pt x="35303" y="44888"/>
                </a:lnTo>
                <a:lnTo>
                  <a:pt x="34514" y="44736"/>
                </a:lnTo>
                <a:lnTo>
                  <a:pt x="33712" y="44604"/>
                </a:lnTo>
                <a:lnTo>
                  <a:pt x="32895" y="44493"/>
                </a:lnTo>
                <a:lnTo>
                  <a:pt x="32064" y="44401"/>
                </a:lnTo>
                <a:lnTo>
                  <a:pt x="31219" y="44330"/>
                </a:lnTo>
                <a:lnTo>
                  <a:pt x="30359" y="44279"/>
                </a:lnTo>
                <a:lnTo>
                  <a:pt x="29485" y="44249"/>
                </a:lnTo>
                <a:lnTo>
                  <a:pt x="28597" y="44239"/>
                </a:lnTo>
                <a:lnTo>
                  <a:pt x="27514" y="44254"/>
                </a:lnTo>
                <a:lnTo>
                  <a:pt x="26449" y="44299"/>
                </a:lnTo>
                <a:lnTo>
                  <a:pt x="25403" y="44375"/>
                </a:lnTo>
                <a:lnTo>
                  <a:pt x="24375" y="44480"/>
                </a:lnTo>
                <a:lnTo>
                  <a:pt x="23366" y="44616"/>
                </a:lnTo>
                <a:lnTo>
                  <a:pt x="22376" y="44782"/>
                </a:lnTo>
                <a:lnTo>
                  <a:pt x="21404" y="44978"/>
                </a:lnTo>
                <a:lnTo>
                  <a:pt x="20451" y="45205"/>
                </a:lnTo>
                <a:lnTo>
                  <a:pt x="19517" y="45461"/>
                </a:lnTo>
                <a:lnTo>
                  <a:pt x="18601" y="45748"/>
                </a:lnTo>
                <a:lnTo>
                  <a:pt x="17704" y="46065"/>
                </a:lnTo>
                <a:lnTo>
                  <a:pt x="16826" y="46412"/>
                </a:lnTo>
                <a:lnTo>
                  <a:pt x="15966" y="46789"/>
                </a:lnTo>
                <a:lnTo>
                  <a:pt x="15125" y="47196"/>
                </a:lnTo>
                <a:lnTo>
                  <a:pt x="14303" y="47634"/>
                </a:lnTo>
                <a:lnTo>
                  <a:pt x="13499" y="48102"/>
                </a:lnTo>
                <a:lnTo>
                  <a:pt x="12714" y="48599"/>
                </a:lnTo>
                <a:lnTo>
                  <a:pt x="11948" y="49128"/>
                </a:lnTo>
                <a:lnTo>
                  <a:pt x="11200" y="49686"/>
                </a:lnTo>
                <a:lnTo>
                  <a:pt x="10471" y="50274"/>
                </a:lnTo>
                <a:lnTo>
                  <a:pt x="9760" y="50893"/>
                </a:lnTo>
                <a:lnTo>
                  <a:pt x="9069" y="51542"/>
                </a:lnTo>
                <a:lnTo>
                  <a:pt x="8396" y="52221"/>
                </a:lnTo>
                <a:lnTo>
                  <a:pt x="7741" y="52930"/>
                </a:lnTo>
                <a:lnTo>
                  <a:pt x="7110" y="53665"/>
                </a:lnTo>
                <a:lnTo>
                  <a:pt x="6505" y="54422"/>
                </a:lnTo>
                <a:lnTo>
                  <a:pt x="5927" y="55201"/>
                </a:lnTo>
                <a:lnTo>
                  <a:pt x="5376" y="56002"/>
                </a:lnTo>
                <a:lnTo>
                  <a:pt x="4852" y="56825"/>
                </a:lnTo>
                <a:lnTo>
                  <a:pt x="4354" y="57669"/>
                </a:lnTo>
                <a:lnTo>
                  <a:pt x="3884" y="58536"/>
                </a:lnTo>
                <a:lnTo>
                  <a:pt x="3441" y="59425"/>
                </a:lnTo>
                <a:lnTo>
                  <a:pt x="3024" y="60335"/>
                </a:lnTo>
                <a:lnTo>
                  <a:pt x="2634" y="61268"/>
                </a:lnTo>
                <a:lnTo>
                  <a:pt x="2271" y="62222"/>
                </a:lnTo>
                <a:lnTo>
                  <a:pt x="1935" y="63199"/>
                </a:lnTo>
                <a:lnTo>
                  <a:pt x="1626" y="64197"/>
                </a:lnTo>
                <a:lnTo>
                  <a:pt x="1344" y="65218"/>
                </a:lnTo>
                <a:lnTo>
                  <a:pt x="1089" y="66260"/>
                </a:lnTo>
                <a:lnTo>
                  <a:pt x="860" y="67324"/>
                </a:lnTo>
                <a:lnTo>
                  <a:pt x="659" y="68410"/>
                </a:lnTo>
                <a:lnTo>
                  <a:pt x="484" y="69519"/>
                </a:lnTo>
                <a:lnTo>
                  <a:pt x="336" y="70649"/>
                </a:lnTo>
                <a:lnTo>
                  <a:pt x="215" y="71801"/>
                </a:lnTo>
                <a:lnTo>
                  <a:pt x="121" y="72975"/>
                </a:lnTo>
                <a:lnTo>
                  <a:pt x="54" y="74171"/>
                </a:lnTo>
                <a:lnTo>
                  <a:pt x="13" y="75389"/>
                </a:lnTo>
                <a:lnTo>
                  <a:pt x="0" y="76628"/>
                </a:lnTo>
                <a:lnTo>
                  <a:pt x="0" y="102065"/>
                </a:lnTo>
                <a:lnTo>
                  <a:pt x="14" y="103292"/>
                </a:lnTo>
                <a:lnTo>
                  <a:pt x="54" y="104498"/>
                </a:lnTo>
                <a:lnTo>
                  <a:pt x="122" y="105682"/>
                </a:lnTo>
                <a:lnTo>
                  <a:pt x="217" y="106844"/>
                </a:lnTo>
                <a:lnTo>
                  <a:pt x="339" y="107986"/>
                </a:lnTo>
                <a:lnTo>
                  <a:pt x="489" y="109106"/>
                </a:lnTo>
                <a:lnTo>
                  <a:pt x="665" y="110204"/>
                </a:lnTo>
                <a:lnTo>
                  <a:pt x="869" y="111281"/>
                </a:lnTo>
                <a:lnTo>
                  <a:pt x="1100" y="112337"/>
                </a:lnTo>
                <a:lnTo>
                  <a:pt x="1358" y="113371"/>
                </a:lnTo>
                <a:lnTo>
                  <a:pt x="1643" y="114384"/>
                </a:lnTo>
                <a:lnTo>
                  <a:pt x="1955" y="115376"/>
                </a:lnTo>
                <a:lnTo>
                  <a:pt x="2295" y="116346"/>
                </a:lnTo>
                <a:lnTo>
                  <a:pt x="2661" y="117295"/>
                </a:lnTo>
                <a:lnTo>
                  <a:pt x="3055" y="118222"/>
                </a:lnTo>
                <a:lnTo>
                  <a:pt x="3476" y="119129"/>
                </a:lnTo>
                <a:lnTo>
                  <a:pt x="3924" y="120013"/>
                </a:lnTo>
                <a:lnTo>
                  <a:pt x="4399" y="120876"/>
                </a:lnTo>
                <a:lnTo>
                  <a:pt x="4902" y="121718"/>
                </a:lnTo>
                <a:lnTo>
                  <a:pt x="5431" y="122539"/>
                </a:lnTo>
                <a:lnTo>
                  <a:pt x="5988" y="123338"/>
                </a:lnTo>
                <a:lnTo>
                  <a:pt x="6572" y="124116"/>
                </a:lnTo>
                <a:lnTo>
                  <a:pt x="7183" y="124872"/>
                </a:lnTo>
                <a:lnTo>
                  <a:pt x="7821" y="125607"/>
                </a:lnTo>
                <a:lnTo>
                  <a:pt x="8481" y="126316"/>
                </a:lnTo>
                <a:lnTo>
                  <a:pt x="9160" y="126995"/>
                </a:lnTo>
                <a:lnTo>
                  <a:pt x="9856" y="127643"/>
                </a:lnTo>
                <a:lnTo>
                  <a:pt x="10570" y="128262"/>
                </a:lnTo>
                <a:lnTo>
                  <a:pt x="11302" y="128850"/>
                </a:lnTo>
                <a:lnTo>
                  <a:pt x="12052" y="129408"/>
                </a:lnTo>
                <a:lnTo>
                  <a:pt x="12820" y="129936"/>
                </a:lnTo>
                <a:lnTo>
                  <a:pt x="13605" y="130434"/>
                </a:lnTo>
                <a:lnTo>
                  <a:pt x="14408" y="130902"/>
                </a:lnTo>
                <a:lnTo>
                  <a:pt x="15230" y="131339"/>
                </a:lnTo>
                <a:lnTo>
                  <a:pt x="16068" y="131746"/>
                </a:lnTo>
                <a:lnTo>
                  <a:pt x="16925" y="132123"/>
                </a:lnTo>
                <a:lnTo>
                  <a:pt x="17800" y="132470"/>
                </a:lnTo>
                <a:lnTo>
                  <a:pt x="18692" y="132787"/>
                </a:lnTo>
                <a:lnTo>
                  <a:pt x="19603" y="133074"/>
                </a:lnTo>
                <a:lnTo>
                  <a:pt x="20531" y="133330"/>
                </a:lnTo>
                <a:lnTo>
                  <a:pt x="21477" y="133556"/>
                </a:lnTo>
                <a:lnTo>
                  <a:pt x="22440" y="133753"/>
                </a:lnTo>
                <a:lnTo>
                  <a:pt x="23422" y="133919"/>
                </a:lnTo>
                <a:lnTo>
                  <a:pt x="24421" y="134054"/>
                </a:lnTo>
                <a:lnTo>
                  <a:pt x="25439" y="134160"/>
                </a:lnTo>
                <a:lnTo>
                  <a:pt x="26474" y="134235"/>
                </a:lnTo>
                <a:lnTo>
                  <a:pt x="27527" y="134281"/>
                </a:lnTo>
                <a:lnTo>
                  <a:pt x="28597" y="134296"/>
                </a:lnTo>
                <a:lnTo>
                  <a:pt x="29485" y="134286"/>
                </a:lnTo>
                <a:lnTo>
                  <a:pt x="30358" y="134256"/>
                </a:lnTo>
                <a:lnTo>
                  <a:pt x="31216" y="134206"/>
                </a:lnTo>
                <a:lnTo>
                  <a:pt x="32060" y="134135"/>
                </a:lnTo>
                <a:lnTo>
                  <a:pt x="32888" y="134045"/>
                </a:lnTo>
                <a:lnTo>
                  <a:pt x="33702" y="133935"/>
                </a:lnTo>
                <a:lnTo>
                  <a:pt x="34501" y="133805"/>
                </a:lnTo>
                <a:lnTo>
                  <a:pt x="35285" y="133655"/>
                </a:lnTo>
                <a:lnTo>
                  <a:pt x="36055" y="133485"/>
                </a:lnTo>
                <a:lnTo>
                  <a:pt x="36809" y="133294"/>
                </a:lnTo>
                <a:lnTo>
                  <a:pt x="37549" y="133084"/>
                </a:lnTo>
                <a:lnTo>
                  <a:pt x="38274" y="132854"/>
                </a:lnTo>
                <a:lnTo>
                  <a:pt x="38984" y="132604"/>
                </a:lnTo>
                <a:lnTo>
                  <a:pt x="39679" y="132333"/>
                </a:lnTo>
                <a:lnTo>
                  <a:pt x="40360" y="132043"/>
                </a:lnTo>
                <a:lnTo>
                  <a:pt x="41025" y="131733"/>
                </a:lnTo>
                <a:lnTo>
                  <a:pt x="41676" y="131402"/>
                </a:lnTo>
                <a:lnTo>
                  <a:pt x="42312" y="131052"/>
                </a:lnTo>
                <a:lnTo>
                  <a:pt x="42934" y="130681"/>
                </a:lnTo>
                <a:lnTo>
                  <a:pt x="43540" y="130291"/>
                </a:lnTo>
                <a:lnTo>
                  <a:pt x="44132" y="129880"/>
                </a:lnTo>
                <a:lnTo>
                  <a:pt x="44709" y="129450"/>
                </a:lnTo>
                <a:lnTo>
                  <a:pt x="45271" y="128999"/>
                </a:lnTo>
                <a:lnTo>
                  <a:pt x="45818" y="128529"/>
                </a:lnTo>
                <a:lnTo>
                  <a:pt x="46347" y="128041"/>
                </a:lnTo>
                <a:lnTo>
                  <a:pt x="46853" y="127539"/>
                </a:lnTo>
                <a:lnTo>
                  <a:pt x="47336" y="127022"/>
                </a:lnTo>
                <a:lnTo>
                  <a:pt x="47797" y="126490"/>
                </a:lnTo>
                <a:lnTo>
                  <a:pt x="48236" y="125944"/>
                </a:lnTo>
                <a:lnTo>
                  <a:pt x="48652" y="125384"/>
                </a:lnTo>
                <a:lnTo>
                  <a:pt x="49046" y="124809"/>
                </a:lnTo>
                <a:lnTo>
                  <a:pt x="49417" y="124219"/>
                </a:lnTo>
                <a:lnTo>
                  <a:pt x="49765" y="123615"/>
                </a:lnTo>
                <a:lnTo>
                  <a:pt x="50092" y="122996"/>
                </a:lnTo>
                <a:lnTo>
                  <a:pt x="50395" y="122363"/>
                </a:lnTo>
                <a:lnTo>
                  <a:pt x="50676" y="121715"/>
                </a:lnTo>
                <a:lnTo>
                  <a:pt x="50935" y="121053"/>
                </a:lnTo>
                <a:lnTo>
                  <a:pt x="51171" y="120376"/>
                </a:lnTo>
                <a:lnTo>
                  <a:pt x="51385" y="119685"/>
                </a:lnTo>
                <a:lnTo>
                  <a:pt x="51576" y="118979"/>
                </a:lnTo>
                <a:lnTo>
                  <a:pt x="51745" y="118258"/>
                </a:lnTo>
                <a:lnTo>
                  <a:pt x="51891" y="117523"/>
                </a:lnTo>
                <a:lnTo>
                  <a:pt x="52015" y="116774"/>
                </a:lnTo>
                <a:lnTo>
                  <a:pt x="52100" y="116128"/>
                </a:lnTo>
                <a:lnTo>
                  <a:pt x="52296" y="116128"/>
                </a:lnTo>
                <a:lnTo>
                  <a:pt x="52296" y="132717"/>
                </a:lnTo>
                <a:lnTo>
                  <a:pt x="66515" y="132717"/>
                </a:lnTo>
                <a:lnTo>
                  <a:pt x="66515" y="17380"/>
                </a:lnTo>
                <a:lnTo>
                  <a:pt x="52296" y="17380"/>
                </a:lnTo>
                <a:lnTo>
                  <a:pt x="52296" y="42657"/>
                </a:lnTo>
                <a:lnTo>
                  <a:pt x="52612" y="62407"/>
                </a:lnTo>
                <a:lnTo>
                  <a:pt x="52405" y="62407"/>
                </a:lnTo>
                <a:lnTo>
                  <a:pt x="52324" y="61817"/>
                </a:lnTo>
                <a:lnTo>
                  <a:pt x="52197" y="61076"/>
                </a:lnTo>
                <a:lnTo>
                  <a:pt x="52047" y="60349"/>
                </a:lnTo>
                <a:lnTo>
                  <a:pt x="51874" y="59635"/>
                </a:lnTo>
                <a:lnTo>
                  <a:pt x="51678" y="58936"/>
                </a:lnTo>
                <a:lnTo>
                  <a:pt x="51459" y="58250"/>
                </a:lnTo>
                <a:close/>
                <a:moveTo>
                  <a:pt x="29081" y="121678"/>
                </a:moveTo>
                <a:lnTo>
                  <a:pt x="28419" y="121571"/>
                </a:lnTo>
                <a:lnTo>
                  <a:pt x="27771" y="121447"/>
                </a:lnTo>
                <a:lnTo>
                  <a:pt x="27138" y="121307"/>
                </a:lnTo>
                <a:lnTo>
                  <a:pt x="26517" y="121151"/>
                </a:lnTo>
                <a:lnTo>
                  <a:pt x="25911" y="120978"/>
                </a:lnTo>
                <a:lnTo>
                  <a:pt x="25318" y="120789"/>
                </a:lnTo>
                <a:lnTo>
                  <a:pt x="24739" y="120583"/>
                </a:lnTo>
                <a:lnTo>
                  <a:pt x="24174" y="120361"/>
                </a:lnTo>
                <a:lnTo>
                  <a:pt x="23622" y="120122"/>
                </a:lnTo>
                <a:lnTo>
                  <a:pt x="23084" y="119867"/>
                </a:lnTo>
                <a:lnTo>
                  <a:pt x="22560" y="119596"/>
                </a:lnTo>
                <a:lnTo>
                  <a:pt x="22049" y="119308"/>
                </a:lnTo>
                <a:lnTo>
                  <a:pt x="21553" y="119003"/>
                </a:lnTo>
                <a:lnTo>
                  <a:pt x="21070" y="118682"/>
                </a:lnTo>
                <a:lnTo>
                  <a:pt x="20600" y="118345"/>
                </a:lnTo>
                <a:lnTo>
                  <a:pt x="20145" y="117991"/>
                </a:lnTo>
                <a:lnTo>
                  <a:pt x="19703" y="117621"/>
                </a:lnTo>
                <a:lnTo>
                  <a:pt x="19275" y="117234"/>
                </a:lnTo>
                <a:lnTo>
                  <a:pt x="18862" y="116829"/>
                </a:lnTo>
                <a:lnTo>
                  <a:pt x="18467" y="116403"/>
                </a:lnTo>
                <a:lnTo>
                  <a:pt x="18090" y="115957"/>
                </a:lnTo>
                <a:lnTo>
                  <a:pt x="17730" y="115491"/>
                </a:lnTo>
                <a:lnTo>
                  <a:pt x="17388" y="115005"/>
                </a:lnTo>
                <a:lnTo>
                  <a:pt x="17063" y="114498"/>
                </a:lnTo>
                <a:lnTo>
                  <a:pt x="16756" y="113971"/>
                </a:lnTo>
                <a:lnTo>
                  <a:pt x="16466" y="113423"/>
                </a:lnTo>
                <a:lnTo>
                  <a:pt x="16194" y="112856"/>
                </a:lnTo>
                <a:lnTo>
                  <a:pt x="15939" y="112268"/>
                </a:lnTo>
                <a:lnTo>
                  <a:pt x="15702" y="111660"/>
                </a:lnTo>
                <a:lnTo>
                  <a:pt x="15483" y="111031"/>
                </a:lnTo>
                <a:lnTo>
                  <a:pt x="15281" y="110382"/>
                </a:lnTo>
                <a:lnTo>
                  <a:pt x="15097" y="109713"/>
                </a:lnTo>
                <a:lnTo>
                  <a:pt x="14930" y="109024"/>
                </a:lnTo>
                <a:lnTo>
                  <a:pt x="14781" y="108314"/>
                </a:lnTo>
                <a:lnTo>
                  <a:pt x="14649" y="107584"/>
                </a:lnTo>
                <a:lnTo>
                  <a:pt x="14535" y="106834"/>
                </a:lnTo>
                <a:lnTo>
                  <a:pt x="14439" y="106063"/>
                </a:lnTo>
                <a:lnTo>
                  <a:pt x="14360" y="105272"/>
                </a:lnTo>
                <a:lnTo>
                  <a:pt x="14298" y="104461"/>
                </a:lnTo>
                <a:lnTo>
                  <a:pt x="14254" y="103630"/>
                </a:lnTo>
                <a:lnTo>
                  <a:pt x="14228" y="102778"/>
                </a:lnTo>
                <a:lnTo>
                  <a:pt x="14219" y="101906"/>
                </a:lnTo>
                <a:lnTo>
                  <a:pt x="14219" y="76628"/>
                </a:lnTo>
                <a:lnTo>
                  <a:pt x="14228" y="75744"/>
                </a:lnTo>
                <a:lnTo>
                  <a:pt x="14254" y="74880"/>
                </a:lnTo>
                <a:lnTo>
                  <a:pt x="14298" y="74037"/>
                </a:lnTo>
                <a:lnTo>
                  <a:pt x="14360" y="73216"/>
                </a:lnTo>
                <a:lnTo>
                  <a:pt x="14439" y="72415"/>
                </a:lnTo>
                <a:lnTo>
                  <a:pt x="14535" y="71636"/>
                </a:lnTo>
                <a:lnTo>
                  <a:pt x="14649" y="70878"/>
                </a:lnTo>
                <a:lnTo>
                  <a:pt x="14781" y="70141"/>
                </a:lnTo>
                <a:lnTo>
                  <a:pt x="14930" y="69425"/>
                </a:lnTo>
                <a:lnTo>
                  <a:pt x="15097" y="68731"/>
                </a:lnTo>
                <a:lnTo>
                  <a:pt x="15281" y="68057"/>
                </a:lnTo>
                <a:lnTo>
                  <a:pt x="15483" y="67405"/>
                </a:lnTo>
                <a:lnTo>
                  <a:pt x="15702" y="66773"/>
                </a:lnTo>
                <a:lnTo>
                  <a:pt x="15939" y="66163"/>
                </a:lnTo>
                <a:lnTo>
                  <a:pt x="16194" y="65574"/>
                </a:lnTo>
                <a:lnTo>
                  <a:pt x="16466" y="65006"/>
                </a:lnTo>
                <a:lnTo>
                  <a:pt x="16756" y="64459"/>
                </a:lnTo>
                <a:lnTo>
                  <a:pt x="17063" y="63934"/>
                </a:lnTo>
                <a:lnTo>
                  <a:pt x="17388" y="63429"/>
                </a:lnTo>
                <a:lnTo>
                  <a:pt x="17730" y="62946"/>
                </a:lnTo>
                <a:lnTo>
                  <a:pt x="18090" y="62483"/>
                </a:lnTo>
                <a:lnTo>
                  <a:pt x="18467" y="62042"/>
                </a:lnTo>
                <a:lnTo>
                  <a:pt x="18862" y="61622"/>
                </a:lnTo>
                <a:lnTo>
                  <a:pt x="19275" y="61223"/>
                </a:lnTo>
                <a:lnTo>
                  <a:pt x="19703" y="60843"/>
                </a:lnTo>
                <a:lnTo>
                  <a:pt x="20145" y="60479"/>
                </a:lnTo>
                <a:lnTo>
                  <a:pt x="20600" y="60131"/>
                </a:lnTo>
                <a:lnTo>
                  <a:pt x="21070" y="59799"/>
                </a:lnTo>
                <a:lnTo>
                  <a:pt x="21553" y="59484"/>
                </a:lnTo>
                <a:lnTo>
                  <a:pt x="22049" y="59184"/>
                </a:lnTo>
                <a:lnTo>
                  <a:pt x="22560" y="58901"/>
                </a:lnTo>
                <a:lnTo>
                  <a:pt x="23084" y="58634"/>
                </a:lnTo>
                <a:lnTo>
                  <a:pt x="23622" y="58383"/>
                </a:lnTo>
                <a:lnTo>
                  <a:pt x="24174" y="58149"/>
                </a:lnTo>
                <a:lnTo>
                  <a:pt x="24739" y="57930"/>
                </a:lnTo>
                <a:lnTo>
                  <a:pt x="25318" y="57728"/>
                </a:lnTo>
                <a:lnTo>
                  <a:pt x="25911" y="57542"/>
                </a:lnTo>
                <a:lnTo>
                  <a:pt x="26517" y="57372"/>
                </a:lnTo>
                <a:lnTo>
                  <a:pt x="27138" y="57218"/>
                </a:lnTo>
                <a:lnTo>
                  <a:pt x="27771" y="57081"/>
                </a:lnTo>
                <a:lnTo>
                  <a:pt x="28419" y="56959"/>
                </a:lnTo>
                <a:lnTo>
                  <a:pt x="29081" y="56854"/>
                </a:lnTo>
                <a:lnTo>
                  <a:pt x="29756" y="56765"/>
                </a:lnTo>
                <a:lnTo>
                  <a:pt x="30445" y="56692"/>
                </a:lnTo>
                <a:lnTo>
                  <a:pt x="31147" y="56636"/>
                </a:lnTo>
                <a:lnTo>
                  <a:pt x="31863" y="56595"/>
                </a:lnTo>
                <a:lnTo>
                  <a:pt x="32593" y="56571"/>
                </a:lnTo>
                <a:lnTo>
                  <a:pt x="33337" y="56563"/>
                </a:lnTo>
                <a:lnTo>
                  <a:pt x="34068" y="56573"/>
                </a:lnTo>
                <a:lnTo>
                  <a:pt x="34785" y="56601"/>
                </a:lnTo>
                <a:lnTo>
                  <a:pt x="35490" y="56649"/>
                </a:lnTo>
                <a:lnTo>
                  <a:pt x="36181" y="56717"/>
                </a:lnTo>
                <a:lnTo>
                  <a:pt x="36859" y="56803"/>
                </a:lnTo>
                <a:lnTo>
                  <a:pt x="37524" y="56909"/>
                </a:lnTo>
                <a:lnTo>
                  <a:pt x="38176" y="57034"/>
                </a:lnTo>
                <a:lnTo>
                  <a:pt x="38814" y="57178"/>
                </a:lnTo>
                <a:lnTo>
                  <a:pt x="39440" y="57341"/>
                </a:lnTo>
                <a:lnTo>
                  <a:pt x="40052" y="57523"/>
                </a:lnTo>
                <a:lnTo>
                  <a:pt x="40651" y="57725"/>
                </a:lnTo>
                <a:lnTo>
                  <a:pt x="41237" y="57946"/>
                </a:lnTo>
                <a:lnTo>
                  <a:pt x="41809" y="58186"/>
                </a:lnTo>
                <a:lnTo>
                  <a:pt x="42369" y="58445"/>
                </a:lnTo>
                <a:lnTo>
                  <a:pt x="42915" y="58723"/>
                </a:lnTo>
                <a:lnTo>
                  <a:pt x="43449" y="59021"/>
                </a:lnTo>
                <a:lnTo>
                  <a:pt x="43969" y="59338"/>
                </a:lnTo>
                <a:lnTo>
                  <a:pt x="44476" y="59674"/>
                </a:lnTo>
                <a:lnTo>
                  <a:pt x="44969" y="60029"/>
                </a:lnTo>
                <a:lnTo>
                  <a:pt x="45450" y="60404"/>
                </a:lnTo>
                <a:lnTo>
                  <a:pt x="45917" y="60797"/>
                </a:lnTo>
                <a:lnTo>
                  <a:pt x="46371" y="61210"/>
                </a:lnTo>
                <a:lnTo>
                  <a:pt x="46812" y="61642"/>
                </a:lnTo>
                <a:lnTo>
                  <a:pt x="47240" y="62093"/>
                </a:lnTo>
                <a:lnTo>
                  <a:pt x="47653" y="62562"/>
                </a:lnTo>
                <a:lnTo>
                  <a:pt x="48048" y="63044"/>
                </a:lnTo>
                <a:lnTo>
                  <a:pt x="48425" y="63542"/>
                </a:lnTo>
                <a:lnTo>
                  <a:pt x="48785" y="64055"/>
                </a:lnTo>
                <a:lnTo>
                  <a:pt x="49127" y="64582"/>
                </a:lnTo>
                <a:lnTo>
                  <a:pt x="49452" y="65124"/>
                </a:lnTo>
                <a:lnTo>
                  <a:pt x="49759" y="65681"/>
                </a:lnTo>
                <a:lnTo>
                  <a:pt x="50049" y="66253"/>
                </a:lnTo>
                <a:lnTo>
                  <a:pt x="50321" y="66840"/>
                </a:lnTo>
                <a:lnTo>
                  <a:pt x="50576" y="67441"/>
                </a:lnTo>
                <a:lnTo>
                  <a:pt x="50813" y="68057"/>
                </a:lnTo>
                <a:lnTo>
                  <a:pt x="51032" y="68688"/>
                </a:lnTo>
                <a:lnTo>
                  <a:pt x="51234" y="69334"/>
                </a:lnTo>
                <a:lnTo>
                  <a:pt x="51418" y="69995"/>
                </a:lnTo>
                <a:lnTo>
                  <a:pt x="51585" y="70670"/>
                </a:lnTo>
                <a:lnTo>
                  <a:pt x="51734" y="71361"/>
                </a:lnTo>
                <a:lnTo>
                  <a:pt x="51866" y="72066"/>
                </a:lnTo>
                <a:lnTo>
                  <a:pt x="51980" y="72786"/>
                </a:lnTo>
                <a:lnTo>
                  <a:pt x="52076" y="73521"/>
                </a:lnTo>
                <a:lnTo>
                  <a:pt x="52155" y="74270"/>
                </a:lnTo>
                <a:lnTo>
                  <a:pt x="52217" y="75035"/>
                </a:lnTo>
                <a:lnTo>
                  <a:pt x="52261" y="75814"/>
                </a:lnTo>
                <a:lnTo>
                  <a:pt x="52287" y="76608"/>
                </a:lnTo>
                <a:lnTo>
                  <a:pt x="52296" y="77417"/>
                </a:lnTo>
                <a:lnTo>
                  <a:pt x="52296" y="101118"/>
                </a:lnTo>
                <a:lnTo>
                  <a:pt x="52287" y="101927"/>
                </a:lnTo>
                <a:lnTo>
                  <a:pt x="52261" y="102721"/>
                </a:lnTo>
                <a:lnTo>
                  <a:pt x="52217" y="103500"/>
                </a:lnTo>
                <a:lnTo>
                  <a:pt x="52155" y="104264"/>
                </a:lnTo>
                <a:lnTo>
                  <a:pt x="52076" y="105014"/>
                </a:lnTo>
                <a:lnTo>
                  <a:pt x="51980" y="105749"/>
                </a:lnTo>
                <a:lnTo>
                  <a:pt x="51866" y="106469"/>
                </a:lnTo>
                <a:lnTo>
                  <a:pt x="51734" y="107174"/>
                </a:lnTo>
                <a:lnTo>
                  <a:pt x="51585" y="107864"/>
                </a:lnTo>
                <a:lnTo>
                  <a:pt x="51418" y="108540"/>
                </a:lnTo>
                <a:lnTo>
                  <a:pt x="51234" y="109201"/>
                </a:lnTo>
                <a:lnTo>
                  <a:pt x="51032" y="109847"/>
                </a:lnTo>
                <a:lnTo>
                  <a:pt x="50813" y="110478"/>
                </a:lnTo>
                <a:lnTo>
                  <a:pt x="50576" y="111094"/>
                </a:lnTo>
                <a:lnTo>
                  <a:pt x="50321" y="111696"/>
                </a:lnTo>
                <a:lnTo>
                  <a:pt x="50049" y="112283"/>
                </a:lnTo>
                <a:lnTo>
                  <a:pt x="49759" y="112854"/>
                </a:lnTo>
                <a:lnTo>
                  <a:pt x="49452" y="113412"/>
                </a:lnTo>
                <a:lnTo>
                  <a:pt x="49127" y="113954"/>
                </a:lnTo>
                <a:lnTo>
                  <a:pt x="48785" y="114481"/>
                </a:lnTo>
                <a:lnTo>
                  <a:pt x="48425" y="114994"/>
                </a:lnTo>
                <a:lnTo>
                  <a:pt x="48048" y="115492"/>
                </a:lnTo>
                <a:lnTo>
                  <a:pt x="47653" y="115975"/>
                </a:lnTo>
                <a:lnTo>
                  <a:pt x="47240" y="116443"/>
                </a:lnTo>
                <a:lnTo>
                  <a:pt x="46812" y="116895"/>
                </a:lnTo>
                <a:lnTo>
                  <a:pt x="46371" y="117327"/>
                </a:lnTo>
                <a:lnTo>
                  <a:pt x="45917" y="117740"/>
                </a:lnTo>
                <a:lnTo>
                  <a:pt x="45450" y="118133"/>
                </a:lnTo>
                <a:lnTo>
                  <a:pt x="44969" y="118508"/>
                </a:lnTo>
                <a:lnTo>
                  <a:pt x="44476" y="118863"/>
                </a:lnTo>
                <a:lnTo>
                  <a:pt x="43969" y="119199"/>
                </a:lnTo>
                <a:lnTo>
                  <a:pt x="43449" y="119516"/>
                </a:lnTo>
                <a:lnTo>
                  <a:pt x="42915" y="119814"/>
                </a:lnTo>
                <a:lnTo>
                  <a:pt x="42369" y="120092"/>
                </a:lnTo>
                <a:lnTo>
                  <a:pt x="41809" y="120351"/>
                </a:lnTo>
                <a:lnTo>
                  <a:pt x="41237" y="120591"/>
                </a:lnTo>
                <a:lnTo>
                  <a:pt x="40651" y="120812"/>
                </a:lnTo>
                <a:lnTo>
                  <a:pt x="40052" y="121014"/>
                </a:lnTo>
                <a:lnTo>
                  <a:pt x="39440" y="121196"/>
                </a:lnTo>
                <a:lnTo>
                  <a:pt x="38814" y="121359"/>
                </a:lnTo>
                <a:lnTo>
                  <a:pt x="38176" y="121503"/>
                </a:lnTo>
                <a:lnTo>
                  <a:pt x="37524" y="121628"/>
                </a:lnTo>
                <a:lnTo>
                  <a:pt x="36859" y="121734"/>
                </a:lnTo>
                <a:lnTo>
                  <a:pt x="36181" y="121820"/>
                </a:lnTo>
                <a:lnTo>
                  <a:pt x="35490" y="121887"/>
                </a:lnTo>
                <a:lnTo>
                  <a:pt x="34785" y="121935"/>
                </a:lnTo>
                <a:lnTo>
                  <a:pt x="34068" y="121964"/>
                </a:lnTo>
                <a:lnTo>
                  <a:pt x="33337" y="121974"/>
                </a:lnTo>
                <a:lnTo>
                  <a:pt x="32593" y="121966"/>
                </a:lnTo>
                <a:lnTo>
                  <a:pt x="31863" y="121941"/>
                </a:lnTo>
                <a:lnTo>
                  <a:pt x="31147" y="121900"/>
                </a:lnTo>
                <a:lnTo>
                  <a:pt x="30445" y="121842"/>
                </a:lnTo>
                <a:lnTo>
                  <a:pt x="29756" y="121768"/>
                </a:lnTo>
                <a:lnTo>
                  <a:pt x="29081" y="121678"/>
                </a:lnTo>
                <a:close/>
                <a:moveTo>
                  <a:pt x="798963" y="58250"/>
                </a:moveTo>
                <a:lnTo>
                  <a:pt x="798721" y="57577"/>
                </a:lnTo>
                <a:lnTo>
                  <a:pt x="798456" y="56919"/>
                </a:lnTo>
                <a:lnTo>
                  <a:pt x="798168" y="56274"/>
                </a:lnTo>
                <a:lnTo>
                  <a:pt x="797857" y="55643"/>
                </a:lnTo>
                <a:lnTo>
                  <a:pt x="797523" y="55025"/>
                </a:lnTo>
                <a:lnTo>
                  <a:pt x="797166" y="54421"/>
                </a:lnTo>
                <a:lnTo>
                  <a:pt x="796785" y="53831"/>
                </a:lnTo>
                <a:lnTo>
                  <a:pt x="796382" y="53255"/>
                </a:lnTo>
                <a:lnTo>
                  <a:pt x="795956" y="52692"/>
                </a:lnTo>
                <a:lnTo>
                  <a:pt x="795506" y="52144"/>
                </a:lnTo>
                <a:lnTo>
                  <a:pt x="795034" y="51608"/>
                </a:lnTo>
                <a:lnTo>
                  <a:pt x="794538" y="51087"/>
                </a:lnTo>
                <a:lnTo>
                  <a:pt x="794020" y="50579"/>
                </a:lnTo>
                <a:lnTo>
                  <a:pt x="793478" y="50085"/>
                </a:lnTo>
                <a:lnTo>
                  <a:pt x="792918" y="49608"/>
                </a:lnTo>
                <a:lnTo>
                  <a:pt x="792344" y="49151"/>
                </a:lnTo>
                <a:lnTo>
                  <a:pt x="791756" y="48715"/>
                </a:lnTo>
                <a:lnTo>
                  <a:pt x="791153" y="48299"/>
                </a:lnTo>
                <a:lnTo>
                  <a:pt x="790536" y="47903"/>
                </a:lnTo>
                <a:lnTo>
                  <a:pt x="789904" y="47527"/>
                </a:lnTo>
                <a:lnTo>
                  <a:pt x="789259" y="47172"/>
                </a:lnTo>
                <a:lnTo>
                  <a:pt x="788599" y="46837"/>
                </a:lnTo>
                <a:lnTo>
                  <a:pt x="787925" y="46523"/>
                </a:lnTo>
                <a:lnTo>
                  <a:pt x="787236" y="46228"/>
                </a:lnTo>
                <a:lnTo>
                  <a:pt x="786534" y="45954"/>
                </a:lnTo>
                <a:lnTo>
                  <a:pt x="785817" y="45700"/>
                </a:lnTo>
                <a:lnTo>
                  <a:pt x="785086" y="45467"/>
                </a:lnTo>
                <a:lnTo>
                  <a:pt x="784340" y="45254"/>
                </a:lnTo>
                <a:lnTo>
                  <a:pt x="783580" y="45061"/>
                </a:lnTo>
                <a:lnTo>
                  <a:pt x="782806" y="44888"/>
                </a:lnTo>
                <a:lnTo>
                  <a:pt x="782018" y="44736"/>
                </a:lnTo>
                <a:lnTo>
                  <a:pt x="781216" y="44604"/>
                </a:lnTo>
                <a:lnTo>
                  <a:pt x="780399" y="44493"/>
                </a:lnTo>
                <a:lnTo>
                  <a:pt x="779568" y="44401"/>
                </a:lnTo>
                <a:lnTo>
                  <a:pt x="778723" y="44330"/>
                </a:lnTo>
                <a:lnTo>
                  <a:pt x="777863" y="44279"/>
                </a:lnTo>
                <a:lnTo>
                  <a:pt x="776989" y="44249"/>
                </a:lnTo>
                <a:lnTo>
                  <a:pt x="776101" y="44239"/>
                </a:lnTo>
                <a:lnTo>
                  <a:pt x="775018" y="44254"/>
                </a:lnTo>
                <a:lnTo>
                  <a:pt x="773953" y="44299"/>
                </a:lnTo>
                <a:lnTo>
                  <a:pt x="772906" y="44375"/>
                </a:lnTo>
                <a:lnTo>
                  <a:pt x="771879" y="44480"/>
                </a:lnTo>
                <a:lnTo>
                  <a:pt x="770870" y="44616"/>
                </a:lnTo>
                <a:lnTo>
                  <a:pt x="769879" y="44782"/>
                </a:lnTo>
                <a:lnTo>
                  <a:pt x="768908" y="44978"/>
                </a:lnTo>
                <a:lnTo>
                  <a:pt x="767955" y="45205"/>
                </a:lnTo>
                <a:lnTo>
                  <a:pt x="767021" y="45461"/>
                </a:lnTo>
                <a:lnTo>
                  <a:pt x="766105" y="45748"/>
                </a:lnTo>
                <a:lnTo>
                  <a:pt x="765208" y="46065"/>
                </a:lnTo>
                <a:lnTo>
                  <a:pt x="764330" y="46412"/>
                </a:lnTo>
                <a:lnTo>
                  <a:pt x="763470" y="46789"/>
                </a:lnTo>
                <a:lnTo>
                  <a:pt x="762629" y="47196"/>
                </a:lnTo>
                <a:lnTo>
                  <a:pt x="761807" y="47634"/>
                </a:lnTo>
                <a:lnTo>
                  <a:pt x="761003" y="48102"/>
                </a:lnTo>
                <a:lnTo>
                  <a:pt x="760218" y="48599"/>
                </a:lnTo>
                <a:lnTo>
                  <a:pt x="759451" y="49128"/>
                </a:lnTo>
                <a:lnTo>
                  <a:pt x="758704" y="49686"/>
                </a:lnTo>
                <a:lnTo>
                  <a:pt x="757975" y="50274"/>
                </a:lnTo>
                <a:lnTo>
                  <a:pt x="757264" y="50893"/>
                </a:lnTo>
                <a:lnTo>
                  <a:pt x="756572" y="51542"/>
                </a:lnTo>
                <a:lnTo>
                  <a:pt x="755899" y="52221"/>
                </a:lnTo>
                <a:lnTo>
                  <a:pt x="755245" y="52930"/>
                </a:lnTo>
                <a:lnTo>
                  <a:pt x="754613" y="53665"/>
                </a:lnTo>
                <a:lnTo>
                  <a:pt x="754009" y="54422"/>
                </a:lnTo>
                <a:lnTo>
                  <a:pt x="753431" y="55201"/>
                </a:lnTo>
                <a:lnTo>
                  <a:pt x="752880" y="56002"/>
                </a:lnTo>
                <a:lnTo>
                  <a:pt x="752355" y="56825"/>
                </a:lnTo>
                <a:lnTo>
                  <a:pt x="751858" y="57669"/>
                </a:lnTo>
                <a:lnTo>
                  <a:pt x="751388" y="58536"/>
                </a:lnTo>
                <a:lnTo>
                  <a:pt x="750944" y="59425"/>
                </a:lnTo>
                <a:lnTo>
                  <a:pt x="750528" y="60335"/>
                </a:lnTo>
                <a:lnTo>
                  <a:pt x="750138" y="61268"/>
                </a:lnTo>
                <a:lnTo>
                  <a:pt x="749775" y="62222"/>
                </a:lnTo>
                <a:lnTo>
                  <a:pt x="749439" y="63199"/>
                </a:lnTo>
                <a:lnTo>
                  <a:pt x="749130" y="64197"/>
                </a:lnTo>
                <a:lnTo>
                  <a:pt x="748848" y="65218"/>
                </a:lnTo>
                <a:lnTo>
                  <a:pt x="748592" y="66260"/>
                </a:lnTo>
                <a:lnTo>
                  <a:pt x="748364" y="67324"/>
                </a:lnTo>
                <a:lnTo>
                  <a:pt x="748162" y="68410"/>
                </a:lnTo>
                <a:lnTo>
                  <a:pt x="747988" y="69519"/>
                </a:lnTo>
                <a:lnTo>
                  <a:pt x="747840" y="70649"/>
                </a:lnTo>
                <a:lnTo>
                  <a:pt x="747719" y="71801"/>
                </a:lnTo>
                <a:lnTo>
                  <a:pt x="747625" y="72975"/>
                </a:lnTo>
                <a:lnTo>
                  <a:pt x="747558" y="74171"/>
                </a:lnTo>
                <a:lnTo>
                  <a:pt x="747517" y="75389"/>
                </a:lnTo>
                <a:lnTo>
                  <a:pt x="747504" y="76628"/>
                </a:lnTo>
                <a:lnTo>
                  <a:pt x="747504" y="102065"/>
                </a:lnTo>
                <a:lnTo>
                  <a:pt x="747517" y="103292"/>
                </a:lnTo>
                <a:lnTo>
                  <a:pt x="747558" y="104498"/>
                </a:lnTo>
                <a:lnTo>
                  <a:pt x="747626" y="105682"/>
                </a:lnTo>
                <a:lnTo>
                  <a:pt x="747721" y="106844"/>
                </a:lnTo>
                <a:lnTo>
                  <a:pt x="747843" y="107986"/>
                </a:lnTo>
                <a:lnTo>
                  <a:pt x="747993" y="109106"/>
                </a:lnTo>
                <a:lnTo>
                  <a:pt x="748169" y="110204"/>
                </a:lnTo>
                <a:lnTo>
                  <a:pt x="748373" y="111281"/>
                </a:lnTo>
                <a:lnTo>
                  <a:pt x="748604" y="112337"/>
                </a:lnTo>
                <a:lnTo>
                  <a:pt x="748862" y="113371"/>
                </a:lnTo>
                <a:lnTo>
                  <a:pt x="749147" y="114384"/>
                </a:lnTo>
                <a:lnTo>
                  <a:pt x="749459" y="115376"/>
                </a:lnTo>
                <a:lnTo>
                  <a:pt x="749798" y="116346"/>
                </a:lnTo>
                <a:lnTo>
                  <a:pt x="750165" y="117295"/>
                </a:lnTo>
                <a:lnTo>
                  <a:pt x="750559" y="118222"/>
                </a:lnTo>
                <a:lnTo>
                  <a:pt x="750980" y="119129"/>
                </a:lnTo>
                <a:lnTo>
                  <a:pt x="751428" y="120013"/>
                </a:lnTo>
                <a:lnTo>
                  <a:pt x="751903" y="120876"/>
                </a:lnTo>
                <a:lnTo>
                  <a:pt x="752405" y="121718"/>
                </a:lnTo>
                <a:lnTo>
                  <a:pt x="752935" y="122539"/>
                </a:lnTo>
                <a:lnTo>
                  <a:pt x="753492" y="123338"/>
                </a:lnTo>
                <a:lnTo>
                  <a:pt x="754075" y="124116"/>
                </a:lnTo>
                <a:lnTo>
                  <a:pt x="754686" y="124872"/>
                </a:lnTo>
                <a:lnTo>
                  <a:pt x="755325" y="125607"/>
                </a:lnTo>
                <a:lnTo>
                  <a:pt x="755985" y="126316"/>
                </a:lnTo>
                <a:lnTo>
                  <a:pt x="756664" y="126995"/>
                </a:lnTo>
                <a:lnTo>
                  <a:pt x="757360" y="127643"/>
                </a:lnTo>
                <a:lnTo>
                  <a:pt x="758074" y="128262"/>
                </a:lnTo>
                <a:lnTo>
                  <a:pt x="758806" y="128850"/>
                </a:lnTo>
                <a:lnTo>
                  <a:pt x="759556" y="129408"/>
                </a:lnTo>
                <a:lnTo>
                  <a:pt x="760323" y="129936"/>
                </a:lnTo>
                <a:lnTo>
                  <a:pt x="761109" y="130434"/>
                </a:lnTo>
                <a:lnTo>
                  <a:pt x="761912" y="130902"/>
                </a:lnTo>
                <a:lnTo>
                  <a:pt x="762733" y="131339"/>
                </a:lnTo>
                <a:lnTo>
                  <a:pt x="763572" y="131746"/>
                </a:lnTo>
                <a:lnTo>
                  <a:pt x="764429" y="132123"/>
                </a:lnTo>
                <a:lnTo>
                  <a:pt x="765304" y="132470"/>
                </a:lnTo>
                <a:lnTo>
                  <a:pt x="766196" y="132787"/>
                </a:lnTo>
                <a:lnTo>
                  <a:pt x="767106" y="133074"/>
                </a:lnTo>
                <a:lnTo>
                  <a:pt x="768034" y="133330"/>
                </a:lnTo>
                <a:lnTo>
                  <a:pt x="768980" y="133556"/>
                </a:lnTo>
                <a:lnTo>
                  <a:pt x="769944" y="133753"/>
                </a:lnTo>
                <a:lnTo>
                  <a:pt x="770926" y="133919"/>
                </a:lnTo>
                <a:lnTo>
                  <a:pt x="771925" y="134054"/>
                </a:lnTo>
                <a:lnTo>
                  <a:pt x="772942" y="134160"/>
                </a:lnTo>
                <a:lnTo>
                  <a:pt x="773977" y="134235"/>
                </a:lnTo>
                <a:lnTo>
                  <a:pt x="775030" y="134281"/>
                </a:lnTo>
                <a:lnTo>
                  <a:pt x="776101" y="134296"/>
                </a:lnTo>
                <a:lnTo>
                  <a:pt x="776989" y="134286"/>
                </a:lnTo>
                <a:lnTo>
                  <a:pt x="777862" y="134256"/>
                </a:lnTo>
                <a:lnTo>
                  <a:pt x="778720" y="134206"/>
                </a:lnTo>
                <a:lnTo>
                  <a:pt x="779564" y="134135"/>
                </a:lnTo>
                <a:lnTo>
                  <a:pt x="780392" y="134045"/>
                </a:lnTo>
                <a:lnTo>
                  <a:pt x="781206" y="133935"/>
                </a:lnTo>
                <a:lnTo>
                  <a:pt x="782005" y="133805"/>
                </a:lnTo>
                <a:lnTo>
                  <a:pt x="782789" y="133655"/>
                </a:lnTo>
                <a:lnTo>
                  <a:pt x="783558" y="133485"/>
                </a:lnTo>
                <a:lnTo>
                  <a:pt x="784313" y="133294"/>
                </a:lnTo>
                <a:lnTo>
                  <a:pt x="785053" y="133084"/>
                </a:lnTo>
                <a:lnTo>
                  <a:pt x="785778" y="132854"/>
                </a:lnTo>
                <a:lnTo>
                  <a:pt x="786488" y="132604"/>
                </a:lnTo>
                <a:lnTo>
                  <a:pt x="787183" y="132333"/>
                </a:lnTo>
                <a:lnTo>
                  <a:pt x="787864" y="132043"/>
                </a:lnTo>
                <a:lnTo>
                  <a:pt x="788529" y="131733"/>
                </a:lnTo>
                <a:lnTo>
                  <a:pt x="789180" y="131402"/>
                </a:lnTo>
                <a:lnTo>
                  <a:pt x="789816" y="131052"/>
                </a:lnTo>
                <a:lnTo>
                  <a:pt x="790437" y="130681"/>
                </a:lnTo>
                <a:lnTo>
                  <a:pt x="791044" y="130291"/>
                </a:lnTo>
                <a:lnTo>
                  <a:pt x="791636" y="129880"/>
                </a:lnTo>
                <a:lnTo>
                  <a:pt x="792212" y="129450"/>
                </a:lnTo>
                <a:lnTo>
                  <a:pt x="792774" y="128999"/>
                </a:lnTo>
                <a:lnTo>
                  <a:pt x="793322" y="128529"/>
                </a:lnTo>
                <a:lnTo>
                  <a:pt x="793850" y="128041"/>
                </a:lnTo>
                <a:lnTo>
                  <a:pt x="794356" y="127539"/>
                </a:lnTo>
                <a:lnTo>
                  <a:pt x="794840" y="127022"/>
                </a:lnTo>
                <a:lnTo>
                  <a:pt x="795301" y="126490"/>
                </a:lnTo>
                <a:lnTo>
                  <a:pt x="795740" y="125944"/>
                </a:lnTo>
                <a:lnTo>
                  <a:pt x="796156" y="125384"/>
                </a:lnTo>
                <a:lnTo>
                  <a:pt x="796549" y="124809"/>
                </a:lnTo>
                <a:lnTo>
                  <a:pt x="796921" y="124219"/>
                </a:lnTo>
                <a:lnTo>
                  <a:pt x="797269" y="123615"/>
                </a:lnTo>
                <a:lnTo>
                  <a:pt x="797595" y="122996"/>
                </a:lnTo>
                <a:lnTo>
                  <a:pt x="797899" y="122363"/>
                </a:lnTo>
                <a:lnTo>
                  <a:pt x="798180" y="121715"/>
                </a:lnTo>
                <a:lnTo>
                  <a:pt x="798439" y="121053"/>
                </a:lnTo>
                <a:lnTo>
                  <a:pt x="798675" y="120376"/>
                </a:lnTo>
                <a:lnTo>
                  <a:pt x="798889" y="119685"/>
                </a:lnTo>
                <a:lnTo>
                  <a:pt x="799080" y="118979"/>
                </a:lnTo>
                <a:lnTo>
                  <a:pt x="799249" y="118258"/>
                </a:lnTo>
                <a:lnTo>
                  <a:pt x="799395" y="117523"/>
                </a:lnTo>
                <a:lnTo>
                  <a:pt x="799518" y="116774"/>
                </a:lnTo>
                <a:lnTo>
                  <a:pt x="799604" y="116128"/>
                </a:lnTo>
                <a:lnTo>
                  <a:pt x="799800" y="116128"/>
                </a:lnTo>
                <a:lnTo>
                  <a:pt x="799800" y="132717"/>
                </a:lnTo>
                <a:lnTo>
                  <a:pt x="814019" y="132717"/>
                </a:lnTo>
                <a:lnTo>
                  <a:pt x="814019" y="17380"/>
                </a:lnTo>
                <a:lnTo>
                  <a:pt x="799800" y="17380"/>
                </a:lnTo>
                <a:lnTo>
                  <a:pt x="799800" y="42657"/>
                </a:lnTo>
                <a:lnTo>
                  <a:pt x="800115" y="62407"/>
                </a:lnTo>
                <a:lnTo>
                  <a:pt x="799908" y="62407"/>
                </a:lnTo>
                <a:lnTo>
                  <a:pt x="799827" y="61817"/>
                </a:lnTo>
                <a:lnTo>
                  <a:pt x="799701" y="61076"/>
                </a:lnTo>
                <a:lnTo>
                  <a:pt x="799551" y="60349"/>
                </a:lnTo>
                <a:lnTo>
                  <a:pt x="799378" y="59635"/>
                </a:lnTo>
                <a:lnTo>
                  <a:pt x="799182" y="58936"/>
                </a:lnTo>
                <a:lnTo>
                  <a:pt x="798963" y="58250"/>
                </a:lnTo>
                <a:close/>
                <a:moveTo>
                  <a:pt x="776584" y="121678"/>
                </a:moveTo>
                <a:lnTo>
                  <a:pt x="775923" y="121571"/>
                </a:lnTo>
                <a:lnTo>
                  <a:pt x="775275" y="121447"/>
                </a:lnTo>
                <a:lnTo>
                  <a:pt x="774641" y="121307"/>
                </a:lnTo>
                <a:lnTo>
                  <a:pt x="774021" y="121151"/>
                </a:lnTo>
                <a:lnTo>
                  <a:pt x="773415" y="120978"/>
                </a:lnTo>
                <a:lnTo>
                  <a:pt x="772822" y="120789"/>
                </a:lnTo>
                <a:lnTo>
                  <a:pt x="772243" y="120583"/>
                </a:lnTo>
                <a:lnTo>
                  <a:pt x="771677" y="120361"/>
                </a:lnTo>
                <a:lnTo>
                  <a:pt x="771126" y="120122"/>
                </a:lnTo>
                <a:lnTo>
                  <a:pt x="770588" y="119867"/>
                </a:lnTo>
                <a:lnTo>
                  <a:pt x="770064" y="119596"/>
                </a:lnTo>
                <a:lnTo>
                  <a:pt x="769553" y="119308"/>
                </a:lnTo>
                <a:lnTo>
                  <a:pt x="769056" y="119003"/>
                </a:lnTo>
                <a:lnTo>
                  <a:pt x="768573" y="118682"/>
                </a:lnTo>
                <a:lnTo>
                  <a:pt x="768104" y="118345"/>
                </a:lnTo>
                <a:lnTo>
                  <a:pt x="767648" y="117991"/>
                </a:lnTo>
                <a:lnTo>
                  <a:pt x="767207" y="117621"/>
                </a:lnTo>
                <a:lnTo>
                  <a:pt x="766778" y="117234"/>
                </a:lnTo>
                <a:lnTo>
                  <a:pt x="766366" y="116829"/>
                </a:lnTo>
                <a:lnTo>
                  <a:pt x="765971" y="116403"/>
                </a:lnTo>
                <a:lnTo>
                  <a:pt x="765594" y="115957"/>
                </a:lnTo>
                <a:lnTo>
                  <a:pt x="765234" y="115491"/>
                </a:lnTo>
                <a:lnTo>
                  <a:pt x="764891" y="115005"/>
                </a:lnTo>
                <a:lnTo>
                  <a:pt x="764567" y="114498"/>
                </a:lnTo>
                <a:lnTo>
                  <a:pt x="764259" y="113971"/>
                </a:lnTo>
                <a:lnTo>
                  <a:pt x="763970" y="113423"/>
                </a:lnTo>
                <a:lnTo>
                  <a:pt x="763698" y="112856"/>
                </a:lnTo>
                <a:lnTo>
                  <a:pt x="763443" y="112268"/>
                </a:lnTo>
                <a:lnTo>
                  <a:pt x="763206" y="111660"/>
                </a:lnTo>
                <a:lnTo>
                  <a:pt x="762987" y="111031"/>
                </a:lnTo>
                <a:lnTo>
                  <a:pt x="762785" y="110382"/>
                </a:lnTo>
                <a:lnTo>
                  <a:pt x="762601" y="109713"/>
                </a:lnTo>
                <a:lnTo>
                  <a:pt x="762434" y="109024"/>
                </a:lnTo>
                <a:lnTo>
                  <a:pt x="762285" y="108314"/>
                </a:lnTo>
                <a:lnTo>
                  <a:pt x="762153" y="107584"/>
                </a:lnTo>
                <a:lnTo>
                  <a:pt x="762039" y="106834"/>
                </a:lnTo>
                <a:lnTo>
                  <a:pt x="761942" y="106063"/>
                </a:lnTo>
                <a:lnTo>
                  <a:pt x="761863" y="105272"/>
                </a:lnTo>
                <a:lnTo>
                  <a:pt x="761802" y="104461"/>
                </a:lnTo>
                <a:lnTo>
                  <a:pt x="761758" y="103630"/>
                </a:lnTo>
                <a:lnTo>
                  <a:pt x="761732" y="102778"/>
                </a:lnTo>
                <a:lnTo>
                  <a:pt x="761723" y="101906"/>
                </a:lnTo>
                <a:lnTo>
                  <a:pt x="761723" y="76628"/>
                </a:lnTo>
                <a:lnTo>
                  <a:pt x="761732" y="75744"/>
                </a:lnTo>
                <a:lnTo>
                  <a:pt x="761758" y="74880"/>
                </a:lnTo>
                <a:lnTo>
                  <a:pt x="761802" y="74037"/>
                </a:lnTo>
                <a:lnTo>
                  <a:pt x="761863" y="73216"/>
                </a:lnTo>
                <a:lnTo>
                  <a:pt x="761942" y="72415"/>
                </a:lnTo>
                <a:lnTo>
                  <a:pt x="762039" y="71636"/>
                </a:lnTo>
                <a:lnTo>
                  <a:pt x="762153" y="70878"/>
                </a:lnTo>
                <a:lnTo>
                  <a:pt x="762285" y="70141"/>
                </a:lnTo>
                <a:lnTo>
                  <a:pt x="762434" y="69425"/>
                </a:lnTo>
                <a:lnTo>
                  <a:pt x="762601" y="68731"/>
                </a:lnTo>
                <a:lnTo>
                  <a:pt x="762785" y="68057"/>
                </a:lnTo>
                <a:lnTo>
                  <a:pt x="762987" y="67405"/>
                </a:lnTo>
                <a:lnTo>
                  <a:pt x="763206" y="66773"/>
                </a:lnTo>
                <a:lnTo>
                  <a:pt x="763443" y="66163"/>
                </a:lnTo>
                <a:lnTo>
                  <a:pt x="763698" y="65574"/>
                </a:lnTo>
                <a:lnTo>
                  <a:pt x="763970" y="65006"/>
                </a:lnTo>
                <a:lnTo>
                  <a:pt x="764259" y="64459"/>
                </a:lnTo>
                <a:lnTo>
                  <a:pt x="764567" y="63934"/>
                </a:lnTo>
                <a:lnTo>
                  <a:pt x="764891" y="63429"/>
                </a:lnTo>
                <a:lnTo>
                  <a:pt x="765234" y="62946"/>
                </a:lnTo>
                <a:lnTo>
                  <a:pt x="765594" y="62483"/>
                </a:lnTo>
                <a:lnTo>
                  <a:pt x="765971" y="62042"/>
                </a:lnTo>
                <a:lnTo>
                  <a:pt x="766366" y="61622"/>
                </a:lnTo>
                <a:lnTo>
                  <a:pt x="766778" y="61223"/>
                </a:lnTo>
                <a:lnTo>
                  <a:pt x="767207" y="60843"/>
                </a:lnTo>
                <a:lnTo>
                  <a:pt x="767648" y="60479"/>
                </a:lnTo>
                <a:lnTo>
                  <a:pt x="768104" y="60131"/>
                </a:lnTo>
                <a:lnTo>
                  <a:pt x="768573" y="59799"/>
                </a:lnTo>
                <a:lnTo>
                  <a:pt x="769056" y="59484"/>
                </a:lnTo>
                <a:lnTo>
                  <a:pt x="769553" y="59184"/>
                </a:lnTo>
                <a:lnTo>
                  <a:pt x="770064" y="58901"/>
                </a:lnTo>
                <a:lnTo>
                  <a:pt x="770588" y="58634"/>
                </a:lnTo>
                <a:lnTo>
                  <a:pt x="771126" y="58383"/>
                </a:lnTo>
                <a:lnTo>
                  <a:pt x="771677" y="58149"/>
                </a:lnTo>
                <a:lnTo>
                  <a:pt x="772243" y="57930"/>
                </a:lnTo>
                <a:lnTo>
                  <a:pt x="772822" y="57728"/>
                </a:lnTo>
                <a:lnTo>
                  <a:pt x="773415" y="57542"/>
                </a:lnTo>
                <a:lnTo>
                  <a:pt x="774021" y="57372"/>
                </a:lnTo>
                <a:lnTo>
                  <a:pt x="774641" y="57218"/>
                </a:lnTo>
                <a:lnTo>
                  <a:pt x="775275" y="57081"/>
                </a:lnTo>
                <a:lnTo>
                  <a:pt x="775923" y="56959"/>
                </a:lnTo>
                <a:lnTo>
                  <a:pt x="776584" y="56854"/>
                </a:lnTo>
                <a:lnTo>
                  <a:pt x="777259" y="56765"/>
                </a:lnTo>
                <a:lnTo>
                  <a:pt x="777948" y="56692"/>
                </a:lnTo>
                <a:lnTo>
                  <a:pt x="778651" y="56636"/>
                </a:lnTo>
                <a:lnTo>
                  <a:pt x="779367" y="56595"/>
                </a:lnTo>
                <a:lnTo>
                  <a:pt x="780097" y="56571"/>
                </a:lnTo>
                <a:lnTo>
                  <a:pt x="780841" y="56563"/>
                </a:lnTo>
                <a:lnTo>
                  <a:pt x="781572" y="56573"/>
                </a:lnTo>
                <a:lnTo>
                  <a:pt x="782289" y="56601"/>
                </a:lnTo>
                <a:lnTo>
                  <a:pt x="782993" y="56649"/>
                </a:lnTo>
                <a:lnTo>
                  <a:pt x="783685" y="56717"/>
                </a:lnTo>
                <a:lnTo>
                  <a:pt x="784363" y="56803"/>
                </a:lnTo>
                <a:lnTo>
                  <a:pt x="785028" y="56909"/>
                </a:lnTo>
                <a:lnTo>
                  <a:pt x="785679" y="57034"/>
                </a:lnTo>
                <a:lnTo>
                  <a:pt x="786318" y="57178"/>
                </a:lnTo>
                <a:lnTo>
                  <a:pt x="786943" y="57341"/>
                </a:lnTo>
                <a:lnTo>
                  <a:pt x="787556" y="57523"/>
                </a:lnTo>
                <a:lnTo>
                  <a:pt x="788155" y="57725"/>
                </a:lnTo>
                <a:lnTo>
                  <a:pt x="788741" y="57946"/>
                </a:lnTo>
                <a:lnTo>
                  <a:pt x="789313" y="58186"/>
                </a:lnTo>
                <a:lnTo>
                  <a:pt x="789873" y="58445"/>
                </a:lnTo>
                <a:lnTo>
                  <a:pt x="790419" y="58723"/>
                </a:lnTo>
                <a:lnTo>
                  <a:pt x="790952" y="59021"/>
                </a:lnTo>
                <a:lnTo>
                  <a:pt x="791472" y="59338"/>
                </a:lnTo>
                <a:lnTo>
                  <a:pt x="791979" y="59674"/>
                </a:lnTo>
                <a:lnTo>
                  <a:pt x="792473" y="60029"/>
                </a:lnTo>
                <a:lnTo>
                  <a:pt x="792954" y="60404"/>
                </a:lnTo>
                <a:lnTo>
                  <a:pt x="793421" y="60797"/>
                </a:lnTo>
                <a:lnTo>
                  <a:pt x="793875" y="61210"/>
                </a:lnTo>
                <a:lnTo>
                  <a:pt x="794316" y="61642"/>
                </a:lnTo>
                <a:lnTo>
                  <a:pt x="794744" y="62093"/>
                </a:lnTo>
                <a:lnTo>
                  <a:pt x="795157" y="62562"/>
                </a:lnTo>
                <a:lnTo>
                  <a:pt x="795552" y="63044"/>
                </a:lnTo>
                <a:lnTo>
                  <a:pt x="795929" y="63542"/>
                </a:lnTo>
                <a:lnTo>
                  <a:pt x="796289" y="64055"/>
                </a:lnTo>
                <a:lnTo>
                  <a:pt x="796631" y="64582"/>
                </a:lnTo>
                <a:lnTo>
                  <a:pt x="796956" y="65124"/>
                </a:lnTo>
                <a:lnTo>
                  <a:pt x="797263" y="65681"/>
                </a:lnTo>
                <a:lnTo>
                  <a:pt x="797553" y="66253"/>
                </a:lnTo>
                <a:lnTo>
                  <a:pt x="797825" y="66840"/>
                </a:lnTo>
                <a:lnTo>
                  <a:pt x="798079" y="67441"/>
                </a:lnTo>
                <a:lnTo>
                  <a:pt x="798316" y="68057"/>
                </a:lnTo>
                <a:lnTo>
                  <a:pt x="798536" y="68688"/>
                </a:lnTo>
                <a:lnTo>
                  <a:pt x="798738" y="69334"/>
                </a:lnTo>
                <a:lnTo>
                  <a:pt x="798922" y="69995"/>
                </a:lnTo>
                <a:lnTo>
                  <a:pt x="799089" y="70670"/>
                </a:lnTo>
                <a:lnTo>
                  <a:pt x="799238" y="71361"/>
                </a:lnTo>
                <a:lnTo>
                  <a:pt x="799370" y="72066"/>
                </a:lnTo>
                <a:lnTo>
                  <a:pt x="799484" y="72786"/>
                </a:lnTo>
                <a:lnTo>
                  <a:pt x="799580" y="73521"/>
                </a:lnTo>
                <a:lnTo>
                  <a:pt x="799659" y="74270"/>
                </a:lnTo>
                <a:lnTo>
                  <a:pt x="799721" y="75035"/>
                </a:lnTo>
                <a:lnTo>
                  <a:pt x="799765" y="75814"/>
                </a:lnTo>
                <a:lnTo>
                  <a:pt x="799791" y="76608"/>
                </a:lnTo>
                <a:lnTo>
                  <a:pt x="799800" y="77417"/>
                </a:lnTo>
                <a:lnTo>
                  <a:pt x="799800" y="101118"/>
                </a:lnTo>
                <a:lnTo>
                  <a:pt x="799791" y="101927"/>
                </a:lnTo>
                <a:lnTo>
                  <a:pt x="799765" y="102721"/>
                </a:lnTo>
                <a:lnTo>
                  <a:pt x="799721" y="103500"/>
                </a:lnTo>
                <a:lnTo>
                  <a:pt x="799659" y="104264"/>
                </a:lnTo>
                <a:lnTo>
                  <a:pt x="799580" y="105014"/>
                </a:lnTo>
                <a:lnTo>
                  <a:pt x="799484" y="105749"/>
                </a:lnTo>
                <a:lnTo>
                  <a:pt x="799370" y="106469"/>
                </a:lnTo>
                <a:lnTo>
                  <a:pt x="799238" y="107174"/>
                </a:lnTo>
                <a:lnTo>
                  <a:pt x="799089" y="107864"/>
                </a:lnTo>
                <a:lnTo>
                  <a:pt x="798922" y="108540"/>
                </a:lnTo>
                <a:lnTo>
                  <a:pt x="798738" y="109201"/>
                </a:lnTo>
                <a:lnTo>
                  <a:pt x="798536" y="109847"/>
                </a:lnTo>
                <a:lnTo>
                  <a:pt x="798316" y="110478"/>
                </a:lnTo>
                <a:lnTo>
                  <a:pt x="798079" y="111094"/>
                </a:lnTo>
                <a:lnTo>
                  <a:pt x="797825" y="111696"/>
                </a:lnTo>
                <a:lnTo>
                  <a:pt x="797553" y="112283"/>
                </a:lnTo>
                <a:lnTo>
                  <a:pt x="797263" y="112854"/>
                </a:lnTo>
                <a:lnTo>
                  <a:pt x="796956" y="113412"/>
                </a:lnTo>
                <a:lnTo>
                  <a:pt x="796631" y="113954"/>
                </a:lnTo>
                <a:lnTo>
                  <a:pt x="796289" y="114481"/>
                </a:lnTo>
                <a:lnTo>
                  <a:pt x="795929" y="114994"/>
                </a:lnTo>
                <a:lnTo>
                  <a:pt x="795552" y="115492"/>
                </a:lnTo>
                <a:lnTo>
                  <a:pt x="795157" y="115975"/>
                </a:lnTo>
                <a:lnTo>
                  <a:pt x="794744" y="116443"/>
                </a:lnTo>
                <a:lnTo>
                  <a:pt x="794316" y="116895"/>
                </a:lnTo>
                <a:lnTo>
                  <a:pt x="793875" y="117327"/>
                </a:lnTo>
                <a:lnTo>
                  <a:pt x="793421" y="117740"/>
                </a:lnTo>
                <a:lnTo>
                  <a:pt x="792954" y="118133"/>
                </a:lnTo>
                <a:lnTo>
                  <a:pt x="792473" y="118508"/>
                </a:lnTo>
                <a:lnTo>
                  <a:pt x="791979" y="118863"/>
                </a:lnTo>
                <a:lnTo>
                  <a:pt x="791472" y="119199"/>
                </a:lnTo>
                <a:lnTo>
                  <a:pt x="790952" y="119516"/>
                </a:lnTo>
                <a:lnTo>
                  <a:pt x="790419" y="119814"/>
                </a:lnTo>
                <a:lnTo>
                  <a:pt x="789873" y="120092"/>
                </a:lnTo>
                <a:lnTo>
                  <a:pt x="789313" y="120351"/>
                </a:lnTo>
                <a:lnTo>
                  <a:pt x="788741" y="120591"/>
                </a:lnTo>
                <a:lnTo>
                  <a:pt x="788155" y="120812"/>
                </a:lnTo>
                <a:lnTo>
                  <a:pt x="787556" y="121014"/>
                </a:lnTo>
                <a:lnTo>
                  <a:pt x="786943" y="121196"/>
                </a:lnTo>
                <a:lnTo>
                  <a:pt x="786318" y="121359"/>
                </a:lnTo>
                <a:lnTo>
                  <a:pt x="785679" y="121503"/>
                </a:lnTo>
                <a:lnTo>
                  <a:pt x="785028" y="121628"/>
                </a:lnTo>
                <a:lnTo>
                  <a:pt x="784363" y="121734"/>
                </a:lnTo>
                <a:lnTo>
                  <a:pt x="783685" y="121820"/>
                </a:lnTo>
                <a:lnTo>
                  <a:pt x="782993" y="121887"/>
                </a:lnTo>
                <a:lnTo>
                  <a:pt x="782289" y="121935"/>
                </a:lnTo>
                <a:lnTo>
                  <a:pt x="781572" y="121964"/>
                </a:lnTo>
                <a:lnTo>
                  <a:pt x="780841" y="121974"/>
                </a:lnTo>
                <a:lnTo>
                  <a:pt x="780097" y="121966"/>
                </a:lnTo>
                <a:lnTo>
                  <a:pt x="779367" y="121941"/>
                </a:lnTo>
                <a:lnTo>
                  <a:pt x="778651" y="121900"/>
                </a:lnTo>
                <a:lnTo>
                  <a:pt x="777948" y="121842"/>
                </a:lnTo>
                <a:lnTo>
                  <a:pt x="777259" y="121768"/>
                </a:lnTo>
                <a:lnTo>
                  <a:pt x="776584" y="121678"/>
                </a:lnTo>
                <a:close/>
                <a:moveTo>
                  <a:pt x="603342" y="119741"/>
                </a:moveTo>
                <a:lnTo>
                  <a:pt x="603001" y="119717"/>
                </a:lnTo>
                <a:lnTo>
                  <a:pt x="602665" y="119684"/>
                </a:lnTo>
                <a:lnTo>
                  <a:pt x="602336" y="119641"/>
                </a:lnTo>
                <a:lnTo>
                  <a:pt x="602012" y="119588"/>
                </a:lnTo>
                <a:lnTo>
                  <a:pt x="601694" y="119525"/>
                </a:lnTo>
                <a:lnTo>
                  <a:pt x="601382" y="119453"/>
                </a:lnTo>
                <a:lnTo>
                  <a:pt x="601075" y="119372"/>
                </a:lnTo>
                <a:lnTo>
                  <a:pt x="600774" y="119281"/>
                </a:lnTo>
                <a:lnTo>
                  <a:pt x="600479" y="119180"/>
                </a:lnTo>
                <a:lnTo>
                  <a:pt x="600190" y="119069"/>
                </a:lnTo>
                <a:lnTo>
                  <a:pt x="599907" y="118949"/>
                </a:lnTo>
                <a:lnTo>
                  <a:pt x="599629" y="118820"/>
                </a:lnTo>
                <a:lnTo>
                  <a:pt x="599357" y="118681"/>
                </a:lnTo>
                <a:lnTo>
                  <a:pt x="599091" y="118532"/>
                </a:lnTo>
                <a:lnTo>
                  <a:pt x="598830" y="118373"/>
                </a:lnTo>
                <a:lnTo>
                  <a:pt x="598575" y="118205"/>
                </a:lnTo>
                <a:lnTo>
                  <a:pt x="598326" y="118028"/>
                </a:lnTo>
                <a:lnTo>
                  <a:pt x="598083" y="117840"/>
                </a:lnTo>
                <a:lnTo>
                  <a:pt x="597846" y="117644"/>
                </a:lnTo>
                <a:lnTo>
                  <a:pt x="597614" y="117437"/>
                </a:lnTo>
                <a:lnTo>
                  <a:pt x="597388" y="117221"/>
                </a:lnTo>
                <a:lnTo>
                  <a:pt x="597168" y="116995"/>
                </a:lnTo>
                <a:lnTo>
                  <a:pt x="596955" y="116762"/>
                </a:lnTo>
                <a:lnTo>
                  <a:pt x="596751" y="116523"/>
                </a:lnTo>
                <a:lnTo>
                  <a:pt x="596557" y="116278"/>
                </a:lnTo>
                <a:lnTo>
                  <a:pt x="596371" y="116028"/>
                </a:lnTo>
                <a:lnTo>
                  <a:pt x="596195" y="115771"/>
                </a:lnTo>
                <a:lnTo>
                  <a:pt x="596027" y="115509"/>
                </a:lnTo>
                <a:lnTo>
                  <a:pt x="595869" y="115241"/>
                </a:lnTo>
                <a:lnTo>
                  <a:pt x="595720" y="114968"/>
                </a:lnTo>
                <a:lnTo>
                  <a:pt x="595579" y="114688"/>
                </a:lnTo>
                <a:lnTo>
                  <a:pt x="595448" y="114403"/>
                </a:lnTo>
                <a:lnTo>
                  <a:pt x="595326" y="114112"/>
                </a:lnTo>
                <a:lnTo>
                  <a:pt x="595213" y="113816"/>
                </a:lnTo>
                <a:lnTo>
                  <a:pt x="595109" y="113513"/>
                </a:lnTo>
                <a:lnTo>
                  <a:pt x="595014" y="113205"/>
                </a:lnTo>
                <a:lnTo>
                  <a:pt x="594928" y="112891"/>
                </a:lnTo>
                <a:lnTo>
                  <a:pt x="594851" y="112571"/>
                </a:lnTo>
                <a:lnTo>
                  <a:pt x="594783" y="112246"/>
                </a:lnTo>
                <a:lnTo>
                  <a:pt x="594724" y="111915"/>
                </a:lnTo>
                <a:lnTo>
                  <a:pt x="594675" y="111578"/>
                </a:lnTo>
                <a:lnTo>
                  <a:pt x="594634" y="111235"/>
                </a:lnTo>
                <a:lnTo>
                  <a:pt x="594602" y="110886"/>
                </a:lnTo>
                <a:lnTo>
                  <a:pt x="594580" y="110532"/>
                </a:lnTo>
                <a:lnTo>
                  <a:pt x="594566" y="110172"/>
                </a:lnTo>
                <a:lnTo>
                  <a:pt x="594561" y="109806"/>
                </a:lnTo>
                <a:lnTo>
                  <a:pt x="594561" y="58774"/>
                </a:lnTo>
                <a:lnTo>
                  <a:pt x="630112" y="58774"/>
                </a:lnTo>
                <a:lnTo>
                  <a:pt x="630112" y="45818"/>
                </a:lnTo>
                <a:lnTo>
                  <a:pt x="594561" y="45818"/>
                </a:lnTo>
                <a:lnTo>
                  <a:pt x="594561" y="21329"/>
                </a:lnTo>
                <a:lnTo>
                  <a:pt x="580342" y="21329"/>
                </a:lnTo>
                <a:lnTo>
                  <a:pt x="580342" y="45818"/>
                </a:lnTo>
                <a:lnTo>
                  <a:pt x="555378" y="45818"/>
                </a:lnTo>
                <a:lnTo>
                  <a:pt x="555378" y="58774"/>
                </a:lnTo>
                <a:lnTo>
                  <a:pt x="580342" y="58774"/>
                </a:lnTo>
                <a:lnTo>
                  <a:pt x="580342" y="109806"/>
                </a:lnTo>
                <a:lnTo>
                  <a:pt x="580354" y="110668"/>
                </a:lnTo>
                <a:lnTo>
                  <a:pt x="580387" y="111515"/>
                </a:lnTo>
                <a:lnTo>
                  <a:pt x="580444" y="112348"/>
                </a:lnTo>
                <a:lnTo>
                  <a:pt x="580522" y="113166"/>
                </a:lnTo>
                <a:lnTo>
                  <a:pt x="580624" y="113970"/>
                </a:lnTo>
                <a:lnTo>
                  <a:pt x="580747" y="114759"/>
                </a:lnTo>
                <a:lnTo>
                  <a:pt x="580893" y="115534"/>
                </a:lnTo>
                <a:lnTo>
                  <a:pt x="581062" y="116294"/>
                </a:lnTo>
                <a:lnTo>
                  <a:pt x="581253" y="117039"/>
                </a:lnTo>
                <a:lnTo>
                  <a:pt x="581467" y="117770"/>
                </a:lnTo>
                <a:lnTo>
                  <a:pt x="581703" y="118487"/>
                </a:lnTo>
                <a:lnTo>
                  <a:pt x="581962" y="119189"/>
                </a:lnTo>
                <a:lnTo>
                  <a:pt x="582243" y="119876"/>
                </a:lnTo>
                <a:lnTo>
                  <a:pt x="582547" y="120549"/>
                </a:lnTo>
                <a:lnTo>
                  <a:pt x="582873" y="121207"/>
                </a:lnTo>
                <a:lnTo>
                  <a:pt x="583221" y="121851"/>
                </a:lnTo>
                <a:lnTo>
                  <a:pt x="583593" y="122480"/>
                </a:lnTo>
                <a:lnTo>
                  <a:pt x="583986" y="123095"/>
                </a:lnTo>
                <a:lnTo>
                  <a:pt x="584402" y="123695"/>
                </a:lnTo>
                <a:lnTo>
                  <a:pt x="584841" y="124280"/>
                </a:lnTo>
                <a:lnTo>
                  <a:pt x="585302" y="124851"/>
                </a:lnTo>
                <a:lnTo>
                  <a:pt x="585786" y="125408"/>
                </a:lnTo>
                <a:lnTo>
                  <a:pt x="586292" y="125950"/>
                </a:lnTo>
                <a:lnTo>
                  <a:pt x="586820" y="126477"/>
                </a:lnTo>
                <a:lnTo>
                  <a:pt x="587368" y="126986"/>
                </a:lnTo>
                <a:lnTo>
                  <a:pt x="587930" y="127474"/>
                </a:lnTo>
                <a:lnTo>
                  <a:pt x="588506" y="127940"/>
                </a:lnTo>
                <a:lnTo>
                  <a:pt x="589098" y="128384"/>
                </a:lnTo>
                <a:lnTo>
                  <a:pt x="589705" y="128806"/>
                </a:lnTo>
                <a:lnTo>
                  <a:pt x="590326" y="129207"/>
                </a:lnTo>
                <a:lnTo>
                  <a:pt x="590962" y="129586"/>
                </a:lnTo>
                <a:lnTo>
                  <a:pt x="591613" y="129944"/>
                </a:lnTo>
                <a:lnTo>
                  <a:pt x="592278" y="130279"/>
                </a:lnTo>
                <a:lnTo>
                  <a:pt x="592959" y="130593"/>
                </a:lnTo>
                <a:lnTo>
                  <a:pt x="593654" y="130886"/>
                </a:lnTo>
                <a:lnTo>
                  <a:pt x="594364" y="131157"/>
                </a:lnTo>
                <a:lnTo>
                  <a:pt x="595089" y="131406"/>
                </a:lnTo>
                <a:lnTo>
                  <a:pt x="595829" y="131633"/>
                </a:lnTo>
                <a:lnTo>
                  <a:pt x="596584" y="131839"/>
                </a:lnTo>
                <a:lnTo>
                  <a:pt x="597353" y="132023"/>
                </a:lnTo>
                <a:lnTo>
                  <a:pt x="598137" y="132186"/>
                </a:lnTo>
                <a:lnTo>
                  <a:pt x="598936" y="132327"/>
                </a:lnTo>
                <a:lnTo>
                  <a:pt x="599750" y="132446"/>
                </a:lnTo>
                <a:lnTo>
                  <a:pt x="600578" y="132543"/>
                </a:lnTo>
                <a:lnTo>
                  <a:pt x="601422" y="132619"/>
                </a:lnTo>
                <a:lnTo>
                  <a:pt x="602280" y="132673"/>
                </a:lnTo>
                <a:lnTo>
                  <a:pt x="603153" y="132706"/>
                </a:lnTo>
                <a:lnTo>
                  <a:pt x="604041" y="132717"/>
                </a:lnTo>
                <a:lnTo>
                  <a:pt x="629321" y="132717"/>
                </a:lnTo>
                <a:lnTo>
                  <a:pt x="629321" y="119761"/>
                </a:lnTo>
                <a:lnTo>
                  <a:pt x="604041" y="119761"/>
                </a:lnTo>
                <a:lnTo>
                  <a:pt x="603688" y="119756"/>
                </a:lnTo>
                <a:lnTo>
                  <a:pt x="603342" y="119741"/>
                </a:lnTo>
                <a:close/>
                <a:moveTo>
                  <a:pt x="133979" y="134018"/>
                </a:moveTo>
                <a:lnTo>
                  <a:pt x="135037" y="133896"/>
                </a:lnTo>
                <a:lnTo>
                  <a:pt x="136079" y="133751"/>
                </a:lnTo>
                <a:lnTo>
                  <a:pt x="137105" y="133585"/>
                </a:lnTo>
                <a:lnTo>
                  <a:pt x="138115" y="133396"/>
                </a:lnTo>
                <a:lnTo>
                  <a:pt x="139109" y="133185"/>
                </a:lnTo>
                <a:lnTo>
                  <a:pt x="140087" y="132952"/>
                </a:lnTo>
                <a:lnTo>
                  <a:pt x="141050" y="132696"/>
                </a:lnTo>
                <a:lnTo>
                  <a:pt x="141996" y="132418"/>
                </a:lnTo>
                <a:lnTo>
                  <a:pt x="142927" y="132118"/>
                </a:lnTo>
                <a:lnTo>
                  <a:pt x="143842" y="131796"/>
                </a:lnTo>
                <a:lnTo>
                  <a:pt x="144741" y="131452"/>
                </a:lnTo>
                <a:lnTo>
                  <a:pt x="145623" y="131085"/>
                </a:lnTo>
                <a:lnTo>
                  <a:pt x="146490" y="130697"/>
                </a:lnTo>
                <a:lnTo>
                  <a:pt x="147342" y="130286"/>
                </a:lnTo>
                <a:lnTo>
                  <a:pt x="148177" y="129852"/>
                </a:lnTo>
                <a:lnTo>
                  <a:pt x="148996" y="129397"/>
                </a:lnTo>
                <a:lnTo>
                  <a:pt x="149799" y="128919"/>
                </a:lnTo>
                <a:lnTo>
                  <a:pt x="150587" y="128419"/>
                </a:lnTo>
                <a:lnTo>
                  <a:pt x="151359" y="127897"/>
                </a:lnTo>
                <a:lnTo>
                  <a:pt x="152109" y="127356"/>
                </a:lnTo>
                <a:lnTo>
                  <a:pt x="152832" y="126800"/>
                </a:lnTo>
                <a:lnTo>
                  <a:pt x="153529" y="126227"/>
                </a:lnTo>
                <a:lnTo>
                  <a:pt x="154199" y="125639"/>
                </a:lnTo>
                <a:lnTo>
                  <a:pt x="154841" y="125036"/>
                </a:lnTo>
                <a:lnTo>
                  <a:pt x="155457" y="124417"/>
                </a:lnTo>
                <a:lnTo>
                  <a:pt x="156046" y="123782"/>
                </a:lnTo>
                <a:lnTo>
                  <a:pt x="156609" y="123131"/>
                </a:lnTo>
                <a:lnTo>
                  <a:pt x="157144" y="122465"/>
                </a:lnTo>
                <a:lnTo>
                  <a:pt x="157652" y="121783"/>
                </a:lnTo>
                <a:lnTo>
                  <a:pt x="158133" y="121086"/>
                </a:lnTo>
                <a:lnTo>
                  <a:pt x="158588" y="120373"/>
                </a:lnTo>
                <a:lnTo>
                  <a:pt x="159016" y="119644"/>
                </a:lnTo>
                <a:lnTo>
                  <a:pt x="159416" y="118900"/>
                </a:lnTo>
                <a:lnTo>
                  <a:pt x="159790" y="118140"/>
                </a:lnTo>
                <a:lnTo>
                  <a:pt x="160137" y="117365"/>
                </a:lnTo>
                <a:lnTo>
                  <a:pt x="160457" y="116573"/>
                </a:lnTo>
                <a:lnTo>
                  <a:pt x="160750" y="115767"/>
                </a:lnTo>
                <a:lnTo>
                  <a:pt x="161017" y="114944"/>
                </a:lnTo>
                <a:lnTo>
                  <a:pt x="161256" y="114106"/>
                </a:lnTo>
                <a:lnTo>
                  <a:pt x="161468" y="113252"/>
                </a:lnTo>
                <a:lnTo>
                  <a:pt x="161654" y="112383"/>
                </a:lnTo>
                <a:lnTo>
                  <a:pt x="161813" y="111498"/>
                </a:lnTo>
                <a:lnTo>
                  <a:pt x="161945" y="110597"/>
                </a:lnTo>
                <a:lnTo>
                  <a:pt x="147725" y="110597"/>
                </a:lnTo>
                <a:lnTo>
                  <a:pt x="147626" y="111028"/>
                </a:lnTo>
                <a:lnTo>
                  <a:pt x="147513" y="111451"/>
                </a:lnTo>
                <a:lnTo>
                  <a:pt x="147386" y="111867"/>
                </a:lnTo>
                <a:lnTo>
                  <a:pt x="147245" y="112276"/>
                </a:lnTo>
                <a:lnTo>
                  <a:pt x="147089" y="112677"/>
                </a:lnTo>
                <a:lnTo>
                  <a:pt x="146920" y="113071"/>
                </a:lnTo>
                <a:lnTo>
                  <a:pt x="146737" y="113457"/>
                </a:lnTo>
                <a:lnTo>
                  <a:pt x="146540" y="113836"/>
                </a:lnTo>
                <a:lnTo>
                  <a:pt x="146329" y="114208"/>
                </a:lnTo>
                <a:lnTo>
                  <a:pt x="146104" y="114572"/>
                </a:lnTo>
                <a:lnTo>
                  <a:pt x="145865" y="114929"/>
                </a:lnTo>
                <a:lnTo>
                  <a:pt x="145612" y="115278"/>
                </a:lnTo>
                <a:lnTo>
                  <a:pt x="145345" y="115620"/>
                </a:lnTo>
                <a:lnTo>
                  <a:pt x="145064" y="115955"/>
                </a:lnTo>
                <a:lnTo>
                  <a:pt x="144769" y="116282"/>
                </a:lnTo>
                <a:lnTo>
                  <a:pt x="144460" y="116602"/>
                </a:lnTo>
                <a:lnTo>
                  <a:pt x="144137" y="116914"/>
                </a:lnTo>
                <a:lnTo>
                  <a:pt x="143800" y="117219"/>
                </a:lnTo>
                <a:lnTo>
                  <a:pt x="143449" y="117516"/>
                </a:lnTo>
                <a:lnTo>
                  <a:pt x="143084" y="117807"/>
                </a:lnTo>
                <a:lnTo>
                  <a:pt x="142705" y="118089"/>
                </a:lnTo>
                <a:lnTo>
                  <a:pt x="142312" y="118364"/>
                </a:lnTo>
                <a:lnTo>
                  <a:pt x="141905" y="118632"/>
                </a:lnTo>
                <a:lnTo>
                  <a:pt x="141484" y="118893"/>
                </a:lnTo>
                <a:lnTo>
                  <a:pt x="141051" y="119144"/>
                </a:lnTo>
                <a:lnTo>
                  <a:pt x="140609" y="119385"/>
                </a:lnTo>
                <a:lnTo>
                  <a:pt x="140157" y="119615"/>
                </a:lnTo>
                <a:lnTo>
                  <a:pt x="139696" y="119834"/>
                </a:lnTo>
                <a:lnTo>
                  <a:pt x="139225" y="120043"/>
                </a:lnTo>
                <a:lnTo>
                  <a:pt x="138744" y="120241"/>
                </a:lnTo>
                <a:lnTo>
                  <a:pt x="138254" y="120428"/>
                </a:lnTo>
                <a:lnTo>
                  <a:pt x="137754" y="120604"/>
                </a:lnTo>
                <a:lnTo>
                  <a:pt x="137245" y="120770"/>
                </a:lnTo>
                <a:lnTo>
                  <a:pt x="136726" y="120925"/>
                </a:lnTo>
                <a:lnTo>
                  <a:pt x="136197" y="121070"/>
                </a:lnTo>
                <a:lnTo>
                  <a:pt x="135659" y="121204"/>
                </a:lnTo>
                <a:lnTo>
                  <a:pt x="135111" y="121327"/>
                </a:lnTo>
                <a:lnTo>
                  <a:pt x="134554" y="121439"/>
                </a:lnTo>
                <a:lnTo>
                  <a:pt x="133987" y="121541"/>
                </a:lnTo>
                <a:lnTo>
                  <a:pt x="133410" y="121632"/>
                </a:lnTo>
                <a:lnTo>
                  <a:pt x="132824" y="121712"/>
                </a:lnTo>
                <a:lnTo>
                  <a:pt x="132228" y="121781"/>
                </a:lnTo>
                <a:lnTo>
                  <a:pt x="131622" y="121840"/>
                </a:lnTo>
                <a:lnTo>
                  <a:pt x="131007" y="121888"/>
                </a:lnTo>
                <a:lnTo>
                  <a:pt x="130383" y="121926"/>
                </a:lnTo>
                <a:lnTo>
                  <a:pt x="129748" y="121952"/>
                </a:lnTo>
                <a:lnTo>
                  <a:pt x="129104" y="121968"/>
                </a:lnTo>
                <a:lnTo>
                  <a:pt x="128451" y="121974"/>
                </a:lnTo>
                <a:lnTo>
                  <a:pt x="127693" y="121964"/>
                </a:lnTo>
                <a:lnTo>
                  <a:pt x="126949" y="121935"/>
                </a:lnTo>
                <a:lnTo>
                  <a:pt x="126217" y="121886"/>
                </a:lnTo>
                <a:lnTo>
                  <a:pt x="125497" y="121818"/>
                </a:lnTo>
                <a:lnTo>
                  <a:pt x="124790" y="121730"/>
                </a:lnTo>
                <a:lnTo>
                  <a:pt x="124096" y="121623"/>
                </a:lnTo>
                <a:lnTo>
                  <a:pt x="123414" y="121497"/>
                </a:lnTo>
                <a:lnTo>
                  <a:pt x="122745" y="121351"/>
                </a:lnTo>
                <a:lnTo>
                  <a:pt x="122089" y="121185"/>
                </a:lnTo>
                <a:lnTo>
                  <a:pt x="121445" y="121000"/>
                </a:lnTo>
                <a:lnTo>
                  <a:pt x="120814" y="120795"/>
                </a:lnTo>
                <a:lnTo>
                  <a:pt x="120195" y="120571"/>
                </a:lnTo>
                <a:lnTo>
                  <a:pt x="119590" y="120328"/>
                </a:lnTo>
                <a:lnTo>
                  <a:pt x="118996" y="120065"/>
                </a:lnTo>
                <a:lnTo>
                  <a:pt x="118415" y="119782"/>
                </a:lnTo>
                <a:lnTo>
                  <a:pt x="117847" y="119480"/>
                </a:lnTo>
                <a:lnTo>
                  <a:pt x="117292" y="119159"/>
                </a:lnTo>
                <a:lnTo>
                  <a:pt x="116749" y="118818"/>
                </a:lnTo>
                <a:lnTo>
                  <a:pt x="116219" y="118458"/>
                </a:lnTo>
                <a:lnTo>
                  <a:pt x="115701" y="118078"/>
                </a:lnTo>
                <a:lnTo>
                  <a:pt x="115196" y="117679"/>
                </a:lnTo>
                <a:lnTo>
                  <a:pt x="114704" y="117260"/>
                </a:lnTo>
                <a:lnTo>
                  <a:pt x="114224" y="116822"/>
                </a:lnTo>
                <a:lnTo>
                  <a:pt x="113757" y="116364"/>
                </a:lnTo>
                <a:lnTo>
                  <a:pt x="113305" y="115889"/>
                </a:lnTo>
                <a:lnTo>
                  <a:pt x="112873" y="115401"/>
                </a:lnTo>
                <a:lnTo>
                  <a:pt x="112461" y="114898"/>
                </a:lnTo>
                <a:lnTo>
                  <a:pt x="112067" y="114382"/>
                </a:lnTo>
                <a:lnTo>
                  <a:pt x="111692" y="113852"/>
                </a:lnTo>
                <a:lnTo>
                  <a:pt x="111337" y="113307"/>
                </a:lnTo>
                <a:lnTo>
                  <a:pt x="111001" y="112749"/>
                </a:lnTo>
                <a:lnTo>
                  <a:pt x="110684" y="112176"/>
                </a:lnTo>
                <a:lnTo>
                  <a:pt x="110387" y="111590"/>
                </a:lnTo>
                <a:lnTo>
                  <a:pt x="110108" y="110990"/>
                </a:lnTo>
                <a:lnTo>
                  <a:pt x="109849" y="110376"/>
                </a:lnTo>
                <a:lnTo>
                  <a:pt x="109609" y="109747"/>
                </a:lnTo>
                <a:lnTo>
                  <a:pt x="109388" y="109105"/>
                </a:lnTo>
                <a:lnTo>
                  <a:pt x="109186" y="108449"/>
                </a:lnTo>
                <a:lnTo>
                  <a:pt x="109004" y="107779"/>
                </a:lnTo>
                <a:lnTo>
                  <a:pt x="108841" y="107094"/>
                </a:lnTo>
                <a:lnTo>
                  <a:pt x="108697" y="106396"/>
                </a:lnTo>
                <a:lnTo>
                  <a:pt x="108572" y="105684"/>
                </a:lnTo>
                <a:lnTo>
                  <a:pt x="108466" y="104958"/>
                </a:lnTo>
                <a:lnTo>
                  <a:pt x="108380" y="104218"/>
                </a:lnTo>
                <a:lnTo>
                  <a:pt x="108313" y="103464"/>
                </a:lnTo>
                <a:lnTo>
                  <a:pt x="108265" y="102696"/>
                </a:lnTo>
                <a:lnTo>
                  <a:pt x="108236" y="101914"/>
                </a:lnTo>
                <a:lnTo>
                  <a:pt x="108226" y="101118"/>
                </a:lnTo>
                <a:lnTo>
                  <a:pt x="108226" y="92902"/>
                </a:lnTo>
                <a:lnTo>
                  <a:pt x="162579" y="92902"/>
                </a:lnTo>
                <a:lnTo>
                  <a:pt x="162579" y="77417"/>
                </a:lnTo>
                <a:lnTo>
                  <a:pt x="162571" y="76579"/>
                </a:lnTo>
                <a:lnTo>
                  <a:pt x="162549" y="75750"/>
                </a:lnTo>
                <a:lnTo>
                  <a:pt x="162512" y="74931"/>
                </a:lnTo>
                <a:lnTo>
                  <a:pt x="162460" y="74121"/>
                </a:lnTo>
                <a:lnTo>
                  <a:pt x="162393" y="73320"/>
                </a:lnTo>
                <a:lnTo>
                  <a:pt x="162312" y="72529"/>
                </a:lnTo>
                <a:lnTo>
                  <a:pt x="162216" y="71747"/>
                </a:lnTo>
                <a:lnTo>
                  <a:pt x="162104" y="70974"/>
                </a:lnTo>
                <a:lnTo>
                  <a:pt x="161978" y="70211"/>
                </a:lnTo>
                <a:lnTo>
                  <a:pt x="161838" y="69457"/>
                </a:lnTo>
                <a:lnTo>
                  <a:pt x="161682" y="68712"/>
                </a:lnTo>
                <a:lnTo>
                  <a:pt x="161512" y="67977"/>
                </a:lnTo>
                <a:lnTo>
                  <a:pt x="161327" y="67251"/>
                </a:lnTo>
                <a:lnTo>
                  <a:pt x="161127" y="66534"/>
                </a:lnTo>
                <a:lnTo>
                  <a:pt x="160912" y="65827"/>
                </a:lnTo>
                <a:lnTo>
                  <a:pt x="160682" y="65129"/>
                </a:lnTo>
                <a:lnTo>
                  <a:pt x="160438" y="64440"/>
                </a:lnTo>
                <a:lnTo>
                  <a:pt x="160178" y="63761"/>
                </a:lnTo>
                <a:lnTo>
                  <a:pt x="159904" y="63091"/>
                </a:lnTo>
                <a:lnTo>
                  <a:pt x="159615" y="62430"/>
                </a:lnTo>
                <a:lnTo>
                  <a:pt x="159311" y="61779"/>
                </a:lnTo>
                <a:lnTo>
                  <a:pt x="158993" y="61137"/>
                </a:lnTo>
                <a:lnTo>
                  <a:pt x="158660" y="60504"/>
                </a:lnTo>
                <a:lnTo>
                  <a:pt x="158311" y="59880"/>
                </a:lnTo>
                <a:lnTo>
                  <a:pt x="157950" y="59267"/>
                </a:lnTo>
                <a:lnTo>
                  <a:pt x="157577" y="58666"/>
                </a:lnTo>
                <a:lnTo>
                  <a:pt x="157192" y="58076"/>
                </a:lnTo>
                <a:lnTo>
                  <a:pt x="156795" y="57497"/>
                </a:lnTo>
                <a:lnTo>
                  <a:pt x="156387" y="56930"/>
                </a:lnTo>
                <a:lnTo>
                  <a:pt x="155967" y="56375"/>
                </a:lnTo>
                <a:lnTo>
                  <a:pt x="155534" y="55831"/>
                </a:lnTo>
                <a:lnTo>
                  <a:pt x="155091" y="55299"/>
                </a:lnTo>
                <a:lnTo>
                  <a:pt x="154635" y="54778"/>
                </a:lnTo>
                <a:lnTo>
                  <a:pt x="154167" y="54268"/>
                </a:lnTo>
                <a:lnTo>
                  <a:pt x="153688" y="53771"/>
                </a:lnTo>
                <a:lnTo>
                  <a:pt x="153197" y="53284"/>
                </a:lnTo>
                <a:lnTo>
                  <a:pt x="152694" y="52809"/>
                </a:lnTo>
                <a:lnTo>
                  <a:pt x="152179" y="52346"/>
                </a:lnTo>
                <a:lnTo>
                  <a:pt x="151653" y="51894"/>
                </a:lnTo>
                <a:lnTo>
                  <a:pt x="151114" y="51454"/>
                </a:lnTo>
                <a:lnTo>
                  <a:pt x="150564" y="51025"/>
                </a:lnTo>
                <a:lnTo>
                  <a:pt x="150002" y="50608"/>
                </a:lnTo>
                <a:lnTo>
                  <a:pt x="149428" y="50203"/>
                </a:lnTo>
                <a:lnTo>
                  <a:pt x="148843" y="49808"/>
                </a:lnTo>
                <a:lnTo>
                  <a:pt x="148245" y="49426"/>
                </a:lnTo>
                <a:lnTo>
                  <a:pt x="147636" y="49055"/>
                </a:lnTo>
                <a:lnTo>
                  <a:pt x="147015" y="48695"/>
                </a:lnTo>
                <a:lnTo>
                  <a:pt x="146383" y="48347"/>
                </a:lnTo>
                <a:lnTo>
                  <a:pt x="145740" y="48012"/>
                </a:lnTo>
                <a:lnTo>
                  <a:pt x="145088" y="47691"/>
                </a:lnTo>
                <a:lnTo>
                  <a:pt x="144426" y="47384"/>
                </a:lnTo>
                <a:lnTo>
                  <a:pt x="143756" y="47092"/>
                </a:lnTo>
                <a:lnTo>
                  <a:pt x="143077" y="46814"/>
                </a:lnTo>
                <a:lnTo>
                  <a:pt x="142389" y="46550"/>
                </a:lnTo>
                <a:lnTo>
                  <a:pt x="141691" y="46300"/>
                </a:lnTo>
                <a:lnTo>
                  <a:pt x="140985" y="46065"/>
                </a:lnTo>
                <a:lnTo>
                  <a:pt x="140270" y="45844"/>
                </a:lnTo>
                <a:lnTo>
                  <a:pt x="139545" y="45637"/>
                </a:lnTo>
                <a:lnTo>
                  <a:pt x="138811" y="45444"/>
                </a:lnTo>
                <a:lnTo>
                  <a:pt x="138069" y="45266"/>
                </a:lnTo>
                <a:lnTo>
                  <a:pt x="137317" y="45102"/>
                </a:lnTo>
                <a:lnTo>
                  <a:pt x="136556" y="44952"/>
                </a:lnTo>
                <a:lnTo>
                  <a:pt x="135787" y="44817"/>
                </a:lnTo>
                <a:lnTo>
                  <a:pt x="135008" y="44695"/>
                </a:lnTo>
                <a:lnTo>
                  <a:pt x="134220" y="44588"/>
                </a:lnTo>
                <a:lnTo>
                  <a:pt x="133423" y="44496"/>
                </a:lnTo>
                <a:lnTo>
                  <a:pt x="132617" y="44417"/>
                </a:lnTo>
                <a:lnTo>
                  <a:pt x="131802" y="44353"/>
                </a:lnTo>
                <a:lnTo>
                  <a:pt x="130978" y="44303"/>
                </a:lnTo>
                <a:lnTo>
                  <a:pt x="130144" y="44267"/>
                </a:lnTo>
                <a:lnTo>
                  <a:pt x="129302" y="44246"/>
                </a:lnTo>
                <a:lnTo>
                  <a:pt x="128451" y="44239"/>
                </a:lnTo>
                <a:lnTo>
                  <a:pt x="127599" y="44246"/>
                </a:lnTo>
                <a:lnTo>
                  <a:pt x="126757" y="44268"/>
                </a:lnTo>
                <a:lnTo>
                  <a:pt x="125924" y="44304"/>
                </a:lnTo>
                <a:lnTo>
                  <a:pt x="125100" y="44355"/>
                </a:lnTo>
                <a:lnTo>
                  <a:pt x="124285" y="44421"/>
                </a:lnTo>
                <a:lnTo>
                  <a:pt x="123479" y="44501"/>
                </a:lnTo>
                <a:lnTo>
                  <a:pt x="122682" y="44595"/>
                </a:lnTo>
                <a:lnTo>
                  <a:pt x="121894" y="44704"/>
                </a:lnTo>
                <a:lnTo>
                  <a:pt x="121115" y="44828"/>
                </a:lnTo>
                <a:lnTo>
                  <a:pt x="120345" y="44966"/>
                </a:lnTo>
                <a:lnTo>
                  <a:pt x="119584" y="45119"/>
                </a:lnTo>
                <a:lnTo>
                  <a:pt x="118832" y="45286"/>
                </a:lnTo>
                <a:lnTo>
                  <a:pt x="118089" y="45468"/>
                </a:lnTo>
                <a:lnTo>
                  <a:pt x="117356" y="45664"/>
                </a:lnTo>
                <a:lnTo>
                  <a:pt x="116631" y="45875"/>
                </a:lnTo>
                <a:lnTo>
                  <a:pt x="115915" y="46100"/>
                </a:lnTo>
                <a:lnTo>
                  <a:pt x="115209" y="46340"/>
                </a:lnTo>
                <a:lnTo>
                  <a:pt x="114511" y="46594"/>
                </a:lnTo>
                <a:lnTo>
                  <a:pt x="113823" y="46863"/>
                </a:lnTo>
                <a:lnTo>
                  <a:pt x="113144" y="47147"/>
                </a:lnTo>
                <a:lnTo>
                  <a:pt x="112473" y="47445"/>
                </a:lnTo>
                <a:lnTo>
                  <a:pt x="111812" y="47758"/>
                </a:lnTo>
                <a:lnTo>
                  <a:pt x="111160" y="48085"/>
                </a:lnTo>
                <a:lnTo>
                  <a:pt x="110517" y="48426"/>
                </a:lnTo>
                <a:lnTo>
                  <a:pt x="109884" y="48781"/>
                </a:lnTo>
                <a:lnTo>
                  <a:pt x="109263" y="49149"/>
                </a:lnTo>
                <a:lnTo>
                  <a:pt x="108654" y="49528"/>
                </a:lnTo>
                <a:lnTo>
                  <a:pt x="108057" y="49920"/>
                </a:lnTo>
                <a:lnTo>
                  <a:pt x="107472" y="50325"/>
                </a:lnTo>
                <a:lnTo>
                  <a:pt x="106898" y="50741"/>
                </a:lnTo>
                <a:lnTo>
                  <a:pt x="106336" y="51171"/>
                </a:lnTo>
                <a:lnTo>
                  <a:pt x="105786" y="51612"/>
                </a:lnTo>
                <a:lnTo>
                  <a:pt x="105248" y="52066"/>
                </a:lnTo>
                <a:lnTo>
                  <a:pt x="104721" y="52532"/>
                </a:lnTo>
                <a:lnTo>
                  <a:pt x="104206" y="53010"/>
                </a:lnTo>
                <a:lnTo>
                  <a:pt x="103704" y="53501"/>
                </a:lnTo>
                <a:lnTo>
                  <a:pt x="103212" y="54004"/>
                </a:lnTo>
                <a:lnTo>
                  <a:pt x="102733" y="54520"/>
                </a:lnTo>
                <a:lnTo>
                  <a:pt x="102265" y="55048"/>
                </a:lnTo>
                <a:lnTo>
                  <a:pt x="101810" y="55588"/>
                </a:lnTo>
                <a:lnTo>
                  <a:pt x="101366" y="56141"/>
                </a:lnTo>
                <a:lnTo>
                  <a:pt x="100933" y="56706"/>
                </a:lnTo>
                <a:lnTo>
                  <a:pt x="100513" y="57283"/>
                </a:lnTo>
                <a:lnTo>
                  <a:pt x="100104" y="57873"/>
                </a:lnTo>
                <a:lnTo>
                  <a:pt x="99708" y="58475"/>
                </a:lnTo>
                <a:lnTo>
                  <a:pt x="99323" y="59089"/>
                </a:lnTo>
                <a:lnTo>
                  <a:pt x="98949" y="59716"/>
                </a:lnTo>
                <a:lnTo>
                  <a:pt x="98588" y="60355"/>
                </a:lnTo>
                <a:lnTo>
                  <a:pt x="98240" y="61006"/>
                </a:lnTo>
                <a:lnTo>
                  <a:pt x="97907" y="61667"/>
                </a:lnTo>
                <a:lnTo>
                  <a:pt x="97588" y="62340"/>
                </a:lnTo>
                <a:lnTo>
                  <a:pt x="97285" y="63023"/>
                </a:lnTo>
                <a:lnTo>
                  <a:pt x="96996" y="63718"/>
                </a:lnTo>
                <a:lnTo>
                  <a:pt x="96722" y="64423"/>
                </a:lnTo>
                <a:lnTo>
                  <a:pt x="96463" y="65140"/>
                </a:lnTo>
                <a:lnTo>
                  <a:pt x="96218" y="65867"/>
                </a:lnTo>
                <a:lnTo>
                  <a:pt x="95989" y="66606"/>
                </a:lnTo>
                <a:lnTo>
                  <a:pt x="95774" y="67355"/>
                </a:lnTo>
                <a:lnTo>
                  <a:pt x="95574" y="68115"/>
                </a:lnTo>
                <a:lnTo>
                  <a:pt x="95389" y="68887"/>
                </a:lnTo>
                <a:lnTo>
                  <a:pt x="95219" y="69669"/>
                </a:lnTo>
                <a:lnTo>
                  <a:pt x="95063" y="70462"/>
                </a:lnTo>
                <a:lnTo>
                  <a:pt x="94923" y="71266"/>
                </a:lnTo>
                <a:lnTo>
                  <a:pt x="94797" y="72082"/>
                </a:lnTo>
                <a:lnTo>
                  <a:pt x="94686" y="72908"/>
                </a:lnTo>
                <a:lnTo>
                  <a:pt x="94590" y="73745"/>
                </a:lnTo>
                <a:lnTo>
                  <a:pt x="94508" y="74593"/>
                </a:lnTo>
                <a:lnTo>
                  <a:pt x="94441" y="75452"/>
                </a:lnTo>
                <a:lnTo>
                  <a:pt x="94390" y="76322"/>
                </a:lnTo>
                <a:lnTo>
                  <a:pt x="94353" y="77203"/>
                </a:lnTo>
                <a:lnTo>
                  <a:pt x="94330" y="78095"/>
                </a:lnTo>
                <a:lnTo>
                  <a:pt x="94323" y="78998"/>
                </a:lnTo>
                <a:lnTo>
                  <a:pt x="94323" y="99536"/>
                </a:lnTo>
                <a:lnTo>
                  <a:pt x="94330" y="100427"/>
                </a:lnTo>
                <a:lnTo>
                  <a:pt x="94353" y="101307"/>
                </a:lnTo>
                <a:lnTo>
                  <a:pt x="94390" y="102177"/>
                </a:lnTo>
                <a:lnTo>
                  <a:pt x="94441" y="103037"/>
                </a:lnTo>
                <a:lnTo>
                  <a:pt x="94508" y="103886"/>
                </a:lnTo>
                <a:lnTo>
                  <a:pt x="94590" y="104726"/>
                </a:lnTo>
                <a:lnTo>
                  <a:pt x="94686" y="105555"/>
                </a:lnTo>
                <a:lnTo>
                  <a:pt x="94797" y="106375"/>
                </a:lnTo>
                <a:lnTo>
                  <a:pt x="94923" y="107184"/>
                </a:lnTo>
                <a:lnTo>
                  <a:pt x="95063" y="107983"/>
                </a:lnTo>
                <a:lnTo>
                  <a:pt x="95219" y="108772"/>
                </a:lnTo>
                <a:lnTo>
                  <a:pt x="95389" y="109550"/>
                </a:lnTo>
                <a:lnTo>
                  <a:pt x="95574" y="110319"/>
                </a:lnTo>
                <a:lnTo>
                  <a:pt x="95774" y="111077"/>
                </a:lnTo>
                <a:lnTo>
                  <a:pt x="95989" y="111825"/>
                </a:lnTo>
                <a:lnTo>
                  <a:pt x="96218" y="112563"/>
                </a:lnTo>
                <a:lnTo>
                  <a:pt x="96463" y="113291"/>
                </a:lnTo>
                <a:lnTo>
                  <a:pt x="96722" y="114009"/>
                </a:lnTo>
                <a:lnTo>
                  <a:pt x="96996" y="114716"/>
                </a:lnTo>
                <a:lnTo>
                  <a:pt x="97285" y="115414"/>
                </a:lnTo>
                <a:lnTo>
                  <a:pt x="97588" y="116101"/>
                </a:lnTo>
                <a:lnTo>
                  <a:pt x="97907" y="116778"/>
                </a:lnTo>
                <a:lnTo>
                  <a:pt x="98240" y="117445"/>
                </a:lnTo>
                <a:lnTo>
                  <a:pt x="98588" y="118102"/>
                </a:lnTo>
                <a:lnTo>
                  <a:pt x="98949" y="118747"/>
                </a:lnTo>
                <a:lnTo>
                  <a:pt x="99323" y="119380"/>
                </a:lnTo>
                <a:lnTo>
                  <a:pt x="99708" y="120000"/>
                </a:lnTo>
                <a:lnTo>
                  <a:pt x="100104" y="120608"/>
                </a:lnTo>
                <a:lnTo>
                  <a:pt x="100513" y="121203"/>
                </a:lnTo>
                <a:lnTo>
                  <a:pt x="100933" y="121785"/>
                </a:lnTo>
                <a:lnTo>
                  <a:pt x="101366" y="122355"/>
                </a:lnTo>
                <a:lnTo>
                  <a:pt x="101810" y="122912"/>
                </a:lnTo>
                <a:lnTo>
                  <a:pt x="102265" y="123457"/>
                </a:lnTo>
                <a:lnTo>
                  <a:pt x="102733" y="123989"/>
                </a:lnTo>
                <a:lnTo>
                  <a:pt x="103212" y="124508"/>
                </a:lnTo>
                <a:lnTo>
                  <a:pt x="103704" y="125015"/>
                </a:lnTo>
                <a:lnTo>
                  <a:pt x="104206" y="125509"/>
                </a:lnTo>
                <a:lnTo>
                  <a:pt x="104721" y="125990"/>
                </a:lnTo>
                <a:lnTo>
                  <a:pt x="105248" y="126459"/>
                </a:lnTo>
                <a:lnTo>
                  <a:pt x="105786" y="126915"/>
                </a:lnTo>
                <a:lnTo>
                  <a:pt x="106336" y="127359"/>
                </a:lnTo>
                <a:lnTo>
                  <a:pt x="106898" y="127790"/>
                </a:lnTo>
                <a:lnTo>
                  <a:pt x="107472" y="128208"/>
                </a:lnTo>
                <a:lnTo>
                  <a:pt x="108057" y="128614"/>
                </a:lnTo>
                <a:lnTo>
                  <a:pt x="108654" y="129007"/>
                </a:lnTo>
                <a:lnTo>
                  <a:pt x="109263" y="129387"/>
                </a:lnTo>
                <a:lnTo>
                  <a:pt x="109884" y="129755"/>
                </a:lnTo>
                <a:lnTo>
                  <a:pt x="110517" y="130110"/>
                </a:lnTo>
                <a:lnTo>
                  <a:pt x="111160" y="130452"/>
                </a:lnTo>
                <a:lnTo>
                  <a:pt x="111812" y="130779"/>
                </a:lnTo>
                <a:lnTo>
                  <a:pt x="112473" y="131091"/>
                </a:lnTo>
                <a:lnTo>
                  <a:pt x="113144" y="131389"/>
                </a:lnTo>
                <a:lnTo>
                  <a:pt x="113823" y="131673"/>
                </a:lnTo>
                <a:lnTo>
                  <a:pt x="114511" y="131941"/>
                </a:lnTo>
                <a:lnTo>
                  <a:pt x="115209" y="132196"/>
                </a:lnTo>
                <a:lnTo>
                  <a:pt x="115915" y="132436"/>
                </a:lnTo>
                <a:lnTo>
                  <a:pt x="116631" y="132661"/>
                </a:lnTo>
                <a:lnTo>
                  <a:pt x="117356" y="132871"/>
                </a:lnTo>
                <a:lnTo>
                  <a:pt x="118089" y="133068"/>
                </a:lnTo>
                <a:lnTo>
                  <a:pt x="118832" y="133249"/>
                </a:lnTo>
                <a:lnTo>
                  <a:pt x="119584" y="133416"/>
                </a:lnTo>
                <a:lnTo>
                  <a:pt x="120345" y="133569"/>
                </a:lnTo>
                <a:lnTo>
                  <a:pt x="121115" y="133707"/>
                </a:lnTo>
                <a:lnTo>
                  <a:pt x="121894" y="133831"/>
                </a:lnTo>
                <a:lnTo>
                  <a:pt x="122682" y="133940"/>
                </a:lnTo>
                <a:lnTo>
                  <a:pt x="123479" y="134034"/>
                </a:lnTo>
                <a:lnTo>
                  <a:pt x="124285" y="134114"/>
                </a:lnTo>
                <a:lnTo>
                  <a:pt x="125100" y="134179"/>
                </a:lnTo>
                <a:lnTo>
                  <a:pt x="125924" y="134230"/>
                </a:lnTo>
                <a:lnTo>
                  <a:pt x="126757" y="134267"/>
                </a:lnTo>
                <a:lnTo>
                  <a:pt x="127599" y="134288"/>
                </a:lnTo>
                <a:lnTo>
                  <a:pt x="128451" y="134296"/>
                </a:lnTo>
                <a:lnTo>
                  <a:pt x="129588" y="134285"/>
                </a:lnTo>
                <a:lnTo>
                  <a:pt x="130710" y="134251"/>
                </a:lnTo>
                <a:lnTo>
                  <a:pt x="131815" y="134196"/>
                </a:lnTo>
                <a:lnTo>
                  <a:pt x="132905" y="134118"/>
                </a:lnTo>
                <a:lnTo>
                  <a:pt x="133979" y="134018"/>
                </a:lnTo>
                <a:close/>
                <a:moveTo>
                  <a:pt x="108309" y="74923"/>
                </a:moveTo>
                <a:lnTo>
                  <a:pt x="108373" y="74124"/>
                </a:lnTo>
                <a:lnTo>
                  <a:pt x="108456" y="73341"/>
                </a:lnTo>
                <a:lnTo>
                  <a:pt x="108557" y="72574"/>
                </a:lnTo>
                <a:lnTo>
                  <a:pt x="108676" y="71824"/>
                </a:lnTo>
                <a:lnTo>
                  <a:pt x="108814" y="71089"/>
                </a:lnTo>
                <a:lnTo>
                  <a:pt x="108970" y="70371"/>
                </a:lnTo>
                <a:lnTo>
                  <a:pt x="109145" y="69669"/>
                </a:lnTo>
                <a:lnTo>
                  <a:pt x="109338" y="68984"/>
                </a:lnTo>
                <a:lnTo>
                  <a:pt x="109549" y="68314"/>
                </a:lnTo>
                <a:lnTo>
                  <a:pt x="109779" y="67661"/>
                </a:lnTo>
                <a:lnTo>
                  <a:pt x="110027" y="67023"/>
                </a:lnTo>
                <a:lnTo>
                  <a:pt x="110293" y="66402"/>
                </a:lnTo>
                <a:lnTo>
                  <a:pt x="110578" y="65798"/>
                </a:lnTo>
                <a:lnTo>
                  <a:pt x="110881" y="65209"/>
                </a:lnTo>
                <a:lnTo>
                  <a:pt x="111203" y="64636"/>
                </a:lnTo>
                <a:lnTo>
                  <a:pt x="111543" y="64080"/>
                </a:lnTo>
                <a:lnTo>
                  <a:pt x="111901" y="63540"/>
                </a:lnTo>
                <a:lnTo>
                  <a:pt x="112278" y="63016"/>
                </a:lnTo>
                <a:lnTo>
                  <a:pt x="112673" y="62508"/>
                </a:lnTo>
                <a:lnTo>
                  <a:pt x="113086" y="62017"/>
                </a:lnTo>
                <a:lnTo>
                  <a:pt x="113518" y="61541"/>
                </a:lnTo>
                <a:lnTo>
                  <a:pt x="113967" y="61084"/>
                </a:lnTo>
                <a:lnTo>
                  <a:pt x="114431" y="60645"/>
                </a:lnTo>
                <a:lnTo>
                  <a:pt x="114909" y="60227"/>
                </a:lnTo>
                <a:lnTo>
                  <a:pt x="115403" y="59827"/>
                </a:lnTo>
                <a:lnTo>
                  <a:pt x="115913" y="59447"/>
                </a:lnTo>
                <a:lnTo>
                  <a:pt x="116437" y="59087"/>
                </a:lnTo>
                <a:lnTo>
                  <a:pt x="116976" y="58746"/>
                </a:lnTo>
                <a:lnTo>
                  <a:pt x="117530" y="58425"/>
                </a:lnTo>
                <a:lnTo>
                  <a:pt x="118100" y="58123"/>
                </a:lnTo>
                <a:lnTo>
                  <a:pt x="118684" y="57840"/>
                </a:lnTo>
                <a:lnTo>
                  <a:pt x="119284" y="57577"/>
                </a:lnTo>
                <a:lnTo>
                  <a:pt x="119898" y="57334"/>
                </a:lnTo>
                <a:lnTo>
                  <a:pt x="120528" y="57110"/>
                </a:lnTo>
                <a:lnTo>
                  <a:pt x="121173" y="56905"/>
                </a:lnTo>
                <a:lnTo>
                  <a:pt x="121833" y="56720"/>
                </a:lnTo>
                <a:lnTo>
                  <a:pt x="122508" y="56555"/>
                </a:lnTo>
                <a:lnTo>
                  <a:pt x="123198" y="56409"/>
                </a:lnTo>
                <a:lnTo>
                  <a:pt x="123903" y="56282"/>
                </a:lnTo>
                <a:lnTo>
                  <a:pt x="124623" y="56175"/>
                </a:lnTo>
                <a:lnTo>
                  <a:pt x="125359" y="56087"/>
                </a:lnTo>
                <a:lnTo>
                  <a:pt x="126109" y="56019"/>
                </a:lnTo>
                <a:lnTo>
                  <a:pt x="126875" y="55970"/>
                </a:lnTo>
                <a:lnTo>
                  <a:pt x="127655" y="55941"/>
                </a:lnTo>
                <a:lnTo>
                  <a:pt x="128451" y="55931"/>
                </a:lnTo>
                <a:lnTo>
                  <a:pt x="129246" y="55941"/>
                </a:lnTo>
                <a:lnTo>
                  <a:pt x="130027" y="55970"/>
                </a:lnTo>
                <a:lnTo>
                  <a:pt x="130792" y="56019"/>
                </a:lnTo>
                <a:lnTo>
                  <a:pt x="131542" y="56087"/>
                </a:lnTo>
                <a:lnTo>
                  <a:pt x="132277" y="56175"/>
                </a:lnTo>
                <a:lnTo>
                  <a:pt x="132997" y="56282"/>
                </a:lnTo>
                <a:lnTo>
                  <a:pt x="133702" y="56409"/>
                </a:lnTo>
                <a:lnTo>
                  <a:pt x="134392" y="56555"/>
                </a:lnTo>
                <a:lnTo>
                  <a:pt x="135067" y="56720"/>
                </a:lnTo>
                <a:lnTo>
                  <a:pt x="135727" y="56905"/>
                </a:lnTo>
                <a:lnTo>
                  <a:pt x="136371" y="57110"/>
                </a:lnTo>
                <a:lnTo>
                  <a:pt x="137001" y="57334"/>
                </a:lnTo>
                <a:lnTo>
                  <a:pt x="137615" y="57577"/>
                </a:lnTo>
                <a:lnTo>
                  <a:pt x="138215" y="57840"/>
                </a:lnTo>
                <a:lnTo>
                  <a:pt x="138799" y="58123"/>
                </a:lnTo>
                <a:lnTo>
                  <a:pt x="139368" y="58425"/>
                </a:lnTo>
                <a:lnTo>
                  <a:pt x="139922" y="58746"/>
                </a:lnTo>
                <a:lnTo>
                  <a:pt x="140461" y="59087"/>
                </a:lnTo>
                <a:lnTo>
                  <a:pt x="140985" y="59447"/>
                </a:lnTo>
                <a:lnTo>
                  <a:pt x="141494" y="59827"/>
                </a:lnTo>
                <a:lnTo>
                  <a:pt x="141988" y="60227"/>
                </a:lnTo>
                <a:lnTo>
                  <a:pt x="142467" y="60645"/>
                </a:lnTo>
                <a:lnTo>
                  <a:pt x="142930" y="61084"/>
                </a:lnTo>
                <a:lnTo>
                  <a:pt x="143379" y="61541"/>
                </a:lnTo>
                <a:lnTo>
                  <a:pt x="143811" y="62017"/>
                </a:lnTo>
                <a:lnTo>
                  <a:pt x="144224" y="62508"/>
                </a:lnTo>
                <a:lnTo>
                  <a:pt x="144619" y="63016"/>
                </a:lnTo>
                <a:lnTo>
                  <a:pt x="144996" y="63540"/>
                </a:lnTo>
                <a:lnTo>
                  <a:pt x="145355" y="64080"/>
                </a:lnTo>
                <a:lnTo>
                  <a:pt x="145695" y="64636"/>
                </a:lnTo>
                <a:lnTo>
                  <a:pt x="146017" y="65209"/>
                </a:lnTo>
                <a:lnTo>
                  <a:pt x="146320" y="65798"/>
                </a:lnTo>
                <a:lnTo>
                  <a:pt x="146605" y="66402"/>
                </a:lnTo>
                <a:lnTo>
                  <a:pt x="146871" y="67023"/>
                </a:lnTo>
                <a:lnTo>
                  <a:pt x="147120" y="67661"/>
                </a:lnTo>
                <a:lnTo>
                  <a:pt x="147349" y="68314"/>
                </a:lnTo>
                <a:lnTo>
                  <a:pt x="147561" y="68984"/>
                </a:lnTo>
                <a:lnTo>
                  <a:pt x="147754" y="69669"/>
                </a:lnTo>
                <a:lnTo>
                  <a:pt x="147928" y="70371"/>
                </a:lnTo>
                <a:lnTo>
                  <a:pt x="148085" y="71089"/>
                </a:lnTo>
                <a:lnTo>
                  <a:pt x="148222" y="71824"/>
                </a:lnTo>
                <a:lnTo>
                  <a:pt x="148342" y="72574"/>
                </a:lnTo>
                <a:lnTo>
                  <a:pt x="148443" y="73341"/>
                </a:lnTo>
                <a:lnTo>
                  <a:pt x="148526" y="74124"/>
                </a:lnTo>
                <a:lnTo>
                  <a:pt x="148590" y="74923"/>
                </a:lnTo>
                <a:lnTo>
                  <a:pt x="148636" y="75738"/>
                </a:lnTo>
                <a:lnTo>
                  <a:pt x="148664" y="76569"/>
                </a:lnTo>
                <a:lnTo>
                  <a:pt x="148673" y="77417"/>
                </a:lnTo>
                <a:lnTo>
                  <a:pt x="148673" y="81841"/>
                </a:lnTo>
                <a:lnTo>
                  <a:pt x="108226" y="81841"/>
                </a:lnTo>
                <a:lnTo>
                  <a:pt x="108226" y="77417"/>
                </a:lnTo>
                <a:lnTo>
                  <a:pt x="108235" y="76569"/>
                </a:lnTo>
                <a:lnTo>
                  <a:pt x="108263" y="75738"/>
                </a:lnTo>
                <a:lnTo>
                  <a:pt x="108309" y="74923"/>
                </a:lnTo>
                <a:close/>
                <a:moveTo>
                  <a:pt x="507140" y="133896"/>
                </a:moveTo>
                <a:lnTo>
                  <a:pt x="508182" y="133751"/>
                </a:lnTo>
                <a:lnTo>
                  <a:pt x="509208" y="133585"/>
                </a:lnTo>
                <a:lnTo>
                  <a:pt x="510218" y="133396"/>
                </a:lnTo>
                <a:lnTo>
                  <a:pt x="511212" y="133185"/>
                </a:lnTo>
                <a:lnTo>
                  <a:pt x="512191" y="132952"/>
                </a:lnTo>
                <a:lnTo>
                  <a:pt x="513153" y="132696"/>
                </a:lnTo>
                <a:lnTo>
                  <a:pt x="514100" y="132418"/>
                </a:lnTo>
                <a:lnTo>
                  <a:pt x="515030" y="132118"/>
                </a:lnTo>
                <a:lnTo>
                  <a:pt x="515945" y="131796"/>
                </a:lnTo>
                <a:lnTo>
                  <a:pt x="516844" y="131452"/>
                </a:lnTo>
                <a:lnTo>
                  <a:pt x="517727" y="131085"/>
                </a:lnTo>
                <a:lnTo>
                  <a:pt x="518594" y="130697"/>
                </a:lnTo>
                <a:lnTo>
                  <a:pt x="519445" y="130286"/>
                </a:lnTo>
                <a:lnTo>
                  <a:pt x="520280" y="129852"/>
                </a:lnTo>
                <a:lnTo>
                  <a:pt x="521099" y="129397"/>
                </a:lnTo>
                <a:lnTo>
                  <a:pt x="521903" y="128919"/>
                </a:lnTo>
                <a:lnTo>
                  <a:pt x="522690" y="128419"/>
                </a:lnTo>
                <a:lnTo>
                  <a:pt x="523462" y="127897"/>
                </a:lnTo>
                <a:lnTo>
                  <a:pt x="524212" y="127356"/>
                </a:lnTo>
                <a:lnTo>
                  <a:pt x="524936" y="126800"/>
                </a:lnTo>
                <a:lnTo>
                  <a:pt x="525632" y="126227"/>
                </a:lnTo>
                <a:lnTo>
                  <a:pt x="526302" y="125639"/>
                </a:lnTo>
                <a:lnTo>
                  <a:pt x="526945" y="125036"/>
                </a:lnTo>
                <a:lnTo>
                  <a:pt x="527561" y="124417"/>
                </a:lnTo>
                <a:lnTo>
                  <a:pt x="528150" y="123782"/>
                </a:lnTo>
                <a:lnTo>
                  <a:pt x="528712" y="123131"/>
                </a:lnTo>
                <a:lnTo>
                  <a:pt x="529247" y="122465"/>
                </a:lnTo>
                <a:lnTo>
                  <a:pt x="529755" y="121783"/>
                </a:lnTo>
                <a:lnTo>
                  <a:pt x="530237" y="121086"/>
                </a:lnTo>
                <a:lnTo>
                  <a:pt x="530691" y="120373"/>
                </a:lnTo>
                <a:lnTo>
                  <a:pt x="531119" y="119644"/>
                </a:lnTo>
                <a:lnTo>
                  <a:pt x="531520" y="118900"/>
                </a:lnTo>
                <a:lnTo>
                  <a:pt x="531894" y="118140"/>
                </a:lnTo>
                <a:lnTo>
                  <a:pt x="532241" y="117365"/>
                </a:lnTo>
                <a:lnTo>
                  <a:pt x="532561" y="116573"/>
                </a:lnTo>
                <a:lnTo>
                  <a:pt x="532854" y="115767"/>
                </a:lnTo>
                <a:lnTo>
                  <a:pt x="533120" y="114944"/>
                </a:lnTo>
                <a:lnTo>
                  <a:pt x="533359" y="114106"/>
                </a:lnTo>
                <a:lnTo>
                  <a:pt x="533572" y="113252"/>
                </a:lnTo>
                <a:lnTo>
                  <a:pt x="533757" y="112383"/>
                </a:lnTo>
                <a:lnTo>
                  <a:pt x="533916" y="111498"/>
                </a:lnTo>
                <a:lnTo>
                  <a:pt x="534048" y="110597"/>
                </a:lnTo>
                <a:lnTo>
                  <a:pt x="519829" y="110597"/>
                </a:lnTo>
                <a:lnTo>
                  <a:pt x="519730" y="111028"/>
                </a:lnTo>
                <a:lnTo>
                  <a:pt x="519616" y="111451"/>
                </a:lnTo>
                <a:lnTo>
                  <a:pt x="519489" y="111867"/>
                </a:lnTo>
                <a:lnTo>
                  <a:pt x="519348" y="112276"/>
                </a:lnTo>
                <a:lnTo>
                  <a:pt x="519193" y="112677"/>
                </a:lnTo>
                <a:lnTo>
                  <a:pt x="519024" y="113071"/>
                </a:lnTo>
                <a:lnTo>
                  <a:pt x="518841" y="113457"/>
                </a:lnTo>
                <a:lnTo>
                  <a:pt x="518643" y="113836"/>
                </a:lnTo>
                <a:lnTo>
                  <a:pt x="518432" y="114208"/>
                </a:lnTo>
                <a:lnTo>
                  <a:pt x="518207" y="114572"/>
                </a:lnTo>
                <a:lnTo>
                  <a:pt x="517968" y="114929"/>
                </a:lnTo>
                <a:lnTo>
                  <a:pt x="517715" y="115278"/>
                </a:lnTo>
                <a:lnTo>
                  <a:pt x="517448" y="115620"/>
                </a:lnTo>
                <a:lnTo>
                  <a:pt x="517167" y="115955"/>
                </a:lnTo>
                <a:lnTo>
                  <a:pt x="516872" y="116282"/>
                </a:lnTo>
                <a:lnTo>
                  <a:pt x="516563" y="116602"/>
                </a:lnTo>
                <a:lnTo>
                  <a:pt x="516240" y="116914"/>
                </a:lnTo>
                <a:lnTo>
                  <a:pt x="515903" y="117219"/>
                </a:lnTo>
                <a:lnTo>
                  <a:pt x="515552" y="117516"/>
                </a:lnTo>
                <a:lnTo>
                  <a:pt x="515187" y="117807"/>
                </a:lnTo>
                <a:lnTo>
                  <a:pt x="514808" y="118089"/>
                </a:lnTo>
                <a:lnTo>
                  <a:pt x="514415" y="118364"/>
                </a:lnTo>
                <a:lnTo>
                  <a:pt x="514008" y="118632"/>
                </a:lnTo>
                <a:lnTo>
                  <a:pt x="513587" y="118893"/>
                </a:lnTo>
                <a:lnTo>
                  <a:pt x="513155" y="119144"/>
                </a:lnTo>
                <a:lnTo>
                  <a:pt x="512712" y="119385"/>
                </a:lnTo>
                <a:lnTo>
                  <a:pt x="512261" y="119615"/>
                </a:lnTo>
                <a:lnTo>
                  <a:pt x="511799" y="119834"/>
                </a:lnTo>
                <a:lnTo>
                  <a:pt x="511328" y="120043"/>
                </a:lnTo>
                <a:lnTo>
                  <a:pt x="510848" y="120241"/>
                </a:lnTo>
                <a:lnTo>
                  <a:pt x="510358" y="120428"/>
                </a:lnTo>
                <a:lnTo>
                  <a:pt x="509858" y="120604"/>
                </a:lnTo>
                <a:lnTo>
                  <a:pt x="509348" y="120770"/>
                </a:lnTo>
                <a:lnTo>
                  <a:pt x="508829" y="120925"/>
                </a:lnTo>
                <a:lnTo>
                  <a:pt x="508301" y="121070"/>
                </a:lnTo>
                <a:lnTo>
                  <a:pt x="507762" y="121204"/>
                </a:lnTo>
                <a:lnTo>
                  <a:pt x="507215" y="121327"/>
                </a:lnTo>
                <a:lnTo>
                  <a:pt x="506657" y="121439"/>
                </a:lnTo>
                <a:lnTo>
                  <a:pt x="506090" y="121541"/>
                </a:lnTo>
                <a:lnTo>
                  <a:pt x="505513" y="121632"/>
                </a:lnTo>
                <a:lnTo>
                  <a:pt x="504927" y="121712"/>
                </a:lnTo>
                <a:lnTo>
                  <a:pt x="504331" y="121781"/>
                </a:lnTo>
                <a:lnTo>
                  <a:pt x="503726" y="121840"/>
                </a:lnTo>
                <a:lnTo>
                  <a:pt x="503111" y="121888"/>
                </a:lnTo>
                <a:lnTo>
                  <a:pt x="502486" y="121926"/>
                </a:lnTo>
                <a:lnTo>
                  <a:pt x="501852" y="121952"/>
                </a:lnTo>
                <a:lnTo>
                  <a:pt x="501208" y="121968"/>
                </a:lnTo>
                <a:lnTo>
                  <a:pt x="500554" y="121974"/>
                </a:lnTo>
                <a:lnTo>
                  <a:pt x="499797" y="121964"/>
                </a:lnTo>
                <a:lnTo>
                  <a:pt x="499052" y="121935"/>
                </a:lnTo>
                <a:lnTo>
                  <a:pt x="498320" y="121886"/>
                </a:lnTo>
                <a:lnTo>
                  <a:pt x="497600" y="121818"/>
                </a:lnTo>
                <a:lnTo>
                  <a:pt x="496894" y="121730"/>
                </a:lnTo>
                <a:lnTo>
                  <a:pt x="496199" y="121623"/>
                </a:lnTo>
                <a:lnTo>
                  <a:pt x="495518" y="121497"/>
                </a:lnTo>
                <a:lnTo>
                  <a:pt x="494849" y="121351"/>
                </a:lnTo>
                <a:lnTo>
                  <a:pt x="494192" y="121185"/>
                </a:lnTo>
                <a:lnTo>
                  <a:pt x="493549" y="121000"/>
                </a:lnTo>
                <a:lnTo>
                  <a:pt x="492917" y="120795"/>
                </a:lnTo>
                <a:lnTo>
                  <a:pt x="492299" y="120571"/>
                </a:lnTo>
                <a:lnTo>
                  <a:pt x="491693" y="120328"/>
                </a:lnTo>
                <a:lnTo>
                  <a:pt x="491100" y="120065"/>
                </a:lnTo>
                <a:lnTo>
                  <a:pt x="490519" y="119782"/>
                </a:lnTo>
                <a:lnTo>
                  <a:pt x="489951" y="119480"/>
                </a:lnTo>
                <a:lnTo>
                  <a:pt x="489395" y="119159"/>
                </a:lnTo>
                <a:lnTo>
                  <a:pt x="488852" y="118818"/>
                </a:lnTo>
                <a:lnTo>
                  <a:pt x="488322" y="118458"/>
                </a:lnTo>
                <a:lnTo>
                  <a:pt x="487804" y="118078"/>
                </a:lnTo>
                <a:lnTo>
                  <a:pt x="487299" y="117679"/>
                </a:lnTo>
                <a:lnTo>
                  <a:pt x="486807" y="117260"/>
                </a:lnTo>
                <a:lnTo>
                  <a:pt x="486327" y="116822"/>
                </a:lnTo>
                <a:lnTo>
                  <a:pt x="485860" y="116364"/>
                </a:lnTo>
                <a:lnTo>
                  <a:pt x="485409" y="115889"/>
                </a:lnTo>
                <a:lnTo>
                  <a:pt x="484977" y="115401"/>
                </a:lnTo>
                <a:lnTo>
                  <a:pt x="484564" y="114898"/>
                </a:lnTo>
                <a:lnTo>
                  <a:pt x="484170" y="114382"/>
                </a:lnTo>
                <a:lnTo>
                  <a:pt x="483796" y="113852"/>
                </a:lnTo>
                <a:lnTo>
                  <a:pt x="483440" y="113307"/>
                </a:lnTo>
                <a:lnTo>
                  <a:pt x="483104" y="112749"/>
                </a:lnTo>
                <a:lnTo>
                  <a:pt x="482788" y="112176"/>
                </a:lnTo>
                <a:lnTo>
                  <a:pt x="482490" y="111590"/>
                </a:lnTo>
                <a:lnTo>
                  <a:pt x="482211" y="110990"/>
                </a:lnTo>
                <a:lnTo>
                  <a:pt x="481952" y="110376"/>
                </a:lnTo>
                <a:lnTo>
                  <a:pt x="481712" y="109747"/>
                </a:lnTo>
                <a:lnTo>
                  <a:pt x="481491" y="109105"/>
                </a:lnTo>
                <a:lnTo>
                  <a:pt x="481290" y="108449"/>
                </a:lnTo>
                <a:lnTo>
                  <a:pt x="481107" y="107779"/>
                </a:lnTo>
                <a:lnTo>
                  <a:pt x="480944" y="107094"/>
                </a:lnTo>
                <a:lnTo>
                  <a:pt x="480800" y="106396"/>
                </a:lnTo>
                <a:lnTo>
                  <a:pt x="480675" y="105684"/>
                </a:lnTo>
                <a:lnTo>
                  <a:pt x="480570" y="104958"/>
                </a:lnTo>
                <a:lnTo>
                  <a:pt x="480483" y="104218"/>
                </a:lnTo>
                <a:lnTo>
                  <a:pt x="480416" y="103464"/>
                </a:lnTo>
                <a:lnTo>
                  <a:pt x="480368" y="102696"/>
                </a:lnTo>
                <a:lnTo>
                  <a:pt x="480339" y="101914"/>
                </a:lnTo>
                <a:lnTo>
                  <a:pt x="480330" y="101118"/>
                </a:lnTo>
                <a:lnTo>
                  <a:pt x="480330" y="92902"/>
                </a:lnTo>
                <a:lnTo>
                  <a:pt x="534682" y="92902"/>
                </a:lnTo>
                <a:lnTo>
                  <a:pt x="534682" y="77417"/>
                </a:lnTo>
                <a:lnTo>
                  <a:pt x="534674" y="76579"/>
                </a:lnTo>
                <a:lnTo>
                  <a:pt x="534652" y="75750"/>
                </a:lnTo>
                <a:lnTo>
                  <a:pt x="534615" y="74931"/>
                </a:lnTo>
                <a:lnTo>
                  <a:pt x="534563" y="74121"/>
                </a:lnTo>
                <a:lnTo>
                  <a:pt x="534497" y="73320"/>
                </a:lnTo>
                <a:lnTo>
                  <a:pt x="534415" y="72529"/>
                </a:lnTo>
                <a:lnTo>
                  <a:pt x="534319" y="71747"/>
                </a:lnTo>
                <a:lnTo>
                  <a:pt x="534208" y="70974"/>
                </a:lnTo>
                <a:lnTo>
                  <a:pt x="534082" y="70211"/>
                </a:lnTo>
                <a:lnTo>
                  <a:pt x="533941" y="69457"/>
                </a:lnTo>
                <a:lnTo>
                  <a:pt x="533785" y="68712"/>
                </a:lnTo>
                <a:lnTo>
                  <a:pt x="533615" y="67977"/>
                </a:lnTo>
                <a:lnTo>
                  <a:pt x="533430" y="67251"/>
                </a:lnTo>
                <a:lnTo>
                  <a:pt x="533230" y="66534"/>
                </a:lnTo>
                <a:lnTo>
                  <a:pt x="533015" y="65827"/>
                </a:lnTo>
                <a:lnTo>
                  <a:pt x="532785" y="65129"/>
                </a:lnTo>
                <a:lnTo>
                  <a:pt x="532541" y="64440"/>
                </a:lnTo>
                <a:lnTo>
                  <a:pt x="532282" y="63761"/>
                </a:lnTo>
                <a:lnTo>
                  <a:pt x="532007" y="63091"/>
                </a:lnTo>
                <a:lnTo>
                  <a:pt x="531719" y="62430"/>
                </a:lnTo>
                <a:lnTo>
                  <a:pt x="531415" y="61779"/>
                </a:lnTo>
                <a:lnTo>
                  <a:pt x="531096" y="61137"/>
                </a:lnTo>
                <a:lnTo>
                  <a:pt x="530763" y="60504"/>
                </a:lnTo>
                <a:lnTo>
                  <a:pt x="530415" y="59880"/>
                </a:lnTo>
                <a:lnTo>
                  <a:pt x="530053" y="59267"/>
                </a:lnTo>
                <a:lnTo>
                  <a:pt x="529680" y="58666"/>
                </a:lnTo>
                <a:lnTo>
                  <a:pt x="529295" y="58076"/>
                </a:lnTo>
                <a:lnTo>
                  <a:pt x="528899" y="57497"/>
                </a:lnTo>
                <a:lnTo>
                  <a:pt x="528490" y="56930"/>
                </a:lnTo>
                <a:lnTo>
                  <a:pt x="528070" y="56375"/>
                </a:lnTo>
                <a:lnTo>
                  <a:pt x="527638" y="55831"/>
                </a:lnTo>
                <a:lnTo>
                  <a:pt x="527194" y="55299"/>
                </a:lnTo>
                <a:lnTo>
                  <a:pt x="526738" y="54778"/>
                </a:lnTo>
                <a:lnTo>
                  <a:pt x="526271" y="54268"/>
                </a:lnTo>
                <a:lnTo>
                  <a:pt x="525791" y="53771"/>
                </a:lnTo>
                <a:lnTo>
                  <a:pt x="525300" y="53284"/>
                </a:lnTo>
                <a:lnTo>
                  <a:pt x="524797" y="52809"/>
                </a:lnTo>
                <a:lnTo>
                  <a:pt x="524282" y="52346"/>
                </a:lnTo>
                <a:lnTo>
                  <a:pt x="523756" y="51894"/>
                </a:lnTo>
                <a:lnTo>
                  <a:pt x="523218" y="51454"/>
                </a:lnTo>
                <a:lnTo>
                  <a:pt x="522667" y="51025"/>
                </a:lnTo>
                <a:lnTo>
                  <a:pt x="522105" y="50608"/>
                </a:lnTo>
                <a:lnTo>
                  <a:pt x="521532" y="50203"/>
                </a:lnTo>
                <a:lnTo>
                  <a:pt x="520946" y="49808"/>
                </a:lnTo>
                <a:lnTo>
                  <a:pt x="520349" y="49426"/>
                </a:lnTo>
                <a:lnTo>
                  <a:pt x="519740" y="49055"/>
                </a:lnTo>
                <a:lnTo>
                  <a:pt x="519119" y="48695"/>
                </a:lnTo>
                <a:lnTo>
                  <a:pt x="518486" y="48347"/>
                </a:lnTo>
                <a:lnTo>
                  <a:pt x="517843" y="48012"/>
                </a:lnTo>
                <a:lnTo>
                  <a:pt x="517191" y="47691"/>
                </a:lnTo>
                <a:lnTo>
                  <a:pt x="516530" y="47384"/>
                </a:lnTo>
                <a:lnTo>
                  <a:pt x="515860" y="47092"/>
                </a:lnTo>
                <a:lnTo>
                  <a:pt x="515180" y="46814"/>
                </a:lnTo>
                <a:lnTo>
                  <a:pt x="514492" y="46550"/>
                </a:lnTo>
                <a:lnTo>
                  <a:pt x="513795" y="46300"/>
                </a:lnTo>
                <a:lnTo>
                  <a:pt x="513088" y="46065"/>
                </a:lnTo>
                <a:lnTo>
                  <a:pt x="512373" y="45844"/>
                </a:lnTo>
                <a:lnTo>
                  <a:pt x="511648" y="45637"/>
                </a:lnTo>
                <a:lnTo>
                  <a:pt x="510915" y="45444"/>
                </a:lnTo>
                <a:lnTo>
                  <a:pt x="510172" y="45266"/>
                </a:lnTo>
                <a:lnTo>
                  <a:pt x="509420" y="45102"/>
                </a:lnTo>
                <a:lnTo>
                  <a:pt x="508660" y="44952"/>
                </a:lnTo>
                <a:lnTo>
                  <a:pt x="507890" y="44817"/>
                </a:lnTo>
                <a:lnTo>
                  <a:pt x="507111" y="44695"/>
                </a:lnTo>
                <a:lnTo>
                  <a:pt x="506323" y="44588"/>
                </a:lnTo>
                <a:lnTo>
                  <a:pt x="505526" y="44496"/>
                </a:lnTo>
                <a:lnTo>
                  <a:pt x="504720" y="44417"/>
                </a:lnTo>
                <a:lnTo>
                  <a:pt x="503905" y="44353"/>
                </a:lnTo>
                <a:lnTo>
                  <a:pt x="503081" y="44303"/>
                </a:lnTo>
                <a:lnTo>
                  <a:pt x="502248" y="44267"/>
                </a:lnTo>
                <a:lnTo>
                  <a:pt x="501405" y="44246"/>
                </a:lnTo>
                <a:lnTo>
                  <a:pt x="500554" y="44239"/>
                </a:lnTo>
                <a:lnTo>
                  <a:pt x="499703" y="44246"/>
                </a:lnTo>
                <a:lnTo>
                  <a:pt x="498861" y="44268"/>
                </a:lnTo>
                <a:lnTo>
                  <a:pt x="498027" y="44304"/>
                </a:lnTo>
                <a:lnTo>
                  <a:pt x="497203" y="44355"/>
                </a:lnTo>
                <a:lnTo>
                  <a:pt x="496388" y="44421"/>
                </a:lnTo>
                <a:lnTo>
                  <a:pt x="495582" y="44501"/>
                </a:lnTo>
                <a:lnTo>
                  <a:pt x="494785" y="44595"/>
                </a:lnTo>
                <a:lnTo>
                  <a:pt x="493997" y="44704"/>
                </a:lnTo>
                <a:lnTo>
                  <a:pt x="493218" y="44828"/>
                </a:lnTo>
                <a:lnTo>
                  <a:pt x="492448" y="44966"/>
                </a:lnTo>
                <a:lnTo>
                  <a:pt x="491687" y="45119"/>
                </a:lnTo>
                <a:lnTo>
                  <a:pt x="490935" y="45286"/>
                </a:lnTo>
                <a:lnTo>
                  <a:pt x="490193" y="45468"/>
                </a:lnTo>
                <a:lnTo>
                  <a:pt x="489459" y="45664"/>
                </a:lnTo>
                <a:lnTo>
                  <a:pt x="488734" y="45875"/>
                </a:lnTo>
                <a:lnTo>
                  <a:pt x="488019" y="46100"/>
                </a:lnTo>
                <a:lnTo>
                  <a:pt x="487312" y="46340"/>
                </a:lnTo>
                <a:lnTo>
                  <a:pt x="486615" y="46594"/>
                </a:lnTo>
                <a:lnTo>
                  <a:pt x="485926" y="46863"/>
                </a:lnTo>
                <a:lnTo>
                  <a:pt x="485247" y="47147"/>
                </a:lnTo>
                <a:lnTo>
                  <a:pt x="484577" y="47445"/>
                </a:lnTo>
                <a:lnTo>
                  <a:pt x="483915" y="47758"/>
                </a:lnTo>
                <a:lnTo>
                  <a:pt x="483263" y="48085"/>
                </a:lnTo>
                <a:lnTo>
                  <a:pt x="482620" y="48426"/>
                </a:lnTo>
                <a:lnTo>
                  <a:pt x="481987" y="48781"/>
                </a:lnTo>
                <a:lnTo>
                  <a:pt x="481367" y="49149"/>
                </a:lnTo>
                <a:lnTo>
                  <a:pt x="480758" y="49528"/>
                </a:lnTo>
                <a:lnTo>
                  <a:pt x="480160" y="49920"/>
                </a:lnTo>
                <a:lnTo>
                  <a:pt x="479575" y="50325"/>
                </a:lnTo>
                <a:lnTo>
                  <a:pt x="479001" y="50741"/>
                </a:lnTo>
                <a:lnTo>
                  <a:pt x="478439" y="51171"/>
                </a:lnTo>
                <a:lnTo>
                  <a:pt x="477889" y="51612"/>
                </a:lnTo>
                <a:lnTo>
                  <a:pt x="477351" y="52066"/>
                </a:lnTo>
                <a:lnTo>
                  <a:pt x="476825" y="52532"/>
                </a:lnTo>
                <a:lnTo>
                  <a:pt x="476310" y="53010"/>
                </a:lnTo>
                <a:lnTo>
                  <a:pt x="475807" y="53501"/>
                </a:lnTo>
                <a:lnTo>
                  <a:pt x="475316" y="54004"/>
                </a:lnTo>
                <a:lnTo>
                  <a:pt x="474836" y="54520"/>
                </a:lnTo>
                <a:lnTo>
                  <a:pt x="474369" y="55048"/>
                </a:lnTo>
                <a:lnTo>
                  <a:pt x="473913" y="55588"/>
                </a:lnTo>
                <a:lnTo>
                  <a:pt x="473469" y="56141"/>
                </a:lnTo>
                <a:lnTo>
                  <a:pt x="473037" y="56706"/>
                </a:lnTo>
                <a:lnTo>
                  <a:pt x="472616" y="57283"/>
                </a:lnTo>
                <a:lnTo>
                  <a:pt x="472208" y="57873"/>
                </a:lnTo>
                <a:lnTo>
                  <a:pt x="471811" y="58475"/>
                </a:lnTo>
                <a:lnTo>
                  <a:pt x="471426" y="59089"/>
                </a:lnTo>
                <a:lnTo>
                  <a:pt x="471053" y="59716"/>
                </a:lnTo>
                <a:lnTo>
                  <a:pt x="470691" y="60355"/>
                </a:lnTo>
                <a:lnTo>
                  <a:pt x="470343" y="61006"/>
                </a:lnTo>
                <a:lnTo>
                  <a:pt x="470010" y="61667"/>
                </a:lnTo>
                <a:lnTo>
                  <a:pt x="469692" y="62340"/>
                </a:lnTo>
                <a:lnTo>
                  <a:pt x="469388" y="63023"/>
                </a:lnTo>
                <a:lnTo>
                  <a:pt x="469099" y="63718"/>
                </a:lnTo>
                <a:lnTo>
                  <a:pt x="468825" y="64423"/>
                </a:lnTo>
                <a:lnTo>
                  <a:pt x="468566" y="65140"/>
                </a:lnTo>
                <a:lnTo>
                  <a:pt x="468322" y="65867"/>
                </a:lnTo>
                <a:lnTo>
                  <a:pt x="468092" y="66606"/>
                </a:lnTo>
                <a:lnTo>
                  <a:pt x="467878" y="67355"/>
                </a:lnTo>
                <a:lnTo>
                  <a:pt x="467678" y="68115"/>
                </a:lnTo>
                <a:lnTo>
                  <a:pt x="467492" y="68887"/>
                </a:lnTo>
                <a:lnTo>
                  <a:pt x="467322" y="69669"/>
                </a:lnTo>
                <a:lnTo>
                  <a:pt x="467167" y="70462"/>
                </a:lnTo>
                <a:lnTo>
                  <a:pt x="467026" y="71266"/>
                </a:lnTo>
                <a:lnTo>
                  <a:pt x="466900" y="72082"/>
                </a:lnTo>
                <a:lnTo>
                  <a:pt x="466789" y="72908"/>
                </a:lnTo>
                <a:lnTo>
                  <a:pt x="466693" y="73745"/>
                </a:lnTo>
                <a:lnTo>
                  <a:pt x="466611" y="74593"/>
                </a:lnTo>
                <a:lnTo>
                  <a:pt x="466545" y="75452"/>
                </a:lnTo>
                <a:lnTo>
                  <a:pt x="466493" y="76322"/>
                </a:lnTo>
                <a:lnTo>
                  <a:pt x="466456" y="77203"/>
                </a:lnTo>
                <a:lnTo>
                  <a:pt x="466434" y="78095"/>
                </a:lnTo>
                <a:lnTo>
                  <a:pt x="466426" y="78998"/>
                </a:lnTo>
                <a:lnTo>
                  <a:pt x="466426" y="99536"/>
                </a:lnTo>
                <a:lnTo>
                  <a:pt x="466434" y="100427"/>
                </a:lnTo>
                <a:lnTo>
                  <a:pt x="466456" y="101307"/>
                </a:lnTo>
                <a:lnTo>
                  <a:pt x="466493" y="102177"/>
                </a:lnTo>
                <a:lnTo>
                  <a:pt x="466545" y="103037"/>
                </a:lnTo>
                <a:lnTo>
                  <a:pt x="466611" y="103886"/>
                </a:lnTo>
                <a:lnTo>
                  <a:pt x="466693" y="104726"/>
                </a:lnTo>
                <a:lnTo>
                  <a:pt x="466789" y="105555"/>
                </a:lnTo>
                <a:lnTo>
                  <a:pt x="466900" y="106375"/>
                </a:lnTo>
                <a:lnTo>
                  <a:pt x="467026" y="107184"/>
                </a:lnTo>
                <a:lnTo>
                  <a:pt x="467167" y="107983"/>
                </a:lnTo>
                <a:lnTo>
                  <a:pt x="467322" y="108772"/>
                </a:lnTo>
                <a:lnTo>
                  <a:pt x="467492" y="109550"/>
                </a:lnTo>
                <a:lnTo>
                  <a:pt x="467678" y="110319"/>
                </a:lnTo>
                <a:lnTo>
                  <a:pt x="467878" y="111077"/>
                </a:lnTo>
                <a:lnTo>
                  <a:pt x="468092" y="111825"/>
                </a:lnTo>
                <a:lnTo>
                  <a:pt x="468322" y="112563"/>
                </a:lnTo>
                <a:lnTo>
                  <a:pt x="468566" y="113291"/>
                </a:lnTo>
                <a:lnTo>
                  <a:pt x="468825" y="114009"/>
                </a:lnTo>
                <a:lnTo>
                  <a:pt x="469099" y="114716"/>
                </a:lnTo>
                <a:lnTo>
                  <a:pt x="469388" y="115414"/>
                </a:lnTo>
                <a:lnTo>
                  <a:pt x="469692" y="116101"/>
                </a:lnTo>
                <a:lnTo>
                  <a:pt x="470010" y="116778"/>
                </a:lnTo>
                <a:lnTo>
                  <a:pt x="470343" y="117445"/>
                </a:lnTo>
                <a:lnTo>
                  <a:pt x="470691" y="118102"/>
                </a:lnTo>
                <a:lnTo>
                  <a:pt x="471053" y="118747"/>
                </a:lnTo>
                <a:lnTo>
                  <a:pt x="471426" y="119380"/>
                </a:lnTo>
                <a:lnTo>
                  <a:pt x="471811" y="120000"/>
                </a:lnTo>
                <a:lnTo>
                  <a:pt x="472208" y="120608"/>
                </a:lnTo>
                <a:lnTo>
                  <a:pt x="472616" y="121203"/>
                </a:lnTo>
                <a:lnTo>
                  <a:pt x="473037" y="121785"/>
                </a:lnTo>
                <a:lnTo>
                  <a:pt x="473469" y="122355"/>
                </a:lnTo>
                <a:lnTo>
                  <a:pt x="473913" y="122912"/>
                </a:lnTo>
                <a:lnTo>
                  <a:pt x="474369" y="123457"/>
                </a:lnTo>
                <a:lnTo>
                  <a:pt x="474836" y="123989"/>
                </a:lnTo>
                <a:lnTo>
                  <a:pt x="475316" y="124508"/>
                </a:lnTo>
                <a:lnTo>
                  <a:pt x="475807" y="125015"/>
                </a:lnTo>
                <a:lnTo>
                  <a:pt x="476310" y="125509"/>
                </a:lnTo>
                <a:lnTo>
                  <a:pt x="476825" y="125990"/>
                </a:lnTo>
                <a:lnTo>
                  <a:pt x="477351" y="126459"/>
                </a:lnTo>
                <a:lnTo>
                  <a:pt x="477889" y="126915"/>
                </a:lnTo>
                <a:lnTo>
                  <a:pt x="478439" y="127359"/>
                </a:lnTo>
                <a:lnTo>
                  <a:pt x="479001" y="127790"/>
                </a:lnTo>
                <a:lnTo>
                  <a:pt x="479575" y="128208"/>
                </a:lnTo>
                <a:lnTo>
                  <a:pt x="480160" y="128614"/>
                </a:lnTo>
                <a:lnTo>
                  <a:pt x="480758" y="129007"/>
                </a:lnTo>
                <a:lnTo>
                  <a:pt x="481367" y="129387"/>
                </a:lnTo>
                <a:lnTo>
                  <a:pt x="481987" y="129755"/>
                </a:lnTo>
                <a:lnTo>
                  <a:pt x="482620" y="130110"/>
                </a:lnTo>
                <a:lnTo>
                  <a:pt x="483263" y="130452"/>
                </a:lnTo>
                <a:lnTo>
                  <a:pt x="483915" y="130779"/>
                </a:lnTo>
                <a:lnTo>
                  <a:pt x="484577" y="131091"/>
                </a:lnTo>
                <a:lnTo>
                  <a:pt x="485247" y="131389"/>
                </a:lnTo>
                <a:lnTo>
                  <a:pt x="485926" y="131673"/>
                </a:lnTo>
                <a:lnTo>
                  <a:pt x="486615" y="131941"/>
                </a:lnTo>
                <a:lnTo>
                  <a:pt x="487312" y="132196"/>
                </a:lnTo>
                <a:lnTo>
                  <a:pt x="488019" y="132436"/>
                </a:lnTo>
                <a:lnTo>
                  <a:pt x="488734" y="132661"/>
                </a:lnTo>
                <a:lnTo>
                  <a:pt x="489459" y="132871"/>
                </a:lnTo>
                <a:lnTo>
                  <a:pt x="490193" y="133068"/>
                </a:lnTo>
                <a:lnTo>
                  <a:pt x="490935" y="133249"/>
                </a:lnTo>
                <a:lnTo>
                  <a:pt x="491687" y="133416"/>
                </a:lnTo>
                <a:lnTo>
                  <a:pt x="492448" y="133569"/>
                </a:lnTo>
                <a:lnTo>
                  <a:pt x="493218" y="133707"/>
                </a:lnTo>
                <a:lnTo>
                  <a:pt x="493997" y="133831"/>
                </a:lnTo>
                <a:lnTo>
                  <a:pt x="494785" y="133940"/>
                </a:lnTo>
                <a:lnTo>
                  <a:pt x="495582" y="134034"/>
                </a:lnTo>
                <a:lnTo>
                  <a:pt x="496388" y="134114"/>
                </a:lnTo>
                <a:lnTo>
                  <a:pt x="497203" y="134179"/>
                </a:lnTo>
                <a:lnTo>
                  <a:pt x="498027" y="134230"/>
                </a:lnTo>
                <a:lnTo>
                  <a:pt x="498861" y="134267"/>
                </a:lnTo>
                <a:lnTo>
                  <a:pt x="499703" y="134288"/>
                </a:lnTo>
                <a:lnTo>
                  <a:pt x="500554" y="134296"/>
                </a:lnTo>
                <a:lnTo>
                  <a:pt x="501691" y="134285"/>
                </a:lnTo>
                <a:lnTo>
                  <a:pt x="502813" y="134251"/>
                </a:lnTo>
                <a:lnTo>
                  <a:pt x="503919" y="134196"/>
                </a:lnTo>
                <a:lnTo>
                  <a:pt x="505008" y="134118"/>
                </a:lnTo>
                <a:lnTo>
                  <a:pt x="506082" y="134018"/>
                </a:lnTo>
                <a:lnTo>
                  <a:pt x="507140" y="133896"/>
                </a:lnTo>
                <a:close/>
                <a:moveTo>
                  <a:pt x="480412" y="74923"/>
                </a:moveTo>
                <a:lnTo>
                  <a:pt x="480477" y="74124"/>
                </a:lnTo>
                <a:lnTo>
                  <a:pt x="480559" y="73341"/>
                </a:lnTo>
                <a:lnTo>
                  <a:pt x="480660" y="72574"/>
                </a:lnTo>
                <a:lnTo>
                  <a:pt x="480780" y="71824"/>
                </a:lnTo>
                <a:lnTo>
                  <a:pt x="480918" y="71089"/>
                </a:lnTo>
                <a:lnTo>
                  <a:pt x="481074" y="70371"/>
                </a:lnTo>
                <a:lnTo>
                  <a:pt x="481248" y="69669"/>
                </a:lnTo>
                <a:lnTo>
                  <a:pt x="481441" y="68984"/>
                </a:lnTo>
                <a:lnTo>
                  <a:pt x="481653" y="68314"/>
                </a:lnTo>
                <a:lnTo>
                  <a:pt x="481882" y="67661"/>
                </a:lnTo>
                <a:lnTo>
                  <a:pt x="482130" y="67023"/>
                </a:lnTo>
                <a:lnTo>
                  <a:pt x="482397" y="66402"/>
                </a:lnTo>
                <a:lnTo>
                  <a:pt x="482682" y="65798"/>
                </a:lnTo>
                <a:lnTo>
                  <a:pt x="482985" y="65209"/>
                </a:lnTo>
                <a:lnTo>
                  <a:pt x="483306" y="64636"/>
                </a:lnTo>
                <a:lnTo>
                  <a:pt x="483646" y="64080"/>
                </a:lnTo>
                <a:lnTo>
                  <a:pt x="484004" y="63540"/>
                </a:lnTo>
                <a:lnTo>
                  <a:pt x="484381" y="63016"/>
                </a:lnTo>
                <a:lnTo>
                  <a:pt x="484776" y="62508"/>
                </a:lnTo>
                <a:lnTo>
                  <a:pt x="485190" y="62017"/>
                </a:lnTo>
                <a:lnTo>
                  <a:pt x="485621" y="61541"/>
                </a:lnTo>
                <a:lnTo>
                  <a:pt x="486070" y="61084"/>
                </a:lnTo>
                <a:lnTo>
                  <a:pt x="486534" y="60645"/>
                </a:lnTo>
                <a:lnTo>
                  <a:pt x="487013" y="60227"/>
                </a:lnTo>
                <a:lnTo>
                  <a:pt x="487507" y="59827"/>
                </a:lnTo>
                <a:lnTo>
                  <a:pt x="488016" y="59447"/>
                </a:lnTo>
                <a:lnTo>
                  <a:pt x="488540" y="59087"/>
                </a:lnTo>
                <a:lnTo>
                  <a:pt x="489079" y="58746"/>
                </a:lnTo>
                <a:lnTo>
                  <a:pt x="489634" y="58425"/>
                </a:lnTo>
                <a:lnTo>
                  <a:pt x="490203" y="58123"/>
                </a:lnTo>
                <a:lnTo>
                  <a:pt x="490787" y="57840"/>
                </a:lnTo>
                <a:lnTo>
                  <a:pt x="491387" y="57577"/>
                </a:lnTo>
                <a:lnTo>
                  <a:pt x="492002" y="57334"/>
                </a:lnTo>
                <a:lnTo>
                  <a:pt x="492631" y="57110"/>
                </a:lnTo>
                <a:lnTo>
                  <a:pt x="493276" y="56905"/>
                </a:lnTo>
                <a:lnTo>
                  <a:pt x="493936" y="56720"/>
                </a:lnTo>
                <a:lnTo>
                  <a:pt x="494611" y="56555"/>
                </a:lnTo>
                <a:lnTo>
                  <a:pt x="495301" y="56409"/>
                </a:lnTo>
                <a:lnTo>
                  <a:pt x="496006" y="56282"/>
                </a:lnTo>
                <a:lnTo>
                  <a:pt x="496727" y="56175"/>
                </a:lnTo>
                <a:lnTo>
                  <a:pt x="497462" y="56087"/>
                </a:lnTo>
                <a:lnTo>
                  <a:pt x="498212" y="56019"/>
                </a:lnTo>
                <a:lnTo>
                  <a:pt x="498978" y="55970"/>
                </a:lnTo>
                <a:lnTo>
                  <a:pt x="499758" y="55941"/>
                </a:lnTo>
                <a:lnTo>
                  <a:pt x="500554" y="55931"/>
                </a:lnTo>
                <a:lnTo>
                  <a:pt x="501350" y="55941"/>
                </a:lnTo>
                <a:lnTo>
                  <a:pt x="502130" y="55970"/>
                </a:lnTo>
                <a:lnTo>
                  <a:pt x="502895" y="56019"/>
                </a:lnTo>
                <a:lnTo>
                  <a:pt x="503645" y="56087"/>
                </a:lnTo>
                <a:lnTo>
                  <a:pt x="504381" y="56175"/>
                </a:lnTo>
                <a:lnTo>
                  <a:pt x="505101" y="56282"/>
                </a:lnTo>
                <a:lnTo>
                  <a:pt x="505806" y="56409"/>
                </a:lnTo>
                <a:lnTo>
                  <a:pt x="506495" y="56555"/>
                </a:lnTo>
                <a:lnTo>
                  <a:pt x="507170" y="56720"/>
                </a:lnTo>
                <a:lnTo>
                  <a:pt x="507830" y="56905"/>
                </a:lnTo>
                <a:lnTo>
                  <a:pt x="508475" y="57110"/>
                </a:lnTo>
                <a:lnTo>
                  <a:pt x="509104" y="57334"/>
                </a:lnTo>
                <a:lnTo>
                  <a:pt x="509719" y="57577"/>
                </a:lnTo>
                <a:lnTo>
                  <a:pt x="510318" y="57840"/>
                </a:lnTo>
                <a:lnTo>
                  <a:pt x="510902" y="58123"/>
                </a:lnTo>
                <a:lnTo>
                  <a:pt x="511471" y="58425"/>
                </a:lnTo>
                <a:lnTo>
                  <a:pt x="512026" y="58746"/>
                </a:lnTo>
                <a:lnTo>
                  <a:pt x="512565" y="59087"/>
                </a:lnTo>
                <a:lnTo>
                  <a:pt x="513089" y="59447"/>
                </a:lnTo>
                <a:lnTo>
                  <a:pt x="513597" y="59827"/>
                </a:lnTo>
                <a:lnTo>
                  <a:pt x="514091" y="60227"/>
                </a:lnTo>
                <a:lnTo>
                  <a:pt x="514570" y="60645"/>
                </a:lnTo>
                <a:lnTo>
                  <a:pt x="515033" y="61084"/>
                </a:lnTo>
                <a:lnTo>
                  <a:pt x="515482" y="61541"/>
                </a:lnTo>
                <a:lnTo>
                  <a:pt x="515914" y="62017"/>
                </a:lnTo>
                <a:lnTo>
                  <a:pt x="516328" y="62508"/>
                </a:lnTo>
                <a:lnTo>
                  <a:pt x="516723" y="63016"/>
                </a:lnTo>
                <a:lnTo>
                  <a:pt x="517100" y="63540"/>
                </a:lnTo>
                <a:lnTo>
                  <a:pt x="517458" y="64080"/>
                </a:lnTo>
                <a:lnTo>
                  <a:pt x="517798" y="64636"/>
                </a:lnTo>
                <a:lnTo>
                  <a:pt x="518120" y="65209"/>
                </a:lnTo>
                <a:lnTo>
                  <a:pt x="518423" y="65798"/>
                </a:lnTo>
                <a:lnTo>
                  <a:pt x="518708" y="66402"/>
                </a:lnTo>
                <a:lnTo>
                  <a:pt x="518975" y="67023"/>
                </a:lnTo>
                <a:lnTo>
                  <a:pt x="519223" y="67661"/>
                </a:lnTo>
                <a:lnTo>
                  <a:pt x="519453" y="68314"/>
                </a:lnTo>
                <a:lnTo>
                  <a:pt x="519664" y="68984"/>
                </a:lnTo>
                <a:lnTo>
                  <a:pt x="519857" y="69669"/>
                </a:lnTo>
                <a:lnTo>
                  <a:pt x="520032" y="70371"/>
                </a:lnTo>
                <a:lnTo>
                  <a:pt x="520188" y="71089"/>
                </a:lnTo>
                <a:lnTo>
                  <a:pt x="520326" y="71824"/>
                </a:lnTo>
                <a:lnTo>
                  <a:pt x="520445" y="72574"/>
                </a:lnTo>
                <a:lnTo>
                  <a:pt x="520546" y="73341"/>
                </a:lnTo>
                <a:lnTo>
                  <a:pt x="520629" y="74124"/>
                </a:lnTo>
                <a:lnTo>
                  <a:pt x="520693" y="74923"/>
                </a:lnTo>
                <a:lnTo>
                  <a:pt x="520739" y="75738"/>
                </a:lnTo>
                <a:lnTo>
                  <a:pt x="520767" y="76569"/>
                </a:lnTo>
                <a:lnTo>
                  <a:pt x="520776" y="77417"/>
                </a:lnTo>
                <a:lnTo>
                  <a:pt x="520776" y="81841"/>
                </a:lnTo>
                <a:lnTo>
                  <a:pt x="480330" y="81841"/>
                </a:lnTo>
                <a:lnTo>
                  <a:pt x="480330" y="77417"/>
                </a:lnTo>
                <a:lnTo>
                  <a:pt x="480339" y="76569"/>
                </a:lnTo>
                <a:lnTo>
                  <a:pt x="480366" y="75738"/>
                </a:lnTo>
                <a:lnTo>
                  <a:pt x="480412" y="74923"/>
                </a:lnTo>
                <a:close/>
                <a:moveTo>
                  <a:pt x="908758" y="70770"/>
                </a:moveTo>
                <a:lnTo>
                  <a:pt x="908684" y="69690"/>
                </a:lnTo>
                <a:lnTo>
                  <a:pt x="908582" y="68631"/>
                </a:lnTo>
                <a:lnTo>
                  <a:pt x="908450" y="67592"/>
                </a:lnTo>
                <a:lnTo>
                  <a:pt x="908288" y="66574"/>
                </a:lnTo>
                <a:lnTo>
                  <a:pt x="908097" y="65578"/>
                </a:lnTo>
                <a:lnTo>
                  <a:pt x="907877" y="64602"/>
                </a:lnTo>
                <a:lnTo>
                  <a:pt x="907628" y="63647"/>
                </a:lnTo>
                <a:lnTo>
                  <a:pt x="907349" y="62713"/>
                </a:lnTo>
                <a:lnTo>
                  <a:pt x="907041" y="61799"/>
                </a:lnTo>
                <a:lnTo>
                  <a:pt x="906703" y="60907"/>
                </a:lnTo>
                <a:lnTo>
                  <a:pt x="906337" y="60035"/>
                </a:lnTo>
                <a:lnTo>
                  <a:pt x="905940" y="59184"/>
                </a:lnTo>
                <a:lnTo>
                  <a:pt x="905515" y="58354"/>
                </a:lnTo>
                <a:lnTo>
                  <a:pt x="905060" y="57545"/>
                </a:lnTo>
                <a:lnTo>
                  <a:pt x="904576" y="56757"/>
                </a:lnTo>
                <a:lnTo>
                  <a:pt x="904062" y="55990"/>
                </a:lnTo>
                <a:lnTo>
                  <a:pt x="903519" y="55243"/>
                </a:lnTo>
                <a:lnTo>
                  <a:pt x="902947" y="54518"/>
                </a:lnTo>
                <a:lnTo>
                  <a:pt x="902345" y="53813"/>
                </a:lnTo>
                <a:lnTo>
                  <a:pt x="901714" y="53129"/>
                </a:lnTo>
                <a:lnTo>
                  <a:pt x="901054" y="52466"/>
                </a:lnTo>
                <a:lnTo>
                  <a:pt x="900364" y="51823"/>
                </a:lnTo>
                <a:lnTo>
                  <a:pt x="899647" y="51204"/>
                </a:lnTo>
                <a:lnTo>
                  <a:pt x="898904" y="50612"/>
                </a:lnTo>
                <a:lnTo>
                  <a:pt x="898136" y="50046"/>
                </a:lnTo>
                <a:lnTo>
                  <a:pt x="897343" y="49506"/>
                </a:lnTo>
                <a:lnTo>
                  <a:pt x="896523" y="48992"/>
                </a:lnTo>
                <a:lnTo>
                  <a:pt x="895679" y="48505"/>
                </a:lnTo>
                <a:lnTo>
                  <a:pt x="894808" y="48044"/>
                </a:lnTo>
                <a:lnTo>
                  <a:pt x="893913" y="47610"/>
                </a:lnTo>
                <a:lnTo>
                  <a:pt x="892991" y="47202"/>
                </a:lnTo>
                <a:lnTo>
                  <a:pt x="892045" y="46820"/>
                </a:lnTo>
                <a:lnTo>
                  <a:pt x="891072" y="46464"/>
                </a:lnTo>
                <a:lnTo>
                  <a:pt x="890075" y="46135"/>
                </a:lnTo>
                <a:lnTo>
                  <a:pt x="889051" y="45832"/>
                </a:lnTo>
                <a:lnTo>
                  <a:pt x="888003" y="45556"/>
                </a:lnTo>
                <a:lnTo>
                  <a:pt x="886928" y="45305"/>
                </a:lnTo>
                <a:lnTo>
                  <a:pt x="885828" y="45082"/>
                </a:lnTo>
                <a:lnTo>
                  <a:pt x="884703" y="44884"/>
                </a:lnTo>
                <a:lnTo>
                  <a:pt x="883552" y="44713"/>
                </a:lnTo>
                <a:lnTo>
                  <a:pt x="882376" y="44568"/>
                </a:lnTo>
                <a:lnTo>
                  <a:pt x="881174" y="44450"/>
                </a:lnTo>
                <a:lnTo>
                  <a:pt x="879946" y="44357"/>
                </a:lnTo>
                <a:lnTo>
                  <a:pt x="878694" y="44292"/>
                </a:lnTo>
                <a:lnTo>
                  <a:pt x="877415" y="44252"/>
                </a:lnTo>
                <a:lnTo>
                  <a:pt x="876111" y="44239"/>
                </a:lnTo>
                <a:lnTo>
                  <a:pt x="874910" y="44250"/>
                </a:lnTo>
                <a:lnTo>
                  <a:pt x="873729" y="44285"/>
                </a:lnTo>
                <a:lnTo>
                  <a:pt x="872567" y="44344"/>
                </a:lnTo>
                <a:lnTo>
                  <a:pt x="871426" y="44425"/>
                </a:lnTo>
                <a:lnTo>
                  <a:pt x="870305" y="44530"/>
                </a:lnTo>
                <a:lnTo>
                  <a:pt x="869204" y="44658"/>
                </a:lnTo>
                <a:lnTo>
                  <a:pt x="868123" y="44810"/>
                </a:lnTo>
                <a:lnTo>
                  <a:pt x="867062" y="44985"/>
                </a:lnTo>
                <a:lnTo>
                  <a:pt x="866021" y="45183"/>
                </a:lnTo>
                <a:lnTo>
                  <a:pt x="865000" y="45404"/>
                </a:lnTo>
                <a:lnTo>
                  <a:pt x="863999" y="45649"/>
                </a:lnTo>
                <a:lnTo>
                  <a:pt x="863018" y="45917"/>
                </a:lnTo>
                <a:lnTo>
                  <a:pt x="862057" y="46209"/>
                </a:lnTo>
                <a:lnTo>
                  <a:pt x="861116" y="46524"/>
                </a:lnTo>
                <a:lnTo>
                  <a:pt x="860195" y="46862"/>
                </a:lnTo>
                <a:lnTo>
                  <a:pt x="859294" y="47223"/>
                </a:lnTo>
                <a:lnTo>
                  <a:pt x="858413" y="47608"/>
                </a:lnTo>
                <a:lnTo>
                  <a:pt x="857552" y="48016"/>
                </a:lnTo>
                <a:lnTo>
                  <a:pt x="856712" y="48447"/>
                </a:lnTo>
                <a:lnTo>
                  <a:pt x="855891" y="48901"/>
                </a:lnTo>
                <a:lnTo>
                  <a:pt x="855090" y="49379"/>
                </a:lnTo>
                <a:lnTo>
                  <a:pt x="854309" y="49881"/>
                </a:lnTo>
                <a:lnTo>
                  <a:pt x="853549" y="50405"/>
                </a:lnTo>
                <a:lnTo>
                  <a:pt x="852808" y="50953"/>
                </a:lnTo>
                <a:lnTo>
                  <a:pt x="852091" y="51519"/>
                </a:lnTo>
                <a:lnTo>
                  <a:pt x="851402" y="52097"/>
                </a:lnTo>
                <a:lnTo>
                  <a:pt x="850741" y="52687"/>
                </a:lnTo>
                <a:lnTo>
                  <a:pt x="850107" y="53290"/>
                </a:lnTo>
                <a:lnTo>
                  <a:pt x="849501" y="53905"/>
                </a:lnTo>
                <a:lnTo>
                  <a:pt x="848922" y="54532"/>
                </a:lnTo>
                <a:lnTo>
                  <a:pt x="848372" y="55172"/>
                </a:lnTo>
                <a:lnTo>
                  <a:pt x="847849" y="55824"/>
                </a:lnTo>
                <a:lnTo>
                  <a:pt x="847354" y="56489"/>
                </a:lnTo>
                <a:lnTo>
                  <a:pt x="846886" y="57166"/>
                </a:lnTo>
                <a:lnTo>
                  <a:pt x="846446" y="57855"/>
                </a:lnTo>
                <a:lnTo>
                  <a:pt x="846034" y="58556"/>
                </a:lnTo>
                <a:lnTo>
                  <a:pt x="845650" y="59270"/>
                </a:lnTo>
                <a:lnTo>
                  <a:pt x="845293" y="59996"/>
                </a:lnTo>
                <a:lnTo>
                  <a:pt x="844964" y="60735"/>
                </a:lnTo>
                <a:lnTo>
                  <a:pt x="844663" y="61486"/>
                </a:lnTo>
                <a:lnTo>
                  <a:pt x="844389" y="62249"/>
                </a:lnTo>
                <a:lnTo>
                  <a:pt x="844143" y="63025"/>
                </a:lnTo>
                <a:lnTo>
                  <a:pt x="843925" y="63812"/>
                </a:lnTo>
                <a:lnTo>
                  <a:pt x="843734" y="64613"/>
                </a:lnTo>
                <a:lnTo>
                  <a:pt x="843571" y="65425"/>
                </a:lnTo>
                <a:lnTo>
                  <a:pt x="843436" y="66250"/>
                </a:lnTo>
                <a:lnTo>
                  <a:pt x="843329" y="67088"/>
                </a:lnTo>
                <a:lnTo>
                  <a:pt x="843249" y="67937"/>
                </a:lnTo>
                <a:lnTo>
                  <a:pt x="857468" y="67937"/>
                </a:lnTo>
                <a:lnTo>
                  <a:pt x="857503" y="67494"/>
                </a:lnTo>
                <a:lnTo>
                  <a:pt x="857554" y="67059"/>
                </a:lnTo>
                <a:lnTo>
                  <a:pt x="857621" y="66632"/>
                </a:lnTo>
                <a:lnTo>
                  <a:pt x="857705" y="66213"/>
                </a:lnTo>
                <a:lnTo>
                  <a:pt x="857805" y="65802"/>
                </a:lnTo>
                <a:lnTo>
                  <a:pt x="857922" y="65400"/>
                </a:lnTo>
                <a:lnTo>
                  <a:pt x="858056" y="65006"/>
                </a:lnTo>
                <a:lnTo>
                  <a:pt x="858205" y="64620"/>
                </a:lnTo>
                <a:lnTo>
                  <a:pt x="858371" y="64242"/>
                </a:lnTo>
                <a:lnTo>
                  <a:pt x="858554" y="63873"/>
                </a:lnTo>
                <a:lnTo>
                  <a:pt x="858753" y="63511"/>
                </a:lnTo>
                <a:lnTo>
                  <a:pt x="858969" y="63158"/>
                </a:lnTo>
                <a:lnTo>
                  <a:pt x="859201" y="62814"/>
                </a:lnTo>
                <a:lnTo>
                  <a:pt x="859449" y="62477"/>
                </a:lnTo>
                <a:lnTo>
                  <a:pt x="859714" y="62149"/>
                </a:lnTo>
                <a:lnTo>
                  <a:pt x="859996" y="61829"/>
                </a:lnTo>
                <a:lnTo>
                  <a:pt x="860294" y="61517"/>
                </a:lnTo>
                <a:lnTo>
                  <a:pt x="860608" y="61213"/>
                </a:lnTo>
                <a:lnTo>
                  <a:pt x="860939" y="60918"/>
                </a:lnTo>
                <a:lnTo>
                  <a:pt x="861286" y="60631"/>
                </a:lnTo>
                <a:lnTo>
                  <a:pt x="861650" y="60352"/>
                </a:lnTo>
                <a:lnTo>
                  <a:pt x="862030" y="60081"/>
                </a:lnTo>
                <a:lnTo>
                  <a:pt x="862426" y="59819"/>
                </a:lnTo>
                <a:lnTo>
                  <a:pt x="862839" y="59565"/>
                </a:lnTo>
                <a:lnTo>
                  <a:pt x="863266" y="59320"/>
                </a:lnTo>
                <a:lnTo>
                  <a:pt x="863704" y="59085"/>
                </a:lnTo>
                <a:lnTo>
                  <a:pt x="864153" y="58861"/>
                </a:lnTo>
                <a:lnTo>
                  <a:pt x="864612" y="58647"/>
                </a:lnTo>
                <a:lnTo>
                  <a:pt x="865083" y="58444"/>
                </a:lnTo>
                <a:lnTo>
                  <a:pt x="865565" y="58251"/>
                </a:lnTo>
                <a:lnTo>
                  <a:pt x="866057" y="58069"/>
                </a:lnTo>
                <a:lnTo>
                  <a:pt x="866561" y="57897"/>
                </a:lnTo>
                <a:lnTo>
                  <a:pt x="867076" y="57735"/>
                </a:lnTo>
                <a:lnTo>
                  <a:pt x="867601" y="57584"/>
                </a:lnTo>
                <a:lnTo>
                  <a:pt x="868138" y="57444"/>
                </a:lnTo>
                <a:lnTo>
                  <a:pt x="868685" y="57313"/>
                </a:lnTo>
                <a:lnTo>
                  <a:pt x="869244" y="57194"/>
                </a:lnTo>
                <a:lnTo>
                  <a:pt x="869813" y="57084"/>
                </a:lnTo>
                <a:lnTo>
                  <a:pt x="870393" y="56985"/>
                </a:lnTo>
                <a:lnTo>
                  <a:pt x="870985" y="56897"/>
                </a:lnTo>
                <a:lnTo>
                  <a:pt x="871587" y="56818"/>
                </a:lnTo>
                <a:lnTo>
                  <a:pt x="872201" y="56751"/>
                </a:lnTo>
                <a:lnTo>
                  <a:pt x="872825" y="56693"/>
                </a:lnTo>
                <a:lnTo>
                  <a:pt x="873460" y="56646"/>
                </a:lnTo>
                <a:lnTo>
                  <a:pt x="874106" y="56610"/>
                </a:lnTo>
                <a:lnTo>
                  <a:pt x="874764" y="56584"/>
                </a:lnTo>
                <a:lnTo>
                  <a:pt x="875432" y="56568"/>
                </a:lnTo>
                <a:lnTo>
                  <a:pt x="876111" y="56563"/>
                </a:lnTo>
                <a:lnTo>
                  <a:pt x="876880" y="56570"/>
                </a:lnTo>
                <a:lnTo>
                  <a:pt x="877632" y="56592"/>
                </a:lnTo>
                <a:lnTo>
                  <a:pt x="878368" y="56628"/>
                </a:lnTo>
                <a:lnTo>
                  <a:pt x="879087" y="56679"/>
                </a:lnTo>
                <a:lnTo>
                  <a:pt x="879790" y="56745"/>
                </a:lnTo>
                <a:lnTo>
                  <a:pt x="880476" y="56825"/>
                </a:lnTo>
                <a:lnTo>
                  <a:pt x="881146" y="56919"/>
                </a:lnTo>
                <a:lnTo>
                  <a:pt x="881799" y="57028"/>
                </a:lnTo>
                <a:lnTo>
                  <a:pt x="882436" y="57152"/>
                </a:lnTo>
                <a:lnTo>
                  <a:pt x="883057" y="57290"/>
                </a:lnTo>
                <a:lnTo>
                  <a:pt x="883661" y="57443"/>
                </a:lnTo>
                <a:lnTo>
                  <a:pt x="884248" y="57610"/>
                </a:lnTo>
                <a:lnTo>
                  <a:pt x="884819" y="57792"/>
                </a:lnTo>
                <a:lnTo>
                  <a:pt x="885374" y="57988"/>
                </a:lnTo>
                <a:lnTo>
                  <a:pt x="885912" y="58199"/>
                </a:lnTo>
                <a:lnTo>
                  <a:pt x="886434" y="58424"/>
                </a:lnTo>
                <a:lnTo>
                  <a:pt x="886939" y="58664"/>
                </a:lnTo>
                <a:lnTo>
                  <a:pt x="887428" y="58919"/>
                </a:lnTo>
                <a:lnTo>
                  <a:pt x="887900" y="59188"/>
                </a:lnTo>
                <a:lnTo>
                  <a:pt x="888356" y="59471"/>
                </a:lnTo>
                <a:lnTo>
                  <a:pt x="888795" y="59769"/>
                </a:lnTo>
                <a:lnTo>
                  <a:pt x="889218" y="60082"/>
                </a:lnTo>
                <a:lnTo>
                  <a:pt x="889624" y="60409"/>
                </a:lnTo>
                <a:lnTo>
                  <a:pt x="890014" y="60751"/>
                </a:lnTo>
                <a:lnTo>
                  <a:pt x="890388" y="61107"/>
                </a:lnTo>
                <a:lnTo>
                  <a:pt x="890746" y="61478"/>
                </a:lnTo>
                <a:lnTo>
                  <a:pt x="891089" y="61865"/>
                </a:lnTo>
                <a:lnTo>
                  <a:pt x="891415" y="62266"/>
                </a:lnTo>
                <a:lnTo>
                  <a:pt x="891725" y="62683"/>
                </a:lnTo>
                <a:lnTo>
                  <a:pt x="892019" y="63115"/>
                </a:lnTo>
                <a:lnTo>
                  <a:pt x="892298" y="63562"/>
                </a:lnTo>
                <a:lnTo>
                  <a:pt x="892560" y="64024"/>
                </a:lnTo>
                <a:lnTo>
                  <a:pt x="892807" y="64501"/>
                </a:lnTo>
                <a:lnTo>
                  <a:pt x="893038" y="64993"/>
                </a:lnTo>
                <a:lnTo>
                  <a:pt x="893253" y="65500"/>
                </a:lnTo>
                <a:lnTo>
                  <a:pt x="893452" y="66023"/>
                </a:lnTo>
                <a:lnTo>
                  <a:pt x="893635" y="66560"/>
                </a:lnTo>
                <a:lnTo>
                  <a:pt x="893802" y="67113"/>
                </a:lnTo>
                <a:lnTo>
                  <a:pt x="893953" y="67680"/>
                </a:lnTo>
                <a:lnTo>
                  <a:pt x="894088" y="68263"/>
                </a:lnTo>
                <a:lnTo>
                  <a:pt x="894208" y="68861"/>
                </a:lnTo>
                <a:lnTo>
                  <a:pt x="894311" y="69474"/>
                </a:lnTo>
                <a:lnTo>
                  <a:pt x="894398" y="70102"/>
                </a:lnTo>
                <a:lnTo>
                  <a:pt x="894470" y="70745"/>
                </a:lnTo>
                <a:lnTo>
                  <a:pt x="894526" y="71403"/>
                </a:lnTo>
                <a:lnTo>
                  <a:pt x="894566" y="72076"/>
                </a:lnTo>
                <a:lnTo>
                  <a:pt x="894589" y="72764"/>
                </a:lnTo>
                <a:lnTo>
                  <a:pt x="894597" y="73468"/>
                </a:lnTo>
                <a:lnTo>
                  <a:pt x="894597" y="80262"/>
                </a:lnTo>
                <a:lnTo>
                  <a:pt x="867738" y="80262"/>
                </a:lnTo>
                <a:lnTo>
                  <a:pt x="867044" y="80267"/>
                </a:lnTo>
                <a:lnTo>
                  <a:pt x="866356" y="80285"/>
                </a:lnTo>
                <a:lnTo>
                  <a:pt x="865675" y="80315"/>
                </a:lnTo>
                <a:lnTo>
                  <a:pt x="865000" y="80356"/>
                </a:lnTo>
                <a:lnTo>
                  <a:pt x="864332" y="80409"/>
                </a:lnTo>
                <a:lnTo>
                  <a:pt x="863670" y="80474"/>
                </a:lnTo>
                <a:lnTo>
                  <a:pt x="863015" y="80551"/>
                </a:lnTo>
                <a:lnTo>
                  <a:pt x="862367" y="80639"/>
                </a:lnTo>
                <a:lnTo>
                  <a:pt x="861725" y="80739"/>
                </a:lnTo>
                <a:lnTo>
                  <a:pt x="861090" y="80851"/>
                </a:lnTo>
                <a:lnTo>
                  <a:pt x="860461" y="80975"/>
                </a:lnTo>
                <a:lnTo>
                  <a:pt x="859839" y="81111"/>
                </a:lnTo>
                <a:lnTo>
                  <a:pt x="859224" y="81258"/>
                </a:lnTo>
                <a:lnTo>
                  <a:pt x="858615" y="81417"/>
                </a:lnTo>
                <a:lnTo>
                  <a:pt x="858012" y="81588"/>
                </a:lnTo>
                <a:lnTo>
                  <a:pt x="857417" y="81771"/>
                </a:lnTo>
                <a:lnTo>
                  <a:pt x="856827" y="81966"/>
                </a:lnTo>
                <a:lnTo>
                  <a:pt x="856245" y="82172"/>
                </a:lnTo>
                <a:lnTo>
                  <a:pt x="855669" y="82390"/>
                </a:lnTo>
                <a:lnTo>
                  <a:pt x="855099" y="82620"/>
                </a:lnTo>
                <a:lnTo>
                  <a:pt x="854537" y="82862"/>
                </a:lnTo>
                <a:lnTo>
                  <a:pt x="853980" y="83116"/>
                </a:lnTo>
                <a:lnTo>
                  <a:pt x="853431" y="83381"/>
                </a:lnTo>
                <a:lnTo>
                  <a:pt x="852888" y="83658"/>
                </a:lnTo>
                <a:lnTo>
                  <a:pt x="852353" y="83946"/>
                </a:lnTo>
                <a:lnTo>
                  <a:pt x="851828" y="84243"/>
                </a:lnTo>
                <a:lnTo>
                  <a:pt x="851312" y="84548"/>
                </a:lnTo>
                <a:lnTo>
                  <a:pt x="850807" y="84863"/>
                </a:lnTo>
                <a:lnTo>
                  <a:pt x="850312" y="85187"/>
                </a:lnTo>
                <a:lnTo>
                  <a:pt x="849826" y="85520"/>
                </a:lnTo>
                <a:lnTo>
                  <a:pt x="849351" y="85862"/>
                </a:lnTo>
                <a:lnTo>
                  <a:pt x="848885" y="86213"/>
                </a:lnTo>
                <a:lnTo>
                  <a:pt x="848429" y="86573"/>
                </a:lnTo>
                <a:lnTo>
                  <a:pt x="847983" y="86942"/>
                </a:lnTo>
                <a:lnTo>
                  <a:pt x="847547" y="87320"/>
                </a:lnTo>
                <a:lnTo>
                  <a:pt x="847120" y="87707"/>
                </a:lnTo>
                <a:lnTo>
                  <a:pt x="846704" y="88104"/>
                </a:lnTo>
                <a:lnTo>
                  <a:pt x="846297" y="88509"/>
                </a:lnTo>
                <a:lnTo>
                  <a:pt x="845900" y="88923"/>
                </a:lnTo>
                <a:lnTo>
                  <a:pt x="845514" y="89347"/>
                </a:lnTo>
                <a:lnTo>
                  <a:pt x="845137" y="89779"/>
                </a:lnTo>
                <a:lnTo>
                  <a:pt x="844769" y="90221"/>
                </a:lnTo>
                <a:lnTo>
                  <a:pt x="844412" y="90672"/>
                </a:lnTo>
                <a:lnTo>
                  <a:pt x="844065" y="91131"/>
                </a:lnTo>
                <a:lnTo>
                  <a:pt x="843727" y="91600"/>
                </a:lnTo>
                <a:lnTo>
                  <a:pt x="843400" y="92078"/>
                </a:lnTo>
                <a:lnTo>
                  <a:pt x="843082" y="92565"/>
                </a:lnTo>
                <a:lnTo>
                  <a:pt x="842774" y="93061"/>
                </a:lnTo>
                <a:lnTo>
                  <a:pt x="842478" y="93564"/>
                </a:lnTo>
                <a:lnTo>
                  <a:pt x="842194" y="94075"/>
                </a:lnTo>
                <a:lnTo>
                  <a:pt x="841923" y="94594"/>
                </a:lnTo>
                <a:lnTo>
                  <a:pt x="841664" y="95119"/>
                </a:lnTo>
                <a:lnTo>
                  <a:pt x="841418" y="95651"/>
                </a:lnTo>
                <a:lnTo>
                  <a:pt x="841185" y="96191"/>
                </a:lnTo>
                <a:lnTo>
                  <a:pt x="840964" y="96737"/>
                </a:lnTo>
                <a:lnTo>
                  <a:pt x="840756" y="97291"/>
                </a:lnTo>
                <a:lnTo>
                  <a:pt x="840560" y="97852"/>
                </a:lnTo>
                <a:lnTo>
                  <a:pt x="840377" y="98420"/>
                </a:lnTo>
                <a:lnTo>
                  <a:pt x="840207" y="98995"/>
                </a:lnTo>
                <a:lnTo>
                  <a:pt x="840049" y="99577"/>
                </a:lnTo>
                <a:lnTo>
                  <a:pt x="839904" y="100167"/>
                </a:lnTo>
                <a:lnTo>
                  <a:pt x="839772" y="100763"/>
                </a:lnTo>
                <a:lnTo>
                  <a:pt x="839652" y="101367"/>
                </a:lnTo>
                <a:lnTo>
                  <a:pt x="839545" y="101978"/>
                </a:lnTo>
                <a:lnTo>
                  <a:pt x="839450" y="102595"/>
                </a:lnTo>
                <a:lnTo>
                  <a:pt x="839368" y="103221"/>
                </a:lnTo>
                <a:lnTo>
                  <a:pt x="839299" y="103853"/>
                </a:lnTo>
                <a:lnTo>
                  <a:pt x="839242" y="104492"/>
                </a:lnTo>
                <a:lnTo>
                  <a:pt x="839198" y="105139"/>
                </a:lnTo>
                <a:lnTo>
                  <a:pt x="839166" y="105792"/>
                </a:lnTo>
                <a:lnTo>
                  <a:pt x="839147" y="106453"/>
                </a:lnTo>
                <a:lnTo>
                  <a:pt x="839141" y="107121"/>
                </a:lnTo>
                <a:lnTo>
                  <a:pt x="839155" y="108126"/>
                </a:lnTo>
                <a:lnTo>
                  <a:pt x="839196" y="109116"/>
                </a:lnTo>
                <a:lnTo>
                  <a:pt x="839264" y="110089"/>
                </a:lnTo>
                <a:lnTo>
                  <a:pt x="839360" y="111046"/>
                </a:lnTo>
                <a:lnTo>
                  <a:pt x="839484" y="111987"/>
                </a:lnTo>
                <a:lnTo>
                  <a:pt x="839635" y="112912"/>
                </a:lnTo>
                <a:lnTo>
                  <a:pt x="839813" y="113821"/>
                </a:lnTo>
                <a:lnTo>
                  <a:pt x="840019" y="114713"/>
                </a:lnTo>
                <a:lnTo>
                  <a:pt x="840252" y="115589"/>
                </a:lnTo>
                <a:lnTo>
                  <a:pt x="840513" y="116449"/>
                </a:lnTo>
                <a:lnTo>
                  <a:pt x="840801" y="117293"/>
                </a:lnTo>
                <a:lnTo>
                  <a:pt x="841116" y="118121"/>
                </a:lnTo>
                <a:lnTo>
                  <a:pt x="841459" y="118932"/>
                </a:lnTo>
                <a:lnTo>
                  <a:pt x="841829" y="119728"/>
                </a:lnTo>
                <a:lnTo>
                  <a:pt x="842227" y="120507"/>
                </a:lnTo>
                <a:lnTo>
                  <a:pt x="842652" y="121270"/>
                </a:lnTo>
                <a:lnTo>
                  <a:pt x="843105" y="122016"/>
                </a:lnTo>
                <a:lnTo>
                  <a:pt x="843585" y="122747"/>
                </a:lnTo>
                <a:lnTo>
                  <a:pt x="844092" y="123461"/>
                </a:lnTo>
                <a:lnTo>
                  <a:pt x="844627" y="124160"/>
                </a:lnTo>
                <a:lnTo>
                  <a:pt x="845190" y="124842"/>
                </a:lnTo>
                <a:lnTo>
                  <a:pt x="845779" y="125508"/>
                </a:lnTo>
                <a:lnTo>
                  <a:pt x="846397" y="126157"/>
                </a:lnTo>
                <a:lnTo>
                  <a:pt x="847041" y="126791"/>
                </a:lnTo>
                <a:lnTo>
                  <a:pt x="847709" y="127403"/>
                </a:lnTo>
                <a:lnTo>
                  <a:pt x="848396" y="127989"/>
                </a:lnTo>
                <a:lnTo>
                  <a:pt x="849103" y="128550"/>
                </a:lnTo>
                <a:lnTo>
                  <a:pt x="849828" y="129084"/>
                </a:lnTo>
                <a:lnTo>
                  <a:pt x="850573" y="129592"/>
                </a:lnTo>
                <a:lnTo>
                  <a:pt x="851337" y="130074"/>
                </a:lnTo>
                <a:lnTo>
                  <a:pt x="852120" y="130530"/>
                </a:lnTo>
                <a:lnTo>
                  <a:pt x="852922" y="130960"/>
                </a:lnTo>
                <a:lnTo>
                  <a:pt x="853744" y="131364"/>
                </a:lnTo>
                <a:lnTo>
                  <a:pt x="854585" y="131742"/>
                </a:lnTo>
                <a:lnTo>
                  <a:pt x="855444" y="132094"/>
                </a:lnTo>
                <a:lnTo>
                  <a:pt x="856324" y="132419"/>
                </a:lnTo>
                <a:lnTo>
                  <a:pt x="857222" y="132719"/>
                </a:lnTo>
                <a:lnTo>
                  <a:pt x="858139" y="132993"/>
                </a:lnTo>
                <a:lnTo>
                  <a:pt x="859076" y="133240"/>
                </a:lnTo>
                <a:lnTo>
                  <a:pt x="860032" y="133462"/>
                </a:lnTo>
                <a:lnTo>
                  <a:pt x="861007" y="133657"/>
                </a:lnTo>
                <a:lnTo>
                  <a:pt x="862001" y="133827"/>
                </a:lnTo>
                <a:lnTo>
                  <a:pt x="863015" y="133970"/>
                </a:lnTo>
                <a:lnTo>
                  <a:pt x="864047" y="134087"/>
                </a:lnTo>
                <a:lnTo>
                  <a:pt x="865099" y="134178"/>
                </a:lnTo>
                <a:lnTo>
                  <a:pt x="866170" y="134244"/>
                </a:lnTo>
                <a:lnTo>
                  <a:pt x="867260" y="134283"/>
                </a:lnTo>
                <a:lnTo>
                  <a:pt x="868370" y="134296"/>
                </a:lnTo>
                <a:lnTo>
                  <a:pt x="869050" y="134291"/>
                </a:lnTo>
                <a:lnTo>
                  <a:pt x="869723" y="134278"/>
                </a:lnTo>
                <a:lnTo>
                  <a:pt x="870387" y="134256"/>
                </a:lnTo>
                <a:lnTo>
                  <a:pt x="871043" y="134225"/>
                </a:lnTo>
                <a:lnTo>
                  <a:pt x="871690" y="134186"/>
                </a:lnTo>
                <a:lnTo>
                  <a:pt x="872330" y="134138"/>
                </a:lnTo>
                <a:lnTo>
                  <a:pt x="872961" y="134081"/>
                </a:lnTo>
                <a:lnTo>
                  <a:pt x="873584" y="134015"/>
                </a:lnTo>
                <a:lnTo>
                  <a:pt x="874199" y="133940"/>
                </a:lnTo>
                <a:lnTo>
                  <a:pt x="874805" y="133857"/>
                </a:lnTo>
                <a:lnTo>
                  <a:pt x="875404" y="133765"/>
                </a:lnTo>
                <a:lnTo>
                  <a:pt x="875994" y="133664"/>
                </a:lnTo>
                <a:lnTo>
                  <a:pt x="876575" y="133554"/>
                </a:lnTo>
                <a:lnTo>
                  <a:pt x="877149" y="133436"/>
                </a:lnTo>
                <a:lnTo>
                  <a:pt x="877714" y="133309"/>
                </a:lnTo>
                <a:lnTo>
                  <a:pt x="878271" y="133173"/>
                </a:lnTo>
                <a:lnTo>
                  <a:pt x="878820" y="133028"/>
                </a:lnTo>
                <a:lnTo>
                  <a:pt x="879361" y="132874"/>
                </a:lnTo>
                <a:lnTo>
                  <a:pt x="879894" y="132712"/>
                </a:lnTo>
                <a:lnTo>
                  <a:pt x="880418" y="132541"/>
                </a:lnTo>
                <a:lnTo>
                  <a:pt x="880934" y="132361"/>
                </a:lnTo>
                <a:lnTo>
                  <a:pt x="881441" y="132173"/>
                </a:lnTo>
                <a:lnTo>
                  <a:pt x="881941" y="131975"/>
                </a:lnTo>
                <a:lnTo>
                  <a:pt x="882432" y="131769"/>
                </a:lnTo>
                <a:lnTo>
                  <a:pt x="882915" y="131555"/>
                </a:lnTo>
                <a:lnTo>
                  <a:pt x="883388" y="131333"/>
                </a:lnTo>
                <a:lnTo>
                  <a:pt x="883852" y="131105"/>
                </a:lnTo>
                <a:lnTo>
                  <a:pt x="884306" y="130869"/>
                </a:lnTo>
                <a:lnTo>
                  <a:pt x="884752" y="130626"/>
                </a:lnTo>
                <a:lnTo>
                  <a:pt x="885187" y="130376"/>
                </a:lnTo>
                <a:lnTo>
                  <a:pt x="885614" y="130119"/>
                </a:lnTo>
                <a:lnTo>
                  <a:pt x="886031" y="129855"/>
                </a:lnTo>
                <a:lnTo>
                  <a:pt x="886439" y="129584"/>
                </a:lnTo>
                <a:lnTo>
                  <a:pt x="886838" y="129305"/>
                </a:lnTo>
                <a:lnTo>
                  <a:pt x="887227" y="129020"/>
                </a:lnTo>
                <a:lnTo>
                  <a:pt x="887607" y="128727"/>
                </a:lnTo>
                <a:lnTo>
                  <a:pt x="887977" y="128427"/>
                </a:lnTo>
                <a:lnTo>
                  <a:pt x="888338" y="128120"/>
                </a:lnTo>
                <a:lnTo>
                  <a:pt x="888690" y="127806"/>
                </a:lnTo>
                <a:lnTo>
                  <a:pt x="889033" y="127485"/>
                </a:lnTo>
                <a:lnTo>
                  <a:pt x="889366" y="127157"/>
                </a:lnTo>
                <a:lnTo>
                  <a:pt x="889690" y="126822"/>
                </a:lnTo>
                <a:lnTo>
                  <a:pt x="890004" y="126479"/>
                </a:lnTo>
                <a:lnTo>
                  <a:pt x="890309" y="126129"/>
                </a:lnTo>
                <a:lnTo>
                  <a:pt x="890605" y="125773"/>
                </a:lnTo>
                <a:lnTo>
                  <a:pt x="890892" y="125409"/>
                </a:lnTo>
                <a:lnTo>
                  <a:pt x="891169" y="125038"/>
                </a:lnTo>
                <a:lnTo>
                  <a:pt x="891437" y="124660"/>
                </a:lnTo>
                <a:lnTo>
                  <a:pt x="891695" y="124275"/>
                </a:lnTo>
                <a:lnTo>
                  <a:pt x="891942" y="123884"/>
                </a:lnTo>
                <a:lnTo>
                  <a:pt x="892178" y="123487"/>
                </a:lnTo>
                <a:lnTo>
                  <a:pt x="892403" y="123084"/>
                </a:lnTo>
                <a:lnTo>
                  <a:pt x="892617" y="122675"/>
                </a:lnTo>
                <a:lnTo>
                  <a:pt x="892820" y="122260"/>
                </a:lnTo>
                <a:lnTo>
                  <a:pt x="893012" y="121838"/>
                </a:lnTo>
                <a:lnTo>
                  <a:pt x="893193" y="121411"/>
                </a:lnTo>
                <a:lnTo>
                  <a:pt x="893363" y="120978"/>
                </a:lnTo>
                <a:lnTo>
                  <a:pt x="893522" y="120539"/>
                </a:lnTo>
                <a:lnTo>
                  <a:pt x="893670" y="120094"/>
                </a:lnTo>
                <a:lnTo>
                  <a:pt x="893807" y="119643"/>
                </a:lnTo>
                <a:lnTo>
                  <a:pt x="893933" y="119185"/>
                </a:lnTo>
                <a:lnTo>
                  <a:pt x="894049" y="118722"/>
                </a:lnTo>
                <a:lnTo>
                  <a:pt x="894153" y="118253"/>
                </a:lnTo>
                <a:lnTo>
                  <a:pt x="894246" y="117777"/>
                </a:lnTo>
                <a:lnTo>
                  <a:pt x="894329" y="117296"/>
                </a:lnTo>
                <a:lnTo>
                  <a:pt x="894384" y="116916"/>
                </a:lnTo>
                <a:lnTo>
                  <a:pt x="894757" y="116916"/>
                </a:lnTo>
                <a:lnTo>
                  <a:pt x="894757" y="132717"/>
                </a:lnTo>
                <a:lnTo>
                  <a:pt x="908816" y="132717"/>
                </a:lnTo>
                <a:lnTo>
                  <a:pt x="908816" y="72993"/>
                </a:lnTo>
                <a:lnTo>
                  <a:pt x="908802" y="71871"/>
                </a:lnTo>
                <a:lnTo>
                  <a:pt x="908758" y="70770"/>
                </a:lnTo>
                <a:close/>
                <a:moveTo>
                  <a:pt x="867812" y="122028"/>
                </a:moveTo>
                <a:lnTo>
                  <a:pt x="867185" y="121933"/>
                </a:lnTo>
                <a:lnTo>
                  <a:pt x="866571" y="121824"/>
                </a:lnTo>
                <a:lnTo>
                  <a:pt x="865969" y="121701"/>
                </a:lnTo>
                <a:lnTo>
                  <a:pt x="865381" y="121563"/>
                </a:lnTo>
                <a:lnTo>
                  <a:pt x="864805" y="121410"/>
                </a:lnTo>
                <a:lnTo>
                  <a:pt x="864243" y="121243"/>
                </a:lnTo>
                <a:lnTo>
                  <a:pt x="863693" y="121061"/>
                </a:lnTo>
                <a:lnTo>
                  <a:pt x="863156" y="120865"/>
                </a:lnTo>
                <a:lnTo>
                  <a:pt x="862632" y="120654"/>
                </a:lnTo>
                <a:lnTo>
                  <a:pt x="862120" y="120428"/>
                </a:lnTo>
                <a:lnTo>
                  <a:pt x="861622" y="120189"/>
                </a:lnTo>
                <a:lnTo>
                  <a:pt x="861137" y="119934"/>
                </a:lnTo>
                <a:lnTo>
                  <a:pt x="860664" y="119665"/>
                </a:lnTo>
                <a:lnTo>
                  <a:pt x="860205" y="119382"/>
                </a:lnTo>
                <a:lnTo>
                  <a:pt x="859758" y="119084"/>
                </a:lnTo>
                <a:lnTo>
                  <a:pt x="859324" y="118771"/>
                </a:lnTo>
                <a:lnTo>
                  <a:pt x="858903" y="118444"/>
                </a:lnTo>
                <a:lnTo>
                  <a:pt x="858495" y="118102"/>
                </a:lnTo>
                <a:lnTo>
                  <a:pt x="858102" y="117748"/>
                </a:lnTo>
                <a:lnTo>
                  <a:pt x="857725" y="117383"/>
                </a:lnTo>
                <a:lnTo>
                  <a:pt x="857366" y="117007"/>
                </a:lnTo>
                <a:lnTo>
                  <a:pt x="857023" y="116621"/>
                </a:lnTo>
                <a:lnTo>
                  <a:pt x="856696" y="116224"/>
                </a:lnTo>
                <a:lnTo>
                  <a:pt x="856387" y="115816"/>
                </a:lnTo>
                <a:lnTo>
                  <a:pt x="856094" y="115397"/>
                </a:lnTo>
                <a:lnTo>
                  <a:pt x="855818" y="114968"/>
                </a:lnTo>
                <a:lnTo>
                  <a:pt x="855558" y="114528"/>
                </a:lnTo>
                <a:lnTo>
                  <a:pt x="855316" y="114078"/>
                </a:lnTo>
                <a:lnTo>
                  <a:pt x="855090" y="113617"/>
                </a:lnTo>
                <a:lnTo>
                  <a:pt x="854881" y="113145"/>
                </a:lnTo>
                <a:lnTo>
                  <a:pt x="854688" y="112662"/>
                </a:lnTo>
                <a:lnTo>
                  <a:pt x="854513" y="112169"/>
                </a:lnTo>
                <a:lnTo>
                  <a:pt x="854354" y="111665"/>
                </a:lnTo>
                <a:lnTo>
                  <a:pt x="854211" y="111150"/>
                </a:lnTo>
                <a:lnTo>
                  <a:pt x="854086" y="110625"/>
                </a:lnTo>
                <a:lnTo>
                  <a:pt x="853977" y="110089"/>
                </a:lnTo>
                <a:lnTo>
                  <a:pt x="853885" y="109542"/>
                </a:lnTo>
                <a:lnTo>
                  <a:pt x="853810" y="108985"/>
                </a:lnTo>
                <a:lnTo>
                  <a:pt x="853751" y="108417"/>
                </a:lnTo>
                <a:lnTo>
                  <a:pt x="853709" y="107838"/>
                </a:lnTo>
                <a:lnTo>
                  <a:pt x="853684" y="107248"/>
                </a:lnTo>
                <a:lnTo>
                  <a:pt x="853676" y="106648"/>
                </a:lnTo>
                <a:lnTo>
                  <a:pt x="853683" y="106074"/>
                </a:lnTo>
                <a:lnTo>
                  <a:pt x="853706" y="105509"/>
                </a:lnTo>
                <a:lnTo>
                  <a:pt x="853744" y="104953"/>
                </a:lnTo>
                <a:lnTo>
                  <a:pt x="853797" y="104407"/>
                </a:lnTo>
                <a:lnTo>
                  <a:pt x="853864" y="103871"/>
                </a:lnTo>
                <a:lnTo>
                  <a:pt x="853947" y="103345"/>
                </a:lnTo>
                <a:lnTo>
                  <a:pt x="854045" y="102828"/>
                </a:lnTo>
                <a:lnTo>
                  <a:pt x="854159" y="102320"/>
                </a:lnTo>
                <a:lnTo>
                  <a:pt x="854287" y="101823"/>
                </a:lnTo>
                <a:lnTo>
                  <a:pt x="854430" y="101335"/>
                </a:lnTo>
                <a:lnTo>
                  <a:pt x="854588" y="100856"/>
                </a:lnTo>
                <a:lnTo>
                  <a:pt x="854762" y="100387"/>
                </a:lnTo>
                <a:lnTo>
                  <a:pt x="854950" y="99928"/>
                </a:lnTo>
                <a:lnTo>
                  <a:pt x="855154" y="99478"/>
                </a:lnTo>
                <a:lnTo>
                  <a:pt x="855373" y="99038"/>
                </a:lnTo>
                <a:lnTo>
                  <a:pt x="855607" y="98608"/>
                </a:lnTo>
                <a:lnTo>
                  <a:pt x="855856" y="98187"/>
                </a:lnTo>
                <a:lnTo>
                  <a:pt x="856120" y="97776"/>
                </a:lnTo>
                <a:lnTo>
                  <a:pt x="856399" y="97374"/>
                </a:lnTo>
                <a:lnTo>
                  <a:pt x="856693" y="96982"/>
                </a:lnTo>
                <a:lnTo>
                  <a:pt x="857002" y="96600"/>
                </a:lnTo>
                <a:lnTo>
                  <a:pt x="857326" y="96227"/>
                </a:lnTo>
                <a:lnTo>
                  <a:pt x="857666" y="95864"/>
                </a:lnTo>
                <a:lnTo>
                  <a:pt x="858020" y="95510"/>
                </a:lnTo>
                <a:lnTo>
                  <a:pt x="858387" y="95168"/>
                </a:lnTo>
                <a:lnTo>
                  <a:pt x="858763" y="94841"/>
                </a:lnTo>
                <a:lnTo>
                  <a:pt x="859148" y="94529"/>
                </a:lnTo>
                <a:lnTo>
                  <a:pt x="859541" y="94231"/>
                </a:lnTo>
                <a:lnTo>
                  <a:pt x="859944" y="93947"/>
                </a:lnTo>
                <a:lnTo>
                  <a:pt x="860356" y="93678"/>
                </a:lnTo>
                <a:lnTo>
                  <a:pt x="860777" y="93424"/>
                </a:lnTo>
                <a:lnTo>
                  <a:pt x="861207" y="93184"/>
                </a:lnTo>
                <a:lnTo>
                  <a:pt x="861646" y="92958"/>
                </a:lnTo>
                <a:lnTo>
                  <a:pt x="862094" y="92747"/>
                </a:lnTo>
                <a:lnTo>
                  <a:pt x="862552" y="92551"/>
                </a:lnTo>
                <a:lnTo>
                  <a:pt x="863018" y="92369"/>
                </a:lnTo>
                <a:lnTo>
                  <a:pt x="863493" y="92202"/>
                </a:lnTo>
                <a:lnTo>
                  <a:pt x="863977" y="92049"/>
                </a:lnTo>
                <a:lnTo>
                  <a:pt x="864471" y="91911"/>
                </a:lnTo>
                <a:lnTo>
                  <a:pt x="864973" y="91788"/>
                </a:lnTo>
                <a:lnTo>
                  <a:pt x="865484" y="91679"/>
                </a:lnTo>
                <a:lnTo>
                  <a:pt x="866005" y="91584"/>
                </a:lnTo>
                <a:lnTo>
                  <a:pt x="866534" y="91504"/>
                </a:lnTo>
                <a:lnTo>
                  <a:pt x="867073" y="91439"/>
                </a:lnTo>
                <a:lnTo>
                  <a:pt x="867620" y="91388"/>
                </a:lnTo>
                <a:lnTo>
                  <a:pt x="868177" y="91352"/>
                </a:lnTo>
                <a:lnTo>
                  <a:pt x="868743" y="91330"/>
                </a:lnTo>
                <a:lnTo>
                  <a:pt x="869317" y="91322"/>
                </a:lnTo>
                <a:lnTo>
                  <a:pt x="894597" y="91322"/>
                </a:lnTo>
                <a:lnTo>
                  <a:pt x="894597" y="103488"/>
                </a:lnTo>
                <a:lnTo>
                  <a:pt x="894587" y="104205"/>
                </a:lnTo>
                <a:lnTo>
                  <a:pt x="894555" y="104910"/>
                </a:lnTo>
                <a:lnTo>
                  <a:pt x="894501" y="105603"/>
                </a:lnTo>
                <a:lnTo>
                  <a:pt x="894426" y="106283"/>
                </a:lnTo>
                <a:lnTo>
                  <a:pt x="894330" y="106950"/>
                </a:lnTo>
                <a:lnTo>
                  <a:pt x="894212" y="107605"/>
                </a:lnTo>
                <a:lnTo>
                  <a:pt x="894073" y="108247"/>
                </a:lnTo>
                <a:lnTo>
                  <a:pt x="893913" y="108877"/>
                </a:lnTo>
                <a:lnTo>
                  <a:pt x="893731" y="109493"/>
                </a:lnTo>
                <a:lnTo>
                  <a:pt x="893528" y="110098"/>
                </a:lnTo>
                <a:lnTo>
                  <a:pt x="893303" y="110689"/>
                </a:lnTo>
                <a:lnTo>
                  <a:pt x="893057" y="111269"/>
                </a:lnTo>
                <a:lnTo>
                  <a:pt x="892789" y="111835"/>
                </a:lnTo>
                <a:lnTo>
                  <a:pt x="892501" y="112389"/>
                </a:lnTo>
                <a:lnTo>
                  <a:pt x="892190" y="112930"/>
                </a:lnTo>
                <a:lnTo>
                  <a:pt x="891859" y="113459"/>
                </a:lnTo>
                <a:lnTo>
                  <a:pt x="891506" y="113975"/>
                </a:lnTo>
                <a:lnTo>
                  <a:pt x="891131" y="114478"/>
                </a:lnTo>
                <a:lnTo>
                  <a:pt x="890735" y="114969"/>
                </a:lnTo>
                <a:lnTo>
                  <a:pt x="890318" y="115447"/>
                </a:lnTo>
                <a:lnTo>
                  <a:pt x="889880" y="115913"/>
                </a:lnTo>
                <a:lnTo>
                  <a:pt x="889420" y="116366"/>
                </a:lnTo>
                <a:lnTo>
                  <a:pt x="888938" y="116806"/>
                </a:lnTo>
                <a:lnTo>
                  <a:pt x="888435" y="117234"/>
                </a:lnTo>
                <a:lnTo>
                  <a:pt x="887914" y="117647"/>
                </a:lnTo>
                <a:lnTo>
                  <a:pt x="887379" y="118042"/>
                </a:lnTo>
                <a:lnTo>
                  <a:pt x="886828" y="118419"/>
                </a:lnTo>
                <a:lnTo>
                  <a:pt x="886263" y="118779"/>
                </a:lnTo>
                <a:lnTo>
                  <a:pt x="885683" y="119121"/>
                </a:lnTo>
                <a:lnTo>
                  <a:pt x="885088" y="119446"/>
                </a:lnTo>
                <a:lnTo>
                  <a:pt x="884478" y="119753"/>
                </a:lnTo>
                <a:lnTo>
                  <a:pt x="883853" y="120043"/>
                </a:lnTo>
                <a:lnTo>
                  <a:pt x="883214" y="120315"/>
                </a:lnTo>
                <a:lnTo>
                  <a:pt x="882560" y="120569"/>
                </a:lnTo>
                <a:lnTo>
                  <a:pt x="881891" y="120806"/>
                </a:lnTo>
                <a:lnTo>
                  <a:pt x="881207" y="121026"/>
                </a:lnTo>
                <a:lnTo>
                  <a:pt x="880508" y="121228"/>
                </a:lnTo>
                <a:lnTo>
                  <a:pt x="879795" y="121412"/>
                </a:lnTo>
                <a:lnTo>
                  <a:pt x="879067" y="121579"/>
                </a:lnTo>
                <a:lnTo>
                  <a:pt x="878324" y="121728"/>
                </a:lnTo>
                <a:lnTo>
                  <a:pt x="877566" y="121860"/>
                </a:lnTo>
                <a:lnTo>
                  <a:pt x="876793" y="121974"/>
                </a:lnTo>
                <a:lnTo>
                  <a:pt x="876006" y="122070"/>
                </a:lnTo>
                <a:lnTo>
                  <a:pt x="875203" y="122149"/>
                </a:lnTo>
                <a:lnTo>
                  <a:pt x="874386" y="122211"/>
                </a:lnTo>
                <a:lnTo>
                  <a:pt x="873555" y="122255"/>
                </a:lnTo>
                <a:lnTo>
                  <a:pt x="872708" y="122281"/>
                </a:lnTo>
                <a:lnTo>
                  <a:pt x="871846" y="122290"/>
                </a:lnTo>
                <a:lnTo>
                  <a:pt x="871142" y="122282"/>
                </a:lnTo>
                <a:lnTo>
                  <a:pt x="870450" y="122261"/>
                </a:lnTo>
                <a:lnTo>
                  <a:pt x="869771" y="122224"/>
                </a:lnTo>
                <a:lnTo>
                  <a:pt x="869105" y="122173"/>
                </a:lnTo>
                <a:lnTo>
                  <a:pt x="868452" y="122108"/>
                </a:lnTo>
                <a:lnTo>
                  <a:pt x="867812" y="122028"/>
                </a:lnTo>
                <a:close/>
                <a:moveTo>
                  <a:pt x="427057" y="133881"/>
                </a:moveTo>
                <a:lnTo>
                  <a:pt x="427020" y="134448"/>
                </a:lnTo>
                <a:lnTo>
                  <a:pt x="426968" y="135005"/>
                </a:lnTo>
                <a:lnTo>
                  <a:pt x="426901" y="135552"/>
                </a:lnTo>
                <a:lnTo>
                  <a:pt x="426820" y="136089"/>
                </a:lnTo>
                <a:lnTo>
                  <a:pt x="426723" y="136615"/>
                </a:lnTo>
                <a:lnTo>
                  <a:pt x="426612" y="137132"/>
                </a:lnTo>
                <a:lnTo>
                  <a:pt x="426486" y="137638"/>
                </a:lnTo>
                <a:lnTo>
                  <a:pt x="426345" y="138134"/>
                </a:lnTo>
                <a:lnTo>
                  <a:pt x="426190" y="138620"/>
                </a:lnTo>
                <a:lnTo>
                  <a:pt x="426019" y="139096"/>
                </a:lnTo>
                <a:lnTo>
                  <a:pt x="425834" y="139561"/>
                </a:lnTo>
                <a:lnTo>
                  <a:pt x="425634" y="140017"/>
                </a:lnTo>
                <a:lnTo>
                  <a:pt x="425419" y="140462"/>
                </a:lnTo>
                <a:lnTo>
                  <a:pt x="425190" y="140897"/>
                </a:lnTo>
                <a:lnTo>
                  <a:pt x="424945" y="141322"/>
                </a:lnTo>
                <a:lnTo>
                  <a:pt x="424686" y="141737"/>
                </a:lnTo>
                <a:lnTo>
                  <a:pt x="424412" y="142142"/>
                </a:lnTo>
                <a:lnTo>
                  <a:pt x="424123" y="142537"/>
                </a:lnTo>
                <a:lnTo>
                  <a:pt x="423819" y="142921"/>
                </a:lnTo>
                <a:lnTo>
                  <a:pt x="423501" y="143295"/>
                </a:lnTo>
                <a:lnTo>
                  <a:pt x="423167" y="143660"/>
                </a:lnTo>
                <a:lnTo>
                  <a:pt x="422819" y="144014"/>
                </a:lnTo>
                <a:lnTo>
                  <a:pt x="422458" y="144355"/>
                </a:lnTo>
                <a:lnTo>
                  <a:pt x="422086" y="144683"/>
                </a:lnTo>
                <a:lnTo>
                  <a:pt x="421703" y="144995"/>
                </a:lnTo>
                <a:lnTo>
                  <a:pt x="421310" y="145293"/>
                </a:lnTo>
                <a:lnTo>
                  <a:pt x="420905" y="145577"/>
                </a:lnTo>
                <a:lnTo>
                  <a:pt x="420489" y="145846"/>
                </a:lnTo>
                <a:lnTo>
                  <a:pt x="420062" y="146100"/>
                </a:lnTo>
                <a:lnTo>
                  <a:pt x="419624" y="146340"/>
                </a:lnTo>
                <a:lnTo>
                  <a:pt x="419176" y="146566"/>
                </a:lnTo>
                <a:lnTo>
                  <a:pt x="418716" y="146776"/>
                </a:lnTo>
                <a:lnTo>
                  <a:pt x="418245" y="146973"/>
                </a:lnTo>
                <a:lnTo>
                  <a:pt x="417764" y="147154"/>
                </a:lnTo>
                <a:lnTo>
                  <a:pt x="417271" y="147322"/>
                </a:lnTo>
                <a:lnTo>
                  <a:pt x="416767" y="147474"/>
                </a:lnTo>
                <a:lnTo>
                  <a:pt x="416253" y="147612"/>
                </a:lnTo>
                <a:lnTo>
                  <a:pt x="415727" y="147736"/>
                </a:lnTo>
                <a:lnTo>
                  <a:pt x="415190" y="147845"/>
                </a:lnTo>
                <a:lnTo>
                  <a:pt x="414643" y="147940"/>
                </a:lnTo>
                <a:lnTo>
                  <a:pt x="414084" y="148020"/>
                </a:lnTo>
                <a:lnTo>
                  <a:pt x="413515" y="148085"/>
                </a:lnTo>
                <a:lnTo>
                  <a:pt x="412934" y="148136"/>
                </a:lnTo>
                <a:lnTo>
                  <a:pt x="412342" y="148172"/>
                </a:lnTo>
                <a:lnTo>
                  <a:pt x="411740" y="148194"/>
                </a:lnTo>
                <a:lnTo>
                  <a:pt x="411126" y="148201"/>
                </a:lnTo>
                <a:lnTo>
                  <a:pt x="386637" y="148201"/>
                </a:lnTo>
                <a:lnTo>
                  <a:pt x="386637" y="161155"/>
                </a:lnTo>
                <a:lnTo>
                  <a:pt x="410970" y="161155"/>
                </a:lnTo>
                <a:lnTo>
                  <a:pt x="412131" y="161141"/>
                </a:lnTo>
                <a:lnTo>
                  <a:pt x="413272" y="161102"/>
                </a:lnTo>
                <a:lnTo>
                  <a:pt x="414393" y="161035"/>
                </a:lnTo>
                <a:lnTo>
                  <a:pt x="415493" y="160942"/>
                </a:lnTo>
                <a:lnTo>
                  <a:pt x="416572" y="160822"/>
                </a:lnTo>
                <a:lnTo>
                  <a:pt x="417631" y="160676"/>
                </a:lnTo>
                <a:lnTo>
                  <a:pt x="418669" y="160503"/>
                </a:lnTo>
                <a:lnTo>
                  <a:pt x="419686" y="160303"/>
                </a:lnTo>
                <a:lnTo>
                  <a:pt x="420683" y="160077"/>
                </a:lnTo>
                <a:lnTo>
                  <a:pt x="421660" y="159824"/>
                </a:lnTo>
                <a:lnTo>
                  <a:pt x="422615" y="159545"/>
                </a:lnTo>
                <a:lnTo>
                  <a:pt x="423551" y="159239"/>
                </a:lnTo>
                <a:lnTo>
                  <a:pt x="424465" y="158906"/>
                </a:lnTo>
                <a:lnTo>
                  <a:pt x="425359" y="158547"/>
                </a:lnTo>
                <a:lnTo>
                  <a:pt x="426233" y="158161"/>
                </a:lnTo>
                <a:lnTo>
                  <a:pt x="427086" y="157749"/>
                </a:lnTo>
                <a:lnTo>
                  <a:pt x="427918" y="157309"/>
                </a:lnTo>
                <a:lnTo>
                  <a:pt x="428730" y="156844"/>
                </a:lnTo>
                <a:lnTo>
                  <a:pt x="429521" y="156351"/>
                </a:lnTo>
                <a:lnTo>
                  <a:pt x="430292" y="155832"/>
                </a:lnTo>
                <a:lnTo>
                  <a:pt x="431042" y="155287"/>
                </a:lnTo>
                <a:lnTo>
                  <a:pt x="431772" y="154715"/>
                </a:lnTo>
                <a:lnTo>
                  <a:pt x="432480" y="154116"/>
                </a:lnTo>
                <a:lnTo>
                  <a:pt x="433169" y="153491"/>
                </a:lnTo>
                <a:lnTo>
                  <a:pt x="433833" y="152843"/>
                </a:lnTo>
                <a:lnTo>
                  <a:pt x="434468" y="152176"/>
                </a:lnTo>
                <a:lnTo>
                  <a:pt x="435076" y="151490"/>
                </a:lnTo>
                <a:lnTo>
                  <a:pt x="435655" y="150785"/>
                </a:lnTo>
                <a:lnTo>
                  <a:pt x="436206" y="150062"/>
                </a:lnTo>
                <a:lnTo>
                  <a:pt x="436729" y="149319"/>
                </a:lnTo>
                <a:lnTo>
                  <a:pt x="437223" y="148558"/>
                </a:lnTo>
                <a:lnTo>
                  <a:pt x="437689" y="147777"/>
                </a:lnTo>
                <a:lnTo>
                  <a:pt x="438127" y="146978"/>
                </a:lnTo>
                <a:lnTo>
                  <a:pt x="438537" y="146160"/>
                </a:lnTo>
                <a:lnTo>
                  <a:pt x="438918" y="145322"/>
                </a:lnTo>
                <a:lnTo>
                  <a:pt x="439271" y="144466"/>
                </a:lnTo>
                <a:lnTo>
                  <a:pt x="439596" y="143591"/>
                </a:lnTo>
                <a:lnTo>
                  <a:pt x="439893" y="142697"/>
                </a:lnTo>
                <a:lnTo>
                  <a:pt x="440161" y="141784"/>
                </a:lnTo>
                <a:lnTo>
                  <a:pt x="440401" y="140853"/>
                </a:lnTo>
                <a:lnTo>
                  <a:pt x="440613" y="139902"/>
                </a:lnTo>
                <a:lnTo>
                  <a:pt x="440797" y="138932"/>
                </a:lnTo>
                <a:lnTo>
                  <a:pt x="440952" y="137943"/>
                </a:lnTo>
                <a:lnTo>
                  <a:pt x="441079" y="136936"/>
                </a:lnTo>
                <a:lnTo>
                  <a:pt x="441178" y="135909"/>
                </a:lnTo>
                <a:lnTo>
                  <a:pt x="441249" y="134864"/>
                </a:lnTo>
                <a:lnTo>
                  <a:pt x="441291" y="133800"/>
                </a:lnTo>
                <a:lnTo>
                  <a:pt x="441305" y="132717"/>
                </a:lnTo>
                <a:lnTo>
                  <a:pt x="441305" y="45818"/>
                </a:lnTo>
                <a:lnTo>
                  <a:pt x="427243" y="45818"/>
                </a:lnTo>
                <a:lnTo>
                  <a:pt x="427243" y="60828"/>
                </a:lnTo>
                <a:lnTo>
                  <a:pt x="426939" y="60828"/>
                </a:lnTo>
                <a:lnTo>
                  <a:pt x="426848" y="60285"/>
                </a:lnTo>
                <a:lnTo>
                  <a:pt x="426705" y="59584"/>
                </a:lnTo>
                <a:lnTo>
                  <a:pt x="426541" y="58897"/>
                </a:lnTo>
                <a:lnTo>
                  <a:pt x="426354" y="58224"/>
                </a:lnTo>
                <a:lnTo>
                  <a:pt x="426145" y="57564"/>
                </a:lnTo>
                <a:lnTo>
                  <a:pt x="425915" y="56918"/>
                </a:lnTo>
                <a:lnTo>
                  <a:pt x="425663" y="56286"/>
                </a:lnTo>
                <a:lnTo>
                  <a:pt x="425388" y="55667"/>
                </a:lnTo>
                <a:lnTo>
                  <a:pt x="425092" y="55062"/>
                </a:lnTo>
                <a:lnTo>
                  <a:pt x="424774" y="54471"/>
                </a:lnTo>
                <a:lnTo>
                  <a:pt x="424433" y="53894"/>
                </a:lnTo>
                <a:lnTo>
                  <a:pt x="424071" y="53330"/>
                </a:lnTo>
                <a:lnTo>
                  <a:pt x="423687" y="52780"/>
                </a:lnTo>
                <a:lnTo>
                  <a:pt x="423281" y="52244"/>
                </a:lnTo>
                <a:lnTo>
                  <a:pt x="422853" y="51722"/>
                </a:lnTo>
                <a:lnTo>
                  <a:pt x="422403" y="51213"/>
                </a:lnTo>
                <a:lnTo>
                  <a:pt x="421931" y="50718"/>
                </a:lnTo>
                <a:lnTo>
                  <a:pt x="421437" y="50237"/>
                </a:lnTo>
                <a:lnTo>
                  <a:pt x="420922" y="49769"/>
                </a:lnTo>
                <a:lnTo>
                  <a:pt x="420388" y="49318"/>
                </a:lnTo>
                <a:lnTo>
                  <a:pt x="419839" y="48886"/>
                </a:lnTo>
                <a:lnTo>
                  <a:pt x="419275" y="48473"/>
                </a:lnTo>
                <a:lnTo>
                  <a:pt x="418697" y="48079"/>
                </a:lnTo>
                <a:lnTo>
                  <a:pt x="418104" y="47705"/>
                </a:lnTo>
                <a:lnTo>
                  <a:pt x="417496" y="47350"/>
                </a:lnTo>
                <a:lnTo>
                  <a:pt x="416873" y="47014"/>
                </a:lnTo>
                <a:lnTo>
                  <a:pt x="416235" y="46697"/>
                </a:lnTo>
                <a:lnTo>
                  <a:pt x="415583" y="46399"/>
                </a:lnTo>
                <a:lnTo>
                  <a:pt x="414915" y="46121"/>
                </a:lnTo>
                <a:lnTo>
                  <a:pt x="414233" y="45861"/>
                </a:lnTo>
                <a:lnTo>
                  <a:pt x="413536" y="45621"/>
                </a:lnTo>
                <a:lnTo>
                  <a:pt x="412824" y="45401"/>
                </a:lnTo>
                <a:lnTo>
                  <a:pt x="412098" y="45199"/>
                </a:lnTo>
                <a:lnTo>
                  <a:pt x="411356" y="45017"/>
                </a:lnTo>
                <a:lnTo>
                  <a:pt x="410600" y="44853"/>
                </a:lnTo>
                <a:lnTo>
                  <a:pt x="409829" y="44709"/>
                </a:lnTo>
                <a:lnTo>
                  <a:pt x="409043" y="44584"/>
                </a:lnTo>
                <a:lnTo>
                  <a:pt x="408243" y="44479"/>
                </a:lnTo>
                <a:lnTo>
                  <a:pt x="407427" y="44392"/>
                </a:lnTo>
                <a:lnTo>
                  <a:pt x="406597" y="44325"/>
                </a:lnTo>
                <a:lnTo>
                  <a:pt x="405752" y="44277"/>
                </a:lnTo>
                <a:lnTo>
                  <a:pt x="404892" y="44248"/>
                </a:lnTo>
                <a:lnTo>
                  <a:pt x="404017" y="44239"/>
                </a:lnTo>
                <a:lnTo>
                  <a:pt x="402908" y="44254"/>
                </a:lnTo>
                <a:lnTo>
                  <a:pt x="401818" y="44299"/>
                </a:lnTo>
                <a:lnTo>
                  <a:pt x="400749" y="44375"/>
                </a:lnTo>
                <a:lnTo>
                  <a:pt x="399699" y="44480"/>
                </a:lnTo>
                <a:lnTo>
                  <a:pt x="398669" y="44616"/>
                </a:lnTo>
                <a:lnTo>
                  <a:pt x="397658" y="44782"/>
                </a:lnTo>
                <a:lnTo>
                  <a:pt x="396667" y="44978"/>
                </a:lnTo>
                <a:lnTo>
                  <a:pt x="395696" y="45205"/>
                </a:lnTo>
                <a:lnTo>
                  <a:pt x="394745" y="45461"/>
                </a:lnTo>
                <a:lnTo>
                  <a:pt x="393814" y="45748"/>
                </a:lnTo>
                <a:lnTo>
                  <a:pt x="392902" y="46065"/>
                </a:lnTo>
                <a:lnTo>
                  <a:pt x="392010" y="46412"/>
                </a:lnTo>
                <a:lnTo>
                  <a:pt x="391137" y="46789"/>
                </a:lnTo>
                <a:lnTo>
                  <a:pt x="390285" y="47196"/>
                </a:lnTo>
                <a:lnTo>
                  <a:pt x="389452" y="47634"/>
                </a:lnTo>
                <a:lnTo>
                  <a:pt x="388639" y="48102"/>
                </a:lnTo>
                <a:lnTo>
                  <a:pt x="387846" y="48599"/>
                </a:lnTo>
                <a:lnTo>
                  <a:pt x="387072" y="49128"/>
                </a:lnTo>
                <a:lnTo>
                  <a:pt x="386318" y="49686"/>
                </a:lnTo>
                <a:lnTo>
                  <a:pt x="385584" y="50274"/>
                </a:lnTo>
                <a:lnTo>
                  <a:pt x="384870" y="50893"/>
                </a:lnTo>
                <a:lnTo>
                  <a:pt x="384175" y="51542"/>
                </a:lnTo>
                <a:lnTo>
                  <a:pt x="383500" y="52221"/>
                </a:lnTo>
                <a:lnTo>
                  <a:pt x="382845" y="52930"/>
                </a:lnTo>
                <a:lnTo>
                  <a:pt x="382213" y="53665"/>
                </a:lnTo>
                <a:lnTo>
                  <a:pt x="381609" y="54421"/>
                </a:lnTo>
                <a:lnTo>
                  <a:pt x="381031" y="55198"/>
                </a:lnTo>
                <a:lnTo>
                  <a:pt x="380480" y="55997"/>
                </a:lnTo>
                <a:lnTo>
                  <a:pt x="379955" y="56818"/>
                </a:lnTo>
                <a:lnTo>
                  <a:pt x="379458" y="57659"/>
                </a:lnTo>
                <a:lnTo>
                  <a:pt x="378988" y="58522"/>
                </a:lnTo>
                <a:lnTo>
                  <a:pt x="378544" y="59407"/>
                </a:lnTo>
                <a:lnTo>
                  <a:pt x="378128" y="60313"/>
                </a:lnTo>
                <a:lnTo>
                  <a:pt x="377738" y="61240"/>
                </a:lnTo>
                <a:lnTo>
                  <a:pt x="377375" y="62189"/>
                </a:lnTo>
                <a:lnTo>
                  <a:pt x="377039" y="63159"/>
                </a:lnTo>
                <a:lnTo>
                  <a:pt x="376730" y="64151"/>
                </a:lnTo>
                <a:lnTo>
                  <a:pt x="376448" y="65163"/>
                </a:lnTo>
                <a:lnTo>
                  <a:pt x="376192" y="66198"/>
                </a:lnTo>
                <a:lnTo>
                  <a:pt x="375964" y="67253"/>
                </a:lnTo>
                <a:lnTo>
                  <a:pt x="375762" y="68331"/>
                </a:lnTo>
                <a:lnTo>
                  <a:pt x="375588" y="69429"/>
                </a:lnTo>
                <a:lnTo>
                  <a:pt x="375440" y="70549"/>
                </a:lnTo>
                <a:lnTo>
                  <a:pt x="375319" y="71690"/>
                </a:lnTo>
                <a:lnTo>
                  <a:pt x="375225" y="72853"/>
                </a:lnTo>
                <a:lnTo>
                  <a:pt x="375158" y="74037"/>
                </a:lnTo>
                <a:lnTo>
                  <a:pt x="375117" y="75242"/>
                </a:lnTo>
                <a:lnTo>
                  <a:pt x="375104" y="76469"/>
                </a:lnTo>
                <a:lnTo>
                  <a:pt x="375104" y="94796"/>
                </a:lnTo>
                <a:lnTo>
                  <a:pt x="375117" y="96023"/>
                </a:lnTo>
                <a:lnTo>
                  <a:pt x="375158" y="97228"/>
                </a:lnTo>
                <a:lnTo>
                  <a:pt x="375225" y="98411"/>
                </a:lnTo>
                <a:lnTo>
                  <a:pt x="375319" y="99572"/>
                </a:lnTo>
                <a:lnTo>
                  <a:pt x="375440" y="100711"/>
                </a:lnTo>
                <a:lnTo>
                  <a:pt x="375588" y="101828"/>
                </a:lnTo>
                <a:lnTo>
                  <a:pt x="375762" y="102923"/>
                </a:lnTo>
                <a:lnTo>
                  <a:pt x="375964" y="103996"/>
                </a:lnTo>
                <a:lnTo>
                  <a:pt x="376192" y="105047"/>
                </a:lnTo>
                <a:lnTo>
                  <a:pt x="376448" y="106077"/>
                </a:lnTo>
                <a:lnTo>
                  <a:pt x="376730" y="107084"/>
                </a:lnTo>
                <a:lnTo>
                  <a:pt x="377039" y="108069"/>
                </a:lnTo>
                <a:lnTo>
                  <a:pt x="377375" y="109033"/>
                </a:lnTo>
                <a:lnTo>
                  <a:pt x="377738" y="109974"/>
                </a:lnTo>
                <a:lnTo>
                  <a:pt x="378128" y="110894"/>
                </a:lnTo>
                <a:lnTo>
                  <a:pt x="378544" y="111791"/>
                </a:lnTo>
                <a:lnTo>
                  <a:pt x="378988" y="112667"/>
                </a:lnTo>
                <a:lnTo>
                  <a:pt x="379458" y="113521"/>
                </a:lnTo>
                <a:lnTo>
                  <a:pt x="379955" y="114352"/>
                </a:lnTo>
                <a:lnTo>
                  <a:pt x="380480" y="115162"/>
                </a:lnTo>
                <a:lnTo>
                  <a:pt x="381031" y="115950"/>
                </a:lnTo>
                <a:lnTo>
                  <a:pt x="381609" y="116716"/>
                </a:lnTo>
                <a:lnTo>
                  <a:pt x="382213" y="117460"/>
                </a:lnTo>
                <a:lnTo>
                  <a:pt x="382845" y="118182"/>
                </a:lnTo>
                <a:lnTo>
                  <a:pt x="383500" y="118878"/>
                </a:lnTo>
                <a:lnTo>
                  <a:pt x="384175" y="119544"/>
                </a:lnTo>
                <a:lnTo>
                  <a:pt x="384870" y="120181"/>
                </a:lnTo>
                <a:lnTo>
                  <a:pt x="385584" y="120789"/>
                </a:lnTo>
                <a:lnTo>
                  <a:pt x="386318" y="121366"/>
                </a:lnTo>
                <a:lnTo>
                  <a:pt x="387072" y="121914"/>
                </a:lnTo>
                <a:lnTo>
                  <a:pt x="387846" y="122433"/>
                </a:lnTo>
                <a:lnTo>
                  <a:pt x="388639" y="122922"/>
                </a:lnTo>
                <a:lnTo>
                  <a:pt x="389452" y="123381"/>
                </a:lnTo>
                <a:lnTo>
                  <a:pt x="390285" y="123810"/>
                </a:lnTo>
                <a:lnTo>
                  <a:pt x="391137" y="124210"/>
                </a:lnTo>
                <a:lnTo>
                  <a:pt x="392010" y="124581"/>
                </a:lnTo>
                <a:lnTo>
                  <a:pt x="392902" y="124921"/>
                </a:lnTo>
                <a:lnTo>
                  <a:pt x="393814" y="125232"/>
                </a:lnTo>
                <a:lnTo>
                  <a:pt x="394745" y="125514"/>
                </a:lnTo>
                <a:lnTo>
                  <a:pt x="395696" y="125766"/>
                </a:lnTo>
                <a:lnTo>
                  <a:pt x="396667" y="125988"/>
                </a:lnTo>
                <a:lnTo>
                  <a:pt x="397658" y="126180"/>
                </a:lnTo>
                <a:lnTo>
                  <a:pt x="398669" y="126343"/>
                </a:lnTo>
                <a:lnTo>
                  <a:pt x="399699" y="126477"/>
                </a:lnTo>
                <a:lnTo>
                  <a:pt x="400749" y="126580"/>
                </a:lnTo>
                <a:lnTo>
                  <a:pt x="401818" y="126654"/>
                </a:lnTo>
                <a:lnTo>
                  <a:pt x="402908" y="126699"/>
                </a:lnTo>
                <a:lnTo>
                  <a:pt x="404017" y="126714"/>
                </a:lnTo>
                <a:lnTo>
                  <a:pt x="404892" y="126704"/>
                </a:lnTo>
                <a:lnTo>
                  <a:pt x="405752" y="126677"/>
                </a:lnTo>
                <a:lnTo>
                  <a:pt x="406597" y="126631"/>
                </a:lnTo>
                <a:lnTo>
                  <a:pt x="407427" y="126567"/>
                </a:lnTo>
                <a:lnTo>
                  <a:pt x="408243" y="126484"/>
                </a:lnTo>
                <a:lnTo>
                  <a:pt x="409043" y="126383"/>
                </a:lnTo>
                <a:lnTo>
                  <a:pt x="409829" y="126263"/>
                </a:lnTo>
                <a:lnTo>
                  <a:pt x="410600" y="126126"/>
                </a:lnTo>
                <a:lnTo>
                  <a:pt x="411356" y="125969"/>
                </a:lnTo>
                <a:lnTo>
                  <a:pt x="412098" y="125795"/>
                </a:lnTo>
                <a:lnTo>
                  <a:pt x="412824" y="125602"/>
                </a:lnTo>
                <a:lnTo>
                  <a:pt x="413536" y="125391"/>
                </a:lnTo>
                <a:lnTo>
                  <a:pt x="414233" y="125161"/>
                </a:lnTo>
                <a:lnTo>
                  <a:pt x="414915" y="124913"/>
                </a:lnTo>
                <a:lnTo>
                  <a:pt x="415583" y="124646"/>
                </a:lnTo>
                <a:lnTo>
                  <a:pt x="416235" y="124362"/>
                </a:lnTo>
                <a:lnTo>
                  <a:pt x="416873" y="124058"/>
                </a:lnTo>
                <a:lnTo>
                  <a:pt x="417496" y="123737"/>
                </a:lnTo>
                <a:lnTo>
                  <a:pt x="418104" y="123397"/>
                </a:lnTo>
                <a:lnTo>
                  <a:pt x="418697" y="123039"/>
                </a:lnTo>
                <a:lnTo>
                  <a:pt x="419275" y="122662"/>
                </a:lnTo>
                <a:lnTo>
                  <a:pt x="419839" y="122267"/>
                </a:lnTo>
                <a:lnTo>
                  <a:pt x="420388" y="121854"/>
                </a:lnTo>
                <a:lnTo>
                  <a:pt x="420922" y="121422"/>
                </a:lnTo>
                <a:lnTo>
                  <a:pt x="421437" y="120973"/>
                </a:lnTo>
                <a:lnTo>
                  <a:pt x="421931" y="120510"/>
                </a:lnTo>
                <a:lnTo>
                  <a:pt x="422403" y="120033"/>
                </a:lnTo>
                <a:lnTo>
                  <a:pt x="422853" y="119541"/>
                </a:lnTo>
                <a:lnTo>
                  <a:pt x="423281" y="119034"/>
                </a:lnTo>
                <a:lnTo>
                  <a:pt x="423687" y="118513"/>
                </a:lnTo>
                <a:lnTo>
                  <a:pt x="424071" y="117977"/>
                </a:lnTo>
                <a:lnTo>
                  <a:pt x="424433" y="117427"/>
                </a:lnTo>
                <a:lnTo>
                  <a:pt x="424774" y="116863"/>
                </a:lnTo>
                <a:lnTo>
                  <a:pt x="425092" y="116283"/>
                </a:lnTo>
                <a:lnTo>
                  <a:pt x="425388" y="115690"/>
                </a:lnTo>
                <a:lnTo>
                  <a:pt x="425663" y="115081"/>
                </a:lnTo>
                <a:lnTo>
                  <a:pt x="425915" y="114458"/>
                </a:lnTo>
                <a:lnTo>
                  <a:pt x="426145" y="113821"/>
                </a:lnTo>
                <a:lnTo>
                  <a:pt x="426354" y="113169"/>
                </a:lnTo>
                <a:lnTo>
                  <a:pt x="426541" y="112503"/>
                </a:lnTo>
                <a:lnTo>
                  <a:pt x="426705" y="111822"/>
                </a:lnTo>
                <a:lnTo>
                  <a:pt x="426848" y="111126"/>
                </a:lnTo>
                <a:lnTo>
                  <a:pt x="426938" y="110597"/>
                </a:lnTo>
                <a:lnTo>
                  <a:pt x="427402" y="110597"/>
                </a:lnTo>
                <a:lnTo>
                  <a:pt x="427086" y="124816"/>
                </a:lnTo>
                <a:lnTo>
                  <a:pt x="427086" y="132717"/>
                </a:lnTo>
                <a:lnTo>
                  <a:pt x="427079" y="133304"/>
                </a:lnTo>
                <a:lnTo>
                  <a:pt x="427057" y="133881"/>
                </a:lnTo>
                <a:close/>
                <a:moveTo>
                  <a:pt x="404706" y="114636"/>
                </a:moveTo>
                <a:lnTo>
                  <a:pt x="404032" y="114536"/>
                </a:lnTo>
                <a:lnTo>
                  <a:pt x="403373" y="114418"/>
                </a:lnTo>
                <a:lnTo>
                  <a:pt x="402727" y="114283"/>
                </a:lnTo>
                <a:lnTo>
                  <a:pt x="402095" y="114129"/>
                </a:lnTo>
                <a:lnTo>
                  <a:pt x="401478" y="113957"/>
                </a:lnTo>
                <a:lnTo>
                  <a:pt x="400874" y="113767"/>
                </a:lnTo>
                <a:lnTo>
                  <a:pt x="400284" y="113559"/>
                </a:lnTo>
                <a:lnTo>
                  <a:pt x="399709" y="113333"/>
                </a:lnTo>
                <a:lnTo>
                  <a:pt x="399147" y="113088"/>
                </a:lnTo>
                <a:lnTo>
                  <a:pt x="398599" y="112826"/>
                </a:lnTo>
                <a:lnTo>
                  <a:pt x="398065" y="112545"/>
                </a:lnTo>
                <a:lnTo>
                  <a:pt x="397546" y="112247"/>
                </a:lnTo>
                <a:lnTo>
                  <a:pt x="397040" y="111930"/>
                </a:lnTo>
                <a:lnTo>
                  <a:pt x="396548" y="111595"/>
                </a:lnTo>
                <a:lnTo>
                  <a:pt x="396070" y="111242"/>
                </a:lnTo>
                <a:lnTo>
                  <a:pt x="395606" y="110871"/>
                </a:lnTo>
                <a:lnTo>
                  <a:pt x="395157" y="110482"/>
                </a:lnTo>
                <a:lnTo>
                  <a:pt x="394721" y="110075"/>
                </a:lnTo>
                <a:lnTo>
                  <a:pt x="394299" y="109650"/>
                </a:lnTo>
                <a:lnTo>
                  <a:pt x="393893" y="109209"/>
                </a:lnTo>
                <a:lnTo>
                  <a:pt x="393504" y="108755"/>
                </a:lnTo>
                <a:lnTo>
                  <a:pt x="393133" y="108289"/>
                </a:lnTo>
                <a:lnTo>
                  <a:pt x="392778" y="107811"/>
                </a:lnTo>
                <a:lnTo>
                  <a:pt x="392441" y="107319"/>
                </a:lnTo>
                <a:lnTo>
                  <a:pt x="392122" y="106815"/>
                </a:lnTo>
                <a:lnTo>
                  <a:pt x="391819" y="106299"/>
                </a:lnTo>
                <a:lnTo>
                  <a:pt x="391534" y="105770"/>
                </a:lnTo>
                <a:lnTo>
                  <a:pt x="391267" y="105228"/>
                </a:lnTo>
                <a:lnTo>
                  <a:pt x="391016" y="104673"/>
                </a:lnTo>
                <a:lnTo>
                  <a:pt x="390783" y="104106"/>
                </a:lnTo>
                <a:lnTo>
                  <a:pt x="390567" y="103527"/>
                </a:lnTo>
                <a:lnTo>
                  <a:pt x="390368" y="102934"/>
                </a:lnTo>
                <a:lnTo>
                  <a:pt x="390187" y="102330"/>
                </a:lnTo>
                <a:lnTo>
                  <a:pt x="390023" y="101712"/>
                </a:lnTo>
                <a:lnTo>
                  <a:pt x="389876" y="101082"/>
                </a:lnTo>
                <a:lnTo>
                  <a:pt x="389746" y="100439"/>
                </a:lnTo>
                <a:lnTo>
                  <a:pt x="389634" y="99784"/>
                </a:lnTo>
                <a:lnTo>
                  <a:pt x="389539" y="99116"/>
                </a:lnTo>
                <a:lnTo>
                  <a:pt x="389461" y="98436"/>
                </a:lnTo>
                <a:lnTo>
                  <a:pt x="389401" y="97742"/>
                </a:lnTo>
                <a:lnTo>
                  <a:pt x="389357" y="97037"/>
                </a:lnTo>
                <a:lnTo>
                  <a:pt x="389332" y="96318"/>
                </a:lnTo>
                <a:lnTo>
                  <a:pt x="389323" y="95587"/>
                </a:lnTo>
                <a:lnTo>
                  <a:pt x="389323" y="75838"/>
                </a:lnTo>
                <a:lnTo>
                  <a:pt x="389332" y="75107"/>
                </a:lnTo>
                <a:lnTo>
                  <a:pt x="389357" y="74388"/>
                </a:lnTo>
                <a:lnTo>
                  <a:pt x="389401" y="73683"/>
                </a:lnTo>
                <a:lnTo>
                  <a:pt x="389461" y="72989"/>
                </a:lnTo>
                <a:lnTo>
                  <a:pt x="389539" y="72309"/>
                </a:lnTo>
                <a:lnTo>
                  <a:pt x="389634" y="71641"/>
                </a:lnTo>
                <a:lnTo>
                  <a:pt x="389746" y="70986"/>
                </a:lnTo>
                <a:lnTo>
                  <a:pt x="389876" y="70343"/>
                </a:lnTo>
                <a:lnTo>
                  <a:pt x="390023" y="69713"/>
                </a:lnTo>
                <a:lnTo>
                  <a:pt x="390187" y="69096"/>
                </a:lnTo>
                <a:lnTo>
                  <a:pt x="390368" y="68491"/>
                </a:lnTo>
                <a:lnTo>
                  <a:pt x="390567" y="67899"/>
                </a:lnTo>
                <a:lnTo>
                  <a:pt x="390783" y="67319"/>
                </a:lnTo>
                <a:lnTo>
                  <a:pt x="391016" y="66752"/>
                </a:lnTo>
                <a:lnTo>
                  <a:pt x="391267" y="66198"/>
                </a:lnTo>
                <a:lnTo>
                  <a:pt x="391534" y="65656"/>
                </a:lnTo>
                <a:lnTo>
                  <a:pt x="391819" y="65127"/>
                </a:lnTo>
                <a:lnTo>
                  <a:pt x="392122" y="64611"/>
                </a:lnTo>
                <a:lnTo>
                  <a:pt x="392441" y="64107"/>
                </a:lnTo>
                <a:lnTo>
                  <a:pt x="392778" y="63616"/>
                </a:lnTo>
                <a:lnTo>
                  <a:pt x="393133" y="63138"/>
                </a:lnTo>
                <a:lnTo>
                  <a:pt x="393504" y="62672"/>
                </a:lnTo>
                <a:lnTo>
                  <a:pt x="393893" y="62218"/>
                </a:lnTo>
                <a:lnTo>
                  <a:pt x="394299" y="61778"/>
                </a:lnTo>
                <a:lnTo>
                  <a:pt x="394721" y="61352"/>
                </a:lnTo>
                <a:lnTo>
                  <a:pt x="395157" y="60945"/>
                </a:lnTo>
                <a:lnTo>
                  <a:pt x="395606" y="60555"/>
                </a:lnTo>
                <a:lnTo>
                  <a:pt x="396070" y="60184"/>
                </a:lnTo>
                <a:lnTo>
                  <a:pt x="396548" y="59831"/>
                </a:lnTo>
                <a:lnTo>
                  <a:pt x="397040" y="59496"/>
                </a:lnTo>
                <a:lnTo>
                  <a:pt x="397546" y="59179"/>
                </a:lnTo>
                <a:lnTo>
                  <a:pt x="398065" y="58881"/>
                </a:lnTo>
                <a:lnTo>
                  <a:pt x="398599" y="58600"/>
                </a:lnTo>
                <a:lnTo>
                  <a:pt x="399147" y="58337"/>
                </a:lnTo>
                <a:lnTo>
                  <a:pt x="399709" y="58093"/>
                </a:lnTo>
                <a:lnTo>
                  <a:pt x="400284" y="57867"/>
                </a:lnTo>
                <a:lnTo>
                  <a:pt x="400874" y="57658"/>
                </a:lnTo>
                <a:lnTo>
                  <a:pt x="401478" y="57468"/>
                </a:lnTo>
                <a:lnTo>
                  <a:pt x="402095" y="57296"/>
                </a:lnTo>
                <a:lnTo>
                  <a:pt x="402727" y="57142"/>
                </a:lnTo>
                <a:lnTo>
                  <a:pt x="403373" y="57007"/>
                </a:lnTo>
                <a:lnTo>
                  <a:pt x="404032" y="56889"/>
                </a:lnTo>
                <a:lnTo>
                  <a:pt x="404706" y="56789"/>
                </a:lnTo>
                <a:lnTo>
                  <a:pt x="405394" y="56708"/>
                </a:lnTo>
                <a:lnTo>
                  <a:pt x="406095" y="56645"/>
                </a:lnTo>
                <a:lnTo>
                  <a:pt x="406811" y="56599"/>
                </a:lnTo>
                <a:lnTo>
                  <a:pt x="407541" y="56572"/>
                </a:lnTo>
                <a:lnTo>
                  <a:pt x="408284" y="56563"/>
                </a:lnTo>
                <a:lnTo>
                  <a:pt x="409015" y="56573"/>
                </a:lnTo>
                <a:lnTo>
                  <a:pt x="409732" y="56601"/>
                </a:lnTo>
                <a:lnTo>
                  <a:pt x="410437" y="56649"/>
                </a:lnTo>
                <a:lnTo>
                  <a:pt x="411128" y="56717"/>
                </a:lnTo>
                <a:lnTo>
                  <a:pt x="411806" y="56803"/>
                </a:lnTo>
                <a:lnTo>
                  <a:pt x="412471" y="56909"/>
                </a:lnTo>
                <a:lnTo>
                  <a:pt x="413123" y="57034"/>
                </a:lnTo>
                <a:lnTo>
                  <a:pt x="413761" y="57178"/>
                </a:lnTo>
                <a:lnTo>
                  <a:pt x="414387" y="57341"/>
                </a:lnTo>
                <a:lnTo>
                  <a:pt x="414999" y="57523"/>
                </a:lnTo>
                <a:lnTo>
                  <a:pt x="415598" y="57725"/>
                </a:lnTo>
                <a:lnTo>
                  <a:pt x="416184" y="57946"/>
                </a:lnTo>
                <a:lnTo>
                  <a:pt x="416757" y="58186"/>
                </a:lnTo>
                <a:lnTo>
                  <a:pt x="417316" y="58445"/>
                </a:lnTo>
                <a:lnTo>
                  <a:pt x="417862" y="58723"/>
                </a:lnTo>
                <a:lnTo>
                  <a:pt x="418396" y="59021"/>
                </a:lnTo>
                <a:lnTo>
                  <a:pt x="418916" y="59338"/>
                </a:lnTo>
                <a:lnTo>
                  <a:pt x="419423" y="59674"/>
                </a:lnTo>
                <a:lnTo>
                  <a:pt x="419916" y="60029"/>
                </a:lnTo>
                <a:lnTo>
                  <a:pt x="420397" y="60404"/>
                </a:lnTo>
                <a:lnTo>
                  <a:pt x="420864" y="60797"/>
                </a:lnTo>
                <a:lnTo>
                  <a:pt x="421318" y="61210"/>
                </a:lnTo>
                <a:lnTo>
                  <a:pt x="421760" y="61642"/>
                </a:lnTo>
                <a:lnTo>
                  <a:pt x="422187" y="62093"/>
                </a:lnTo>
                <a:lnTo>
                  <a:pt x="422600" y="62562"/>
                </a:lnTo>
                <a:lnTo>
                  <a:pt x="422995" y="63044"/>
                </a:lnTo>
                <a:lnTo>
                  <a:pt x="423372" y="63542"/>
                </a:lnTo>
                <a:lnTo>
                  <a:pt x="423732" y="64055"/>
                </a:lnTo>
                <a:lnTo>
                  <a:pt x="424074" y="64582"/>
                </a:lnTo>
                <a:lnTo>
                  <a:pt x="424399" y="65124"/>
                </a:lnTo>
                <a:lnTo>
                  <a:pt x="424706" y="65681"/>
                </a:lnTo>
                <a:lnTo>
                  <a:pt x="424996" y="66253"/>
                </a:lnTo>
                <a:lnTo>
                  <a:pt x="425268" y="66840"/>
                </a:lnTo>
                <a:lnTo>
                  <a:pt x="425523" y="67441"/>
                </a:lnTo>
                <a:lnTo>
                  <a:pt x="425760" y="68057"/>
                </a:lnTo>
                <a:lnTo>
                  <a:pt x="425979" y="68688"/>
                </a:lnTo>
                <a:lnTo>
                  <a:pt x="426181" y="69334"/>
                </a:lnTo>
                <a:lnTo>
                  <a:pt x="426365" y="69995"/>
                </a:lnTo>
                <a:lnTo>
                  <a:pt x="426532" y="70670"/>
                </a:lnTo>
                <a:lnTo>
                  <a:pt x="426681" y="71361"/>
                </a:lnTo>
                <a:lnTo>
                  <a:pt x="426813" y="72066"/>
                </a:lnTo>
                <a:lnTo>
                  <a:pt x="426927" y="72786"/>
                </a:lnTo>
                <a:lnTo>
                  <a:pt x="427023" y="73521"/>
                </a:lnTo>
                <a:lnTo>
                  <a:pt x="427102" y="74270"/>
                </a:lnTo>
                <a:lnTo>
                  <a:pt x="427164" y="75035"/>
                </a:lnTo>
                <a:lnTo>
                  <a:pt x="427208" y="75814"/>
                </a:lnTo>
                <a:lnTo>
                  <a:pt x="427234" y="76608"/>
                </a:lnTo>
                <a:lnTo>
                  <a:pt x="427243" y="77417"/>
                </a:lnTo>
                <a:lnTo>
                  <a:pt x="427243" y="94008"/>
                </a:lnTo>
                <a:lnTo>
                  <a:pt x="427234" y="94817"/>
                </a:lnTo>
                <a:lnTo>
                  <a:pt x="427208" y="95611"/>
                </a:lnTo>
                <a:lnTo>
                  <a:pt x="427164" y="96390"/>
                </a:lnTo>
                <a:lnTo>
                  <a:pt x="427102" y="97155"/>
                </a:lnTo>
                <a:lnTo>
                  <a:pt x="427023" y="97904"/>
                </a:lnTo>
                <a:lnTo>
                  <a:pt x="426927" y="98639"/>
                </a:lnTo>
                <a:lnTo>
                  <a:pt x="426813" y="99359"/>
                </a:lnTo>
                <a:lnTo>
                  <a:pt x="426681" y="100064"/>
                </a:lnTo>
                <a:lnTo>
                  <a:pt x="426532" y="100755"/>
                </a:lnTo>
                <a:lnTo>
                  <a:pt x="426365" y="101430"/>
                </a:lnTo>
                <a:lnTo>
                  <a:pt x="426181" y="102091"/>
                </a:lnTo>
                <a:lnTo>
                  <a:pt x="425979" y="102737"/>
                </a:lnTo>
                <a:lnTo>
                  <a:pt x="425760" y="103368"/>
                </a:lnTo>
                <a:lnTo>
                  <a:pt x="425523" y="103985"/>
                </a:lnTo>
                <a:lnTo>
                  <a:pt x="425268" y="104586"/>
                </a:lnTo>
                <a:lnTo>
                  <a:pt x="424996" y="105173"/>
                </a:lnTo>
                <a:lnTo>
                  <a:pt x="424706" y="105745"/>
                </a:lnTo>
                <a:lnTo>
                  <a:pt x="424399" y="106302"/>
                </a:lnTo>
                <a:lnTo>
                  <a:pt x="424074" y="106844"/>
                </a:lnTo>
                <a:lnTo>
                  <a:pt x="423732" y="107372"/>
                </a:lnTo>
                <a:lnTo>
                  <a:pt x="423372" y="107885"/>
                </a:lnTo>
                <a:lnTo>
                  <a:pt x="422995" y="108382"/>
                </a:lnTo>
                <a:lnTo>
                  <a:pt x="422600" y="108866"/>
                </a:lnTo>
                <a:lnTo>
                  <a:pt x="422187" y="109334"/>
                </a:lnTo>
                <a:lnTo>
                  <a:pt x="421760" y="109785"/>
                </a:lnTo>
                <a:lnTo>
                  <a:pt x="421318" y="110217"/>
                </a:lnTo>
                <a:lnTo>
                  <a:pt x="420864" y="110629"/>
                </a:lnTo>
                <a:lnTo>
                  <a:pt x="420397" y="111023"/>
                </a:lnTo>
                <a:lnTo>
                  <a:pt x="419916" y="111397"/>
                </a:lnTo>
                <a:lnTo>
                  <a:pt x="419423" y="111752"/>
                </a:lnTo>
                <a:lnTo>
                  <a:pt x="418916" y="112088"/>
                </a:lnTo>
                <a:lnTo>
                  <a:pt x="418396" y="112405"/>
                </a:lnTo>
                <a:lnTo>
                  <a:pt x="417862" y="112702"/>
                </a:lnTo>
                <a:lnTo>
                  <a:pt x="417316" y="112981"/>
                </a:lnTo>
                <a:lnTo>
                  <a:pt x="416757" y="113240"/>
                </a:lnTo>
                <a:lnTo>
                  <a:pt x="416184" y="113480"/>
                </a:lnTo>
                <a:lnTo>
                  <a:pt x="415598" y="113701"/>
                </a:lnTo>
                <a:lnTo>
                  <a:pt x="414999" y="113902"/>
                </a:lnTo>
                <a:lnTo>
                  <a:pt x="414387" y="114084"/>
                </a:lnTo>
                <a:lnTo>
                  <a:pt x="413761" y="114248"/>
                </a:lnTo>
                <a:lnTo>
                  <a:pt x="413123" y="114392"/>
                </a:lnTo>
                <a:lnTo>
                  <a:pt x="412471" y="114516"/>
                </a:lnTo>
                <a:lnTo>
                  <a:pt x="411806" y="114622"/>
                </a:lnTo>
                <a:lnTo>
                  <a:pt x="411128" y="114708"/>
                </a:lnTo>
                <a:lnTo>
                  <a:pt x="410437" y="114775"/>
                </a:lnTo>
                <a:lnTo>
                  <a:pt x="409732" y="114823"/>
                </a:lnTo>
                <a:lnTo>
                  <a:pt x="409015" y="114852"/>
                </a:lnTo>
                <a:lnTo>
                  <a:pt x="408284" y="114862"/>
                </a:lnTo>
                <a:lnTo>
                  <a:pt x="407541" y="114853"/>
                </a:lnTo>
                <a:lnTo>
                  <a:pt x="406811" y="114826"/>
                </a:lnTo>
                <a:lnTo>
                  <a:pt x="406095" y="114780"/>
                </a:lnTo>
                <a:lnTo>
                  <a:pt x="405394" y="114717"/>
                </a:lnTo>
                <a:lnTo>
                  <a:pt x="404706" y="114636"/>
                </a:lnTo>
                <a:close/>
                <a:moveTo>
                  <a:pt x="727120" y="136665"/>
                </a:moveTo>
                <a:lnTo>
                  <a:pt x="651282" y="136665"/>
                </a:lnTo>
                <a:lnTo>
                  <a:pt x="651282" y="148517"/>
                </a:lnTo>
                <a:lnTo>
                  <a:pt x="727120" y="148517"/>
                </a:lnTo>
                <a:lnTo>
                  <a:pt x="727120" y="136665"/>
                </a:lnTo>
                <a:close/>
                <a:moveTo>
                  <a:pt x="1533717" y="56563"/>
                </a:moveTo>
                <a:lnTo>
                  <a:pt x="1533695" y="56483"/>
                </a:lnTo>
                <a:lnTo>
                  <a:pt x="1533503" y="55870"/>
                </a:lnTo>
                <a:lnTo>
                  <a:pt x="1533295" y="55269"/>
                </a:lnTo>
                <a:lnTo>
                  <a:pt x="1533073" y="54681"/>
                </a:lnTo>
                <a:lnTo>
                  <a:pt x="1532835" y="54104"/>
                </a:lnTo>
                <a:lnTo>
                  <a:pt x="1532581" y="53539"/>
                </a:lnTo>
                <a:lnTo>
                  <a:pt x="1532312" y="52987"/>
                </a:lnTo>
                <a:lnTo>
                  <a:pt x="1532028" y="52447"/>
                </a:lnTo>
                <a:lnTo>
                  <a:pt x="1531729" y="51918"/>
                </a:lnTo>
                <a:lnTo>
                  <a:pt x="1531414" y="51402"/>
                </a:lnTo>
                <a:lnTo>
                  <a:pt x="1531083" y="50898"/>
                </a:lnTo>
                <a:lnTo>
                  <a:pt x="1530738" y="50406"/>
                </a:lnTo>
                <a:lnTo>
                  <a:pt x="1530377" y="49926"/>
                </a:lnTo>
                <a:lnTo>
                  <a:pt x="1530003" y="49462"/>
                </a:lnTo>
                <a:lnTo>
                  <a:pt x="1529618" y="49018"/>
                </a:lnTo>
                <a:lnTo>
                  <a:pt x="1529221" y="48593"/>
                </a:lnTo>
                <a:lnTo>
                  <a:pt x="1528814" y="48188"/>
                </a:lnTo>
                <a:lnTo>
                  <a:pt x="1528396" y="47803"/>
                </a:lnTo>
                <a:lnTo>
                  <a:pt x="1527967" y="47438"/>
                </a:lnTo>
                <a:lnTo>
                  <a:pt x="1527527" y="47092"/>
                </a:lnTo>
                <a:lnTo>
                  <a:pt x="1527076" y="46766"/>
                </a:lnTo>
                <a:lnTo>
                  <a:pt x="1526614" y="46460"/>
                </a:lnTo>
                <a:lnTo>
                  <a:pt x="1526142" y="46174"/>
                </a:lnTo>
                <a:lnTo>
                  <a:pt x="1525658" y="45907"/>
                </a:lnTo>
                <a:lnTo>
                  <a:pt x="1525163" y="45661"/>
                </a:lnTo>
                <a:lnTo>
                  <a:pt x="1524657" y="45434"/>
                </a:lnTo>
                <a:lnTo>
                  <a:pt x="1524140" y="45226"/>
                </a:lnTo>
                <a:lnTo>
                  <a:pt x="1523612" y="45039"/>
                </a:lnTo>
                <a:lnTo>
                  <a:pt x="1523074" y="44871"/>
                </a:lnTo>
                <a:lnTo>
                  <a:pt x="1522524" y="44723"/>
                </a:lnTo>
                <a:lnTo>
                  <a:pt x="1521963" y="44594"/>
                </a:lnTo>
                <a:lnTo>
                  <a:pt x="1521391" y="44486"/>
                </a:lnTo>
                <a:lnTo>
                  <a:pt x="1520809" y="44397"/>
                </a:lnTo>
                <a:lnTo>
                  <a:pt x="1520215" y="44328"/>
                </a:lnTo>
                <a:lnTo>
                  <a:pt x="1519611" y="44278"/>
                </a:lnTo>
                <a:lnTo>
                  <a:pt x="1518995" y="44249"/>
                </a:lnTo>
                <a:lnTo>
                  <a:pt x="1518368" y="44239"/>
                </a:lnTo>
                <a:lnTo>
                  <a:pt x="1517820" y="44247"/>
                </a:lnTo>
                <a:lnTo>
                  <a:pt x="1517281" y="44270"/>
                </a:lnTo>
                <a:lnTo>
                  <a:pt x="1516751" y="44308"/>
                </a:lnTo>
                <a:lnTo>
                  <a:pt x="1516229" y="44362"/>
                </a:lnTo>
                <a:lnTo>
                  <a:pt x="1515717" y="44431"/>
                </a:lnTo>
                <a:lnTo>
                  <a:pt x="1515214" y="44515"/>
                </a:lnTo>
                <a:lnTo>
                  <a:pt x="1514720" y="44615"/>
                </a:lnTo>
                <a:lnTo>
                  <a:pt x="1514235" y="44730"/>
                </a:lnTo>
                <a:lnTo>
                  <a:pt x="1513759" y="44861"/>
                </a:lnTo>
                <a:lnTo>
                  <a:pt x="1513292" y="45007"/>
                </a:lnTo>
                <a:lnTo>
                  <a:pt x="1512834" y="45168"/>
                </a:lnTo>
                <a:lnTo>
                  <a:pt x="1512385" y="45345"/>
                </a:lnTo>
                <a:lnTo>
                  <a:pt x="1511946" y="45537"/>
                </a:lnTo>
                <a:lnTo>
                  <a:pt x="1511515" y="45744"/>
                </a:lnTo>
                <a:lnTo>
                  <a:pt x="1511093" y="45967"/>
                </a:lnTo>
                <a:lnTo>
                  <a:pt x="1510681" y="46205"/>
                </a:lnTo>
                <a:lnTo>
                  <a:pt x="1510277" y="46458"/>
                </a:lnTo>
                <a:lnTo>
                  <a:pt x="1509882" y="46727"/>
                </a:lnTo>
                <a:lnTo>
                  <a:pt x="1509497" y="47011"/>
                </a:lnTo>
                <a:lnTo>
                  <a:pt x="1509121" y="47311"/>
                </a:lnTo>
                <a:lnTo>
                  <a:pt x="1508753" y="47626"/>
                </a:lnTo>
                <a:lnTo>
                  <a:pt x="1508395" y="47956"/>
                </a:lnTo>
                <a:lnTo>
                  <a:pt x="1508046" y="48302"/>
                </a:lnTo>
                <a:lnTo>
                  <a:pt x="1507705" y="48663"/>
                </a:lnTo>
                <a:lnTo>
                  <a:pt x="1507377" y="49036"/>
                </a:lnTo>
                <a:lnTo>
                  <a:pt x="1507062" y="49418"/>
                </a:lnTo>
                <a:lnTo>
                  <a:pt x="1506761" y="49808"/>
                </a:lnTo>
                <a:lnTo>
                  <a:pt x="1506474" y="50208"/>
                </a:lnTo>
                <a:lnTo>
                  <a:pt x="1506202" y="50616"/>
                </a:lnTo>
                <a:lnTo>
                  <a:pt x="1505943" y="51033"/>
                </a:lnTo>
                <a:lnTo>
                  <a:pt x="1505698" y="51458"/>
                </a:lnTo>
                <a:lnTo>
                  <a:pt x="1505467" y="51893"/>
                </a:lnTo>
                <a:lnTo>
                  <a:pt x="1505250" y="52336"/>
                </a:lnTo>
                <a:lnTo>
                  <a:pt x="1505048" y="52788"/>
                </a:lnTo>
                <a:lnTo>
                  <a:pt x="1504859" y="53249"/>
                </a:lnTo>
                <a:lnTo>
                  <a:pt x="1504684" y="53718"/>
                </a:lnTo>
                <a:lnTo>
                  <a:pt x="1504523" y="54197"/>
                </a:lnTo>
                <a:lnTo>
                  <a:pt x="1504376" y="54684"/>
                </a:lnTo>
                <a:lnTo>
                  <a:pt x="1504243" y="55180"/>
                </a:lnTo>
                <a:lnTo>
                  <a:pt x="1504124" y="55684"/>
                </a:lnTo>
                <a:lnTo>
                  <a:pt x="1504020" y="56198"/>
                </a:lnTo>
                <a:lnTo>
                  <a:pt x="1503929" y="56720"/>
                </a:lnTo>
                <a:lnTo>
                  <a:pt x="1503852" y="57251"/>
                </a:lnTo>
                <a:lnTo>
                  <a:pt x="1503840" y="57351"/>
                </a:lnTo>
                <a:lnTo>
                  <a:pt x="1503518" y="57351"/>
                </a:lnTo>
                <a:lnTo>
                  <a:pt x="1503518" y="45818"/>
                </a:lnTo>
                <a:lnTo>
                  <a:pt x="1491194" y="45818"/>
                </a:lnTo>
                <a:lnTo>
                  <a:pt x="1491194" y="132717"/>
                </a:lnTo>
                <a:lnTo>
                  <a:pt x="1504465" y="132717"/>
                </a:lnTo>
                <a:lnTo>
                  <a:pt x="1504465" y="66358"/>
                </a:lnTo>
                <a:lnTo>
                  <a:pt x="1504470" y="65928"/>
                </a:lnTo>
                <a:lnTo>
                  <a:pt x="1504483" y="65505"/>
                </a:lnTo>
                <a:lnTo>
                  <a:pt x="1504505" y="65089"/>
                </a:lnTo>
                <a:lnTo>
                  <a:pt x="1504535" y="64682"/>
                </a:lnTo>
                <a:lnTo>
                  <a:pt x="1504575" y="64282"/>
                </a:lnTo>
                <a:lnTo>
                  <a:pt x="1504623" y="63889"/>
                </a:lnTo>
                <a:lnTo>
                  <a:pt x="1504680" y="63505"/>
                </a:lnTo>
                <a:lnTo>
                  <a:pt x="1504746" y="63128"/>
                </a:lnTo>
                <a:lnTo>
                  <a:pt x="1504820" y="62759"/>
                </a:lnTo>
                <a:lnTo>
                  <a:pt x="1504904" y="62397"/>
                </a:lnTo>
                <a:lnTo>
                  <a:pt x="1504996" y="62043"/>
                </a:lnTo>
                <a:lnTo>
                  <a:pt x="1505097" y="61697"/>
                </a:lnTo>
                <a:lnTo>
                  <a:pt x="1505206" y="61358"/>
                </a:lnTo>
                <a:lnTo>
                  <a:pt x="1505325" y="61028"/>
                </a:lnTo>
                <a:lnTo>
                  <a:pt x="1505452" y="60704"/>
                </a:lnTo>
                <a:lnTo>
                  <a:pt x="1505588" y="60389"/>
                </a:lnTo>
                <a:lnTo>
                  <a:pt x="1505733" y="60081"/>
                </a:lnTo>
                <a:lnTo>
                  <a:pt x="1505886" y="59781"/>
                </a:lnTo>
                <a:lnTo>
                  <a:pt x="1506049" y="59489"/>
                </a:lnTo>
                <a:lnTo>
                  <a:pt x="1506220" y="59204"/>
                </a:lnTo>
                <a:lnTo>
                  <a:pt x="1506400" y="58927"/>
                </a:lnTo>
                <a:lnTo>
                  <a:pt x="1506588" y="58658"/>
                </a:lnTo>
                <a:lnTo>
                  <a:pt x="1506786" y="58396"/>
                </a:lnTo>
                <a:lnTo>
                  <a:pt x="1506992" y="58142"/>
                </a:lnTo>
                <a:lnTo>
                  <a:pt x="1507206" y="57897"/>
                </a:lnTo>
                <a:lnTo>
                  <a:pt x="1507426" y="57663"/>
                </a:lnTo>
                <a:lnTo>
                  <a:pt x="1507654" y="57439"/>
                </a:lnTo>
                <a:lnTo>
                  <a:pt x="1507887" y="57225"/>
                </a:lnTo>
                <a:lnTo>
                  <a:pt x="1508128" y="57022"/>
                </a:lnTo>
                <a:lnTo>
                  <a:pt x="1508375" y="56829"/>
                </a:lnTo>
                <a:lnTo>
                  <a:pt x="1508628" y="56647"/>
                </a:lnTo>
                <a:lnTo>
                  <a:pt x="1508888" y="56475"/>
                </a:lnTo>
                <a:lnTo>
                  <a:pt x="1509155" y="56313"/>
                </a:lnTo>
                <a:lnTo>
                  <a:pt x="1509428" y="56162"/>
                </a:lnTo>
                <a:lnTo>
                  <a:pt x="1509708" y="56021"/>
                </a:lnTo>
                <a:lnTo>
                  <a:pt x="1509994" y="55891"/>
                </a:lnTo>
                <a:lnTo>
                  <a:pt x="1510287" y="55771"/>
                </a:lnTo>
                <a:lnTo>
                  <a:pt x="1510587" y="55662"/>
                </a:lnTo>
                <a:lnTo>
                  <a:pt x="1510893" y="55563"/>
                </a:lnTo>
                <a:lnTo>
                  <a:pt x="1511206" y="55474"/>
                </a:lnTo>
                <a:lnTo>
                  <a:pt x="1511525" y="55396"/>
                </a:lnTo>
                <a:lnTo>
                  <a:pt x="1511851" y="55328"/>
                </a:lnTo>
                <a:lnTo>
                  <a:pt x="1512184" y="55271"/>
                </a:lnTo>
                <a:lnTo>
                  <a:pt x="1512523" y="55224"/>
                </a:lnTo>
                <a:lnTo>
                  <a:pt x="1512868" y="55188"/>
                </a:lnTo>
                <a:lnTo>
                  <a:pt x="1513220" y="55161"/>
                </a:lnTo>
                <a:lnTo>
                  <a:pt x="1513579" y="55146"/>
                </a:lnTo>
                <a:lnTo>
                  <a:pt x="1513945" y="55141"/>
                </a:lnTo>
                <a:lnTo>
                  <a:pt x="1514297" y="55146"/>
                </a:lnTo>
                <a:lnTo>
                  <a:pt x="1514644" y="55162"/>
                </a:lnTo>
                <a:lnTo>
                  <a:pt x="1514984" y="55189"/>
                </a:lnTo>
                <a:lnTo>
                  <a:pt x="1515319" y="55226"/>
                </a:lnTo>
                <a:lnTo>
                  <a:pt x="1515647" y="55274"/>
                </a:lnTo>
                <a:lnTo>
                  <a:pt x="1515969" y="55333"/>
                </a:lnTo>
                <a:lnTo>
                  <a:pt x="1516286" y="55403"/>
                </a:lnTo>
                <a:lnTo>
                  <a:pt x="1516596" y="55483"/>
                </a:lnTo>
                <a:lnTo>
                  <a:pt x="1516900" y="55574"/>
                </a:lnTo>
                <a:lnTo>
                  <a:pt x="1517198" y="55676"/>
                </a:lnTo>
                <a:lnTo>
                  <a:pt x="1517490" y="55788"/>
                </a:lnTo>
                <a:lnTo>
                  <a:pt x="1517777" y="55911"/>
                </a:lnTo>
                <a:lnTo>
                  <a:pt x="1518057" y="56045"/>
                </a:lnTo>
                <a:lnTo>
                  <a:pt x="1518331" y="56189"/>
                </a:lnTo>
                <a:lnTo>
                  <a:pt x="1518599" y="56344"/>
                </a:lnTo>
                <a:lnTo>
                  <a:pt x="1518861" y="56510"/>
                </a:lnTo>
                <a:lnTo>
                  <a:pt x="1519116" y="56687"/>
                </a:lnTo>
                <a:lnTo>
                  <a:pt x="1519366" y="56874"/>
                </a:lnTo>
                <a:lnTo>
                  <a:pt x="1519610" y="57072"/>
                </a:lnTo>
                <a:lnTo>
                  <a:pt x="1519848" y="57280"/>
                </a:lnTo>
                <a:lnTo>
                  <a:pt x="1520079" y="57500"/>
                </a:lnTo>
                <a:lnTo>
                  <a:pt x="1520305" y="57730"/>
                </a:lnTo>
                <a:lnTo>
                  <a:pt x="1520525" y="57970"/>
                </a:lnTo>
                <a:lnTo>
                  <a:pt x="1520738" y="58222"/>
                </a:lnTo>
                <a:lnTo>
                  <a:pt x="1520945" y="58482"/>
                </a:lnTo>
                <a:lnTo>
                  <a:pt x="1521142" y="58750"/>
                </a:lnTo>
                <a:lnTo>
                  <a:pt x="1521331" y="59025"/>
                </a:lnTo>
                <a:lnTo>
                  <a:pt x="1521511" y="59308"/>
                </a:lnTo>
                <a:lnTo>
                  <a:pt x="1521682" y="59598"/>
                </a:lnTo>
                <a:lnTo>
                  <a:pt x="1521845" y="59895"/>
                </a:lnTo>
                <a:lnTo>
                  <a:pt x="1521998" y="60200"/>
                </a:lnTo>
                <a:lnTo>
                  <a:pt x="1522143" y="60513"/>
                </a:lnTo>
                <a:lnTo>
                  <a:pt x="1522279" y="60832"/>
                </a:lnTo>
                <a:lnTo>
                  <a:pt x="1522407" y="61159"/>
                </a:lnTo>
                <a:lnTo>
                  <a:pt x="1522525" y="61494"/>
                </a:lnTo>
                <a:lnTo>
                  <a:pt x="1522635" y="61836"/>
                </a:lnTo>
                <a:lnTo>
                  <a:pt x="1522736" y="62185"/>
                </a:lnTo>
                <a:lnTo>
                  <a:pt x="1522828" y="62541"/>
                </a:lnTo>
                <a:lnTo>
                  <a:pt x="1522912" y="62905"/>
                </a:lnTo>
                <a:lnTo>
                  <a:pt x="1522986" y="63277"/>
                </a:lnTo>
                <a:lnTo>
                  <a:pt x="1523052" y="63656"/>
                </a:lnTo>
                <a:lnTo>
                  <a:pt x="1523109" y="64042"/>
                </a:lnTo>
                <a:lnTo>
                  <a:pt x="1523157" y="64436"/>
                </a:lnTo>
                <a:lnTo>
                  <a:pt x="1523197" y="64837"/>
                </a:lnTo>
                <a:lnTo>
                  <a:pt x="1523228" y="65245"/>
                </a:lnTo>
                <a:lnTo>
                  <a:pt x="1523250" y="65661"/>
                </a:lnTo>
                <a:lnTo>
                  <a:pt x="1523263" y="66084"/>
                </a:lnTo>
                <a:lnTo>
                  <a:pt x="1523267" y="66515"/>
                </a:lnTo>
                <a:lnTo>
                  <a:pt x="1523267" y="132717"/>
                </a:lnTo>
                <a:lnTo>
                  <a:pt x="1534960" y="132717"/>
                </a:lnTo>
                <a:lnTo>
                  <a:pt x="1534960" y="66358"/>
                </a:lnTo>
                <a:lnTo>
                  <a:pt x="1534964" y="65928"/>
                </a:lnTo>
                <a:lnTo>
                  <a:pt x="1534977" y="65505"/>
                </a:lnTo>
                <a:lnTo>
                  <a:pt x="1534999" y="65089"/>
                </a:lnTo>
                <a:lnTo>
                  <a:pt x="1535030" y="64682"/>
                </a:lnTo>
                <a:lnTo>
                  <a:pt x="1535069" y="64282"/>
                </a:lnTo>
                <a:lnTo>
                  <a:pt x="1535118" y="63889"/>
                </a:lnTo>
                <a:lnTo>
                  <a:pt x="1535175" y="63505"/>
                </a:lnTo>
                <a:lnTo>
                  <a:pt x="1535241" y="63128"/>
                </a:lnTo>
                <a:lnTo>
                  <a:pt x="1535315" y="62759"/>
                </a:lnTo>
                <a:lnTo>
                  <a:pt x="1535398" y="62397"/>
                </a:lnTo>
                <a:lnTo>
                  <a:pt x="1535491" y="62043"/>
                </a:lnTo>
                <a:lnTo>
                  <a:pt x="1535591" y="61697"/>
                </a:lnTo>
                <a:lnTo>
                  <a:pt x="1535701" y="61358"/>
                </a:lnTo>
                <a:lnTo>
                  <a:pt x="1535820" y="61028"/>
                </a:lnTo>
                <a:lnTo>
                  <a:pt x="1535947" y="60704"/>
                </a:lnTo>
                <a:lnTo>
                  <a:pt x="1536083" y="60389"/>
                </a:lnTo>
                <a:lnTo>
                  <a:pt x="1536227" y="60081"/>
                </a:lnTo>
                <a:lnTo>
                  <a:pt x="1536381" y="59781"/>
                </a:lnTo>
                <a:lnTo>
                  <a:pt x="1536543" y="59489"/>
                </a:lnTo>
                <a:lnTo>
                  <a:pt x="1536714" y="59204"/>
                </a:lnTo>
                <a:lnTo>
                  <a:pt x="1536894" y="58927"/>
                </a:lnTo>
                <a:lnTo>
                  <a:pt x="1537083" y="58658"/>
                </a:lnTo>
                <a:lnTo>
                  <a:pt x="1537280" y="58396"/>
                </a:lnTo>
                <a:lnTo>
                  <a:pt x="1537486" y="58142"/>
                </a:lnTo>
                <a:lnTo>
                  <a:pt x="1537700" y="57897"/>
                </a:lnTo>
                <a:lnTo>
                  <a:pt x="1537920" y="57663"/>
                </a:lnTo>
                <a:lnTo>
                  <a:pt x="1538146" y="57439"/>
                </a:lnTo>
                <a:lnTo>
                  <a:pt x="1538378" y="57225"/>
                </a:lnTo>
                <a:lnTo>
                  <a:pt x="1538615" y="57022"/>
                </a:lnTo>
                <a:lnTo>
                  <a:pt x="1538859" y="56829"/>
                </a:lnTo>
                <a:lnTo>
                  <a:pt x="1539109" y="56647"/>
                </a:lnTo>
                <a:lnTo>
                  <a:pt x="1539365" y="56475"/>
                </a:lnTo>
                <a:lnTo>
                  <a:pt x="1539627" y="56313"/>
                </a:lnTo>
                <a:lnTo>
                  <a:pt x="1539895" y="56162"/>
                </a:lnTo>
                <a:lnTo>
                  <a:pt x="1540169" y="56021"/>
                </a:lnTo>
                <a:lnTo>
                  <a:pt x="1540449" y="55891"/>
                </a:lnTo>
                <a:lnTo>
                  <a:pt x="1540735" y="55771"/>
                </a:lnTo>
                <a:lnTo>
                  <a:pt x="1541027" y="55662"/>
                </a:lnTo>
                <a:lnTo>
                  <a:pt x="1541326" y="55563"/>
                </a:lnTo>
                <a:lnTo>
                  <a:pt x="1541630" y="55474"/>
                </a:lnTo>
                <a:lnTo>
                  <a:pt x="1541940" y="55396"/>
                </a:lnTo>
                <a:lnTo>
                  <a:pt x="1542256" y="55328"/>
                </a:lnTo>
                <a:lnTo>
                  <a:pt x="1542578" y="55271"/>
                </a:lnTo>
                <a:lnTo>
                  <a:pt x="1542907" y="55224"/>
                </a:lnTo>
                <a:lnTo>
                  <a:pt x="1543241" y="55188"/>
                </a:lnTo>
                <a:lnTo>
                  <a:pt x="1543581" y="55161"/>
                </a:lnTo>
                <a:lnTo>
                  <a:pt x="1543928" y="55146"/>
                </a:lnTo>
                <a:lnTo>
                  <a:pt x="1544280" y="55141"/>
                </a:lnTo>
                <a:lnTo>
                  <a:pt x="1544645" y="55146"/>
                </a:lnTo>
                <a:lnTo>
                  <a:pt x="1545004" y="55162"/>
                </a:lnTo>
                <a:lnTo>
                  <a:pt x="1545356" y="55189"/>
                </a:lnTo>
                <a:lnTo>
                  <a:pt x="1545702" y="55226"/>
                </a:lnTo>
                <a:lnTo>
                  <a:pt x="1546041" y="55274"/>
                </a:lnTo>
                <a:lnTo>
                  <a:pt x="1546373" y="55333"/>
                </a:lnTo>
                <a:lnTo>
                  <a:pt x="1546699" y="55403"/>
                </a:lnTo>
                <a:lnTo>
                  <a:pt x="1547019" y="55483"/>
                </a:lnTo>
                <a:lnTo>
                  <a:pt x="1547331" y="55574"/>
                </a:lnTo>
                <a:lnTo>
                  <a:pt x="1547637" y="55676"/>
                </a:lnTo>
                <a:lnTo>
                  <a:pt x="1547937" y="55788"/>
                </a:lnTo>
                <a:lnTo>
                  <a:pt x="1548230" y="55911"/>
                </a:lnTo>
                <a:lnTo>
                  <a:pt x="1548516" y="56045"/>
                </a:lnTo>
                <a:lnTo>
                  <a:pt x="1548796" y="56189"/>
                </a:lnTo>
                <a:lnTo>
                  <a:pt x="1549069" y="56344"/>
                </a:lnTo>
                <a:lnTo>
                  <a:pt x="1549335" y="56510"/>
                </a:lnTo>
                <a:lnTo>
                  <a:pt x="1549595" y="56687"/>
                </a:lnTo>
                <a:lnTo>
                  <a:pt x="1549849" y="56874"/>
                </a:lnTo>
                <a:lnTo>
                  <a:pt x="1550095" y="57072"/>
                </a:lnTo>
                <a:lnTo>
                  <a:pt x="1550336" y="57280"/>
                </a:lnTo>
                <a:lnTo>
                  <a:pt x="1550569" y="57500"/>
                </a:lnTo>
                <a:lnTo>
                  <a:pt x="1550796" y="57730"/>
                </a:lnTo>
                <a:lnTo>
                  <a:pt x="1551017" y="57970"/>
                </a:lnTo>
                <a:lnTo>
                  <a:pt x="1551231" y="58222"/>
                </a:lnTo>
                <a:lnTo>
                  <a:pt x="1551437" y="58482"/>
                </a:lnTo>
                <a:lnTo>
                  <a:pt x="1551634" y="58750"/>
                </a:lnTo>
                <a:lnTo>
                  <a:pt x="1551823" y="59025"/>
                </a:lnTo>
                <a:lnTo>
                  <a:pt x="1552003" y="59308"/>
                </a:lnTo>
                <a:lnTo>
                  <a:pt x="1552175" y="59598"/>
                </a:lnTo>
                <a:lnTo>
                  <a:pt x="1552337" y="59895"/>
                </a:lnTo>
                <a:lnTo>
                  <a:pt x="1552491" y="60200"/>
                </a:lnTo>
                <a:lnTo>
                  <a:pt x="1552636" y="60513"/>
                </a:lnTo>
                <a:lnTo>
                  <a:pt x="1552772" y="60832"/>
                </a:lnTo>
                <a:lnTo>
                  <a:pt x="1552899" y="61159"/>
                </a:lnTo>
                <a:lnTo>
                  <a:pt x="1553018" y="61494"/>
                </a:lnTo>
                <a:lnTo>
                  <a:pt x="1553127" y="61836"/>
                </a:lnTo>
                <a:lnTo>
                  <a:pt x="1553228" y="62185"/>
                </a:lnTo>
                <a:lnTo>
                  <a:pt x="1553320" y="62541"/>
                </a:lnTo>
                <a:lnTo>
                  <a:pt x="1553404" y="62905"/>
                </a:lnTo>
                <a:lnTo>
                  <a:pt x="1553479" y="63277"/>
                </a:lnTo>
                <a:lnTo>
                  <a:pt x="1553544" y="63656"/>
                </a:lnTo>
                <a:lnTo>
                  <a:pt x="1553601" y="64042"/>
                </a:lnTo>
                <a:lnTo>
                  <a:pt x="1553650" y="64436"/>
                </a:lnTo>
                <a:lnTo>
                  <a:pt x="1553689" y="64837"/>
                </a:lnTo>
                <a:lnTo>
                  <a:pt x="1553720" y="65245"/>
                </a:lnTo>
                <a:lnTo>
                  <a:pt x="1553742" y="65661"/>
                </a:lnTo>
                <a:lnTo>
                  <a:pt x="1553755" y="66084"/>
                </a:lnTo>
                <a:lnTo>
                  <a:pt x="1553760" y="66515"/>
                </a:lnTo>
                <a:lnTo>
                  <a:pt x="1553760" y="132717"/>
                </a:lnTo>
                <a:lnTo>
                  <a:pt x="1567031" y="132717"/>
                </a:lnTo>
                <a:lnTo>
                  <a:pt x="1567031" y="66674"/>
                </a:lnTo>
                <a:lnTo>
                  <a:pt x="1567023" y="65851"/>
                </a:lnTo>
                <a:lnTo>
                  <a:pt x="1566997" y="65041"/>
                </a:lnTo>
                <a:lnTo>
                  <a:pt x="1566953" y="64244"/>
                </a:lnTo>
                <a:lnTo>
                  <a:pt x="1566893" y="63459"/>
                </a:lnTo>
                <a:lnTo>
                  <a:pt x="1566815" y="62688"/>
                </a:lnTo>
                <a:lnTo>
                  <a:pt x="1566720" y="61929"/>
                </a:lnTo>
                <a:lnTo>
                  <a:pt x="1566608" y="61183"/>
                </a:lnTo>
                <a:lnTo>
                  <a:pt x="1566478" y="60451"/>
                </a:lnTo>
                <a:lnTo>
                  <a:pt x="1566331" y="59731"/>
                </a:lnTo>
                <a:lnTo>
                  <a:pt x="1566167" y="59024"/>
                </a:lnTo>
                <a:lnTo>
                  <a:pt x="1565986" y="58330"/>
                </a:lnTo>
                <a:lnTo>
                  <a:pt x="1565787" y="57649"/>
                </a:lnTo>
                <a:lnTo>
                  <a:pt x="1565571" y="56980"/>
                </a:lnTo>
                <a:lnTo>
                  <a:pt x="1565338" y="56325"/>
                </a:lnTo>
                <a:lnTo>
                  <a:pt x="1565087" y="55682"/>
                </a:lnTo>
                <a:lnTo>
                  <a:pt x="1564820" y="55053"/>
                </a:lnTo>
                <a:lnTo>
                  <a:pt x="1564535" y="54436"/>
                </a:lnTo>
                <a:lnTo>
                  <a:pt x="1564232" y="53832"/>
                </a:lnTo>
                <a:lnTo>
                  <a:pt x="1563913" y="53241"/>
                </a:lnTo>
                <a:lnTo>
                  <a:pt x="1563576" y="52663"/>
                </a:lnTo>
                <a:lnTo>
                  <a:pt x="1563221" y="52098"/>
                </a:lnTo>
                <a:lnTo>
                  <a:pt x="1562850" y="51546"/>
                </a:lnTo>
                <a:lnTo>
                  <a:pt x="1562461" y="51007"/>
                </a:lnTo>
                <a:lnTo>
                  <a:pt x="1562055" y="50480"/>
                </a:lnTo>
                <a:lnTo>
                  <a:pt x="1561635" y="49971"/>
                </a:lnTo>
                <a:lnTo>
                  <a:pt x="1561202" y="49484"/>
                </a:lnTo>
                <a:lnTo>
                  <a:pt x="1560758" y="49018"/>
                </a:lnTo>
                <a:lnTo>
                  <a:pt x="1560302" y="48573"/>
                </a:lnTo>
                <a:lnTo>
                  <a:pt x="1559834" y="48151"/>
                </a:lnTo>
                <a:lnTo>
                  <a:pt x="1559355" y="47750"/>
                </a:lnTo>
                <a:lnTo>
                  <a:pt x="1558863" y="47371"/>
                </a:lnTo>
                <a:lnTo>
                  <a:pt x="1558360" y="47013"/>
                </a:lnTo>
                <a:lnTo>
                  <a:pt x="1557845" y="46677"/>
                </a:lnTo>
                <a:lnTo>
                  <a:pt x="1557318" y="46363"/>
                </a:lnTo>
                <a:lnTo>
                  <a:pt x="1556780" y="46070"/>
                </a:lnTo>
                <a:lnTo>
                  <a:pt x="1556229" y="45799"/>
                </a:lnTo>
                <a:lnTo>
                  <a:pt x="1555667" y="45550"/>
                </a:lnTo>
                <a:lnTo>
                  <a:pt x="1555093" y="45322"/>
                </a:lnTo>
                <a:lnTo>
                  <a:pt x="1554507" y="45117"/>
                </a:lnTo>
                <a:lnTo>
                  <a:pt x="1553910" y="44932"/>
                </a:lnTo>
                <a:lnTo>
                  <a:pt x="1553300" y="44770"/>
                </a:lnTo>
                <a:lnTo>
                  <a:pt x="1552679" y="44629"/>
                </a:lnTo>
                <a:lnTo>
                  <a:pt x="1552046" y="44510"/>
                </a:lnTo>
                <a:lnTo>
                  <a:pt x="1551401" y="44412"/>
                </a:lnTo>
                <a:lnTo>
                  <a:pt x="1550745" y="44336"/>
                </a:lnTo>
                <a:lnTo>
                  <a:pt x="1550076" y="44282"/>
                </a:lnTo>
                <a:lnTo>
                  <a:pt x="1549396" y="44250"/>
                </a:lnTo>
                <a:lnTo>
                  <a:pt x="1548704" y="44239"/>
                </a:lnTo>
                <a:lnTo>
                  <a:pt x="1548143" y="44246"/>
                </a:lnTo>
                <a:lnTo>
                  <a:pt x="1547590" y="44268"/>
                </a:lnTo>
                <a:lnTo>
                  <a:pt x="1547048" y="44306"/>
                </a:lnTo>
                <a:lnTo>
                  <a:pt x="1546514" y="44357"/>
                </a:lnTo>
                <a:lnTo>
                  <a:pt x="1545990" y="44424"/>
                </a:lnTo>
                <a:lnTo>
                  <a:pt x="1545475" y="44506"/>
                </a:lnTo>
                <a:lnTo>
                  <a:pt x="1544969" y="44602"/>
                </a:lnTo>
                <a:lnTo>
                  <a:pt x="1544473" y="44713"/>
                </a:lnTo>
                <a:lnTo>
                  <a:pt x="1543986" y="44839"/>
                </a:lnTo>
                <a:lnTo>
                  <a:pt x="1543509" y="44980"/>
                </a:lnTo>
                <a:lnTo>
                  <a:pt x="1543041" y="45135"/>
                </a:lnTo>
                <a:lnTo>
                  <a:pt x="1542582" y="45306"/>
                </a:lnTo>
                <a:lnTo>
                  <a:pt x="1542132" y="45491"/>
                </a:lnTo>
                <a:lnTo>
                  <a:pt x="1541692" y="45691"/>
                </a:lnTo>
                <a:lnTo>
                  <a:pt x="1541261" y="45906"/>
                </a:lnTo>
                <a:lnTo>
                  <a:pt x="1540839" y="46135"/>
                </a:lnTo>
                <a:lnTo>
                  <a:pt x="1540427" y="46380"/>
                </a:lnTo>
                <a:lnTo>
                  <a:pt x="1540024" y="46639"/>
                </a:lnTo>
                <a:lnTo>
                  <a:pt x="1539630" y="46913"/>
                </a:lnTo>
                <a:lnTo>
                  <a:pt x="1539246" y="47202"/>
                </a:lnTo>
                <a:lnTo>
                  <a:pt x="1538871" y="47506"/>
                </a:lnTo>
                <a:lnTo>
                  <a:pt x="1538506" y="47824"/>
                </a:lnTo>
                <a:lnTo>
                  <a:pt x="1538149" y="48158"/>
                </a:lnTo>
                <a:lnTo>
                  <a:pt x="1537802" y="48506"/>
                </a:lnTo>
                <a:lnTo>
                  <a:pt x="1537467" y="48867"/>
                </a:lnTo>
                <a:lnTo>
                  <a:pt x="1537145" y="49238"/>
                </a:lnTo>
                <a:lnTo>
                  <a:pt x="1536837" y="49619"/>
                </a:lnTo>
                <a:lnTo>
                  <a:pt x="1536543" y="50011"/>
                </a:lnTo>
                <a:lnTo>
                  <a:pt x="1536262" y="50413"/>
                </a:lnTo>
                <a:lnTo>
                  <a:pt x="1535995" y="50826"/>
                </a:lnTo>
                <a:lnTo>
                  <a:pt x="1535742" y="51249"/>
                </a:lnTo>
                <a:lnTo>
                  <a:pt x="1535503" y="51683"/>
                </a:lnTo>
                <a:lnTo>
                  <a:pt x="1535277" y="52127"/>
                </a:lnTo>
                <a:lnTo>
                  <a:pt x="1535065" y="52581"/>
                </a:lnTo>
                <a:lnTo>
                  <a:pt x="1534867" y="53046"/>
                </a:lnTo>
                <a:lnTo>
                  <a:pt x="1534682" y="53521"/>
                </a:lnTo>
                <a:lnTo>
                  <a:pt x="1534511" y="54007"/>
                </a:lnTo>
                <a:lnTo>
                  <a:pt x="1534354" y="54503"/>
                </a:lnTo>
                <a:lnTo>
                  <a:pt x="1534211" y="55009"/>
                </a:lnTo>
                <a:lnTo>
                  <a:pt x="1534081" y="55526"/>
                </a:lnTo>
                <a:lnTo>
                  <a:pt x="1533965" y="56054"/>
                </a:lnTo>
                <a:lnTo>
                  <a:pt x="1533868" y="56563"/>
                </a:lnTo>
                <a:lnTo>
                  <a:pt x="1533717" y="56563"/>
                </a:lnTo>
                <a:close/>
                <a:moveTo>
                  <a:pt x="1248826" y="39499"/>
                </a:moveTo>
                <a:lnTo>
                  <a:pt x="1248830" y="39121"/>
                </a:lnTo>
                <a:lnTo>
                  <a:pt x="1248844" y="38751"/>
                </a:lnTo>
                <a:lnTo>
                  <a:pt x="1248866" y="38389"/>
                </a:lnTo>
                <a:lnTo>
                  <a:pt x="1248898" y="38035"/>
                </a:lnTo>
                <a:lnTo>
                  <a:pt x="1248939" y="37689"/>
                </a:lnTo>
                <a:lnTo>
                  <a:pt x="1248988" y="37351"/>
                </a:lnTo>
                <a:lnTo>
                  <a:pt x="1249047" y="37021"/>
                </a:lnTo>
                <a:lnTo>
                  <a:pt x="1249115" y="36699"/>
                </a:lnTo>
                <a:lnTo>
                  <a:pt x="1249192" y="36384"/>
                </a:lnTo>
                <a:lnTo>
                  <a:pt x="1249278" y="36078"/>
                </a:lnTo>
                <a:lnTo>
                  <a:pt x="1249373" y="35780"/>
                </a:lnTo>
                <a:lnTo>
                  <a:pt x="1249477" y="35489"/>
                </a:lnTo>
                <a:lnTo>
                  <a:pt x="1249590" y="35207"/>
                </a:lnTo>
                <a:lnTo>
                  <a:pt x="1249712" y="34932"/>
                </a:lnTo>
                <a:lnTo>
                  <a:pt x="1249844" y="34666"/>
                </a:lnTo>
                <a:lnTo>
                  <a:pt x="1249984" y="34407"/>
                </a:lnTo>
                <a:lnTo>
                  <a:pt x="1250133" y="34157"/>
                </a:lnTo>
                <a:lnTo>
                  <a:pt x="1250291" y="33914"/>
                </a:lnTo>
                <a:lnTo>
                  <a:pt x="1250459" y="33680"/>
                </a:lnTo>
                <a:lnTo>
                  <a:pt x="1250635" y="33453"/>
                </a:lnTo>
                <a:lnTo>
                  <a:pt x="1250821" y="33234"/>
                </a:lnTo>
                <a:lnTo>
                  <a:pt x="1251015" y="33023"/>
                </a:lnTo>
                <a:lnTo>
                  <a:pt x="1251219" y="32821"/>
                </a:lnTo>
                <a:lnTo>
                  <a:pt x="1251432" y="32626"/>
                </a:lnTo>
                <a:lnTo>
                  <a:pt x="1251653" y="32439"/>
                </a:lnTo>
                <a:lnTo>
                  <a:pt x="1251882" y="32260"/>
                </a:lnTo>
                <a:lnTo>
                  <a:pt x="1252120" y="32089"/>
                </a:lnTo>
                <a:lnTo>
                  <a:pt x="1252365" y="31926"/>
                </a:lnTo>
                <a:lnTo>
                  <a:pt x="1252618" y="31771"/>
                </a:lnTo>
                <a:lnTo>
                  <a:pt x="1252879" y="31624"/>
                </a:lnTo>
                <a:lnTo>
                  <a:pt x="1253148" y="31485"/>
                </a:lnTo>
                <a:lnTo>
                  <a:pt x="1253425" y="31353"/>
                </a:lnTo>
                <a:lnTo>
                  <a:pt x="1253710" y="31230"/>
                </a:lnTo>
                <a:lnTo>
                  <a:pt x="1254003" y="31115"/>
                </a:lnTo>
                <a:lnTo>
                  <a:pt x="1254304" y="31008"/>
                </a:lnTo>
                <a:lnTo>
                  <a:pt x="1254613" y="30908"/>
                </a:lnTo>
                <a:lnTo>
                  <a:pt x="1254930" y="30817"/>
                </a:lnTo>
                <a:lnTo>
                  <a:pt x="1255254" y="30733"/>
                </a:lnTo>
                <a:lnTo>
                  <a:pt x="1255587" y="30658"/>
                </a:lnTo>
                <a:lnTo>
                  <a:pt x="1255928" y="30590"/>
                </a:lnTo>
                <a:lnTo>
                  <a:pt x="1256276" y="30530"/>
                </a:lnTo>
                <a:lnTo>
                  <a:pt x="1256633" y="30479"/>
                </a:lnTo>
                <a:lnTo>
                  <a:pt x="1256997" y="30435"/>
                </a:lnTo>
                <a:lnTo>
                  <a:pt x="1257370" y="30399"/>
                </a:lnTo>
                <a:lnTo>
                  <a:pt x="1257750" y="30371"/>
                </a:lnTo>
                <a:lnTo>
                  <a:pt x="1258138" y="30351"/>
                </a:lnTo>
                <a:lnTo>
                  <a:pt x="1258535" y="30340"/>
                </a:lnTo>
                <a:lnTo>
                  <a:pt x="1258939" y="30336"/>
                </a:lnTo>
                <a:lnTo>
                  <a:pt x="1284376" y="30336"/>
                </a:lnTo>
                <a:lnTo>
                  <a:pt x="1284376" y="17380"/>
                </a:lnTo>
                <a:lnTo>
                  <a:pt x="1258939" y="17380"/>
                </a:lnTo>
                <a:lnTo>
                  <a:pt x="1257999" y="17390"/>
                </a:lnTo>
                <a:lnTo>
                  <a:pt x="1257077" y="17421"/>
                </a:lnTo>
                <a:lnTo>
                  <a:pt x="1256171" y="17472"/>
                </a:lnTo>
                <a:lnTo>
                  <a:pt x="1255283" y="17544"/>
                </a:lnTo>
                <a:lnTo>
                  <a:pt x="1254411" y="17637"/>
                </a:lnTo>
                <a:lnTo>
                  <a:pt x="1253557" y="17750"/>
                </a:lnTo>
                <a:lnTo>
                  <a:pt x="1252719" y="17884"/>
                </a:lnTo>
                <a:lnTo>
                  <a:pt x="1251899" y="18038"/>
                </a:lnTo>
                <a:lnTo>
                  <a:pt x="1251095" y="18213"/>
                </a:lnTo>
                <a:lnTo>
                  <a:pt x="1250309" y="18409"/>
                </a:lnTo>
                <a:lnTo>
                  <a:pt x="1249539" y="18625"/>
                </a:lnTo>
                <a:lnTo>
                  <a:pt x="1248787" y="18861"/>
                </a:lnTo>
                <a:lnTo>
                  <a:pt x="1248052" y="19118"/>
                </a:lnTo>
                <a:lnTo>
                  <a:pt x="1247333" y="19396"/>
                </a:lnTo>
                <a:lnTo>
                  <a:pt x="1246632" y="19695"/>
                </a:lnTo>
                <a:lnTo>
                  <a:pt x="1245947" y="20013"/>
                </a:lnTo>
                <a:lnTo>
                  <a:pt x="1245280" y="20353"/>
                </a:lnTo>
                <a:lnTo>
                  <a:pt x="1244629" y="20713"/>
                </a:lnTo>
                <a:lnTo>
                  <a:pt x="1243996" y="21094"/>
                </a:lnTo>
                <a:lnTo>
                  <a:pt x="1243380" y="21495"/>
                </a:lnTo>
                <a:lnTo>
                  <a:pt x="1242780" y="21917"/>
                </a:lnTo>
                <a:lnTo>
                  <a:pt x="1242198" y="22359"/>
                </a:lnTo>
                <a:lnTo>
                  <a:pt x="1241633" y="22822"/>
                </a:lnTo>
                <a:lnTo>
                  <a:pt x="1241084" y="23306"/>
                </a:lnTo>
                <a:lnTo>
                  <a:pt x="1240556" y="23807"/>
                </a:lnTo>
                <a:lnTo>
                  <a:pt x="1240050" y="24323"/>
                </a:lnTo>
                <a:lnTo>
                  <a:pt x="1239566" y="24854"/>
                </a:lnTo>
                <a:lnTo>
                  <a:pt x="1239105" y="25401"/>
                </a:lnTo>
                <a:lnTo>
                  <a:pt x="1238666" y="25962"/>
                </a:lnTo>
                <a:lnTo>
                  <a:pt x="1238250" y="26539"/>
                </a:lnTo>
                <a:lnTo>
                  <a:pt x="1237857" y="27131"/>
                </a:lnTo>
                <a:lnTo>
                  <a:pt x="1237485" y="27737"/>
                </a:lnTo>
                <a:lnTo>
                  <a:pt x="1237137" y="28359"/>
                </a:lnTo>
                <a:lnTo>
                  <a:pt x="1236811" y="28996"/>
                </a:lnTo>
                <a:lnTo>
                  <a:pt x="1236507" y="29648"/>
                </a:lnTo>
                <a:lnTo>
                  <a:pt x="1236226" y="30316"/>
                </a:lnTo>
                <a:lnTo>
                  <a:pt x="1235967" y="30998"/>
                </a:lnTo>
                <a:lnTo>
                  <a:pt x="1235731" y="31695"/>
                </a:lnTo>
                <a:lnTo>
                  <a:pt x="1235517" y="32408"/>
                </a:lnTo>
                <a:lnTo>
                  <a:pt x="1235326" y="33135"/>
                </a:lnTo>
                <a:lnTo>
                  <a:pt x="1235157" y="33878"/>
                </a:lnTo>
                <a:lnTo>
                  <a:pt x="1235011" y="34636"/>
                </a:lnTo>
                <a:lnTo>
                  <a:pt x="1234888" y="35409"/>
                </a:lnTo>
                <a:lnTo>
                  <a:pt x="1234786" y="36196"/>
                </a:lnTo>
                <a:lnTo>
                  <a:pt x="1234708" y="37000"/>
                </a:lnTo>
                <a:lnTo>
                  <a:pt x="1234651" y="37818"/>
                </a:lnTo>
                <a:lnTo>
                  <a:pt x="1234618" y="38651"/>
                </a:lnTo>
                <a:lnTo>
                  <a:pt x="1234606" y="39499"/>
                </a:lnTo>
                <a:lnTo>
                  <a:pt x="1234606" y="57667"/>
                </a:lnTo>
                <a:lnTo>
                  <a:pt x="1209326" y="57667"/>
                </a:lnTo>
                <a:lnTo>
                  <a:pt x="1209326" y="70623"/>
                </a:lnTo>
                <a:lnTo>
                  <a:pt x="1234606" y="70623"/>
                </a:lnTo>
                <a:lnTo>
                  <a:pt x="1234606" y="132717"/>
                </a:lnTo>
                <a:lnTo>
                  <a:pt x="1248826" y="132717"/>
                </a:lnTo>
                <a:lnTo>
                  <a:pt x="1248826" y="70623"/>
                </a:lnTo>
                <a:lnTo>
                  <a:pt x="1284376" y="70623"/>
                </a:lnTo>
                <a:lnTo>
                  <a:pt x="1284376" y="57667"/>
                </a:lnTo>
                <a:lnTo>
                  <a:pt x="1248826" y="57667"/>
                </a:lnTo>
                <a:lnTo>
                  <a:pt x="1248826" y="39499"/>
                </a:lnTo>
                <a:close/>
                <a:moveTo>
                  <a:pt x="1733198" y="58250"/>
                </a:moveTo>
                <a:lnTo>
                  <a:pt x="1732956" y="57577"/>
                </a:lnTo>
                <a:lnTo>
                  <a:pt x="1732691" y="56919"/>
                </a:lnTo>
                <a:lnTo>
                  <a:pt x="1732403" y="56274"/>
                </a:lnTo>
                <a:lnTo>
                  <a:pt x="1732092" y="55643"/>
                </a:lnTo>
                <a:lnTo>
                  <a:pt x="1731758" y="55025"/>
                </a:lnTo>
                <a:lnTo>
                  <a:pt x="1731401" y="54421"/>
                </a:lnTo>
                <a:lnTo>
                  <a:pt x="1731020" y="53831"/>
                </a:lnTo>
                <a:lnTo>
                  <a:pt x="1730617" y="53255"/>
                </a:lnTo>
                <a:lnTo>
                  <a:pt x="1730191" y="52692"/>
                </a:lnTo>
                <a:lnTo>
                  <a:pt x="1729741" y="52144"/>
                </a:lnTo>
                <a:lnTo>
                  <a:pt x="1729269" y="51608"/>
                </a:lnTo>
                <a:lnTo>
                  <a:pt x="1728774" y="51087"/>
                </a:lnTo>
                <a:lnTo>
                  <a:pt x="1728255" y="50579"/>
                </a:lnTo>
                <a:lnTo>
                  <a:pt x="1727713" y="50085"/>
                </a:lnTo>
                <a:lnTo>
                  <a:pt x="1727153" y="49608"/>
                </a:lnTo>
                <a:lnTo>
                  <a:pt x="1726579" y="49151"/>
                </a:lnTo>
                <a:lnTo>
                  <a:pt x="1725991" y="48715"/>
                </a:lnTo>
                <a:lnTo>
                  <a:pt x="1725388" y="48299"/>
                </a:lnTo>
                <a:lnTo>
                  <a:pt x="1724771" y="47903"/>
                </a:lnTo>
                <a:lnTo>
                  <a:pt x="1724139" y="47527"/>
                </a:lnTo>
                <a:lnTo>
                  <a:pt x="1723494" y="47172"/>
                </a:lnTo>
                <a:lnTo>
                  <a:pt x="1722834" y="46837"/>
                </a:lnTo>
                <a:lnTo>
                  <a:pt x="1722160" y="46523"/>
                </a:lnTo>
                <a:lnTo>
                  <a:pt x="1721471" y="46228"/>
                </a:lnTo>
                <a:lnTo>
                  <a:pt x="1720769" y="45954"/>
                </a:lnTo>
                <a:lnTo>
                  <a:pt x="1720052" y="45700"/>
                </a:lnTo>
                <a:lnTo>
                  <a:pt x="1719321" y="45467"/>
                </a:lnTo>
                <a:lnTo>
                  <a:pt x="1718575" y="45254"/>
                </a:lnTo>
                <a:lnTo>
                  <a:pt x="1717815" y="45061"/>
                </a:lnTo>
                <a:lnTo>
                  <a:pt x="1717041" y="44888"/>
                </a:lnTo>
                <a:lnTo>
                  <a:pt x="1716253" y="44736"/>
                </a:lnTo>
                <a:lnTo>
                  <a:pt x="1715451" y="44604"/>
                </a:lnTo>
                <a:lnTo>
                  <a:pt x="1714634" y="44493"/>
                </a:lnTo>
                <a:lnTo>
                  <a:pt x="1713803" y="44401"/>
                </a:lnTo>
                <a:lnTo>
                  <a:pt x="1712958" y="44330"/>
                </a:lnTo>
                <a:lnTo>
                  <a:pt x="1712098" y="44279"/>
                </a:lnTo>
                <a:lnTo>
                  <a:pt x="1711224" y="44249"/>
                </a:lnTo>
                <a:lnTo>
                  <a:pt x="1710336" y="44239"/>
                </a:lnTo>
                <a:lnTo>
                  <a:pt x="1709253" y="44254"/>
                </a:lnTo>
                <a:lnTo>
                  <a:pt x="1708188" y="44299"/>
                </a:lnTo>
                <a:lnTo>
                  <a:pt x="1707141" y="44375"/>
                </a:lnTo>
                <a:lnTo>
                  <a:pt x="1706114" y="44480"/>
                </a:lnTo>
                <a:lnTo>
                  <a:pt x="1705105" y="44616"/>
                </a:lnTo>
                <a:lnTo>
                  <a:pt x="1704115" y="44782"/>
                </a:lnTo>
                <a:lnTo>
                  <a:pt x="1703143" y="44978"/>
                </a:lnTo>
                <a:lnTo>
                  <a:pt x="1702190" y="45205"/>
                </a:lnTo>
                <a:lnTo>
                  <a:pt x="1701256" y="45461"/>
                </a:lnTo>
                <a:lnTo>
                  <a:pt x="1700340" y="45748"/>
                </a:lnTo>
                <a:lnTo>
                  <a:pt x="1699443" y="46065"/>
                </a:lnTo>
                <a:lnTo>
                  <a:pt x="1698565" y="46412"/>
                </a:lnTo>
                <a:lnTo>
                  <a:pt x="1697705" y="46789"/>
                </a:lnTo>
                <a:lnTo>
                  <a:pt x="1696864" y="47196"/>
                </a:lnTo>
                <a:lnTo>
                  <a:pt x="1696042" y="47634"/>
                </a:lnTo>
                <a:lnTo>
                  <a:pt x="1695238" y="48102"/>
                </a:lnTo>
                <a:lnTo>
                  <a:pt x="1694453" y="48599"/>
                </a:lnTo>
                <a:lnTo>
                  <a:pt x="1693686" y="49128"/>
                </a:lnTo>
                <a:lnTo>
                  <a:pt x="1692939" y="49686"/>
                </a:lnTo>
                <a:lnTo>
                  <a:pt x="1692210" y="50274"/>
                </a:lnTo>
                <a:lnTo>
                  <a:pt x="1691499" y="50893"/>
                </a:lnTo>
                <a:lnTo>
                  <a:pt x="1690808" y="51542"/>
                </a:lnTo>
                <a:lnTo>
                  <a:pt x="1690134" y="52221"/>
                </a:lnTo>
                <a:lnTo>
                  <a:pt x="1689480" y="52930"/>
                </a:lnTo>
                <a:lnTo>
                  <a:pt x="1688848" y="53665"/>
                </a:lnTo>
                <a:lnTo>
                  <a:pt x="1688244" y="54422"/>
                </a:lnTo>
                <a:lnTo>
                  <a:pt x="1687666" y="55201"/>
                </a:lnTo>
                <a:lnTo>
                  <a:pt x="1687115" y="56002"/>
                </a:lnTo>
                <a:lnTo>
                  <a:pt x="1686591" y="56825"/>
                </a:lnTo>
                <a:lnTo>
                  <a:pt x="1686093" y="57669"/>
                </a:lnTo>
                <a:lnTo>
                  <a:pt x="1685623" y="58536"/>
                </a:lnTo>
                <a:lnTo>
                  <a:pt x="1685179" y="59425"/>
                </a:lnTo>
                <a:lnTo>
                  <a:pt x="1684763" y="60335"/>
                </a:lnTo>
                <a:lnTo>
                  <a:pt x="1684373" y="61268"/>
                </a:lnTo>
                <a:lnTo>
                  <a:pt x="1684010" y="62222"/>
                </a:lnTo>
                <a:lnTo>
                  <a:pt x="1683674" y="63199"/>
                </a:lnTo>
                <a:lnTo>
                  <a:pt x="1683365" y="64197"/>
                </a:lnTo>
                <a:lnTo>
                  <a:pt x="1683083" y="65218"/>
                </a:lnTo>
                <a:lnTo>
                  <a:pt x="1682827" y="66260"/>
                </a:lnTo>
                <a:lnTo>
                  <a:pt x="1682599" y="67324"/>
                </a:lnTo>
                <a:lnTo>
                  <a:pt x="1682397" y="68410"/>
                </a:lnTo>
                <a:lnTo>
                  <a:pt x="1682223" y="69519"/>
                </a:lnTo>
                <a:lnTo>
                  <a:pt x="1682075" y="70649"/>
                </a:lnTo>
                <a:lnTo>
                  <a:pt x="1681954" y="71801"/>
                </a:lnTo>
                <a:lnTo>
                  <a:pt x="1681860" y="72975"/>
                </a:lnTo>
                <a:lnTo>
                  <a:pt x="1681793" y="74171"/>
                </a:lnTo>
                <a:lnTo>
                  <a:pt x="1681752" y="75389"/>
                </a:lnTo>
                <a:lnTo>
                  <a:pt x="1681739" y="76628"/>
                </a:lnTo>
                <a:lnTo>
                  <a:pt x="1681739" y="102065"/>
                </a:lnTo>
                <a:lnTo>
                  <a:pt x="1681752" y="103292"/>
                </a:lnTo>
                <a:lnTo>
                  <a:pt x="1681793" y="104498"/>
                </a:lnTo>
                <a:lnTo>
                  <a:pt x="1681861" y="105682"/>
                </a:lnTo>
                <a:lnTo>
                  <a:pt x="1681956" y="106844"/>
                </a:lnTo>
                <a:lnTo>
                  <a:pt x="1682078" y="107986"/>
                </a:lnTo>
                <a:lnTo>
                  <a:pt x="1682228" y="109106"/>
                </a:lnTo>
                <a:lnTo>
                  <a:pt x="1682404" y="110204"/>
                </a:lnTo>
                <a:lnTo>
                  <a:pt x="1682608" y="111281"/>
                </a:lnTo>
                <a:lnTo>
                  <a:pt x="1682839" y="112337"/>
                </a:lnTo>
                <a:lnTo>
                  <a:pt x="1683097" y="113371"/>
                </a:lnTo>
                <a:lnTo>
                  <a:pt x="1683382" y="114384"/>
                </a:lnTo>
                <a:lnTo>
                  <a:pt x="1683694" y="115376"/>
                </a:lnTo>
                <a:lnTo>
                  <a:pt x="1684033" y="116346"/>
                </a:lnTo>
                <a:lnTo>
                  <a:pt x="1684400" y="117295"/>
                </a:lnTo>
                <a:lnTo>
                  <a:pt x="1684794" y="118222"/>
                </a:lnTo>
                <a:lnTo>
                  <a:pt x="1685215" y="119129"/>
                </a:lnTo>
                <a:lnTo>
                  <a:pt x="1685663" y="120013"/>
                </a:lnTo>
                <a:lnTo>
                  <a:pt x="1686138" y="120876"/>
                </a:lnTo>
                <a:lnTo>
                  <a:pt x="1686640" y="121718"/>
                </a:lnTo>
                <a:lnTo>
                  <a:pt x="1687170" y="122539"/>
                </a:lnTo>
                <a:lnTo>
                  <a:pt x="1687727" y="123338"/>
                </a:lnTo>
                <a:lnTo>
                  <a:pt x="1688310" y="124116"/>
                </a:lnTo>
                <a:lnTo>
                  <a:pt x="1688921" y="124872"/>
                </a:lnTo>
                <a:lnTo>
                  <a:pt x="1689560" y="125607"/>
                </a:lnTo>
                <a:lnTo>
                  <a:pt x="1690220" y="126316"/>
                </a:lnTo>
                <a:lnTo>
                  <a:pt x="1690899" y="126995"/>
                </a:lnTo>
                <a:lnTo>
                  <a:pt x="1691595" y="127643"/>
                </a:lnTo>
                <a:lnTo>
                  <a:pt x="1692309" y="128262"/>
                </a:lnTo>
                <a:lnTo>
                  <a:pt x="1693041" y="128850"/>
                </a:lnTo>
                <a:lnTo>
                  <a:pt x="1693791" y="129408"/>
                </a:lnTo>
                <a:lnTo>
                  <a:pt x="1694559" y="129936"/>
                </a:lnTo>
                <a:lnTo>
                  <a:pt x="1695344" y="130434"/>
                </a:lnTo>
                <a:lnTo>
                  <a:pt x="1696147" y="130902"/>
                </a:lnTo>
                <a:lnTo>
                  <a:pt x="1696968" y="131339"/>
                </a:lnTo>
                <a:lnTo>
                  <a:pt x="1697807" y="131746"/>
                </a:lnTo>
                <a:lnTo>
                  <a:pt x="1698664" y="132123"/>
                </a:lnTo>
                <a:lnTo>
                  <a:pt x="1699539" y="132470"/>
                </a:lnTo>
                <a:lnTo>
                  <a:pt x="1700431" y="132787"/>
                </a:lnTo>
                <a:lnTo>
                  <a:pt x="1701341" y="133074"/>
                </a:lnTo>
                <a:lnTo>
                  <a:pt x="1702269" y="133330"/>
                </a:lnTo>
                <a:lnTo>
                  <a:pt x="1703215" y="133556"/>
                </a:lnTo>
                <a:lnTo>
                  <a:pt x="1704179" y="133753"/>
                </a:lnTo>
                <a:lnTo>
                  <a:pt x="1705161" y="133919"/>
                </a:lnTo>
                <a:lnTo>
                  <a:pt x="1706160" y="134054"/>
                </a:lnTo>
                <a:lnTo>
                  <a:pt x="1707177" y="134160"/>
                </a:lnTo>
                <a:lnTo>
                  <a:pt x="1708213" y="134235"/>
                </a:lnTo>
                <a:lnTo>
                  <a:pt x="1709265" y="134281"/>
                </a:lnTo>
                <a:lnTo>
                  <a:pt x="1710336" y="134296"/>
                </a:lnTo>
                <a:lnTo>
                  <a:pt x="1711224" y="134286"/>
                </a:lnTo>
                <a:lnTo>
                  <a:pt x="1712097" y="134256"/>
                </a:lnTo>
                <a:lnTo>
                  <a:pt x="1712955" y="134206"/>
                </a:lnTo>
                <a:lnTo>
                  <a:pt x="1713799" y="134135"/>
                </a:lnTo>
                <a:lnTo>
                  <a:pt x="1714627" y="134045"/>
                </a:lnTo>
                <a:lnTo>
                  <a:pt x="1715441" y="133935"/>
                </a:lnTo>
                <a:lnTo>
                  <a:pt x="1716240" y="133805"/>
                </a:lnTo>
                <a:lnTo>
                  <a:pt x="1717024" y="133655"/>
                </a:lnTo>
                <a:lnTo>
                  <a:pt x="1717793" y="133485"/>
                </a:lnTo>
                <a:lnTo>
                  <a:pt x="1718548" y="133294"/>
                </a:lnTo>
                <a:lnTo>
                  <a:pt x="1719288" y="133084"/>
                </a:lnTo>
                <a:lnTo>
                  <a:pt x="1720013" y="132854"/>
                </a:lnTo>
                <a:lnTo>
                  <a:pt x="1720723" y="132604"/>
                </a:lnTo>
                <a:lnTo>
                  <a:pt x="1721418" y="132333"/>
                </a:lnTo>
                <a:lnTo>
                  <a:pt x="1722099" y="132043"/>
                </a:lnTo>
                <a:lnTo>
                  <a:pt x="1722764" y="131733"/>
                </a:lnTo>
                <a:lnTo>
                  <a:pt x="1723415" y="131402"/>
                </a:lnTo>
                <a:lnTo>
                  <a:pt x="1724051" y="131052"/>
                </a:lnTo>
                <a:lnTo>
                  <a:pt x="1724673" y="130681"/>
                </a:lnTo>
                <a:lnTo>
                  <a:pt x="1725279" y="130291"/>
                </a:lnTo>
                <a:lnTo>
                  <a:pt x="1725871" y="129880"/>
                </a:lnTo>
                <a:lnTo>
                  <a:pt x="1726447" y="129450"/>
                </a:lnTo>
                <a:lnTo>
                  <a:pt x="1727010" y="128999"/>
                </a:lnTo>
                <a:lnTo>
                  <a:pt x="1727557" y="128529"/>
                </a:lnTo>
                <a:lnTo>
                  <a:pt x="1728085" y="128041"/>
                </a:lnTo>
                <a:lnTo>
                  <a:pt x="1728591" y="127539"/>
                </a:lnTo>
                <a:lnTo>
                  <a:pt x="1729075" y="127022"/>
                </a:lnTo>
                <a:lnTo>
                  <a:pt x="1729536" y="126490"/>
                </a:lnTo>
                <a:lnTo>
                  <a:pt x="1729975" y="125944"/>
                </a:lnTo>
                <a:lnTo>
                  <a:pt x="1730391" y="125384"/>
                </a:lnTo>
                <a:lnTo>
                  <a:pt x="1730784" y="124809"/>
                </a:lnTo>
                <a:lnTo>
                  <a:pt x="1731156" y="124219"/>
                </a:lnTo>
                <a:lnTo>
                  <a:pt x="1731504" y="123615"/>
                </a:lnTo>
                <a:lnTo>
                  <a:pt x="1731830" y="122996"/>
                </a:lnTo>
                <a:lnTo>
                  <a:pt x="1732134" y="122363"/>
                </a:lnTo>
                <a:lnTo>
                  <a:pt x="1732415" y="121715"/>
                </a:lnTo>
                <a:lnTo>
                  <a:pt x="1732674" y="121053"/>
                </a:lnTo>
                <a:lnTo>
                  <a:pt x="1732910" y="120376"/>
                </a:lnTo>
                <a:lnTo>
                  <a:pt x="1733124" y="119685"/>
                </a:lnTo>
                <a:lnTo>
                  <a:pt x="1733315" y="118979"/>
                </a:lnTo>
                <a:lnTo>
                  <a:pt x="1733484" y="118258"/>
                </a:lnTo>
                <a:lnTo>
                  <a:pt x="1733630" y="117523"/>
                </a:lnTo>
                <a:lnTo>
                  <a:pt x="1733754" y="116774"/>
                </a:lnTo>
                <a:lnTo>
                  <a:pt x="1733839" y="116128"/>
                </a:lnTo>
                <a:lnTo>
                  <a:pt x="1734035" y="116128"/>
                </a:lnTo>
                <a:lnTo>
                  <a:pt x="1734035" y="132717"/>
                </a:lnTo>
                <a:lnTo>
                  <a:pt x="1748254" y="132717"/>
                </a:lnTo>
                <a:lnTo>
                  <a:pt x="1748254" y="17380"/>
                </a:lnTo>
                <a:lnTo>
                  <a:pt x="1734035" y="17380"/>
                </a:lnTo>
                <a:lnTo>
                  <a:pt x="1734035" y="42657"/>
                </a:lnTo>
                <a:lnTo>
                  <a:pt x="1734350" y="62407"/>
                </a:lnTo>
                <a:lnTo>
                  <a:pt x="1734144" y="62407"/>
                </a:lnTo>
                <a:lnTo>
                  <a:pt x="1734062" y="61817"/>
                </a:lnTo>
                <a:lnTo>
                  <a:pt x="1733936" y="61076"/>
                </a:lnTo>
                <a:lnTo>
                  <a:pt x="1733786" y="60349"/>
                </a:lnTo>
                <a:lnTo>
                  <a:pt x="1733613" y="59635"/>
                </a:lnTo>
                <a:lnTo>
                  <a:pt x="1733417" y="58936"/>
                </a:lnTo>
                <a:lnTo>
                  <a:pt x="1733198" y="58250"/>
                </a:lnTo>
                <a:close/>
                <a:moveTo>
                  <a:pt x="1710819" y="121678"/>
                </a:moveTo>
                <a:lnTo>
                  <a:pt x="1710158" y="121571"/>
                </a:lnTo>
                <a:lnTo>
                  <a:pt x="1709510" y="121447"/>
                </a:lnTo>
                <a:lnTo>
                  <a:pt x="1708876" y="121307"/>
                </a:lnTo>
                <a:lnTo>
                  <a:pt x="1708256" y="121151"/>
                </a:lnTo>
                <a:lnTo>
                  <a:pt x="1707650" y="120978"/>
                </a:lnTo>
                <a:lnTo>
                  <a:pt x="1707057" y="120789"/>
                </a:lnTo>
                <a:lnTo>
                  <a:pt x="1706478" y="120583"/>
                </a:lnTo>
                <a:lnTo>
                  <a:pt x="1705912" y="120361"/>
                </a:lnTo>
                <a:lnTo>
                  <a:pt x="1705361" y="120122"/>
                </a:lnTo>
                <a:lnTo>
                  <a:pt x="1704823" y="119867"/>
                </a:lnTo>
                <a:lnTo>
                  <a:pt x="1704299" y="119596"/>
                </a:lnTo>
                <a:lnTo>
                  <a:pt x="1703788" y="119308"/>
                </a:lnTo>
                <a:lnTo>
                  <a:pt x="1703291" y="119003"/>
                </a:lnTo>
                <a:lnTo>
                  <a:pt x="1702808" y="118682"/>
                </a:lnTo>
                <a:lnTo>
                  <a:pt x="1702339" y="118345"/>
                </a:lnTo>
                <a:lnTo>
                  <a:pt x="1701883" y="117991"/>
                </a:lnTo>
                <a:lnTo>
                  <a:pt x="1701442" y="117621"/>
                </a:lnTo>
                <a:lnTo>
                  <a:pt x="1701013" y="117234"/>
                </a:lnTo>
                <a:lnTo>
                  <a:pt x="1700601" y="116829"/>
                </a:lnTo>
                <a:lnTo>
                  <a:pt x="1700206" y="116403"/>
                </a:lnTo>
                <a:lnTo>
                  <a:pt x="1699829" y="115957"/>
                </a:lnTo>
                <a:lnTo>
                  <a:pt x="1699469" y="115491"/>
                </a:lnTo>
                <a:lnTo>
                  <a:pt x="1699126" y="115005"/>
                </a:lnTo>
                <a:lnTo>
                  <a:pt x="1698802" y="114498"/>
                </a:lnTo>
                <a:lnTo>
                  <a:pt x="1698494" y="113971"/>
                </a:lnTo>
                <a:lnTo>
                  <a:pt x="1698205" y="113423"/>
                </a:lnTo>
                <a:lnTo>
                  <a:pt x="1697933" y="112856"/>
                </a:lnTo>
                <a:lnTo>
                  <a:pt x="1697678" y="112268"/>
                </a:lnTo>
                <a:lnTo>
                  <a:pt x="1697441" y="111660"/>
                </a:lnTo>
                <a:lnTo>
                  <a:pt x="1697222" y="111031"/>
                </a:lnTo>
                <a:lnTo>
                  <a:pt x="1697020" y="110382"/>
                </a:lnTo>
                <a:lnTo>
                  <a:pt x="1696836" y="109713"/>
                </a:lnTo>
                <a:lnTo>
                  <a:pt x="1696669" y="109024"/>
                </a:lnTo>
                <a:lnTo>
                  <a:pt x="1696520" y="108314"/>
                </a:lnTo>
                <a:lnTo>
                  <a:pt x="1696388" y="107584"/>
                </a:lnTo>
                <a:lnTo>
                  <a:pt x="1696274" y="106834"/>
                </a:lnTo>
                <a:lnTo>
                  <a:pt x="1696177" y="106063"/>
                </a:lnTo>
                <a:lnTo>
                  <a:pt x="1696098" y="105272"/>
                </a:lnTo>
                <a:lnTo>
                  <a:pt x="1696037" y="104461"/>
                </a:lnTo>
                <a:lnTo>
                  <a:pt x="1695993" y="103630"/>
                </a:lnTo>
                <a:lnTo>
                  <a:pt x="1695967" y="102778"/>
                </a:lnTo>
                <a:lnTo>
                  <a:pt x="1695958" y="101906"/>
                </a:lnTo>
                <a:lnTo>
                  <a:pt x="1695958" y="76628"/>
                </a:lnTo>
                <a:lnTo>
                  <a:pt x="1695967" y="75744"/>
                </a:lnTo>
                <a:lnTo>
                  <a:pt x="1695993" y="74880"/>
                </a:lnTo>
                <a:lnTo>
                  <a:pt x="1696037" y="74037"/>
                </a:lnTo>
                <a:lnTo>
                  <a:pt x="1696098" y="73216"/>
                </a:lnTo>
                <a:lnTo>
                  <a:pt x="1696177" y="72415"/>
                </a:lnTo>
                <a:lnTo>
                  <a:pt x="1696274" y="71636"/>
                </a:lnTo>
                <a:lnTo>
                  <a:pt x="1696388" y="70878"/>
                </a:lnTo>
                <a:lnTo>
                  <a:pt x="1696520" y="70141"/>
                </a:lnTo>
                <a:lnTo>
                  <a:pt x="1696669" y="69425"/>
                </a:lnTo>
                <a:lnTo>
                  <a:pt x="1696836" y="68731"/>
                </a:lnTo>
                <a:lnTo>
                  <a:pt x="1697020" y="68057"/>
                </a:lnTo>
                <a:lnTo>
                  <a:pt x="1697222" y="67405"/>
                </a:lnTo>
                <a:lnTo>
                  <a:pt x="1697441" y="66773"/>
                </a:lnTo>
                <a:lnTo>
                  <a:pt x="1697678" y="66163"/>
                </a:lnTo>
                <a:lnTo>
                  <a:pt x="1697933" y="65574"/>
                </a:lnTo>
                <a:lnTo>
                  <a:pt x="1698205" y="65006"/>
                </a:lnTo>
                <a:lnTo>
                  <a:pt x="1698494" y="64459"/>
                </a:lnTo>
                <a:lnTo>
                  <a:pt x="1698802" y="63934"/>
                </a:lnTo>
                <a:lnTo>
                  <a:pt x="1699126" y="63429"/>
                </a:lnTo>
                <a:lnTo>
                  <a:pt x="1699469" y="62946"/>
                </a:lnTo>
                <a:lnTo>
                  <a:pt x="1699829" y="62483"/>
                </a:lnTo>
                <a:lnTo>
                  <a:pt x="1700206" y="62042"/>
                </a:lnTo>
                <a:lnTo>
                  <a:pt x="1700601" y="61622"/>
                </a:lnTo>
                <a:lnTo>
                  <a:pt x="1701013" y="61223"/>
                </a:lnTo>
                <a:lnTo>
                  <a:pt x="1701442" y="60843"/>
                </a:lnTo>
                <a:lnTo>
                  <a:pt x="1701883" y="60479"/>
                </a:lnTo>
                <a:lnTo>
                  <a:pt x="1702339" y="60131"/>
                </a:lnTo>
                <a:lnTo>
                  <a:pt x="1702808" y="59799"/>
                </a:lnTo>
                <a:lnTo>
                  <a:pt x="1703291" y="59484"/>
                </a:lnTo>
                <a:lnTo>
                  <a:pt x="1703788" y="59184"/>
                </a:lnTo>
                <a:lnTo>
                  <a:pt x="1704299" y="58901"/>
                </a:lnTo>
                <a:lnTo>
                  <a:pt x="1704823" y="58634"/>
                </a:lnTo>
                <a:lnTo>
                  <a:pt x="1705361" y="58383"/>
                </a:lnTo>
                <a:lnTo>
                  <a:pt x="1705912" y="58149"/>
                </a:lnTo>
                <a:lnTo>
                  <a:pt x="1706478" y="57930"/>
                </a:lnTo>
                <a:lnTo>
                  <a:pt x="1707057" y="57728"/>
                </a:lnTo>
                <a:lnTo>
                  <a:pt x="1707650" y="57542"/>
                </a:lnTo>
                <a:lnTo>
                  <a:pt x="1708256" y="57372"/>
                </a:lnTo>
                <a:lnTo>
                  <a:pt x="1708876" y="57218"/>
                </a:lnTo>
                <a:lnTo>
                  <a:pt x="1709510" y="57081"/>
                </a:lnTo>
                <a:lnTo>
                  <a:pt x="1710158" y="56959"/>
                </a:lnTo>
                <a:lnTo>
                  <a:pt x="1710819" y="56854"/>
                </a:lnTo>
                <a:lnTo>
                  <a:pt x="1711494" y="56765"/>
                </a:lnTo>
                <a:lnTo>
                  <a:pt x="1712183" y="56692"/>
                </a:lnTo>
                <a:lnTo>
                  <a:pt x="1712886" y="56636"/>
                </a:lnTo>
                <a:lnTo>
                  <a:pt x="1713602" y="56595"/>
                </a:lnTo>
                <a:lnTo>
                  <a:pt x="1714332" y="56571"/>
                </a:lnTo>
                <a:lnTo>
                  <a:pt x="1715076" y="56563"/>
                </a:lnTo>
                <a:lnTo>
                  <a:pt x="1715807" y="56573"/>
                </a:lnTo>
                <a:lnTo>
                  <a:pt x="1716524" y="56601"/>
                </a:lnTo>
                <a:lnTo>
                  <a:pt x="1717229" y="56649"/>
                </a:lnTo>
                <a:lnTo>
                  <a:pt x="1717920" y="56717"/>
                </a:lnTo>
                <a:lnTo>
                  <a:pt x="1718598" y="56803"/>
                </a:lnTo>
                <a:lnTo>
                  <a:pt x="1719263" y="56909"/>
                </a:lnTo>
                <a:lnTo>
                  <a:pt x="1719914" y="57034"/>
                </a:lnTo>
                <a:lnTo>
                  <a:pt x="1720553" y="57178"/>
                </a:lnTo>
                <a:lnTo>
                  <a:pt x="1721178" y="57341"/>
                </a:lnTo>
                <a:lnTo>
                  <a:pt x="1721791" y="57523"/>
                </a:lnTo>
                <a:lnTo>
                  <a:pt x="1722390" y="57725"/>
                </a:lnTo>
                <a:lnTo>
                  <a:pt x="1722976" y="57946"/>
                </a:lnTo>
                <a:lnTo>
                  <a:pt x="1723548" y="58186"/>
                </a:lnTo>
                <a:lnTo>
                  <a:pt x="1724108" y="58445"/>
                </a:lnTo>
                <a:lnTo>
                  <a:pt x="1724654" y="58723"/>
                </a:lnTo>
                <a:lnTo>
                  <a:pt x="1725187" y="59021"/>
                </a:lnTo>
                <a:lnTo>
                  <a:pt x="1725707" y="59338"/>
                </a:lnTo>
                <a:lnTo>
                  <a:pt x="1726214" y="59674"/>
                </a:lnTo>
                <a:lnTo>
                  <a:pt x="1726708" y="60029"/>
                </a:lnTo>
                <a:lnTo>
                  <a:pt x="1727189" y="60404"/>
                </a:lnTo>
                <a:lnTo>
                  <a:pt x="1727656" y="60797"/>
                </a:lnTo>
                <a:lnTo>
                  <a:pt x="1728110" y="61210"/>
                </a:lnTo>
                <a:lnTo>
                  <a:pt x="1728551" y="61642"/>
                </a:lnTo>
                <a:lnTo>
                  <a:pt x="1728979" y="62093"/>
                </a:lnTo>
                <a:lnTo>
                  <a:pt x="1729392" y="62562"/>
                </a:lnTo>
                <a:lnTo>
                  <a:pt x="1729787" y="63044"/>
                </a:lnTo>
                <a:lnTo>
                  <a:pt x="1730164" y="63542"/>
                </a:lnTo>
                <a:lnTo>
                  <a:pt x="1730524" y="64055"/>
                </a:lnTo>
                <a:lnTo>
                  <a:pt x="1730866" y="64582"/>
                </a:lnTo>
                <a:lnTo>
                  <a:pt x="1731191" y="65124"/>
                </a:lnTo>
                <a:lnTo>
                  <a:pt x="1731498" y="65681"/>
                </a:lnTo>
                <a:lnTo>
                  <a:pt x="1731788" y="66253"/>
                </a:lnTo>
                <a:lnTo>
                  <a:pt x="1732060" y="66840"/>
                </a:lnTo>
                <a:lnTo>
                  <a:pt x="1732314" y="67441"/>
                </a:lnTo>
                <a:lnTo>
                  <a:pt x="1732551" y="68057"/>
                </a:lnTo>
                <a:lnTo>
                  <a:pt x="1732771" y="68688"/>
                </a:lnTo>
                <a:lnTo>
                  <a:pt x="1732973" y="69334"/>
                </a:lnTo>
                <a:lnTo>
                  <a:pt x="1733157" y="69995"/>
                </a:lnTo>
                <a:lnTo>
                  <a:pt x="1733324" y="70670"/>
                </a:lnTo>
                <a:lnTo>
                  <a:pt x="1733473" y="71361"/>
                </a:lnTo>
                <a:lnTo>
                  <a:pt x="1733605" y="72066"/>
                </a:lnTo>
                <a:lnTo>
                  <a:pt x="1733719" y="72786"/>
                </a:lnTo>
                <a:lnTo>
                  <a:pt x="1733815" y="73521"/>
                </a:lnTo>
                <a:lnTo>
                  <a:pt x="1733894" y="74270"/>
                </a:lnTo>
                <a:lnTo>
                  <a:pt x="1733956" y="75035"/>
                </a:lnTo>
                <a:lnTo>
                  <a:pt x="1734000" y="75814"/>
                </a:lnTo>
                <a:lnTo>
                  <a:pt x="1734026" y="76608"/>
                </a:lnTo>
                <a:lnTo>
                  <a:pt x="1734035" y="77417"/>
                </a:lnTo>
                <a:lnTo>
                  <a:pt x="1734035" y="101118"/>
                </a:lnTo>
                <a:lnTo>
                  <a:pt x="1734026" y="101927"/>
                </a:lnTo>
                <a:lnTo>
                  <a:pt x="1734000" y="102721"/>
                </a:lnTo>
                <a:lnTo>
                  <a:pt x="1733956" y="103500"/>
                </a:lnTo>
                <a:lnTo>
                  <a:pt x="1733894" y="104264"/>
                </a:lnTo>
                <a:lnTo>
                  <a:pt x="1733815" y="105014"/>
                </a:lnTo>
                <a:lnTo>
                  <a:pt x="1733719" y="105749"/>
                </a:lnTo>
                <a:lnTo>
                  <a:pt x="1733605" y="106469"/>
                </a:lnTo>
                <a:lnTo>
                  <a:pt x="1733473" y="107174"/>
                </a:lnTo>
                <a:lnTo>
                  <a:pt x="1733324" y="107864"/>
                </a:lnTo>
                <a:lnTo>
                  <a:pt x="1733157" y="108540"/>
                </a:lnTo>
                <a:lnTo>
                  <a:pt x="1732973" y="109201"/>
                </a:lnTo>
                <a:lnTo>
                  <a:pt x="1732771" y="109847"/>
                </a:lnTo>
                <a:lnTo>
                  <a:pt x="1732551" y="110478"/>
                </a:lnTo>
                <a:lnTo>
                  <a:pt x="1732314" y="111094"/>
                </a:lnTo>
                <a:lnTo>
                  <a:pt x="1732060" y="111696"/>
                </a:lnTo>
                <a:lnTo>
                  <a:pt x="1731788" y="112283"/>
                </a:lnTo>
                <a:lnTo>
                  <a:pt x="1731498" y="112854"/>
                </a:lnTo>
                <a:lnTo>
                  <a:pt x="1731191" y="113412"/>
                </a:lnTo>
                <a:lnTo>
                  <a:pt x="1730866" y="113954"/>
                </a:lnTo>
                <a:lnTo>
                  <a:pt x="1730524" y="114481"/>
                </a:lnTo>
                <a:lnTo>
                  <a:pt x="1730164" y="114994"/>
                </a:lnTo>
                <a:lnTo>
                  <a:pt x="1729787" y="115492"/>
                </a:lnTo>
                <a:lnTo>
                  <a:pt x="1729392" y="115975"/>
                </a:lnTo>
                <a:lnTo>
                  <a:pt x="1728979" y="116443"/>
                </a:lnTo>
                <a:lnTo>
                  <a:pt x="1728551" y="116895"/>
                </a:lnTo>
                <a:lnTo>
                  <a:pt x="1728110" y="117327"/>
                </a:lnTo>
                <a:lnTo>
                  <a:pt x="1727656" y="117740"/>
                </a:lnTo>
                <a:lnTo>
                  <a:pt x="1727189" y="118133"/>
                </a:lnTo>
                <a:lnTo>
                  <a:pt x="1726708" y="118508"/>
                </a:lnTo>
                <a:lnTo>
                  <a:pt x="1726214" y="118863"/>
                </a:lnTo>
                <a:lnTo>
                  <a:pt x="1725707" y="119199"/>
                </a:lnTo>
                <a:lnTo>
                  <a:pt x="1725187" y="119516"/>
                </a:lnTo>
                <a:lnTo>
                  <a:pt x="1724654" y="119814"/>
                </a:lnTo>
                <a:lnTo>
                  <a:pt x="1724108" y="120092"/>
                </a:lnTo>
                <a:lnTo>
                  <a:pt x="1723548" y="120351"/>
                </a:lnTo>
                <a:lnTo>
                  <a:pt x="1722976" y="120591"/>
                </a:lnTo>
                <a:lnTo>
                  <a:pt x="1722390" y="120812"/>
                </a:lnTo>
                <a:lnTo>
                  <a:pt x="1721791" y="121014"/>
                </a:lnTo>
                <a:lnTo>
                  <a:pt x="1721178" y="121196"/>
                </a:lnTo>
                <a:lnTo>
                  <a:pt x="1720553" y="121359"/>
                </a:lnTo>
                <a:lnTo>
                  <a:pt x="1719914" y="121503"/>
                </a:lnTo>
                <a:lnTo>
                  <a:pt x="1719263" y="121628"/>
                </a:lnTo>
                <a:lnTo>
                  <a:pt x="1718598" y="121734"/>
                </a:lnTo>
                <a:lnTo>
                  <a:pt x="1717920" y="121820"/>
                </a:lnTo>
                <a:lnTo>
                  <a:pt x="1717229" y="121887"/>
                </a:lnTo>
                <a:lnTo>
                  <a:pt x="1716524" y="121935"/>
                </a:lnTo>
                <a:lnTo>
                  <a:pt x="1715807" y="121964"/>
                </a:lnTo>
                <a:lnTo>
                  <a:pt x="1715076" y="121974"/>
                </a:lnTo>
                <a:lnTo>
                  <a:pt x="1714332" y="121966"/>
                </a:lnTo>
                <a:lnTo>
                  <a:pt x="1713602" y="121941"/>
                </a:lnTo>
                <a:lnTo>
                  <a:pt x="1712886" y="121900"/>
                </a:lnTo>
                <a:lnTo>
                  <a:pt x="1712183" y="121842"/>
                </a:lnTo>
                <a:lnTo>
                  <a:pt x="1711494" y="121768"/>
                </a:lnTo>
                <a:lnTo>
                  <a:pt x="1710819" y="121678"/>
                </a:lnTo>
                <a:close/>
                <a:moveTo>
                  <a:pt x="975424" y="119741"/>
                </a:moveTo>
                <a:lnTo>
                  <a:pt x="975083" y="119717"/>
                </a:lnTo>
                <a:lnTo>
                  <a:pt x="974748" y="119684"/>
                </a:lnTo>
                <a:lnTo>
                  <a:pt x="974418" y="119641"/>
                </a:lnTo>
                <a:lnTo>
                  <a:pt x="974095" y="119588"/>
                </a:lnTo>
                <a:lnTo>
                  <a:pt x="973777" y="119525"/>
                </a:lnTo>
                <a:lnTo>
                  <a:pt x="973464" y="119453"/>
                </a:lnTo>
                <a:lnTo>
                  <a:pt x="973158" y="119372"/>
                </a:lnTo>
                <a:lnTo>
                  <a:pt x="972857" y="119281"/>
                </a:lnTo>
                <a:lnTo>
                  <a:pt x="972562" y="119180"/>
                </a:lnTo>
                <a:lnTo>
                  <a:pt x="972273" y="119069"/>
                </a:lnTo>
                <a:lnTo>
                  <a:pt x="971989" y="118949"/>
                </a:lnTo>
                <a:lnTo>
                  <a:pt x="971711" y="118820"/>
                </a:lnTo>
                <a:lnTo>
                  <a:pt x="971439" y="118681"/>
                </a:lnTo>
                <a:lnTo>
                  <a:pt x="971173" y="118532"/>
                </a:lnTo>
                <a:lnTo>
                  <a:pt x="970913" y="118373"/>
                </a:lnTo>
                <a:lnTo>
                  <a:pt x="970658" y="118205"/>
                </a:lnTo>
                <a:lnTo>
                  <a:pt x="970409" y="118028"/>
                </a:lnTo>
                <a:lnTo>
                  <a:pt x="970166" y="117840"/>
                </a:lnTo>
                <a:lnTo>
                  <a:pt x="969928" y="117644"/>
                </a:lnTo>
                <a:lnTo>
                  <a:pt x="969696" y="117437"/>
                </a:lnTo>
                <a:lnTo>
                  <a:pt x="969470" y="117221"/>
                </a:lnTo>
                <a:lnTo>
                  <a:pt x="969250" y="116995"/>
                </a:lnTo>
                <a:lnTo>
                  <a:pt x="969037" y="116762"/>
                </a:lnTo>
                <a:lnTo>
                  <a:pt x="968834" y="116523"/>
                </a:lnTo>
                <a:lnTo>
                  <a:pt x="968639" y="116278"/>
                </a:lnTo>
                <a:lnTo>
                  <a:pt x="968454" y="116028"/>
                </a:lnTo>
                <a:lnTo>
                  <a:pt x="968277" y="115771"/>
                </a:lnTo>
                <a:lnTo>
                  <a:pt x="968110" y="115509"/>
                </a:lnTo>
                <a:lnTo>
                  <a:pt x="967952" y="115241"/>
                </a:lnTo>
                <a:lnTo>
                  <a:pt x="967802" y="114968"/>
                </a:lnTo>
                <a:lnTo>
                  <a:pt x="967662" y="114688"/>
                </a:lnTo>
                <a:lnTo>
                  <a:pt x="967531" y="114403"/>
                </a:lnTo>
                <a:lnTo>
                  <a:pt x="967409" y="114112"/>
                </a:lnTo>
                <a:lnTo>
                  <a:pt x="967296" y="113816"/>
                </a:lnTo>
                <a:lnTo>
                  <a:pt x="967191" y="113513"/>
                </a:lnTo>
                <a:lnTo>
                  <a:pt x="967096" y="113205"/>
                </a:lnTo>
                <a:lnTo>
                  <a:pt x="967010" y="112891"/>
                </a:lnTo>
                <a:lnTo>
                  <a:pt x="966934" y="112571"/>
                </a:lnTo>
                <a:lnTo>
                  <a:pt x="966866" y="112246"/>
                </a:lnTo>
                <a:lnTo>
                  <a:pt x="966807" y="111915"/>
                </a:lnTo>
                <a:lnTo>
                  <a:pt x="966757" y="111578"/>
                </a:lnTo>
                <a:lnTo>
                  <a:pt x="966716" y="111235"/>
                </a:lnTo>
                <a:lnTo>
                  <a:pt x="966685" y="110886"/>
                </a:lnTo>
                <a:lnTo>
                  <a:pt x="966662" y="110532"/>
                </a:lnTo>
                <a:lnTo>
                  <a:pt x="966649" y="110172"/>
                </a:lnTo>
                <a:lnTo>
                  <a:pt x="966644" y="109806"/>
                </a:lnTo>
                <a:lnTo>
                  <a:pt x="966644" y="58774"/>
                </a:lnTo>
                <a:lnTo>
                  <a:pt x="1002194" y="58774"/>
                </a:lnTo>
                <a:lnTo>
                  <a:pt x="1002194" y="45818"/>
                </a:lnTo>
                <a:lnTo>
                  <a:pt x="966644" y="45818"/>
                </a:lnTo>
                <a:lnTo>
                  <a:pt x="966644" y="21329"/>
                </a:lnTo>
                <a:lnTo>
                  <a:pt x="952425" y="21329"/>
                </a:lnTo>
                <a:lnTo>
                  <a:pt x="952425" y="45818"/>
                </a:lnTo>
                <a:lnTo>
                  <a:pt x="927461" y="45818"/>
                </a:lnTo>
                <a:lnTo>
                  <a:pt x="927461" y="58774"/>
                </a:lnTo>
                <a:lnTo>
                  <a:pt x="952425" y="58774"/>
                </a:lnTo>
                <a:lnTo>
                  <a:pt x="952425" y="109806"/>
                </a:lnTo>
                <a:lnTo>
                  <a:pt x="952436" y="110668"/>
                </a:lnTo>
                <a:lnTo>
                  <a:pt x="952470" y="111515"/>
                </a:lnTo>
                <a:lnTo>
                  <a:pt x="952526" y="112348"/>
                </a:lnTo>
                <a:lnTo>
                  <a:pt x="952605" y="113166"/>
                </a:lnTo>
                <a:lnTo>
                  <a:pt x="952706" y="113970"/>
                </a:lnTo>
                <a:lnTo>
                  <a:pt x="952830" y="114759"/>
                </a:lnTo>
                <a:lnTo>
                  <a:pt x="952976" y="115534"/>
                </a:lnTo>
                <a:lnTo>
                  <a:pt x="953145" y="116294"/>
                </a:lnTo>
                <a:lnTo>
                  <a:pt x="953336" y="117039"/>
                </a:lnTo>
                <a:lnTo>
                  <a:pt x="953550" y="117770"/>
                </a:lnTo>
                <a:lnTo>
                  <a:pt x="953786" y="118487"/>
                </a:lnTo>
                <a:lnTo>
                  <a:pt x="954044" y="119189"/>
                </a:lnTo>
                <a:lnTo>
                  <a:pt x="954326" y="119876"/>
                </a:lnTo>
                <a:lnTo>
                  <a:pt x="954629" y="120549"/>
                </a:lnTo>
                <a:lnTo>
                  <a:pt x="954955" y="121207"/>
                </a:lnTo>
                <a:lnTo>
                  <a:pt x="955304" y="121851"/>
                </a:lnTo>
                <a:lnTo>
                  <a:pt x="955675" y="122480"/>
                </a:lnTo>
                <a:lnTo>
                  <a:pt x="956069" y="123095"/>
                </a:lnTo>
                <a:lnTo>
                  <a:pt x="956485" y="123695"/>
                </a:lnTo>
                <a:lnTo>
                  <a:pt x="956923" y="124280"/>
                </a:lnTo>
                <a:lnTo>
                  <a:pt x="957385" y="124851"/>
                </a:lnTo>
                <a:lnTo>
                  <a:pt x="957868" y="125408"/>
                </a:lnTo>
                <a:lnTo>
                  <a:pt x="958374" y="125950"/>
                </a:lnTo>
                <a:lnTo>
                  <a:pt x="958903" y="126477"/>
                </a:lnTo>
                <a:lnTo>
                  <a:pt x="959450" y="126986"/>
                </a:lnTo>
                <a:lnTo>
                  <a:pt x="960012" y="127474"/>
                </a:lnTo>
                <a:lnTo>
                  <a:pt x="960589" y="127940"/>
                </a:lnTo>
                <a:lnTo>
                  <a:pt x="961181" y="128384"/>
                </a:lnTo>
                <a:lnTo>
                  <a:pt x="961787" y="128806"/>
                </a:lnTo>
                <a:lnTo>
                  <a:pt x="962408" y="129207"/>
                </a:lnTo>
                <a:lnTo>
                  <a:pt x="963044" y="129586"/>
                </a:lnTo>
                <a:lnTo>
                  <a:pt x="963695" y="129944"/>
                </a:lnTo>
                <a:lnTo>
                  <a:pt x="964361" y="130279"/>
                </a:lnTo>
                <a:lnTo>
                  <a:pt x="965041" y="130593"/>
                </a:lnTo>
                <a:lnTo>
                  <a:pt x="965737" y="130886"/>
                </a:lnTo>
                <a:lnTo>
                  <a:pt x="966447" y="131157"/>
                </a:lnTo>
                <a:lnTo>
                  <a:pt x="967172" y="131406"/>
                </a:lnTo>
                <a:lnTo>
                  <a:pt x="967912" y="131633"/>
                </a:lnTo>
                <a:lnTo>
                  <a:pt x="968666" y="131839"/>
                </a:lnTo>
                <a:lnTo>
                  <a:pt x="969435" y="132023"/>
                </a:lnTo>
                <a:lnTo>
                  <a:pt x="970220" y="132186"/>
                </a:lnTo>
                <a:lnTo>
                  <a:pt x="971019" y="132327"/>
                </a:lnTo>
                <a:lnTo>
                  <a:pt x="971832" y="132446"/>
                </a:lnTo>
                <a:lnTo>
                  <a:pt x="972661" y="132543"/>
                </a:lnTo>
                <a:lnTo>
                  <a:pt x="973504" y="132619"/>
                </a:lnTo>
                <a:lnTo>
                  <a:pt x="974363" y="132673"/>
                </a:lnTo>
                <a:lnTo>
                  <a:pt x="975236" y="132706"/>
                </a:lnTo>
                <a:lnTo>
                  <a:pt x="976123" y="132717"/>
                </a:lnTo>
                <a:lnTo>
                  <a:pt x="1001403" y="132717"/>
                </a:lnTo>
                <a:lnTo>
                  <a:pt x="1001403" y="119761"/>
                </a:lnTo>
                <a:lnTo>
                  <a:pt x="976123" y="119761"/>
                </a:lnTo>
                <a:lnTo>
                  <a:pt x="975771" y="119756"/>
                </a:lnTo>
                <a:lnTo>
                  <a:pt x="975424" y="119741"/>
                </a:lnTo>
                <a:close/>
                <a:moveTo>
                  <a:pt x="1327351" y="77417"/>
                </a:moveTo>
                <a:lnTo>
                  <a:pt x="1327359" y="76582"/>
                </a:lnTo>
                <a:lnTo>
                  <a:pt x="1327385" y="75765"/>
                </a:lnTo>
                <a:lnTo>
                  <a:pt x="1327427" y="74963"/>
                </a:lnTo>
                <a:lnTo>
                  <a:pt x="1327487" y="74178"/>
                </a:lnTo>
                <a:lnTo>
                  <a:pt x="1327563" y="73410"/>
                </a:lnTo>
                <a:lnTo>
                  <a:pt x="1327657" y="72657"/>
                </a:lnTo>
                <a:lnTo>
                  <a:pt x="1327767" y="71922"/>
                </a:lnTo>
                <a:lnTo>
                  <a:pt x="1327895" y="71203"/>
                </a:lnTo>
                <a:lnTo>
                  <a:pt x="1328039" y="70500"/>
                </a:lnTo>
                <a:lnTo>
                  <a:pt x="1328201" y="69814"/>
                </a:lnTo>
                <a:lnTo>
                  <a:pt x="1328380" y="69144"/>
                </a:lnTo>
                <a:lnTo>
                  <a:pt x="1328575" y="68491"/>
                </a:lnTo>
                <a:lnTo>
                  <a:pt x="1328788" y="67854"/>
                </a:lnTo>
                <a:lnTo>
                  <a:pt x="1329018" y="67233"/>
                </a:lnTo>
                <a:lnTo>
                  <a:pt x="1329264" y="66629"/>
                </a:lnTo>
                <a:lnTo>
                  <a:pt x="1329528" y="66042"/>
                </a:lnTo>
                <a:lnTo>
                  <a:pt x="1329808" y="65471"/>
                </a:lnTo>
                <a:lnTo>
                  <a:pt x="1330106" y="64916"/>
                </a:lnTo>
                <a:lnTo>
                  <a:pt x="1330421" y="64378"/>
                </a:lnTo>
                <a:lnTo>
                  <a:pt x="1330753" y="63856"/>
                </a:lnTo>
                <a:lnTo>
                  <a:pt x="1331101" y="63351"/>
                </a:lnTo>
                <a:lnTo>
                  <a:pt x="1331467" y="62863"/>
                </a:lnTo>
                <a:lnTo>
                  <a:pt x="1331850" y="62390"/>
                </a:lnTo>
                <a:lnTo>
                  <a:pt x="1332249" y="61934"/>
                </a:lnTo>
                <a:lnTo>
                  <a:pt x="1332665" y="61496"/>
                </a:lnTo>
                <a:lnTo>
                  <a:pt x="1333097" y="61076"/>
                </a:lnTo>
                <a:lnTo>
                  <a:pt x="1333543" y="60675"/>
                </a:lnTo>
                <a:lnTo>
                  <a:pt x="1334005" y="60293"/>
                </a:lnTo>
                <a:lnTo>
                  <a:pt x="1334482" y="59929"/>
                </a:lnTo>
                <a:lnTo>
                  <a:pt x="1334975" y="59584"/>
                </a:lnTo>
                <a:lnTo>
                  <a:pt x="1335483" y="59258"/>
                </a:lnTo>
                <a:lnTo>
                  <a:pt x="1336007" y="58950"/>
                </a:lnTo>
                <a:lnTo>
                  <a:pt x="1336545" y="58661"/>
                </a:lnTo>
                <a:lnTo>
                  <a:pt x="1337099" y="58391"/>
                </a:lnTo>
                <a:lnTo>
                  <a:pt x="1337669" y="58139"/>
                </a:lnTo>
                <a:lnTo>
                  <a:pt x="1338254" y="57906"/>
                </a:lnTo>
                <a:lnTo>
                  <a:pt x="1338854" y="57691"/>
                </a:lnTo>
                <a:lnTo>
                  <a:pt x="1339469" y="57496"/>
                </a:lnTo>
                <a:lnTo>
                  <a:pt x="1340100" y="57318"/>
                </a:lnTo>
                <a:lnTo>
                  <a:pt x="1340746" y="57160"/>
                </a:lnTo>
                <a:lnTo>
                  <a:pt x="1341408" y="57020"/>
                </a:lnTo>
                <a:lnTo>
                  <a:pt x="1342085" y="56899"/>
                </a:lnTo>
                <a:lnTo>
                  <a:pt x="1342777" y="56796"/>
                </a:lnTo>
                <a:lnTo>
                  <a:pt x="1343485" y="56712"/>
                </a:lnTo>
                <a:lnTo>
                  <a:pt x="1344208" y="56647"/>
                </a:lnTo>
                <a:lnTo>
                  <a:pt x="1344946" y="56600"/>
                </a:lnTo>
                <a:lnTo>
                  <a:pt x="1345699" y="56572"/>
                </a:lnTo>
                <a:lnTo>
                  <a:pt x="1346469" y="56563"/>
                </a:lnTo>
                <a:lnTo>
                  <a:pt x="1347212" y="56571"/>
                </a:lnTo>
                <a:lnTo>
                  <a:pt x="1347940" y="56595"/>
                </a:lnTo>
                <a:lnTo>
                  <a:pt x="1348654" y="56636"/>
                </a:lnTo>
                <a:lnTo>
                  <a:pt x="1349352" y="56692"/>
                </a:lnTo>
                <a:lnTo>
                  <a:pt x="1350036" y="56765"/>
                </a:lnTo>
                <a:lnTo>
                  <a:pt x="1350705" y="56854"/>
                </a:lnTo>
                <a:lnTo>
                  <a:pt x="1351360" y="56959"/>
                </a:lnTo>
                <a:lnTo>
                  <a:pt x="1351999" y="57081"/>
                </a:lnTo>
                <a:lnTo>
                  <a:pt x="1352624" y="57218"/>
                </a:lnTo>
                <a:lnTo>
                  <a:pt x="1353233" y="57372"/>
                </a:lnTo>
                <a:lnTo>
                  <a:pt x="1353828" y="57542"/>
                </a:lnTo>
                <a:lnTo>
                  <a:pt x="1354409" y="57728"/>
                </a:lnTo>
                <a:lnTo>
                  <a:pt x="1354974" y="57930"/>
                </a:lnTo>
                <a:lnTo>
                  <a:pt x="1355525" y="58149"/>
                </a:lnTo>
                <a:lnTo>
                  <a:pt x="1356060" y="58383"/>
                </a:lnTo>
                <a:lnTo>
                  <a:pt x="1356581" y="58634"/>
                </a:lnTo>
                <a:lnTo>
                  <a:pt x="1357087" y="58901"/>
                </a:lnTo>
                <a:lnTo>
                  <a:pt x="1357579" y="59184"/>
                </a:lnTo>
                <a:lnTo>
                  <a:pt x="1358055" y="59484"/>
                </a:lnTo>
                <a:lnTo>
                  <a:pt x="1358517" y="59799"/>
                </a:lnTo>
                <a:lnTo>
                  <a:pt x="1358963" y="60131"/>
                </a:lnTo>
                <a:lnTo>
                  <a:pt x="1359396" y="60479"/>
                </a:lnTo>
                <a:lnTo>
                  <a:pt x="1359813" y="60843"/>
                </a:lnTo>
                <a:lnTo>
                  <a:pt x="1360215" y="61223"/>
                </a:lnTo>
                <a:lnTo>
                  <a:pt x="1360602" y="61620"/>
                </a:lnTo>
                <a:lnTo>
                  <a:pt x="1360972" y="62034"/>
                </a:lnTo>
                <a:lnTo>
                  <a:pt x="1361326" y="62466"/>
                </a:lnTo>
                <a:lnTo>
                  <a:pt x="1361663" y="62915"/>
                </a:lnTo>
                <a:lnTo>
                  <a:pt x="1361984" y="63381"/>
                </a:lnTo>
                <a:lnTo>
                  <a:pt x="1362289" y="63864"/>
                </a:lnTo>
                <a:lnTo>
                  <a:pt x="1362577" y="64365"/>
                </a:lnTo>
                <a:lnTo>
                  <a:pt x="1362848" y="64883"/>
                </a:lnTo>
                <a:lnTo>
                  <a:pt x="1363103" y="65418"/>
                </a:lnTo>
                <a:lnTo>
                  <a:pt x="1363342" y="65971"/>
                </a:lnTo>
                <a:lnTo>
                  <a:pt x="1363564" y="66541"/>
                </a:lnTo>
                <a:lnTo>
                  <a:pt x="1363770" y="67128"/>
                </a:lnTo>
                <a:lnTo>
                  <a:pt x="1363959" y="67732"/>
                </a:lnTo>
                <a:lnTo>
                  <a:pt x="1364132" y="68354"/>
                </a:lnTo>
                <a:lnTo>
                  <a:pt x="1364288" y="68993"/>
                </a:lnTo>
                <a:lnTo>
                  <a:pt x="1364428" y="69649"/>
                </a:lnTo>
                <a:lnTo>
                  <a:pt x="1364552" y="70323"/>
                </a:lnTo>
                <a:lnTo>
                  <a:pt x="1364659" y="71014"/>
                </a:lnTo>
                <a:lnTo>
                  <a:pt x="1364749" y="71722"/>
                </a:lnTo>
                <a:lnTo>
                  <a:pt x="1364823" y="72447"/>
                </a:lnTo>
                <a:lnTo>
                  <a:pt x="1364881" y="73190"/>
                </a:lnTo>
                <a:lnTo>
                  <a:pt x="1364922" y="73950"/>
                </a:lnTo>
                <a:lnTo>
                  <a:pt x="1364947" y="74727"/>
                </a:lnTo>
                <a:lnTo>
                  <a:pt x="1364955" y="75522"/>
                </a:lnTo>
                <a:lnTo>
                  <a:pt x="1364955" y="82947"/>
                </a:lnTo>
                <a:lnTo>
                  <a:pt x="1379174" y="82947"/>
                </a:lnTo>
                <a:lnTo>
                  <a:pt x="1379174" y="75522"/>
                </a:lnTo>
                <a:lnTo>
                  <a:pt x="1379161" y="74283"/>
                </a:lnTo>
                <a:lnTo>
                  <a:pt x="1379123" y="73068"/>
                </a:lnTo>
                <a:lnTo>
                  <a:pt x="1379059" y="71877"/>
                </a:lnTo>
                <a:lnTo>
                  <a:pt x="1378970" y="70709"/>
                </a:lnTo>
                <a:lnTo>
                  <a:pt x="1378855" y="69566"/>
                </a:lnTo>
                <a:lnTo>
                  <a:pt x="1378715" y="68447"/>
                </a:lnTo>
                <a:lnTo>
                  <a:pt x="1378549" y="67351"/>
                </a:lnTo>
                <a:lnTo>
                  <a:pt x="1378357" y="66279"/>
                </a:lnTo>
                <a:lnTo>
                  <a:pt x="1378141" y="65231"/>
                </a:lnTo>
                <a:lnTo>
                  <a:pt x="1377898" y="64207"/>
                </a:lnTo>
                <a:lnTo>
                  <a:pt x="1377630" y="63207"/>
                </a:lnTo>
                <a:lnTo>
                  <a:pt x="1377337" y="62230"/>
                </a:lnTo>
                <a:lnTo>
                  <a:pt x="1377018" y="61278"/>
                </a:lnTo>
                <a:lnTo>
                  <a:pt x="1376673" y="60349"/>
                </a:lnTo>
                <a:lnTo>
                  <a:pt x="1376304" y="59444"/>
                </a:lnTo>
                <a:lnTo>
                  <a:pt x="1375908" y="58563"/>
                </a:lnTo>
                <a:lnTo>
                  <a:pt x="1375487" y="57706"/>
                </a:lnTo>
                <a:lnTo>
                  <a:pt x="1375041" y="56873"/>
                </a:lnTo>
                <a:lnTo>
                  <a:pt x="1374569" y="56064"/>
                </a:lnTo>
                <a:lnTo>
                  <a:pt x="1374071" y="55279"/>
                </a:lnTo>
                <a:lnTo>
                  <a:pt x="1373548" y="54517"/>
                </a:lnTo>
                <a:lnTo>
                  <a:pt x="1372999" y="53779"/>
                </a:lnTo>
                <a:lnTo>
                  <a:pt x="1372425" y="53065"/>
                </a:lnTo>
                <a:lnTo>
                  <a:pt x="1371826" y="52375"/>
                </a:lnTo>
                <a:lnTo>
                  <a:pt x="1371203" y="51711"/>
                </a:lnTo>
                <a:lnTo>
                  <a:pt x="1370558" y="51076"/>
                </a:lnTo>
                <a:lnTo>
                  <a:pt x="1369892" y="50468"/>
                </a:lnTo>
                <a:lnTo>
                  <a:pt x="1369204" y="49889"/>
                </a:lnTo>
                <a:lnTo>
                  <a:pt x="1368494" y="49338"/>
                </a:lnTo>
                <a:lnTo>
                  <a:pt x="1367763" y="48816"/>
                </a:lnTo>
                <a:lnTo>
                  <a:pt x="1367010" y="48321"/>
                </a:lnTo>
                <a:lnTo>
                  <a:pt x="1366235" y="47855"/>
                </a:lnTo>
                <a:lnTo>
                  <a:pt x="1365439" y="47417"/>
                </a:lnTo>
                <a:lnTo>
                  <a:pt x="1364621" y="47008"/>
                </a:lnTo>
                <a:lnTo>
                  <a:pt x="1363781" y="46626"/>
                </a:lnTo>
                <a:lnTo>
                  <a:pt x="1362919" y="46273"/>
                </a:lnTo>
                <a:lnTo>
                  <a:pt x="1362036" y="45948"/>
                </a:lnTo>
                <a:lnTo>
                  <a:pt x="1361132" y="45651"/>
                </a:lnTo>
                <a:lnTo>
                  <a:pt x="1360205" y="45383"/>
                </a:lnTo>
                <a:lnTo>
                  <a:pt x="1359257" y="45143"/>
                </a:lnTo>
                <a:lnTo>
                  <a:pt x="1358287" y="44931"/>
                </a:lnTo>
                <a:lnTo>
                  <a:pt x="1357296" y="44747"/>
                </a:lnTo>
                <a:lnTo>
                  <a:pt x="1356283" y="44592"/>
                </a:lnTo>
                <a:lnTo>
                  <a:pt x="1355248" y="44465"/>
                </a:lnTo>
                <a:lnTo>
                  <a:pt x="1354192" y="44366"/>
                </a:lnTo>
                <a:lnTo>
                  <a:pt x="1353114" y="44295"/>
                </a:lnTo>
                <a:lnTo>
                  <a:pt x="1352014" y="44253"/>
                </a:lnTo>
                <a:lnTo>
                  <a:pt x="1350892" y="44239"/>
                </a:lnTo>
                <a:lnTo>
                  <a:pt x="1349979" y="44249"/>
                </a:lnTo>
                <a:lnTo>
                  <a:pt x="1349083" y="44280"/>
                </a:lnTo>
                <a:lnTo>
                  <a:pt x="1348203" y="44331"/>
                </a:lnTo>
                <a:lnTo>
                  <a:pt x="1347340" y="44403"/>
                </a:lnTo>
                <a:lnTo>
                  <a:pt x="1346494" y="44496"/>
                </a:lnTo>
                <a:lnTo>
                  <a:pt x="1345664" y="44609"/>
                </a:lnTo>
                <a:lnTo>
                  <a:pt x="1344851" y="44743"/>
                </a:lnTo>
                <a:lnTo>
                  <a:pt x="1344055" y="44897"/>
                </a:lnTo>
                <a:lnTo>
                  <a:pt x="1343276" y="45072"/>
                </a:lnTo>
                <a:lnTo>
                  <a:pt x="1342513" y="45268"/>
                </a:lnTo>
                <a:lnTo>
                  <a:pt x="1341767" y="45484"/>
                </a:lnTo>
                <a:lnTo>
                  <a:pt x="1341038" y="45720"/>
                </a:lnTo>
                <a:lnTo>
                  <a:pt x="1340326" y="45977"/>
                </a:lnTo>
                <a:lnTo>
                  <a:pt x="1339630" y="46255"/>
                </a:lnTo>
                <a:lnTo>
                  <a:pt x="1338951" y="46554"/>
                </a:lnTo>
                <a:lnTo>
                  <a:pt x="1338289" y="46873"/>
                </a:lnTo>
                <a:lnTo>
                  <a:pt x="1337643" y="47212"/>
                </a:lnTo>
                <a:lnTo>
                  <a:pt x="1337014" y="47572"/>
                </a:lnTo>
                <a:lnTo>
                  <a:pt x="1336402" y="47953"/>
                </a:lnTo>
                <a:lnTo>
                  <a:pt x="1335807" y="48354"/>
                </a:lnTo>
                <a:lnTo>
                  <a:pt x="1335228" y="48776"/>
                </a:lnTo>
                <a:lnTo>
                  <a:pt x="1334666" y="49218"/>
                </a:lnTo>
                <a:lnTo>
                  <a:pt x="1334121" y="49681"/>
                </a:lnTo>
                <a:lnTo>
                  <a:pt x="1333592" y="50165"/>
                </a:lnTo>
                <a:lnTo>
                  <a:pt x="1333083" y="50666"/>
                </a:lnTo>
                <a:lnTo>
                  <a:pt x="1332595" y="51181"/>
                </a:lnTo>
                <a:lnTo>
                  <a:pt x="1332129" y="51711"/>
                </a:lnTo>
                <a:lnTo>
                  <a:pt x="1331685" y="52255"/>
                </a:lnTo>
                <a:lnTo>
                  <a:pt x="1331262" y="52815"/>
                </a:lnTo>
                <a:lnTo>
                  <a:pt x="1330862" y="53388"/>
                </a:lnTo>
                <a:lnTo>
                  <a:pt x="1330482" y="53976"/>
                </a:lnTo>
                <a:lnTo>
                  <a:pt x="1330125" y="54579"/>
                </a:lnTo>
                <a:lnTo>
                  <a:pt x="1329789" y="55196"/>
                </a:lnTo>
                <a:lnTo>
                  <a:pt x="1329474" y="55828"/>
                </a:lnTo>
                <a:lnTo>
                  <a:pt x="1329182" y="56474"/>
                </a:lnTo>
                <a:lnTo>
                  <a:pt x="1328911" y="57135"/>
                </a:lnTo>
                <a:lnTo>
                  <a:pt x="1328662" y="57810"/>
                </a:lnTo>
                <a:lnTo>
                  <a:pt x="1328434" y="58500"/>
                </a:lnTo>
                <a:lnTo>
                  <a:pt x="1328228" y="59205"/>
                </a:lnTo>
                <a:lnTo>
                  <a:pt x="1328044" y="59924"/>
                </a:lnTo>
                <a:lnTo>
                  <a:pt x="1327882" y="60657"/>
                </a:lnTo>
                <a:lnTo>
                  <a:pt x="1327741" y="61405"/>
                </a:lnTo>
                <a:lnTo>
                  <a:pt x="1327621" y="62168"/>
                </a:lnTo>
                <a:lnTo>
                  <a:pt x="1327591" y="62407"/>
                </a:lnTo>
                <a:lnTo>
                  <a:pt x="1327351" y="62407"/>
                </a:lnTo>
                <a:lnTo>
                  <a:pt x="1327351" y="45818"/>
                </a:lnTo>
                <a:lnTo>
                  <a:pt x="1313131" y="45818"/>
                </a:lnTo>
                <a:lnTo>
                  <a:pt x="1313131" y="132717"/>
                </a:lnTo>
                <a:lnTo>
                  <a:pt x="1327351" y="132717"/>
                </a:lnTo>
                <a:lnTo>
                  <a:pt x="1327351" y="77417"/>
                </a:lnTo>
                <a:close/>
                <a:moveTo>
                  <a:pt x="1438540" y="133802"/>
                </a:moveTo>
                <a:lnTo>
                  <a:pt x="1439356" y="133723"/>
                </a:lnTo>
                <a:lnTo>
                  <a:pt x="1440163" y="133630"/>
                </a:lnTo>
                <a:lnTo>
                  <a:pt x="1440959" y="133523"/>
                </a:lnTo>
                <a:lnTo>
                  <a:pt x="1441747" y="133402"/>
                </a:lnTo>
                <a:lnTo>
                  <a:pt x="1442524" y="133267"/>
                </a:lnTo>
                <a:lnTo>
                  <a:pt x="1443292" y="133117"/>
                </a:lnTo>
                <a:lnTo>
                  <a:pt x="1444051" y="132953"/>
                </a:lnTo>
                <a:lnTo>
                  <a:pt x="1444800" y="132774"/>
                </a:lnTo>
                <a:lnTo>
                  <a:pt x="1445539" y="132582"/>
                </a:lnTo>
                <a:lnTo>
                  <a:pt x="1446269" y="132375"/>
                </a:lnTo>
                <a:lnTo>
                  <a:pt x="1446989" y="132154"/>
                </a:lnTo>
                <a:lnTo>
                  <a:pt x="1447699" y="131919"/>
                </a:lnTo>
                <a:lnTo>
                  <a:pt x="1448400" y="131669"/>
                </a:lnTo>
                <a:lnTo>
                  <a:pt x="1449092" y="131405"/>
                </a:lnTo>
                <a:lnTo>
                  <a:pt x="1449773" y="131127"/>
                </a:lnTo>
                <a:lnTo>
                  <a:pt x="1450445" y="130835"/>
                </a:lnTo>
                <a:lnTo>
                  <a:pt x="1451108" y="130528"/>
                </a:lnTo>
                <a:lnTo>
                  <a:pt x="1451761" y="130207"/>
                </a:lnTo>
                <a:lnTo>
                  <a:pt x="1452404" y="129872"/>
                </a:lnTo>
                <a:lnTo>
                  <a:pt x="1453037" y="129523"/>
                </a:lnTo>
                <a:lnTo>
                  <a:pt x="1453657" y="129161"/>
                </a:lnTo>
                <a:lnTo>
                  <a:pt x="1454266" y="128787"/>
                </a:lnTo>
                <a:lnTo>
                  <a:pt x="1454862" y="128399"/>
                </a:lnTo>
                <a:lnTo>
                  <a:pt x="1455446" y="127999"/>
                </a:lnTo>
                <a:lnTo>
                  <a:pt x="1456019" y="127586"/>
                </a:lnTo>
                <a:lnTo>
                  <a:pt x="1456579" y="127160"/>
                </a:lnTo>
                <a:lnTo>
                  <a:pt x="1457127" y="126721"/>
                </a:lnTo>
                <a:lnTo>
                  <a:pt x="1457663" y="126269"/>
                </a:lnTo>
                <a:lnTo>
                  <a:pt x="1458187" y="125804"/>
                </a:lnTo>
                <a:lnTo>
                  <a:pt x="1458699" y="125326"/>
                </a:lnTo>
                <a:lnTo>
                  <a:pt x="1459199" y="124836"/>
                </a:lnTo>
                <a:lnTo>
                  <a:pt x="1459687" y="124332"/>
                </a:lnTo>
                <a:lnTo>
                  <a:pt x="1460162" y="123816"/>
                </a:lnTo>
                <a:lnTo>
                  <a:pt x="1460626" y="123286"/>
                </a:lnTo>
                <a:lnTo>
                  <a:pt x="1461078" y="122744"/>
                </a:lnTo>
                <a:lnTo>
                  <a:pt x="1461517" y="122189"/>
                </a:lnTo>
                <a:lnTo>
                  <a:pt x="1461944" y="121621"/>
                </a:lnTo>
                <a:lnTo>
                  <a:pt x="1462360" y="121040"/>
                </a:lnTo>
                <a:lnTo>
                  <a:pt x="1462763" y="120447"/>
                </a:lnTo>
                <a:lnTo>
                  <a:pt x="1463154" y="119840"/>
                </a:lnTo>
                <a:lnTo>
                  <a:pt x="1463534" y="119221"/>
                </a:lnTo>
                <a:lnTo>
                  <a:pt x="1463901" y="118588"/>
                </a:lnTo>
                <a:lnTo>
                  <a:pt x="1464256" y="117943"/>
                </a:lnTo>
                <a:lnTo>
                  <a:pt x="1464597" y="117286"/>
                </a:lnTo>
                <a:lnTo>
                  <a:pt x="1464924" y="116618"/>
                </a:lnTo>
                <a:lnTo>
                  <a:pt x="1465237" y="115940"/>
                </a:lnTo>
                <a:lnTo>
                  <a:pt x="1465535" y="115250"/>
                </a:lnTo>
                <a:lnTo>
                  <a:pt x="1465819" y="114551"/>
                </a:lnTo>
                <a:lnTo>
                  <a:pt x="1466088" y="113840"/>
                </a:lnTo>
                <a:lnTo>
                  <a:pt x="1466342" y="113119"/>
                </a:lnTo>
                <a:lnTo>
                  <a:pt x="1466582" y="112387"/>
                </a:lnTo>
                <a:lnTo>
                  <a:pt x="1466807" y="111644"/>
                </a:lnTo>
                <a:lnTo>
                  <a:pt x="1467018" y="110891"/>
                </a:lnTo>
                <a:lnTo>
                  <a:pt x="1467215" y="110127"/>
                </a:lnTo>
                <a:lnTo>
                  <a:pt x="1467396" y="109352"/>
                </a:lnTo>
                <a:lnTo>
                  <a:pt x="1467564" y="108566"/>
                </a:lnTo>
                <a:lnTo>
                  <a:pt x="1467716" y="107770"/>
                </a:lnTo>
                <a:lnTo>
                  <a:pt x="1467854" y="106963"/>
                </a:lnTo>
                <a:lnTo>
                  <a:pt x="1467978" y="106146"/>
                </a:lnTo>
                <a:lnTo>
                  <a:pt x="1468087" y="105318"/>
                </a:lnTo>
                <a:lnTo>
                  <a:pt x="1468181" y="104479"/>
                </a:lnTo>
                <a:lnTo>
                  <a:pt x="1468261" y="103629"/>
                </a:lnTo>
                <a:lnTo>
                  <a:pt x="1468327" y="102769"/>
                </a:lnTo>
                <a:lnTo>
                  <a:pt x="1468378" y="101898"/>
                </a:lnTo>
                <a:lnTo>
                  <a:pt x="1468414" y="101016"/>
                </a:lnTo>
                <a:lnTo>
                  <a:pt x="1468436" y="100124"/>
                </a:lnTo>
                <a:lnTo>
                  <a:pt x="1468443" y="99220"/>
                </a:lnTo>
                <a:lnTo>
                  <a:pt x="1468443" y="79314"/>
                </a:lnTo>
                <a:lnTo>
                  <a:pt x="1468436" y="78398"/>
                </a:lnTo>
                <a:lnTo>
                  <a:pt x="1468414" y="77494"/>
                </a:lnTo>
                <a:lnTo>
                  <a:pt x="1468378" y="76601"/>
                </a:lnTo>
                <a:lnTo>
                  <a:pt x="1468327" y="75719"/>
                </a:lnTo>
                <a:lnTo>
                  <a:pt x="1468261" y="74849"/>
                </a:lnTo>
                <a:lnTo>
                  <a:pt x="1468181" y="73991"/>
                </a:lnTo>
                <a:lnTo>
                  <a:pt x="1468087" y="73144"/>
                </a:lnTo>
                <a:lnTo>
                  <a:pt x="1467978" y="72309"/>
                </a:lnTo>
                <a:lnTo>
                  <a:pt x="1467854" y="71485"/>
                </a:lnTo>
                <a:lnTo>
                  <a:pt x="1467716" y="70673"/>
                </a:lnTo>
                <a:lnTo>
                  <a:pt x="1467564" y="69872"/>
                </a:lnTo>
                <a:lnTo>
                  <a:pt x="1467396" y="69083"/>
                </a:lnTo>
                <a:lnTo>
                  <a:pt x="1467215" y="68305"/>
                </a:lnTo>
                <a:lnTo>
                  <a:pt x="1467018" y="67539"/>
                </a:lnTo>
                <a:lnTo>
                  <a:pt x="1466807" y="66785"/>
                </a:lnTo>
                <a:lnTo>
                  <a:pt x="1466582" y="66042"/>
                </a:lnTo>
                <a:lnTo>
                  <a:pt x="1466342" y="65310"/>
                </a:lnTo>
                <a:lnTo>
                  <a:pt x="1466088" y="64590"/>
                </a:lnTo>
                <a:lnTo>
                  <a:pt x="1465819" y="63882"/>
                </a:lnTo>
                <a:lnTo>
                  <a:pt x="1465535" y="63185"/>
                </a:lnTo>
                <a:lnTo>
                  <a:pt x="1465237" y="62499"/>
                </a:lnTo>
                <a:lnTo>
                  <a:pt x="1464924" y="61825"/>
                </a:lnTo>
                <a:lnTo>
                  <a:pt x="1464597" y="61163"/>
                </a:lnTo>
                <a:lnTo>
                  <a:pt x="1464256" y="60512"/>
                </a:lnTo>
                <a:lnTo>
                  <a:pt x="1463901" y="59873"/>
                </a:lnTo>
                <a:lnTo>
                  <a:pt x="1463534" y="59247"/>
                </a:lnTo>
                <a:lnTo>
                  <a:pt x="1463156" y="58633"/>
                </a:lnTo>
                <a:lnTo>
                  <a:pt x="1462765" y="58033"/>
                </a:lnTo>
                <a:lnTo>
                  <a:pt x="1462363" y="57444"/>
                </a:lnTo>
                <a:lnTo>
                  <a:pt x="1461949" y="56868"/>
                </a:lnTo>
                <a:lnTo>
                  <a:pt x="1461524" y="56305"/>
                </a:lnTo>
                <a:lnTo>
                  <a:pt x="1461086" y="55755"/>
                </a:lnTo>
                <a:lnTo>
                  <a:pt x="1460637" y="55217"/>
                </a:lnTo>
                <a:lnTo>
                  <a:pt x="1460176" y="54692"/>
                </a:lnTo>
                <a:lnTo>
                  <a:pt x="1459703" y="54179"/>
                </a:lnTo>
                <a:lnTo>
                  <a:pt x="1459219" y="53679"/>
                </a:lnTo>
                <a:lnTo>
                  <a:pt x="1458722" y="53192"/>
                </a:lnTo>
                <a:lnTo>
                  <a:pt x="1458214" y="52717"/>
                </a:lnTo>
                <a:lnTo>
                  <a:pt x="1457694" y="52255"/>
                </a:lnTo>
                <a:lnTo>
                  <a:pt x="1457162" y="51805"/>
                </a:lnTo>
                <a:lnTo>
                  <a:pt x="1456619" y="51368"/>
                </a:lnTo>
                <a:lnTo>
                  <a:pt x="1456063" y="50944"/>
                </a:lnTo>
                <a:lnTo>
                  <a:pt x="1455496" y="50532"/>
                </a:lnTo>
                <a:lnTo>
                  <a:pt x="1454917" y="50133"/>
                </a:lnTo>
                <a:lnTo>
                  <a:pt x="1454327" y="49747"/>
                </a:lnTo>
                <a:lnTo>
                  <a:pt x="1453724" y="49373"/>
                </a:lnTo>
                <a:lnTo>
                  <a:pt x="1453110" y="49011"/>
                </a:lnTo>
                <a:lnTo>
                  <a:pt x="1452483" y="48663"/>
                </a:lnTo>
                <a:lnTo>
                  <a:pt x="1451846" y="48328"/>
                </a:lnTo>
                <a:lnTo>
                  <a:pt x="1451199" y="48007"/>
                </a:lnTo>
                <a:lnTo>
                  <a:pt x="1450541" y="47700"/>
                </a:lnTo>
                <a:lnTo>
                  <a:pt x="1449873" y="47407"/>
                </a:lnTo>
                <a:lnTo>
                  <a:pt x="1449194" y="47129"/>
                </a:lnTo>
                <a:lnTo>
                  <a:pt x="1448505" y="46865"/>
                </a:lnTo>
                <a:lnTo>
                  <a:pt x="1447805" y="46616"/>
                </a:lnTo>
                <a:lnTo>
                  <a:pt x="1447095" y="46380"/>
                </a:lnTo>
                <a:lnTo>
                  <a:pt x="1446374" y="46159"/>
                </a:lnTo>
                <a:lnTo>
                  <a:pt x="1445644" y="45953"/>
                </a:lnTo>
                <a:lnTo>
                  <a:pt x="1444902" y="45760"/>
                </a:lnTo>
                <a:lnTo>
                  <a:pt x="1444150" y="45582"/>
                </a:lnTo>
                <a:lnTo>
                  <a:pt x="1443388" y="45418"/>
                </a:lnTo>
                <a:lnTo>
                  <a:pt x="1442616" y="45268"/>
                </a:lnTo>
                <a:lnTo>
                  <a:pt x="1441832" y="45132"/>
                </a:lnTo>
                <a:lnTo>
                  <a:pt x="1441039" y="45011"/>
                </a:lnTo>
                <a:lnTo>
                  <a:pt x="1440235" y="44904"/>
                </a:lnTo>
                <a:lnTo>
                  <a:pt x="1439421" y="44811"/>
                </a:lnTo>
                <a:lnTo>
                  <a:pt x="1438596" y="44733"/>
                </a:lnTo>
                <a:lnTo>
                  <a:pt x="1437761" y="44669"/>
                </a:lnTo>
                <a:lnTo>
                  <a:pt x="1436915" y="44619"/>
                </a:lnTo>
                <a:lnTo>
                  <a:pt x="1436059" y="44583"/>
                </a:lnTo>
                <a:lnTo>
                  <a:pt x="1435192" y="44562"/>
                </a:lnTo>
                <a:lnTo>
                  <a:pt x="1434315" y="44555"/>
                </a:lnTo>
                <a:lnTo>
                  <a:pt x="1433451" y="44562"/>
                </a:lnTo>
                <a:lnTo>
                  <a:pt x="1432596" y="44583"/>
                </a:lnTo>
                <a:lnTo>
                  <a:pt x="1431751" y="44619"/>
                </a:lnTo>
                <a:lnTo>
                  <a:pt x="1430916" y="44669"/>
                </a:lnTo>
                <a:lnTo>
                  <a:pt x="1430090" y="44733"/>
                </a:lnTo>
                <a:lnTo>
                  <a:pt x="1429274" y="44811"/>
                </a:lnTo>
                <a:lnTo>
                  <a:pt x="1428467" y="44904"/>
                </a:lnTo>
                <a:lnTo>
                  <a:pt x="1427670" y="45011"/>
                </a:lnTo>
                <a:lnTo>
                  <a:pt x="1426882" y="45132"/>
                </a:lnTo>
                <a:lnTo>
                  <a:pt x="1426104" y="45268"/>
                </a:lnTo>
                <a:lnTo>
                  <a:pt x="1425336" y="45418"/>
                </a:lnTo>
                <a:lnTo>
                  <a:pt x="1424577" y="45582"/>
                </a:lnTo>
                <a:lnTo>
                  <a:pt x="1423828" y="45760"/>
                </a:lnTo>
                <a:lnTo>
                  <a:pt x="1423089" y="45953"/>
                </a:lnTo>
                <a:lnTo>
                  <a:pt x="1422359" y="46159"/>
                </a:lnTo>
                <a:lnTo>
                  <a:pt x="1421639" y="46380"/>
                </a:lnTo>
                <a:lnTo>
                  <a:pt x="1420928" y="46616"/>
                </a:lnTo>
                <a:lnTo>
                  <a:pt x="1420227" y="46865"/>
                </a:lnTo>
                <a:lnTo>
                  <a:pt x="1419535" y="47129"/>
                </a:lnTo>
                <a:lnTo>
                  <a:pt x="1418854" y="47407"/>
                </a:lnTo>
                <a:lnTo>
                  <a:pt x="1418181" y="47700"/>
                </a:lnTo>
                <a:lnTo>
                  <a:pt x="1417519" y="48007"/>
                </a:lnTo>
                <a:lnTo>
                  <a:pt x="1416866" y="48328"/>
                </a:lnTo>
                <a:lnTo>
                  <a:pt x="1416222" y="48663"/>
                </a:lnTo>
                <a:lnTo>
                  <a:pt x="1415590" y="49011"/>
                </a:lnTo>
                <a:lnTo>
                  <a:pt x="1414969" y="49373"/>
                </a:lnTo>
                <a:lnTo>
                  <a:pt x="1414361" y="49747"/>
                </a:lnTo>
                <a:lnTo>
                  <a:pt x="1413765" y="50133"/>
                </a:lnTo>
                <a:lnTo>
                  <a:pt x="1413181" y="50532"/>
                </a:lnTo>
                <a:lnTo>
                  <a:pt x="1412608" y="50944"/>
                </a:lnTo>
                <a:lnTo>
                  <a:pt x="1412048" y="51368"/>
                </a:lnTo>
                <a:lnTo>
                  <a:pt x="1411500" y="51805"/>
                </a:lnTo>
                <a:lnTo>
                  <a:pt x="1410964" y="52255"/>
                </a:lnTo>
                <a:lnTo>
                  <a:pt x="1410441" y="52717"/>
                </a:lnTo>
                <a:lnTo>
                  <a:pt x="1409929" y="53192"/>
                </a:lnTo>
                <a:lnTo>
                  <a:pt x="1409429" y="53679"/>
                </a:lnTo>
                <a:lnTo>
                  <a:pt x="1408941" y="54179"/>
                </a:lnTo>
                <a:lnTo>
                  <a:pt x="1408466" y="54692"/>
                </a:lnTo>
                <a:lnTo>
                  <a:pt x="1408002" y="55217"/>
                </a:lnTo>
                <a:lnTo>
                  <a:pt x="1407551" y="55755"/>
                </a:lnTo>
                <a:lnTo>
                  <a:pt x="1407111" y="56305"/>
                </a:lnTo>
                <a:lnTo>
                  <a:pt x="1406684" y="56868"/>
                </a:lnTo>
                <a:lnTo>
                  <a:pt x="1406268" y="57444"/>
                </a:lnTo>
                <a:lnTo>
                  <a:pt x="1405865" y="58033"/>
                </a:lnTo>
                <a:lnTo>
                  <a:pt x="1405474" y="58633"/>
                </a:lnTo>
                <a:lnTo>
                  <a:pt x="1405095" y="59247"/>
                </a:lnTo>
                <a:lnTo>
                  <a:pt x="1404728" y="59873"/>
                </a:lnTo>
                <a:lnTo>
                  <a:pt x="1404373" y="60512"/>
                </a:lnTo>
                <a:lnTo>
                  <a:pt x="1404031" y="61163"/>
                </a:lnTo>
                <a:lnTo>
                  <a:pt x="1403704" y="61825"/>
                </a:lnTo>
                <a:lnTo>
                  <a:pt x="1403392" y="62499"/>
                </a:lnTo>
                <a:lnTo>
                  <a:pt x="1403094" y="63185"/>
                </a:lnTo>
                <a:lnTo>
                  <a:pt x="1402811" y="63882"/>
                </a:lnTo>
                <a:lnTo>
                  <a:pt x="1402542" y="64590"/>
                </a:lnTo>
                <a:lnTo>
                  <a:pt x="1402287" y="65310"/>
                </a:lnTo>
                <a:lnTo>
                  <a:pt x="1402048" y="66042"/>
                </a:lnTo>
                <a:lnTo>
                  <a:pt x="1401822" y="66785"/>
                </a:lnTo>
                <a:lnTo>
                  <a:pt x="1401612" y="67539"/>
                </a:lnTo>
                <a:lnTo>
                  <a:pt x="1401416" y="68305"/>
                </a:lnTo>
                <a:lnTo>
                  <a:pt x="1401234" y="69083"/>
                </a:lnTo>
                <a:lnTo>
                  <a:pt x="1401067" y="69872"/>
                </a:lnTo>
                <a:lnTo>
                  <a:pt x="1400914" y="70673"/>
                </a:lnTo>
                <a:lnTo>
                  <a:pt x="1400776" y="71485"/>
                </a:lnTo>
                <a:lnTo>
                  <a:pt x="1400653" y="72309"/>
                </a:lnTo>
                <a:lnTo>
                  <a:pt x="1400544" y="73144"/>
                </a:lnTo>
                <a:lnTo>
                  <a:pt x="1400449" y="73991"/>
                </a:lnTo>
                <a:lnTo>
                  <a:pt x="1400369" y="74849"/>
                </a:lnTo>
                <a:lnTo>
                  <a:pt x="1400304" y="75719"/>
                </a:lnTo>
                <a:lnTo>
                  <a:pt x="1400253" y="76601"/>
                </a:lnTo>
                <a:lnTo>
                  <a:pt x="1400217" y="77494"/>
                </a:lnTo>
                <a:lnTo>
                  <a:pt x="1400195" y="78398"/>
                </a:lnTo>
                <a:lnTo>
                  <a:pt x="1400188" y="79314"/>
                </a:lnTo>
                <a:lnTo>
                  <a:pt x="1400188" y="99220"/>
                </a:lnTo>
                <a:lnTo>
                  <a:pt x="1400195" y="100124"/>
                </a:lnTo>
                <a:lnTo>
                  <a:pt x="1400217" y="101016"/>
                </a:lnTo>
                <a:lnTo>
                  <a:pt x="1400253" y="101898"/>
                </a:lnTo>
                <a:lnTo>
                  <a:pt x="1400304" y="102769"/>
                </a:lnTo>
                <a:lnTo>
                  <a:pt x="1400369" y="103629"/>
                </a:lnTo>
                <a:lnTo>
                  <a:pt x="1400449" y="104479"/>
                </a:lnTo>
                <a:lnTo>
                  <a:pt x="1400544" y="105318"/>
                </a:lnTo>
                <a:lnTo>
                  <a:pt x="1400653" y="106146"/>
                </a:lnTo>
                <a:lnTo>
                  <a:pt x="1400776" y="106963"/>
                </a:lnTo>
                <a:lnTo>
                  <a:pt x="1400914" y="107770"/>
                </a:lnTo>
                <a:lnTo>
                  <a:pt x="1401067" y="108566"/>
                </a:lnTo>
                <a:lnTo>
                  <a:pt x="1401234" y="109352"/>
                </a:lnTo>
                <a:lnTo>
                  <a:pt x="1401416" y="110127"/>
                </a:lnTo>
                <a:lnTo>
                  <a:pt x="1401612" y="110891"/>
                </a:lnTo>
                <a:lnTo>
                  <a:pt x="1401822" y="111644"/>
                </a:lnTo>
                <a:lnTo>
                  <a:pt x="1402048" y="112387"/>
                </a:lnTo>
                <a:lnTo>
                  <a:pt x="1402287" y="113119"/>
                </a:lnTo>
                <a:lnTo>
                  <a:pt x="1402542" y="113840"/>
                </a:lnTo>
                <a:lnTo>
                  <a:pt x="1402811" y="114551"/>
                </a:lnTo>
                <a:lnTo>
                  <a:pt x="1403094" y="115250"/>
                </a:lnTo>
                <a:lnTo>
                  <a:pt x="1403392" y="115940"/>
                </a:lnTo>
                <a:lnTo>
                  <a:pt x="1403704" y="116618"/>
                </a:lnTo>
                <a:lnTo>
                  <a:pt x="1404031" y="117286"/>
                </a:lnTo>
                <a:lnTo>
                  <a:pt x="1404373" y="117943"/>
                </a:lnTo>
                <a:lnTo>
                  <a:pt x="1404728" y="118588"/>
                </a:lnTo>
                <a:lnTo>
                  <a:pt x="1405095" y="119221"/>
                </a:lnTo>
                <a:lnTo>
                  <a:pt x="1405474" y="119840"/>
                </a:lnTo>
                <a:lnTo>
                  <a:pt x="1405865" y="120447"/>
                </a:lnTo>
                <a:lnTo>
                  <a:pt x="1406268" y="121040"/>
                </a:lnTo>
                <a:lnTo>
                  <a:pt x="1406684" y="121621"/>
                </a:lnTo>
                <a:lnTo>
                  <a:pt x="1407111" y="122189"/>
                </a:lnTo>
                <a:lnTo>
                  <a:pt x="1407551" y="122744"/>
                </a:lnTo>
                <a:lnTo>
                  <a:pt x="1408002" y="123286"/>
                </a:lnTo>
                <a:lnTo>
                  <a:pt x="1408466" y="123816"/>
                </a:lnTo>
                <a:lnTo>
                  <a:pt x="1408941" y="124332"/>
                </a:lnTo>
                <a:lnTo>
                  <a:pt x="1409429" y="124836"/>
                </a:lnTo>
                <a:lnTo>
                  <a:pt x="1409929" y="125326"/>
                </a:lnTo>
                <a:lnTo>
                  <a:pt x="1410441" y="125804"/>
                </a:lnTo>
                <a:lnTo>
                  <a:pt x="1410964" y="126269"/>
                </a:lnTo>
                <a:lnTo>
                  <a:pt x="1411500" y="126721"/>
                </a:lnTo>
                <a:lnTo>
                  <a:pt x="1412048" y="127160"/>
                </a:lnTo>
                <a:lnTo>
                  <a:pt x="1412608" y="127586"/>
                </a:lnTo>
                <a:lnTo>
                  <a:pt x="1413181" y="127999"/>
                </a:lnTo>
                <a:lnTo>
                  <a:pt x="1413765" y="128399"/>
                </a:lnTo>
                <a:lnTo>
                  <a:pt x="1414361" y="128787"/>
                </a:lnTo>
                <a:lnTo>
                  <a:pt x="1414969" y="129161"/>
                </a:lnTo>
                <a:lnTo>
                  <a:pt x="1415590" y="129523"/>
                </a:lnTo>
                <a:lnTo>
                  <a:pt x="1416222" y="129872"/>
                </a:lnTo>
                <a:lnTo>
                  <a:pt x="1416866" y="130207"/>
                </a:lnTo>
                <a:lnTo>
                  <a:pt x="1417519" y="130528"/>
                </a:lnTo>
                <a:lnTo>
                  <a:pt x="1418181" y="130835"/>
                </a:lnTo>
                <a:lnTo>
                  <a:pt x="1418854" y="131127"/>
                </a:lnTo>
                <a:lnTo>
                  <a:pt x="1419535" y="131405"/>
                </a:lnTo>
                <a:lnTo>
                  <a:pt x="1420227" y="131669"/>
                </a:lnTo>
                <a:lnTo>
                  <a:pt x="1420928" y="131919"/>
                </a:lnTo>
                <a:lnTo>
                  <a:pt x="1421639" y="132154"/>
                </a:lnTo>
                <a:lnTo>
                  <a:pt x="1422359" y="132375"/>
                </a:lnTo>
                <a:lnTo>
                  <a:pt x="1423089" y="132582"/>
                </a:lnTo>
                <a:lnTo>
                  <a:pt x="1423828" y="132774"/>
                </a:lnTo>
                <a:lnTo>
                  <a:pt x="1424577" y="132953"/>
                </a:lnTo>
                <a:lnTo>
                  <a:pt x="1425336" y="133117"/>
                </a:lnTo>
                <a:lnTo>
                  <a:pt x="1426104" y="133267"/>
                </a:lnTo>
                <a:lnTo>
                  <a:pt x="1426882" y="133402"/>
                </a:lnTo>
                <a:lnTo>
                  <a:pt x="1427670" y="133523"/>
                </a:lnTo>
                <a:lnTo>
                  <a:pt x="1428467" y="133630"/>
                </a:lnTo>
                <a:lnTo>
                  <a:pt x="1429274" y="133723"/>
                </a:lnTo>
                <a:lnTo>
                  <a:pt x="1430090" y="133802"/>
                </a:lnTo>
                <a:lnTo>
                  <a:pt x="1430916" y="133866"/>
                </a:lnTo>
                <a:lnTo>
                  <a:pt x="1431751" y="133916"/>
                </a:lnTo>
                <a:lnTo>
                  <a:pt x="1432596" y="133951"/>
                </a:lnTo>
                <a:lnTo>
                  <a:pt x="1433451" y="133973"/>
                </a:lnTo>
                <a:lnTo>
                  <a:pt x="1434315" y="133980"/>
                </a:lnTo>
                <a:lnTo>
                  <a:pt x="1435180" y="133973"/>
                </a:lnTo>
                <a:lnTo>
                  <a:pt x="1436034" y="133951"/>
                </a:lnTo>
                <a:lnTo>
                  <a:pt x="1436879" y="133916"/>
                </a:lnTo>
                <a:lnTo>
                  <a:pt x="1437714" y="133866"/>
                </a:lnTo>
                <a:lnTo>
                  <a:pt x="1438540" y="133802"/>
                </a:lnTo>
                <a:close/>
                <a:moveTo>
                  <a:pt x="1430662" y="121114"/>
                </a:moveTo>
                <a:lnTo>
                  <a:pt x="1429970" y="121014"/>
                </a:lnTo>
                <a:lnTo>
                  <a:pt x="1429292" y="120896"/>
                </a:lnTo>
                <a:lnTo>
                  <a:pt x="1428627" y="120761"/>
                </a:lnTo>
                <a:lnTo>
                  <a:pt x="1427976" y="120607"/>
                </a:lnTo>
                <a:lnTo>
                  <a:pt x="1427337" y="120435"/>
                </a:lnTo>
                <a:lnTo>
                  <a:pt x="1426712" y="120245"/>
                </a:lnTo>
                <a:lnTo>
                  <a:pt x="1426099" y="120037"/>
                </a:lnTo>
                <a:lnTo>
                  <a:pt x="1425500" y="119811"/>
                </a:lnTo>
                <a:lnTo>
                  <a:pt x="1424914" y="119566"/>
                </a:lnTo>
                <a:lnTo>
                  <a:pt x="1424341" y="119304"/>
                </a:lnTo>
                <a:lnTo>
                  <a:pt x="1423782" y="119023"/>
                </a:lnTo>
                <a:lnTo>
                  <a:pt x="1423235" y="118725"/>
                </a:lnTo>
                <a:lnTo>
                  <a:pt x="1422702" y="118408"/>
                </a:lnTo>
                <a:lnTo>
                  <a:pt x="1422182" y="118073"/>
                </a:lnTo>
                <a:lnTo>
                  <a:pt x="1421675" y="117720"/>
                </a:lnTo>
                <a:lnTo>
                  <a:pt x="1421181" y="117349"/>
                </a:lnTo>
                <a:lnTo>
                  <a:pt x="1420700" y="116960"/>
                </a:lnTo>
                <a:lnTo>
                  <a:pt x="1420232" y="116553"/>
                </a:lnTo>
                <a:lnTo>
                  <a:pt x="1419778" y="116128"/>
                </a:lnTo>
                <a:lnTo>
                  <a:pt x="1419340" y="115685"/>
                </a:lnTo>
                <a:lnTo>
                  <a:pt x="1418920" y="115224"/>
                </a:lnTo>
                <a:lnTo>
                  <a:pt x="1418519" y="114747"/>
                </a:lnTo>
                <a:lnTo>
                  <a:pt x="1418137" y="114253"/>
                </a:lnTo>
                <a:lnTo>
                  <a:pt x="1417773" y="113742"/>
                </a:lnTo>
                <a:lnTo>
                  <a:pt x="1417428" y="113214"/>
                </a:lnTo>
                <a:lnTo>
                  <a:pt x="1417102" y="112669"/>
                </a:lnTo>
                <a:lnTo>
                  <a:pt x="1416794" y="112107"/>
                </a:lnTo>
                <a:lnTo>
                  <a:pt x="1416505" y="111528"/>
                </a:lnTo>
                <a:lnTo>
                  <a:pt x="1416234" y="110932"/>
                </a:lnTo>
                <a:lnTo>
                  <a:pt x="1415983" y="110319"/>
                </a:lnTo>
                <a:lnTo>
                  <a:pt x="1415750" y="109689"/>
                </a:lnTo>
                <a:lnTo>
                  <a:pt x="1415535" y="109042"/>
                </a:lnTo>
                <a:lnTo>
                  <a:pt x="1415339" y="108378"/>
                </a:lnTo>
                <a:lnTo>
                  <a:pt x="1415162" y="107697"/>
                </a:lnTo>
                <a:lnTo>
                  <a:pt x="1415004" y="106999"/>
                </a:lnTo>
                <a:lnTo>
                  <a:pt x="1414864" y="106283"/>
                </a:lnTo>
                <a:lnTo>
                  <a:pt x="1414742" y="105551"/>
                </a:lnTo>
                <a:lnTo>
                  <a:pt x="1414640" y="104802"/>
                </a:lnTo>
                <a:lnTo>
                  <a:pt x="1414556" y="104036"/>
                </a:lnTo>
                <a:lnTo>
                  <a:pt x="1414491" y="103253"/>
                </a:lnTo>
                <a:lnTo>
                  <a:pt x="1414444" y="102453"/>
                </a:lnTo>
                <a:lnTo>
                  <a:pt x="1414416" y="101636"/>
                </a:lnTo>
                <a:lnTo>
                  <a:pt x="1414407" y="100802"/>
                </a:lnTo>
                <a:lnTo>
                  <a:pt x="1414407" y="77733"/>
                </a:lnTo>
                <a:lnTo>
                  <a:pt x="1414416" y="76899"/>
                </a:lnTo>
                <a:lnTo>
                  <a:pt x="1414444" y="76081"/>
                </a:lnTo>
                <a:lnTo>
                  <a:pt x="1414491" y="75281"/>
                </a:lnTo>
                <a:lnTo>
                  <a:pt x="1414556" y="74498"/>
                </a:lnTo>
                <a:lnTo>
                  <a:pt x="1414640" y="73732"/>
                </a:lnTo>
                <a:lnTo>
                  <a:pt x="1414742" y="72983"/>
                </a:lnTo>
                <a:lnTo>
                  <a:pt x="1414864" y="72251"/>
                </a:lnTo>
                <a:lnTo>
                  <a:pt x="1415004" y="71536"/>
                </a:lnTo>
                <a:lnTo>
                  <a:pt x="1415162" y="70838"/>
                </a:lnTo>
                <a:lnTo>
                  <a:pt x="1415339" y="70157"/>
                </a:lnTo>
                <a:lnTo>
                  <a:pt x="1415535" y="69493"/>
                </a:lnTo>
                <a:lnTo>
                  <a:pt x="1415750" y="68846"/>
                </a:lnTo>
                <a:lnTo>
                  <a:pt x="1415983" y="68216"/>
                </a:lnTo>
                <a:lnTo>
                  <a:pt x="1416234" y="67603"/>
                </a:lnTo>
                <a:lnTo>
                  <a:pt x="1416505" y="67007"/>
                </a:lnTo>
                <a:lnTo>
                  <a:pt x="1416794" y="66428"/>
                </a:lnTo>
                <a:lnTo>
                  <a:pt x="1417102" y="65867"/>
                </a:lnTo>
                <a:lnTo>
                  <a:pt x="1417428" y="65322"/>
                </a:lnTo>
                <a:lnTo>
                  <a:pt x="1417773" y="64794"/>
                </a:lnTo>
                <a:lnTo>
                  <a:pt x="1418137" y="64283"/>
                </a:lnTo>
                <a:lnTo>
                  <a:pt x="1418519" y="63789"/>
                </a:lnTo>
                <a:lnTo>
                  <a:pt x="1418920" y="63312"/>
                </a:lnTo>
                <a:lnTo>
                  <a:pt x="1419340" y="62852"/>
                </a:lnTo>
                <a:lnTo>
                  <a:pt x="1419778" y="62409"/>
                </a:lnTo>
                <a:lnTo>
                  <a:pt x="1420232" y="61984"/>
                </a:lnTo>
                <a:lnTo>
                  <a:pt x="1420700" y="61576"/>
                </a:lnTo>
                <a:lnTo>
                  <a:pt x="1421181" y="61187"/>
                </a:lnTo>
                <a:lnTo>
                  <a:pt x="1421675" y="60816"/>
                </a:lnTo>
                <a:lnTo>
                  <a:pt x="1422182" y="60463"/>
                </a:lnTo>
                <a:lnTo>
                  <a:pt x="1422702" y="60128"/>
                </a:lnTo>
                <a:lnTo>
                  <a:pt x="1423235" y="59811"/>
                </a:lnTo>
                <a:lnTo>
                  <a:pt x="1423782" y="59512"/>
                </a:lnTo>
                <a:lnTo>
                  <a:pt x="1424341" y="59232"/>
                </a:lnTo>
                <a:lnTo>
                  <a:pt x="1424914" y="58969"/>
                </a:lnTo>
                <a:lnTo>
                  <a:pt x="1425500" y="58725"/>
                </a:lnTo>
                <a:lnTo>
                  <a:pt x="1426099" y="58498"/>
                </a:lnTo>
                <a:lnTo>
                  <a:pt x="1426712" y="58290"/>
                </a:lnTo>
                <a:lnTo>
                  <a:pt x="1427337" y="58100"/>
                </a:lnTo>
                <a:lnTo>
                  <a:pt x="1427976" y="57928"/>
                </a:lnTo>
                <a:lnTo>
                  <a:pt x="1428627" y="57774"/>
                </a:lnTo>
                <a:lnTo>
                  <a:pt x="1429292" y="57638"/>
                </a:lnTo>
                <a:lnTo>
                  <a:pt x="1429970" y="57521"/>
                </a:lnTo>
                <a:lnTo>
                  <a:pt x="1430662" y="57421"/>
                </a:lnTo>
                <a:lnTo>
                  <a:pt x="1431366" y="57340"/>
                </a:lnTo>
                <a:lnTo>
                  <a:pt x="1432084" y="57276"/>
                </a:lnTo>
                <a:lnTo>
                  <a:pt x="1432814" y="57231"/>
                </a:lnTo>
                <a:lnTo>
                  <a:pt x="1433558" y="57204"/>
                </a:lnTo>
                <a:lnTo>
                  <a:pt x="1434315" y="57195"/>
                </a:lnTo>
                <a:lnTo>
                  <a:pt x="1435085" y="57204"/>
                </a:lnTo>
                <a:lnTo>
                  <a:pt x="1435841" y="57231"/>
                </a:lnTo>
                <a:lnTo>
                  <a:pt x="1436583" y="57276"/>
                </a:lnTo>
                <a:lnTo>
                  <a:pt x="1437310" y="57340"/>
                </a:lnTo>
                <a:lnTo>
                  <a:pt x="1438024" y="57421"/>
                </a:lnTo>
                <a:lnTo>
                  <a:pt x="1438724" y="57521"/>
                </a:lnTo>
                <a:lnTo>
                  <a:pt x="1439410" y="57638"/>
                </a:lnTo>
                <a:lnTo>
                  <a:pt x="1440081" y="57774"/>
                </a:lnTo>
                <a:lnTo>
                  <a:pt x="1440739" y="57928"/>
                </a:lnTo>
                <a:lnTo>
                  <a:pt x="1441383" y="58100"/>
                </a:lnTo>
                <a:lnTo>
                  <a:pt x="1442013" y="58290"/>
                </a:lnTo>
                <a:lnTo>
                  <a:pt x="1442629" y="58498"/>
                </a:lnTo>
                <a:lnTo>
                  <a:pt x="1443230" y="58725"/>
                </a:lnTo>
                <a:lnTo>
                  <a:pt x="1443818" y="58969"/>
                </a:lnTo>
                <a:lnTo>
                  <a:pt x="1444392" y="59232"/>
                </a:lnTo>
                <a:lnTo>
                  <a:pt x="1444952" y="59512"/>
                </a:lnTo>
                <a:lnTo>
                  <a:pt x="1445498" y="59811"/>
                </a:lnTo>
                <a:lnTo>
                  <a:pt x="1446030" y="60128"/>
                </a:lnTo>
                <a:lnTo>
                  <a:pt x="1446548" y="60463"/>
                </a:lnTo>
                <a:lnTo>
                  <a:pt x="1447052" y="60816"/>
                </a:lnTo>
                <a:lnTo>
                  <a:pt x="1447542" y="61187"/>
                </a:lnTo>
                <a:lnTo>
                  <a:pt x="1448018" y="61576"/>
                </a:lnTo>
                <a:lnTo>
                  <a:pt x="1448480" y="61984"/>
                </a:lnTo>
                <a:lnTo>
                  <a:pt x="1448927" y="62409"/>
                </a:lnTo>
                <a:lnTo>
                  <a:pt x="1449359" y="62852"/>
                </a:lnTo>
                <a:lnTo>
                  <a:pt x="1449773" y="63312"/>
                </a:lnTo>
                <a:lnTo>
                  <a:pt x="1450168" y="63789"/>
                </a:lnTo>
                <a:lnTo>
                  <a:pt x="1450545" y="64283"/>
                </a:lnTo>
                <a:lnTo>
                  <a:pt x="1450904" y="64794"/>
                </a:lnTo>
                <a:lnTo>
                  <a:pt x="1451244" y="65322"/>
                </a:lnTo>
                <a:lnTo>
                  <a:pt x="1451565" y="65867"/>
                </a:lnTo>
                <a:lnTo>
                  <a:pt x="1451869" y="66428"/>
                </a:lnTo>
                <a:lnTo>
                  <a:pt x="1452154" y="67007"/>
                </a:lnTo>
                <a:lnTo>
                  <a:pt x="1452420" y="67603"/>
                </a:lnTo>
                <a:lnTo>
                  <a:pt x="1452668" y="68216"/>
                </a:lnTo>
                <a:lnTo>
                  <a:pt x="1452898" y="68846"/>
                </a:lnTo>
                <a:lnTo>
                  <a:pt x="1453110" y="69493"/>
                </a:lnTo>
                <a:lnTo>
                  <a:pt x="1453303" y="70157"/>
                </a:lnTo>
                <a:lnTo>
                  <a:pt x="1453477" y="70838"/>
                </a:lnTo>
                <a:lnTo>
                  <a:pt x="1453633" y="71536"/>
                </a:lnTo>
                <a:lnTo>
                  <a:pt x="1453771" y="72251"/>
                </a:lnTo>
                <a:lnTo>
                  <a:pt x="1453891" y="72983"/>
                </a:lnTo>
                <a:lnTo>
                  <a:pt x="1453992" y="73732"/>
                </a:lnTo>
                <a:lnTo>
                  <a:pt x="1454075" y="74498"/>
                </a:lnTo>
                <a:lnTo>
                  <a:pt x="1454139" y="75281"/>
                </a:lnTo>
                <a:lnTo>
                  <a:pt x="1454185" y="76081"/>
                </a:lnTo>
                <a:lnTo>
                  <a:pt x="1454212" y="76899"/>
                </a:lnTo>
                <a:lnTo>
                  <a:pt x="1454222" y="77733"/>
                </a:lnTo>
                <a:lnTo>
                  <a:pt x="1454222" y="100802"/>
                </a:lnTo>
                <a:lnTo>
                  <a:pt x="1454212" y="101636"/>
                </a:lnTo>
                <a:lnTo>
                  <a:pt x="1454185" y="102453"/>
                </a:lnTo>
                <a:lnTo>
                  <a:pt x="1454139" y="103253"/>
                </a:lnTo>
                <a:lnTo>
                  <a:pt x="1454075" y="104036"/>
                </a:lnTo>
                <a:lnTo>
                  <a:pt x="1453992" y="104802"/>
                </a:lnTo>
                <a:lnTo>
                  <a:pt x="1453891" y="105551"/>
                </a:lnTo>
                <a:lnTo>
                  <a:pt x="1453771" y="106283"/>
                </a:lnTo>
                <a:lnTo>
                  <a:pt x="1453633" y="106999"/>
                </a:lnTo>
                <a:lnTo>
                  <a:pt x="1453477" y="107697"/>
                </a:lnTo>
                <a:lnTo>
                  <a:pt x="1453303" y="108378"/>
                </a:lnTo>
                <a:lnTo>
                  <a:pt x="1453110" y="109042"/>
                </a:lnTo>
                <a:lnTo>
                  <a:pt x="1452898" y="109689"/>
                </a:lnTo>
                <a:lnTo>
                  <a:pt x="1452668" y="110319"/>
                </a:lnTo>
                <a:lnTo>
                  <a:pt x="1452420" y="110932"/>
                </a:lnTo>
                <a:lnTo>
                  <a:pt x="1452154" y="111528"/>
                </a:lnTo>
                <a:lnTo>
                  <a:pt x="1451869" y="112107"/>
                </a:lnTo>
                <a:lnTo>
                  <a:pt x="1451565" y="112669"/>
                </a:lnTo>
                <a:lnTo>
                  <a:pt x="1451244" y="113214"/>
                </a:lnTo>
                <a:lnTo>
                  <a:pt x="1450904" y="113742"/>
                </a:lnTo>
                <a:lnTo>
                  <a:pt x="1450545" y="114253"/>
                </a:lnTo>
                <a:lnTo>
                  <a:pt x="1450168" y="114747"/>
                </a:lnTo>
                <a:lnTo>
                  <a:pt x="1449773" y="115224"/>
                </a:lnTo>
                <a:lnTo>
                  <a:pt x="1449359" y="115685"/>
                </a:lnTo>
                <a:lnTo>
                  <a:pt x="1448927" y="116128"/>
                </a:lnTo>
                <a:lnTo>
                  <a:pt x="1448480" y="116553"/>
                </a:lnTo>
                <a:lnTo>
                  <a:pt x="1448018" y="116960"/>
                </a:lnTo>
                <a:lnTo>
                  <a:pt x="1447542" y="117349"/>
                </a:lnTo>
                <a:lnTo>
                  <a:pt x="1447052" y="117720"/>
                </a:lnTo>
                <a:lnTo>
                  <a:pt x="1446548" y="118073"/>
                </a:lnTo>
                <a:lnTo>
                  <a:pt x="1446030" y="118408"/>
                </a:lnTo>
                <a:lnTo>
                  <a:pt x="1445498" y="118725"/>
                </a:lnTo>
                <a:lnTo>
                  <a:pt x="1444952" y="119023"/>
                </a:lnTo>
                <a:lnTo>
                  <a:pt x="1444392" y="119304"/>
                </a:lnTo>
                <a:lnTo>
                  <a:pt x="1443818" y="119566"/>
                </a:lnTo>
                <a:lnTo>
                  <a:pt x="1443230" y="119811"/>
                </a:lnTo>
                <a:lnTo>
                  <a:pt x="1442629" y="120037"/>
                </a:lnTo>
                <a:lnTo>
                  <a:pt x="1442013" y="120245"/>
                </a:lnTo>
                <a:lnTo>
                  <a:pt x="1441383" y="120435"/>
                </a:lnTo>
                <a:lnTo>
                  <a:pt x="1440739" y="120607"/>
                </a:lnTo>
                <a:lnTo>
                  <a:pt x="1440081" y="120761"/>
                </a:lnTo>
                <a:lnTo>
                  <a:pt x="1439410" y="120896"/>
                </a:lnTo>
                <a:lnTo>
                  <a:pt x="1438724" y="121014"/>
                </a:lnTo>
                <a:lnTo>
                  <a:pt x="1438024" y="121114"/>
                </a:lnTo>
                <a:lnTo>
                  <a:pt x="1437310" y="121195"/>
                </a:lnTo>
                <a:lnTo>
                  <a:pt x="1436583" y="121258"/>
                </a:lnTo>
                <a:lnTo>
                  <a:pt x="1435841" y="121304"/>
                </a:lnTo>
                <a:lnTo>
                  <a:pt x="1435085" y="121331"/>
                </a:lnTo>
                <a:lnTo>
                  <a:pt x="1434315" y="121340"/>
                </a:lnTo>
                <a:lnTo>
                  <a:pt x="1433558" y="121331"/>
                </a:lnTo>
                <a:lnTo>
                  <a:pt x="1432814" y="121304"/>
                </a:lnTo>
                <a:lnTo>
                  <a:pt x="1432084" y="121258"/>
                </a:lnTo>
                <a:lnTo>
                  <a:pt x="1431366" y="121195"/>
                </a:lnTo>
                <a:lnTo>
                  <a:pt x="1430662" y="121114"/>
                </a:lnTo>
                <a:close/>
                <a:moveTo>
                  <a:pt x="1095036" y="70770"/>
                </a:moveTo>
                <a:lnTo>
                  <a:pt x="1094963" y="69690"/>
                </a:lnTo>
                <a:lnTo>
                  <a:pt x="1094860" y="68631"/>
                </a:lnTo>
                <a:lnTo>
                  <a:pt x="1094728" y="67592"/>
                </a:lnTo>
                <a:lnTo>
                  <a:pt x="1094566" y="66574"/>
                </a:lnTo>
                <a:lnTo>
                  <a:pt x="1094376" y="65578"/>
                </a:lnTo>
                <a:lnTo>
                  <a:pt x="1094155" y="64602"/>
                </a:lnTo>
                <a:lnTo>
                  <a:pt x="1093906" y="63647"/>
                </a:lnTo>
                <a:lnTo>
                  <a:pt x="1093627" y="62713"/>
                </a:lnTo>
                <a:lnTo>
                  <a:pt x="1093319" y="61799"/>
                </a:lnTo>
                <a:lnTo>
                  <a:pt x="1092982" y="60907"/>
                </a:lnTo>
                <a:lnTo>
                  <a:pt x="1092615" y="60035"/>
                </a:lnTo>
                <a:lnTo>
                  <a:pt x="1092218" y="59184"/>
                </a:lnTo>
                <a:lnTo>
                  <a:pt x="1091793" y="58354"/>
                </a:lnTo>
                <a:lnTo>
                  <a:pt x="1091338" y="57545"/>
                </a:lnTo>
                <a:lnTo>
                  <a:pt x="1090854" y="56757"/>
                </a:lnTo>
                <a:lnTo>
                  <a:pt x="1090340" y="55990"/>
                </a:lnTo>
                <a:lnTo>
                  <a:pt x="1089797" y="55243"/>
                </a:lnTo>
                <a:lnTo>
                  <a:pt x="1089225" y="54518"/>
                </a:lnTo>
                <a:lnTo>
                  <a:pt x="1088623" y="53813"/>
                </a:lnTo>
                <a:lnTo>
                  <a:pt x="1087992" y="53129"/>
                </a:lnTo>
                <a:lnTo>
                  <a:pt x="1087332" y="52466"/>
                </a:lnTo>
                <a:lnTo>
                  <a:pt x="1086642" y="51823"/>
                </a:lnTo>
                <a:lnTo>
                  <a:pt x="1085925" y="51204"/>
                </a:lnTo>
                <a:lnTo>
                  <a:pt x="1085182" y="50612"/>
                </a:lnTo>
                <a:lnTo>
                  <a:pt x="1084414" y="50046"/>
                </a:lnTo>
                <a:lnTo>
                  <a:pt x="1083621" y="49506"/>
                </a:lnTo>
                <a:lnTo>
                  <a:pt x="1082801" y="48992"/>
                </a:lnTo>
                <a:lnTo>
                  <a:pt x="1081957" y="48505"/>
                </a:lnTo>
                <a:lnTo>
                  <a:pt x="1081087" y="48044"/>
                </a:lnTo>
                <a:lnTo>
                  <a:pt x="1080191" y="47610"/>
                </a:lnTo>
                <a:lnTo>
                  <a:pt x="1079270" y="47202"/>
                </a:lnTo>
                <a:lnTo>
                  <a:pt x="1078323" y="46820"/>
                </a:lnTo>
                <a:lnTo>
                  <a:pt x="1077351" y="46464"/>
                </a:lnTo>
                <a:lnTo>
                  <a:pt x="1076353" y="46135"/>
                </a:lnTo>
                <a:lnTo>
                  <a:pt x="1075329" y="45832"/>
                </a:lnTo>
                <a:lnTo>
                  <a:pt x="1074281" y="45556"/>
                </a:lnTo>
                <a:lnTo>
                  <a:pt x="1073206" y="45305"/>
                </a:lnTo>
                <a:lnTo>
                  <a:pt x="1072107" y="45082"/>
                </a:lnTo>
                <a:lnTo>
                  <a:pt x="1070981" y="44884"/>
                </a:lnTo>
                <a:lnTo>
                  <a:pt x="1069830" y="44713"/>
                </a:lnTo>
                <a:lnTo>
                  <a:pt x="1068654" y="44568"/>
                </a:lnTo>
                <a:lnTo>
                  <a:pt x="1067452" y="44450"/>
                </a:lnTo>
                <a:lnTo>
                  <a:pt x="1066225" y="44357"/>
                </a:lnTo>
                <a:lnTo>
                  <a:pt x="1064972" y="44292"/>
                </a:lnTo>
                <a:lnTo>
                  <a:pt x="1063693" y="44252"/>
                </a:lnTo>
                <a:lnTo>
                  <a:pt x="1062389" y="44239"/>
                </a:lnTo>
                <a:lnTo>
                  <a:pt x="1061188" y="44250"/>
                </a:lnTo>
                <a:lnTo>
                  <a:pt x="1060007" y="44285"/>
                </a:lnTo>
                <a:lnTo>
                  <a:pt x="1058846" y="44344"/>
                </a:lnTo>
                <a:lnTo>
                  <a:pt x="1057704" y="44425"/>
                </a:lnTo>
                <a:lnTo>
                  <a:pt x="1056583" y="44530"/>
                </a:lnTo>
                <a:lnTo>
                  <a:pt x="1055482" y="44658"/>
                </a:lnTo>
                <a:lnTo>
                  <a:pt x="1054401" y="44810"/>
                </a:lnTo>
                <a:lnTo>
                  <a:pt x="1053340" y="44985"/>
                </a:lnTo>
                <a:lnTo>
                  <a:pt x="1052299" y="45183"/>
                </a:lnTo>
                <a:lnTo>
                  <a:pt x="1051278" y="45404"/>
                </a:lnTo>
                <a:lnTo>
                  <a:pt x="1050277" y="45649"/>
                </a:lnTo>
                <a:lnTo>
                  <a:pt x="1049296" y="45917"/>
                </a:lnTo>
                <a:lnTo>
                  <a:pt x="1048335" y="46209"/>
                </a:lnTo>
                <a:lnTo>
                  <a:pt x="1047394" y="46524"/>
                </a:lnTo>
                <a:lnTo>
                  <a:pt x="1046473" y="46862"/>
                </a:lnTo>
                <a:lnTo>
                  <a:pt x="1045572" y="47223"/>
                </a:lnTo>
                <a:lnTo>
                  <a:pt x="1044691" y="47608"/>
                </a:lnTo>
                <a:lnTo>
                  <a:pt x="1043831" y="48016"/>
                </a:lnTo>
                <a:lnTo>
                  <a:pt x="1042990" y="48447"/>
                </a:lnTo>
                <a:lnTo>
                  <a:pt x="1042169" y="48901"/>
                </a:lnTo>
                <a:lnTo>
                  <a:pt x="1041368" y="49379"/>
                </a:lnTo>
                <a:lnTo>
                  <a:pt x="1040588" y="49881"/>
                </a:lnTo>
                <a:lnTo>
                  <a:pt x="1039827" y="50405"/>
                </a:lnTo>
                <a:lnTo>
                  <a:pt x="1039086" y="50953"/>
                </a:lnTo>
                <a:lnTo>
                  <a:pt x="1038369" y="51519"/>
                </a:lnTo>
                <a:lnTo>
                  <a:pt x="1037680" y="52097"/>
                </a:lnTo>
                <a:lnTo>
                  <a:pt x="1037019" y="52687"/>
                </a:lnTo>
                <a:lnTo>
                  <a:pt x="1036385" y="53290"/>
                </a:lnTo>
                <a:lnTo>
                  <a:pt x="1035779" y="53905"/>
                </a:lnTo>
                <a:lnTo>
                  <a:pt x="1035201" y="54532"/>
                </a:lnTo>
                <a:lnTo>
                  <a:pt x="1034650" y="55172"/>
                </a:lnTo>
                <a:lnTo>
                  <a:pt x="1034127" y="55824"/>
                </a:lnTo>
                <a:lnTo>
                  <a:pt x="1033632" y="56489"/>
                </a:lnTo>
                <a:lnTo>
                  <a:pt x="1033164" y="57166"/>
                </a:lnTo>
                <a:lnTo>
                  <a:pt x="1032724" y="57855"/>
                </a:lnTo>
                <a:lnTo>
                  <a:pt x="1032312" y="58556"/>
                </a:lnTo>
                <a:lnTo>
                  <a:pt x="1031928" y="59270"/>
                </a:lnTo>
                <a:lnTo>
                  <a:pt x="1031571" y="59996"/>
                </a:lnTo>
                <a:lnTo>
                  <a:pt x="1031242" y="60735"/>
                </a:lnTo>
                <a:lnTo>
                  <a:pt x="1030941" y="61486"/>
                </a:lnTo>
                <a:lnTo>
                  <a:pt x="1030667" y="62249"/>
                </a:lnTo>
                <a:lnTo>
                  <a:pt x="1030421" y="63025"/>
                </a:lnTo>
                <a:lnTo>
                  <a:pt x="1030203" y="63812"/>
                </a:lnTo>
                <a:lnTo>
                  <a:pt x="1030012" y="64613"/>
                </a:lnTo>
                <a:lnTo>
                  <a:pt x="1029849" y="65425"/>
                </a:lnTo>
                <a:lnTo>
                  <a:pt x="1029714" y="66250"/>
                </a:lnTo>
                <a:lnTo>
                  <a:pt x="1029607" y="67088"/>
                </a:lnTo>
                <a:lnTo>
                  <a:pt x="1029527" y="67937"/>
                </a:lnTo>
                <a:lnTo>
                  <a:pt x="1043746" y="67937"/>
                </a:lnTo>
                <a:lnTo>
                  <a:pt x="1043781" y="67494"/>
                </a:lnTo>
                <a:lnTo>
                  <a:pt x="1043832" y="67059"/>
                </a:lnTo>
                <a:lnTo>
                  <a:pt x="1043899" y="66632"/>
                </a:lnTo>
                <a:lnTo>
                  <a:pt x="1043983" y="66213"/>
                </a:lnTo>
                <a:lnTo>
                  <a:pt x="1044084" y="65802"/>
                </a:lnTo>
                <a:lnTo>
                  <a:pt x="1044200" y="65400"/>
                </a:lnTo>
                <a:lnTo>
                  <a:pt x="1044334" y="65006"/>
                </a:lnTo>
                <a:lnTo>
                  <a:pt x="1044483" y="64620"/>
                </a:lnTo>
                <a:lnTo>
                  <a:pt x="1044650" y="64242"/>
                </a:lnTo>
                <a:lnTo>
                  <a:pt x="1044832" y="63873"/>
                </a:lnTo>
                <a:lnTo>
                  <a:pt x="1045031" y="63511"/>
                </a:lnTo>
                <a:lnTo>
                  <a:pt x="1045247" y="63158"/>
                </a:lnTo>
                <a:lnTo>
                  <a:pt x="1045479" y="62814"/>
                </a:lnTo>
                <a:lnTo>
                  <a:pt x="1045728" y="62477"/>
                </a:lnTo>
                <a:lnTo>
                  <a:pt x="1045992" y="62149"/>
                </a:lnTo>
                <a:lnTo>
                  <a:pt x="1046274" y="61829"/>
                </a:lnTo>
                <a:lnTo>
                  <a:pt x="1046572" y="61517"/>
                </a:lnTo>
                <a:lnTo>
                  <a:pt x="1046886" y="61213"/>
                </a:lnTo>
                <a:lnTo>
                  <a:pt x="1047217" y="60918"/>
                </a:lnTo>
                <a:lnTo>
                  <a:pt x="1047564" y="60631"/>
                </a:lnTo>
                <a:lnTo>
                  <a:pt x="1047928" y="60352"/>
                </a:lnTo>
                <a:lnTo>
                  <a:pt x="1048308" y="60081"/>
                </a:lnTo>
                <a:lnTo>
                  <a:pt x="1048705" y="59819"/>
                </a:lnTo>
                <a:lnTo>
                  <a:pt x="1049118" y="59565"/>
                </a:lnTo>
                <a:lnTo>
                  <a:pt x="1049544" y="59320"/>
                </a:lnTo>
                <a:lnTo>
                  <a:pt x="1049982" y="59085"/>
                </a:lnTo>
                <a:lnTo>
                  <a:pt x="1050431" y="58861"/>
                </a:lnTo>
                <a:lnTo>
                  <a:pt x="1050891" y="58647"/>
                </a:lnTo>
                <a:lnTo>
                  <a:pt x="1051361" y="58444"/>
                </a:lnTo>
                <a:lnTo>
                  <a:pt x="1051843" y="58251"/>
                </a:lnTo>
                <a:lnTo>
                  <a:pt x="1052336" y="58069"/>
                </a:lnTo>
                <a:lnTo>
                  <a:pt x="1052839" y="57897"/>
                </a:lnTo>
                <a:lnTo>
                  <a:pt x="1053354" y="57735"/>
                </a:lnTo>
                <a:lnTo>
                  <a:pt x="1053879" y="57584"/>
                </a:lnTo>
                <a:lnTo>
                  <a:pt x="1054416" y="57444"/>
                </a:lnTo>
                <a:lnTo>
                  <a:pt x="1054963" y="57313"/>
                </a:lnTo>
                <a:lnTo>
                  <a:pt x="1055522" y="57194"/>
                </a:lnTo>
                <a:lnTo>
                  <a:pt x="1056091" y="57084"/>
                </a:lnTo>
                <a:lnTo>
                  <a:pt x="1056672" y="56985"/>
                </a:lnTo>
                <a:lnTo>
                  <a:pt x="1057263" y="56897"/>
                </a:lnTo>
                <a:lnTo>
                  <a:pt x="1057865" y="56818"/>
                </a:lnTo>
                <a:lnTo>
                  <a:pt x="1058479" y="56751"/>
                </a:lnTo>
                <a:lnTo>
                  <a:pt x="1059103" y="56693"/>
                </a:lnTo>
                <a:lnTo>
                  <a:pt x="1059738" y="56646"/>
                </a:lnTo>
                <a:lnTo>
                  <a:pt x="1060385" y="56610"/>
                </a:lnTo>
                <a:lnTo>
                  <a:pt x="1061042" y="56584"/>
                </a:lnTo>
                <a:lnTo>
                  <a:pt x="1061710" y="56568"/>
                </a:lnTo>
                <a:lnTo>
                  <a:pt x="1062389" y="56563"/>
                </a:lnTo>
                <a:lnTo>
                  <a:pt x="1063158" y="56570"/>
                </a:lnTo>
                <a:lnTo>
                  <a:pt x="1063910" y="56592"/>
                </a:lnTo>
                <a:lnTo>
                  <a:pt x="1064646" y="56628"/>
                </a:lnTo>
                <a:lnTo>
                  <a:pt x="1065365" y="56679"/>
                </a:lnTo>
                <a:lnTo>
                  <a:pt x="1066068" y="56745"/>
                </a:lnTo>
                <a:lnTo>
                  <a:pt x="1066754" y="56825"/>
                </a:lnTo>
                <a:lnTo>
                  <a:pt x="1067424" y="56919"/>
                </a:lnTo>
                <a:lnTo>
                  <a:pt x="1068077" y="57028"/>
                </a:lnTo>
                <a:lnTo>
                  <a:pt x="1068714" y="57152"/>
                </a:lnTo>
                <a:lnTo>
                  <a:pt x="1069335" y="57290"/>
                </a:lnTo>
                <a:lnTo>
                  <a:pt x="1069939" y="57443"/>
                </a:lnTo>
                <a:lnTo>
                  <a:pt x="1070526" y="57610"/>
                </a:lnTo>
                <a:lnTo>
                  <a:pt x="1071097" y="57792"/>
                </a:lnTo>
                <a:lnTo>
                  <a:pt x="1071652" y="57988"/>
                </a:lnTo>
                <a:lnTo>
                  <a:pt x="1072190" y="58199"/>
                </a:lnTo>
                <a:lnTo>
                  <a:pt x="1072712" y="58424"/>
                </a:lnTo>
                <a:lnTo>
                  <a:pt x="1073217" y="58664"/>
                </a:lnTo>
                <a:lnTo>
                  <a:pt x="1073706" y="58919"/>
                </a:lnTo>
                <a:lnTo>
                  <a:pt x="1074178" y="59188"/>
                </a:lnTo>
                <a:lnTo>
                  <a:pt x="1074634" y="59471"/>
                </a:lnTo>
                <a:lnTo>
                  <a:pt x="1075073" y="59769"/>
                </a:lnTo>
                <a:lnTo>
                  <a:pt x="1075496" y="60082"/>
                </a:lnTo>
                <a:lnTo>
                  <a:pt x="1075903" y="60409"/>
                </a:lnTo>
                <a:lnTo>
                  <a:pt x="1076293" y="60751"/>
                </a:lnTo>
                <a:lnTo>
                  <a:pt x="1076666" y="61107"/>
                </a:lnTo>
                <a:lnTo>
                  <a:pt x="1077025" y="61478"/>
                </a:lnTo>
                <a:lnTo>
                  <a:pt x="1077367" y="61865"/>
                </a:lnTo>
                <a:lnTo>
                  <a:pt x="1077693" y="62266"/>
                </a:lnTo>
                <a:lnTo>
                  <a:pt x="1078003" y="62683"/>
                </a:lnTo>
                <a:lnTo>
                  <a:pt x="1078298" y="63115"/>
                </a:lnTo>
                <a:lnTo>
                  <a:pt x="1078576" y="63562"/>
                </a:lnTo>
                <a:lnTo>
                  <a:pt x="1078839" y="64024"/>
                </a:lnTo>
                <a:lnTo>
                  <a:pt x="1079085" y="64501"/>
                </a:lnTo>
                <a:lnTo>
                  <a:pt x="1079316" y="64993"/>
                </a:lnTo>
                <a:lnTo>
                  <a:pt x="1079531" y="65500"/>
                </a:lnTo>
                <a:lnTo>
                  <a:pt x="1079730" y="66023"/>
                </a:lnTo>
                <a:lnTo>
                  <a:pt x="1079913" y="66560"/>
                </a:lnTo>
                <a:lnTo>
                  <a:pt x="1080080" y="67113"/>
                </a:lnTo>
                <a:lnTo>
                  <a:pt x="1080231" y="67680"/>
                </a:lnTo>
                <a:lnTo>
                  <a:pt x="1080366" y="68263"/>
                </a:lnTo>
                <a:lnTo>
                  <a:pt x="1080486" y="68861"/>
                </a:lnTo>
                <a:lnTo>
                  <a:pt x="1080589" y="69474"/>
                </a:lnTo>
                <a:lnTo>
                  <a:pt x="1080677" y="70102"/>
                </a:lnTo>
                <a:lnTo>
                  <a:pt x="1080748" y="70745"/>
                </a:lnTo>
                <a:lnTo>
                  <a:pt x="1080804" y="71403"/>
                </a:lnTo>
                <a:lnTo>
                  <a:pt x="1080844" y="72076"/>
                </a:lnTo>
                <a:lnTo>
                  <a:pt x="1080868" y="72764"/>
                </a:lnTo>
                <a:lnTo>
                  <a:pt x="1080876" y="73468"/>
                </a:lnTo>
                <a:lnTo>
                  <a:pt x="1080876" y="80262"/>
                </a:lnTo>
                <a:lnTo>
                  <a:pt x="1054016" y="80262"/>
                </a:lnTo>
                <a:lnTo>
                  <a:pt x="1053322" y="80267"/>
                </a:lnTo>
                <a:lnTo>
                  <a:pt x="1052634" y="80285"/>
                </a:lnTo>
                <a:lnTo>
                  <a:pt x="1051953" y="80315"/>
                </a:lnTo>
                <a:lnTo>
                  <a:pt x="1051278" y="80356"/>
                </a:lnTo>
                <a:lnTo>
                  <a:pt x="1050610" y="80409"/>
                </a:lnTo>
                <a:lnTo>
                  <a:pt x="1049948" y="80474"/>
                </a:lnTo>
                <a:lnTo>
                  <a:pt x="1049293" y="80551"/>
                </a:lnTo>
                <a:lnTo>
                  <a:pt x="1048645" y="80639"/>
                </a:lnTo>
                <a:lnTo>
                  <a:pt x="1048003" y="80739"/>
                </a:lnTo>
                <a:lnTo>
                  <a:pt x="1047368" y="80851"/>
                </a:lnTo>
                <a:lnTo>
                  <a:pt x="1046739" y="80975"/>
                </a:lnTo>
                <a:lnTo>
                  <a:pt x="1046117" y="81111"/>
                </a:lnTo>
                <a:lnTo>
                  <a:pt x="1045502" y="81258"/>
                </a:lnTo>
                <a:lnTo>
                  <a:pt x="1044893" y="81417"/>
                </a:lnTo>
                <a:lnTo>
                  <a:pt x="1044291" y="81588"/>
                </a:lnTo>
                <a:lnTo>
                  <a:pt x="1043695" y="81771"/>
                </a:lnTo>
                <a:lnTo>
                  <a:pt x="1043106" y="81966"/>
                </a:lnTo>
                <a:lnTo>
                  <a:pt x="1042523" y="82172"/>
                </a:lnTo>
                <a:lnTo>
                  <a:pt x="1041947" y="82390"/>
                </a:lnTo>
                <a:lnTo>
                  <a:pt x="1041378" y="82620"/>
                </a:lnTo>
                <a:lnTo>
                  <a:pt x="1040815" y="82862"/>
                </a:lnTo>
                <a:lnTo>
                  <a:pt x="1040258" y="83116"/>
                </a:lnTo>
                <a:lnTo>
                  <a:pt x="1039709" y="83381"/>
                </a:lnTo>
                <a:lnTo>
                  <a:pt x="1039166" y="83658"/>
                </a:lnTo>
                <a:lnTo>
                  <a:pt x="1038631" y="83946"/>
                </a:lnTo>
                <a:lnTo>
                  <a:pt x="1038106" y="84243"/>
                </a:lnTo>
                <a:lnTo>
                  <a:pt x="1037591" y="84548"/>
                </a:lnTo>
                <a:lnTo>
                  <a:pt x="1037085" y="84863"/>
                </a:lnTo>
                <a:lnTo>
                  <a:pt x="1036590" y="85187"/>
                </a:lnTo>
                <a:lnTo>
                  <a:pt x="1036104" y="85520"/>
                </a:lnTo>
                <a:lnTo>
                  <a:pt x="1035629" y="85862"/>
                </a:lnTo>
                <a:lnTo>
                  <a:pt x="1035163" y="86213"/>
                </a:lnTo>
                <a:lnTo>
                  <a:pt x="1034707" y="86573"/>
                </a:lnTo>
                <a:lnTo>
                  <a:pt x="1034261" y="86942"/>
                </a:lnTo>
                <a:lnTo>
                  <a:pt x="1033825" y="87320"/>
                </a:lnTo>
                <a:lnTo>
                  <a:pt x="1033398" y="87707"/>
                </a:lnTo>
                <a:lnTo>
                  <a:pt x="1032982" y="88104"/>
                </a:lnTo>
                <a:lnTo>
                  <a:pt x="1032575" y="88509"/>
                </a:lnTo>
                <a:lnTo>
                  <a:pt x="1032179" y="88923"/>
                </a:lnTo>
                <a:lnTo>
                  <a:pt x="1031792" y="89347"/>
                </a:lnTo>
                <a:lnTo>
                  <a:pt x="1031415" y="89779"/>
                </a:lnTo>
                <a:lnTo>
                  <a:pt x="1031048" y="90221"/>
                </a:lnTo>
                <a:lnTo>
                  <a:pt x="1030690" y="90672"/>
                </a:lnTo>
                <a:lnTo>
                  <a:pt x="1030343" y="91131"/>
                </a:lnTo>
                <a:lnTo>
                  <a:pt x="1030005" y="91600"/>
                </a:lnTo>
                <a:lnTo>
                  <a:pt x="1029678" y="92078"/>
                </a:lnTo>
                <a:lnTo>
                  <a:pt x="1029360" y="92565"/>
                </a:lnTo>
                <a:lnTo>
                  <a:pt x="1029052" y="93061"/>
                </a:lnTo>
                <a:lnTo>
                  <a:pt x="1028756" y="93564"/>
                </a:lnTo>
                <a:lnTo>
                  <a:pt x="1028472" y="94075"/>
                </a:lnTo>
                <a:lnTo>
                  <a:pt x="1028201" y="94594"/>
                </a:lnTo>
                <a:lnTo>
                  <a:pt x="1027942" y="95119"/>
                </a:lnTo>
                <a:lnTo>
                  <a:pt x="1027696" y="95651"/>
                </a:lnTo>
                <a:lnTo>
                  <a:pt x="1027463" y="96191"/>
                </a:lnTo>
                <a:lnTo>
                  <a:pt x="1027242" y="96737"/>
                </a:lnTo>
                <a:lnTo>
                  <a:pt x="1027034" y="97291"/>
                </a:lnTo>
                <a:lnTo>
                  <a:pt x="1026838" y="97852"/>
                </a:lnTo>
                <a:lnTo>
                  <a:pt x="1026655" y="98420"/>
                </a:lnTo>
                <a:lnTo>
                  <a:pt x="1026485" y="98995"/>
                </a:lnTo>
                <a:lnTo>
                  <a:pt x="1026327" y="99577"/>
                </a:lnTo>
                <a:lnTo>
                  <a:pt x="1026182" y="100167"/>
                </a:lnTo>
                <a:lnTo>
                  <a:pt x="1026050" y="100763"/>
                </a:lnTo>
                <a:lnTo>
                  <a:pt x="1025930" y="101367"/>
                </a:lnTo>
                <a:lnTo>
                  <a:pt x="1025823" y="101978"/>
                </a:lnTo>
                <a:lnTo>
                  <a:pt x="1025728" y="102595"/>
                </a:lnTo>
                <a:lnTo>
                  <a:pt x="1025646" y="103221"/>
                </a:lnTo>
                <a:lnTo>
                  <a:pt x="1025577" y="103853"/>
                </a:lnTo>
                <a:lnTo>
                  <a:pt x="1025520" y="104492"/>
                </a:lnTo>
                <a:lnTo>
                  <a:pt x="1025476" y="105139"/>
                </a:lnTo>
                <a:lnTo>
                  <a:pt x="1025444" y="105792"/>
                </a:lnTo>
                <a:lnTo>
                  <a:pt x="1025425" y="106453"/>
                </a:lnTo>
                <a:lnTo>
                  <a:pt x="1025419" y="107121"/>
                </a:lnTo>
                <a:lnTo>
                  <a:pt x="1025433" y="108126"/>
                </a:lnTo>
                <a:lnTo>
                  <a:pt x="1025474" y="109116"/>
                </a:lnTo>
                <a:lnTo>
                  <a:pt x="1025543" y="110089"/>
                </a:lnTo>
                <a:lnTo>
                  <a:pt x="1025639" y="111046"/>
                </a:lnTo>
                <a:lnTo>
                  <a:pt x="1025762" y="111987"/>
                </a:lnTo>
                <a:lnTo>
                  <a:pt x="1025913" y="112912"/>
                </a:lnTo>
                <a:lnTo>
                  <a:pt x="1026091" y="113821"/>
                </a:lnTo>
                <a:lnTo>
                  <a:pt x="1026297" y="114713"/>
                </a:lnTo>
                <a:lnTo>
                  <a:pt x="1026530" y="115589"/>
                </a:lnTo>
                <a:lnTo>
                  <a:pt x="1026791" y="116449"/>
                </a:lnTo>
                <a:lnTo>
                  <a:pt x="1027079" y="117293"/>
                </a:lnTo>
                <a:lnTo>
                  <a:pt x="1027394" y="118121"/>
                </a:lnTo>
                <a:lnTo>
                  <a:pt x="1027737" y="118932"/>
                </a:lnTo>
                <a:lnTo>
                  <a:pt x="1028107" y="119728"/>
                </a:lnTo>
                <a:lnTo>
                  <a:pt x="1028505" y="120507"/>
                </a:lnTo>
                <a:lnTo>
                  <a:pt x="1028930" y="121270"/>
                </a:lnTo>
                <a:lnTo>
                  <a:pt x="1029383" y="122016"/>
                </a:lnTo>
                <a:lnTo>
                  <a:pt x="1029863" y="122747"/>
                </a:lnTo>
                <a:lnTo>
                  <a:pt x="1030370" y="123461"/>
                </a:lnTo>
                <a:lnTo>
                  <a:pt x="1030905" y="124160"/>
                </a:lnTo>
                <a:lnTo>
                  <a:pt x="1031468" y="124842"/>
                </a:lnTo>
                <a:lnTo>
                  <a:pt x="1032058" y="125508"/>
                </a:lnTo>
                <a:lnTo>
                  <a:pt x="1032675" y="126157"/>
                </a:lnTo>
                <a:lnTo>
                  <a:pt x="1033319" y="126791"/>
                </a:lnTo>
                <a:lnTo>
                  <a:pt x="1033987" y="127403"/>
                </a:lnTo>
                <a:lnTo>
                  <a:pt x="1034674" y="127989"/>
                </a:lnTo>
                <a:lnTo>
                  <a:pt x="1035381" y="128550"/>
                </a:lnTo>
                <a:lnTo>
                  <a:pt x="1036106" y="129084"/>
                </a:lnTo>
                <a:lnTo>
                  <a:pt x="1036851" y="129592"/>
                </a:lnTo>
                <a:lnTo>
                  <a:pt x="1037615" y="130074"/>
                </a:lnTo>
                <a:lnTo>
                  <a:pt x="1038398" y="130530"/>
                </a:lnTo>
                <a:lnTo>
                  <a:pt x="1039200" y="130960"/>
                </a:lnTo>
                <a:lnTo>
                  <a:pt x="1040022" y="131364"/>
                </a:lnTo>
                <a:lnTo>
                  <a:pt x="1040863" y="131742"/>
                </a:lnTo>
                <a:lnTo>
                  <a:pt x="1041723" y="132094"/>
                </a:lnTo>
                <a:lnTo>
                  <a:pt x="1042602" y="132419"/>
                </a:lnTo>
                <a:lnTo>
                  <a:pt x="1043500" y="132719"/>
                </a:lnTo>
                <a:lnTo>
                  <a:pt x="1044417" y="132993"/>
                </a:lnTo>
                <a:lnTo>
                  <a:pt x="1045354" y="133240"/>
                </a:lnTo>
                <a:lnTo>
                  <a:pt x="1046310" y="133462"/>
                </a:lnTo>
                <a:lnTo>
                  <a:pt x="1047285" y="133657"/>
                </a:lnTo>
                <a:lnTo>
                  <a:pt x="1048279" y="133827"/>
                </a:lnTo>
                <a:lnTo>
                  <a:pt x="1049293" y="133970"/>
                </a:lnTo>
                <a:lnTo>
                  <a:pt x="1050325" y="134087"/>
                </a:lnTo>
                <a:lnTo>
                  <a:pt x="1051377" y="134178"/>
                </a:lnTo>
                <a:lnTo>
                  <a:pt x="1052448" y="134244"/>
                </a:lnTo>
                <a:lnTo>
                  <a:pt x="1053539" y="134283"/>
                </a:lnTo>
                <a:lnTo>
                  <a:pt x="1054648" y="134296"/>
                </a:lnTo>
                <a:lnTo>
                  <a:pt x="1055329" y="134291"/>
                </a:lnTo>
                <a:lnTo>
                  <a:pt x="1056001" y="134278"/>
                </a:lnTo>
                <a:lnTo>
                  <a:pt x="1056665" y="134256"/>
                </a:lnTo>
                <a:lnTo>
                  <a:pt x="1057321" y="134225"/>
                </a:lnTo>
                <a:lnTo>
                  <a:pt x="1057969" y="134186"/>
                </a:lnTo>
                <a:lnTo>
                  <a:pt x="1058608" y="134138"/>
                </a:lnTo>
                <a:lnTo>
                  <a:pt x="1059239" y="134081"/>
                </a:lnTo>
                <a:lnTo>
                  <a:pt x="1059862" y="134015"/>
                </a:lnTo>
                <a:lnTo>
                  <a:pt x="1060477" y="133940"/>
                </a:lnTo>
                <a:lnTo>
                  <a:pt x="1061083" y="133857"/>
                </a:lnTo>
                <a:lnTo>
                  <a:pt x="1061682" y="133765"/>
                </a:lnTo>
                <a:lnTo>
                  <a:pt x="1062272" y="133664"/>
                </a:lnTo>
                <a:lnTo>
                  <a:pt x="1062854" y="133554"/>
                </a:lnTo>
                <a:lnTo>
                  <a:pt x="1063427" y="133436"/>
                </a:lnTo>
                <a:lnTo>
                  <a:pt x="1063992" y="133309"/>
                </a:lnTo>
                <a:lnTo>
                  <a:pt x="1064550" y="133173"/>
                </a:lnTo>
                <a:lnTo>
                  <a:pt x="1065099" y="133028"/>
                </a:lnTo>
                <a:lnTo>
                  <a:pt x="1065639" y="132874"/>
                </a:lnTo>
                <a:lnTo>
                  <a:pt x="1066172" y="132712"/>
                </a:lnTo>
                <a:lnTo>
                  <a:pt x="1066696" y="132541"/>
                </a:lnTo>
                <a:lnTo>
                  <a:pt x="1067212" y="132361"/>
                </a:lnTo>
                <a:lnTo>
                  <a:pt x="1067720" y="132173"/>
                </a:lnTo>
                <a:lnTo>
                  <a:pt x="1068219" y="131975"/>
                </a:lnTo>
                <a:lnTo>
                  <a:pt x="1068710" y="131769"/>
                </a:lnTo>
                <a:lnTo>
                  <a:pt x="1069193" y="131555"/>
                </a:lnTo>
                <a:lnTo>
                  <a:pt x="1069666" y="131333"/>
                </a:lnTo>
                <a:lnTo>
                  <a:pt x="1070130" y="131105"/>
                </a:lnTo>
                <a:lnTo>
                  <a:pt x="1070585" y="130869"/>
                </a:lnTo>
                <a:lnTo>
                  <a:pt x="1071030" y="130626"/>
                </a:lnTo>
                <a:lnTo>
                  <a:pt x="1071466" y="130376"/>
                </a:lnTo>
                <a:lnTo>
                  <a:pt x="1071892" y="130119"/>
                </a:lnTo>
                <a:lnTo>
                  <a:pt x="1072309" y="129855"/>
                </a:lnTo>
                <a:lnTo>
                  <a:pt x="1072717" y="129584"/>
                </a:lnTo>
                <a:lnTo>
                  <a:pt x="1073116" y="129305"/>
                </a:lnTo>
                <a:lnTo>
                  <a:pt x="1073505" y="129020"/>
                </a:lnTo>
                <a:lnTo>
                  <a:pt x="1073885" y="128727"/>
                </a:lnTo>
                <a:lnTo>
                  <a:pt x="1074255" y="128427"/>
                </a:lnTo>
                <a:lnTo>
                  <a:pt x="1074616" y="128120"/>
                </a:lnTo>
                <a:lnTo>
                  <a:pt x="1074968" y="127806"/>
                </a:lnTo>
                <a:lnTo>
                  <a:pt x="1075311" y="127485"/>
                </a:lnTo>
                <a:lnTo>
                  <a:pt x="1075644" y="127157"/>
                </a:lnTo>
                <a:lnTo>
                  <a:pt x="1075968" y="126822"/>
                </a:lnTo>
                <a:lnTo>
                  <a:pt x="1076282" y="126479"/>
                </a:lnTo>
                <a:lnTo>
                  <a:pt x="1076588" y="126129"/>
                </a:lnTo>
                <a:lnTo>
                  <a:pt x="1076883" y="125773"/>
                </a:lnTo>
                <a:lnTo>
                  <a:pt x="1077170" y="125409"/>
                </a:lnTo>
                <a:lnTo>
                  <a:pt x="1077447" y="125038"/>
                </a:lnTo>
                <a:lnTo>
                  <a:pt x="1077715" y="124660"/>
                </a:lnTo>
                <a:lnTo>
                  <a:pt x="1077973" y="124275"/>
                </a:lnTo>
                <a:lnTo>
                  <a:pt x="1078220" y="123884"/>
                </a:lnTo>
                <a:lnTo>
                  <a:pt x="1078456" y="123487"/>
                </a:lnTo>
                <a:lnTo>
                  <a:pt x="1078681" y="123084"/>
                </a:lnTo>
                <a:lnTo>
                  <a:pt x="1078895" y="122675"/>
                </a:lnTo>
                <a:lnTo>
                  <a:pt x="1079098" y="122260"/>
                </a:lnTo>
                <a:lnTo>
                  <a:pt x="1079290" y="121838"/>
                </a:lnTo>
                <a:lnTo>
                  <a:pt x="1079471" y="121411"/>
                </a:lnTo>
                <a:lnTo>
                  <a:pt x="1079641" y="120978"/>
                </a:lnTo>
                <a:lnTo>
                  <a:pt x="1079800" y="120539"/>
                </a:lnTo>
                <a:lnTo>
                  <a:pt x="1079948" y="120094"/>
                </a:lnTo>
                <a:lnTo>
                  <a:pt x="1080085" y="119643"/>
                </a:lnTo>
                <a:lnTo>
                  <a:pt x="1080212" y="119185"/>
                </a:lnTo>
                <a:lnTo>
                  <a:pt x="1080327" y="118722"/>
                </a:lnTo>
                <a:lnTo>
                  <a:pt x="1080431" y="118253"/>
                </a:lnTo>
                <a:lnTo>
                  <a:pt x="1080524" y="117777"/>
                </a:lnTo>
                <a:lnTo>
                  <a:pt x="1080607" y="117296"/>
                </a:lnTo>
                <a:lnTo>
                  <a:pt x="1080662" y="116916"/>
                </a:lnTo>
                <a:lnTo>
                  <a:pt x="1081035" y="116916"/>
                </a:lnTo>
                <a:lnTo>
                  <a:pt x="1081035" y="132717"/>
                </a:lnTo>
                <a:lnTo>
                  <a:pt x="1095095" y="132717"/>
                </a:lnTo>
                <a:lnTo>
                  <a:pt x="1095095" y="72993"/>
                </a:lnTo>
                <a:lnTo>
                  <a:pt x="1095080" y="71871"/>
                </a:lnTo>
                <a:lnTo>
                  <a:pt x="1095036" y="70770"/>
                </a:lnTo>
                <a:close/>
                <a:moveTo>
                  <a:pt x="1054091" y="122028"/>
                </a:moveTo>
                <a:lnTo>
                  <a:pt x="1053463" y="121933"/>
                </a:lnTo>
                <a:lnTo>
                  <a:pt x="1052849" y="121824"/>
                </a:lnTo>
                <a:lnTo>
                  <a:pt x="1052248" y="121701"/>
                </a:lnTo>
                <a:lnTo>
                  <a:pt x="1051659" y="121563"/>
                </a:lnTo>
                <a:lnTo>
                  <a:pt x="1051083" y="121410"/>
                </a:lnTo>
                <a:lnTo>
                  <a:pt x="1050521" y="121243"/>
                </a:lnTo>
                <a:lnTo>
                  <a:pt x="1049971" y="121061"/>
                </a:lnTo>
                <a:lnTo>
                  <a:pt x="1049434" y="120865"/>
                </a:lnTo>
                <a:lnTo>
                  <a:pt x="1048910" y="120654"/>
                </a:lnTo>
                <a:lnTo>
                  <a:pt x="1048399" y="120428"/>
                </a:lnTo>
                <a:lnTo>
                  <a:pt x="1047900" y="120189"/>
                </a:lnTo>
                <a:lnTo>
                  <a:pt x="1047415" y="119934"/>
                </a:lnTo>
                <a:lnTo>
                  <a:pt x="1046942" y="119665"/>
                </a:lnTo>
                <a:lnTo>
                  <a:pt x="1046483" y="119382"/>
                </a:lnTo>
                <a:lnTo>
                  <a:pt x="1046036" y="119084"/>
                </a:lnTo>
                <a:lnTo>
                  <a:pt x="1045602" y="118771"/>
                </a:lnTo>
                <a:lnTo>
                  <a:pt x="1045181" y="118444"/>
                </a:lnTo>
                <a:lnTo>
                  <a:pt x="1044773" y="118102"/>
                </a:lnTo>
                <a:lnTo>
                  <a:pt x="1044380" y="117748"/>
                </a:lnTo>
                <a:lnTo>
                  <a:pt x="1044004" y="117383"/>
                </a:lnTo>
                <a:lnTo>
                  <a:pt x="1043644" y="117007"/>
                </a:lnTo>
                <a:lnTo>
                  <a:pt x="1043301" y="116621"/>
                </a:lnTo>
                <a:lnTo>
                  <a:pt x="1042974" y="116224"/>
                </a:lnTo>
                <a:lnTo>
                  <a:pt x="1042665" y="115816"/>
                </a:lnTo>
                <a:lnTo>
                  <a:pt x="1042372" y="115397"/>
                </a:lnTo>
                <a:lnTo>
                  <a:pt x="1042096" y="114968"/>
                </a:lnTo>
                <a:lnTo>
                  <a:pt x="1041837" y="114528"/>
                </a:lnTo>
                <a:lnTo>
                  <a:pt x="1041594" y="114078"/>
                </a:lnTo>
                <a:lnTo>
                  <a:pt x="1041368" y="113617"/>
                </a:lnTo>
                <a:lnTo>
                  <a:pt x="1041159" y="113145"/>
                </a:lnTo>
                <a:lnTo>
                  <a:pt x="1040966" y="112662"/>
                </a:lnTo>
                <a:lnTo>
                  <a:pt x="1040791" y="112169"/>
                </a:lnTo>
                <a:lnTo>
                  <a:pt x="1040632" y="111665"/>
                </a:lnTo>
                <a:lnTo>
                  <a:pt x="1040489" y="111150"/>
                </a:lnTo>
                <a:lnTo>
                  <a:pt x="1040364" y="110625"/>
                </a:lnTo>
                <a:lnTo>
                  <a:pt x="1040255" y="110089"/>
                </a:lnTo>
                <a:lnTo>
                  <a:pt x="1040163" y="109542"/>
                </a:lnTo>
                <a:lnTo>
                  <a:pt x="1040088" y="108985"/>
                </a:lnTo>
                <a:lnTo>
                  <a:pt x="1040029" y="108417"/>
                </a:lnTo>
                <a:lnTo>
                  <a:pt x="1039987" y="107838"/>
                </a:lnTo>
                <a:lnTo>
                  <a:pt x="1039962" y="107248"/>
                </a:lnTo>
                <a:lnTo>
                  <a:pt x="1039954" y="106648"/>
                </a:lnTo>
                <a:lnTo>
                  <a:pt x="1039962" y="106074"/>
                </a:lnTo>
                <a:lnTo>
                  <a:pt x="1039984" y="105509"/>
                </a:lnTo>
                <a:lnTo>
                  <a:pt x="1040022" y="104953"/>
                </a:lnTo>
                <a:lnTo>
                  <a:pt x="1040075" y="104407"/>
                </a:lnTo>
                <a:lnTo>
                  <a:pt x="1040143" y="103871"/>
                </a:lnTo>
                <a:lnTo>
                  <a:pt x="1040226" y="103345"/>
                </a:lnTo>
                <a:lnTo>
                  <a:pt x="1040324" y="102828"/>
                </a:lnTo>
                <a:lnTo>
                  <a:pt x="1040437" y="102320"/>
                </a:lnTo>
                <a:lnTo>
                  <a:pt x="1040565" y="101823"/>
                </a:lnTo>
                <a:lnTo>
                  <a:pt x="1040708" y="101335"/>
                </a:lnTo>
                <a:lnTo>
                  <a:pt x="1040867" y="100856"/>
                </a:lnTo>
                <a:lnTo>
                  <a:pt x="1041040" y="100387"/>
                </a:lnTo>
                <a:lnTo>
                  <a:pt x="1041229" y="99928"/>
                </a:lnTo>
                <a:lnTo>
                  <a:pt x="1041432" y="99478"/>
                </a:lnTo>
                <a:lnTo>
                  <a:pt x="1041651" y="99038"/>
                </a:lnTo>
                <a:lnTo>
                  <a:pt x="1041885" y="98608"/>
                </a:lnTo>
                <a:lnTo>
                  <a:pt x="1042134" y="98187"/>
                </a:lnTo>
                <a:lnTo>
                  <a:pt x="1042398" y="97776"/>
                </a:lnTo>
                <a:lnTo>
                  <a:pt x="1042677" y="97374"/>
                </a:lnTo>
                <a:lnTo>
                  <a:pt x="1042971" y="96982"/>
                </a:lnTo>
                <a:lnTo>
                  <a:pt x="1043280" y="96600"/>
                </a:lnTo>
                <a:lnTo>
                  <a:pt x="1043604" y="96227"/>
                </a:lnTo>
                <a:lnTo>
                  <a:pt x="1043944" y="95864"/>
                </a:lnTo>
                <a:lnTo>
                  <a:pt x="1044298" y="95510"/>
                </a:lnTo>
                <a:lnTo>
                  <a:pt x="1044665" y="95168"/>
                </a:lnTo>
                <a:lnTo>
                  <a:pt x="1045041" y="94841"/>
                </a:lnTo>
                <a:lnTo>
                  <a:pt x="1045426" y="94529"/>
                </a:lnTo>
                <a:lnTo>
                  <a:pt x="1045820" y="94231"/>
                </a:lnTo>
                <a:lnTo>
                  <a:pt x="1046222" y="93947"/>
                </a:lnTo>
                <a:lnTo>
                  <a:pt x="1046634" y="93678"/>
                </a:lnTo>
                <a:lnTo>
                  <a:pt x="1047055" y="93424"/>
                </a:lnTo>
                <a:lnTo>
                  <a:pt x="1047485" y="93184"/>
                </a:lnTo>
                <a:lnTo>
                  <a:pt x="1047925" y="92958"/>
                </a:lnTo>
                <a:lnTo>
                  <a:pt x="1048373" y="92747"/>
                </a:lnTo>
                <a:lnTo>
                  <a:pt x="1048830" y="92551"/>
                </a:lnTo>
                <a:lnTo>
                  <a:pt x="1049296" y="92369"/>
                </a:lnTo>
                <a:lnTo>
                  <a:pt x="1049771" y="92202"/>
                </a:lnTo>
                <a:lnTo>
                  <a:pt x="1050255" y="92049"/>
                </a:lnTo>
                <a:lnTo>
                  <a:pt x="1050749" y="91911"/>
                </a:lnTo>
                <a:lnTo>
                  <a:pt x="1051251" y="91788"/>
                </a:lnTo>
                <a:lnTo>
                  <a:pt x="1051763" y="91679"/>
                </a:lnTo>
                <a:lnTo>
                  <a:pt x="1052283" y="91584"/>
                </a:lnTo>
                <a:lnTo>
                  <a:pt x="1052812" y="91504"/>
                </a:lnTo>
                <a:lnTo>
                  <a:pt x="1053351" y="91439"/>
                </a:lnTo>
                <a:lnTo>
                  <a:pt x="1053899" y="91388"/>
                </a:lnTo>
                <a:lnTo>
                  <a:pt x="1054455" y="91352"/>
                </a:lnTo>
                <a:lnTo>
                  <a:pt x="1055021" y="91330"/>
                </a:lnTo>
                <a:lnTo>
                  <a:pt x="1055595" y="91322"/>
                </a:lnTo>
                <a:lnTo>
                  <a:pt x="1080876" y="91322"/>
                </a:lnTo>
                <a:lnTo>
                  <a:pt x="1080876" y="103488"/>
                </a:lnTo>
                <a:lnTo>
                  <a:pt x="1080865" y="104205"/>
                </a:lnTo>
                <a:lnTo>
                  <a:pt x="1080833" y="104910"/>
                </a:lnTo>
                <a:lnTo>
                  <a:pt x="1080779" y="105603"/>
                </a:lnTo>
                <a:lnTo>
                  <a:pt x="1080704" y="106283"/>
                </a:lnTo>
                <a:lnTo>
                  <a:pt x="1080608" y="106950"/>
                </a:lnTo>
                <a:lnTo>
                  <a:pt x="1080490" y="107605"/>
                </a:lnTo>
                <a:lnTo>
                  <a:pt x="1080351" y="108247"/>
                </a:lnTo>
                <a:lnTo>
                  <a:pt x="1080191" y="108877"/>
                </a:lnTo>
                <a:lnTo>
                  <a:pt x="1080009" y="109493"/>
                </a:lnTo>
                <a:lnTo>
                  <a:pt x="1079806" y="110098"/>
                </a:lnTo>
                <a:lnTo>
                  <a:pt x="1079581" y="110689"/>
                </a:lnTo>
                <a:lnTo>
                  <a:pt x="1079335" y="111269"/>
                </a:lnTo>
                <a:lnTo>
                  <a:pt x="1079068" y="111835"/>
                </a:lnTo>
                <a:lnTo>
                  <a:pt x="1078779" y="112389"/>
                </a:lnTo>
                <a:lnTo>
                  <a:pt x="1078468" y="112930"/>
                </a:lnTo>
                <a:lnTo>
                  <a:pt x="1078137" y="113459"/>
                </a:lnTo>
                <a:lnTo>
                  <a:pt x="1077784" y="113975"/>
                </a:lnTo>
                <a:lnTo>
                  <a:pt x="1077409" y="114478"/>
                </a:lnTo>
                <a:lnTo>
                  <a:pt x="1077014" y="114969"/>
                </a:lnTo>
                <a:lnTo>
                  <a:pt x="1076596" y="115447"/>
                </a:lnTo>
                <a:lnTo>
                  <a:pt x="1076158" y="115913"/>
                </a:lnTo>
                <a:lnTo>
                  <a:pt x="1075698" y="116366"/>
                </a:lnTo>
                <a:lnTo>
                  <a:pt x="1075216" y="116806"/>
                </a:lnTo>
                <a:lnTo>
                  <a:pt x="1074713" y="117234"/>
                </a:lnTo>
                <a:lnTo>
                  <a:pt x="1074193" y="117647"/>
                </a:lnTo>
                <a:lnTo>
                  <a:pt x="1073657" y="118042"/>
                </a:lnTo>
                <a:lnTo>
                  <a:pt x="1073106" y="118419"/>
                </a:lnTo>
                <a:lnTo>
                  <a:pt x="1072541" y="118779"/>
                </a:lnTo>
                <a:lnTo>
                  <a:pt x="1071961" y="119121"/>
                </a:lnTo>
                <a:lnTo>
                  <a:pt x="1071366" y="119446"/>
                </a:lnTo>
                <a:lnTo>
                  <a:pt x="1070756" y="119753"/>
                </a:lnTo>
                <a:lnTo>
                  <a:pt x="1070132" y="120043"/>
                </a:lnTo>
                <a:lnTo>
                  <a:pt x="1069492" y="120315"/>
                </a:lnTo>
                <a:lnTo>
                  <a:pt x="1068838" y="120569"/>
                </a:lnTo>
                <a:lnTo>
                  <a:pt x="1068169" y="120806"/>
                </a:lnTo>
                <a:lnTo>
                  <a:pt x="1067485" y="121026"/>
                </a:lnTo>
                <a:lnTo>
                  <a:pt x="1066787" y="121228"/>
                </a:lnTo>
                <a:lnTo>
                  <a:pt x="1066073" y="121412"/>
                </a:lnTo>
                <a:lnTo>
                  <a:pt x="1065345" y="121579"/>
                </a:lnTo>
                <a:lnTo>
                  <a:pt x="1064602" y="121728"/>
                </a:lnTo>
                <a:lnTo>
                  <a:pt x="1063844" y="121860"/>
                </a:lnTo>
                <a:lnTo>
                  <a:pt x="1063071" y="121974"/>
                </a:lnTo>
                <a:lnTo>
                  <a:pt x="1062284" y="122070"/>
                </a:lnTo>
                <a:lnTo>
                  <a:pt x="1061482" y="122149"/>
                </a:lnTo>
                <a:lnTo>
                  <a:pt x="1060665" y="122211"/>
                </a:lnTo>
                <a:lnTo>
                  <a:pt x="1059833" y="122255"/>
                </a:lnTo>
                <a:lnTo>
                  <a:pt x="1058986" y="122281"/>
                </a:lnTo>
                <a:lnTo>
                  <a:pt x="1058124" y="122290"/>
                </a:lnTo>
                <a:lnTo>
                  <a:pt x="1057420" y="122282"/>
                </a:lnTo>
                <a:lnTo>
                  <a:pt x="1056728" y="122261"/>
                </a:lnTo>
                <a:lnTo>
                  <a:pt x="1056049" y="122224"/>
                </a:lnTo>
                <a:lnTo>
                  <a:pt x="1055384" y="122173"/>
                </a:lnTo>
                <a:lnTo>
                  <a:pt x="1054731" y="122108"/>
                </a:lnTo>
                <a:lnTo>
                  <a:pt x="1054091" y="122028"/>
                </a:lnTo>
                <a:close/>
                <a:moveTo>
                  <a:pt x="1194000" y="136665"/>
                </a:moveTo>
                <a:lnTo>
                  <a:pt x="1118163" y="136665"/>
                </a:lnTo>
                <a:lnTo>
                  <a:pt x="1118163" y="148517"/>
                </a:lnTo>
                <a:lnTo>
                  <a:pt x="1194000" y="148517"/>
                </a:lnTo>
                <a:lnTo>
                  <a:pt x="1194000" y="136665"/>
                </a:lnTo>
                <a:close/>
                <a:moveTo>
                  <a:pt x="1658511" y="136665"/>
                </a:moveTo>
                <a:lnTo>
                  <a:pt x="1582674" y="136665"/>
                </a:lnTo>
                <a:lnTo>
                  <a:pt x="1582674" y="148517"/>
                </a:lnTo>
                <a:lnTo>
                  <a:pt x="1658511" y="148517"/>
                </a:lnTo>
                <a:lnTo>
                  <a:pt x="1658511" y="136665"/>
                </a:lnTo>
                <a:close/>
                <a:moveTo>
                  <a:pt x="2488273" y="136759"/>
                </a:moveTo>
                <a:lnTo>
                  <a:pt x="2487481" y="136480"/>
                </a:lnTo>
                <a:lnTo>
                  <a:pt x="2486697" y="136186"/>
                </a:lnTo>
                <a:lnTo>
                  <a:pt x="2485922" y="135877"/>
                </a:lnTo>
                <a:lnTo>
                  <a:pt x="2485156" y="135554"/>
                </a:lnTo>
                <a:lnTo>
                  <a:pt x="2484400" y="135216"/>
                </a:lnTo>
                <a:lnTo>
                  <a:pt x="2483652" y="134863"/>
                </a:lnTo>
                <a:lnTo>
                  <a:pt x="2482914" y="134495"/>
                </a:lnTo>
                <a:lnTo>
                  <a:pt x="2482184" y="134113"/>
                </a:lnTo>
                <a:lnTo>
                  <a:pt x="2481464" y="133715"/>
                </a:lnTo>
                <a:lnTo>
                  <a:pt x="2480752" y="133303"/>
                </a:lnTo>
                <a:lnTo>
                  <a:pt x="2480050" y="132876"/>
                </a:lnTo>
                <a:lnTo>
                  <a:pt x="2479357" y="132434"/>
                </a:lnTo>
                <a:lnTo>
                  <a:pt x="2478673" y="131977"/>
                </a:lnTo>
                <a:lnTo>
                  <a:pt x="2477997" y="131506"/>
                </a:lnTo>
                <a:lnTo>
                  <a:pt x="2477331" y="131020"/>
                </a:lnTo>
                <a:lnTo>
                  <a:pt x="2476674" y="130519"/>
                </a:lnTo>
                <a:lnTo>
                  <a:pt x="2476026" y="130003"/>
                </a:lnTo>
                <a:lnTo>
                  <a:pt x="2475387" y="129472"/>
                </a:lnTo>
                <a:lnTo>
                  <a:pt x="2474757" y="128927"/>
                </a:lnTo>
                <a:lnTo>
                  <a:pt x="2474138" y="128368"/>
                </a:lnTo>
                <a:lnTo>
                  <a:pt x="2473531" y="127797"/>
                </a:lnTo>
                <a:lnTo>
                  <a:pt x="2472935" y="127216"/>
                </a:lnTo>
                <a:lnTo>
                  <a:pt x="2472352" y="126622"/>
                </a:lnTo>
                <a:lnTo>
                  <a:pt x="2471781" y="126017"/>
                </a:lnTo>
                <a:lnTo>
                  <a:pt x="2471222" y="125401"/>
                </a:lnTo>
                <a:lnTo>
                  <a:pt x="2470675" y="124773"/>
                </a:lnTo>
                <a:lnTo>
                  <a:pt x="2470140" y="124133"/>
                </a:lnTo>
                <a:lnTo>
                  <a:pt x="2469617" y="123482"/>
                </a:lnTo>
                <a:lnTo>
                  <a:pt x="2469106" y="122820"/>
                </a:lnTo>
                <a:lnTo>
                  <a:pt x="2468608" y="122146"/>
                </a:lnTo>
                <a:lnTo>
                  <a:pt x="2468121" y="121460"/>
                </a:lnTo>
                <a:lnTo>
                  <a:pt x="2467646" y="120763"/>
                </a:lnTo>
                <a:lnTo>
                  <a:pt x="2467184" y="120055"/>
                </a:lnTo>
                <a:lnTo>
                  <a:pt x="2466733" y="119335"/>
                </a:lnTo>
                <a:lnTo>
                  <a:pt x="2466295" y="118603"/>
                </a:lnTo>
                <a:lnTo>
                  <a:pt x="2465868" y="117860"/>
                </a:lnTo>
                <a:lnTo>
                  <a:pt x="2465454" y="117105"/>
                </a:lnTo>
                <a:lnTo>
                  <a:pt x="2465052" y="116339"/>
                </a:lnTo>
                <a:lnTo>
                  <a:pt x="2464662" y="115561"/>
                </a:lnTo>
                <a:lnTo>
                  <a:pt x="2464283" y="114772"/>
                </a:lnTo>
                <a:lnTo>
                  <a:pt x="2463917" y="113971"/>
                </a:lnTo>
                <a:lnTo>
                  <a:pt x="2463563" y="113159"/>
                </a:lnTo>
                <a:lnTo>
                  <a:pt x="2463221" y="112335"/>
                </a:lnTo>
                <a:lnTo>
                  <a:pt x="2462893" y="111502"/>
                </a:lnTo>
                <a:lnTo>
                  <a:pt x="2462578" y="110660"/>
                </a:lnTo>
                <a:lnTo>
                  <a:pt x="2462277" y="109810"/>
                </a:lnTo>
                <a:lnTo>
                  <a:pt x="2461990" y="108951"/>
                </a:lnTo>
                <a:lnTo>
                  <a:pt x="2461718" y="108085"/>
                </a:lnTo>
                <a:lnTo>
                  <a:pt x="2461459" y="107210"/>
                </a:lnTo>
                <a:lnTo>
                  <a:pt x="2461214" y="106327"/>
                </a:lnTo>
                <a:lnTo>
                  <a:pt x="2460983" y="105436"/>
                </a:lnTo>
                <a:lnTo>
                  <a:pt x="2460767" y="104536"/>
                </a:lnTo>
                <a:lnTo>
                  <a:pt x="2460564" y="103629"/>
                </a:lnTo>
                <a:lnTo>
                  <a:pt x="2460375" y="102713"/>
                </a:lnTo>
                <a:lnTo>
                  <a:pt x="2460200" y="101789"/>
                </a:lnTo>
                <a:lnTo>
                  <a:pt x="2460039" y="100856"/>
                </a:lnTo>
                <a:lnTo>
                  <a:pt x="2459892" y="99916"/>
                </a:lnTo>
                <a:lnTo>
                  <a:pt x="2459759" y="98967"/>
                </a:lnTo>
                <a:lnTo>
                  <a:pt x="2459641" y="98010"/>
                </a:lnTo>
                <a:lnTo>
                  <a:pt x="2459536" y="97044"/>
                </a:lnTo>
                <a:lnTo>
                  <a:pt x="2459445" y="96071"/>
                </a:lnTo>
                <a:lnTo>
                  <a:pt x="2459368" y="95089"/>
                </a:lnTo>
                <a:lnTo>
                  <a:pt x="2459305" y="94099"/>
                </a:lnTo>
                <a:lnTo>
                  <a:pt x="2459256" y="93101"/>
                </a:lnTo>
                <a:lnTo>
                  <a:pt x="2459221" y="92094"/>
                </a:lnTo>
                <a:lnTo>
                  <a:pt x="2459200" y="91080"/>
                </a:lnTo>
                <a:lnTo>
                  <a:pt x="2459193" y="90057"/>
                </a:lnTo>
                <a:lnTo>
                  <a:pt x="2459193" y="61619"/>
                </a:lnTo>
                <a:lnTo>
                  <a:pt x="2459200" y="60583"/>
                </a:lnTo>
                <a:lnTo>
                  <a:pt x="2459221" y="59556"/>
                </a:lnTo>
                <a:lnTo>
                  <a:pt x="2459256" y="58538"/>
                </a:lnTo>
                <a:lnTo>
                  <a:pt x="2459305" y="57530"/>
                </a:lnTo>
                <a:lnTo>
                  <a:pt x="2459368" y="56530"/>
                </a:lnTo>
                <a:lnTo>
                  <a:pt x="2459445" y="55540"/>
                </a:lnTo>
                <a:lnTo>
                  <a:pt x="2459536" y="54559"/>
                </a:lnTo>
                <a:lnTo>
                  <a:pt x="2459641" y="53586"/>
                </a:lnTo>
                <a:lnTo>
                  <a:pt x="2459759" y="52623"/>
                </a:lnTo>
                <a:lnTo>
                  <a:pt x="2459892" y="51669"/>
                </a:lnTo>
                <a:lnTo>
                  <a:pt x="2460039" y="50723"/>
                </a:lnTo>
                <a:lnTo>
                  <a:pt x="2460200" y="49787"/>
                </a:lnTo>
                <a:lnTo>
                  <a:pt x="2460375" y="48860"/>
                </a:lnTo>
                <a:lnTo>
                  <a:pt x="2460564" y="47942"/>
                </a:lnTo>
                <a:lnTo>
                  <a:pt x="2460767" y="47033"/>
                </a:lnTo>
                <a:lnTo>
                  <a:pt x="2460983" y="46133"/>
                </a:lnTo>
                <a:lnTo>
                  <a:pt x="2461214" y="45243"/>
                </a:lnTo>
                <a:lnTo>
                  <a:pt x="2461459" y="44361"/>
                </a:lnTo>
                <a:lnTo>
                  <a:pt x="2461718" y="43488"/>
                </a:lnTo>
                <a:lnTo>
                  <a:pt x="2461990" y="42625"/>
                </a:lnTo>
                <a:lnTo>
                  <a:pt x="2462277" y="41770"/>
                </a:lnTo>
                <a:lnTo>
                  <a:pt x="2462578" y="40924"/>
                </a:lnTo>
                <a:lnTo>
                  <a:pt x="2462893" y="40088"/>
                </a:lnTo>
                <a:lnTo>
                  <a:pt x="2463221" y="39260"/>
                </a:lnTo>
                <a:lnTo>
                  <a:pt x="2463563" y="38443"/>
                </a:lnTo>
                <a:lnTo>
                  <a:pt x="2463917" y="37637"/>
                </a:lnTo>
                <a:lnTo>
                  <a:pt x="2464283" y="36842"/>
                </a:lnTo>
                <a:lnTo>
                  <a:pt x="2464662" y="36059"/>
                </a:lnTo>
                <a:lnTo>
                  <a:pt x="2465052" y="35287"/>
                </a:lnTo>
                <a:lnTo>
                  <a:pt x="2465454" y="34526"/>
                </a:lnTo>
                <a:lnTo>
                  <a:pt x="2465868" y="33776"/>
                </a:lnTo>
                <a:lnTo>
                  <a:pt x="2466295" y="33037"/>
                </a:lnTo>
                <a:lnTo>
                  <a:pt x="2466733" y="32310"/>
                </a:lnTo>
                <a:lnTo>
                  <a:pt x="2467184" y="31594"/>
                </a:lnTo>
                <a:lnTo>
                  <a:pt x="2467646" y="30889"/>
                </a:lnTo>
                <a:lnTo>
                  <a:pt x="2468121" y="30196"/>
                </a:lnTo>
                <a:lnTo>
                  <a:pt x="2468608" y="29513"/>
                </a:lnTo>
                <a:lnTo>
                  <a:pt x="2469106" y="28842"/>
                </a:lnTo>
                <a:lnTo>
                  <a:pt x="2469617" y="28183"/>
                </a:lnTo>
                <a:lnTo>
                  <a:pt x="2470140" y="27534"/>
                </a:lnTo>
                <a:lnTo>
                  <a:pt x="2470675" y="26897"/>
                </a:lnTo>
                <a:lnTo>
                  <a:pt x="2471222" y="26271"/>
                </a:lnTo>
                <a:lnTo>
                  <a:pt x="2471781" y="25656"/>
                </a:lnTo>
                <a:lnTo>
                  <a:pt x="2472352" y="25053"/>
                </a:lnTo>
                <a:lnTo>
                  <a:pt x="2472935" y="24460"/>
                </a:lnTo>
                <a:lnTo>
                  <a:pt x="2473531" y="23879"/>
                </a:lnTo>
                <a:lnTo>
                  <a:pt x="2474138" y="23310"/>
                </a:lnTo>
                <a:lnTo>
                  <a:pt x="2474757" y="22751"/>
                </a:lnTo>
                <a:lnTo>
                  <a:pt x="2475387" y="22205"/>
                </a:lnTo>
                <a:lnTo>
                  <a:pt x="2476026" y="21675"/>
                </a:lnTo>
                <a:lnTo>
                  <a:pt x="2476674" y="21158"/>
                </a:lnTo>
                <a:lnTo>
                  <a:pt x="2477331" y="20657"/>
                </a:lnTo>
                <a:lnTo>
                  <a:pt x="2477997" y="20171"/>
                </a:lnTo>
                <a:lnTo>
                  <a:pt x="2478673" y="19699"/>
                </a:lnTo>
                <a:lnTo>
                  <a:pt x="2479357" y="19242"/>
                </a:lnTo>
                <a:lnTo>
                  <a:pt x="2480050" y="18801"/>
                </a:lnTo>
                <a:lnTo>
                  <a:pt x="2480752" y="18373"/>
                </a:lnTo>
                <a:lnTo>
                  <a:pt x="2481464" y="17961"/>
                </a:lnTo>
                <a:lnTo>
                  <a:pt x="2482184" y="17564"/>
                </a:lnTo>
                <a:lnTo>
                  <a:pt x="2482914" y="17181"/>
                </a:lnTo>
                <a:lnTo>
                  <a:pt x="2483652" y="16813"/>
                </a:lnTo>
                <a:lnTo>
                  <a:pt x="2484400" y="16460"/>
                </a:lnTo>
                <a:lnTo>
                  <a:pt x="2485156" y="16122"/>
                </a:lnTo>
                <a:lnTo>
                  <a:pt x="2485922" y="15798"/>
                </a:lnTo>
                <a:lnTo>
                  <a:pt x="2486697" y="15490"/>
                </a:lnTo>
                <a:lnTo>
                  <a:pt x="2487481" y="15196"/>
                </a:lnTo>
                <a:lnTo>
                  <a:pt x="2488273" y="14917"/>
                </a:lnTo>
                <a:lnTo>
                  <a:pt x="2489075" y="14653"/>
                </a:lnTo>
                <a:lnTo>
                  <a:pt x="2489886" y="14403"/>
                </a:lnTo>
                <a:lnTo>
                  <a:pt x="2490706" y="14169"/>
                </a:lnTo>
                <a:lnTo>
                  <a:pt x="2491535" y="13949"/>
                </a:lnTo>
                <a:lnTo>
                  <a:pt x="2492373" y="13744"/>
                </a:lnTo>
                <a:lnTo>
                  <a:pt x="2492373" y="0"/>
                </a:lnTo>
                <a:lnTo>
                  <a:pt x="2490508" y="440"/>
                </a:lnTo>
                <a:lnTo>
                  <a:pt x="2488678" y="919"/>
                </a:lnTo>
                <a:lnTo>
                  <a:pt x="2486884" y="1437"/>
                </a:lnTo>
                <a:lnTo>
                  <a:pt x="2485125" y="1992"/>
                </a:lnTo>
                <a:lnTo>
                  <a:pt x="2483401" y="2587"/>
                </a:lnTo>
                <a:lnTo>
                  <a:pt x="2481713" y="3219"/>
                </a:lnTo>
                <a:lnTo>
                  <a:pt x="2480060" y="3890"/>
                </a:lnTo>
                <a:lnTo>
                  <a:pt x="2478443" y="4599"/>
                </a:lnTo>
                <a:lnTo>
                  <a:pt x="2476861" y="5347"/>
                </a:lnTo>
                <a:lnTo>
                  <a:pt x="2475314" y="6133"/>
                </a:lnTo>
                <a:lnTo>
                  <a:pt x="2473802" y="6958"/>
                </a:lnTo>
                <a:lnTo>
                  <a:pt x="2472327" y="7821"/>
                </a:lnTo>
                <a:lnTo>
                  <a:pt x="2470886" y="8722"/>
                </a:lnTo>
                <a:lnTo>
                  <a:pt x="2469481" y="9662"/>
                </a:lnTo>
                <a:lnTo>
                  <a:pt x="2468111" y="10640"/>
                </a:lnTo>
                <a:lnTo>
                  <a:pt x="2466777" y="11657"/>
                </a:lnTo>
                <a:lnTo>
                  <a:pt x="2465478" y="12712"/>
                </a:lnTo>
                <a:lnTo>
                  <a:pt x="2464214" y="13805"/>
                </a:lnTo>
                <a:lnTo>
                  <a:pt x="2462986" y="14937"/>
                </a:lnTo>
                <a:lnTo>
                  <a:pt x="2461793" y="16107"/>
                </a:lnTo>
                <a:lnTo>
                  <a:pt x="2460635" y="17316"/>
                </a:lnTo>
                <a:lnTo>
                  <a:pt x="2459513" y="18563"/>
                </a:lnTo>
                <a:lnTo>
                  <a:pt x="2458426" y="19848"/>
                </a:lnTo>
                <a:lnTo>
                  <a:pt x="2457375" y="21172"/>
                </a:lnTo>
                <a:lnTo>
                  <a:pt x="2456363" y="22529"/>
                </a:lnTo>
                <a:lnTo>
                  <a:pt x="2455394" y="23915"/>
                </a:lnTo>
                <a:lnTo>
                  <a:pt x="2454469" y="25329"/>
                </a:lnTo>
                <a:lnTo>
                  <a:pt x="2453586" y="26772"/>
                </a:lnTo>
                <a:lnTo>
                  <a:pt x="2452746" y="28243"/>
                </a:lnTo>
                <a:lnTo>
                  <a:pt x="2451950" y="29743"/>
                </a:lnTo>
                <a:lnTo>
                  <a:pt x="2451196" y="31271"/>
                </a:lnTo>
                <a:lnTo>
                  <a:pt x="2450486" y="32828"/>
                </a:lnTo>
                <a:lnTo>
                  <a:pt x="2449818" y="34413"/>
                </a:lnTo>
                <a:lnTo>
                  <a:pt x="2449194" y="36027"/>
                </a:lnTo>
                <a:lnTo>
                  <a:pt x="2448612" y="37670"/>
                </a:lnTo>
                <a:lnTo>
                  <a:pt x="2448074" y="39341"/>
                </a:lnTo>
                <a:lnTo>
                  <a:pt x="2447579" y="41040"/>
                </a:lnTo>
                <a:lnTo>
                  <a:pt x="2447127" y="42768"/>
                </a:lnTo>
                <a:lnTo>
                  <a:pt x="2446718" y="44525"/>
                </a:lnTo>
                <a:lnTo>
                  <a:pt x="2446352" y="46310"/>
                </a:lnTo>
                <a:lnTo>
                  <a:pt x="2446029" y="48124"/>
                </a:lnTo>
                <a:lnTo>
                  <a:pt x="2445749" y="49966"/>
                </a:lnTo>
                <a:lnTo>
                  <a:pt x="2445512" y="51837"/>
                </a:lnTo>
                <a:lnTo>
                  <a:pt x="2445318" y="53736"/>
                </a:lnTo>
                <a:lnTo>
                  <a:pt x="2445168" y="55664"/>
                </a:lnTo>
                <a:lnTo>
                  <a:pt x="2445060" y="57620"/>
                </a:lnTo>
                <a:lnTo>
                  <a:pt x="2444995" y="59605"/>
                </a:lnTo>
                <a:lnTo>
                  <a:pt x="2444974" y="61619"/>
                </a:lnTo>
                <a:lnTo>
                  <a:pt x="2444974" y="90057"/>
                </a:lnTo>
                <a:lnTo>
                  <a:pt x="2444995" y="92070"/>
                </a:lnTo>
                <a:lnTo>
                  <a:pt x="2445060" y="94055"/>
                </a:lnTo>
                <a:lnTo>
                  <a:pt x="2445168" y="96012"/>
                </a:lnTo>
                <a:lnTo>
                  <a:pt x="2445318" y="97939"/>
                </a:lnTo>
                <a:lnTo>
                  <a:pt x="2445512" y="99839"/>
                </a:lnTo>
                <a:lnTo>
                  <a:pt x="2445749" y="101710"/>
                </a:lnTo>
                <a:lnTo>
                  <a:pt x="2446029" y="103552"/>
                </a:lnTo>
                <a:lnTo>
                  <a:pt x="2446352" y="105366"/>
                </a:lnTo>
                <a:lnTo>
                  <a:pt x="2446718" y="107151"/>
                </a:lnTo>
                <a:lnTo>
                  <a:pt x="2447127" y="108908"/>
                </a:lnTo>
                <a:lnTo>
                  <a:pt x="2447579" y="110636"/>
                </a:lnTo>
                <a:lnTo>
                  <a:pt x="2448074" y="112335"/>
                </a:lnTo>
                <a:lnTo>
                  <a:pt x="2448612" y="114006"/>
                </a:lnTo>
                <a:lnTo>
                  <a:pt x="2449194" y="115649"/>
                </a:lnTo>
                <a:lnTo>
                  <a:pt x="2449818" y="117263"/>
                </a:lnTo>
                <a:lnTo>
                  <a:pt x="2450486" y="118849"/>
                </a:lnTo>
                <a:lnTo>
                  <a:pt x="2451196" y="120406"/>
                </a:lnTo>
                <a:lnTo>
                  <a:pt x="2451950" y="121934"/>
                </a:lnTo>
                <a:lnTo>
                  <a:pt x="2452746" y="123434"/>
                </a:lnTo>
                <a:lnTo>
                  <a:pt x="2453586" y="124905"/>
                </a:lnTo>
                <a:lnTo>
                  <a:pt x="2454469" y="126348"/>
                </a:lnTo>
                <a:lnTo>
                  <a:pt x="2455394" y="127763"/>
                </a:lnTo>
                <a:lnTo>
                  <a:pt x="2456363" y="129148"/>
                </a:lnTo>
                <a:lnTo>
                  <a:pt x="2457375" y="130506"/>
                </a:lnTo>
                <a:lnTo>
                  <a:pt x="2458426" y="131829"/>
                </a:lnTo>
                <a:lnTo>
                  <a:pt x="2459513" y="133115"/>
                </a:lnTo>
                <a:lnTo>
                  <a:pt x="2460635" y="134362"/>
                </a:lnTo>
                <a:lnTo>
                  <a:pt x="2461793" y="135570"/>
                </a:lnTo>
                <a:lnTo>
                  <a:pt x="2462986" y="136740"/>
                </a:lnTo>
                <a:lnTo>
                  <a:pt x="2464214" y="137872"/>
                </a:lnTo>
                <a:lnTo>
                  <a:pt x="2465478" y="138965"/>
                </a:lnTo>
                <a:lnTo>
                  <a:pt x="2466777" y="140020"/>
                </a:lnTo>
                <a:lnTo>
                  <a:pt x="2468111" y="141036"/>
                </a:lnTo>
                <a:lnTo>
                  <a:pt x="2469481" y="142014"/>
                </a:lnTo>
                <a:lnTo>
                  <a:pt x="2470886" y="142954"/>
                </a:lnTo>
                <a:lnTo>
                  <a:pt x="2472327" y="143855"/>
                </a:lnTo>
                <a:lnTo>
                  <a:pt x="2473802" y="144718"/>
                </a:lnTo>
                <a:lnTo>
                  <a:pt x="2475314" y="145543"/>
                </a:lnTo>
                <a:lnTo>
                  <a:pt x="2476861" y="146329"/>
                </a:lnTo>
                <a:lnTo>
                  <a:pt x="2478443" y="147076"/>
                </a:lnTo>
                <a:lnTo>
                  <a:pt x="2480060" y="147786"/>
                </a:lnTo>
                <a:lnTo>
                  <a:pt x="2481713" y="148456"/>
                </a:lnTo>
                <a:lnTo>
                  <a:pt x="2483401" y="149089"/>
                </a:lnTo>
                <a:lnTo>
                  <a:pt x="2485125" y="149683"/>
                </a:lnTo>
                <a:lnTo>
                  <a:pt x="2486884" y="150239"/>
                </a:lnTo>
                <a:lnTo>
                  <a:pt x="2488678" y="150756"/>
                </a:lnTo>
                <a:lnTo>
                  <a:pt x="2490508" y="151235"/>
                </a:lnTo>
                <a:lnTo>
                  <a:pt x="2492373" y="151675"/>
                </a:lnTo>
                <a:lnTo>
                  <a:pt x="2492373" y="137931"/>
                </a:lnTo>
                <a:lnTo>
                  <a:pt x="2491535" y="137726"/>
                </a:lnTo>
                <a:lnTo>
                  <a:pt x="2490706" y="137507"/>
                </a:lnTo>
                <a:lnTo>
                  <a:pt x="2489886" y="137272"/>
                </a:lnTo>
                <a:lnTo>
                  <a:pt x="2489075" y="137023"/>
                </a:lnTo>
                <a:lnTo>
                  <a:pt x="2488273" y="136759"/>
                </a:lnTo>
                <a:close/>
                <a:moveTo>
                  <a:pt x="2069742" y="119685"/>
                </a:moveTo>
                <a:lnTo>
                  <a:pt x="2069955" y="120376"/>
                </a:lnTo>
                <a:lnTo>
                  <a:pt x="2070191" y="121053"/>
                </a:lnTo>
                <a:lnTo>
                  <a:pt x="2070450" y="121715"/>
                </a:lnTo>
                <a:lnTo>
                  <a:pt x="2070731" y="122363"/>
                </a:lnTo>
                <a:lnTo>
                  <a:pt x="2071035" y="122996"/>
                </a:lnTo>
                <a:lnTo>
                  <a:pt x="2071361" y="123615"/>
                </a:lnTo>
                <a:lnTo>
                  <a:pt x="2071710" y="124219"/>
                </a:lnTo>
                <a:lnTo>
                  <a:pt x="2072081" y="124809"/>
                </a:lnTo>
                <a:lnTo>
                  <a:pt x="2072474" y="125384"/>
                </a:lnTo>
                <a:lnTo>
                  <a:pt x="2072891" y="125944"/>
                </a:lnTo>
                <a:lnTo>
                  <a:pt x="2073329" y="126490"/>
                </a:lnTo>
                <a:lnTo>
                  <a:pt x="2073790" y="127022"/>
                </a:lnTo>
                <a:lnTo>
                  <a:pt x="2074274" y="127539"/>
                </a:lnTo>
                <a:lnTo>
                  <a:pt x="2074780" y="128041"/>
                </a:lnTo>
                <a:lnTo>
                  <a:pt x="2075309" y="128529"/>
                </a:lnTo>
                <a:lnTo>
                  <a:pt x="2075856" y="128999"/>
                </a:lnTo>
                <a:lnTo>
                  <a:pt x="2076418" y="129450"/>
                </a:lnTo>
                <a:lnTo>
                  <a:pt x="2076995" y="129880"/>
                </a:lnTo>
                <a:lnTo>
                  <a:pt x="2077586" y="130291"/>
                </a:lnTo>
                <a:lnTo>
                  <a:pt x="2078193" y="130681"/>
                </a:lnTo>
                <a:lnTo>
                  <a:pt x="2078814" y="131052"/>
                </a:lnTo>
                <a:lnTo>
                  <a:pt x="2079450" y="131402"/>
                </a:lnTo>
                <a:lnTo>
                  <a:pt x="2080101" y="131733"/>
                </a:lnTo>
                <a:lnTo>
                  <a:pt x="2080767" y="132043"/>
                </a:lnTo>
                <a:lnTo>
                  <a:pt x="2081447" y="132333"/>
                </a:lnTo>
                <a:lnTo>
                  <a:pt x="2082143" y="132604"/>
                </a:lnTo>
                <a:lnTo>
                  <a:pt x="2082853" y="132854"/>
                </a:lnTo>
                <a:lnTo>
                  <a:pt x="2083578" y="133084"/>
                </a:lnTo>
                <a:lnTo>
                  <a:pt x="2084317" y="133294"/>
                </a:lnTo>
                <a:lnTo>
                  <a:pt x="2085072" y="133485"/>
                </a:lnTo>
                <a:lnTo>
                  <a:pt x="2085841" y="133655"/>
                </a:lnTo>
                <a:lnTo>
                  <a:pt x="2086625" y="133805"/>
                </a:lnTo>
                <a:lnTo>
                  <a:pt x="2087424" y="133935"/>
                </a:lnTo>
                <a:lnTo>
                  <a:pt x="2088238" y="134045"/>
                </a:lnTo>
                <a:lnTo>
                  <a:pt x="2089067" y="134135"/>
                </a:lnTo>
                <a:lnTo>
                  <a:pt x="2089910" y="134206"/>
                </a:lnTo>
                <a:lnTo>
                  <a:pt x="2090768" y="134256"/>
                </a:lnTo>
                <a:lnTo>
                  <a:pt x="2091641" y="134286"/>
                </a:lnTo>
                <a:lnTo>
                  <a:pt x="2092529" y="134296"/>
                </a:lnTo>
                <a:lnTo>
                  <a:pt x="2093613" y="134281"/>
                </a:lnTo>
                <a:lnTo>
                  <a:pt x="2094677" y="134235"/>
                </a:lnTo>
                <a:lnTo>
                  <a:pt x="2095723" y="134160"/>
                </a:lnTo>
                <a:lnTo>
                  <a:pt x="2096751" y="134054"/>
                </a:lnTo>
                <a:lnTo>
                  <a:pt x="2097760" y="133919"/>
                </a:lnTo>
                <a:lnTo>
                  <a:pt x="2098750" y="133753"/>
                </a:lnTo>
                <a:lnTo>
                  <a:pt x="2099721" y="133556"/>
                </a:lnTo>
                <a:lnTo>
                  <a:pt x="2100674" y="133330"/>
                </a:lnTo>
                <a:lnTo>
                  <a:pt x="2101608" y="133074"/>
                </a:lnTo>
                <a:lnTo>
                  <a:pt x="2102524" y="132787"/>
                </a:lnTo>
                <a:lnTo>
                  <a:pt x="2103421" y="132470"/>
                </a:lnTo>
                <a:lnTo>
                  <a:pt x="2104299" y="132123"/>
                </a:lnTo>
                <a:lnTo>
                  <a:pt x="2105158" y="131746"/>
                </a:lnTo>
                <a:lnTo>
                  <a:pt x="2105999" y="131339"/>
                </a:lnTo>
                <a:lnTo>
                  <a:pt x="2106822" y="130902"/>
                </a:lnTo>
                <a:lnTo>
                  <a:pt x="2107625" y="130434"/>
                </a:lnTo>
                <a:lnTo>
                  <a:pt x="2108410" y="129936"/>
                </a:lnTo>
                <a:lnTo>
                  <a:pt x="2109177" y="129408"/>
                </a:lnTo>
                <a:lnTo>
                  <a:pt x="2109924" y="128850"/>
                </a:lnTo>
                <a:lnTo>
                  <a:pt x="2110653" y="128262"/>
                </a:lnTo>
                <a:lnTo>
                  <a:pt x="2111364" y="127643"/>
                </a:lnTo>
                <a:lnTo>
                  <a:pt x="2112055" y="126995"/>
                </a:lnTo>
                <a:lnTo>
                  <a:pt x="2112728" y="126316"/>
                </a:lnTo>
                <a:lnTo>
                  <a:pt x="2113383" y="125607"/>
                </a:lnTo>
                <a:lnTo>
                  <a:pt x="2114015" y="124872"/>
                </a:lnTo>
                <a:lnTo>
                  <a:pt x="2114620" y="124116"/>
                </a:lnTo>
                <a:lnTo>
                  <a:pt x="2115198" y="123338"/>
                </a:lnTo>
                <a:lnTo>
                  <a:pt x="2115749" y="122539"/>
                </a:lnTo>
                <a:lnTo>
                  <a:pt x="2116273" y="121718"/>
                </a:lnTo>
                <a:lnTo>
                  <a:pt x="2116771" y="120876"/>
                </a:lnTo>
                <a:lnTo>
                  <a:pt x="2117241" y="120013"/>
                </a:lnTo>
                <a:lnTo>
                  <a:pt x="2117685" y="119129"/>
                </a:lnTo>
                <a:lnTo>
                  <a:pt x="2118102" y="118222"/>
                </a:lnTo>
                <a:lnTo>
                  <a:pt x="2118491" y="117295"/>
                </a:lnTo>
                <a:lnTo>
                  <a:pt x="2118854" y="116346"/>
                </a:lnTo>
                <a:lnTo>
                  <a:pt x="2119191" y="115376"/>
                </a:lnTo>
                <a:lnTo>
                  <a:pt x="2119500" y="114384"/>
                </a:lnTo>
                <a:lnTo>
                  <a:pt x="2119782" y="113371"/>
                </a:lnTo>
                <a:lnTo>
                  <a:pt x="2120038" y="112337"/>
                </a:lnTo>
                <a:lnTo>
                  <a:pt x="2120266" y="111281"/>
                </a:lnTo>
                <a:lnTo>
                  <a:pt x="2120468" y="110204"/>
                </a:lnTo>
                <a:lnTo>
                  <a:pt x="2120642" y="109106"/>
                </a:lnTo>
                <a:lnTo>
                  <a:pt x="2120790" y="107986"/>
                </a:lnTo>
                <a:lnTo>
                  <a:pt x="2120911" y="106844"/>
                </a:lnTo>
                <a:lnTo>
                  <a:pt x="2121005" y="105682"/>
                </a:lnTo>
                <a:lnTo>
                  <a:pt x="2121073" y="104498"/>
                </a:lnTo>
                <a:lnTo>
                  <a:pt x="2121113" y="103292"/>
                </a:lnTo>
                <a:lnTo>
                  <a:pt x="2121126" y="102065"/>
                </a:lnTo>
                <a:lnTo>
                  <a:pt x="2121126" y="76628"/>
                </a:lnTo>
                <a:lnTo>
                  <a:pt x="2121113" y="75389"/>
                </a:lnTo>
                <a:lnTo>
                  <a:pt x="2121073" y="74171"/>
                </a:lnTo>
                <a:lnTo>
                  <a:pt x="2121005" y="72975"/>
                </a:lnTo>
                <a:lnTo>
                  <a:pt x="2120911" y="71801"/>
                </a:lnTo>
                <a:lnTo>
                  <a:pt x="2120790" y="70649"/>
                </a:lnTo>
                <a:lnTo>
                  <a:pt x="2120642" y="69519"/>
                </a:lnTo>
                <a:lnTo>
                  <a:pt x="2120468" y="68410"/>
                </a:lnTo>
                <a:lnTo>
                  <a:pt x="2120266" y="67324"/>
                </a:lnTo>
                <a:lnTo>
                  <a:pt x="2120038" y="66260"/>
                </a:lnTo>
                <a:lnTo>
                  <a:pt x="2119782" y="65218"/>
                </a:lnTo>
                <a:lnTo>
                  <a:pt x="2119500" y="64197"/>
                </a:lnTo>
                <a:lnTo>
                  <a:pt x="2119191" y="63199"/>
                </a:lnTo>
                <a:lnTo>
                  <a:pt x="2118854" y="62222"/>
                </a:lnTo>
                <a:lnTo>
                  <a:pt x="2118491" y="61268"/>
                </a:lnTo>
                <a:lnTo>
                  <a:pt x="2118102" y="60335"/>
                </a:lnTo>
                <a:lnTo>
                  <a:pt x="2117685" y="59425"/>
                </a:lnTo>
                <a:lnTo>
                  <a:pt x="2117241" y="58536"/>
                </a:lnTo>
                <a:lnTo>
                  <a:pt x="2116771" y="57669"/>
                </a:lnTo>
                <a:lnTo>
                  <a:pt x="2116273" y="56825"/>
                </a:lnTo>
                <a:lnTo>
                  <a:pt x="2115749" y="56002"/>
                </a:lnTo>
                <a:lnTo>
                  <a:pt x="2115198" y="55201"/>
                </a:lnTo>
                <a:lnTo>
                  <a:pt x="2114620" y="54422"/>
                </a:lnTo>
                <a:lnTo>
                  <a:pt x="2114015" y="53665"/>
                </a:lnTo>
                <a:lnTo>
                  <a:pt x="2113383" y="52930"/>
                </a:lnTo>
                <a:lnTo>
                  <a:pt x="2112728" y="52221"/>
                </a:lnTo>
                <a:lnTo>
                  <a:pt x="2112055" y="51542"/>
                </a:lnTo>
                <a:lnTo>
                  <a:pt x="2111364" y="50893"/>
                </a:lnTo>
                <a:lnTo>
                  <a:pt x="2110653" y="50274"/>
                </a:lnTo>
                <a:lnTo>
                  <a:pt x="2109924" y="49686"/>
                </a:lnTo>
                <a:lnTo>
                  <a:pt x="2109177" y="49128"/>
                </a:lnTo>
                <a:lnTo>
                  <a:pt x="2108410" y="48599"/>
                </a:lnTo>
                <a:lnTo>
                  <a:pt x="2107625" y="48102"/>
                </a:lnTo>
                <a:lnTo>
                  <a:pt x="2106822" y="47634"/>
                </a:lnTo>
                <a:lnTo>
                  <a:pt x="2105999" y="47196"/>
                </a:lnTo>
                <a:lnTo>
                  <a:pt x="2105158" y="46789"/>
                </a:lnTo>
                <a:lnTo>
                  <a:pt x="2104299" y="46412"/>
                </a:lnTo>
                <a:lnTo>
                  <a:pt x="2103421" y="46065"/>
                </a:lnTo>
                <a:lnTo>
                  <a:pt x="2102524" y="45748"/>
                </a:lnTo>
                <a:lnTo>
                  <a:pt x="2101608" y="45461"/>
                </a:lnTo>
                <a:lnTo>
                  <a:pt x="2100674" y="45205"/>
                </a:lnTo>
                <a:lnTo>
                  <a:pt x="2099721" y="44978"/>
                </a:lnTo>
                <a:lnTo>
                  <a:pt x="2098750" y="44782"/>
                </a:lnTo>
                <a:lnTo>
                  <a:pt x="2097760" y="44616"/>
                </a:lnTo>
                <a:lnTo>
                  <a:pt x="2096751" y="44480"/>
                </a:lnTo>
                <a:lnTo>
                  <a:pt x="2095723" y="44375"/>
                </a:lnTo>
                <a:lnTo>
                  <a:pt x="2094677" y="44299"/>
                </a:lnTo>
                <a:lnTo>
                  <a:pt x="2093613" y="44254"/>
                </a:lnTo>
                <a:lnTo>
                  <a:pt x="2092529" y="44239"/>
                </a:lnTo>
                <a:lnTo>
                  <a:pt x="2091654" y="44249"/>
                </a:lnTo>
                <a:lnTo>
                  <a:pt x="2090792" y="44279"/>
                </a:lnTo>
                <a:lnTo>
                  <a:pt x="2089943" y="44330"/>
                </a:lnTo>
                <a:lnTo>
                  <a:pt x="2089108" y="44401"/>
                </a:lnTo>
                <a:lnTo>
                  <a:pt x="2088286" y="44493"/>
                </a:lnTo>
                <a:lnTo>
                  <a:pt x="2087478" y="44604"/>
                </a:lnTo>
                <a:lnTo>
                  <a:pt x="2086683" y="44736"/>
                </a:lnTo>
                <a:lnTo>
                  <a:pt x="2085902" y="44888"/>
                </a:lnTo>
                <a:lnTo>
                  <a:pt x="2085134" y="45061"/>
                </a:lnTo>
                <a:lnTo>
                  <a:pt x="2084379" y="45254"/>
                </a:lnTo>
                <a:lnTo>
                  <a:pt x="2083638" y="45467"/>
                </a:lnTo>
                <a:lnTo>
                  <a:pt x="2082911" y="45700"/>
                </a:lnTo>
                <a:lnTo>
                  <a:pt x="2082196" y="45954"/>
                </a:lnTo>
                <a:lnTo>
                  <a:pt x="2081495" y="46228"/>
                </a:lnTo>
                <a:lnTo>
                  <a:pt x="2080808" y="46523"/>
                </a:lnTo>
                <a:lnTo>
                  <a:pt x="2080134" y="46837"/>
                </a:lnTo>
                <a:lnTo>
                  <a:pt x="2079474" y="47172"/>
                </a:lnTo>
                <a:lnTo>
                  <a:pt x="2078827" y="47527"/>
                </a:lnTo>
                <a:lnTo>
                  <a:pt x="2078193" y="47903"/>
                </a:lnTo>
                <a:lnTo>
                  <a:pt x="2077573" y="48299"/>
                </a:lnTo>
                <a:lnTo>
                  <a:pt x="2076966" y="48715"/>
                </a:lnTo>
                <a:lnTo>
                  <a:pt x="2076373" y="49151"/>
                </a:lnTo>
                <a:lnTo>
                  <a:pt x="2075793" y="49608"/>
                </a:lnTo>
                <a:lnTo>
                  <a:pt x="2075227" y="50085"/>
                </a:lnTo>
                <a:lnTo>
                  <a:pt x="2074679" y="50579"/>
                </a:lnTo>
                <a:lnTo>
                  <a:pt x="2074154" y="51087"/>
                </a:lnTo>
                <a:lnTo>
                  <a:pt x="2073653" y="51608"/>
                </a:lnTo>
                <a:lnTo>
                  <a:pt x="2073175" y="52144"/>
                </a:lnTo>
                <a:lnTo>
                  <a:pt x="2072720" y="52692"/>
                </a:lnTo>
                <a:lnTo>
                  <a:pt x="2072289" y="53255"/>
                </a:lnTo>
                <a:lnTo>
                  <a:pt x="2071881" y="53831"/>
                </a:lnTo>
                <a:lnTo>
                  <a:pt x="2071496" y="54421"/>
                </a:lnTo>
                <a:lnTo>
                  <a:pt x="2071135" y="55025"/>
                </a:lnTo>
                <a:lnTo>
                  <a:pt x="2070797" y="55643"/>
                </a:lnTo>
                <a:lnTo>
                  <a:pt x="2070482" y="56274"/>
                </a:lnTo>
                <a:lnTo>
                  <a:pt x="2070191" y="56919"/>
                </a:lnTo>
                <a:lnTo>
                  <a:pt x="2069923" y="57577"/>
                </a:lnTo>
                <a:lnTo>
                  <a:pt x="2069678" y="58250"/>
                </a:lnTo>
                <a:lnTo>
                  <a:pt x="2069457" y="58936"/>
                </a:lnTo>
                <a:lnTo>
                  <a:pt x="2069258" y="59635"/>
                </a:lnTo>
                <a:lnTo>
                  <a:pt x="2069084" y="60349"/>
                </a:lnTo>
                <a:lnTo>
                  <a:pt x="2068932" y="61076"/>
                </a:lnTo>
                <a:lnTo>
                  <a:pt x="2068804" y="61817"/>
                </a:lnTo>
                <a:lnTo>
                  <a:pt x="2068722" y="62407"/>
                </a:lnTo>
                <a:lnTo>
                  <a:pt x="2068512" y="62407"/>
                </a:lnTo>
                <a:lnTo>
                  <a:pt x="2068831" y="42657"/>
                </a:lnTo>
                <a:lnTo>
                  <a:pt x="2068831" y="17380"/>
                </a:lnTo>
                <a:lnTo>
                  <a:pt x="2054609" y="17380"/>
                </a:lnTo>
                <a:lnTo>
                  <a:pt x="2054609" y="132717"/>
                </a:lnTo>
                <a:lnTo>
                  <a:pt x="2068831" y="132717"/>
                </a:lnTo>
                <a:lnTo>
                  <a:pt x="2068831" y="116128"/>
                </a:lnTo>
                <a:lnTo>
                  <a:pt x="2069026" y="116128"/>
                </a:lnTo>
                <a:lnTo>
                  <a:pt x="2069112" y="116774"/>
                </a:lnTo>
                <a:lnTo>
                  <a:pt x="2069235" y="117523"/>
                </a:lnTo>
                <a:lnTo>
                  <a:pt x="2069382" y="118258"/>
                </a:lnTo>
                <a:lnTo>
                  <a:pt x="2069550" y="118979"/>
                </a:lnTo>
                <a:lnTo>
                  <a:pt x="2069742" y="119685"/>
                </a:lnTo>
                <a:close/>
                <a:moveTo>
                  <a:pt x="2084322" y="121734"/>
                </a:moveTo>
                <a:lnTo>
                  <a:pt x="2083666" y="121628"/>
                </a:lnTo>
                <a:lnTo>
                  <a:pt x="2083022" y="121503"/>
                </a:lnTo>
                <a:lnTo>
                  <a:pt x="2082390" y="121359"/>
                </a:lnTo>
                <a:lnTo>
                  <a:pt x="2081771" y="121196"/>
                </a:lnTo>
                <a:lnTo>
                  <a:pt x="2081164" y="121014"/>
                </a:lnTo>
                <a:lnTo>
                  <a:pt x="2080570" y="120812"/>
                </a:lnTo>
                <a:lnTo>
                  <a:pt x="2079987" y="120591"/>
                </a:lnTo>
                <a:lnTo>
                  <a:pt x="2079417" y="120351"/>
                </a:lnTo>
                <a:lnTo>
                  <a:pt x="2078860" y="120092"/>
                </a:lnTo>
                <a:lnTo>
                  <a:pt x="2078315" y="119814"/>
                </a:lnTo>
                <a:lnTo>
                  <a:pt x="2077782" y="119516"/>
                </a:lnTo>
                <a:lnTo>
                  <a:pt x="2077261" y="119199"/>
                </a:lnTo>
                <a:lnTo>
                  <a:pt x="2076753" y="118863"/>
                </a:lnTo>
                <a:lnTo>
                  <a:pt x="2076257" y="118508"/>
                </a:lnTo>
                <a:lnTo>
                  <a:pt x="2075774" y="118133"/>
                </a:lnTo>
                <a:lnTo>
                  <a:pt x="2075303" y="117740"/>
                </a:lnTo>
                <a:lnTo>
                  <a:pt x="2074844" y="117327"/>
                </a:lnTo>
                <a:lnTo>
                  <a:pt x="2074397" y="116895"/>
                </a:lnTo>
                <a:lnTo>
                  <a:pt x="2073963" y="116443"/>
                </a:lnTo>
                <a:lnTo>
                  <a:pt x="2073544" y="115975"/>
                </a:lnTo>
                <a:lnTo>
                  <a:pt x="2073143" y="115492"/>
                </a:lnTo>
                <a:lnTo>
                  <a:pt x="2072760" y="114994"/>
                </a:lnTo>
                <a:lnTo>
                  <a:pt x="2072395" y="114481"/>
                </a:lnTo>
                <a:lnTo>
                  <a:pt x="2072047" y="113954"/>
                </a:lnTo>
                <a:lnTo>
                  <a:pt x="2071718" y="113412"/>
                </a:lnTo>
                <a:lnTo>
                  <a:pt x="2071406" y="112854"/>
                </a:lnTo>
                <a:lnTo>
                  <a:pt x="2071112" y="112283"/>
                </a:lnTo>
                <a:lnTo>
                  <a:pt x="2070836" y="111696"/>
                </a:lnTo>
                <a:lnTo>
                  <a:pt x="2070577" y="111094"/>
                </a:lnTo>
                <a:lnTo>
                  <a:pt x="2070337" y="110478"/>
                </a:lnTo>
                <a:lnTo>
                  <a:pt x="2070114" y="109847"/>
                </a:lnTo>
                <a:lnTo>
                  <a:pt x="2069909" y="109201"/>
                </a:lnTo>
                <a:lnTo>
                  <a:pt x="2069722" y="108540"/>
                </a:lnTo>
                <a:lnTo>
                  <a:pt x="2069552" y="107864"/>
                </a:lnTo>
                <a:lnTo>
                  <a:pt x="2069401" y="107174"/>
                </a:lnTo>
                <a:lnTo>
                  <a:pt x="2069267" y="106469"/>
                </a:lnTo>
                <a:lnTo>
                  <a:pt x="2069151" y="105749"/>
                </a:lnTo>
                <a:lnTo>
                  <a:pt x="2069053" y="105014"/>
                </a:lnTo>
                <a:lnTo>
                  <a:pt x="2068973" y="104264"/>
                </a:lnTo>
                <a:lnTo>
                  <a:pt x="2068911" y="103500"/>
                </a:lnTo>
                <a:lnTo>
                  <a:pt x="2068866" y="102721"/>
                </a:lnTo>
                <a:lnTo>
                  <a:pt x="2068840" y="101927"/>
                </a:lnTo>
                <a:lnTo>
                  <a:pt x="2068831" y="101118"/>
                </a:lnTo>
                <a:lnTo>
                  <a:pt x="2068831" y="77417"/>
                </a:lnTo>
                <a:lnTo>
                  <a:pt x="2068840" y="76608"/>
                </a:lnTo>
                <a:lnTo>
                  <a:pt x="2068866" y="75814"/>
                </a:lnTo>
                <a:lnTo>
                  <a:pt x="2068911" y="75035"/>
                </a:lnTo>
                <a:lnTo>
                  <a:pt x="2068973" y="74270"/>
                </a:lnTo>
                <a:lnTo>
                  <a:pt x="2069053" y="73521"/>
                </a:lnTo>
                <a:lnTo>
                  <a:pt x="2069151" y="72786"/>
                </a:lnTo>
                <a:lnTo>
                  <a:pt x="2069267" y="72066"/>
                </a:lnTo>
                <a:lnTo>
                  <a:pt x="2069401" y="71361"/>
                </a:lnTo>
                <a:lnTo>
                  <a:pt x="2069552" y="70670"/>
                </a:lnTo>
                <a:lnTo>
                  <a:pt x="2069722" y="69995"/>
                </a:lnTo>
                <a:lnTo>
                  <a:pt x="2069909" y="69334"/>
                </a:lnTo>
                <a:lnTo>
                  <a:pt x="2070114" y="68688"/>
                </a:lnTo>
                <a:lnTo>
                  <a:pt x="2070337" y="68057"/>
                </a:lnTo>
                <a:lnTo>
                  <a:pt x="2070577" y="67441"/>
                </a:lnTo>
                <a:lnTo>
                  <a:pt x="2070836" y="66840"/>
                </a:lnTo>
                <a:lnTo>
                  <a:pt x="2071112" y="66253"/>
                </a:lnTo>
                <a:lnTo>
                  <a:pt x="2071406" y="65681"/>
                </a:lnTo>
                <a:lnTo>
                  <a:pt x="2071718" y="65124"/>
                </a:lnTo>
                <a:lnTo>
                  <a:pt x="2072047" y="64582"/>
                </a:lnTo>
                <a:lnTo>
                  <a:pt x="2072395" y="64055"/>
                </a:lnTo>
                <a:lnTo>
                  <a:pt x="2072760" y="63542"/>
                </a:lnTo>
                <a:lnTo>
                  <a:pt x="2073143" y="63044"/>
                </a:lnTo>
                <a:lnTo>
                  <a:pt x="2073544" y="62562"/>
                </a:lnTo>
                <a:lnTo>
                  <a:pt x="2073963" y="62093"/>
                </a:lnTo>
                <a:lnTo>
                  <a:pt x="2074397" y="61642"/>
                </a:lnTo>
                <a:lnTo>
                  <a:pt x="2074844" y="61210"/>
                </a:lnTo>
                <a:lnTo>
                  <a:pt x="2075303" y="60797"/>
                </a:lnTo>
                <a:lnTo>
                  <a:pt x="2075774" y="60404"/>
                </a:lnTo>
                <a:lnTo>
                  <a:pt x="2076257" y="60029"/>
                </a:lnTo>
                <a:lnTo>
                  <a:pt x="2076753" y="59674"/>
                </a:lnTo>
                <a:lnTo>
                  <a:pt x="2077261" y="59338"/>
                </a:lnTo>
                <a:lnTo>
                  <a:pt x="2077782" y="59021"/>
                </a:lnTo>
                <a:lnTo>
                  <a:pt x="2078315" y="58723"/>
                </a:lnTo>
                <a:lnTo>
                  <a:pt x="2078860" y="58445"/>
                </a:lnTo>
                <a:lnTo>
                  <a:pt x="2079417" y="58186"/>
                </a:lnTo>
                <a:lnTo>
                  <a:pt x="2079987" y="57946"/>
                </a:lnTo>
                <a:lnTo>
                  <a:pt x="2080570" y="57725"/>
                </a:lnTo>
                <a:lnTo>
                  <a:pt x="2081164" y="57523"/>
                </a:lnTo>
                <a:lnTo>
                  <a:pt x="2081771" y="57341"/>
                </a:lnTo>
                <a:lnTo>
                  <a:pt x="2082390" y="57178"/>
                </a:lnTo>
                <a:lnTo>
                  <a:pt x="2083022" y="57034"/>
                </a:lnTo>
                <a:lnTo>
                  <a:pt x="2083666" y="56909"/>
                </a:lnTo>
                <a:lnTo>
                  <a:pt x="2084322" y="56803"/>
                </a:lnTo>
                <a:lnTo>
                  <a:pt x="2084991" y="56717"/>
                </a:lnTo>
                <a:lnTo>
                  <a:pt x="2085672" y="56649"/>
                </a:lnTo>
                <a:lnTo>
                  <a:pt x="2086366" y="56601"/>
                </a:lnTo>
                <a:lnTo>
                  <a:pt x="2087071" y="56573"/>
                </a:lnTo>
                <a:lnTo>
                  <a:pt x="2087789" y="56563"/>
                </a:lnTo>
                <a:lnTo>
                  <a:pt x="2088533" y="56571"/>
                </a:lnTo>
                <a:lnTo>
                  <a:pt x="2089263" y="56595"/>
                </a:lnTo>
                <a:lnTo>
                  <a:pt x="2089979" y="56636"/>
                </a:lnTo>
                <a:lnTo>
                  <a:pt x="2090681" y="56692"/>
                </a:lnTo>
                <a:lnTo>
                  <a:pt x="2091370" y="56765"/>
                </a:lnTo>
                <a:lnTo>
                  <a:pt x="2092045" y="56854"/>
                </a:lnTo>
                <a:lnTo>
                  <a:pt x="2092706" y="56959"/>
                </a:lnTo>
                <a:lnTo>
                  <a:pt x="2093354" y="57081"/>
                </a:lnTo>
                <a:lnTo>
                  <a:pt x="2093987" y="57218"/>
                </a:lnTo>
                <a:lnTo>
                  <a:pt x="2094608" y="57372"/>
                </a:lnTo>
                <a:lnTo>
                  <a:pt x="2095214" y="57542"/>
                </a:lnTo>
                <a:lnTo>
                  <a:pt x="2095807" y="57728"/>
                </a:lnTo>
                <a:lnTo>
                  <a:pt x="2096386" y="57930"/>
                </a:lnTo>
                <a:lnTo>
                  <a:pt x="2096951" y="58149"/>
                </a:lnTo>
                <a:lnTo>
                  <a:pt x="2097502" y="58383"/>
                </a:lnTo>
                <a:lnTo>
                  <a:pt x="2098040" y="58634"/>
                </a:lnTo>
                <a:lnTo>
                  <a:pt x="2098564" y="58901"/>
                </a:lnTo>
                <a:lnTo>
                  <a:pt x="2099075" y="59184"/>
                </a:lnTo>
                <a:lnTo>
                  <a:pt x="2099572" y="59484"/>
                </a:lnTo>
                <a:lnTo>
                  <a:pt x="2100055" y="59799"/>
                </a:lnTo>
                <a:lnTo>
                  <a:pt x="2100524" y="60131"/>
                </a:lnTo>
                <a:lnTo>
                  <a:pt x="2100979" y="60479"/>
                </a:lnTo>
                <a:lnTo>
                  <a:pt x="2101421" y="60843"/>
                </a:lnTo>
                <a:lnTo>
                  <a:pt x="2101849" y="61223"/>
                </a:lnTo>
                <a:lnTo>
                  <a:pt x="2102262" y="61622"/>
                </a:lnTo>
                <a:lnTo>
                  <a:pt x="2102657" y="62042"/>
                </a:lnTo>
                <a:lnTo>
                  <a:pt x="2103035" y="62483"/>
                </a:lnTo>
                <a:lnTo>
                  <a:pt x="2103395" y="62946"/>
                </a:lnTo>
                <a:lnTo>
                  <a:pt x="2103737" y="63429"/>
                </a:lnTo>
                <a:lnTo>
                  <a:pt x="2104062" y="63934"/>
                </a:lnTo>
                <a:lnTo>
                  <a:pt x="2104370" y="64459"/>
                </a:lnTo>
                <a:lnTo>
                  <a:pt x="2104659" y="65006"/>
                </a:lnTo>
                <a:lnTo>
                  <a:pt x="2104932" y="65574"/>
                </a:lnTo>
                <a:lnTo>
                  <a:pt x="2105186" y="66163"/>
                </a:lnTo>
                <a:lnTo>
                  <a:pt x="2105423" y="66773"/>
                </a:lnTo>
                <a:lnTo>
                  <a:pt x="2105643" y="67405"/>
                </a:lnTo>
                <a:lnTo>
                  <a:pt x="2105845" y="68057"/>
                </a:lnTo>
                <a:lnTo>
                  <a:pt x="2106029" y="68731"/>
                </a:lnTo>
                <a:lnTo>
                  <a:pt x="2106196" y="69425"/>
                </a:lnTo>
                <a:lnTo>
                  <a:pt x="2106345" y="70141"/>
                </a:lnTo>
                <a:lnTo>
                  <a:pt x="2106477" y="70878"/>
                </a:lnTo>
                <a:lnTo>
                  <a:pt x="2106591" y="71636"/>
                </a:lnTo>
                <a:lnTo>
                  <a:pt x="2106688" y="72415"/>
                </a:lnTo>
                <a:lnTo>
                  <a:pt x="2106767" y="73216"/>
                </a:lnTo>
                <a:lnTo>
                  <a:pt x="2106828" y="74037"/>
                </a:lnTo>
                <a:lnTo>
                  <a:pt x="2106872" y="74880"/>
                </a:lnTo>
                <a:lnTo>
                  <a:pt x="2106899" y="75744"/>
                </a:lnTo>
                <a:lnTo>
                  <a:pt x="2106907" y="76628"/>
                </a:lnTo>
                <a:lnTo>
                  <a:pt x="2106907" y="101906"/>
                </a:lnTo>
                <a:lnTo>
                  <a:pt x="2106899" y="102778"/>
                </a:lnTo>
                <a:lnTo>
                  <a:pt x="2106872" y="103630"/>
                </a:lnTo>
                <a:lnTo>
                  <a:pt x="2106828" y="104461"/>
                </a:lnTo>
                <a:lnTo>
                  <a:pt x="2106767" y="105272"/>
                </a:lnTo>
                <a:lnTo>
                  <a:pt x="2106688" y="106063"/>
                </a:lnTo>
                <a:lnTo>
                  <a:pt x="2106591" y="106834"/>
                </a:lnTo>
                <a:lnTo>
                  <a:pt x="2106477" y="107584"/>
                </a:lnTo>
                <a:lnTo>
                  <a:pt x="2106345" y="108314"/>
                </a:lnTo>
                <a:lnTo>
                  <a:pt x="2106196" y="109024"/>
                </a:lnTo>
                <a:lnTo>
                  <a:pt x="2106029" y="109713"/>
                </a:lnTo>
                <a:lnTo>
                  <a:pt x="2105845" y="110382"/>
                </a:lnTo>
                <a:lnTo>
                  <a:pt x="2105643" y="111031"/>
                </a:lnTo>
                <a:lnTo>
                  <a:pt x="2105423" y="111660"/>
                </a:lnTo>
                <a:lnTo>
                  <a:pt x="2105186" y="112268"/>
                </a:lnTo>
                <a:lnTo>
                  <a:pt x="2104932" y="112856"/>
                </a:lnTo>
                <a:lnTo>
                  <a:pt x="2104659" y="113423"/>
                </a:lnTo>
                <a:lnTo>
                  <a:pt x="2104370" y="113971"/>
                </a:lnTo>
                <a:lnTo>
                  <a:pt x="2104062" y="114498"/>
                </a:lnTo>
                <a:lnTo>
                  <a:pt x="2103737" y="115005"/>
                </a:lnTo>
                <a:lnTo>
                  <a:pt x="2103395" y="115491"/>
                </a:lnTo>
                <a:lnTo>
                  <a:pt x="2103035" y="115957"/>
                </a:lnTo>
                <a:lnTo>
                  <a:pt x="2102657" y="116403"/>
                </a:lnTo>
                <a:lnTo>
                  <a:pt x="2102262" y="116829"/>
                </a:lnTo>
                <a:lnTo>
                  <a:pt x="2101849" y="117234"/>
                </a:lnTo>
                <a:lnTo>
                  <a:pt x="2101421" y="117621"/>
                </a:lnTo>
                <a:lnTo>
                  <a:pt x="2100979" y="117991"/>
                </a:lnTo>
                <a:lnTo>
                  <a:pt x="2100524" y="118345"/>
                </a:lnTo>
                <a:lnTo>
                  <a:pt x="2100055" y="118682"/>
                </a:lnTo>
                <a:lnTo>
                  <a:pt x="2099572" y="119003"/>
                </a:lnTo>
                <a:lnTo>
                  <a:pt x="2099075" y="119308"/>
                </a:lnTo>
                <a:lnTo>
                  <a:pt x="2098564" y="119596"/>
                </a:lnTo>
                <a:lnTo>
                  <a:pt x="2098040" y="119867"/>
                </a:lnTo>
                <a:lnTo>
                  <a:pt x="2097502" y="120122"/>
                </a:lnTo>
                <a:lnTo>
                  <a:pt x="2096951" y="120361"/>
                </a:lnTo>
                <a:lnTo>
                  <a:pt x="2096386" y="120583"/>
                </a:lnTo>
                <a:lnTo>
                  <a:pt x="2095807" y="120789"/>
                </a:lnTo>
                <a:lnTo>
                  <a:pt x="2095214" y="120978"/>
                </a:lnTo>
                <a:lnTo>
                  <a:pt x="2094608" y="121151"/>
                </a:lnTo>
                <a:lnTo>
                  <a:pt x="2093987" y="121307"/>
                </a:lnTo>
                <a:lnTo>
                  <a:pt x="2093354" y="121447"/>
                </a:lnTo>
                <a:lnTo>
                  <a:pt x="2092706" y="121571"/>
                </a:lnTo>
                <a:lnTo>
                  <a:pt x="2092045" y="121678"/>
                </a:lnTo>
                <a:lnTo>
                  <a:pt x="2091370" y="121768"/>
                </a:lnTo>
                <a:lnTo>
                  <a:pt x="2090681" y="121842"/>
                </a:lnTo>
                <a:lnTo>
                  <a:pt x="2089979" y="121900"/>
                </a:lnTo>
                <a:lnTo>
                  <a:pt x="2089263" y="121941"/>
                </a:lnTo>
                <a:lnTo>
                  <a:pt x="2088533" y="121966"/>
                </a:lnTo>
                <a:lnTo>
                  <a:pt x="2087789" y="121974"/>
                </a:lnTo>
                <a:lnTo>
                  <a:pt x="2087071" y="121964"/>
                </a:lnTo>
                <a:lnTo>
                  <a:pt x="2086366" y="121935"/>
                </a:lnTo>
                <a:lnTo>
                  <a:pt x="2085672" y="121887"/>
                </a:lnTo>
                <a:lnTo>
                  <a:pt x="2084991" y="121820"/>
                </a:lnTo>
                <a:lnTo>
                  <a:pt x="2084322" y="121734"/>
                </a:lnTo>
                <a:close/>
                <a:moveTo>
                  <a:pt x="1908844" y="119717"/>
                </a:moveTo>
                <a:lnTo>
                  <a:pt x="1908509" y="119684"/>
                </a:lnTo>
                <a:lnTo>
                  <a:pt x="1908179" y="119641"/>
                </a:lnTo>
                <a:lnTo>
                  <a:pt x="1907856" y="119588"/>
                </a:lnTo>
                <a:lnTo>
                  <a:pt x="1907538" y="119525"/>
                </a:lnTo>
                <a:lnTo>
                  <a:pt x="1907225" y="119453"/>
                </a:lnTo>
                <a:lnTo>
                  <a:pt x="1906919" y="119372"/>
                </a:lnTo>
                <a:lnTo>
                  <a:pt x="1906618" y="119281"/>
                </a:lnTo>
                <a:lnTo>
                  <a:pt x="1906323" y="119180"/>
                </a:lnTo>
                <a:lnTo>
                  <a:pt x="1906034" y="119069"/>
                </a:lnTo>
                <a:lnTo>
                  <a:pt x="1905750" y="118949"/>
                </a:lnTo>
                <a:lnTo>
                  <a:pt x="1905472" y="118820"/>
                </a:lnTo>
                <a:lnTo>
                  <a:pt x="1905200" y="118681"/>
                </a:lnTo>
                <a:lnTo>
                  <a:pt x="1904934" y="118532"/>
                </a:lnTo>
                <a:lnTo>
                  <a:pt x="1904674" y="118373"/>
                </a:lnTo>
                <a:lnTo>
                  <a:pt x="1904419" y="118205"/>
                </a:lnTo>
                <a:lnTo>
                  <a:pt x="1904170" y="118028"/>
                </a:lnTo>
                <a:lnTo>
                  <a:pt x="1903927" y="117840"/>
                </a:lnTo>
                <a:lnTo>
                  <a:pt x="1903689" y="117644"/>
                </a:lnTo>
                <a:lnTo>
                  <a:pt x="1903457" y="117437"/>
                </a:lnTo>
                <a:lnTo>
                  <a:pt x="1903231" y="117221"/>
                </a:lnTo>
                <a:lnTo>
                  <a:pt x="1903011" y="116995"/>
                </a:lnTo>
                <a:lnTo>
                  <a:pt x="1902798" y="116762"/>
                </a:lnTo>
                <a:lnTo>
                  <a:pt x="1902595" y="116523"/>
                </a:lnTo>
                <a:lnTo>
                  <a:pt x="1902400" y="116278"/>
                </a:lnTo>
                <a:lnTo>
                  <a:pt x="1902215" y="116028"/>
                </a:lnTo>
                <a:lnTo>
                  <a:pt x="1902038" y="115771"/>
                </a:lnTo>
                <a:lnTo>
                  <a:pt x="1901871" y="115509"/>
                </a:lnTo>
                <a:lnTo>
                  <a:pt x="1901713" y="115241"/>
                </a:lnTo>
                <a:lnTo>
                  <a:pt x="1901563" y="114968"/>
                </a:lnTo>
                <a:lnTo>
                  <a:pt x="1901423" y="114688"/>
                </a:lnTo>
                <a:lnTo>
                  <a:pt x="1901292" y="114403"/>
                </a:lnTo>
                <a:lnTo>
                  <a:pt x="1901170" y="114112"/>
                </a:lnTo>
                <a:lnTo>
                  <a:pt x="1901057" y="113816"/>
                </a:lnTo>
                <a:lnTo>
                  <a:pt x="1900952" y="113513"/>
                </a:lnTo>
                <a:lnTo>
                  <a:pt x="1900857" y="113205"/>
                </a:lnTo>
                <a:lnTo>
                  <a:pt x="1900771" y="112891"/>
                </a:lnTo>
                <a:lnTo>
                  <a:pt x="1900695" y="112571"/>
                </a:lnTo>
                <a:lnTo>
                  <a:pt x="1900627" y="112246"/>
                </a:lnTo>
                <a:lnTo>
                  <a:pt x="1900568" y="111915"/>
                </a:lnTo>
                <a:lnTo>
                  <a:pt x="1900518" y="111578"/>
                </a:lnTo>
                <a:lnTo>
                  <a:pt x="1900477" y="111235"/>
                </a:lnTo>
                <a:lnTo>
                  <a:pt x="1900446" y="110886"/>
                </a:lnTo>
                <a:lnTo>
                  <a:pt x="1900423" y="110532"/>
                </a:lnTo>
                <a:lnTo>
                  <a:pt x="1900410" y="110172"/>
                </a:lnTo>
                <a:lnTo>
                  <a:pt x="1900405" y="109806"/>
                </a:lnTo>
                <a:lnTo>
                  <a:pt x="1900405" y="58774"/>
                </a:lnTo>
                <a:lnTo>
                  <a:pt x="1935955" y="58774"/>
                </a:lnTo>
                <a:lnTo>
                  <a:pt x="1935955" y="45818"/>
                </a:lnTo>
                <a:lnTo>
                  <a:pt x="1900405" y="45818"/>
                </a:lnTo>
                <a:lnTo>
                  <a:pt x="1900405" y="21329"/>
                </a:lnTo>
                <a:lnTo>
                  <a:pt x="1886186" y="21329"/>
                </a:lnTo>
                <a:lnTo>
                  <a:pt x="1886186" y="45818"/>
                </a:lnTo>
                <a:lnTo>
                  <a:pt x="1861222" y="45818"/>
                </a:lnTo>
                <a:lnTo>
                  <a:pt x="1861222" y="58774"/>
                </a:lnTo>
                <a:lnTo>
                  <a:pt x="1886186" y="58774"/>
                </a:lnTo>
                <a:lnTo>
                  <a:pt x="1886186" y="109806"/>
                </a:lnTo>
                <a:lnTo>
                  <a:pt x="1886197" y="110668"/>
                </a:lnTo>
                <a:lnTo>
                  <a:pt x="1886231" y="111515"/>
                </a:lnTo>
                <a:lnTo>
                  <a:pt x="1886287" y="112348"/>
                </a:lnTo>
                <a:lnTo>
                  <a:pt x="1886366" y="113166"/>
                </a:lnTo>
                <a:lnTo>
                  <a:pt x="1886467" y="113970"/>
                </a:lnTo>
                <a:lnTo>
                  <a:pt x="1886591" y="114759"/>
                </a:lnTo>
                <a:lnTo>
                  <a:pt x="1886737" y="115534"/>
                </a:lnTo>
                <a:lnTo>
                  <a:pt x="1886906" y="116294"/>
                </a:lnTo>
                <a:lnTo>
                  <a:pt x="1887097" y="117039"/>
                </a:lnTo>
                <a:lnTo>
                  <a:pt x="1887311" y="117770"/>
                </a:lnTo>
                <a:lnTo>
                  <a:pt x="1887547" y="118487"/>
                </a:lnTo>
                <a:lnTo>
                  <a:pt x="1887805" y="119189"/>
                </a:lnTo>
                <a:lnTo>
                  <a:pt x="1888087" y="119876"/>
                </a:lnTo>
                <a:lnTo>
                  <a:pt x="1888390" y="120549"/>
                </a:lnTo>
                <a:lnTo>
                  <a:pt x="1888716" y="121207"/>
                </a:lnTo>
                <a:lnTo>
                  <a:pt x="1889065" y="121851"/>
                </a:lnTo>
                <a:lnTo>
                  <a:pt x="1889436" y="122480"/>
                </a:lnTo>
                <a:lnTo>
                  <a:pt x="1889830" y="123095"/>
                </a:lnTo>
                <a:lnTo>
                  <a:pt x="1890246" y="123695"/>
                </a:lnTo>
                <a:lnTo>
                  <a:pt x="1890684" y="124280"/>
                </a:lnTo>
                <a:lnTo>
                  <a:pt x="1891146" y="124851"/>
                </a:lnTo>
                <a:lnTo>
                  <a:pt x="1891629" y="125408"/>
                </a:lnTo>
                <a:lnTo>
                  <a:pt x="1892135" y="125950"/>
                </a:lnTo>
                <a:lnTo>
                  <a:pt x="1892664" y="126477"/>
                </a:lnTo>
                <a:lnTo>
                  <a:pt x="1893211" y="126986"/>
                </a:lnTo>
                <a:lnTo>
                  <a:pt x="1893773" y="127474"/>
                </a:lnTo>
                <a:lnTo>
                  <a:pt x="1894350" y="127940"/>
                </a:lnTo>
                <a:lnTo>
                  <a:pt x="1894942" y="128384"/>
                </a:lnTo>
                <a:lnTo>
                  <a:pt x="1895548" y="128806"/>
                </a:lnTo>
                <a:lnTo>
                  <a:pt x="1896169" y="129207"/>
                </a:lnTo>
                <a:lnTo>
                  <a:pt x="1896805" y="129586"/>
                </a:lnTo>
                <a:lnTo>
                  <a:pt x="1897456" y="129944"/>
                </a:lnTo>
                <a:lnTo>
                  <a:pt x="1898122" y="130279"/>
                </a:lnTo>
                <a:lnTo>
                  <a:pt x="1898802" y="130593"/>
                </a:lnTo>
                <a:lnTo>
                  <a:pt x="1899498" y="130886"/>
                </a:lnTo>
                <a:lnTo>
                  <a:pt x="1900208" y="131157"/>
                </a:lnTo>
                <a:lnTo>
                  <a:pt x="1900933" y="131406"/>
                </a:lnTo>
                <a:lnTo>
                  <a:pt x="1901673" y="131633"/>
                </a:lnTo>
                <a:lnTo>
                  <a:pt x="1902427" y="131839"/>
                </a:lnTo>
                <a:lnTo>
                  <a:pt x="1903196" y="132023"/>
                </a:lnTo>
                <a:lnTo>
                  <a:pt x="1903981" y="132186"/>
                </a:lnTo>
                <a:lnTo>
                  <a:pt x="1904780" y="132327"/>
                </a:lnTo>
                <a:lnTo>
                  <a:pt x="1905593" y="132446"/>
                </a:lnTo>
                <a:lnTo>
                  <a:pt x="1906422" y="132543"/>
                </a:lnTo>
                <a:lnTo>
                  <a:pt x="1907265" y="132619"/>
                </a:lnTo>
                <a:lnTo>
                  <a:pt x="1908124" y="132673"/>
                </a:lnTo>
                <a:lnTo>
                  <a:pt x="1908997" y="132706"/>
                </a:lnTo>
                <a:lnTo>
                  <a:pt x="1909884" y="132717"/>
                </a:lnTo>
                <a:lnTo>
                  <a:pt x="1935164" y="132717"/>
                </a:lnTo>
                <a:lnTo>
                  <a:pt x="1935164" y="119761"/>
                </a:lnTo>
                <a:lnTo>
                  <a:pt x="1909884" y="119761"/>
                </a:lnTo>
                <a:lnTo>
                  <a:pt x="1909532" y="119756"/>
                </a:lnTo>
                <a:lnTo>
                  <a:pt x="1909185" y="119741"/>
                </a:lnTo>
                <a:lnTo>
                  <a:pt x="1908844" y="119717"/>
                </a:lnTo>
                <a:close/>
                <a:moveTo>
                  <a:pt x="2284261" y="133793"/>
                </a:moveTo>
                <a:lnTo>
                  <a:pt x="2285370" y="133688"/>
                </a:lnTo>
                <a:lnTo>
                  <a:pt x="2286456" y="133560"/>
                </a:lnTo>
                <a:lnTo>
                  <a:pt x="2287519" y="133409"/>
                </a:lnTo>
                <a:lnTo>
                  <a:pt x="2288559" y="133234"/>
                </a:lnTo>
                <a:lnTo>
                  <a:pt x="2289577" y="133036"/>
                </a:lnTo>
                <a:lnTo>
                  <a:pt x="2290572" y="132814"/>
                </a:lnTo>
                <a:lnTo>
                  <a:pt x="2291544" y="132569"/>
                </a:lnTo>
                <a:lnTo>
                  <a:pt x="2292493" y="132301"/>
                </a:lnTo>
                <a:lnTo>
                  <a:pt x="2293420" y="132010"/>
                </a:lnTo>
                <a:lnTo>
                  <a:pt x="2294324" y="131695"/>
                </a:lnTo>
                <a:lnTo>
                  <a:pt x="2295205" y="131357"/>
                </a:lnTo>
                <a:lnTo>
                  <a:pt x="2296063" y="130996"/>
                </a:lnTo>
                <a:lnTo>
                  <a:pt x="2296899" y="130611"/>
                </a:lnTo>
                <a:lnTo>
                  <a:pt x="2297712" y="130203"/>
                </a:lnTo>
                <a:lnTo>
                  <a:pt x="2298502" y="129772"/>
                </a:lnTo>
                <a:lnTo>
                  <a:pt x="2299269" y="129317"/>
                </a:lnTo>
                <a:lnTo>
                  <a:pt x="2300013" y="128839"/>
                </a:lnTo>
                <a:lnTo>
                  <a:pt x="2300735" y="128338"/>
                </a:lnTo>
                <a:lnTo>
                  <a:pt x="2301434" y="127813"/>
                </a:lnTo>
                <a:lnTo>
                  <a:pt x="2302110" y="127266"/>
                </a:lnTo>
                <a:lnTo>
                  <a:pt x="2302761" y="126697"/>
                </a:lnTo>
                <a:lnTo>
                  <a:pt x="2303385" y="126109"/>
                </a:lnTo>
                <a:lnTo>
                  <a:pt x="2303981" y="125502"/>
                </a:lnTo>
                <a:lnTo>
                  <a:pt x="2304549" y="124876"/>
                </a:lnTo>
                <a:lnTo>
                  <a:pt x="2305089" y="124231"/>
                </a:lnTo>
                <a:lnTo>
                  <a:pt x="2305601" y="123568"/>
                </a:lnTo>
                <a:lnTo>
                  <a:pt x="2306086" y="122885"/>
                </a:lnTo>
                <a:lnTo>
                  <a:pt x="2306544" y="122184"/>
                </a:lnTo>
                <a:lnTo>
                  <a:pt x="2306973" y="121463"/>
                </a:lnTo>
                <a:lnTo>
                  <a:pt x="2307375" y="120724"/>
                </a:lnTo>
                <a:lnTo>
                  <a:pt x="2307749" y="119965"/>
                </a:lnTo>
                <a:lnTo>
                  <a:pt x="2308095" y="119188"/>
                </a:lnTo>
                <a:lnTo>
                  <a:pt x="2308414" y="118392"/>
                </a:lnTo>
                <a:lnTo>
                  <a:pt x="2308705" y="117577"/>
                </a:lnTo>
                <a:lnTo>
                  <a:pt x="2308968" y="116743"/>
                </a:lnTo>
                <a:lnTo>
                  <a:pt x="2309204" y="115890"/>
                </a:lnTo>
                <a:lnTo>
                  <a:pt x="2309411" y="115018"/>
                </a:lnTo>
                <a:lnTo>
                  <a:pt x="2309591" y="114127"/>
                </a:lnTo>
                <a:lnTo>
                  <a:pt x="2309744" y="113217"/>
                </a:lnTo>
                <a:lnTo>
                  <a:pt x="2309868" y="112288"/>
                </a:lnTo>
                <a:lnTo>
                  <a:pt x="2309965" y="111341"/>
                </a:lnTo>
                <a:lnTo>
                  <a:pt x="2310035" y="110374"/>
                </a:lnTo>
                <a:lnTo>
                  <a:pt x="2310076" y="109388"/>
                </a:lnTo>
                <a:lnTo>
                  <a:pt x="2310090" y="108384"/>
                </a:lnTo>
                <a:lnTo>
                  <a:pt x="2310081" y="107445"/>
                </a:lnTo>
                <a:lnTo>
                  <a:pt x="2310052" y="106522"/>
                </a:lnTo>
                <a:lnTo>
                  <a:pt x="2310004" y="105617"/>
                </a:lnTo>
                <a:lnTo>
                  <a:pt x="2309937" y="104729"/>
                </a:lnTo>
                <a:lnTo>
                  <a:pt x="2309850" y="103857"/>
                </a:lnTo>
                <a:lnTo>
                  <a:pt x="2309745" y="103003"/>
                </a:lnTo>
                <a:lnTo>
                  <a:pt x="2309620" y="102165"/>
                </a:lnTo>
                <a:lnTo>
                  <a:pt x="2309476" y="101345"/>
                </a:lnTo>
                <a:lnTo>
                  <a:pt x="2309312" y="100542"/>
                </a:lnTo>
                <a:lnTo>
                  <a:pt x="2309130" y="99755"/>
                </a:lnTo>
                <a:lnTo>
                  <a:pt x="2308928" y="98986"/>
                </a:lnTo>
                <a:lnTo>
                  <a:pt x="2308708" y="98234"/>
                </a:lnTo>
                <a:lnTo>
                  <a:pt x="2308468" y="97498"/>
                </a:lnTo>
                <a:lnTo>
                  <a:pt x="2308208" y="96780"/>
                </a:lnTo>
                <a:lnTo>
                  <a:pt x="2307930" y="96079"/>
                </a:lnTo>
                <a:lnTo>
                  <a:pt x="2307632" y="95394"/>
                </a:lnTo>
                <a:lnTo>
                  <a:pt x="2307315" y="94727"/>
                </a:lnTo>
                <a:lnTo>
                  <a:pt x="2306979" y="94077"/>
                </a:lnTo>
                <a:lnTo>
                  <a:pt x="2306624" y="93443"/>
                </a:lnTo>
                <a:lnTo>
                  <a:pt x="2306250" y="92827"/>
                </a:lnTo>
                <a:lnTo>
                  <a:pt x="2305856" y="92228"/>
                </a:lnTo>
                <a:lnTo>
                  <a:pt x="2305443" y="91645"/>
                </a:lnTo>
                <a:lnTo>
                  <a:pt x="2305011" y="91080"/>
                </a:lnTo>
                <a:lnTo>
                  <a:pt x="2304560" y="90532"/>
                </a:lnTo>
                <a:lnTo>
                  <a:pt x="2304089" y="90000"/>
                </a:lnTo>
                <a:lnTo>
                  <a:pt x="2303600" y="89486"/>
                </a:lnTo>
                <a:lnTo>
                  <a:pt x="2303091" y="88989"/>
                </a:lnTo>
                <a:lnTo>
                  <a:pt x="2302563" y="88508"/>
                </a:lnTo>
                <a:lnTo>
                  <a:pt x="2302016" y="88045"/>
                </a:lnTo>
                <a:lnTo>
                  <a:pt x="2301450" y="87599"/>
                </a:lnTo>
                <a:lnTo>
                  <a:pt x="2300864" y="87170"/>
                </a:lnTo>
                <a:lnTo>
                  <a:pt x="2300260" y="86757"/>
                </a:lnTo>
                <a:lnTo>
                  <a:pt x="2299636" y="86362"/>
                </a:lnTo>
                <a:lnTo>
                  <a:pt x="2298992" y="85984"/>
                </a:lnTo>
                <a:lnTo>
                  <a:pt x="2298330" y="85623"/>
                </a:lnTo>
                <a:lnTo>
                  <a:pt x="2297648" y="85279"/>
                </a:lnTo>
                <a:lnTo>
                  <a:pt x="2296948" y="84951"/>
                </a:lnTo>
                <a:lnTo>
                  <a:pt x="2296228" y="84641"/>
                </a:lnTo>
                <a:lnTo>
                  <a:pt x="2295488" y="84348"/>
                </a:lnTo>
                <a:lnTo>
                  <a:pt x="2294730" y="84072"/>
                </a:lnTo>
                <a:lnTo>
                  <a:pt x="2293952" y="83813"/>
                </a:lnTo>
                <a:lnTo>
                  <a:pt x="2293155" y="83570"/>
                </a:lnTo>
                <a:lnTo>
                  <a:pt x="2292339" y="83345"/>
                </a:lnTo>
                <a:lnTo>
                  <a:pt x="2291504" y="83137"/>
                </a:lnTo>
                <a:lnTo>
                  <a:pt x="2290650" y="82946"/>
                </a:lnTo>
                <a:lnTo>
                  <a:pt x="2289776" y="82772"/>
                </a:lnTo>
                <a:lnTo>
                  <a:pt x="2288883" y="82615"/>
                </a:lnTo>
                <a:lnTo>
                  <a:pt x="2287971" y="82475"/>
                </a:lnTo>
                <a:lnTo>
                  <a:pt x="2265535" y="79314"/>
                </a:lnTo>
                <a:lnTo>
                  <a:pt x="2265197" y="79258"/>
                </a:lnTo>
                <a:lnTo>
                  <a:pt x="2264865" y="79195"/>
                </a:lnTo>
                <a:lnTo>
                  <a:pt x="2264539" y="79124"/>
                </a:lnTo>
                <a:lnTo>
                  <a:pt x="2264221" y="79046"/>
                </a:lnTo>
                <a:lnTo>
                  <a:pt x="2263909" y="78962"/>
                </a:lnTo>
                <a:lnTo>
                  <a:pt x="2263605" y="78870"/>
                </a:lnTo>
                <a:lnTo>
                  <a:pt x="2263307" y="78771"/>
                </a:lnTo>
                <a:lnTo>
                  <a:pt x="2263016" y="78665"/>
                </a:lnTo>
                <a:lnTo>
                  <a:pt x="2262732" y="78552"/>
                </a:lnTo>
                <a:lnTo>
                  <a:pt x="2262455" y="78431"/>
                </a:lnTo>
                <a:lnTo>
                  <a:pt x="2262185" y="78304"/>
                </a:lnTo>
                <a:lnTo>
                  <a:pt x="2261921" y="78169"/>
                </a:lnTo>
                <a:lnTo>
                  <a:pt x="2261664" y="78027"/>
                </a:lnTo>
                <a:lnTo>
                  <a:pt x="2261415" y="77878"/>
                </a:lnTo>
                <a:lnTo>
                  <a:pt x="2261172" y="77722"/>
                </a:lnTo>
                <a:lnTo>
                  <a:pt x="2260936" y="77559"/>
                </a:lnTo>
                <a:lnTo>
                  <a:pt x="2260706" y="77389"/>
                </a:lnTo>
                <a:lnTo>
                  <a:pt x="2260484" y="77211"/>
                </a:lnTo>
                <a:lnTo>
                  <a:pt x="2260269" y="77027"/>
                </a:lnTo>
                <a:lnTo>
                  <a:pt x="2260060" y="76835"/>
                </a:lnTo>
                <a:lnTo>
                  <a:pt x="2259858" y="76636"/>
                </a:lnTo>
                <a:lnTo>
                  <a:pt x="2259663" y="76430"/>
                </a:lnTo>
                <a:lnTo>
                  <a:pt x="2259475" y="76217"/>
                </a:lnTo>
                <a:lnTo>
                  <a:pt x="2259294" y="75997"/>
                </a:lnTo>
                <a:lnTo>
                  <a:pt x="2259120" y="75770"/>
                </a:lnTo>
                <a:lnTo>
                  <a:pt x="2258953" y="75537"/>
                </a:lnTo>
                <a:lnTo>
                  <a:pt x="2258794" y="75298"/>
                </a:lnTo>
                <a:lnTo>
                  <a:pt x="2258642" y="75053"/>
                </a:lnTo>
                <a:lnTo>
                  <a:pt x="2258497" y="74801"/>
                </a:lnTo>
                <a:lnTo>
                  <a:pt x="2258360" y="74544"/>
                </a:lnTo>
                <a:lnTo>
                  <a:pt x="2258231" y="74281"/>
                </a:lnTo>
                <a:lnTo>
                  <a:pt x="2258109" y="74012"/>
                </a:lnTo>
                <a:lnTo>
                  <a:pt x="2257994" y="73737"/>
                </a:lnTo>
                <a:lnTo>
                  <a:pt x="2257886" y="73455"/>
                </a:lnTo>
                <a:lnTo>
                  <a:pt x="2257786" y="73168"/>
                </a:lnTo>
                <a:lnTo>
                  <a:pt x="2257694" y="72875"/>
                </a:lnTo>
                <a:lnTo>
                  <a:pt x="2257608" y="72575"/>
                </a:lnTo>
                <a:lnTo>
                  <a:pt x="2257531" y="72270"/>
                </a:lnTo>
                <a:lnTo>
                  <a:pt x="2257460" y="71959"/>
                </a:lnTo>
                <a:lnTo>
                  <a:pt x="2257397" y="71641"/>
                </a:lnTo>
                <a:lnTo>
                  <a:pt x="2257342" y="71318"/>
                </a:lnTo>
                <a:lnTo>
                  <a:pt x="2257294" y="70988"/>
                </a:lnTo>
                <a:lnTo>
                  <a:pt x="2257253" y="70653"/>
                </a:lnTo>
                <a:lnTo>
                  <a:pt x="2257220" y="70311"/>
                </a:lnTo>
                <a:lnTo>
                  <a:pt x="2257194" y="69964"/>
                </a:lnTo>
                <a:lnTo>
                  <a:pt x="2257175" y="69610"/>
                </a:lnTo>
                <a:lnTo>
                  <a:pt x="2257164" y="69250"/>
                </a:lnTo>
                <a:lnTo>
                  <a:pt x="2257160" y="68885"/>
                </a:lnTo>
                <a:lnTo>
                  <a:pt x="2257167" y="68415"/>
                </a:lnTo>
                <a:lnTo>
                  <a:pt x="2257189" y="67953"/>
                </a:lnTo>
                <a:lnTo>
                  <a:pt x="2257224" y="67500"/>
                </a:lnTo>
                <a:lnTo>
                  <a:pt x="2257274" y="67055"/>
                </a:lnTo>
                <a:lnTo>
                  <a:pt x="2257339" y="66618"/>
                </a:lnTo>
                <a:lnTo>
                  <a:pt x="2257417" y="66189"/>
                </a:lnTo>
                <a:lnTo>
                  <a:pt x="2257510" y="65769"/>
                </a:lnTo>
                <a:lnTo>
                  <a:pt x="2257617" y="65357"/>
                </a:lnTo>
                <a:lnTo>
                  <a:pt x="2257738" y="64953"/>
                </a:lnTo>
                <a:lnTo>
                  <a:pt x="2257873" y="64557"/>
                </a:lnTo>
                <a:lnTo>
                  <a:pt x="2258023" y="64169"/>
                </a:lnTo>
                <a:lnTo>
                  <a:pt x="2258187" y="63790"/>
                </a:lnTo>
                <a:lnTo>
                  <a:pt x="2258366" y="63419"/>
                </a:lnTo>
                <a:lnTo>
                  <a:pt x="2258558" y="63056"/>
                </a:lnTo>
                <a:lnTo>
                  <a:pt x="2258765" y="62702"/>
                </a:lnTo>
                <a:lnTo>
                  <a:pt x="2258986" y="62355"/>
                </a:lnTo>
                <a:lnTo>
                  <a:pt x="2259221" y="62017"/>
                </a:lnTo>
                <a:lnTo>
                  <a:pt x="2259471" y="61687"/>
                </a:lnTo>
                <a:lnTo>
                  <a:pt x="2259735" y="61365"/>
                </a:lnTo>
                <a:lnTo>
                  <a:pt x="2260013" y="61052"/>
                </a:lnTo>
                <a:lnTo>
                  <a:pt x="2260305" y="60747"/>
                </a:lnTo>
                <a:lnTo>
                  <a:pt x="2260612" y="60450"/>
                </a:lnTo>
                <a:lnTo>
                  <a:pt x="2260933" y="60161"/>
                </a:lnTo>
                <a:lnTo>
                  <a:pt x="2261268" y="59880"/>
                </a:lnTo>
                <a:lnTo>
                  <a:pt x="2261616" y="59610"/>
                </a:lnTo>
                <a:lnTo>
                  <a:pt x="2261975" y="59350"/>
                </a:lnTo>
                <a:lnTo>
                  <a:pt x="2262345" y="59103"/>
                </a:lnTo>
                <a:lnTo>
                  <a:pt x="2262725" y="58867"/>
                </a:lnTo>
                <a:lnTo>
                  <a:pt x="2263117" y="58642"/>
                </a:lnTo>
                <a:lnTo>
                  <a:pt x="2263520" y="58429"/>
                </a:lnTo>
                <a:lnTo>
                  <a:pt x="2263934" y="58227"/>
                </a:lnTo>
                <a:lnTo>
                  <a:pt x="2264358" y="58037"/>
                </a:lnTo>
                <a:lnTo>
                  <a:pt x="2264794" y="57859"/>
                </a:lnTo>
                <a:lnTo>
                  <a:pt x="2265240" y="57692"/>
                </a:lnTo>
                <a:lnTo>
                  <a:pt x="2265698" y="57536"/>
                </a:lnTo>
                <a:lnTo>
                  <a:pt x="2266167" y="57392"/>
                </a:lnTo>
                <a:lnTo>
                  <a:pt x="2266646" y="57260"/>
                </a:lnTo>
                <a:lnTo>
                  <a:pt x="2267137" y="57139"/>
                </a:lnTo>
                <a:lnTo>
                  <a:pt x="2267638" y="57030"/>
                </a:lnTo>
                <a:lnTo>
                  <a:pt x="2268150" y="56932"/>
                </a:lnTo>
                <a:lnTo>
                  <a:pt x="2268674" y="56845"/>
                </a:lnTo>
                <a:lnTo>
                  <a:pt x="2269208" y="56770"/>
                </a:lnTo>
                <a:lnTo>
                  <a:pt x="2269754" y="56707"/>
                </a:lnTo>
                <a:lnTo>
                  <a:pt x="2270310" y="56655"/>
                </a:lnTo>
                <a:lnTo>
                  <a:pt x="2270877" y="56615"/>
                </a:lnTo>
                <a:lnTo>
                  <a:pt x="2271456" y="56586"/>
                </a:lnTo>
                <a:lnTo>
                  <a:pt x="2272045" y="56569"/>
                </a:lnTo>
                <a:lnTo>
                  <a:pt x="2272645" y="56563"/>
                </a:lnTo>
                <a:lnTo>
                  <a:pt x="2279598" y="56563"/>
                </a:lnTo>
                <a:lnTo>
                  <a:pt x="2280133" y="56568"/>
                </a:lnTo>
                <a:lnTo>
                  <a:pt x="2280661" y="56584"/>
                </a:lnTo>
                <a:lnTo>
                  <a:pt x="2281179" y="56610"/>
                </a:lnTo>
                <a:lnTo>
                  <a:pt x="2281689" y="56646"/>
                </a:lnTo>
                <a:lnTo>
                  <a:pt x="2282191" y="56693"/>
                </a:lnTo>
                <a:lnTo>
                  <a:pt x="2282684" y="56751"/>
                </a:lnTo>
                <a:lnTo>
                  <a:pt x="2283168" y="56818"/>
                </a:lnTo>
                <a:lnTo>
                  <a:pt x="2283644" y="56897"/>
                </a:lnTo>
                <a:lnTo>
                  <a:pt x="2284112" y="56985"/>
                </a:lnTo>
                <a:lnTo>
                  <a:pt x="2284571" y="57084"/>
                </a:lnTo>
                <a:lnTo>
                  <a:pt x="2285021" y="57194"/>
                </a:lnTo>
                <a:lnTo>
                  <a:pt x="2285463" y="57313"/>
                </a:lnTo>
                <a:lnTo>
                  <a:pt x="2285897" y="57444"/>
                </a:lnTo>
                <a:lnTo>
                  <a:pt x="2286322" y="57584"/>
                </a:lnTo>
                <a:lnTo>
                  <a:pt x="2286738" y="57735"/>
                </a:lnTo>
                <a:lnTo>
                  <a:pt x="2287146" y="57897"/>
                </a:lnTo>
                <a:lnTo>
                  <a:pt x="2287546" y="58069"/>
                </a:lnTo>
                <a:lnTo>
                  <a:pt x="2287937" y="58251"/>
                </a:lnTo>
                <a:lnTo>
                  <a:pt x="2288319" y="58444"/>
                </a:lnTo>
                <a:lnTo>
                  <a:pt x="2288693" y="58647"/>
                </a:lnTo>
                <a:lnTo>
                  <a:pt x="2289059" y="58861"/>
                </a:lnTo>
                <a:lnTo>
                  <a:pt x="2289416" y="59085"/>
                </a:lnTo>
                <a:lnTo>
                  <a:pt x="2289764" y="59320"/>
                </a:lnTo>
                <a:lnTo>
                  <a:pt x="2290104" y="59565"/>
                </a:lnTo>
                <a:lnTo>
                  <a:pt x="2290434" y="59817"/>
                </a:lnTo>
                <a:lnTo>
                  <a:pt x="2290750" y="60076"/>
                </a:lnTo>
                <a:lnTo>
                  <a:pt x="2291053" y="60340"/>
                </a:lnTo>
                <a:lnTo>
                  <a:pt x="2291344" y="60609"/>
                </a:lnTo>
                <a:lnTo>
                  <a:pt x="2291622" y="60884"/>
                </a:lnTo>
                <a:lnTo>
                  <a:pt x="2291887" y="61164"/>
                </a:lnTo>
                <a:lnTo>
                  <a:pt x="2292138" y="61450"/>
                </a:lnTo>
                <a:lnTo>
                  <a:pt x="2292377" y="61741"/>
                </a:lnTo>
                <a:lnTo>
                  <a:pt x="2292604" y="62038"/>
                </a:lnTo>
                <a:lnTo>
                  <a:pt x="2292817" y="62340"/>
                </a:lnTo>
                <a:lnTo>
                  <a:pt x="2293017" y="62648"/>
                </a:lnTo>
                <a:lnTo>
                  <a:pt x="2293205" y="62961"/>
                </a:lnTo>
                <a:lnTo>
                  <a:pt x="2293379" y="63280"/>
                </a:lnTo>
                <a:lnTo>
                  <a:pt x="2293541" y="63604"/>
                </a:lnTo>
                <a:lnTo>
                  <a:pt x="2293690" y="63934"/>
                </a:lnTo>
                <a:lnTo>
                  <a:pt x="2293826" y="64269"/>
                </a:lnTo>
                <a:lnTo>
                  <a:pt x="2293949" y="64610"/>
                </a:lnTo>
                <a:lnTo>
                  <a:pt x="2294059" y="64956"/>
                </a:lnTo>
                <a:lnTo>
                  <a:pt x="2294156" y="65308"/>
                </a:lnTo>
                <a:lnTo>
                  <a:pt x="2294240" y="65665"/>
                </a:lnTo>
                <a:lnTo>
                  <a:pt x="2294312" y="66028"/>
                </a:lnTo>
                <a:lnTo>
                  <a:pt x="2294370" y="66396"/>
                </a:lnTo>
                <a:lnTo>
                  <a:pt x="2294416" y="66770"/>
                </a:lnTo>
                <a:lnTo>
                  <a:pt x="2294449" y="67149"/>
                </a:lnTo>
                <a:lnTo>
                  <a:pt x="2308827" y="67149"/>
                </a:lnTo>
                <a:lnTo>
                  <a:pt x="2308761" y="66313"/>
                </a:lnTo>
                <a:lnTo>
                  <a:pt x="2308671" y="65490"/>
                </a:lnTo>
                <a:lnTo>
                  <a:pt x="2308554" y="64681"/>
                </a:lnTo>
                <a:lnTo>
                  <a:pt x="2308412" y="63885"/>
                </a:lnTo>
                <a:lnTo>
                  <a:pt x="2308245" y="63103"/>
                </a:lnTo>
                <a:lnTo>
                  <a:pt x="2308052" y="62334"/>
                </a:lnTo>
                <a:lnTo>
                  <a:pt x="2307833" y="61579"/>
                </a:lnTo>
                <a:lnTo>
                  <a:pt x="2307589" y="60837"/>
                </a:lnTo>
                <a:lnTo>
                  <a:pt x="2307320" y="60109"/>
                </a:lnTo>
                <a:lnTo>
                  <a:pt x="2307025" y="59394"/>
                </a:lnTo>
                <a:lnTo>
                  <a:pt x="2306704" y="58692"/>
                </a:lnTo>
                <a:lnTo>
                  <a:pt x="2306358" y="58004"/>
                </a:lnTo>
                <a:lnTo>
                  <a:pt x="2305987" y="57329"/>
                </a:lnTo>
                <a:lnTo>
                  <a:pt x="2305590" y="56668"/>
                </a:lnTo>
                <a:lnTo>
                  <a:pt x="2305167" y="56021"/>
                </a:lnTo>
                <a:lnTo>
                  <a:pt x="2304719" y="55386"/>
                </a:lnTo>
                <a:lnTo>
                  <a:pt x="2304245" y="54765"/>
                </a:lnTo>
                <a:lnTo>
                  <a:pt x="2303746" y="54158"/>
                </a:lnTo>
                <a:lnTo>
                  <a:pt x="2303221" y="53564"/>
                </a:lnTo>
                <a:lnTo>
                  <a:pt x="2302671" y="52984"/>
                </a:lnTo>
                <a:lnTo>
                  <a:pt x="2302096" y="52417"/>
                </a:lnTo>
                <a:lnTo>
                  <a:pt x="2301494" y="51863"/>
                </a:lnTo>
                <a:lnTo>
                  <a:pt x="2300868" y="51323"/>
                </a:lnTo>
                <a:lnTo>
                  <a:pt x="2300215" y="50796"/>
                </a:lnTo>
                <a:lnTo>
                  <a:pt x="2299542" y="50287"/>
                </a:lnTo>
                <a:lnTo>
                  <a:pt x="2298853" y="49799"/>
                </a:lnTo>
                <a:lnTo>
                  <a:pt x="2298148" y="49333"/>
                </a:lnTo>
                <a:lnTo>
                  <a:pt x="2297426" y="48889"/>
                </a:lnTo>
                <a:lnTo>
                  <a:pt x="2296688" y="48467"/>
                </a:lnTo>
                <a:lnTo>
                  <a:pt x="2295934" y="48066"/>
                </a:lnTo>
                <a:lnTo>
                  <a:pt x="2295164" y="47686"/>
                </a:lnTo>
                <a:lnTo>
                  <a:pt x="2294378" y="47329"/>
                </a:lnTo>
                <a:lnTo>
                  <a:pt x="2293575" y="46993"/>
                </a:lnTo>
                <a:lnTo>
                  <a:pt x="2292757" y="46679"/>
                </a:lnTo>
                <a:lnTo>
                  <a:pt x="2291922" y="46386"/>
                </a:lnTo>
                <a:lnTo>
                  <a:pt x="2291071" y="46115"/>
                </a:lnTo>
                <a:lnTo>
                  <a:pt x="2290204" y="45866"/>
                </a:lnTo>
                <a:lnTo>
                  <a:pt x="2289321" y="45638"/>
                </a:lnTo>
                <a:lnTo>
                  <a:pt x="2288421" y="45432"/>
                </a:lnTo>
                <a:lnTo>
                  <a:pt x="2287505" y="45248"/>
                </a:lnTo>
                <a:lnTo>
                  <a:pt x="2286574" y="45086"/>
                </a:lnTo>
                <a:lnTo>
                  <a:pt x="2285626" y="44945"/>
                </a:lnTo>
                <a:lnTo>
                  <a:pt x="2284661" y="44826"/>
                </a:lnTo>
                <a:lnTo>
                  <a:pt x="2283681" y="44728"/>
                </a:lnTo>
                <a:lnTo>
                  <a:pt x="2282685" y="44652"/>
                </a:lnTo>
                <a:lnTo>
                  <a:pt x="2281672" y="44598"/>
                </a:lnTo>
                <a:lnTo>
                  <a:pt x="2280643" y="44565"/>
                </a:lnTo>
                <a:lnTo>
                  <a:pt x="2279598" y="44555"/>
                </a:lnTo>
                <a:lnTo>
                  <a:pt x="2272645" y="44555"/>
                </a:lnTo>
                <a:lnTo>
                  <a:pt x="2271510" y="44566"/>
                </a:lnTo>
                <a:lnTo>
                  <a:pt x="2270395" y="44600"/>
                </a:lnTo>
                <a:lnTo>
                  <a:pt x="2269301" y="44656"/>
                </a:lnTo>
                <a:lnTo>
                  <a:pt x="2268227" y="44735"/>
                </a:lnTo>
                <a:lnTo>
                  <a:pt x="2267175" y="44836"/>
                </a:lnTo>
                <a:lnTo>
                  <a:pt x="2266142" y="44960"/>
                </a:lnTo>
                <a:lnTo>
                  <a:pt x="2265130" y="45106"/>
                </a:lnTo>
                <a:lnTo>
                  <a:pt x="2264139" y="45274"/>
                </a:lnTo>
                <a:lnTo>
                  <a:pt x="2263168" y="45466"/>
                </a:lnTo>
                <a:lnTo>
                  <a:pt x="2262218" y="45679"/>
                </a:lnTo>
                <a:lnTo>
                  <a:pt x="2261289" y="45915"/>
                </a:lnTo>
                <a:lnTo>
                  <a:pt x="2260380" y="46174"/>
                </a:lnTo>
                <a:lnTo>
                  <a:pt x="2259492" y="46455"/>
                </a:lnTo>
                <a:lnTo>
                  <a:pt x="2258624" y="46759"/>
                </a:lnTo>
                <a:lnTo>
                  <a:pt x="2257777" y="47085"/>
                </a:lnTo>
                <a:lnTo>
                  <a:pt x="2256950" y="47434"/>
                </a:lnTo>
                <a:lnTo>
                  <a:pt x="2256144" y="47805"/>
                </a:lnTo>
                <a:lnTo>
                  <a:pt x="2255358" y="48198"/>
                </a:lnTo>
                <a:lnTo>
                  <a:pt x="2254594" y="48615"/>
                </a:lnTo>
                <a:lnTo>
                  <a:pt x="2253849" y="49053"/>
                </a:lnTo>
                <a:lnTo>
                  <a:pt x="2253125" y="49514"/>
                </a:lnTo>
                <a:lnTo>
                  <a:pt x="2252422" y="49998"/>
                </a:lnTo>
                <a:lnTo>
                  <a:pt x="2251740" y="50504"/>
                </a:lnTo>
                <a:lnTo>
                  <a:pt x="2251078" y="51033"/>
                </a:lnTo>
                <a:lnTo>
                  <a:pt x="2250440" y="51581"/>
                </a:lnTo>
                <a:lnTo>
                  <a:pt x="2249829" y="52146"/>
                </a:lnTo>
                <a:lnTo>
                  <a:pt x="2249245" y="52729"/>
                </a:lnTo>
                <a:lnTo>
                  <a:pt x="2248688" y="53328"/>
                </a:lnTo>
                <a:lnTo>
                  <a:pt x="2248159" y="53944"/>
                </a:lnTo>
                <a:lnTo>
                  <a:pt x="2247656" y="54578"/>
                </a:lnTo>
                <a:lnTo>
                  <a:pt x="2247181" y="55228"/>
                </a:lnTo>
                <a:lnTo>
                  <a:pt x="2246733" y="55895"/>
                </a:lnTo>
                <a:lnTo>
                  <a:pt x="2246312" y="56580"/>
                </a:lnTo>
                <a:lnTo>
                  <a:pt x="2245918" y="57281"/>
                </a:lnTo>
                <a:lnTo>
                  <a:pt x="2245552" y="57999"/>
                </a:lnTo>
                <a:lnTo>
                  <a:pt x="2245212" y="58735"/>
                </a:lnTo>
                <a:lnTo>
                  <a:pt x="2244900" y="59487"/>
                </a:lnTo>
                <a:lnTo>
                  <a:pt x="2244615" y="60256"/>
                </a:lnTo>
                <a:lnTo>
                  <a:pt x="2244357" y="61043"/>
                </a:lnTo>
                <a:lnTo>
                  <a:pt x="2244126" y="61846"/>
                </a:lnTo>
                <a:lnTo>
                  <a:pt x="2243922" y="62666"/>
                </a:lnTo>
                <a:lnTo>
                  <a:pt x="2243746" y="63504"/>
                </a:lnTo>
                <a:lnTo>
                  <a:pt x="2243596" y="64358"/>
                </a:lnTo>
                <a:lnTo>
                  <a:pt x="2243474" y="65229"/>
                </a:lnTo>
                <a:lnTo>
                  <a:pt x="2243379" y="66118"/>
                </a:lnTo>
                <a:lnTo>
                  <a:pt x="2243311" y="67023"/>
                </a:lnTo>
                <a:lnTo>
                  <a:pt x="2243271" y="67945"/>
                </a:lnTo>
                <a:lnTo>
                  <a:pt x="2243257" y="68885"/>
                </a:lnTo>
                <a:lnTo>
                  <a:pt x="2243265" y="69708"/>
                </a:lnTo>
                <a:lnTo>
                  <a:pt x="2243291" y="70517"/>
                </a:lnTo>
                <a:lnTo>
                  <a:pt x="2243334" y="71313"/>
                </a:lnTo>
                <a:lnTo>
                  <a:pt x="2243393" y="72095"/>
                </a:lnTo>
                <a:lnTo>
                  <a:pt x="2243470" y="72864"/>
                </a:lnTo>
                <a:lnTo>
                  <a:pt x="2243563" y="73620"/>
                </a:lnTo>
                <a:lnTo>
                  <a:pt x="2243674" y="74362"/>
                </a:lnTo>
                <a:lnTo>
                  <a:pt x="2243801" y="75091"/>
                </a:lnTo>
                <a:lnTo>
                  <a:pt x="2243946" y="75806"/>
                </a:lnTo>
                <a:lnTo>
                  <a:pt x="2244107" y="76508"/>
                </a:lnTo>
                <a:lnTo>
                  <a:pt x="2244286" y="77196"/>
                </a:lnTo>
                <a:lnTo>
                  <a:pt x="2244482" y="77871"/>
                </a:lnTo>
                <a:lnTo>
                  <a:pt x="2244694" y="78533"/>
                </a:lnTo>
                <a:lnTo>
                  <a:pt x="2244924" y="79181"/>
                </a:lnTo>
                <a:lnTo>
                  <a:pt x="2245171" y="79815"/>
                </a:lnTo>
                <a:lnTo>
                  <a:pt x="2245434" y="80436"/>
                </a:lnTo>
                <a:lnTo>
                  <a:pt x="2245715" y="81044"/>
                </a:lnTo>
                <a:lnTo>
                  <a:pt x="2246013" y="81638"/>
                </a:lnTo>
                <a:lnTo>
                  <a:pt x="2246327" y="82219"/>
                </a:lnTo>
                <a:lnTo>
                  <a:pt x="2246659" y="82787"/>
                </a:lnTo>
                <a:lnTo>
                  <a:pt x="2247008" y="83341"/>
                </a:lnTo>
                <a:lnTo>
                  <a:pt x="2247373" y="83881"/>
                </a:lnTo>
                <a:lnTo>
                  <a:pt x="2247756" y="84408"/>
                </a:lnTo>
                <a:lnTo>
                  <a:pt x="2248156" y="84922"/>
                </a:lnTo>
                <a:lnTo>
                  <a:pt x="2248571" y="85420"/>
                </a:lnTo>
                <a:lnTo>
                  <a:pt x="2249000" y="85902"/>
                </a:lnTo>
                <a:lnTo>
                  <a:pt x="2249442" y="86367"/>
                </a:lnTo>
                <a:lnTo>
                  <a:pt x="2249898" y="86815"/>
                </a:lnTo>
                <a:lnTo>
                  <a:pt x="2250368" y="87247"/>
                </a:lnTo>
                <a:lnTo>
                  <a:pt x="2250852" y="87662"/>
                </a:lnTo>
                <a:lnTo>
                  <a:pt x="2251349" y="88060"/>
                </a:lnTo>
                <a:lnTo>
                  <a:pt x="2251860" y="88442"/>
                </a:lnTo>
                <a:lnTo>
                  <a:pt x="2252385" y="88806"/>
                </a:lnTo>
                <a:lnTo>
                  <a:pt x="2252924" y="89154"/>
                </a:lnTo>
                <a:lnTo>
                  <a:pt x="2253476" y="89485"/>
                </a:lnTo>
                <a:lnTo>
                  <a:pt x="2254042" y="89800"/>
                </a:lnTo>
                <a:lnTo>
                  <a:pt x="2254621" y="90098"/>
                </a:lnTo>
                <a:lnTo>
                  <a:pt x="2255215" y="90379"/>
                </a:lnTo>
                <a:lnTo>
                  <a:pt x="2255822" y="90643"/>
                </a:lnTo>
                <a:lnTo>
                  <a:pt x="2256443" y="90891"/>
                </a:lnTo>
                <a:lnTo>
                  <a:pt x="2257077" y="91122"/>
                </a:lnTo>
                <a:lnTo>
                  <a:pt x="2257725" y="91336"/>
                </a:lnTo>
                <a:lnTo>
                  <a:pt x="2258387" y="91533"/>
                </a:lnTo>
                <a:lnTo>
                  <a:pt x="2259063" y="91714"/>
                </a:lnTo>
                <a:lnTo>
                  <a:pt x="2259752" y="91878"/>
                </a:lnTo>
                <a:lnTo>
                  <a:pt x="2260455" y="92026"/>
                </a:lnTo>
                <a:lnTo>
                  <a:pt x="2261172" y="92156"/>
                </a:lnTo>
                <a:lnTo>
                  <a:pt x="2261902" y="92270"/>
                </a:lnTo>
                <a:lnTo>
                  <a:pt x="2285917" y="95746"/>
                </a:lnTo>
                <a:lnTo>
                  <a:pt x="2286347" y="95803"/>
                </a:lnTo>
                <a:lnTo>
                  <a:pt x="2286767" y="95869"/>
                </a:lnTo>
                <a:lnTo>
                  <a:pt x="2287178" y="95944"/>
                </a:lnTo>
                <a:lnTo>
                  <a:pt x="2287580" y="96027"/>
                </a:lnTo>
                <a:lnTo>
                  <a:pt x="2287973" y="96119"/>
                </a:lnTo>
                <a:lnTo>
                  <a:pt x="2288356" y="96220"/>
                </a:lnTo>
                <a:lnTo>
                  <a:pt x="2288730" y="96330"/>
                </a:lnTo>
                <a:lnTo>
                  <a:pt x="2289094" y="96448"/>
                </a:lnTo>
                <a:lnTo>
                  <a:pt x="2289450" y="96576"/>
                </a:lnTo>
                <a:lnTo>
                  <a:pt x="2289796" y="96712"/>
                </a:lnTo>
                <a:lnTo>
                  <a:pt x="2290132" y="96857"/>
                </a:lnTo>
                <a:lnTo>
                  <a:pt x="2290459" y="97010"/>
                </a:lnTo>
                <a:lnTo>
                  <a:pt x="2290777" y="97173"/>
                </a:lnTo>
                <a:lnTo>
                  <a:pt x="2291086" y="97344"/>
                </a:lnTo>
                <a:lnTo>
                  <a:pt x="2291385" y="97524"/>
                </a:lnTo>
                <a:lnTo>
                  <a:pt x="2291675" y="97713"/>
                </a:lnTo>
                <a:lnTo>
                  <a:pt x="2291955" y="97910"/>
                </a:lnTo>
                <a:lnTo>
                  <a:pt x="2292227" y="98116"/>
                </a:lnTo>
                <a:lnTo>
                  <a:pt x="2292488" y="98331"/>
                </a:lnTo>
                <a:lnTo>
                  <a:pt x="2292741" y="98555"/>
                </a:lnTo>
                <a:lnTo>
                  <a:pt x="2292984" y="98788"/>
                </a:lnTo>
                <a:lnTo>
                  <a:pt x="2293218" y="99029"/>
                </a:lnTo>
                <a:lnTo>
                  <a:pt x="2293443" y="99280"/>
                </a:lnTo>
                <a:lnTo>
                  <a:pt x="2293658" y="99539"/>
                </a:lnTo>
                <a:lnTo>
                  <a:pt x="2293864" y="99806"/>
                </a:lnTo>
                <a:lnTo>
                  <a:pt x="2294062" y="100083"/>
                </a:lnTo>
                <a:lnTo>
                  <a:pt x="2294251" y="100368"/>
                </a:lnTo>
                <a:lnTo>
                  <a:pt x="2294431" y="100662"/>
                </a:lnTo>
                <a:lnTo>
                  <a:pt x="2294602" y="100964"/>
                </a:lnTo>
                <a:lnTo>
                  <a:pt x="2294764" y="101276"/>
                </a:lnTo>
                <a:lnTo>
                  <a:pt x="2294918" y="101596"/>
                </a:lnTo>
                <a:lnTo>
                  <a:pt x="2295063" y="101925"/>
                </a:lnTo>
                <a:lnTo>
                  <a:pt x="2295199" y="102263"/>
                </a:lnTo>
                <a:lnTo>
                  <a:pt x="2295326" y="102609"/>
                </a:lnTo>
                <a:lnTo>
                  <a:pt x="2295445" y="102965"/>
                </a:lnTo>
                <a:lnTo>
                  <a:pt x="2295555" y="103329"/>
                </a:lnTo>
                <a:lnTo>
                  <a:pt x="2295656" y="103702"/>
                </a:lnTo>
                <a:lnTo>
                  <a:pt x="2295748" y="104084"/>
                </a:lnTo>
                <a:lnTo>
                  <a:pt x="2295831" y="104474"/>
                </a:lnTo>
                <a:lnTo>
                  <a:pt x="2295906" y="104874"/>
                </a:lnTo>
                <a:lnTo>
                  <a:pt x="2295972" y="105282"/>
                </a:lnTo>
                <a:lnTo>
                  <a:pt x="2296029" y="105698"/>
                </a:lnTo>
                <a:lnTo>
                  <a:pt x="2296077" y="106124"/>
                </a:lnTo>
                <a:lnTo>
                  <a:pt x="2296117" y="106558"/>
                </a:lnTo>
                <a:lnTo>
                  <a:pt x="2296147" y="107002"/>
                </a:lnTo>
                <a:lnTo>
                  <a:pt x="2296169" y="107454"/>
                </a:lnTo>
                <a:lnTo>
                  <a:pt x="2296182" y="107914"/>
                </a:lnTo>
                <a:lnTo>
                  <a:pt x="2296187" y="108384"/>
                </a:lnTo>
                <a:lnTo>
                  <a:pt x="2296179" y="108906"/>
                </a:lnTo>
                <a:lnTo>
                  <a:pt x="2296157" y="109418"/>
                </a:lnTo>
                <a:lnTo>
                  <a:pt x="2296119" y="109920"/>
                </a:lnTo>
                <a:lnTo>
                  <a:pt x="2296066" y="110412"/>
                </a:lnTo>
                <a:lnTo>
                  <a:pt x="2295998" y="110894"/>
                </a:lnTo>
                <a:lnTo>
                  <a:pt x="2295915" y="111367"/>
                </a:lnTo>
                <a:lnTo>
                  <a:pt x="2295817" y="111829"/>
                </a:lnTo>
                <a:lnTo>
                  <a:pt x="2295704" y="112282"/>
                </a:lnTo>
                <a:lnTo>
                  <a:pt x="2295576" y="112725"/>
                </a:lnTo>
                <a:lnTo>
                  <a:pt x="2295432" y="113158"/>
                </a:lnTo>
                <a:lnTo>
                  <a:pt x="2295274" y="113581"/>
                </a:lnTo>
                <a:lnTo>
                  <a:pt x="2295100" y="113994"/>
                </a:lnTo>
                <a:lnTo>
                  <a:pt x="2294912" y="114397"/>
                </a:lnTo>
                <a:lnTo>
                  <a:pt x="2294708" y="114791"/>
                </a:lnTo>
                <a:lnTo>
                  <a:pt x="2294489" y="115174"/>
                </a:lnTo>
                <a:lnTo>
                  <a:pt x="2294255" y="115548"/>
                </a:lnTo>
                <a:lnTo>
                  <a:pt x="2294006" y="115912"/>
                </a:lnTo>
                <a:lnTo>
                  <a:pt x="2293742" y="116266"/>
                </a:lnTo>
                <a:lnTo>
                  <a:pt x="2293463" y="116610"/>
                </a:lnTo>
                <a:lnTo>
                  <a:pt x="2293168" y="116944"/>
                </a:lnTo>
                <a:lnTo>
                  <a:pt x="2292859" y="117268"/>
                </a:lnTo>
                <a:lnTo>
                  <a:pt x="2292534" y="117582"/>
                </a:lnTo>
                <a:lnTo>
                  <a:pt x="2292195" y="117887"/>
                </a:lnTo>
                <a:lnTo>
                  <a:pt x="2291840" y="118182"/>
                </a:lnTo>
                <a:lnTo>
                  <a:pt x="2291472" y="118465"/>
                </a:lnTo>
                <a:lnTo>
                  <a:pt x="2291091" y="118736"/>
                </a:lnTo>
                <a:lnTo>
                  <a:pt x="2290699" y="118996"/>
                </a:lnTo>
                <a:lnTo>
                  <a:pt x="2290293" y="119243"/>
                </a:lnTo>
                <a:lnTo>
                  <a:pt x="2289876" y="119478"/>
                </a:lnTo>
                <a:lnTo>
                  <a:pt x="2289446" y="119701"/>
                </a:lnTo>
                <a:lnTo>
                  <a:pt x="2289004" y="119913"/>
                </a:lnTo>
                <a:lnTo>
                  <a:pt x="2288549" y="120112"/>
                </a:lnTo>
                <a:lnTo>
                  <a:pt x="2288082" y="120299"/>
                </a:lnTo>
                <a:lnTo>
                  <a:pt x="2287603" y="120473"/>
                </a:lnTo>
                <a:lnTo>
                  <a:pt x="2287111" y="120636"/>
                </a:lnTo>
                <a:lnTo>
                  <a:pt x="2286607" y="120787"/>
                </a:lnTo>
                <a:lnTo>
                  <a:pt x="2286091" y="120926"/>
                </a:lnTo>
                <a:lnTo>
                  <a:pt x="2285563" y="121052"/>
                </a:lnTo>
                <a:lnTo>
                  <a:pt x="2285022" y="121167"/>
                </a:lnTo>
                <a:lnTo>
                  <a:pt x="2284468" y="121270"/>
                </a:lnTo>
                <a:lnTo>
                  <a:pt x="2283903" y="121360"/>
                </a:lnTo>
                <a:lnTo>
                  <a:pt x="2283325" y="121438"/>
                </a:lnTo>
                <a:lnTo>
                  <a:pt x="2282734" y="121505"/>
                </a:lnTo>
                <a:lnTo>
                  <a:pt x="2282132" y="121559"/>
                </a:lnTo>
                <a:lnTo>
                  <a:pt x="2281517" y="121601"/>
                </a:lnTo>
                <a:lnTo>
                  <a:pt x="2280890" y="121631"/>
                </a:lnTo>
                <a:lnTo>
                  <a:pt x="2280250" y="121650"/>
                </a:lnTo>
                <a:lnTo>
                  <a:pt x="2279598" y="121656"/>
                </a:lnTo>
                <a:lnTo>
                  <a:pt x="2272645" y="121656"/>
                </a:lnTo>
                <a:lnTo>
                  <a:pt x="2272006" y="121650"/>
                </a:lnTo>
                <a:lnTo>
                  <a:pt x="2271379" y="121632"/>
                </a:lnTo>
                <a:lnTo>
                  <a:pt x="2270764" y="121603"/>
                </a:lnTo>
                <a:lnTo>
                  <a:pt x="2270161" y="121561"/>
                </a:lnTo>
                <a:lnTo>
                  <a:pt x="2269570" y="121508"/>
                </a:lnTo>
                <a:lnTo>
                  <a:pt x="2268992" y="121443"/>
                </a:lnTo>
                <a:lnTo>
                  <a:pt x="2268425" y="121367"/>
                </a:lnTo>
                <a:lnTo>
                  <a:pt x="2267870" y="121278"/>
                </a:lnTo>
                <a:lnTo>
                  <a:pt x="2267328" y="121178"/>
                </a:lnTo>
                <a:lnTo>
                  <a:pt x="2266797" y="121066"/>
                </a:lnTo>
                <a:lnTo>
                  <a:pt x="2266279" y="120942"/>
                </a:lnTo>
                <a:lnTo>
                  <a:pt x="2265772" y="120806"/>
                </a:lnTo>
                <a:lnTo>
                  <a:pt x="2265278" y="120659"/>
                </a:lnTo>
                <a:lnTo>
                  <a:pt x="2264796" y="120500"/>
                </a:lnTo>
                <a:lnTo>
                  <a:pt x="2264326" y="120329"/>
                </a:lnTo>
                <a:lnTo>
                  <a:pt x="2263867" y="120146"/>
                </a:lnTo>
                <a:lnTo>
                  <a:pt x="2263421" y="119951"/>
                </a:lnTo>
                <a:lnTo>
                  <a:pt x="2262987" y="119745"/>
                </a:lnTo>
                <a:lnTo>
                  <a:pt x="2262565" y="119527"/>
                </a:lnTo>
                <a:lnTo>
                  <a:pt x="2262156" y="119297"/>
                </a:lnTo>
                <a:lnTo>
                  <a:pt x="2261758" y="119055"/>
                </a:lnTo>
                <a:lnTo>
                  <a:pt x="2261372" y="118801"/>
                </a:lnTo>
                <a:lnTo>
                  <a:pt x="2260998" y="118536"/>
                </a:lnTo>
                <a:lnTo>
                  <a:pt x="2260637" y="118259"/>
                </a:lnTo>
                <a:lnTo>
                  <a:pt x="2260289" y="117971"/>
                </a:lnTo>
                <a:lnTo>
                  <a:pt x="2259955" y="117674"/>
                </a:lnTo>
                <a:lnTo>
                  <a:pt x="2259637" y="117369"/>
                </a:lnTo>
                <a:lnTo>
                  <a:pt x="2259334" y="117054"/>
                </a:lnTo>
                <a:lnTo>
                  <a:pt x="2259045" y="116730"/>
                </a:lnTo>
                <a:lnTo>
                  <a:pt x="2258771" y="116397"/>
                </a:lnTo>
                <a:lnTo>
                  <a:pt x="2258512" y="116056"/>
                </a:lnTo>
                <a:lnTo>
                  <a:pt x="2258267" y="115705"/>
                </a:lnTo>
                <a:lnTo>
                  <a:pt x="2258038" y="115345"/>
                </a:lnTo>
                <a:lnTo>
                  <a:pt x="2257823" y="114976"/>
                </a:lnTo>
                <a:lnTo>
                  <a:pt x="2257623" y="114597"/>
                </a:lnTo>
                <a:lnTo>
                  <a:pt x="2257438" y="114210"/>
                </a:lnTo>
                <a:lnTo>
                  <a:pt x="2257268" y="113814"/>
                </a:lnTo>
                <a:lnTo>
                  <a:pt x="2257112" y="113409"/>
                </a:lnTo>
                <a:lnTo>
                  <a:pt x="2256972" y="112995"/>
                </a:lnTo>
                <a:lnTo>
                  <a:pt x="2256846" y="112571"/>
                </a:lnTo>
                <a:lnTo>
                  <a:pt x="2256735" y="112139"/>
                </a:lnTo>
                <a:lnTo>
                  <a:pt x="2256638" y="111697"/>
                </a:lnTo>
                <a:lnTo>
                  <a:pt x="2256557" y="111247"/>
                </a:lnTo>
                <a:lnTo>
                  <a:pt x="2256490" y="110787"/>
                </a:lnTo>
                <a:lnTo>
                  <a:pt x="2256439" y="110319"/>
                </a:lnTo>
                <a:lnTo>
                  <a:pt x="2256402" y="109841"/>
                </a:lnTo>
                <a:lnTo>
                  <a:pt x="2256379" y="109355"/>
                </a:lnTo>
                <a:lnTo>
                  <a:pt x="2256372" y="108859"/>
                </a:lnTo>
                <a:lnTo>
                  <a:pt x="2242153" y="108859"/>
                </a:lnTo>
                <a:lnTo>
                  <a:pt x="2242159" y="109526"/>
                </a:lnTo>
                <a:lnTo>
                  <a:pt x="2242177" y="110185"/>
                </a:lnTo>
                <a:lnTo>
                  <a:pt x="2242208" y="110835"/>
                </a:lnTo>
                <a:lnTo>
                  <a:pt x="2242252" y="111477"/>
                </a:lnTo>
                <a:lnTo>
                  <a:pt x="2242307" y="112110"/>
                </a:lnTo>
                <a:lnTo>
                  <a:pt x="2242375" y="112734"/>
                </a:lnTo>
                <a:lnTo>
                  <a:pt x="2242455" y="113351"/>
                </a:lnTo>
                <a:lnTo>
                  <a:pt x="2242548" y="113958"/>
                </a:lnTo>
                <a:lnTo>
                  <a:pt x="2242653" y="114558"/>
                </a:lnTo>
                <a:lnTo>
                  <a:pt x="2242770" y="115148"/>
                </a:lnTo>
                <a:lnTo>
                  <a:pt x="2242899" y="115730"/>
                </a:lnTo>
                <a:lnTo>
                  <a:pt x="2243041" y="116304"/>
                </a:lnTo>
                <a:lnTo>
                  <a:pt x="2243195" y="116869"/>
                </a:lnTo>
                <a:lnTo>
                  <a:pt x="2243362" y="117426"/>
                </a:lnTo>
                <a:lnTo>
                  <a:pt x="2243541" y="117974"/>
                </a:lnTo>
                <a:lnTo>
                  <a:pt x="2243732" y="118514"/>
                </a:lnTo>
                <a:lnTo>
                  <a:pt x="2243936" y="119045"/>
                </a:lnTo>
                <a:lnTo>
                  <a:pt x="2244152" y="119568"/>
                </a:lnTo>
                <a:lnTo>
                  <a:pt x="2244380" y="120082"/>
                </a:lnTo>
                <a:lnTo>
                  <a:pt x="2244621" y="120588"/>
                </a:lnTo>
                <a:lnTo>
                  <a:pt x="2244874" y="121085"/>
                </a:lnTo>
                <a:lnTo>
                  <a:pt x="2245139" y="121574"/>
                </a:lnTo>
                <a:lnTo>
                  <a:pt x="2245416" y="122054"/>
                </a:lnTo>
                <a:lnTo>
                  <a:pt x="2245706" y="122526"/>
                </a:lnTo>
                <a:lnTo>
                  <a:pt x="2246008" y="122989"/>
                </a:lnTo>
                <a:lnTo>
                  <a:pt x="2246322" y="123442"/>
                </a:lnTo>
                <a:lnTo>
                  <a:pt x="2246647" y="123886"/>
                </a:lnTo>
                <a:lnTo>
                  <a:pt x="2246984" y="124321"/>
                </a:lnTo>
                <a:lnTo>
                  <a:pt x="2247332" y="124746"/>
                </a:lnTo>
                <a:lnTo>
                  <a:pt x="2247692" y="125162"/>
                </a:lnTo>
                <a:lnTo>
                  <a:pt x="2248063" y="125569"/>
                </a:lnTo>
                <a:lnTo>
                  <a:pt x="2248445" y="125966"/>
                </a:lnTo>
                <a:lnTo>
                  <a:pt x="2248840" y="126354"/>
                </a:lnTo>
                <a:lnTo>
                  <a:pt x="2249245" y="126733"/>
                </a:lnTo>
                <a:lnTo>
                  <a:pt x="2249662" y="127103"/>
                </a:lnTo>
                <a:lnTo>
                  <a:pt x="2250091" y="127463"/>
                </a:lnTo>
                <a:lnTo>
                  <a:pt x="2250531" y="127814"/>
                </a:lnTo>
                <a:lnTo>
                  <a:pt x="2250983" y="128155"/>
                </a:lnTo>
                <a:lnTo>
                  <a:pt x="2251446" y="128487"/>
                </a:lnTo>
                <a:lnTo>
                  <a:pt x="2251921" y="128810"/>
                </a:lnTo>
                <a:lnTo>
                  <a:pt x="2252407" y="129124"/>
                </a:lnTo>
                <a:lnTo>
                  <a:pt x="2252905" y="129428"/>
                </a:lnTo>
                <a:lnTo>
                  <a:pt x="2253414" y="129723"/>
                </a:lnTo>
                <a:lnTo>
                  <a:pt x="2253935" y="130009"/>
                </a:lnTo>
                <a:lnTo>
                  <a:pt x="2254467" y="130285"/>
                </a:lnTo>
                <a:lnTo>
                  <a:pt x="2255011" y="130552"/>
                </a:lnTo>
                <a:lnTo>
                  <a:pt x="2255566" y="130810"/>
                </a:lnTo>
                <a:lnTo>
                  <a:pt x="2256133" y="131058"/>
                </a:lnTo>
                <a:lnTo>
                  <a:pt x="2256711" y="131296"/>
                </a:lnTo>
                <a:lnTo>
                  <a:pt x="2257298" y="131525"/>
                </a:lnTo>
                <a:lnTo>
                  <a:pt x="2257895" y="131743"/>
                </a:lnTo>
                <a:lnTo>
                  <a:pt x="2258501" y="131951"/>
                </a:lnTo>
                <a:lnTo>
                  <a:pt x="2259117" y="132149"/>
                </a:lnTo>
                <a:lnTo>
                  <a:pt x="2259743" y="132336"/>
                </a:lnTo>
                <a:lnTo>
                  <a:pt x="2260378" y="132514"/>
                </a:lnTo>
                <a:lnTo>
                  <a:pt x="2261023" y="132681"/>
                </a:lnTo>
                <a:lnTo>
                  <a:pt x="2261677" y="132838"/>
                </a:lnTo>
                <a:lnTo>
                  <a:pt x="2262341" y="132986"/>
                </a:lnTo>
                <a:lnTo>
                  <a:pt x="2263015" y="133122"/>
                </a:lnTo>
                <a:lnTo>
                  <a:pt x="2263698" y="133249"/>
                </a:lnTo>
                <a:lnTo>
                  <a:pt x="2264391" y="133366"/>
                </a:lnTo>
                <a:lnTo>
                  <a:pt x="2265093" y="133473"/>
                </a:lnTo>
                <a:lnTo>
                  <a:pt x="2265805" y="133569"/>
                </a:lnTo>
                <a:lnTo>
                  <a:pt x="2266527" y="133655"/>
                </a:lnTo>
                <a:lnTo>
                  <a:pt x="2267258" y="133731"/>
                </a:lnTo>
                <a:lnTo>
                  <a:pt x="2267999" y="133797"/>
                </a:lnTo>
                <a:lnTo>
                  <a:pt x="2268749" y="133853"/>
                </a:lnTo>
                <a:lnTo>
                  <a:pt x="2269509" y="133899"/>
                </a:lnTo>
                <a:lnTo>
                  <a:pt x="2270279" y="133934"/>
                </a:lnTo>
                <a:lnTo>
                  <a:pt x="2271058" y="133960"/>
                </a:lnTo>
                <a:lnTo>
                  <a:pt x="2271847" y="133975"/>
                </a:lnTo>
                <a:lnTo>
                  <a:pt x="2272645" y="133980"/>
                </a:lnTo>
                <a:lnTo>
                  <a:pt x="2279598" y="133980"/>
                </a:lnTo>
                <a:lnTo>
                  <a:pt x="2280798" y="133968"/>
                </a:lnTo>
                <a:lnTo>
                  <a:pt x="2281975" y="133933"/>
                </a:lnTo>
                <a:lnTo>
                  <a:pt x="2283129" y="133875"/>
                </a:lnTo>
                <a:lnTo>
                  <a:pt x="2284261" y="133793"/>
                </a:lnTo>
                <a:close/>
                <a:moveTo>
                  <a:pt x="1842045" y="70770"/>
                </a:moveTo>
                <a:lnTo>
                  <a:pt x="1841972" y="69690"/>
                </a:lnTo>
                <a:lnTo>
                  <a:pt x="1841869" y="68631"/>
                </a:lnTo>
                <a:lnTo>
                  <a:pt x="1841737" y="67592"/>
                </a:lnTo>
                <a:lnTo>
                  <a:pt x="1841576" y="66574"/>
                </a:lnTo>
                <a:lnTo>
                  <a:pt x="1841385" y="65578"/>
                </a:lnTo>
                <a:lnTo>
                  <a:pt x="1841165" y="64602"/>
                </a:lnTo>
                <a:lnTo>
                  <a:pt x="1840915" y="63647"/>
                </a:lnTo>
                <a:lnTo>
                  <a:pt x="1840637" y="62713"/>
                </a:lnTo>
                <a:lnTo>
                  <a:pt x="1840328" y="61799"/>
                </a:lnTo>
                <a:lnTo>
                  <a:pt x="1839991" y="60907"/>
                </a:lnTo>
                <a:lnTo>
                  <a:pt x="1839624" y="60035"/>
                </a:lnTo>
                <a:lnTo>
                  <a:pt x="1839228" y="59184"/>
                </a:lnTo>
                <a:lnTo>
                  <a:pt x="1838802" y="58354"/>
                </a:lnTo>
                <a:lnTo>
                  <a:pt x="1838347" y="57545"/>
                </a:lnTo>
                <a:lnTo>
                  <a:pt x="1837863" y="56757"/>
                </a:lnTo>
                <a:lnTo>
                  <a:pt x="1837350" y="55990"/>
                </a:lnTo>
                <a:lnTo>
                  <a:pt x="1836807" y="55243"/>
                </a:lnTo>
                <a:lnTo>
                  <a:pt x="1836234" y="54518"/>
                </a:lnTo>
                <a:lnTo>
                  <a:pt x="1835633" y="53813"/>
                </a:lnTo>
                <a:lnTo>
                  <a:pt x="1835002" y="53129"/>
                </a:lnTo>
                <a:lnTo>
                  <a:pt x="1834341" y="52466"/>
                </a:lnTo>
                <a:lnTo>
                  <a:pt x="1833652" y="51823"/>
                </a:lnTo>
                <a:lnTo>
                  <a:pt x="1832935" y="51204"/>
                </a:lnTo>
                <a:lnTo>
                  <a:pt x="1832192" y="50612"/>
                </a:lnTo>
                <a:lnTo>
                  <a:pt x="1831424" y="50046"/>
                </a:lnTo>
                <a:lnTo>
                  <a:pt x="1830630" y="49506"/>
                </a:lnTo>
                <a:lnTo>
                  <a:pt x="1829811" y="48992"/>
                </a:lnTo>
                <a:lnTo>
                  <a:pt x="1828966" y="48505"/>
                </a:lnTo>
                <a:lnTo>
                  <a:pt x="1828096" y="48044"/>
                </a:lnTo>
                <a:lnTo>
                  <a:pt x="1827200" y="47610"/>
                </a:lnTo>
                <a:lnTo>
                  <a:pt x="1826279" y="47202"/>
                </a:lnTo>
                <a:lnTo>
                  <a:pt x="1825332" y="46820"/>
                </a:lnTo>
                <a:lnTo>
                  <a:pt x="1824360" y="46464"/>
                </a:lnTo>
                <a:lnTo>
                  <a:pt x="1823362" y="46135"/>
                </a:lnTo>
                <a:lnTo>
                  <a:pt x="1822339" y="45832"/>
                </a:lnTo>
                <a:lnTo>
                  <a:pt x="1821290" y="45556"/>
                </a:lnTo>
                <a:lnTo>
                  <a:pt x="1820216" y="45305"/>
                </a:lnTo>
                <a:lnTo>
                  <a:pt x="1819116" y="45082"/>
                </a:lnTo>
                <a:lnTo>
                  <a:pt x="1817991" y="44884"/>
                </a:lnTo>
                <a:lnTo>
                  <a:pt x="1816840" y="44713"/>
                </a:lnTo>
                <a:lnTo>
                  <a:pt x="1815663" y="44568"/>
                </a:lnTo>
                <a:lnTo>
                  <a:pt x="1814461" y="44450"/>
                </a:lnTo>
                <a:lnTo>
                  <a:pt x="1813234" y="44357"/>
                </a:lnTo>
                <a:lnTo>
                  <a:pt x="1811981" y="44292"/>
                </a:lnTo>
                <a:lnTo>
                  <a:pt x="1810703" y="44252"/>
                </a:lnTo>
                <a:lnTo>
                  <a:pt x="1809399" y="44239"/>
                </a:lnTo>
                <a:lnTo>
                  <a:pt x="1808197" y="44250"/>
                </a:lnTo>
                <a:lnTo>
                  <a:pt x="1807016" y="44285"/>
                </a:lnTo>
                <a:lnTo>
                  <a:pt x="1805855" y="44344"/>
                </a:lnTo>
                <a:lnTo>
                  <a:pt x="1804714" y="44425"/>
                </a:lnTo>
                <a:lnTo>
                  <a:pt x="1803593" y="44530"/>
                </a:lnTo>
                <a:lnTo>
                  <a:pt x="1802492" y="44658"/>
                </a:lnTo>
                <a:lnTo>
                  <a:pt x="1801411" y="44810"/>
                </a:lnTo>
                <a:lnTo>
                  <a:pt x="1800349" y="44985"/>
                </a:lnTo>
                <a:lnTo>
                  <a:pt x="1799308" y="45183"/>
                </a:lnTo>
                <a:lnTo>
                  <a:pt x="1798287" y="45404"/>
                </a:lnTo>
                <a:lnTo>
                  <a:pt x="1797286" y="45649"/>
                </a:lnTo>
                <a:lnTo>
                  <a:pt x="1796305" y="45917"/>
                </a:lnTo>
                <a:lnTo>
                  <a:pt x="1795344" y="46209"/>
                </a:lnTo>
                <a:lnTo>
                  <a:pt x="1794404" y="46524"/>
                </a:lnTo>
                <a:lnTo>
                  <a:pt x="1793483" y="46862"/>
                </a:lnTo>
                <a:lnTo>
                  <a:pt x="1792582" y="47223"/>
                </a:lnTo>
                <a:lnTo>
                  <a:pt x="1791701" y="47608"/>
                </a:lnTo>
                <a:lnTo>
                  <a:pt x="1790840" y="48016"/>
                </a:lnTo>
                <a:lnTo>
                  <a:pt x="1789999" y="48447"/>
                </a:lnTo>
                <a:lnTo>
                  <a:pt x="1789178" y="48901"/>
                </a:lnTo>
                <a:lnTo>
                  <a:pt x="1788378" y="49379"/>
                </a:lnTo>
                <a:lnTo>
                  <a:pt x="1787597" y="49881"/>
                </a:lnTo>
                <a:lnTo>
                  <a:pt x="1786836" y="50405"/>
                </a:lnTo>
                <a:lnTo>
                  <a:pt x="1786096" y="50953"/>
                </a:lnTo>
                <a:lnTo>
                  <a:pt x="1785379" y="51519"/>
                </a:lnTo>
                <a:lnTo>
                  <a:pt x="1784690" y="52097"/>
                </a:lnTo>
                <a:lnTo>
                  <a:pt x="1784028" y="52687"/>
                </a:lnTo>
                <a:lnTo>
                  <a:pt x="1783394" y="53290"/>
                </a:lnTo>
                <a:lnTo>
                  <a:pt x="1782788" y="53905"/>
                </a:lnTo>
                <a:lnTo>
                  <a:pt x="1782210" y="54532"/>
                </a:lnTo>
                <a:lnTo>
                  <a:pt x="1781659" y="55172"/>
                </a:lnTo>
                <a:lnTo>
                  <a:pt x="1781136" y="55824"/>
                </a:lnTo>
                <a:lnTo>
                  <a:pt x="1780641" y="56489"/>
                </a:lnTo>
                <a:lnTo>
                  <a:pt x="1780174" y="57166"/>
                </a:lnTo>
                <a:lnTo>
                  <a:pt x="1779734" y="57855"/>
                </a:lnTo>
                <a:lnTo>
                  <a:pt x="1779322" y="58556"/>
                </a:lnTo>
                <a:lnTo>
                  <a:pt x="1778937" y="59270"/>
                </a:lnTo>
                <a:lnTo>
                  <a:pt x="1778580" y="59996"/>
                </a:lnTo>
                <a:lnTo>
                  <a:pt x="1778251" y="60735"/>
                </a:lnTo>
                <a:lnTo>
                  <a:pt x="1777950" y="61486"/>
                </a:lnTo>
                <a:lnTo>
                  <a:pt x="1777676" y="62249"/>
                </a:lnTo>
                <a:lnTo>
                  <a:pt x="1777431" y="63025"/>
                </a:lnTo>
                <a:lnTo>
                  <a:pt x="1777212" y="63812"/>
                </a:lnTo>
                <a:lnTo>
                  <a:pt x="1777022" y="64613"/>
                </a:lnTo>
                <a:lnTo>
                  <a:pt x="1776859" y="65425"/>
                </a:lnTo>
                <a:lnTo>
                  <a:pt x="1776724" y="66250"/>
                </a:lnTo>
                <a:lnTo>
                  <a:pt x="1776616" y="67088"/>
                </a:lnTo>
                <a:lnTo>
                  <a:pt x="1776537" y="67937"/>
                </a:lnTo>
                <a:lnTo>
                  <a:pt x="1790756" y="67937"/>
                </a:lnTo>
                <a:lnTo>
                  <a:pt x="1790790" y="67494"/>
                </a:lnTo>
                <a:lnTo>
                  <a:pt x="1790841" y="67059"/>
                </a:lnTo>
                <a:lnTo>
                  <a:pt x="1790909" y="66632"/>
                </a:lnTo>
                <a:lnTo>
                  <a:pt x="1790993" y="66213"/>
                </a:lnTo>
                <a:lnTo>
                  <a:pt x="1791093" y="65802"/>
                </a:lnTo>
                <a:lnTo>
                  <a:pt x="1791210" y="65400"/>
                </a:lnTo>
                <a:lnTo>
                  <a:pt x="1791343" y="65006"/>
                </a:lnTo>
                <a:lnTo>
                  <a:pt x="1791493" y="64620"/>
                </a:lnTo>
                <a:lnTo>
                  <a:pt x="1791659" y="64242"/>
                </a:lnTo>
                <a:lnTo>
                  <a:pt x="1791842" y="63873"/>
                </a:lnTo>
                <a:lnTo>
                  <a:pt x="1792041" y="63511"/>
                </a:lnTo>
                <a:lnTo>
                  <a:pt x="1792256" y="63158"/>
                </a:lnTo>
                <a:lnTo>
                  <a:pt x="1792488" y="62814"/>
                </a:lnTo>
                <a:lnTo>
                  <a:pt x="1792737" y="62477"/>
                </a:lnTo>
                <a:lnTo>
                  <a:pt x="1793002" y="62149"/>
                </a:lnTo>
                <a:lnTo>
                  <a:pt x="1793283" y="61829"/>
                </a:lnTo>
                <a:lnTo>
                  <a:pt x="1793581" y="61517"/>
                </a:lnTo>
                <a:lnTo>
                  <a:pt x="1793895" y="61213"/>
                </a:lnTo>
                <a:lnTo>
                  <a:pt x="1794226" y="60918"/>
                </a:lnTo>
                <a:lnTo>
                  <a:pt x="1794573" y="60631"/>
                </a:lnTo>
                <a:lnTo>
                  <a:pt x="1794937" y="60352"/>
                </a:lnTo>
                <a:lnTo>
                  <a:pt x="1795317" y="60081"/>
                </a:lnTo>
                <a:lnTo>
                  <a:pt x="1795714" y="59819"/>
                </a:lnTo>
                <a:lnTo>
                  <a:pt x="1796127" y="59565"/>
                </a:lnTo>
                <a:lnTo>
                  <a:pt x="1796554" y="59320"/>
                </a:lnTo>
                <a:lnTo>
                  <a:pt x="1796992" y="59085"/>
                </a:lnTo>
                <a:lnTo>
                  <a:pt x="1797440" y="58861"/>
                </a:lnTo>
                <a:lnTo>
                  <a:pt x="1797900" y="58647"/>
                </a:lnTo>
                <a:lnTo>
                  <a:pt x="1798371" y="58444"/>
                </a:lnTo>
                <a:lnTo>
                  <a:pt x="1798852" y="58251"/>
                </a:lnTo>
                <a:lnTo>
                  <a:pt x="1799345" y="58069"/>
                </a:lnTo>
                <a:lnTo>
                  <a:pt x="1799849" y="57897"/>
                </a:lnTo>
                <a:lnTo>
                  <a:pt x="1800363" y="57735"/>
                </a:lnTo>
                <a:lnTo>
                  <a:pt x="1800889" y="57584"/>
                </a:lnTo>
                <a:lnTo>
                  <a:pt x="1801425" y="57444"/>
                </a:lnTo>
                <a:lnTo>
                  <a:pt x="1801973" y="57313"/>
                </a:lnTo>
                <a:lnTo>
                  <a:pt x="1802531" y="57194"/>
                </a:lnTo>
                <a:lnTo>
                  <a:pt x="1803101" y="57084"/>
                </a:lnTo>
                <a:lnTo>
                  <a:pt x="1803681" y="56985"/>
                </a:lnTo>
                <a:lnTo>
                  <a:pt x="1804272" y="56897"/>
                </a:lnTo>
                <a:lnTo>
                  <a:pt x="1804875" y="56818"/>
                </a:lnTo>
                <a:lnTo>
                  <a:pt x="1805488" y="56751"/>
                </a:lnTo>
                <a:lnTo>
                  <a:pt x="1806112" y="56693"/>
                </a:lnTo>
                <a:lnTo>
                  <a:pt x="1806748" y="56646"/>
                </a:lnTo>
                <a:lnTo>
                  <a:pt x="1807394" y="56610"/>
                </a:lnTo>
                <a:lnTo>
                  <a:pt x="1808051" y="56584"/>
                </a:lnTo>
                <a:lnTo>
                  <a:pt x="1808719" y="56568"/>
                </a:lnTo>
                <a:lnTo>
                  <a:pt x="1809399" y="56563"/>
                </a:lnTo>
                <a:lnTo>
                  <a:pt x="1810167" y="56570"/>
                </a:lnTo>
                <a:lnTo>
                  <a:pt x="1810920" y="56592"/>
                </a:lnTo>
                <a:lnTo>
                  <a:pt x="1811655" y="56628"/>
                </a:lnTo>
                <a:lnTo>
                  <a:pt x="1812374" y="56679"/>
                </a:lnTo>
                <a:lnTo>
                  <a:pt x="1813077" y="56745"/>
                </a:lnTo>
                <a:lnTo>
                  <a:pt x="1813764" y="56825"/>
                </a:lnTo>
                <a:lnTo>
                  <a:pt x="1814433" y="56919"/>
                </a:lnTo>
                <a:lnTo>
                  <a:pt x="1815087" y="57028"/>
                </a:lnTo>
                <a:lnTo>
                  <a:pt x="1815724" y="57152"/>
                </a:lnTo>
                <a:lnTo>
                  <a:pt x="1816344" y="57290"/>
                </a:lnTo>
                <a:lnTo>
                  <a:pt x="1816948" y="57443"/>
                </a:lnTo>
                <a:lnTo>
                  <a:pt x="1817536" y="57610"/>
                </a:lnTo>
                <a:lnTo>
                  <a:pt x="1818107" y="57792"/>
                </a:lnTo>
                <a:lnTo>
                  <a:pt x="1818662" y="57988"/>
                </a:lnTo>
                <a:lnTo>
                  <a:pt x="1819200" y="58199"/>
                </a:lnTo>
                <a:lnTo>
                  <a:pt x="1819721" y="58424"/>
                </a:lnTo>
                <a:lnTo>
                  <a:pt x="1820227" y="58664"/>
                </a:lnTo>
                <a:lnTo>
                  <a:pt x="1820715" y="58919"/>
                </a:lnTo>
                <a:lnTo>
                  <a:pt x="1821188" y="59188"/>
                </a:lnTo>
                <a:lnTo>
                  <a:pt x="1821643" y="59471"/>
                </a:lnTo>
                <a:lnTo>
                  <a:pt x="1822083" y="59769"/>
                </a:lnTo>
                <a:lnTo>
                  <a:pt x="1822506" y="60082"/>
                </a:lnTo>
                <a:lnTo>
                  <a:pt x="1822912" y="60409"/>
                </a:lnTo>
                <a:lnTo>
                  <a:pt x="1823302" y="60751"/>
                </a:lnTo>
                <a:lnTo>
                  <a:pt x="1823676" y="61107"/>
                </a:lnTo>
                <a:lnTo>
                  <a:pt x="1824034" y="61478"/>
                </a:lnTo>
                <a:lnTo>
                  <a:pt x="1824376" y="61865"/>
                </a:lnTo>
                <a:lnTo>
                  <a:pt x="1824702" y="62266"/>
                </a:lnTo>
                <a:lnTo>
                  <a:pt x="1825013" y="62683"/>
                </a:lnTo>
                <a:lnTo>
                  <a:pt x="1825307" y="63115"/>
                </a:lnTo>
                <a:lnTo>
                  <a:pt x="1825585" y="63562"/>
                </a:lnTo>
                <a:lnTo>
                  <a:pt x="1825848" y="64024"/>
                </a:lnTo>
                <a:lnTo>
                  <a:pt x="1826095" y="64501"/>
                </a:lnTo>
                <a:lnTo>
                  <a:pt x="1826325" y="64993"/>
                </a:lnTo>
                <a:lnTo>
                  <a:pt x="1826540" y="65500"/>
                </a:lnTo>
                <a:lnTo>
                  <a:pt x="1826739" y="66023"/>
                </a:lnTo>
                <a:lnTo>
                  <a:pt x="1826922" y="66560"/>
                </a:lnTo>
                <a:lnTo>
                  <a:pt x="1827089" y="67113"/>
                </a:lnTo>
                <a:lnTo>
                  <a:pt x="1827240" y="67680"/>
                </a:lnTo>
                <a:lnTo>
                  <a:pt x="1827376" y="68263"/>
                </a:lnTo>
                <a:lnTo>
                  <a:pt x="1827495" y="68861"/>
                </a:lnTo>
                <a:lnTo>
                  <a:pt x="1827599" y="69474"/>
                </a:lnTo>
                <a:lnTo>
                  <a:pt x="1827686" y="70102"/>
                </a:lnTo>
                <a:lnTo>
                  <a:pt x="1827758" y="70745"/>
                </a:lnTo>
                <a:lnTo>
                  <a:pt x="1827813" y="71403"/>
                </a:lnTo>
                <a:lnTo>
                  <a:pt x="1827853" y="72076"/>
                </a:lnTo>
                <a:lnTo>
                  <a:pt x="1827877" y="72764"/>
                </a:lnTo>
                <a:lnTo>
                  <a:pt x="1827885" y="73468"/>
                </a:lnTo>
                <a:lnTo>
                  <a:pt x="1827885" y="80262"/>
                </a:lnTo>
                <a:lnTo>
                  <a:pt x="1801026" y="80262"/>
                </a:lnTo>
                <a:lnTo>
                  <a:pt x="1800331" y="80267"/>
                </a:lnTo>
                <a:lnTo>
                  <a:pt x="1799644" y="80285"/>
                </a:lnTo>
                <a:lnTo>
                  <a:pt x="1798962" y="80315"/>
                </a:lnTo>
                <a:lnTo>
                  <a:pt x="1798288" y="80356"/>
                </a:lnTo>
                <a:lnTo>
                  <a:pt x="1797619" y="80409"/>
                </a:lnTo>
                <a:lnTo>
                  <a:pt x="1796958" y="80474"/>
                </a:lnTo>
                <a:lnTo>
                  <a:pt x="1796303" y="80551"/>
                </a:lnTo>
                <a:lnTo>
                  <a:pt x="1795654" y="80639"/>
                </a:lnTo>
                <a:lnTo>
                  <a:pt x="1795013" y="80739"/>
                </a:lnTo>
                <a:lnTo>
                  <a:pt x="1794377" y="80851"/>
                </a:lnTo>
                <a:lnTo>
                  <a:pt x="1793749" y="80975"/>
                </a:lnTo>
                <a:lnTo>
                  <a:pt x="1793127" y="81111"/>
                </a:lnTo>
                <a:lnTo>
                  <a:pt x="1792511" y="81258"/>
                </a:lnTo>
                <a:lnTo>
                  <a:pt x="1791902" y="81417"/>
                </a:lnTo>
                <a:lnTo>
                  <a:pt x="1791300" y="81588"/>
                </a:lnTo>
                <a:lnTo>
                  <a:pt x="1790704" y="81771"/>
                </a:lnTo>
                <a:lnTo>
                  <a:pt x="1790115" y="81966"/>
                </a:lnTo>
                <a:lnTo>
                  <a:pt x="1789532" y="82172"/>
                </a:lnTo>
                <a:lnTo>
                  <a:pt x="1788956" y="82390"/>
                </a:lnTo>
                <a:lnTo>
                  <a:pt x="1788387" y="82620"/>
                </a:lnTo>
                <a:lnTo>
                  <a:pt x="1787824" y="82862"/>
                </a:lnTo>
                <a:lnTo>
                  <a:pt x="1787268" y="83116"/>
                </a:lnTo>
                <a:lnTo>
                  <a:pt x="1786718" y="83381"/>
                </a:lnTo>
                <a:lnTo>
                  <a:pt x="1786175" y="83658"/>
                </a:lnTo>
                <a:lnTo>
                  <a:pt x="1785640" y="83946"/>
                </a:lnTo>
                <a:lnTo>
                  <a:pt x="1785115" y="84243"/>
                </a:lnTo>
                <a:lnTo>
                  <a:pt x="1784600" y="84548"/>
                </a:lnTo>
                <a:lnTo>
                  <a:pt x="1784095" y="84863"/>
                </a:lnTo>
                <a:lnTo>
                  <a:pt x="1783599" y="85187"/>
                </a:lnTo>
                <a:lnTo>
                  <a:pt x="1783114" y="85520"/>
                </a:lnTo>
                <a:lnTo>
                  <a:pt x="1782638" y="85862"/>
                </a:lnTo>
                <a:lnTo>
                  <a:pt x="1782172" y="86213"/>
                </a:lnTo>
                <a:lnTo>
                  <a:pt x="1781716" y="86573"/>
                </a:lnTo>
                <a:lnTo>
                  <a:pt x="1781270" y="86942"/>
                </a:lnTo>
                <a:lnTo>
                  <a:pt x="1780834" y="87320"/>
                </a:lnTo>
                <a:lnTo>
                  <a:pt x="1780408" y="87707"/>
                </a:lnTo>
                <a:lnTo>
                  <a:pt x="1779991" y="88104"/>
                </a:lnTo>
                <a:lnTo>
                  <a:pt x="1779585" y="88509"/>
                </a:lnTo>
                <a:lnTo>
                  <a:pt x="1779188" y="88923"/>
                </a:lnTo>
                <a:lnTo>
                  <a:pt x="1778801" y="89347"/>
                </a:lnTo>
                <a:lnTo>
                  <a:pt x="1778424" y="89779"/>
                </a:lnTo>
                <a:lnTo>
                  <a:pt x="1778057" y="90221"/>
                </a:lnTo>
                <a:lnTo>
                  <a:pt x="1777700" y="90672"/>
                </a:lnTo>
                <a:lnTo>
                  <a:pt x="1777352" y="91131"/>
                </a:lnTo>
                <a:lnTo>
                  <a:pt x="1777015" y="91600"/>
                </a:lnTo>
                <a:lnTo>
                  <a:pt x="1776687" y="92078"/>
                </a:lnTo>
                <a:lnTo>
                  <a:pt x="1776370" y="92565"/>
                </a:lnTo>
                <a:lnTo>
                  <a:pt x="1776062" y="93061"/>
                </a:lnTo>
                <a:lnTo>
                  <a:pt x="1775765" y="93564"/>
                </a:lnTo>
                <a:lnTo>
                  <a:pt x="1775481" y="94075"/>
                </a:lnTo>
                <a:lnTo>
                  <a:pt x="1775210" y="94594"/>
                </a:lnTo>
                <a:lnTo>
                  <a:pt x="1774951" y="95119"/>
                </a:lnTo>
                <a:lnTo>
                  <a:pt x="1774705" y="95651"/>
                </a:lnTo>
                <a:lnTo>
                  <a:pt x="1774472" y="96191"/>
                </a:lnTo>
                <a:lnTo>
                  <a:pt x="1774251" y="96737"/>
                </a:lnTo>
                <a:lnTo>
                  <a:pt x="1774043" y="97291"/>
                </a:lnTo>
                <a:lnTo>
                  <a:pt x="1773848" y="97852"/>
                </a:lnTo>
                <a:lnTo>
                  <a:pt x="1773665" y="98420"/>
                </a:lnTo>
                <a:lnTo>
                  <a:pt x="1773494" y="98995"/>
                </a:lnTo>
                <a:lnTo>
                  <a:pt x="1773337" y="99577"/>
                </a:lnTo>
                <a:lnTo>
                  <a:pt x="1773192" y="100167"/>
                </a:lnTo>
                <a:lnTo>
                  <a:pt x="1773059" y="100763"/>
                </a:lnTo>
                <a:lnTo>
                  <a:pt x="1772939" y="101367"/>
                </a:lnTo>
                <a:lnTo>
                  <a:pt x="1772832" y="101978"/>
                </a:lnTo>
                <a:lnTo>
                  <a:pt x="1772738" y="102595"/>
                </a:lnTo>
                <a:lnTo>
                  <a:pt x="1772656" y="103221"/>
                </a:lnTo>
                <a:lnTo>
                  <a:pt x="1772586" y="103853"/>
                </a:lnTo>
                <a:lnTo>
                  <a:pt x="1772529" y="104492"/>
                </a:lnTo>
                <a:lnTo>
                  <a:pt x="1772485" y="105139"/>
                </a:lnTo>
                <a:lnTo>
                  <a:pt x="1772454" y="105792"/>
                </a:lnTo>
                <a:lnTo>
                  <a:pt x="1772435" y="106453"/>
                </a:lnTo>
                <a:lnTo>
                  <a:pt x="1772428" y="107121"/>
                </a:lnTo>
                <a:lnTo>
                  <a:pt x="1772442" y="108126"/>
                </a:lnTo>
                <a:lnTo>
                  <a:pt x="1772483" y="109116"/>
                </a:lnTo>
                <a:lnTo>
                  <a:pt x="1772552" y="110089"/>
                </a:lnTo>
                <a:lnTo>
                  <a:pt x="1772648" y="111046"/>
                </a:lnTo>
                <a:lnTo>
                  <a:pt x="1772771" y="111987"/>
                </a:lnTo>
                <a:lnTo>
                  <a:pt x="1772922" y="112912"/>
                </a:lnTo>
                <a:lnTo>
                  <a:pt x="1773101" y="113821"/>
                </a:lnTo>
                <a:lnTo>
                  <a:pt x="1773306" y="114713"/>
                </a:lnTo>
                <a:lnTo>
                  <a:pt x="1773539" y="115589"/>
                </a:lnTo>
                <a:lnTo>
                  <a:pt x="1773800" y="116449"/>
                </a:lnTo>
                <a:lnTo>
                  <a:pt x="1774088" y="117293"/>
                </a:lnTo>
                <a:lnTo>
                  <a:pt x="1774404" y="118121"/>
                </a:lnTo>
                <a:lnTo>
                  <a:pt x="1774746" y="118932"/>
                </a:lnTo>
                <a:lnTo>
                  <a:pt x="1775117" y="119728"/>
                </a:lnTo>
                <a:lnTo>
                  <a:pt x="1775515" y="120507"/>
                </a:lnTo>
                <a:lnTo>
                  <a:pt x="1775940" y="121270"/>
                </a:lnTo>
                <a:lnTo>
                  <a:pt x="1776392" y="122016"/>
                </a:lnTo>
                <a:lnTo>
                  <a:pt x="1776872" y="122747"/>
                </a:lnTo>
                <a:lnTo>
                  <a:pt x="1777380" y="123461"/>
                </a:lnTo>
                <a:lnTo>
                  <a:pt x="1777915" y="124160"/>
                </a:lnTo>
                <a:lnTo>
                  <a:pt x="1778477" y="124842"/>
                </a:lnTo>
                <a:lnTo>
                  <a:pt x="1779067" y="125508"/>
                </a:lnTo>
                <a:lnTo>
                  <a:pt x="1779684" y="126157"/>
                </a:lnTo>
                <a:lnTo>
                  <a:pt x="1780329" y="126791"/>
                </a:lnTo>
                <a:lnTo>
                  <a:pt x="1780997" y="127403"/>
                </a:lnTo>
                <a:lnTo>
                  <a:pt x="1781684" y="127989"/>
                </a:lnTo>
                <a:lnTo>
                  <a:pt x="1782390" y="128550"/>
                </a:lnTo>
                <a:lnTo>
                  <a:pt x="1783116" y="129084"/>
                </a:lnTo>
                <a:lnTo>
                  <a:pt x="1783861" y="129592"/>
                </a:lnTo>
                <a:lnTo>
                  <a:pt x="1784624" y="130074"/>
                </a:lnTo>
                <a:lnTo>
                  <a:pt x="1785408" y="130530"/>
                </a:lnTo>
                <a:lnTo>
                  <a:pt x="1786210" y="130960"/>
                </a:lnTo>
                <a:lnTo>
                  <a:pt x="1787031" y="131364"/>
                </a:lnTo>
                <a:lnTo>
                  <a:pt x="1787872" y="131742"/>
                </a:lnTo>
                <a:lnTo>
                  <a:pt x="1788732" y="132094"/>
                </a:lnTo>
                <a:lnTo>
                  <a:pt x="1789611" y="132419"/>
                </a:lnTo>
                <a:lnTo>
                  <a:pt x="1790509" y="132719"/>
                </a:lnTo>
                <a:lnTo>
                  <a:pt x="1791427" y="132993"/>
                </a:lnTo>
                <a:lnTo>
                  <a:pt x="1792364" y="133240"/>
                </a:lnTo>
                <a:lnTo>
                  <a:pt x="1793319" y="133462"/>
                </a:lnTo>
                <a:lnTo>
                  <a:pt x="1794295" y="133657"/>
                </a:lnTo>
                <a:lnTo>
                  <a:pt x="1795289" y="133827"/>
                </a:lnTo>
                <a:lnTo>
                  <a:pt x="1796302" y="133970"/>
                </a:lnTo>
                <a:lnTo>
                  <a:pt x="1797335" y="134087"/>
                </a:lnTo>
                <a:lnTo>
                  <a:pt x="1798387" y="134178"/>
                </a:lnTo>
                <a:lnTo>
                  <a:pt x="1799458" y="134244"/>
                </a:lnTo>
                <a:lnTo>
                  <a:pt x="1800548" y="134283"/>
                </a:lnTo>
                <a:lnTo>
                  <a:pt x="1801657" y="134296"/>
                </a:lnTo>
                <a:lnTo>
                  <a:pt x="1802338" y="134291"/>
                </a:lnTo>
                <a:lnTo>
                  <a:pt x="1803010" y="134278"/>
                </a:lnTo>
                <a:lnTo>
                  <a:pt x="1803674" y="134256"/>
                </a:lnTo>
                <a:lnTo>
                  <a:pt x="1804330" y="134225"/>
                </a:lnTo>
                <a:lnTo>
                  <a:pt x="1804978" y="134186"/>
                </a:lnTo>
                <a:lnTo>
                  <a:pt x="1805617" y="134138"/>
                </a:lnTo>
                <a:lnTo>
                  <a:pt x="1806249" y="134081"/>
                </a:lnTo>
                <a:lnTo>
                  <a:pt x="1806872" y="134015"/>
                </a:lnTo>
                <a:lnTo>
                  <a:pt x="1807486" y="133940"/>
                </a:lnTo>
                <a:lnTo>
                  <a:pt x="1808093" y="133857"/>
                </a:lnTo>
                <a:lnTo>
                  <a:pt x="1808691" y="133765"/>
                </a:lnTo>
                <a:lnTo>
                  <a:pt x="1809281" y="133664"/>
                </a:lnTo>
                <a:lnTo>
                  <a:pt x="1809863" y="133554"/>
                </a:lnTo>
                <a:lnTo>
                  <a:pt x="1810437" y="133436"/>
                </a:lnTo>
                <a:lnTo>
                  <a:pt x="1811002" y="133309"/>
                </a:lnTo>
                <a:lnTo>
                  <a:pt x="1811559" y="133173"/>
                </a:lnTo>
                <a:lnTo>
                  <a:pt x="1812108" y="133028"/>
                </a:lnTo>
                <a:lnTo>
                  <a:pt x="1812649" y="132874"/>
                </a:lnTo>
                <a:lnTo>
                  <a:pt x="1813181" y="132712"/>
                </a:lnTo>
                <a:lnTo>
                  <a:pt x="1813705" y="132541"/>
                </a:lnTo>
                <a:lnTo>
                  <a:pt x="1814221" y="132361"/>
                </a:lnTo>
                <a:lnTo>
                  <a:pt x="1814729" y="132173"/>
                </a:lnTo>
                <a:lnTo>
                  <a:pt x="1815229" y="131975"/>
                </a:lnTo>
                <a:lnTo>
                  <a:pt x="1815720" y="131769"/>
                </a:lnTo>
                <a:lnTo>
                  <a:pt x="1816202" y="131555"/>
                </a:lnTo>
                <a:lnTo>
                  <a:pt x="1816676" y="131333"/>
                </a:lnTo>
                <a:lnTo>
                  <a:pt x="1817139" y="131105"/>
                </a:lnTo>
                <a:lnTo>
                  <a:pt x="1817594" y="130869"/>
                </a:lnTo>
                <a:lnTo>
                  <a:pt x="1818039" y="130626"/>
                </a:lnTo>
                <a:lnTo>
                  <a:pt x="1818475" y="130376"/>
                </a:lnTo>
                <a:lnTo>
                  <a:pt x="1818902" y="130119"/>
                </a:lnTo>
                <a:lnTo>
                  <a:pt x="1819319" y="129855"/>
                </a:lnTo>
                <a:lnTo>
                  <a:pt x="1819727" y="129584"/>
                </a:lnTo>
                <a:lnTo>
                  <a:pt x="1820125" y="129305"/>
                </a:lnTo>
                <a:lnTo>
                  <a:pt x="1820514" y="129020"/>
                </a:lnTo>
                <a:lnTo>
                  <a:pt x="1820894" y="128727"/>
                </a:lnTo>
                <a:lnTo>
                  <a:pt x="1821265" y="128427"/>
                </a:lnTo>
                <a:lnTo>
                  <a:pt x="1821626" y="128120"/>
                </a:lnTo>
                <a:lnTo>
                  <a:pt x="1821978" y="127806"/>
                </a:lnTo>
                <a:lnTo>
                  <a:pt x="1822320" y="127485"/>
                </a:lnTo>
                <a:lnTo>
                  <a:pt x="1822653" y="127157"/>
                </a:lnTo>
                <a:lnTo>
                  <a:pt x="1822977" y="126822"/>
                </a:lnTo>
                <a:lnTo>
                  <a:pt x="1823292" y="126479"/>
                </a:lnTo>
                <a:lnTo>
                  <a:pt x="1823597" y="126129"/>
                </a:lnTo>
                <a:lnTo>
                  <a:pt x="1823893" y="125773"/>
                </a:lnTo>
                <a:lnTo>
                  <a:pt x="1824179" y="125409"/>
                </a:lnTo>
                <a:lnTo>
                  <a:pt x="1824456" y="125038"/>
                </a:lnTo>
                <a:lnTo>
                  <a:pt x="1824724" y="124660"/>
                </a:lnTo>
                <a:lnTo>
                  <a:pt x="1824982" y="124275"/>
                </a:lnTo>
                <a:lnTo>
                  <a:pt x="1825229" y="123884"/>
                </a:lnTo>
                <a:lnTo>
                  <a:pt x="1825465" y="123487"/>
                </a:lnTo>
                <a:lnTo>
                  <a:pt x="1825690" y="123084"/>
                </a:lnTo>
                <a:lnTo>
                  <a:pt x="1825904" y="122675"/>
                </a:lnTo>
                <a:lnTo>
                  <a:pt x="1826107" y="122260"/>
                </a:lnTo>
                <a:lnTo>
                  <a:pt x="1826299" y="121838"/>
                </a:lnTo>
                <a:lnTo>
                  <a:pt x="1826480" y="121411"/>
                </a:lnTo>
                <a:lnTo>
                  <a:pt x="1826650" y="120978"/>
                </a:lnTo>
                <a:lnTo>
                  <a:pt x="1826809" y="120539"/>
                </a:lnTo>
                <a:lnTo>
                  <a:pt x="1826958" y="120094"/>
                </a:lnTo>
                <a:lnTo>
                  <a:pt x="1827095" y="119643"/>
                </a:lnTo>
                <a:lnTo>
                  <a:pt x="1827221" y="119185"/>
                </a:lnTo>
                <a:lnTo>
                  <a:pt x="1827336" y="118722"/>
                </a:lnTo>
                <a:lnTo>
                  <a:pt x="1827440" y="118253"/>
                </a:lnTo>
                <a:lnTo>
                  <a:pt x="1827534" y="117777"/>
                </a:lnTo>
                <a:lnTo>
                  <a:pt x="1827616" y="117296"/>
                </a:lnTo>
                <a:lnTo>
                  <a:pt x="1827672" y="116916"/>
                </a:lnTo>
                <a:lnTo>
                  <a:pt x="1828044" y="116916"/>
                </a:lnTo>
                <a:lnTo>
                  <a:pt x="1828044" y="132717"/>
                </a:lnTo>
                <a:lnTo>
                  <a:pt x="1842104" y="132717"/>
                </a:lnTo>
                <a:lnTo>
                  <a:pt x="1842104" y="72993"/>
                </a:lnTo>
                <a:lnTo>
                  <a:pt x="1842089" y="71871"/>
                </a:lnTo>
                <a:lnTo>
                  <a:pt x="1842045" y="70770"/>
                </a:lnTo>
                <a:close/>
                <a:moveTo>
                  <a:pt x="1801100" y="122028"/>
                </a:moveTo>
                <a:lnTo>
                  <a:pt x="1800473" y="121933"/>
                </a:lnTo>
                <a:lnTo>
                  <a:pt x="1799858" y="121824"/>
                </a:lnTo>
                <a:lnTo>
                  <a:pt x="1799257" y="121701"/>
                </a:lnTo>
                <a:lnTo>
                  <a:pt x="1798668" y="121563"/>
                </a:lnTo>
                <a:lnTo>
                  <a:pt x="1798093" y="121410"/>
                </a:lnTo>
                <a:lnTo>
                  <a:pt x="1797530" y="121243"/>
                </a:lnTo>
                <a:lnTo>
                  <a:pt x="1796980" y="121061"/>
                </a:lnTo>
                <a:lnTo>
                  <a:pt x="1796443" y="120865"/>
                </a:lnTo>
                <a:lnTo>
                  <a:pt x="1795919" y="120654"/>
                </a:lnTo>
                <a:lnTo>
                  <a:pt x="1795408" y="120428"/>
                </a:lnTo>
                <a:lnTo>
                  <a:pt x="1794910" y="120189"/>
                </a:lnTo>
                <a:lnTo>
                  <a:pt x="1794424" y="119934"/>
                </a:lnTo>
                <a:lnTo>
                  <a:pt x="1793952" y="119665"/>
                </a:lnTo>
                <a:lnTo>
                  <a:pt x="1793492" y="119382"/>
                </a:lnTo>
                <a:lnTo>
                  <a:pt x="1793046" y="119084"/>
                </a:lnTo>
                <a:lnTo>
                  <a:pt x="1792612" y="118771"/>
                </a:lnTo>
                <a:lnTo>
                  <a:pt x="1792191" y="118444"/>
                </a:lnTo>
                <a:lnTo>
                  <a:pt x="1791783" y="118102"/>
                </a:lnTo>
                <a:lnTo>
                  <a:pt x="1791389" y="117748"/>
                </a:lnTo>
                <a:lnTo>
                  <a:pt x="1791013" y="117383"/>
                </a:lnTo>
                <a:lnTo>
                  <a:pt x="1790653" y="117007"/>
                </a:lnTo>
                <a:lnTo>
                  <a:pt x="1790310" y="116621"/>
                </a:lnTo>
                <a:lnTo>
                  <a:pt x="1789984" y="116224"/>
                </a:lnTo>
                <a:lnTo>
                  <a:pt x="1789674" y="115816"/>
                </a:lnTo>
                <a:lnTo>
                  <a:pt x="1789381" y="115397"/>
                </a:lnTo>
                <a:lnTo>
                  <a:pt x="1789105" y="114968"/>
                </a:lnTo>
                <a:lnTo>
                  <a:pt x="1788846" y="114528"/>
                </a:lnTo>
                <a:lnTo>
                  <a:pt x="1788603" y="114078"/>
                </a:lnTo>
                <a:lnTo>
                  <a:pt x="1788377" y="113617"/>
                </a:lnTo>
                <a:lnTo>
                  <a:pt x="1788168" y="113145"/>
                </a:lnTo>
                <a:lnTo>
                  <a:pt x="1787976" y="112662"/>
                </a:lnTo>
                <a:lnTo>
                  <a:pt x="1787800" y="112169"/>
                </a:lnTo>
                <a:lnTo>
                  <a:pt x="1787641" y="111665"/>
                </a:lnTo>
                <a:lnTo>
                  <a:pt x="1787499" y="111150"/>
                </a:lnTo>
                <a:lnTo>
                  <a:pt x="1787373" y="110625"/>
                </a:lnTo>
                <a:lnTo>
                  <a:pt x="1787265" y="110089"/>
                </a:lnTo>
                <a:lnTo>
                  <a:pt x="1787173" y="109542"/>
                </a:lnTo>
                <a:lnTo>
                  <a:pt x="1787097" y="108985"/>
                </a:lnTo>
                <a:lnTo>
                  <a:pt x="1787039" y="108417"/>
                </a:lnTo>
                <a:lnTo>
                  <a:pt x="1786997" y="107838"/>
                </a:lnTo>
                <a:lnTo>
                  <a:pt x="1786972" y="107248"/>
                </a:lnTo>
                <a:lnTo>
                  <a:pt x="1786963" y="106648"/>
                </a:lnTo>
                <a:lnTo>
                  <a:pt x="1786971" y="106074"/>
                </a:lnTo>
                <a:lnTo>
                  <a:pt x="1786994" y="105509"/>
                </a:lnTo>
                <a:lnTo>
                  <a:pt x="1787031" y="104953"/>
                </a:lnTo>
                <a:lnTo>
                  <a:pt x="1787084" y="104407"/>
                </a:lnTo>
                <a:lnTo>
                  <a:pt x="1787152" y="103871"/>
                </a:lnTo>
                <a:lnTo>
                  <a:pt x="1787235" y="103345"/>
                </a:lnTo>
                <a:lnTo>
                  <a:pt x="1787333" y="102828"/>
                </a:lnTo>
                <a:lnTo>
                  <a:pt x="1787446" y="102320"/>
                </a:lnTo>
                <a:lnTo>
                  <a:pt x="1787574" y="101823"/>
                </a:lnTo>
                <a:lnTo>
                  <a:pt x="1787718" y="101335"/>
                </a:lnTo>
                <a:lnTo>
                  <a:pt x="1787876" y="100856"/>
                </a:lnTo>
                <a:lnTo>
                  <a:pt x="1788049" y="100387"/>
                </a:lnTo>
                <a:lnTo>
                  <a:pt x="1788238" y="99928"/>
                </a:lnTo>
                <a:lnTo>
                  <a:pt x="1788442" y="99478"/>
                </a:lnTo>
                <a:lnTo>
                  <a:pt x="1788660" y="99038"/>
                </a:lnTo>
                <a:lnTo>
                  <a:pt x="1788894" y="98608"/>
                </a:lnTo>
                <a:lnTo>
                  <a:pt x="1789143" y="98187"/>
                </a:lnTo>
                <a:lnTo>
                  <a:pt x="1789407" y="97776"/>
                </a:lnTo>
                <a:lnTo>
                  <a:pt x="1789686" y="97374"/>
                </a:lnTo>
                <a:lnTo>
                  <a:pt x="1789980" y="96982"/>
                </a:lnTo>
                <a:lnTo>
                  <a:pt x="1790290" y="96600"/>
                </a:lnTo>
                <a:lnTo>
                  <a:pt x="1790614" y="96227"/>
                </a:lnTo>
                <a:lnTo>
                  <a:pt x="1790953" y="95864"/>
                </a:lnTo>
                <a:lnTo>
                  <a:pt x="1791308" y="95510"/>
                </a:lnTo>
                <a:lnTo>
                  <a:pt x="1791674" y="95168"/>
                </a:lnTo>
                <a:lnTo>
                  <a:pt x="1792050" y="94841"/>
                </a:lnTo>
                <a:lnTo>
                  <a:pt x="1792435" y="94529"/>
                </a:lnTo>
                <a:lnTo>
                  <a:pt x="1792829" y="94231"/>
                </a:lnTo>
                <a:lnTo>
                  <a:pt x="1793232" y="93947"/>
                </a:lnTo>
                <a:lnTo>
                  <a:pt x="1793644" y="93678"/>
                </a:lnTo>
                <a:lnTo>
                  <a:pt x="1794065" y="93424"/>
                </a:lnTo>
                <a:lnTo>
                  <a:pt x="1794495" y="93184"/>
                </a:lnTo>
                <a:lnTo>
                  <a:pt x="1794934" y="92958"/>
                </a:lnTo>
                <a:lnTo>
                  <a:pt x="1795382" y="92747"/>
                </a:lnTo>
                <a:lnTo>
                  <a:pt x="1795839" y="92551"/>
                </a:lnTo>
                <a:lnTo>
                  <a:pt x="1796305" y="92369"/>
                </a:lnTo>
                <a:lnTo>
                  <a:pt x="1796781" y="92202"/>
                </a:lnTo>
                <a:lnTo>
                  <a:pt x="1797265" y="92049"/>
                </a:lnTo>
                <a:lnTo>
                  <a:pt x="1797758" y="91911"/>
                </a:lnTo>
                <a:lnTo>
                  <a:pt x="1798261" y="91788"/>
                </a:lnTo>
                <a:lnTo>
                  <a:pt x="1798772" y="91679"/>
                </a:lnTo>
                <a:lnTo>
                  <a:pt x="1799292" y="91584"/>
                </a:lnTo>
                <a:lnTo>
                  <a:pt x="1799822" y="91504"/>
                </a:lnTo>
                <a:lnTo>
                  <a:pt x="1800360" y="91439"/>
                </a:lnTo>
                <a:lnTo>
                  <a:pt x="1800908" y="91388"/>
                </a:lnTo>
                <a:lnTo>
                  <a:pt x="1801465" y="91352"/>
                </a:lnTo>
                <a:lnTo>
                  <a:pt x="1802030" y="91330"/>
                </a:lnTo>
                <a:lnTo>
                  <a:pt x="1802605" y="91322"/>
                </a:lnTo>
                <a:lnTo>
                  <a:pt x="1827885" y="91322"/>
                </a:lnTo>
                <a:lnTo>
                  <a:pt x="1827885" y="103488"/>
                </a:lnTo>
                <a:lnTo>
                  <a:pt x="1827874" y="104205"/>
                </a:lnTo>
                <a:lnTo>
                  <a:pt x="1827842" y="104910"/>
                </a:lnTo>
                <a:lnTo>
                  <a:pt x="1827789" y="105603"/>
                </a:lnTo>
                <a:lnTo>
                  <a:pt x="1827714" y="106283"/>
                </a:lnTo>
                <a:lnTo>
                  <a:pt x="1827617" y="106950"/>
                </a:lnTo>
                <a:lnTo>
                  <a:pt x="1827500" y="107605"/>
                </a:lnTo>
                <a:lnTo>
                  <a:pt x="1827361" y="108247"/>
                </a:lnTo>
                <a:lnTo>
                  <a:pt x="1827200" y="108877"/>
                </a:lnTo>
                <a:lnTo>
                  <a:pt x="1827018" y="109493"/>
                </a:lnTo>
                <a:lnTo>
                  <a:pt x="1826815" y="110098"/>
                </a:lnTo>
                <a:lnTo>
                  <a:pt x="1826590" y="110689"/>
                </a:lnTo>
                <a:lnTo>
                  <a:pt x="1826344" y="111269"/>
                </a:lnTo>
                <a:lnTo>
                  <a:pt x="1826077" y="111835"/>
                </a:lnTo>
                <a:lnTo>
                  <a:pt x="1825788" y="112389"/>
                </a:lnTo>
                <a:lnTo>
                  <a:pt x="1825478" y="112930"/>
                </a:lnTo>
                <a:lnTo>
                  <a:pt x="1825146" y="113459"/>
                </a:lnTo>
                <a:lnTo>
                  <a:pt x="1824793" y="113975"/>
                </a:lnTo>
                <a:lnTo>
                  <a:pt x="1824419" y="114478"/>
                </a:lnTo>
                <a:lnTo>
                  <a:pt x="1824023" y="114969"/>
                </a:lnTo>
                <a:lnTo>
                  <a:pt x="1823606" y="115447"/>
                </a:lnTo>
                <a:lnTo>
                  <a:pt x="1823167" y="115913"/>
                </a:lnTo>
                <a:lnTo>
                  <a:pt x="1822707" y="116366"/>
                </a:lnTo>
                <a:lnTo>
                  <a:pt x="1822226" y="116806"/>
                </a:lnTo>
                <a:lnTo>
                  <a:pt x="1821723" y="117234"/>
                </a:lnTo>
                <a:lnTo>
                  <a:pt x="1821202" y="117647"/>
                </a:lnTo>
                <a:lnTo>
                  <a:pt x="1820666" y="118042"/>
                </a:lnTo>
                <a:lnTo>
                  <a:pt x="1820116" y="118419"/>
                </a:lnTo>
                <a:lnTo>
                  <a:pt x="1819550" y="118779"/>
                </a:lnTo>
                <a:lnTo>
                  <a:pt x="1818970" y="119121"/>
                </a:lnTo>
                <a:lnTo>
                  <a:pt x="1818375" y="119446"/>
                </a:lnTo>
                <a:lnTo>
                  <a:pt x="1817765" y="119753"/>
                </a:lnTo>
                <a:lnTo>
                  <a:pt x="1817141" y="120043"/>
                </a:lnTo>
                <a:lnTo>
                  <a:pt x="1816502" y="120315"/>
                </a:lnTo>
                <a:lnTo>
                  <a:pt x="1815847" y="120569"/>
                </a:lnTo>
                <a:lnTo>
                  <a:pt x="1815178" y="120806"/>
                </a:lnTo>
                <a:lnTo>
                  <a:pt x="1814495" y="121026"/>
                </a:lnTo>
                <a:lnTo>
                  <a:pt x="1813796" y="121228"/>
                </a:lnTo>
                <a:lnTo>
                  <a:pt x="1813083" y="121412"/>
                </a:lnTo>
                <a:lnTo>
                  <a:pt x="1812354" y="121579"/>
                </a:lnTo>
                <a:lnTo>
                  <a:pt x="1811611" y="121728"/>
                </a:lnTo>
                <a:lnTo>
                  <a:pt x="1810853" y="121860"/>
                </a:lnTo>
                <a:lnTo>
                  <a:pt x="1810081" y="121974"/>
                </a:lnTo>
                <a:lnTo>
                  <a:pt x="1809293" y="122070"/>
                </a:lnTo>
                <a:lnTo>
                  <a:pt x="1808491" y="122149"/>
                </a:lnTo>
                <a:lnTo>
                  <a:pt x="1807674" y="122211"/>
                </a:lnTo>
                <a:lnTo>
                  <a:pt x="1806842" y="122255"/>
                </a:lnTo>
                <a:lnTo>
                  <a:pt x="1805995" y="122281"/>
                </a:lnTo>
                <a:lnTo>
                  <a:pt x="1805134" y="122290"/>
                </a:lnTo>
                <a:lnTo>
                  <a:pt x="1804429" y="122282"/>
                </a:lnTo>
                <a:lnTo>
                  <a:pt x="1803738" y="122261"/>
                </a:lnTo>
                <a:lnTo>
                  <a:pt x="1803059" y="122224"/>
                </a:lnTo>
                <a:lnTo>
                  <a:pt x="1802393" y="122173"/>
                </a:lnTo>
                <a:lnTo>
                  <a:pt x="1801740" y="122108"/>
                </a:lnTo>
                <a:lnTo>
                  <a:pt x="1801100" y="122028"/>
                </a:lnTo>
                <a:close/>
                <a:moveTo>
                  <a:pt x="2028797" y="70770"/>
                </a:moveTo>
                <a:lnTo>
                  <a:pt x="2028724" y="69690"/>
                </a:lnTo>
                <a:lnTo>
                  <a:pt x="2028621" y="68631"/>
                </a:lnTo>
                <a:lnTo>
                  <a:pt x="2028489" y="67592"/>
                </a:lnTo>
                <a:lnTo>
                  <a:pt x="2028328" y="66574"/>
                </a:lnTo>
                <a:lnTo>
                  <a:pt x="2028137" y="65578"/>
                </a:lnTo>
                <a:lnTo>
                  <a:pt x="2027917" y="64602"/>
                </a:lnTo>
                <a:lnTo>
                  <a:pt x="2027667" y="63647"/>
                </a:lnTo>
                <a:lnTo>
                  <a:pt x="2027389" y="62713"/>
                </a:lnTo>
                <a:lnTo>
                  <a:pt x="2027080" y="61799"/>
                </a:lnTo>
                <a:lnTo>
                  <a:pt x="2026743" y="60907"/>
                </a:lnTo>
                <a:lnTo>
                  <a:pt x="2026376" y="60035"/>
                </a:lnTo>
                <a:lnTo>
                  <a:pt x="2025980" y="59184"/>
                </a:lnTo>
                <a:lnTo>
                  <a:pt x="2025554" y="58354"/>
                </a:lnTo>
                <a:lnTo>
                  <a:pt x="2025099" y="57545"/>
                </a:lnTo>
                <a:lnTo>
                  <a:pt x="2024615" y="56757"/>
                </a:lnTo>
                <a:lnTo>
                  <a:pt x="2024102" y="55990"/>
                </a:lnTo>
                <a:lnTo>
                  <a:pt x="2023559" y="55243"/>
                </a:lnTo>
                <a:lnTo>
                  <a:pt x="2022986" y="54518"/>
                </a:lnTo>
                <a:lnTo>
                  <a:pt x="2022385" y="53813"/>
                </a:lnTo>
                <a:lnTo>
                  <a:pt x="2021754" y="53129"/>
                </a:lnTo>
                <a:lnTo>
                  <a:pt x="2021093" y="52466"/>
                </a:lnTo>
                <a:lnTo>
                  <a:pt x="2020404" y="51823"/>
                </a:lnTo>
                <a:lnTo>
                  <a:pt x="2019686" y="51204"/>
                </a:lnTo>
                <a:lnTo>
                  <a:pt x="2018944" y="50612"/>
                </a:lnTo>
                <a:lnTo>
                  <a:pt x="2018176" y="50046"/>
                </a:lnTo>
                <a:lnTo>
                  <a:pt x="2017382" y="49506"/>
                </a:lnTo>
                <a:lnTo>
                  <a:pt x="2016563" y="48992"/>
                </a:lnTo>
                <a:lnTo>
                  <a:pt x="2015718" y="48505"/>
                </a:lnTo>
                <a:lnTo>
                  <a:pt x="2014848" y="48044"/>
                </a:lnTo>
                <a:lnTo>
                  <a:pt x="2013952" y="47610"/>
                </a:lnTo>
                <a:lnTo>
                  <a:pt x="2013031" y="47202"/>
                </a:lnTo>
                <a:lnTo>
                  <a:pt x="2012084" y="46820"/>
                </a:lnTo>
                <a:lnTo>
                  <a:pt x="2011112" y="46464"/>
                </a:lnTo>
                <a:lnTo>
                  <a:pt x="2010114" y="46135"/>
                </a:lnTo>
                <a:lnTo>
                  <a:pt x="2009091" y="45832"/>
                </a:lnTo>
                <a:lnTo>
                  <a:pt x="2008042" y="45556"/>
                </a:lnTo>
                <a:lnTo>
                  <a:pt x="2006968" y="45305"/>
                </a:lnTo>
                <a:lnTo>
                  <a:pt x="2005868" y="45082"/>
                </a:lnTo>
                <a:lnTo>
                  <a:pt x="2004743" y="44884"/>
                </a:lnTo>
                <a:lnTo>
                  <a:pt x="2003592" y="44713"/>
                </a:lnTo>
                <a:lnTo>
                  <a:pt x="2002415" y="44568"/>
                </a:lnTo>
                <a:lnTo>
                  <a:pt x="2001213" y="44450"/>
                </a:lnTo>
                <a:lnTo>
                  <a:pt x="1999986" y="44357"/>
                </a:lnTo>
                <a:lnTo>
                  <a:pt x="1998733" y="44292"/>
                </a:lnTo>
                <a:lnTo>
                  <a:pt x="1997455" y="44252"/>
                </a:lnTo>
                <a:lnTo>
                  <a:pt x="1996151" y="44239"/>
                </a:lnTo>
                <a:lnTo>
                  <a:pt x="1994949" y="44250"/>
                </a:lnTo>
                <a:lnTo>
                  <a:pt x="1993768" y="44285"/>
                </a:lnTo>
                <a:lnTo>
                  <a:pt x="1992607" y="44344"/>
                </a:lnTo>
                <a:lnTo>
                  <a:pt x="1991466" y="44425"/>
                </a:lnTo>
                <a:lnTo>
                  <a:pt x="1990345" y="44530"/>
                </a:lnTo>
                <a:lnTo>
                  <a:pt x="1989244" y="44658"/>
                </a:lnTo>
                <a:lnTo>
                  <a:pt x="1988162" y="44810"/>
                </a:lnTo>
                <a:lnTo>
                  <a:pt x="1987101" y="44985"/>
                </a:lnTo>
                <a:lnTo>
                  <a:pt x="1986060" y="45183"/>
                </a:lnTo>
                <a:lnTo>
                  <a:pt x="1985039" y="45404"/>
                </a:lnTo>
                <a:lnTo>
                  <a:pt x="1984038" y="45649"/>
                </a:lnTo>
                <a:lnTo>
                  <a:pt x="1983057" y="45917"/>
                </a:lnTo>
                <a:lnTo>
                  <a:pt x="1982096" y="46209"/>
                </a:lnTo>
                <a:lnTo>
                  <a:pt x="1981155" y="46524"/>
                </a:lnTo>
                <a:lnTo>
                  <a:pt x="1980235" y="46862"/>
                </a:lnTo>
                <a:lnTo>
                  <a:pt x="1979334" y="47223"/>
                </a:lnTo>
                <a:lnTo>
                  <a:pt x="1978453" y="47608"/>
                </a:lnTo>
                <a:lnTo>
                  <a:pt x="1977592" y="48016"/>
                </a:lnTo>
                <a:lnTo>
                  <a:pt x="1976751" y="48447"/>
                </a:lnTo>
                <a:lnTo>
                  <a:pt x="1975930" y="48901"/>
                </a:lnTo>
                <a:lnTo>
                  <a:pt x="1975130" y="49379"/>
                </a:lnTo>
                <a:lnTo>
                  <a:pt x="1974349" y="49881"/>
                </a:lnTo>
                <a:lnTo>
                  <a:pt x="1973588" y="50405"/>
                </a:lnTo>
                <a:lnTo>
                  <a:pt x="1972847" y="50953"/>
                </a:lnTo>
                <a:lnTo>
                  <a:pt x="1972131" y="51519"/>
                </a:lnTo>
                <a:lnTo>
                  <a:pt x="1971441" y="52097"/>
                </a:lnTo>
                <a:lnTo>
                  <a:pt x="1970780" y="52687"/>
                </a:lnTo>
                <a:lnTo>
                  <a:pt x="1970146" y="53290"/>
                </a:lnTo>
                <a:lnTo>
                  <a:pt x="1969540" y="53905"/>
                </a:lnTo>
                <a:lnTo>
                  <a:pt x="1968962" y="54532"/>
                </a:lnTo>
                <a:lnTo>
                  <a:pt x="1968411" y="55172"/>
                </a:lnTo>
                <a:lnTo>
                  <a:pt x="1967888" y="55824"/>
                </a:lnTo>
                <a:lnTo>
                  <a:pt x="1967393" y="56489"/>
                </a:lnTo>
                <a:lnTo>
                  <a:pt x="1966926" y="57166"/>
                </a:lnTo>
                <a:lnTo>
                  <a:pt x="1966486" y="57855"/>
                </a:lnTo>
                <a:lnTo>
                  <a:pt x="1966074" y="58556"/>
                </a:lnTo>
                <a:lnTo>
                  <a:pt x="1965689" y="59270"/>
                </a:lnTo>
                <a:lnTo>
                  <a:pt x="1965332" y="59996"/>
                </a:lnTo>
                <a:lnTo>
                  <a:pt x="1965003" y="60735"/>
                </a:lnTo>
                <a:lnTo>
                  <a:pt x="1964702" y="61486"/>
                </a:lnTo>
                <a:lnTo>
                  <a:pt x="1964428" y="62249"/>
                </a:lnTo>
                <a:lnTo>
                  <a:pt x="1964182" y="63025"/>
                </a:lnTo>
                <a:lnTo>
                  <a:pt x="1963964" y="63812"/>
                </a:lnTo>
                <a:lnTo>
                  <a:pt x="1963774" y="64613"/>
                </a:lnTo>
                <a:lnTo>
                  <a:pt x="1963611" y="65425"/>
                </a:lnTo>
                <a:lnTo>
                  <a:pt x="1963476" y="66250"/>
                </a:lnTo>
                <a:lnTo>
                  <a:pt x="1963368" y="67088"/>
                </a:lnTo>
                <a:lnTo>
                  <a:pt x="1963288" y="67937"/>
                </a:lnTo>
                <a:lnTo>
                  <a:pt x="1977508" y="67937"/>
                </a:lnTo>
                <a:lnTo>
                  <a:pt x="1977542" y="67494"/>
                </a:lnTo>
                <a:lnTo>
                  <a:pt x="1977593" y="67059"/>
                </a:lnTo>
                <a:lnTo>
                  <a:pt x="1977661" y="66632"/>
                </a:lnTo>
                <a:lnTo>
                  <a:pt x="1977745" y="66213"/>
                </a:lnTo>
                <a:lnTo>
                  <a:pt x="1977845" y="65802"/>
                </a:lnTo>
                <a:lnTo>
                  <a:pt x="1977962" y="65400"/>
                </a:lnTo>
                <a:lnTo>
                  <a:pt x="1978095" y="65006"/>
                </a:lnTo>
                <a:lnTo>
                  <a:pt x="1978245" y="64620"/>
                </a:lnTo>
                <a:lnTo>
                  <a:pt x="1978411" y="64242"/>
                </a:lnTo>
                <a:lnTo>
                  <a:pt x="1978594" y="63873"/>
                </a:lnTo>
                <a:lnTo>
                  <a:pt x="1978793" y="63511"/>
                </a:lnTo>
                <a:lnTo>
                  <a:pt x="1979008" y="63158"/>
                </a:lnTo>
                <a:lnTo>
                  <a:pt x="1979240" y="62814"/>
                </a:lnTo>
                <a:lnTo>
                  <a:pt x="1979489" y="62477"/>
                </a:lnTo>
                <a:lnTo>
                  <a:pt x="1979754" y="62149"/>
                </a:lnTo>
                <a:lnTo>
                  <a:pt x="1980035" y="61829"/>
                </a:lnTo>
                <a:lnTo>
                  <a:pt x="1980333" y="61517"/>
                </a:lnTo>
                <a:lnTo>
                  <a:pt x="1980647" y="61213"/>
                </a:lnTo>
                <a:lnTo>
                  <a:pt x="1980978" y="60918"/>
                </a:lnTo>
                <a:lnTo>
                  <a:pt x="1981325" y="60631"/>
                </a:lnTo>
                <a:lnTo>
                  <a:pt x="1981689" y="60352"/>
                </a:lnTo>
                <a:lnTo>
                  <a:pt x="1982069" y="60081"/>
                </a:lnTo>
                <a:lnTo>
                  <a:pt x="1982466" y="59819"/>
                </a:lnTo>
                <a:lnTo>
                  <a:pt x="1982879" y="59565"/>
                </a:lnTo>
                <a:lnTo>
                  <a:pt x="1983306" y="59320"/>
                </a:lnTo>
                <a:lnTo>
                  <a:pt x="1983743" y="59085"/>
                </a:lnTo>
                <a:lnTo>
                  <a:pt x="1984192" y="58861"/>
                </a:lnTo>
                <a:lnTo>
                  <a:pt x="1984652" y="58647"/>
                </a:lnTo>
                <a:lnTo>
                  <a:pt x="1985123" y="58444"/>
                </a:lnTo>
                <a:lnTo>
                  <a:pt x="1985604" y="58251"/>
                </a:lnTo>
                <a:lnTo>
                  <a:pt x="1986097" y="58069"/>
                </a:lnTo>
                <a:lnTo>
                  <a:pt x="1986600" y="57897"/>
                </a:lnTo>
                <a:lnTo>
                  <a:pt x="1987115" y="57735"/>
                </a:lnTo>
                <a:lnTo>
                  <a:pt x="1987641" y="57584"/>
                </a:lnTo>
                <a:lnTo>
                  <a:pt x="1988177" y="57444"/>
                </a:lnTo>
                <a:lnTo>
                  <a:pt x="1988725" y="57313"/>
                </a:lnTo>
                <a:lnTo>
                  <a:pt x="1989283" y="57194"/>
                </a:lnTo>
                <a:lnTo>
                  <a:pt x="1989853" y="57084"/>
                </a:lnTo>
                <a:lnTo>
                  <a:pt x="1990433" y="56985"/>
                </a:lnTo>
                <a:lnTo>
                  <a:pt x="1991024" y="56897"/>
                </a:lnTo>
                <a:lnTo>
                  <a:pt x="1991627" y="56818"/>
                </a:lnTo>
                <a:lnTo>
                  <a:pt x="1992240" y="56751"/>
                </a:lnTo>
                <a:lnTo>
                  <a:pt x="1992864" y="56693"/>
                </a:lnTo>
                <a:lnTo>
                  <a:pt x="1993500" y="56646"/>
                </a:lnTo>
                <a:lnTo>
                  <a:pt x="1994146" y="56610"/>
                </a:lnTo>
                <a:lnTo>
                  <a:pt x="1994803" y="56584"/>
                </a:lnTo>
                <a:lnTo>
                  <a:pt x="1995471" y="56568"/>
                </a:lnTo>
                <a:lnTo>
                  <a:pt x="1996151" y="56563"/>
                </a:lnTo>
                <a:lnTo>
                  <a:pt x="1996919" y="56570"/>
                </a:lnTo>
                <a:lnTo>
                  <a:pt x="1997671" y="56592"/>
                </a:lnTo>
                <a:lnTo>
                  <a:pt x="1998407" y="56628"/>
                </a:lnTo>
                <a:lnTo>
                  <a:pt x="1999126" y="56679"/>
                </a:lnTo>
                <a:lnTo>
                  <a:pt x="1999829" y="56745"/>
                </a:lnTo>
                <a:lnTo>
                  <a:pt x="2000516" y="56825"/>
                </a:lnTo>
                <a:lnTo>
                  <a:pt x="2001185" y="56919"/>
                </a:lnTo>
                <a:lnTo>
                  <a:pt x="2001839" y="57028"/>
                </a:lnTo>
                <a:lnTo>
                  <a:pt x="2002476" y="57152"/>
                </a:lnTo>
                <a:lnTo>
                  <a:pt x="2003096" y="57290"/>
                </a:lnTo>
                <a:lnTo>
                  <a:pt x="2003700" y="57443"/>
                </a:lnTo>
                <a:lnTo>
                  <a:pt x="2004288" y="57610"/>
                </a:lnTo>
                <a:lnTo>
                  <a:pt x="2004859" y="57792"/>
                </a:lnTo>
                <a:lnTo>
                  <a:pt x="2005413" y="57988"/>
                </a:lnTo>
                <a:lnTo>
                  <a:pt x="2005952" y="58199"/>
                </a:lnTo>
                <a:lnTo>
                  <a:pt x="2006473" y="58424"/>
                </a:lnTo>
                <a:lnTo>
                  <a:pt x="2006978" y="58664"/>
                </a:lnTo>
                <a:lnTo>
                  <a:pt x="2007467" y="58919"/>
                </a:lnTo>
                <a:lnTo>
                  <a:pt x="2007939" y="59188"/>
                </a:lnTo>
                <a:lnTo>
                  <a:pt x="2008395" y="59471"/>
                </a:lnTo>
                <a:lnTo>
                  <a:pt x="2008835" y="59769"/>
                </a:lnTo>
                <a:lnTo>
                  <a:pt x="2009258" y="60082"/>
                </a:lnTo>
                <a:lnTo>
                  <a:pt x="2009664" y="60409"/>
                </a:lnTo>
                <a:lnTo>
                  <a:pt x="2010054" y="60751"/>
                </a:lnTo>
                <a:lnTo>
                  <a:pt x="2010428" y="61107"/>
                </a:lnTo>
                <a:lnTo>
                  <a:pt x="2010786" y="61478"/>
                </a:lnTo>
                <a:lnTo>
                  <a:pt x="2011128" y="61865"/>
                </a:lnTo>
                <a:lnTo>
                  <a:pt x="2011454" y="62266"/>
                </a:lnTo>
                <a:lnTo>
                  <a:pt x="2011765" y="62683"/>
                </a:lnTo>
                <a:lnTo>
                  <a:pt x="2012059" y="63115"/>
                </a:lnTo>
                <a:lnTo>
                  <a:pt x="2012337" y="63562"/>
                </a:lnTo>
                <a:lnTo>
                  <a:pt x="2012600" y="64024"/>
                </a:lnTo>
                <a:lnTo>
                  <a:pt x="2012847" y="64501"/>
                </a:lnTo>
                <a:lnTo>
                  <a:pt x="2013077" y="64993"/>
                </a:lnTo>
                <a:lnTo>
                  <a:pt x="2013292" y="65500"/>
                </a:lnTo>
                <a:lnTo>
                  <a:pt x="2013491" y="66023"/>
                </a:lnTo>
                <a:lnTo>
                  <a:pt x="2013674" y="66560"/>
                </a:lnTo>
                <a:lnTo>
                  <a:pt x="2013841" y="67113"/>
                </a:lnTo>
                <a:lnTo>
                  <a:pt x="2013992" y="67680"/>
                </a:lnTo>
                <a:lnTo>
                  <a:pt x="2014128" y="68263"/>
                </a:lnTo>
                <a:lnTo>
                  <a:pt x="2014247" y="68861"/>
                </a:lnTo>
                <a:lnTo>
                  <a:pt x="2014350" y="69474"/>
                </a:lnTo>
                <a:lnTo>
                  <a:pt x="2014438" y="70102"/>
                </a:lnTo>
                <a:lnTo>
                  <a:pt x="2014510" y="70745"/>
                </a:lnTo>
                <a:lnTo>
                  <a:pt x="2014565" y="71403"/>
                </a:lnTo>
                <a:lnTo>
                  <a:pt x="2014605" y="72076"/>
                </a:lnTo>
                <a:lnTo>
                  <a:pt x="2014629" y="72764"/>
                </a:lnTo>
                <a:lnTo>
                  <a:pt x="2014637" y="73468"/>
                </a:lnTo>
                <a:lnTo>
                  <a:pt x="2014637" y="80262"/>
                </a:lnTo>
                <a:lnTo>
                  <a:pt x="1987778" y="80262"/>
                </a:lnTo>
                <a:lnTo>
                  <a:pt x="1987083" y="80267"/>
                </a:lnTo>
                <a:lnTo>
                  <a:pt x="1986395" y="80285"/>
                </a:lnTo>
                <a:lnTo>
                  <a:pt x="1985714" y="80315"/>
                </a:lnTo>
                <a:lnTo>
                  <a:pt x="1985039" y="80356"/>
                </a:lnTo>
                <a:lnTo>
                  <a:pt x="1984371" y="80409"/>
                </a:lnTo>
                <a:lnTo>
                  <a:pt x="1983710" y="80474"/>
                </a:lnTo>
                <a:lnTo>
                  <a:pt x="1983055" y="80551"/>
                </a:lnTo>
                <a:lnTo>
                  <a:pt x="1982406" y="80639"/>
                </a:lnTo>
                <a:lnTo>
                  <a:pt x="1981765" y="80739"/>
                </a:lnTo>
                <a:lnTo>
                  <a:pt x="1981129" y="80851"/>
                </a:lnTo>
                <a:lnTo>
                  <a:pt x="1980501" y="80975"/>
                </a:lnTo>
                <a:lnTo>
                  <a:pt x="1979879" y="81111"/>
                </a:lnTo>
                <a:lnTo>
                  <a:pt x="1979263" y="81258"/>
                </a:lnTo>
                <a:lnTo>
                  <a:pt x="1978654" y="81417"/>
                </a:lnTo>
                <a:lnTo>
                  <a:pt x="1978052" y="81588"/>
                </a:lnTo>
                <a:lnTo>
                  <a:pt x="1977456" y="81771"/>
                </a:lnTo>
                <a:lnTo>
                  <a:pt x="1976867" y="81966"/>
                </a:lnTo>
                <a:lnTo>
                  <a:pt x="1976284" y="82172"/>
                </a:lnTo>
                <a:lnTo>
                  <a:pt x="1975708" y="82390"/>
                </a:lnTo>
                <a:lnTo>
                  <a:pt x="1975139" y="82620"/>
                </a:lnTo>
                <a:lnTo>
                  <a:pt x="1974576" y="82862"/>
                </a:lnTo>
                <a:lnTo>
                  <a:pt x="1974020" y="83116"/>
                </a:lnTo>
                <a:lnTo>
                  <a:pt x="1973470" y="83381"/>
                </a:lnTo>
                <a:lnTo>
                  <a:pt x="1972927" y="83658"/>
                </a:lnTo>
                <a:lnTo>
                  <a:pt x="1972392" y="83946"/>
                </a:lnTo>
                <a:lnTo>
                  <a:pt x="1971867" y="84243"/>
                </a:lnTo>
                <a:lnTo>
                  <a:pt x="1971352" y="84548"/>
                </a:lnTo>
                <a:lnTo>
                  <a:pt x="1970847" y="84863"/>
                </a:lnTo>
                <a:lnTo>
                  <a:pt x="1970351" y="85187"/>
                </a:lnTo>
                <a:lnTo>
                  <a:pt x="1969866" y="85520"/>
                </a:lnTo>
                <a:lnTo>
                  <a:pt x="1969390" y="85862"/>
                </a:lnTo>
                <a:lnTo>
                  <a:pt x="1968924" y="86213"/>
                </a:lnTo>
                <a:lnTo>
                  <a:pt x="1968468" y="86573"/>
                </a:lnTo>
                <a:lnTo>
                  <a:pt x="1968022" y="86942"/>
                </a:lnTo>
                <a:lnTo>
                  <a:pt x="1967586" y="87320"/>
                </a:lnTo>
                <a:lnTo>
                  <a:pt x="1967160" y="87707"/>
                </a:lnTo>
                <a:lnTo>
                  <a:pt x="1966743" y="88104"/>
                </a:lnTo>
                <a:lnTo>
                  <a:pt x="1966337" y="88509"/>
                </a:lnTo>
                <a:lnTo>
                  <a:pt x="1965940" y="88923"/>
                </a:lnTo>
                <a:lnTo>
                  <a:pt x="1965553" y="89347"/>
                </a:lnTo>
                <a:lnTo>
                  <a:pt x="1965176" y="89779"/>
                </a:lnTo>
                <a:lnTo>
                  <a:pt x="1964809" y="90221"/>
                </a:lnTo>
                <a:lnTo>
                  <a:pt x="1964452" y="90672"/>
                </a:lnTo>
                <a:lnTo>
                  <a:pt x="1964104" y="91131"/>
                </a:lnTo>
                <a:lnTo>
                  <a:pt x="1963767" y="91600"/>
                </a:lnTo>
                <a:lnTo>
                  <a:pt x="1963439" y="92078"/>
                </a:lnTo>
                <a:lnTo>
                  <a:pt x="1963121" y="92565"/>
                </a:lnTo>
                <a:lnTo>
                  <a:pt x="1962814" y="93061"/>
                </a:lnTo>
                <a:lnTo>
                  <a:pt x="1962517" y="93564"/>
                </a:lnTo>
                <a:lnTo>
                  <a:pt x="1962233" y="94075"/>
                </a:lnTo>
                <a:lnTo>
                  <a:pt x="1961962" y="94594"/>
                </a:lnTo>
                <a:lnTo>
                  <a:pt x="1961703" y="95119"/>
                </a:lnTo>
                <a:lnTo>
                  <a:pt x="1961457" y="95651"/>
                </a:lnTo>
                <a:lnTo>
                  <a:pt x="1961224" y="96191"/>
                </a:lnTo>
                <a:lnTo>
                  <a:pt x="1961003" y="96737"/>
                </a:lnTo>
                <a:lnTo>
                  <a:pt x="1960795" y="97291"/>
                </a:lnTo>
                <a:lnTo>
                  <a:pt x="1960600" y="97852"/>
                </a:lnTo>
                <a:lnTo>
                  <a:pt x="1960417" y="98420"/>
                </a:lnTo>
                <a:lnTo>
                  <a:pt x="1960246" y="98995"/>
                </a:lnTo>
                <a:lnTo>
                  <a:pt x="1960089" y="99577"/>
                </a:lnTo>
                <a:lnTo>
                  <a:pt x="1959944" y="100167"/>
                </a:lnTo>
                <a:lnTo>
                  <a:pt x="1959811" y="100763"/>
                </a:lnTo>
                <a:lnTo>
                  <a:pt x="1959691" y="101367"/>
                </a:lnTo>
                <a:lnTo>
                  <a:pt x="1959584" y="101978"/>
                </a:lnTo>
                <a:lnTo>
                  <a:pt x="1959489" y="102595"/>
                </a:lnTo>
                <a:lnTo>
                  <a:pt x="1959407" y="103221"/>
                </a:lnTo>
                <a:lnTo>
                  <a:pt x="1959338" y="103853"/>
                </a:lnTo>
                <a:lnTo>
                  <a:pt x="1959281" y="104492"/>
                </a:lnTo>
                <a:lnTo>
                  <a:pt x="1959237" y="105139"/>
                </a:lnTo>
                <a:lnTo>
                  <a:pt x="1959206" y="105792"/>
                </a:lnTo>
                <a:lnTo>
                  <a:pt x="1959187" y="106453"/>
                </a:lnTo>
                <a:lnTo>
                  <a:pt x="1959180" y="107121"/>
                </a:lnTo>
                <a:lnTo>
                  <a:pt x="1959194" y="108126"/>
                </a:lnTo>
                <a:lnTo>
                  <a:pt x="1959235" y="109116"/>
                </a:lnTo>
                <a:lnTo>
                  <a:pt x="1959304" y="110089"/>
                </a:lnTo>
                <a:lnTo>
                  <a:pt x="1959400" y="111046"/>
                </a:lnTo>
                <a:lnTo>
                  <a:pt x="1959523" y="111987"/>
                </a:lnTo>
                <a:lnTo>
                  <a:pt x="1959674" y="112912"/>
                </a:lnTo>
                <a:lnTo>
                  <a:pt x="1959853" y="113821"/>
                </a:lnTo>
                <a:lnTo>
                  <a:pt x="1960058" y="114713"/>
                </a:lnTo>
                <a:lnTo>
                  <a:pt x="1960291" y="115589"/>
                </a:lnTo>
                <a:lnTo>
                  <a:pt x="1960552" y="116449"/>
                </a:lnTo>
                <a:lnTo>
                  <a:pt x="1960840" y="117293"/>
                </a:lnTo>
                <a:lnTo>
                  <a:pt x="1961156" y="118121"/>
                </a:lnTo>
                <a:lnTo>
                  <a:pt x="1961498" y="118932"/>
                </a:lnTo>
                <a:lnTo>
                  <a:pt x="1961869" y="119728"/>
                </a:lnTo>
                <a:lnTo>
                  <a:pt x="1962266" y="120507"/>
                </a:lnTo>
                <a:lnTo>
                  <a:pt x="1962692" y="121270"/>
                </a:lnTo>
                <a:lnTo>
                  <a:pt x="1963144" y="122016"/>
                </a:lnTo>
                <a:lnTo>
                  <a:pt x="1963624" y="122747"/>
                </a:lnTo>
                <a:lnTo>
                  <a:pt x="1964132" y="123461"/>
                </a:lnTo>
                <a:lnTo>
                  <a:pt x="1964667" y="124160"/>
                </a:lnTo>
                <a:lnTo>
                  <a:pt x="1965229" y="124842"/>
                </a:lnTo>
                <a:lnTo>
                  <a:pt x="1965819" y="125508"/>
                </a:lnTo>
                <a:lnTo>
                  <a:pt x="1966436" y="126157"/>
                </a:lnTo>
                <a:lnTo>
                  <a:pt x="1967081" y="126791"/>
                </a:lnTo>
                <a:lnTo>
                  <a:pt x="1967749" y="127403"/>
                </a:lnTo>
                <a:lnTo>
                  <a:pt x="1968436" y="127989"/>
                </a:lnTo>
                <a:lnTo>
                  <a:pt x="1969142" y="128550"/>
                </a:lnTo>
                <a:lnTo>
                  <a:pt x="1969868" y="129084"/>
                </a:lnTo>
                <a:lnTo>
                  <a:pt x="1970612" y="129592"/>
                </a:lnTo>
                <a:lnTo>
                  <a:pt x="1971376" y="130074"/>
                </a:lnTo>
                <a:lnTo>
                  <a:pt x="1972160" y="130530"/>
                </a:lnTo>
                <a:lnTo>
                  <a:pt x="1972962" y="130960"/>
                </a:lnTo>
                <a:lnTo>
                  <a:pt x="1973783" y="131364"/>
                </a:lnTo>
                <a:lnTo>
                  <a:pt x="1974624" y="131742"/>
                </a:lnTo>
                <a:lnTo>
                  <a:pt x="1975484" y="132094"/>
                </a:lnTo>
                <a:lnTo>
                  <a:pt x="1976363" y="132419"/>
                </a:lnTo>
                <a:lnTo>
                  <a:pt x="1977261" y="132719"/>
                </a:lnTo>
                <a:lnTo>
                  <a:pt x="1978179" y="132993"/>
                </a:lnTo>
                <a:lnTo>
                  <a:pt x="1979116" y="133240"/>
                </a:lnTo>
                <a:lnTo>
                  <a:pt x="1980071" y="133462"/>
                </a:lnTo>
                <a:lnTo>
                  <a:pt x="1981046" y="133657"/>
                </a:lnTo>
                <a:lnTo>
                  <a:pt x="1982041" y="133827"/>
                </a:lnTo>
                <a:lnTo>
                  <a:pt x="1983054" y="133970"/>
                </a:lnTo>
                <a:lnTo>
                  <a:pt x="1984087" y="134087"/>
                </a:lnTo>
                <a:lnTo>
                  <a:pt x="1985139" y="134178"/>
                </a:lnTo>
                <a:lnTo>
                  <a:pt x="1986210" y="134244"/>
                </a:lnTo>
                <a:lnTo>
                  <a:pt x="1987300" y="134283"/>
                </a:lnTo>
                <a:lnTo>
                  <a:pt x="1988409" y="134296"/>
                </a:lnTo>
                <a:lnTo>
                  <a:pt x="1989090" y="134291"/>
                </a:lnTo>
                <a:lnTo>
                  <a:pt x="1989762" y="134278"/>
                </a:lnTo>
                <a:lnTo>
                  <a:pt x="1990426" y="134256"/>
                </a:lnTo>
                <a:lnTo>
                  <a:pt x="1991082" y="134225"/>
                </a:lnTo>
                <a:lnTo>
                  <a:pt x="1991730" y="134186"/>
                </a:lnTo>
                <a:lnTo>
                  <a:pt x="1992369" y="134138"/>
                </a:lnTo>
                <a:lnTo>
                  <a:pt x="1993001" y="134081"/>
                </a:lnTo>
                <a:lnTo>
                  <a:pt x="1993624" y="134015"/>
                </a:lnTo>
                <a:lnTo>
                  <a:pt x="1994238" y="133940"/>
                </a:lnTo>
                <a:lnTo>
                  <a:pt x="1994845" y="133857"/>
                </a:lnTo>
                <a:lnTo>
                  <a:pt x="1995443" y="133765"/>
                </a:lnTo>
                <a:lnTo>
                  <a:pt x="1996033" y="133664"/>
                </a:lnTo>
                <a:lnTo>
                  <a:pt x="1996615" y="133554"/>
                </a:lnTo>
                <a:lnTo>
                  <a:pt x="1997188" y="133436"/>
                </a:lnTo>
                <a:lnTo>
                  <a:pt x="1997754" y="133309"/>
                </a:lnTo>
                <a:lnTo>
                  <a:pt x="1998311" y="133173"/>
                </a:lnTo>
                <a:lnTo>
                  <a:pt x="1998860" y="133028"/>
                </a:lnTo>
                <a:lnTo>
                  <a:pt x="1999401" y="132874"/>
                </a:lnTo>
                <a:lnTo>
                  <a:pt x="1999933" y="132712"/>
                </a:lnTo>
                <a:lnTo>
                  <a:pt x="2000457" y="132541"/>
                </a:lnTo>
                <a:lnTo>
                  <a:pt x="2000973" y="132361"/>
                </a:lnTo>
                <a:lnTo>
                  <a:pt x="2001481" y="132173"/>
                </a:lnTo>
                <a:lnTo>
                  <a:pt x="2001981" y="131975"/>
                </a:lnTo>
                <a:lnTo>
                  <a:pt x="2002472" y="131769"/>
                </a:lnTo>
                <a:lnTo>
                  <a:pt x="2002954" y="131555"/>
                </a:lnTo>
                <a:lnTo>
                  <a:pt x="2003428" y="131333"/>
                </a:lnTo>
                <a:lnTo>
                  <a:pt x="2003891" y="131105"/>
                </a:lnTo>
                <a:lnTo>
                  <a:pt x="2004346" y="130869"/>
                </a:lnTo>
                <a:lnTo>
                  <a:pt x="2004791" y="130626"/>
                </a:lnTo>
                <a:lnTo>
                  <a:pt x="2005227" y="130376"/>
                </a:lnTo>
                <a:lnTo>
                  <a:pt x="2005653" y="130119"/>
                </a:lnTo>
                <a:lnTo>
                  <a:pt x="2006071" y="129855"/>
                </a:lnTo>
                <a:lnTo>
                  <a:pt x="2006479" y="129584"/>
                </a:lnTo>
                <a:lnTo>
                  <a:pt x="2006877" y="129305"/>
                </a:lnTo>
                <a:lnTo>
                  <a:pt x="2007266" y="129020"/>
                </a:lnTo>
                <a:lnTo>
                  <a:pt x="2007646" y="128727"/>
                </a:lnTo>
                <a:lnTo>
                  <a:pt x="2008017" y="128427"/>
                </a:lnTo>
                <a:lnTo>
                  <a:pt x="2008378" y="128120"/>
                </a:lnTo>
                <a:lnTo>
                  <a:pt x="2008730" y="127806"/>
                </a:lnTo>
                <a:lnTo>
                  <a:pt x="2009072" y="127485"/>
                </a:lnTo>
                <a:lnTo>
                  <a:pt x="2009405" y="127157"/>
                </a:lnTo>
                <a:lnTo>
                  <a:pt x="2009729" y="126822"/>
                </a:lnTo>
                <a:lnTo>
                  <a:pt x="2010044" y="126479"/>
                </a:lnTo>
                <a:lnTo>
                  <a:pt x="2010349" y="126129"/>
                </a:lnTo>
                <a:lnTo>
                  <a:pt x="2010645" y="125773"/>
                </a:lnTo>
                <a:lnTo>
                  <a:pt x="2010931" y="125409"/>
                </a:lnTo>
                <a:lnTo>
                  <a:pt x="2011208" y="125038"/>
                </a:lnTo>
                <a:lnTo>
                  <a:pt x="2011476" y="124660"/>
                </a:lnTo>
                <a:lnTo>
                  <a:pt x="2011734" y="124275"/>
                </a:lnTo>
                <a:lnTo>
                  <a:pt x="2011981" y="123884"/>
                </a:lnTo>
                <a:lnTo>
                  <a:pt x="2012217" y="123487"/>
                </a:lnTo>
                <a:lnTo>
                  <a:pt x="2012442" y="123084"/>
                </a:lnTo>
                <a:lnTo>
                  <a:pt x="2012656" y="122675"/>
                </a:lnTo>
                <a:lnTo>
                  <a:pt x="2012859" y="122260"/>
                </a:lnTo>
                <a:lnTo>
                  <a:pt x="2013051" y="121838"/>
                </a:lnTo>
                <a:lnTo>
                  <a:pt x="2013232" y="121411"/>
                </a:lnTo>
                <a:lnTo>
                  <a:pt x="2013402" y="120978"/>
                </a:lnTo>
                <a:lnTo>
                  <a:pt x="2013561" y="120539"/>
                </a:lnTo>
                <a:lnTo>
                  <a:pt x="2013710" y="120094"/>
                </a:lnTo>
                <a:lnTo>
                  <a:pt x="2013847" y="119643"/>
                </a:lnTo>
                <a:lnTo>
                  <a:pt x="2013973" y="119185"/>
                </a:lnTo>
                <a:lnTo>
                  <a:pt x="2014088" y="118722"/>
                </a:lnTo>
                <a:lnTo>
                  <a:pt x="2014192" y="118253"/>
                </a:lnTo>
                <a:lnTo>
                  <a:pt x="2014286" y="117777"/>
                </a:lnTo>
                <a:lnTo>
                  <a:pt x="2014368" y="117296"/>
                </a:lnTo>
                <a:lnTo>
                  <a:pt x="2014424" y="116916"/>
                </a:lnTo>
                <a:lnTo>
                  <a:pt x="2014796" y="116916"/>
                </a:lnTo>
                <a:lnTo>
                  <a:pt x="2014796" y="132717"/>
                </a:lnTo>
                <a:lnTo>
                  <a:pt x="2028856" y="132717"/>
                </a:lnTo>
                <a:lnTo>
                  <a:pt x="2028856" y="72993"/>
                </a:lnTo>
                <a:lnTo>
                  <a:pt x="2028841" y="71871"/>
                </a:lnTo>
                <a:lnTo>
                  <a:pt x="2028797" y="70770"/>
                </a:lnTo>
                <a:close/>
                <a:moveTo>
                  <a:pt x="1987852" y="122028"/>
                </a:moveTo>
                <a:lnTo>
                  <a:pt x="1987225" y="121933"/>
                </a:lnTo>
                <a:lnTo>
                  <a:pt x="1986610" y="121824"/>
                </a:lnTo>
                <a:lnTo>
                  <a:pt x="1986009" y="121701"/>
                </a:lnTo>
                <a:lnTo>
                  <a:pt x="1985420" y="121563"/>
                </a:lnTo>
                <a:lnTo>
                  <a:pt x="1984845" y="121410"/>
                </a:lnTo>
                <a:lnTo>
                  <a:pt x="1984282" y="121243"/>
                </a:lnTo>
                <a:lnTo>
                  <a:pt x="1983732" y="121061"/>
                </a:lnTo>
                <a:lnTo>
                  <a:pt x="1983195" y="120865"/>
                </a:lnTo>
                <a:lnTo>
                  <a:pt x="1982671" y="120654"/>
                </a:lnTo>
                <a:lnTo>
                  <a:pt x="1982160" y="120428"/>
                </a:lnTo>
                <a:lnTo>
                  <a:pt x="1981662" y="120189"/>
                </a:lnTo>
                <a:lnTo>
                  <a:pt x="1981176" y="119934"/>
                </a:lnTo>
                <a:lnTo>
                  <a:pt x="1980704" y="119665"/>
                </a:lnTo>
                <a:lnTo>
                  <a:pt x="1980244" y="119382"/>
                </a:lnTo>
                <a:lnTo>
                  <a:pt x="1979797" y="119084"/>
                </a:lnTo>
                <a:lnTo>
                  <a:pt x="1979364" y="118771"/>
                </a:lnTo>
                <a:lnTo>
                  <a:pt x="1978943" y="118444"/>
                </a:lnTo>
                <a:lnTo>
                  <a:pt x="1978535" y="118102"/>
                </a:lnTo>
                <a:lnTo>
                  <a:pt x="1978141" y="117748"/>
                </a:lnTo>
                <a:lnTo>
                  <a:pt x="1977765" y="117383"/>
                </a:lnTo>
                <a:lnTo>
                  <a:pt x="1977405" y="117007"/>
                </a:lnTo>
                <a:lnTo>
                  <a:pt x="1977062" y="116621"/>
                </a:lnTo>
                <a:lnTo>
                  <a:pt x="1976736" y="116224"/>
                </a:lnTo>
                <a:lnTo>
                  <a:pt x="1976426" y="115816"/>
                </a:lnTo>
                <a:lnTo>
                  <a:pt x="1976133" y="115397"/>
                </a:lnTo>
                <a:lnTo>
                  <a:pt x="1975857" y="114968"/>
                </a:lnTo>
                <a:lnTo>
                  <a:pt x="1975598" y="114528"/>
                </a:lnTo>
                <a:lnTo>
                  <a:pt x="1975355" y="114078"/>
                </a:lnTo>
                <a:lnTo>
                  <a:pt x="1975129" y="113617"/>
                </a:lnTo>
                <a:lnTo>
                  <a:pt x="1974920" y="113145"/>
                </a:lnTo>
                <a:lnTo>
                  <a:pt x="1974728" y="112662"/>
                </a:lnTo>
                <a:lnTo>
                  <a:pt x="1974552" y="112169"/>
                </a:lnTo>
                <a:lnTo>
                  <a:pt x="1974393" y="111665"/>
                </a:lnTo>
                <a:lnTo>
                  <a:pt x="1974251" y="111150"/>
                </a:lnTo>
                <a:lnTo>
                  <a:pt x="1974125" y="110625"/>
                </a:lnTo>
                <a:lnTo>
                  <a:pt x="1974017" y="110089"/>
                </a:lnTo>
                <a:lnTo>
                  <a:pt x="1973925" y="109542"/>
                </a:lnTo>
                <a:lnTo>
                  <a:pt x="1973849" y="108985"/>
                </a:lnTo>
                <a:lnTo>
                  <a:pt x="1973791" y="108417"/>
                </a:lnTo>
                <a:lnTo>
                  <a:pt x="1973749" y="107838"/>
                </a:lnTo>
                <a:lnTo>
                  <a:pt x="1973724" y="107248"/>
                </a:lnTo>
                <a:lnTo>
                  <a:pt x="1973715" y="106648"/>
                </a:lnTo>
                <a:lnTo>
                  <a:pt x="1973723" y="106074"/>
                </a:lnTo>
                <a:lnTo>
                  <a:pt x="1973746" y="105509"/>
                </a:lnTo>
                <a:lnTo>
                  <a:pt x="1973783" y="104953"/>
                </a:lnTo>
                <a:lnTo>
                  <a:pt x="1973836" y="104407"/>
                </a:lnTo>
                <a:lnTo>
                  <a:pt x="1973904" y="103871"/>
                </a:lnTo>
                <a:lnTo>
                  <a:pt x="1973987" y="103345"/>
                </a:lnTo>
                <a:lnTo>
                  <a:pt x="1974085" y="102828"/>
                </a:lnTo>
                <a:lnTo>
                  <a:pt x="1974198" y="102320"/>
                </a:lnTo>
                <a:lnTo>
                  <a:pt x="1974326" y="101823"/>
                </a:lnTo>
                <a:lnTo>
                  <a:pt x="1974470" y="101335"/>
                </a:lnTo>
                <a:lnTo>
                  <a:pt x="1974628" y="100856"/>
                </a:lnTo>
                <a:lnTo>
                  <a:pt x="1974801" y="100387"/>
                </a:lnTo>
                <a:lnTo>
                  <a:pt x="1974990" y="99928"/>
                </a:lnTo>
                <a:lnTo>
                  <a:pt x="1975194" y="99478"/>
                </a:lnTo>
                <a:lnTo>
                  <a:pt x="1975412" y="99038"/>
                </a:lnTo>
                <a:lnTo>
                  <a:pt x="1975646" y="98608"/>
                </a:lnTo>
                <a:lnTo>
                  <a:pt x="1975895" y="98187"/>
                </a:lnTo>
                <a:lnTo>
                  <a:pt x="1976159" y="97776"/>
                </a:lnTo>
                <a:lnTo>
                  <a:pt x="1976438" y="97374"/>
                </a:lnTo>
                <a:lnTo>
                  <a:pt x="1976732" y="96982"/>
                </a:lnTo>
                <a:lnTo>
                  <a:pt x="1977041" y="96600"/>
                </a:lnTo>
                <a:lnTo>
                  <a:pt x="1977366" y="96227"/>
                </a:lnTo>
                <a:lnTo>
                  <a:pt x="1977705" y="95864"/>
                </a:lnTo>
                <a:lnTo>
                  <a:pt x="1978060" y="95510"/>
                </a:lnTo>
                <a:lnTo>
                  <a:pt x="1978426" y="95168"/>
                </a:lnTo>
                <a:lnTo>
                  <a:pt x="1978802" y="94841"/>
                </a:lnTo>
                <a:lnTo>
                  <a:pt x="1979187" y="94529"/>
                </a:lnTo>
                <a:lnTo>
                  <a:pt x="1979581" y="94231"/>
                </a:lnTo>
                <a:lnTo>
                  <a:pt x="1979984" y="93947"/>
                </a:lnTo>
                <a:lnTo>
                  <a:pt x="1980396" y="93678"/>
                </a:lnTo>
                <a:lnTo>
                  <a:pt x="1980817" y="93424"/>
                </a:lnTo>
                <a:lnTo>
                  <a:pt x="1981247" y="93184"/>
                </a:lnTo>
                <a:lnTo>
                  <a:pt x="1981686" y="92958"/>
                </a:lnTo>
                <a:lnTo>
                  <a:pt x="1982134" y="92747"/>
                </a:lnTo>
                <a:lnTo>
                  <a:pt x="1982591" y="92551"/>
                </a:lnTo>
                <a:lnTo>
                  <a:pt x="1983057" y="92369"/>
                </a:lnTo>
                <a:lnTo>
                  <a:pt x="1983533" y="92202"/>
                </a:lnTo>
                <a:lnTo>
                  <a:pt x="1984017" y="92049"/>
                </a:lnTo>
                <a:lnTo>
                  <a:pt x="1984510" y="91911"/>
                </a:lnTo>
                <a:lnTo>
                  <a:pt x="1985013" y="91788"/>
                </a:lnTo>
                <a:lnTo>
                  <a:pt x="1985524" y="91679"/>
                </a:lnTo>
                <a:lnTo>
                  <a:pt x="1986044" y="91584"/>
                </a:lnTo>
                <a:lnTo>
                  <a:pt x="1986574" y="91504"/>
                </a:lnTo>
                <a:lnTo>
                  <a:pt x="1987112" y="91439"/>
                </a:lnTo>
                <a:lnTo>
                  <a:pt x="1987660" y="91388"/>
                </a:lnTo>
                <a:lnTo>
                  <a:pt x="1988217" y="91352"/>
                </a:lnTo>
                <a:lnTo>
                  <a:pt x="1988782" y="91330"/>
                </a:lnTo>
                <a:lnTo>
                  <a:pt x="1989357" y="91322"/>
                </a:lnTo>
                <a:lnTo>
                  <a:pt x="2014637" y="91322"/>
                </a:lnTo>
                <a:lnTo>
                  <a:pt x="2014637" y="103488"/>
                </a:lnTo>
                <a:lnTo>
                  <a:pt x="2014626" y="104205"/>
                </a:lnTo>
                <a:lnTo>
                  <a:pt x="2014594" y="104910"/>
                </a:lnTo>
                <a:lnTo>
                  <a:pt x="2014541" y="105603"/>
                </a:lnTo>
                <a:lnTo>
                  <a:pt x="2014466" y="106283"/>
                </a:lnTo>
                <a:lnTo>
                  <a:pt x="2014369" y="106950"/>
                </a:lnTo>
                <a:lnTo>
                  <a:pt x="2014252" y="107605"/>
                </a:lnTo>
                <a:lnTo>
                  <a:pt x="2014113" y="108247"/>
                </a:lnTo>
                <a:lnTo>
                  <a:pt x="2013952" y="108877"/>
                </a:lnTo>
                <a:lnTo>
                  <a:pt x="2013770" y="109493"/>
                </a:lnTo>
                <a:lnTo>
                  <a:pt x="2013567" y="110098"/>
                </a:lnTo>
                <a:lnTo>
                  <a:pt x="2013342" y="110689"/>
                </a:lnTo>
                <a:lnTo>
                  <a:pt x="2013096" y="111269"/>
                </a:lnTo>
                <a:lnTo>
                  <a:pt x="2012829" y="111835"/>
                </a:lnTo>
                <a:lnTo>
                  <a:pt x="2012540" y="112389"/>
                </a:lnTo>
                <a:lnTo>
                  <a:pt x="2012230" y="112930"/>
                </a:lnTo>
                <a:lnTo>
                  <a:pt x="2011898" y="113459"/>
                </a:lnTo>
                <a:lnTo>
                  <a:pt x="2011545" y="113975"/>
                </a:lnTo>
                <a:lnTo>
                  <a:pt x="2011171" y="114478"/>
                </a:lnTo>
                <a:lnTo>
                  <a:pt x="2010775" y="114969"/>
                </a:lnTo>
                <a:lnTo>
                  <a:pt x="2010358" y="115447"/>
                </a:lnTo>
                <a:lnTo>
                  <a:pt x="2009919" y="115913"/>
                </a:lnTo>
                <a:lnTo>
                  <a:pt x="2009459" y="116366"/>
                </a:lnTo>
                <a:lnTo>
                  <a:pt x="2008978" y="116806"/>
                </a:lnTo>
                <a:lnTo>
                  <a:pt x="2008475" y="117234"/>
                </a:lnTo>
                <a:lnTo>
                  <a:pt x="2007954" y="117647"/>
                </a:lnTo>
                <a:lnTo>
                  <a:pt x="2007418" y="118042"/>
                </a:lnTo>
                <a:lnTo>
                  <a:pt x="2006868" y="118419"/>
                </a:lnTo>
                <a:lnTo>
                  <a:pt x="2006302" y="118779"/>
                </a:lnTo>
                <a:lnTo>
                  <a:pt x="2005722" y="119121"/>
                </a:lnTo>
                <a:lnTo>
                  <a:pt x="2005127" y="119446"/>
                </a:lnTo>
                <a:lnTo>
                  <a:pt x="2004517" y="119753"/>
                </a:lnTo>
                <a:lnTo>
                  <a:pt x="2003893" y="120043"/>
                </a:lnTo>
                <a:lnTo>
                  <a:pt x="2003253" y="120315"/>
                </a:lnTo>
                <a:lnTo>
                  <a:pt x="2002599" y="120569"/>
                </a:lnTo>
                <a:lnTo>
                  <a:pt x="2001930" y="120806"/>
                </a:lnTo>
                <a:lnTo>
                  <a:pt x="2001247" y="121026"/>
                </a:lnTo>
                <a:lnTo>
                  <a:pt x="2000548" y="121228"/>
                </a:lnTo>
                <a:lnTo>
                  <a:pt x="1999834" y="121412"/>
                </a:lnTo>
                <a:lnTo>
                  <a:pt x="1999106" y="121579"/>
                </a:lnTo>
                <a:lnTo>
                  <a:pt x="1998363" y="121728"/>
                </a:lnTo>
                <a:lnTo>
                  <a:pt x="1997605" y="121860"/>
                </a:lnTo>
                <a:lnTo>
                  <a:pt x="1996833" y="121974"/>
                </a:lnTo>
                <a:lnTo>
                  <a:pt x="1996045" y="122070"/>
                </a:lnTo>
                <a:lnTo>
                  <a:pt x="1995243" y="122149"/>
                </a:lnTo>
                <a:lnTo>
                  <a:pt x="1994426" y="122211"/>
                </a:lnTo>
                <a:lnTo>
                  <a:pt x="1993594" y="122255"/>
                </a:lnTo>
                <a:lnTo>
                  <a:pt x="1992747" y="122281"/>
                </a:lnTo>
                <a:lnTo>
                  <a:pt x="1991886" y="122290"/>
                </a:lnTo>
                <a:lnTo>
                  <a:pt x="1991181" y="122282"/>
                </a:lnTo>
                <a:lnTo>
                  <a:pt x="1990490" y="122261"/>
                </a:lnTo>
                <a:lnTo>
                  <a:pt x="1989811" y="122224"/>
                </a:lnTo>
                <a:lnTo>
                  <a:pt x="1989145" y="122173"/>
                </a:lnTo>
                <a:lnTo>
                  <a:pt x="1988492" y="122108"/>
                </a:lnTo>
                <a:lnTo>
                  <a:pt x="1987852" y="122028"/>
                </a:lnTo>
                <a:close/>
                <a:moveTo>
                  <a:pt x="2215119" y="71871"/>
                </a:moveTo>
                <a:lnTo>
                  <a:pt x="2215075" y="70770"/>
                </a:lnTo>
                <a:lnTo>
                  <a:pt x="2215002" y="69690"/>
                </a:lnTo>
                <a:lnTo>
                  <a:pt x="2214899" y="68631"/>
                </a:lnTo>
                <a:lnTo>
                  <a:pt x="2214767" y="67592"/>
                </a:lnTo>
                <a:lnTo>
                  <a:pt x="2214606" y="66574"/>
                </a:lnTo>
                <a:lnTo>
                  <a:pt x="2214415" y="65578"/>
                </a:lnTo>
                <a:lnTo>
                  <a:pt x="2214195" y="64602"/>
                </a:lnTo>
                <a:lnTo>
                  <a:pt x="2213945" y="63647"/>
                </a:lnTo>
                <a:lnTo>
                  <a:pt x="2213666" y="62713"/>
                </a:lnTo>
                <a:lnTo>
                  <a:pt x="2213358" y="61799"/>
                </a:lnTo>
                <a:lnTo>
                  <a:pt x="2213021" y="60907"/>
                </a:lnTo>
                <a:lnTo>
                  <a:pt x="2212654" y="60035"/>
                </a:lnTo>
                <a:lnTo>
                  <a:pt x="2212258" y="59184"/>
                </a:lnTo>
                <a:lnTo>
                  <a:pt x="2211832" y="58354"/>
                </a:lnTo>
                <a:lnTo>
                  <a:pt x="2211377" y="57545"/>
                </a:lnTo>
                <a:lnTo>
                  <a:pt x="2210893" y="56757"/>
                </a:lnTo>
                <a:lnTo>
                  <a:pt x="2210379" y="55990"/>
                </a:lnTo>
                <a:lnTo>
                  <a:pt x="2209836" y="55243"/>
                </a:lnTo>
                <a:lnTo>
                  <a:pt x="2209264" y="54518"/>
                </a:lnTo>
                <a:lnTo>
                  <a:pt x="2208662" y="53813"/>
                </a:lnTo>
                <a:lnTo>
                  <a:pt x="2208031" y="53129"/>
                </a:lnTo>
                <a:lnTo>
                  <a:pt x="2207371" y="52466"/>
                </a:lnTo>
                <a:lnTo>
                  <a:pt x="2206681" y="51823"/>
                </a:lnTo>
                <a:lnTo>
                  <a:pt x="2205964" y="51204"/>
                </a:lnTo>
                <a:lnTo>
                  <a:pt x="2205222" y="50612"/>
                </a:lnTo>
                <a:lnTo>
                  <a:pt x="2204454" y="50046"/>
                </a:lnTo>
                <a:lnTo>
                  <a:pt x="2203660" y="49506"/>
                </a:lnTo>
                <a:lnTo>
                  <a:pt x="2202841" y="48992"/>
                </a:lnTo>
                <a:lnTo>
                  <a:pt x="2201996" y="48505"/>
                </a:lnTo>
                <a:lnTo>
                  <a:pt x="2201126" y="48044"/>
                </a:lnTo>
                <a:lnTo>
                  <a:pt x="2200230" y="47610"/>
                </a:lnTo>
                <a:lnTo>
                  <a:pt x="2199309" y="47202"/>
                </a:lnTo>
                <a:lnTo>
                  <a:pt x="2198362" y="46820"/>
                </a:lnTo>
                <a:lnTo>
                  <a:pt x="2197390" y="46464"/>
                </a:lnTo>
                <a:lnTo>
                  <a:pt x="2196392" y="46135"/>
                </a:lnTo>
                <a:lnTo>
                  <a:pt x="2195369" y="45832"/>
                </a:lnTo>
                <a:lnTo>
                  <a:pt x="2194320" y="45556"/>
                </a:lnTo>
                <a:lnTo>
                  <a:pt x="2193246" y="45305"/>
                </a:lnTo>
                <a:lnTo>
                  <a:pt x="2192146" y="45082"/>
                </a:lnTo>
                <a:lnTo>
                  <a:pt x="2191020" y="44884"/>
                </a:lnTo>
                <a:lnTo>
                  <a:pt x="2189869" y="44713"/>
                </a:lnTo>
                <a:lnTo>
                  <a:pt x="2188693" y="44568"/>
                </a:lnTo>
                <a:lnTo>
                  <a:pt x="2187491" y="44450"/>
                </a:lnTo>
                <a:lnTo>
                  <a:pt x="2186264" y="44357"/>
                </a:lnTo>
                <a:lnTo>
                  <a:pt x="2185011" y="44292"/>
                </a:lnTo>
                <a:lnTo>
                  <a:pt x="2183732" y="44252"/>
                </a:lnTo>
                <a:lnTo>
                  <a:pt x="2182428" y="44239"/>
                </a:lnTo>
                <a:lnTo>
                  <a:pt x="2181227" y="44250"/>
                </a:lnTo>
                <a:lnTo>
                  <a:pt x="2180046" y="44285"/>
                </a:lnTo>
                <a:lnTo>
                  <a:pt x="2178885" y="44344"/>
                </a:lnTo>
                <a:lnTo>
                  <a:pt x="2177744" y="44425"/>
                </a:lnTo>
                <a:lnTo>
                  <a:pt x="2176623" y="44530"/>
                </a:lnTo>
                <a:lnTo>
                  <a:pt x="2175521" y="44658"/>
                </a:lnTo>
                <a:lnTo>
                  <a:pt x="2174440" y="44810"/>
                </a:lnTo>
                <a:lnTo>
                  <a:pt x="2173379" y="44985"/>
                </a:lnTo>
                <a:lnTo>
                  <a:pt x="2172338" y="45183"/>
                </a:lnTo>
                <a:lnTo>
                  <a:pt x="2171317" y="45404"/>
                </a:lnTo>
                <a:lnTo>
                  <a:pt x="2170316" y="45649"/>
                </a:lnTo>
                <a:lnTo>
                  <a:pt x="2169335" y="45917"/>
                </a:lnTo>
                <a:lnTo>
                  <a:pt x="2168374" y="46209"/>
                </a:lnTo>
                <a:lnTo>
                  <a:pt x="2167433" y="46524"/>
                </a:lnTo>
                <a:lnTo>
                  <a:pt x="2166512" y="46862"/>
                </a:lnTo>
                <a:lnTo>
                  <a:pt x="2165612" y="47223"/>
                </a:lnTo>
                <a:lnTo>
                  <a:pt x="2164731" y="47608"/>
                </a:lnTo>
                <a:lnTo>
                  <a:pt x="2163870" y="48016"/>
                </a:lnTo>
                <a:lnTo>
                  <a:pt x="2163029" y="48447"/>
                </a:lnTo>
                <a:lnTo>
                  <a:pt x="2162208" y="48901"/>
                </a:lnTo>
                <a:lnTo>
                  <a:pt x="2161407" y="49379"/>
                </a:lnTo>
                <a:lnTo>
                  <a:pt x="2160627" y="49881"/>
                </a:lnTo>
                <a:lnTo>
                  <a:pt x="2159866" y="50405"/>
                </a:lnTo>
                <a:lnTo>
                  <a:pt x="2159125" y="50953"/>
                </a:lnTo>
                <a:lnTo>
                  <a:pt x="2158408" y="51519"/>
                </a:lnTo>
                <a:lnTo>
                  <a:pt x="2157719" y="52097"/>
                </a:lnTo>
                <a:lnTo>
                  <a:pt x="2157058" y="52687"/>
                </a:lnTo>
                <a:lnTo>
                  <a:pt x="2156424" y="53290"/>
                </a:lnTo>
                <a:lnTo>
                  <a:pt x="2155818" y="53905"/>
                </a:lnTo>
                <a:lnTo>
                  <a:pt x="2155240" y="54532"/>
                </a:lnTo>
                <a:lnTo>
                  <a:pt x="2154689" y="55172"/>
                </a:lnTo>
                <a:lnTo>
                  <a:pt x="2154166" y="55824"/>
                </a:lnTo>
                <a:lnTo>
                  <a:pt x="2153671" y="56489"/>
                </a:lnTo>
                <a:lnTo>
                  <a:pt x="2153203" y="57166"/>
                </a:lnTo>
                <a:lnTo>
                  <a:pt x="2152764" y="57855"/>
                </a:lnTo>
                <a:lnTo>
                  <a:pt x="2152351" y="58556"/>
                </a:lnTo>
                <a:lnTo>
                  <a:pt x="2151967" y="59270"/>
                </a:lnTo>
                <a:lnTo>
                  <a:pt x="2151610" y="59996"/>
                </a:lnTo>
                <a:lnTo>
                  <a:pt x="2151281" y="60735"/>
                </a:lnTo>
                <a:lnTo>
                  <a:pt x="2150980" y="61486"/>
                </a:lnTo>
                <a:lnTo>
                  <a:pt x="2150706" y="62249"/>
                </a:lnTo>
                <a:lnTo>
                  <a:pt x="2150460" y="63025"/>
                </a:lnTo>
                <a:lnTo>
                  <a:pt x="2150242" y="63812"/>
                </a:lnTo>
                <a:lnTo>
                  <a:pt x="2150052" y="64613"/>
                </a:lnTo>
                <a:lnTo>
                  <a:pt x="2149889" y="65425"/>
                </a:lnTo>
                <a:lnTo>
                  <a:pt x="2149754" y="66250"/>
                </a:lnTo>
                <a:lnTo>
                  <a:pt x="2149646" y="67088"/>
                </a:lnTo>
                <a:lnTo>
                  <a:pt x="2149566" y="67937"/>
                </a:lnTo>
                <a:lnTo>
                  <a:pt x="2163785" y="67937"/>
                </a:lnTo>
                <a:lnTo>
                  <a:pt x="2163820" y="67494"/>
                </a:lnTo>
                <a:lnTo>
                  <a:pt x="2163871" y="67059"/>
                </a:lnTo>
                <a:lnTo>
                  <a:pt x="2163938" y="66632"/>
                </a:lnTo>
                <a:lnTo>
                  <a:pt x="2164022" y="66213"/>
                </a:lnTo>
                <a:lnTo>
                  <a:pt x="2164123" y="65802"/>
                </a:lnTo>
                <a:lnTo>
                  <a:pt x="2164240" y="65400"/>
                </a:lnTo>
                <a:lnTo>
                  <a:pt x="2164373" y="65006"/>
                </a:lnTo>
                <a:lnTo>
                  <a:pt x="2164523" y="64620"/>
                </a:lnTo>
                <a:lnTo>
                  <a:pt x="2164689" y="64242"/>
                </a:lnTo>
                <a:lnTo>
                  <a:pt x="2164872" y="63873"/>
                </a:lnTo>
                <a:lnTo>
                  <a:pt x="2165071" y="63511"/>
                </a:lnTo>
                <a:lnTo>
                  <a:pt x="2165286" y="63158"/>
                </a:lnTo>
                <a:lnTo>
                  <a:pt x="2165518" y="62814"/>
                </a:lnTo>
                <a:lnTo>
                  <a:pt x="2165767" y="62477"/>
                </a:lnTo>
                <a:lnTo>
                  <a:pt x="2166032" y="62149"/>
                </a:lnTo>
                <a:lnTo>
                  <a:pt x="2166313" y="61829"/>
                </a:lnTo>
                <a:lnTo>
                  <a:pt x="2166611" y="61517"/>
                </a:lnTo>
                <a:lnTo>
                  <a:pt x="2166925" y="61213"/>
                </a:lnTo>
                <a:lnTo>
                  <a:pt x="2167256" y="60918"/>
                </a:lnTo>
                <a:lnTo>
                  <a:pt x="2167603" y="60631"/>
                </a:lnTo>
                <a:lnTo>
                  <a:pt x="2167967" y="60352"/>
                </a:lnTo>
                <a:lnTo>
                  <a:pt x="2168347" y="60081"/>
                </a:lnTo>
                <a:lnTo>
                  <a:pt x="2168744" y="59819"/>
                </a:lnTo>
                <a:lnTo>
                  <a:pt x="2169157" y="59565"/>
                </a:lnTo>
                <a:lnTo>
                  <a:pt x="2169584" y="59320"/>
                </a:lnTo>
                <a:lnTo>
                  <a:pt x="2170021" y="59085"/>
                </a:lnTo>
                <a:lnTo>
                  <a:pt x="2170470" y="58861"/>
                </a:lnTo>
                <a:lnTo>
                  <a:pt x="2170930" y="58647"/>
                </a:lnTo>
                <a:lnTo>
                  <a:pt x="2171400" y="58444"/>
                </a:lnTo>
                <a:lnTo>
                  <a:pt x="2171882" y="58251"/>
                </a:lnTo>
                <a:lnTo>
                  <a:pt x="2172375" y="58069"/>
                </a:lnTo>
                <a:lnTo>
                  <a:pt x="2172878" y="57897"/>
                </a:lnTo>
                <a:lnTo>
                  <a:pt x="2173393" y="57735"/>
                </a:lnTo>
                <a:lnTo>
                  <a:pt x="2173918" y="57584"/>
                </a:lnTo>
                <a:lnTo>
                  <a:pt x="2174455" y="57444"/>
                </a:lnTo>
                <a:lnTo>
                  <a:pt x="2175002" y="57313"/>
                </a:lnTo>
                <a:lnTo>
                  <a:pt x="2175561" y="57194"/>
                </a:lnTo>
                <a:lnTo>
                  <a:pt x="2176130" y="57084"/>
                </a:lnTo>
                <a:lnTo>
                  <a:pt x="2176711" y="56985"/>
                </a:lnTo>
                <a:lnTo>
                  <a:pt x="2177302" y="56897"/>
                </a:lnTo>
                <a:lnTo>
                  <a:pt x="2177905" y="56818"/>
                </a:lnTo>
                <a:lnTo>
                  <a:pt x="2178518" y="56751"/>
                </a:lnTo>
                <a:lnTo>
                  <a:pt x="2179142" y="56693"/>
                </a:lnTo>
                <a:lnTo>
                  <a:pt x="2179778" y="56646"/>
                </a:lnTo>
                <a:lnTo>
                  <a:pt x="2180424" y="56610"/>
                </a:lnTo>
                <a:lnTo>
                  <a:pt x="2181081" y="56584"/>
                </a:lnTo>
                <a:lnTo>
                  <a:pt x="2181749" y="56568"/>
                </a:lnTo>
                <a:lnTo>
                  <a:pt x="2182428" y="56563"/>
                </a:lnTo>
                <a:lnTo>
                  <a:pt x="2183197" y="56570"/>
                </a:lnTo>
                <a:lnTo>
                  <a:pt x="2183949" y="56592"/>
                </a:lnTo>
                <a:lnTo>
                  <a:pt x="2184685" y="56628"/>
                </a:lnTo>
                <a:lnTo>
                  <a:pt x="2185404" y="56679"/>
                </a:lnTo>
                <a:lnTo>
                  <a:pt x="2186107" y="56745"/>
                </a:lnTo>
                <a:lnTo>
                  <a:pt x="2186793" y="56825"/>
                </a:lnTo>
                <a:lnTo>
                  <a:pt x="2187463" y="56919"/>
                </a:lnTo>
                <a:lnTo>
                  <a:pt x="2188117" y="57028"/>
                </a:lnTo>
                <a:lnTo>
                  <a:pt x="2188754" y="57152"/>
                </a:lnTo>
                <a:lnTo>
                  <a:pt x="2189374" y="57290"/>
                </a:lnTo>
                <a:lnTo>
                  <a:pt x="2189978" y="57443"/>
                </a:lnTo>
                <a:lnTo>
                  <a:pt x="2190566" y="57610"/>
                </a:lnTo>
                <a:lnTo>
                  <a:pt x="2191137" y="57792"/>
                </a:lnTo>
                <a:lnTo>
                  <a:pt x="2191691" y="57988"/>
                </a:lnTo>
                <a:lnTo>
                  <a:pt x="2192229" y="58199"/>
                </a:lnTo>
                <a:lnTo>
                  <a:pt x="2192751" y="58424"/>
                </a:lnTo>
                <a:lnTo>
                  <a:pt x="2193256" y="58664"/>
                </a:lnTo>
                <a:lnTo>
                  <a:pt x="2193745" y="58919"/>
                </a:lnTo>
                <a:lnTo>
                  <a:pt x="2194217" y="59188"/>
                </a:lnTo>
                <a:lnTo>
                  <a:pt x="2194673" y="59471"/>
                </a:lnTo>
                <a:lnTo>
                  <a:pt x="2195112" y="59769"/>
                </a:lnTo>
                <a:lnTo>
                  <a:pt x="2195535" y="60082"/>
                </a:lnTo>
                <a:lnTo>
                  <a:pt x="2195942" y="60409"/>
                </a:lnTo>
                <a:lnTo>
                  <a:pt x="2196332" y="60751"/>
                </a:lnTo>
                <a:lnTo>
                  <a:pt x="2196706" y="61107"/>
                </a:lnTo>
                <a:lnTo>
                  <a:pt x="2197064" y="61478"/>
                </a:lnTo>
                <a:lnTo>
                  <a:pt x="2197406" y="61865"/>
                </a:lnTo>
                <a:lnTo>
                  <a:pt x="2197732" y="62266"/>
                </a:lnTo>
                <a:lnTo>
                  <a:pt x="2198042" y="62683"/>
                </a:lnTo>
                <a:lnTo>
                  <a:pt x="2198337" y="63115"/>
                </a:lnTo>
                <a:lnTo>
                  <a:pt x="2198615" y="63562"/>
                </a:lnTo>
                <a:lnTo>
                  <a:pt x="2198878" y="64024"/>
                </a:lnTo>
                <a:lnTo>
                  <a:pt x="2199125" y="64501"/>
                </a:lnTo>
                <a:lnTo>
                  <a:pt x="2199355" y="64993"/>
                </a:lnTo>
                <a:lnTo>
                  <a:pt x="2199570" y="65500"/>
                </a:lnTo>
                <a:lnTo>
                  <a:pt x="2199769" y="66023"/>
                </a:lnTo>
                <a:lnTo>
                  <a:pt x="2199952" y="66560"/>
                </a:lnTo>
                <a:lnTo>
                  <a:pt x="2200119" y="67113"/>
                </a:lnTo>
                <a:lnTo>
                  <a:pt x="2200270" y="67680"/>
                </a:lnTo>
                <a:lnTo>
                  <a:pt x="2200406" y="68263"/>
                </a:lnTo>
                <a:lnTo>
                  <a:pt x="2200525" y="68861"/>
                </a:lnTo>
                <a:lnTo>
                  <a:pt x="2200628" y="69474"/>
                </a:lnTo>
                <a:lnTo>
                  <a:pt x="2200716" y="70102"/>
                </a:lnTo>
                <a:lnTo>
                  <a:pt x="2200787" y="70745"/>
                </a:lnTo>
                <a:lnTo>
                  <a:pt x="2200843" y="71403"/>
                </a:lnTo>
                <a:lnTo>
                  <a:pt x="2200883" y="72076"/>
                </a:lnTo>
                <a:lnTo>
                  <a:pt x="2200907" y="72764"/>
                </a:lnTo>
                <a:lnTo>
                  <a:pt x="2200915" y="73468"/>
                </a:lnTo>
                <a:lnTo>
                  <a:pt x="2200915" y="80262"/>
                </a:lnTo>
                <a:lnTo>
                  <a:pt x="2174056" y="80262"/>
                </a:lnTo>
                <a:lnTo>
                  <a:pt x="2173361" y="80267"/>
                </a:lnTo>
                <a:lnTo>
                  <a:pt x="2172673" y="80285"/>
                </a:lnTo>
                <a:lnTo>
                  <a:pt x="2171992" y="80315"/>
                </a:lnTo>
                <a:lnTo>
                  <a:pt x="2171317" y="80356"/>
                </a:lnTo>
                <a:lnTo>
                  <a:pt x="2170649" y="80409"/>
                </a:lnTo>
                <a:lnTo>
                  <a:pt x="2169988" y="80474"/>
                </a:lnTo>
                <a:lnTo>
                  <a:pt x="2169333" y="80551"/>
                </a:lnTo>
                <a:lnTo>
                  <a:pt x="2168684" y="80639"/>
                </a:lnTo>
                <a:lnTo>
                  <a:pt x="2168042" y="80739"/>
                </a:lnTo>
                <a:lnTo>
                  <a:pt x="2167407" y="80851"/>
                </a:lnTo>
                <a:lnTo>
                  <a:pt x="2166779" y="80975"/>
                </a:lnTo>
                <a:lnTo>
                  <a:pt x="2166157" y="81111"/>
                </a:lnTo>
                <a:lnTo>
                  <a:pt x="2165541" y="81258"/>
                </a:lnTo>
                <a:lnTo>
                  <a:pt x="2164932" y="81417"/>
                </a:lnTo>
                <a:lnTo>
                  <a:pt x="2164330" y="81588"/>
                </a:lnTo>
                <a:lnTo>
                  <a:pt x="2163734" y="81771"/>
                </a:lnTo>
                <a:lnTo>
                  <a:pt x="2163145" y="81966"/>
                </a:lnTo>
                <a:lnTo>
                  <a:pt x="2162562" y="82172"/>
                </a:lnTo>
                <a:lnTo>
                  <a:pt x="2161986" y="82390"/>
                </a:lnTo>
                <a:lnTo>
                  <a:pt x="2161417" y="82620"/>
                </a:lnTo>
                <a:lnTo>
                  <a:pt x="2160854" y="82862"/>
                </a:lnTo>
                <a:lnTo>
                  <a:pt x="2160298" y="83116"/>
                </a:lnTo>
                <a:lnTo>
                  <a:pt x="2159748" y="83381"/>
                </a:lnTo>
                <a:lnTo>
                  <a:pt x="2159205" y="83658"/>
                </a:lnTo>
                <a:lnTo>
                  <a:pt x="2158670" y="83946"/>
                </a:lnTo>
                <a:lnTo>
                  <a:pt x="2158145" y="84243"/>
                </a:lnTo>
                <a:lnTo>
                  <a:pt x="2157630" y="84548"/>
                </a:lnTo>
                <a:lnTo>
                  <a:pt x="2157125" y="84863"/>
                </a:lnTo>
                <a:lnTo>
                  <a:pt x="2156629" y="85187"/>
                </a:lnTo>
                <a:lnTo>
                  <a:pt x="2156144" y="85520"/>
                </a:lnTo>
                <a:lnTo>
                  <a:pt x="2155668" y="85862"/>
                </a:lnTo>
                <a:lnTo>
                  <a:pt x="2155202" y="86213"/>
                </a:lnTo>
                <a:lnTo>
                  <a:pt x="2154746" y="86573"/>
                </a:lnTo>
                <a:lnTo>
                  <a:pt x="2154300" y="86942"/>
                </a:lnTo>
                <a:lnTo>
                  <a:pt x="2153864" y="87320"/>
                </a:lnTo>
                <a:lnTo>
                  <a:pt x="2153438" y="87707"/>
                </a:lnTo>
                <a:lnTo>
                  <a:pt x="2153021" y="88104"/>
                </a:lnTo>
                <a:lnTo>
                  <a:pt x="2152614" y="88509"/>
                </a:lnTo>
                <a:lnTo>
                  <a:pt x="2152218" y="88923"/>
                </a:lnTo>
                <a:lnTo>
                  <a:pt x="2151831" y="89347"/>
                </a:lnTo>
                <a:lnTo>
                  <a:pt x="2151454" y="89779"/>
                </a:lnTo>
                <a:lnTo>
                  <a:pt x="2151087" y="90221"/>
                </a:lnTo>
                <a:lnTo>
                  <a:pt x="2150730" y="90672"/>
                </a:lnTo>
                <a:lnTo>
                  <a:pt x="2150382" y="91131"/>
                </a:lnTo>
                <a:lnTo>
                  <a:pt x="2150045" y="91600"/>
                </a:lnTo>
                <a:lnTo>
                  <a:pt x="2149717" y="92078"/>
                </a:lnTo>
                <a:lnTo>
                  <a:pt x="2149399" y="92565"/>
                </a:lnTo>
                <a:lnTo>
                  <a:pt x="2149091" y="93061"/>
                </a:lnTo>
                <a:lnTo>
                  <a:pt x="2148795" y="93564"/>
                </a:lnTo>
                <a:lnTo>
                  <a:pt x="2148511" y="94075"/>
                </a:lnTo>
                <a:lnTo>
                  <a:pt x="2148240" y="94594"/>
                </a:lnTo>
                <a:lnTo>
                  <a:pt x="2147981" y="95119"/>
                </a:lnTo>
                <a:lnTo>
                  <a:pt x="2147735" y="95651"/>
                </a:lnTo>
                <a:lnTo>
                  <a:pt x="2147502" y="96191"/>
                </a:lnTo>
                <a:lnTo>
                  <a:pt x="2147281" y="96737"/>
                </a:lnTo>
                <a:lnTo>
                  <a:pt x="2147073" y="97291"/>
                </a:lnTo>
                <a:lnTo>
                  <a:pt x="2146877" y="97852"/>
                </a:lnTo>
                <a:lnTo>
                  <a:pt x="2146695" y="98420"/>
                </a:lnTo>
                <a:lnTo>
                  <a:pt x="2146524" y="98995"/>
                </a:lnTo>
                <a:lnTo>
                  <a:pt x="2146367" y="99577"/>
                </a:lnTo>
                <a:lnTo>
                  <a:pt x="2146221" y="100167"/>
                </a:lnTo>
                <a:lnTo>
                  <a:pt x="2146089" y="100763"/>
                </a:lnTo>
                <a:lnTo>
                  <a:pt x="2145969" y="101367"/>
                </a:lnTo>
                <a:lnTo>
                  <a:pt x="2145862" y="101978"/>
                </a:lnTo>
                <a:lnTo>
                  <a:pt x="2145767" y="102595"/>
                </a:lnTo>
                <a:lnTo>
                  <a:pt x="2145685" y="103221"/>
                </a:lnTo>
                <a:lnTo>
                  <a:pt x="2145616" y="103853"/>
                </a:lnTo>
                <a:lnTo>
                  <a:pt x="2145559" y="104492"/>
                </a:lnTo>
                <a:lnTo>
                  <a:pt x="2145515" y="105139"/>
                </a:lnTo>
                <a:lnTo>
                  <a:pt x="2145484" y="105792"/>
                </a:lnTo>
                <a:lnTo>
                  <a:pt x="2145465" y="106453"/>
                </a:lnTo>
                <a:lnTo>
                  <a:pt x="2145458" y="107121"/>
                </a:lnTo>
                <a:lnTo>
                  <a:pt x="2145472" y="108126"/>
                </a:lnTo>
                <a:lnTo>
                  <a:pt x="2145513" y="109116"/>
                </a:lnTo>
                <a:lnTo>
                  <a:pt x="2145582" y="110089"/>
                </a:lnTo>
                <a:lnTo>
                  <a:pt x="2145678" y="111046"/>
                </a:lnTo>
                <a:lnTo>
                  <a:pt x="2145801" y="111987"/>
                </a:lnTo>
                <a:lnTo>
                  <a:pt x="2145952" y="112912"/>
                </a:lnTo>
                <a:lnTo>
                  <a:pt x="2146130" y="113821"/>
                </a:lnTo>
                <a:lnTo>
                  <a:pt x="2146336" y="114713"/>
                </a:lnTo>
                <a:lnTo>
                  <a:pt x="2146569" y="115589"/>
                </a:lnTo>
                <a:lnTo>
                  <a:pt x="2146830" y="116449"/>
                </a:lnTo>
                <a:lnTo>
                  <a:pt x="2147118" y="117293"/>
                </a:lnTo>
                <a:lnTo>
                  <a:pt x="2147433" y="118121"/>
                </a:lnTo>
                <a:lnTo>
                  <a:pt x="2147776" y="118932"/>
                </a:lnTo>
                <a:lnTo>
                  <a:pt x="2148147" y="119728"/>
                </a:lnTo>
                <a:lnTo>
                  <a:pt x="2148544" y="120507"/>
                </a:lnTo>
                <a:lnTo>
                  <a:pt x="2148970" y="121270"/>
                </a:lnTo>
                <a:lnTo>
                  <a:pt x="2149422" y="122016"/>
                </a:lnTo>
                <a:lnTo>
                  <a:pt x="2149902" y="122747"/>
                </a:lnTo>
                <a:lnTo>
                  <a:pt x="2150410" y="123461"/>
                </a:lnTo>
                <a:lnTo>
                  <a:pt x="2150945" y="124160"/>
                </a:lnTo>
                <a:lnTo>
                  <a:pt x="2151507" y="124842"/>
                </a:lnTo>
                <a:lnTo>
                  <a:pt x="2152097" y="125508"/>
                </a:lnTo>
                <a:lnTo>
                  <a:pt x="2152714" y="126157"/>
                </a:lnTo>
                <a:lnTo>
                  <a:pt x="2153359" y="126791"/>
                </a:lnTo>
                <a:lnTo>
                  <a:pt x="2154027" y="127403"/>
                </a:lnTo>
                <a:lnTo>
                  <a:pt x="2154714" y="127989"/>
                </a:lnTo>
                <a:lnTo>
                  <a:pt x="2155420" y="128550"/>
                </a:lnTo>
                <a:lnTo>
                  <a:pt x="2156146" y="129084"/>
                </a:lnTo>
                <a:lnTo>
                  <a:pt x="2156890" y="129592"/>
                </a:lnTo>
                <a:lnTo>
                  <a:pt x="2157654" y="130074"/>
                </a:lnTo>
                <a:lnTo>
                  <a:pt x="2158437" y="130530"/>
                </a:lnTo>
                <a:lnTo>
                  <a:pt x="2159240" y="130960"/>
                </a:lnTo>
                <a:lnTo>
                  <a:pt x="2160061" y="131364"/>
                </a:lnTo>
                <a:lnTo>
                  <a:pt x="2160902" y="131742"/>
                </a:lnTo>
                <a:lnTo>
                  <a:pt x="2161762" y="132094"/>
                </a:lnTo>
                <a:lnTo>
                  <a:pt x="2162641" y="132419"/>
                </a:lnTo>
                <a:lnTo>
                  <a:pt x="2163539" y="132719"/>
                </a:lnTo>
                <a:lnTo>
                  <a:pt x="2164457" y="132993"/>
                </a:lnTo>
                <a:lnTo>
                  <a:pt x="2165393" y="133240"/>
                </a:lnTo>
                <a:lnTo>
                  <a:pt x="2166349" y="133462"/>
                </a:lnTo>
                <a:lnTo>
                  <a:pt x="2167324" y="133657"/>
                </a:lnTo>
                <a:lnTo>
                  <a:pt x="2168319" y="133827"/>
                </a:lnTo>
                <a:lnTo>
                  <a:pt x="2169332" y="133970"/>
                </a:lnTo>
                <a:lnTo>
                  <a:pt x="2170365" y="134087"/>
                </a:lnTo>
                <a:lnTo>
                  <a:pt x="2171417" y="134178"/>
                </a:lnTo>
                <a:lnTo>
                  <a:pt x="2172488" y="134244"/>
                </a:lnTo>
                <a:lnTo>
                  <a:pt x="2173578" y="134283"/>
                </a:lnTo>
                <a:lnTo>
                  <a:pt x="2174687" y="134296"/>
                </a:lnTo>
                <a:lnTo>
                  <a:pt x="2175368" y="134291"/>
                </a:lnTo>
                <a:lnTo>
                  <a:pt x="2176040" y="134278"/>
                </a:lnTo>
                <a:lnTo>
                  <a:pt x="2176704" y="134256"/>
                </a:lnTo>
                <a:lnTo>
                  <a:pt x="2177360" y="134225"/>
                </a:lnTo>
                <a:lnTo>
                  <a:pt x="2178008" y="134186"/>
                </a:lnTo>
                <a:lnTo>
                  <a:pt x="2178647" y="134138"/>
                </a:lnTo>
                <a:lnTo>
                  <a:pt x="2179278" y="134081"/>
                </a:lnTo>
                <a:lnTo>
                  <a:pt x="2179901" y="134015"/>
                </a:lnTo>
                <a:lnTo>
                  <a:pt x="2180516" y="133940"/>
                </a:lnTo>
                <a:lnTo>
                  <a:pt x="2181123" y="133857"/>
                </a:lnTo>
                <a:lnTo>
                  <a:pt x="2181721" y="133765"/>
                </a:lnTo>
                <a:lnTo>
                  <a:pt x="2182311" y="133664"/>
                </a:lnTo>
                <a:lnTo>
                  <a:pt x="2182893" y="133554"/>
                </a:lnTo>
                <a:lnTo>
                  <a:pt x="2183466" y="133436"/>
                </a:lnTo>
                <a:lnTo>
                  <a:pt x="2184032" y="133309"/>
                </a:lnTo>
                <a:lnTo>
                  <a:pt x="2184589" y="133173"/>
                </a:lnTo>
                <a:lnTo>
                  <a:pt x="2185138" y="133028"/>
                </a:lnTo>
                <a:lnTo>
                  <a:pt x="2185678" y="132874"/>
                </a:lnTo>
                <a:lnTo>
                  <a:pt x="2186211" y="132712"/>
                </a:lnTo>
                <a:lnTo>
                  <a:pt x="2186735" y="132541"/>
                </a:lnTo>
                <a:lnTo>
                  <a:pt x="2187251" y="132361"/>
                </a:lnTo>
                <a:lnTo>
                  <a:pt x="2187759" y="132173"/>
                </a:lnTo>
                <a:lnTo>
                  <a:pt x="2188258" y="131975"/>
                </a:lnTo>
                <a:lnTo>
                  <a:pt x="2188750" y="131769"/>
                </a:lnTo>
                <a:lnTo>
                  <a:pt x="2189232" y="131555"/>
                </a:lnTo>
                <a:lnTo>
                  <a:pt x="2189705" y="131333"/>
                </a:lnTo>
                <a:lnTo>
                  <a:pt x="2190169" y="131105"/>
                </a:lnTo>
                <a:lnTo>
                  <a:pt x="2190624" y="130869"/>
                </a:lnTo>
                <a:lnTo>
                  <a:pt x="2191069" y="130626"/>
                </a:lnTo>
                <a:lnTo>
                  <a:pt x="2191505" y="130376"/>
                </a:lnTo>
                <a:lnTo>
                  <a:pt x="2191931" y="130119"/>
                </a:lnTo>
                <a:lnTo>
                  <a:pt x="2192349" y="129855"/>
                </a:lnTo>
                <a:lnTo>
                  <a:pt x="2192756" y="129584"/>
                </a:lnTo>
                <a:lnTo>
                  <a:pt x="2193155" y="129305"/>
                </a:lnTo>
                <a:lnTo>
                  <a:pt x="2193544" y="129020"/>
                </a:lnTo>
                <a:lnTo>
                  <a:pt x="2193924" y="128727"/>
                </a:lnTo>
                <a:lnTo>
                  <a:pt x="2194294" y="128427"/>
                </a:lnTo>
                <a:lnTo>
                  <a:pt x="2194656" y="128120"/>
                </a:lnTo>
                <a:lnTo>
                  <a:pt x="2195007" y="127806"/>
                </a:lnTo>
                <a:lnTo>
                  <a:pt x="2195350" y="127485"/>
                </a:lnTo>
                <a:lnTo>
                  <a:pt x="2195683" y="127157"/>
                </a:lnTo>
                <a:lnTo>
                  <a:pt x="2196007" y="126822"/>
                </a:lnTo>
                <a:lnTo>
                  <a:pt x="2196322" y="126479"/>
                </a:lnTo>
                <a:lnTo>
                  <a:pt x="2196627" y="126129"/>
                </a:lnTo>
                <a:lnTo>
                  <a:pt x="2196923" y="125773"/>
                </a:lnTo>
                <a:lnTo>
                  <a:pt x="2197209" y="125409"/>
                </a:lnTo>
                <a:lnTo>
                  <a:pt x="2197486" y="125038"/>
                </a:lnTo>
                <a:lnTo>
                  <a:pt x="2197754" y="124660"/>
                </a:lnTo>
                <a:lnTo>
                  <a:pt x="2198012" y="124275"/>
                </a:lnTo>
                <a:lnTo>
                  <a:pt x="2198259" y="123884"/>
                </a:lnTo>
                <a:lnTo>
                  <a:pt x="2198495" y="123487"/>
                </a:lnTo>
                <a:lnTo>
                  <a:pt x="2198720" y="123084"/>
                </a:lnTo>
                <a:lnTo>
                  <a:pt x="2198934" y="122675"/>
                </a:lnTo>
                <a:lnTo>
                  <a:pt x="2199137" y="122260"/>
                </a:lnTo>
                <a:lnTo>
                  <a:pt x="2199329" y="121838"/>
                </a:lnTo>
                <a:lnTo>
                  <a:pt x="2199510" y="121411"/>
                </a:lnTo>
                <a:lnTo>
                  <a:pt x="2199680" y="120978"/>
                </a:lnTo>
                <a:lnTo>
                  <a:pt x="2199839" y="120539"/>
                </a:lnTo>
                <a:lnTo>
                  <a:pt x="2199987" y="120094"/>
                </a:lnTo>
                <a:lnTo>
                  <a:pt x="2200125" y="119643"/>
                </a:lnTo>
                <a:lnTo>
                  <a:pt x="2200251" y="119185"/>
                </a:lnTo>
                <a:lnTo>
                  <a:pt x="2200366" y="118722"/>
                </a:lnTo>
                <a:lnTo>
                  <a:pt x="2200470" y="118253"/>
                </a:lnTo>
                <a:lnTo>
                  <a:pt x="2200564" y="117777"/>
                </a:lnTo>
                <a:lnTo>
                  <a:pt x="2200646" y="117296"/>
                </a:lnTo>
                <a:lnTo>
                  <a:pt x="2200702" y="116916"/>
                </a:lnTo>
                <a:lnTo>
                  <a:pt x="2201074" y="116916"/>
                </a:lnTo>
                <a:lnTo>
                  <a:pt x="2201074" y="132717"/>
                </a:lnTo>
                <a:lnTo>
                  <a:pt x="2215134" y="132717"/>
                </a:lnTo>
                <a:lnTo>
                  <a:pt x="2215134" y="72993"/>
                </a:lnTo>
                <a:lnTo>
                  <a:pt x="2215119" y="71871"/>
                </a:lnTo>
                <a:close/>
                <a:moveTo>
                  <a:pt x="2174770" y="122108"/>
                </a:moveTo>
                <a:lnTo>
                  <a:pt x="2174130" y="122028"/>
                </a:lnTo>
                <a:lnTo>
                  <a:pt x="2173503" y="121933"/>
                </a:lnTo>
                <a:lnTo>
                  <a:pt x="2172888" y="121824"/>
                </a:lnTo>
                <a:lnTo>
                  <a:pt x="2172287" y="121701"/>
                </a:lnTo>
                <a:lnTo>
                  <a:pt x="2171698" y="121563"/>
                </a:lnTo>
                <a:lnTo>
                  <a:pt x="2171123" y="121410"/>
                </a:lnTo>
                <a:lnTo>
                  <a:pt x="2170560" y="121243"/>
                </a:lnTo>
                <a:lnTo>
                  <a:pt x="2170010" y="121061"/>
                </a:lnTo>
                <a:lnTo>
                  <a:pt x="2169473" y="120865"/>
                </a:lnTo>
                <a:lnTo>
                  <a:pt x="2168949" y="120654"/>
                </a:lnTo>
                <a:lnTo>
                  <a:pt x="2168438" y="120428"/>
                </a:lnTo>
                <a:lnTo>
                  <a:pt x="2167940" y="120189"/>
                </a:lnTo>
                <a:lnTo>
                  <a:pt x="2167454" y="119934"/>
                </a:lnTo>
                <a:lnTo>
                  <a:pt x="2166982" y="119665"/>
                </a:lnTo>
                <a:lnTo>
                  <a:pt x="2166522" y="119382"/>
                </a:lnTo>
                <a:lnTo>
                  <a:pt x="2166075" y="119084"/>
                </a:lnTo>
                <a:lnTo>
                  <a:pt x="2165641" y="118771"/>
                </a:lnTo>
                <a:lnTo>
                  <a:pt x="2165221" y="118444"/>
                </a:lnTo>
                <a:lnTo>
                  <a:pt x="2164812" y="118102"/>
                </a:lnTo>
                <a:lnTo>
                  <a:pt x="2164419" y="117748"/>
                </a:lnTo>
                <a:lnTo>
                  <a:pt x="2164043" y="117383"/>
                </a:lnTo>
                <a:lnTo>
                  <a:pt x="2163683" y="117007"/>
                </a:lnTo>
                <a:lnTo>
                  <a:pt x="2163340" y="116621"/>
                </a:lnTo>
                <a:lnTo>
                  <a:pt x="2163014" y="116224"/>
                </a:lnTo>
                <a:lnTo>
                  <a:pt x="2162704" y="115816"/>
                </a:lnTo>
                <a:lnTo>
                  <a:pt x="2162411" y="115397"/>
                </a:lnTo>
                <a:lnTo>
                  <a:pt x="2162135" y="114968"/>
                </a:lnTo>
                <a:lnTo>
                  <a:pt x="2161876" y="114528"/>
                </a:lnTo>
                <a:lnTo>
                  <a:pt x="2161633" y="114078"/>
                </a:lnTo>
                <a:lnTo>
                  <a:pt x="2161407" y="113617"/>
                </a:lnTo>
                <a:lnTo>
                  <a:pt x="2161198" y="113145"/>
                </a:lnTo>
                <a:lnTo>
                  <a:pt x="2161006" y="112662"/>
                </a:lnTo>
                <a:lnTo>
                  <a:pt x="2160830" y="112169"/>
                </a:lnTo>
                <a:lnTo>
                  <a:pt x="2160671" y="111665"/>
                </a:lnTo>
                <a:lnTo>
                  <a:pt x="2160529" y="111150"/>
                </a:lnTo>
                <a:lnTo>
                  <a:pt x="2160403" y="110625"/>
                </a:lnTo>
                <a:lnTo>
                  <a:pt x="2160294" y="110089"/>
                </a:lnTo>
                <a:lnTo>
                  <a:pt x="2160202" y="109542"/>
                </a:lnTo>
                <a:lnTo>
                  <a:pt x="2160127" y="108985"/>
                </a:lnTo>
                <a:lnTo>
                  <a:pt x="2160069" y="108417"/>
                </a:lnTo>
                <a:lnTo>
                  <a:pt x="2160027" y="107838"/>
                </a:lnTo>
                <a:lnTo>
                  <a:pt x="2160002" y="107248"/>
                </a:lnTo>
                <a:lnTo>
                  <a:pt x="2159993" y="106648"/>
                </a:lnTo>
                <a:lnTo>
                  <a:pt x="2160001" y="106074"/>
                </a:lnTo>
                <a:lnTo>
                  <a:pt x="2160023" y="105509"/>
                </a:lnTo>
                <a:lnTo>
                  <a:pt x="2160061" y="104953"/>
                </a:lnTo>
                <a:lnTo>
                  <a:pt x="2160114" y="104407"/>
                </a:lnTo>
                <a:lnTo>
                  <a:pt x="2160182" y="103871"/>
                </a:lnTo>
                <a:lnTo>
                  <a:pt x="2160265" y="103345"/>
                </a:lnTo>
                <a:lnTo>
                  <a:pt x="2160363" y="102828"/>
                </a:lnTo>
                <a:lnTo>
                  <a:pt x="2160476" y="102320"/>
                </a:lnTo>
                <a:lnTo>
                  <a:pt x="2160604" y="101823"/>
                </a:lnTo>
                <a:lnTo>
                  <a:pt x="2160747" y="101335"/>
                </a:lnTo>
                <a:lnTo>
                  <a:pt x="2160906" y="100856"/>
                </a:lnTo>
                <a:lnTo>
                  <a:pt x="2161079" y="100387"/>
                </a:lnTo>
                <a:lnTo>
                  <a:pt x="2161268" y="99928"/>
                </a:lnTo>
                <a:lnTo>
                  <a:pt x="2161471" y="99478"/>
                </a:lnTo>
                <a:lnTo>
                  <a:pt x="2161690" y="99038"/>
                </a:lnTo>
                <a:lnTo>
                  <a:pt x="2161924" y="98608"/>
                </a:lnTo>
                <a:lnTo>
                  <a:pt x="2162173" y="98187"/>
                </a:lnTo>
                <a:lnTo>
                  <a:pt x="2162437" y="97776"/>
                </a:lnTo>
                <a:lnTo>
                  <a:pt x="2162716" y="97374"/>
                </a:lnTo>
                <a:lnTo>
                  <a:pt x="2163010" y="96982"/>
                </a:lnTo>
                <a:lnTo>
                  <a:pt x="2163319" y="96600"/>
                </a:lnTo>
                <a:lnTo>
                  <a:pt x="2163644" y="96227"/>
                </a:lnTo>
                <a:lnTo>
                  <a:pt x="2163983" y="95864"/>
                </a:lnTo>
                <a:lnTo>
                  <a:pt x="2164338" y="95510"/>
                </a:lnTo>
                <a:lnTo>
                  <a:pt x="2164704" y="95168"/>
                </a:lnTo>
                <a:lnTo>
                  <a:pt x="2165080" y="94841"/>
                </a:lnTo>
                <a:lnTo>
                  <a:pt x="2165465" y="94529"/>
                </a:lnTo>
                <a:lnTo>
                  <a:pt x="2165859" y="94231"/>
                </a:lnTo>
                <a:lnTo>
                  <a:pt x="2166262" y="93947"/>
                </a:lnTo>
                <a:lnTo>
                  <a:pt x="2166674" y="93678"/>
                </a:lnTo>
                <a:lnTo>
                  <a:pt x="2167095" y="93424"/>
                </a:lnTo>
                <a:lnTo>
                  <a:pt x="2167525" y="93184"/>
                </a:lnTo>
                <a:lnTo>
                  <a:pt x="2167964" y="92958"/>
                </a:lnTo>
                <a:lnTo>
                  <a:pt x="2168412" y="92747"/>
                </a:lnTo>
                <a:lnTo>
                  <a:pt x="2168869" y="92551"/>
                </a:lnTo>
                <a:lnTo>
                  <a:pt x="2169335" y="92369"/>
                </a:lnTo>
                <a:lnTo>
                  <a:pt x="2169810" y="92202"/>
                </a:lnTo>
                <a:lnTo>
                  <a:pt x="2170295" y="92049"/>
                </a:lnTo>
                <a:lnTo>
                  <a:pt x="2170788" y="91911"/>
                </a:lnTo>
                <a:lnTo>
                  <a:pt x="2171290" y="91788"/>
                </a:lnTo>
                <a:lnTo>
                  <a:pt x="2171802" y="91679"/>
                </a:lnTo>
                <a:lnTo>
                  <a:pt x="2172322" y="91584"/>
                </a:lnTo>
                <a:lnTo>
                  <a:pt x="2172852" y="91504"/>
                </a:lnTo>
                <a:lnTo>
                  <a:pt x="2173390" y="91439"/>
                </a:lnTo>
                <a:lnTo>
                  <a:pt x="2173938" y="91388"/>
                </a:lnTo>
                <a:lnTo>
                  <a:pt x="2174494" y="91352"/>
                </a:lnTo>
                <a:lnTo>
                  <a:pt x="2175060" y="91330"/>
                </a:lnTo>
                <a:lnTo>
                  <a:pt x="2175635" y="91322"/>
                </a:lnTo>
                <a:lnTo>
                  <a:pt x="2200915" y="91322"/>
                </a:lnTo>
                <a:lnTo>
                  <a:pt x="2200915" y="103488"/>
                </a:lnTo>
                <a:lnTo>
                  <a:pt x="2200904" y="104205"/>
                </a:lnTo>
                <a:lnTo>
                  <a:pt x="2200872" y="104910"/>
                </a:lnTo>
                <a:lnTo>
                  <a:pt x="2200818" y="105603"/>
                </a:lnTo>
                <a:lnTo>
                  <a:pt x="2200744" y="106283"/>
                </a:lnTo>
                <a:lnTo>
                  <a:pt x="2200647" y="106950"/>
                </a:lnTo>
                <a:lnTo>
                  <a:pt x="2200530" y="107605"/>
                </a:lnTo>
                <a:lnTo>
                  <a:pt x="2200391" y="108247"/>
                </a:lnTo>
                <a:lnTo>
                  <a:pt x="2200230" y="108877"/>
                </a:lnTo>
                <a:lnTo>
                  <a:pt x="2200048" y="109493"/>
                </a:lnTo>
                <a:lnTo>
                  <a:pt x="2199845" y="110098"/>
                </a:lnTo>
                <a:lnTo>
                  <a:pt x="2199620" y="110689"/>
                </a:lnTo>
                <a:lnTo>
                  <a:pt x="2199374" y="111269"/>
                </a:lnTo>
                <a:lnTo>
                  <a:pt x="2199107" y="111835"/>
                </a:lnTo>
                <a:lnTo>
                  <a:pt x="2198818" y="112389"/>
                </a:lnTo>
                <a:lnTo>
                  <a:pt x="2198508" y="112930"/>
                </a:lnTo>
                <a:lnTo>
                  <a:pt x="2198176" y="113459"/>
                </a:lnTo>
                <a:lnTo>
                  <a:pt x="2197823" y="113975"/>
                </a:lnTo>
                <a:lnTo>
                  <a:pt x="2197449" y="114478"/>
                </a:lnTo>
                <a:lnTo>
                  <a:pt x="2197053" y="114969"/>
                </a:lnTo>
                <a:lnTo>
                  <a:pt x="2196636" y="115447"/>
                </a:lnTo>
                <a:lnTo>
                  <a:pt x="2196197" y="115913"/>
                </a:lnTo>
                <a:lnTo>
                  <a:pt x="2195737" y="116366"/>
                </a:lnTo>
                <a:lnTo>
                  <a:pt x="2195255" y="116806"/>
                </a:lnTo>
                <a:lnTo>
                  <a:pt x="2194753" y="117234"/>
                </a:lnTo>
                <a:lnTo>
                  <a:pt x="2194232" y="117647"/>
                </a:lnTo>
                <a:lnTo>
                  <a:pt x="2193696" y="118042"/>
                </a:lnTo>
                <a:lnTo>
                  <a:pt x="2193145" y="118419"/>
                </a:lnTo>
                <a:lnTo>
                  <a:pt x="2192580" y="118779"/>
                </a:lnTo>
                <a:lnTo>
                  <a:pt x="2192000" y="119121"/>
                </a:lnTo>
                <a:lnTo>
                  <a:pt x="2191405" y="119446"/>
                </a:lnTo>
                <a:lnTo>
                  <a:pt x="2190795" y="119753"/>
                </a:lnTo>
                <a:lnTo>
                  <a:pt x="2190171" y="120043"/>
                </a:lnTo>
                <a:lnTo>
                  <a:pt x="2189531" y="120315"/>
                </a:lnTo>
                <a:lnTo>
                  <a:pt x="2188877" y="120569"/>
                </a:lnTo>
                <a:lnTo>
                  <a:pt x="2188208" y="120806"/>
                </a:lnTo>
                <a:lnTo>
                  <a:pt x="2187524" y="121026"/>
                </a:lnTo>
                <a:lnTo>
                  <a:pt x="2186826" y="121228"/>
                </a:lnTo>
                <a:lnTo>
                  <a:pt x="2186112" y="121412"/>
                </a:lnTo>
                <a:lnTo>
                  <a:pt x="2185384" y="121579"/>
                </a:lnTo>
                <a:lnTo>
                  <a:pt x="2184641" y="121728"/>
                </a:lnTo>
                <a:lnTo>
                  <a:pt x="2183883" y="121860"/>
                </a:lnTo>
                <a:lnTo>
                  <a:pt x="2183111" y="121974"/>
                </a:lnTo>
                <a:lnTo>
                  <a:pt x="2182323" y="122070"/>
                </a:lnTo>
                <a:lnTo>
                  <a:pt x="2181521" y="122149"/>
                </a:lnTo>
                <a:lnTo>
                  <a:pt x="2180704" y="122211"/>
                </a:lnTo>
                <a:lnTo>
                  <a:pt x="2179872" y="122255"/>
                </a:lnTo>
                <a:lnTo>
                  <a:pt x="2179025" y="122281"/>
                </a:lnTo>
                <a:lnTo>
                  <a:pt x="2178164" y="122290"/>
                </a:lnTo>
                <a:lnTo>
                  <a:pt x="2177459" y="122282"/>
                </a:lnTo>
                <a:lnTo>
                  <a:pt x="2176767" y="122261"/>
                </a:lnTo>
                <a:lnTo>
                  <a:pt x="2176089" y="122224"/>
                </a:lnTo>
                <a:lnTo>
                  <a:pt x="2175423" y="122173"/>
                </a:lnTo>
                <a:lnTo>
                  <a:pt x="2174770" y="122108"/>
                </a:lnTo>
                <a:close/>
                <a:moveTo>
                  <a:pt x="2374662" y="133896"/>
                </a:moveTo>
                <a:lnTo>
                  <a:pt x="2375704" y="133751"/>
                </a:lnTo>
                <a:lnTo>
                  <a:pt x="2376730" y="133585"/>
                </a:lnTo>
                <a:lnTo>
                  <a:pt x="2377740" y="133396"/>
                </a:lnTo>
                <a:lnTo>
                  <a:pt x="2378734" y="133185"/>
                </a:lnTo>
                <a:lnTo>
                  <a:pt x="2379712" y="132952"/>
                </a:lnTo>
                <a:lnTo>
                  <a:pt x="2380675" y="132696"/>
                </a:lnTo>
                <a:lnTo>
                  <a:pt x="2381621" y="132418"/>
                </a:lnTo>
                <a:lnTo>
                  <a:pt x="2382552" y="132118"/>
                </a:lnTo>
                <a:lnTo>
                  <a:pt x="2383467" y="131796"/>
                </a:lnTo>
                <a:lnTo>
                  <a:pt x="2384366" y="131452"/>
                </a:lnTo>
                <a:lnTo>
                  <a:pt x="2385248" y="131085"/>
                </a:lnTo>
                <a:lnTo>
                  <a:pt x="2386116" y="130697"/>
                </a:lnTo>
                <a:lnTo>
                  <a:pt x="2386967" y="130286"/>
                </a:lnTo>
                <a:lnTo>
                  <a:pt x="2387802" y="129852"/>
                </a:lnTo>
                <a:lnTo>
                  <a:pt x="2388621" y="129397"/>
                </a:lnTo>
                <a:lnTo>
                  <a:pt x="2389425" y="128919"/>
                </a:lnTo>
                <a:lnTo>
                  <a:pt x="2390212" y="128419"/>
                </a:lnTo>
                <a:lnTo>
                  <a:pt x="2390984" y="127897"/>
                </a:lnTo>
                <a:lnTo>
                  <a:pt x="2391734" y="127356"/>
                </a:lnTo>
                <a:lnTo>
                  <a:pt x="2392457" y="126800"/>
                </a:lnTo>
                <a:lnTo>
                  <a:pt x="2393154" y="126227"/>
                </a:lnTo>
                <a:lnTo>
                  <a:pt x="2393824" y="125639"/>
                </a:lnTo>
                <a:lnTo>
                  <a:pt x="2394467" y="125036"/>
                </a:lnTo>
                <a:lnTo>
                  <a:pt x="2395082" y="124417"/>
                </a:lnTo>
                <a:lnTo>
                  <a:pt x="2395671" y="123782"/>
                </a:lnTo>
                <a:lnTo>
                  <a:pt x="2396234" y="123131"/>
                </a:lnTo>
                <a:lnTo>
                  <a:pt x="2396769" y="122465"/>
                </a:lnTo>
                <a:lnTo>
                  <a:pt x="2397277" y="121783"/>
                </a:lnTo>
                <a:lnTo>
                  <a:pt x="2397759" y="121086"/>
                </a:lnTo>
                <a:lnTo>
                  <a:pt x="2398213" y="120373"/>
                </a:lnTo>
                <a:lnTo>
                  <a:pt x="2398641" y="119644"/>
                </a:lnTo>
                <a:lnTo>
                  <a:pt x="2399041" y="118900"/>
                </a:lnTo>
                <a:lnTo>
                  <a:pt x="2399415" y="118140"/>
                </a:lnTo>
                <a:lnTo>
                  <a:pt x="2399762" y="117365"/>
                </a:lnTo>
                <a:lnTo>
                  <a:pt x="2400082" y="116573"/>
                </a:lnTo>
                <a:lnTo>
                  <a:pt x="2400375" y="115767"/>
                </a:lnTo>
                <a:lnTo>
                  <a:pt x="2400642" y="114944"/>
                </a:lnTo>
                <a:lnTo>
                  <a:pt x="2400881" y="114106"/>
                </a:lnTo>
                <a:lnTo>
                  <a:pt x="2401094" y="113252"/>
                </a:lnTo>
                <a:lnTo>
                  <a:pt x="2401279" y="112383"/>
                </a:lnTo>
                <a:lnTo>
                  <a:pt x="2401438" y="111498"/>
                </a:lnTo>
                <a:lnTo>
                  <a:pt x="2401570" y="110597"/>
                </a:lnTo>
                <a:lnTo>
                  <a:pt x="2387350" y="110597"/>
                </a:lnTo>
                <a:lnTo>
                  <a:pt x="2387251" y="111028"/>
                </a:lnTo>
                <a:lnTo>
                  <a:pt x="2387138" y="111451"/>
                </a:lnTo>
                <a:lnTo>
                  <a:pt x="2387011" y="111867"/>
                </a:lnTo>
                <a:lnTo>
                  <a:pt x="2386870" y="112276"/>
                </a:lnTo>
                <a:lnTo>
                  <a:pt x="2386715" y="112677"/>
                </a:lnTo>
                <a:lnTo>
                  <a:pt x="2386545" y="113071"/>
                </a:lnTo>
                <a:lnTo>
                  <a:pt x="2386362" y="113457"/>
                </a:lnTo>
                <a:lnTo>
                  <a:pt x="2386165" y="113836"/>
                </a:lnTo>
                <a:lnTo>
                  <a:pt x="2385954" y="114208"/>
                </a:lnTo>
                <a:lnTo>
                  <a:pt x="2385729" y="114572"/>
                </a:lnTo>
                <a:lnTo>
                  <a:pt x="2385490" y="114929"/>
                </a:lnTo>
                <a:lnTo>
                  <a:pt x="2385237" y="115278"/>
                </a:lnTo>
                <a:lnTo>
                  <a:pt x="2384970" y="115620"/>
                </a:lnTo>
                <a:lnTo>
                  <a:pt x="2384689" y="115955"/>
                </a:lnTo>
                <a:lnTo>
                  <a:pt x="2384394" y="116282"/>
                </a:lnTo>
                <a:lnTo>
                  <a:pt x="2384085" y="116602"/>
                </a:lnTo>
                <a:lnTo>
                  <a:pt x="2383762" y="116914"/>
                </a:lnTo>
                <a:lnTo>
                  <a:pt x="2383425" y="117219"/>
                </a:lnTo>
                <a:lnTo>
                  <a:pt x="2383074" y="117516"/>
                </a:lnTo>
                <a:lnTo>
                  <a:pt x="2382709" y="117807"/>
                </a:lnTo>
                <a:lnTo>
                  <a:pt x="2382330" y="118089"/>
                </a:lnTo>
                <a:lnTo>
                  <a:pt x="2381937" y="118364"/>
                </a:lnTo>
                <a:lnTo>
                  <a:pt x="2381530" y="118632"/>
                </a:lnTo>
                <a:lnTo>
                  <a:pt x="2381109" y="118893"/>
                </a:lnTo>
                <a:lnTo>
                  <a:pt x="2380676" y="119144"/>
                </a:lnTo>
                <a:lnTo>
                  <a:pt x="2380234" y="119385"/>
                </a:lnTo>
                <a:lnTo>
                  <a:pt x="2379782" y="119615"/>
                </a:lnTo>
                <a:lnTo>
                  <a:pt x="2379321" y="119834"/>
                </a:lnTo>
                <a:lnTo>
                  <a:pt x="2378850" y="120043"/>
                </a:lnTo>
                <a:lnTo>
                  <a:pt x="2378369" y="120241"/>
                </a:lnTo>
                <a:lnTo>
                  <a:pt x="2377879" y="120428"/>
                </a:lnTo>
                <a:lnTo>
                  <a:pt x="2377380" y="120604"/>
                </a:lnTo>
                <a:lnTo>
                  <a:pt x="2376870" y="120770"/>
                </a:lnTo>
                <a:lnTo>
                  <a:pt x="2376351" y="120925"/>
                </a:lnTo>
                <a:lnTo>
                  <a:pt x="2375822" y="121070"/>
                </a:lnTo>
                <a:lnTo>
                  <a:pt x="2375284" y="121204"/>
                </a:lnTo>
                <a:lnTo>
                  <a:pt x="2374736" y="121327"/>
                </a:lnTo>
                <a:lnTo>
                  <a:pt x="2374179" y="121439"/>
                </a:lnTo>
                <a:lnTo>
                  <a:pt x="2373612" y="121541"/>
                </a:lnTo>
                <a:lnTo>
                  <a:pt x="2373035" y="121632"/>
                </a:lnTo>
                <a:lnTo>
                  <a:pt x="2372449" y="121712"/>
                </a:lnTo>
                <a:lnTo>
                  <a:pt x="2371853" y="121781"/>
                </a:lnTo>
                <a:lnTo>
                  <a:pt x="2371247" y="121840"/>
                </a:lnTo>
                <a:lnTo>
                  <a:pt x="2370632" y="121888"/>
                </a:lnTo>
                <a:lnTo>
                  <a:pt x="2370008" y="121926"/>
                </a:lnTo>
                <a:lnTo>
                  <a:pt x="2369373" y="121952"/>
                </a:lnTo>
                <a:lnTo>
                  <a:pt x="2368729" y="121968"/>
                </a:lnTo>
                <a:lnTo>
                  <a:pt x="2368076" y="121974"/>
                </a:lnTo>
                <a:lnTo>
                  <a:pt x="2367319" y="121964"/>
                </a:lnTo>
                <a:lnTo>
                  <a:pt x="2366574" y="121935"/>
                </a:lnTo>
                <a:lnTo>
                  <a:pt x="2365842" y="121886"/>
                </a:lnTo>
                <a:lnTo>
                  <a:pt x="2365122" y="121818"/>
                </a:lnTo>
                <a:lnTo>
                  <a:pt x="2364415" y="121730"/>
                </a:lnTo>
                <a:lnTo>
                  <a:pt x="2363721" y="121623"/>
                </a:lnTo>
                <a:lnTo>
                  <a:pt x="2363039" y="121497"/>
                </a:lnTo>
                <a:lnTo>
                  <a:pt x="2362370" y="121351"/>
                </a:lnTo>
                <a:lnTo>
                  <a:pt x="2361714" y="121185"/>
                </a:lnTo>
                <a:lnTo>
                  <a:pt x="2361070" y="121000"/>
                </a:lnTo>
                <a:lnTo>
                  <a:pt x="2360439" y="120795"/>
                </a:lnTo>
                <a:lnTo>
                  <a:pt x="2359821" y="120571"/>
                </a:lnTo>
                <a:lnTo>
                  <a:pt x="2359215" y="120328"/>
                </a:lnTo>
                <a:lnTo>
                  <a:pt x="2358621" y="120065"/>
                </a:lnTo>
                <a:lnTo>
                  <a:pt x="2358041" y="119782"/>
                </a:lnTo>
                <a:lnTo>
                  <a:pt x="2357472" y="119480"/>
                </a:lnTo>
                <a:lnTo>
                  <a:pt x="2356917" y="119159"/>
                </a:lnTo>
                <a:lnTo>
                  <a:pt x="2356374" y="118818"/>
                </a:lnTo>
                <a:lnTo>
                  <a:pt x="2355844" y="118458"/>
                </a:lnTo>
                <a:lnTo>
                  <a:pt x="2355326" y="118078"/>
                </a:lnTo>
                <a:lnTo>
                  <a:pt x="2354821" y="117679"/>
                </a:lnTo>
                <a:lnTo>
                  <a:pt x="2354329" y="117260"/>
                </a:lnTo>
                <a:lnTo>
                  <a:pt x="2353849" y="116822"/>
                </a:lnTo>
                <a:lnTo>
                  <a:pt x="2353382" y="116364"/>
                </a:lnTo>
                <a:lnTo>
                  <a:pt x="2352931" y="115889"/>
                </a:lnTo>
                <a:lnTo>
                  <a:pt x="2352498" y="115401"/>
                </a:lnTo>
                <a:lnTo>
                  <a:pt x="2352086" y="114898"/>
                </a:lnTo>
                <a:lnTo>
                  <a:pt x="2351692" y="114382"/>
                </a:lnTo>
                <a:lnTo>
                  <a:pt x="2351317" y="113852"/>
                </a:lnTo>
                <a:lnTo>
                  <a:pt x="2350962" y="113307"/>
                </a:lnTo>
                <a:lnTo>
                  <a:pt x="2350626" y="112749"/>
                </a:lnTo>
                <a:lnTo>
                  <a:pt x="2350309" y="112176"/>
                </a:lnTo>
                <a:lnTo>
                  <a:pt x="2350012" y="111590"/>
                </a:lnTo>
                <a:lnTo>
                  <a:pt x="2349733" y="110990"/>
                </a:lnTo>
                <a:lnTo>
                  <a:pt x="2349474" y="110376"/>
                </a:lnTo>
                <a:lnTo>
                  <a:pt x="2349234" y="109747"/>
                </a:lnTo>
                <a:lnTo>
                  <a:pt x="2349013" y="109105"/>
                </a:lnTo>
                <a:lnTo>
                  <a:pt x="2348811" y="108449"/>
                </a:lnTo>
                <a:lnTo>
                  <a:pt x="2348629" y="107779"/>
                </a:lnTo>
                <a:lnTo>
                  <a:pt x="2348466" y="107094"/>
                </a:lnTo>
                <a:lnTo>
                  <a:pt x="2348322" y="106396"/>
                </a:lnTo>
                <a:lnTo>
                  <a:pt x="2348197" y="105684"/>
                </a:lnTo>
                <a:lnTo>
                  <a:pt x="2348091" y="104958"/>
                </a:lnTo>
                <a:lnTo>
                  <a:pt x="2348005" y="104218"/>
                </a:lnTo>
                <a:lnTo>
                  <a:pt x="2347938" y="103464"/>
                </a:lnTo>
                <a:lnTo>
                  <a:pt x="2347890" y="102696"/>
                </a:lnTo>
                <a:lnTo>
                  <a:pt x="2347861" y="101914"/>
                </a:lnTo>
                <a:lnTo>
                  <a:pt x="2347851" y="101118"/>
                </a:lnTo>
                <a:lnTo>
                  <a:pt x="2347851" y="92902"/>
                </a:lnTo>
                <a:lnTo>
                  <a:pt x="2402204" y="92902"/>
                </a:lnTo>
                <a:lnTo>
                  <a:pt x="2402204" y="77417"/>
                </a:lnTo>
                <a:lnTo>
                  <a:pt x="2402196" y="76579"/>
                </a:lnTo>
                <a:lnTo>
                  <a:pt x="2402174" y="75750"/>
                </a:lnTo>
                <a:lnTo>
                  <a:pt x="2402137" y="74931"/>
                </a:lnTo>
                <a:lnTo>
                  <a:pt x="2402085" y="74121"/>
                </a:lnTo>
                <a:lnTo>
                  <a:pt x="2402018" y="73320"/>
                </a:lnTo>
                <a:lnTo>
                  <a:pt x="2401937" y="72529"/>
                </a:lnTo>
                <a:lnTo>
                  <a:pt x="2401841" y="71747"/>
                </a:lnTo>
                <a:lnTo>
                  <a:pt x="2401729" y="70974"/>
                </a:lnTo>
                <a:lnTo>
                  <a:pt x="2401604" y="70211"/>
                </a:lnTo>
                <a:lnTo>
                  <a:pt x="2401463" y="69457"/>
                </a:lnTo>
                <a:lnTo>
                  <a:pt x="2401307" y="68712"/>
                </a:lnTo>
                <a:lnTo>
                  <a:pt x="2401137" y="67977"/>
                </a:lnTo>
                <a:lnTo>
                  <a:pt x="2400952" y="67251"/>
                </a:lnTo>
                <a:lnTo>
                  <a:pt x="2400752" y="66534"/>
                </a:lnTo>
                <a:lnTo>
                  <a:pt x="2400537" y="65827"/>
                </a:lnTo>
                <a:lnTo>
                  <a:pt x="2400307" y="65129"/>
                </a:lnTo>
                <a:lnTo>
                  <a:pt x="2400063" y="64440"/>
                </a:lnTo>
                <a:lnTo>
                  <a:pt x="2399803" y="63761"/>
                </a:lnTo>
                <a:lnTo>
                  <a:pt x="2399529" y="63091"/>
                </a:lnTo>
                <a:lnTo>
                  <a:pt x="2399240" y="62430"/>
                </a:lnTo>
                <a:lnTo>
                  <a:pt x="2398937" y="61779"/>
                </a:lnTo>
                <a:lnTo>
                  <a:pt x="2398618" y="61137"/>
                </a:lnTo>
                <a:lnTo>
                  <a:pt x="2398285" y="60504"/>
                </a:lnTo>
                <a:lnTo>
                  <a:pt x="2397936" y="59880"/>
                </a:lnTo>
                <a:lnTo>
                  <a:pt x="2397575" y="59267"/>
                </a:lnTo>
                <a:lnTo>
                  <a:pt x="2397202" y="58666"/>
                </a:lnTo>
                <a:lnTo>
                  <a:pt x="2396817" y="58076"/>
                </a:lnTo>
                <a:lnTo>
                  <a:pt x="2396420" y="57497"/>
                </a:lnTo>
                <a:lnTo>
                  <a:pt x="2396012" y="56930"/>
                </a:lnTo>
                <a:lnTo>
                  <a:pt x="2395592" y="56375"/>
                </a:lnTo>
                <a:lnTo>
                  <a:pt x="2395159" y="55831"/>
                </a:lnTo>
                <a:lnTo>
                  <a:pt x="2394716" y="55299"/>
                </a:lnTo>
                <a:lnTo>
                  <a:pt x="2394260" y="54778"/>
                </a:lnTo>
                <a:lnTo>
                  <a:pt x="2393792" y="54268"/>
                </a:lnTo>
                <a:lnTo>
                  <a:pt x="2393313" y="53771"/>
                </a:lnTo>
                <a:lnTo>
                  <a:pt x="2392822" y="53284"/>
                </a:lnTo>
                <a:lnTo>
                  <a:pt x="2392319" y="52809"/>
                </a:lnTo>
                <a:lnTo>
                  <a:pt x="2391804" y="52346"/>
                </a:lnTo>
                <a:lnTo>
                  <a:pt x="2391278" y="51894"/>
                </a:lnTo>
                <a:lnTo>
                  <a:pt x="2390739" y="51454"/>
                </a:lnTo>
                <a:lnTo>
                  <a:pt x="2390189" y="51025"/>
                </a:lnTo>
                <a:lnTo>
                  <a:pt x="2389627" y="50608"/>
                </a:lnTo>
                <a:lnTo>
                  <a:pt x="2389053" y="50203"/>
                </a:lnTo>
                <a:lnTo>
                  <a:pt x="2388468" y="49808"/>
                </a:lnTo>
                <a:lnTo>
                  <a:pt x="2387871" y="49426"/>
                </a:lnTo>
                <a:lnTo>
                  <a:pt x="2387261" y="49055"/>
                </a:lnTo>
                <a:lnTo>
                  <a:pt x="2386640" y="48695"/>
                </a:lnTo>
                <a:lnTo>
                  <a:pt x="2386008" y="48347"/>
                </a:lnTo>
                <a:lnTo>
                  <a:pt x="2385365" y="48012"/>
                </a:lnTo>
                <a:lnTo>
                  <a:pt x="2384713" y="47691"/>
                </a:lnTo>
                <a:lnTo>
                  <a:pt x="2384051" y="47384"/>
                </a:lnTo>
                <a:lnTo>
                  <a:pt x="2383381" y="47092"/>
                </a:lnTo>
                <a:lnTo>
                  <a:pt x="2382702" y="46814"/>
                </a:lnTo>
                <a:lnTo>
                  <a:pt x="2382014" y="46550"/>
                </a:lnTo>
                <a:lnTo>
                  <a:pt x="2381316" y="46300"/>
                </a:lnTo>
                <a:lnTo>
                  <a:pt x="2380610" y="46065"/>
                </a:lnTo>
                <a:lnTo>
                  <a:pt x="2379895" y="45844"/>
                </a:lnTo>
                <a:lnTo>
                  <a:pt x="2379170" y="45637"/>
                </a:lnTo>
                <a:lnTo>
                  <a:pt x="2378436" y="45444"/>
                </a:lnTo>
                <a:lnTo>
                  <a:pt x="2377694" y="45266"/>
                </a:lnTo>
                <a:lnTo>
                  <a:pt x="2376942" y="45102"/>
                </a:lnTo>
                <a:lnTo>
                  <a:pt x="2376181" y="44952"/>
                </a:lnTo>
                <a:lnTo>
                  <a:pt x="2375412" y="44817"/>
                </a:lnTo>
                <a:lnTo>
                  <a:pt x="2374633" y="44695"/>
                </a:lnTo>
                <a:lnTo>
                  <a:pt x="2373845" y="44588"/>
                </a:lnTo>
                <a:lnTo>
                  <a:pt x="2373048" y="44496"/>
                </a:lnTo>
                <a:lnTo>
                  <a:pt x="2372242" y="44417"/>
                </a:lnTo>
                <a:lnTo>
                  <a:pt x="2371427" y="44353"/>
                </a:lnTo>
                <a:lnTo>
                  <a:pt x="2370603" y="44303"/>
                </a:lnTo>
                <a:lnTo>
                  <a:pt x="2369769" y="44267"/>
                </a:lnTo>
                <a:lnTo>
                  <a:pt x="2368927" y="44246"/>
                </a:lnTo>
                <a:lnTo>
                  <a:pt x="2368076" y="44239"/>
                </a:lnTo>
                <a:lnTo>
                  <a:pt x="2367225" y="44246"/>
                </a:lnTo>
                <a:lnTo>
                  <a:pt x="2366382" y="44268"/>
                </a:lnTo>
                <a:lnTo>
                  <a:pt x="2365549" y="44304"/>
                </a:lnTo>
                <a:lnTo>
                  <a:pt x="2364725" y="44355"/>
                </a:lnTo>
                <a:lnTo>
                  <a:pt x="2363910" y="44421"/>
                </a:lnTo>
                <a:lnTo>
                  <a:pt x="2363104" y="44501"/>
                </a:lnTo>
                <a:lnTo>
                  <a:pt x="2362307" y="44595"/>
                </a:lnTo>
                <a:lnTo>
                  <a:pt x="2361519" y="44704"/>
                </a:lnTo>
                <a:lnTo>
                  <a:pt x="2360740" y="44828"/>
                </a:lnTo>
                <a:lnTo>
                  <a:pt x="2359970" y="44966"/>
                </a:lnTo>
                <a:lnTo>
                  <a:pt x="2359209" y="45119"/>
                </a:lnTo>
                <a:lnTo>
                  <a:pt x="2358457" y="45286"/>
                </a:lnTo>
                <a:lnTo>
                  <a:pt x="2357714" y="45468"/>
                </a:lnTo>
                <a:lnTo>
                  <a:pt x="2356981" y="45664"/>
                </a:lnTo>
                <a:lnTo>
                  <a:pt x="2356256" y="45875"/>
                </a:lnTo>
                <a:lnTo>
                  <a:pt x="2355541" y="46100"/>
                </a:lnTo>
                <a:lnTo>
                  <a:pt x="2354834" y="46340"/>
                </a:lnTo>
                <a:lnTo>
                  <a:pt x="2354137" y="46594"/>
                </a:lnTo>
                <a:lnTo>
                  <a:pt x="2353448" y="46863"/>
                </a:lnTo>
                <a:lnTo>
                  <a:pt x="2352769" y="47147"/>
                </a:lnTo>
                <a:lnTo>
                  <a:pt x="2352098" y="47445"/>
                </a:lnTo>
                <a:lnTo>
                  <a:pt x="2351437" y="47758"/>
                </a:lnTo>
                <a:lnTo>
                  <a:pt x="2350785" y="48085"/>
                </a:lnTo>
                <a:lnTo>
                  <a:pt x="2350142" y="48426"/>
                </a:lnTo>
                <a:lnTo>
                  <a:pt x="2349509" y="48781"/>
                </a:lnTo>
                <a:lnTo>
                  <a:pt x="2348888" y="49149"/>
                </a:lnTo>
                <a:lnTo>
                  <a:pt x="2348279" y="49528"/>
                </a:lnTo>
                <a:lnTo>
                  <a:pt x="2347682" y="49920"/>
                </a:lnTo>
                <a:lnTo>
                  <a:pt x="2347097" y="50325"/>
                </a:lnTo>
                <a:lnTo>
                  <a:pt x="2346523" y="50741"/>
                </a:lnTo>
                <a:lnTo>
                  <a:pt x="2345961" y="51171"/>
                </a:lnTo>
                <a:lnTo>
                  <a:pt x="2345411" y="51612"/>
                </a:lnTo>
                <a:lnTo>
                  <a:pt x="2344873" y="52066"/>
                </a:lnTo>
                <a:lnTo>
                  <a:pt x="2344346" y="52532"/>
                </a:lnTo>
                <a:lnTo>
                  <a:pt x="2343832" y="53010"/>
                </a:lnTo>
                <a:lnTo>
                  <a:pt x="2343329" y="53501"/>
                </a:lnTo>
                <a:lnTo>
                  <a:pt x="2342837" y="54004"/>
                </a:lnTo>
                <a:lnTo>
                  <a:pt x="2342358" y="54520"/>
                </a:lnTo>
                <a:lnTo>
                  <a:pt x="2341891" y="55048"/>
                </a:lnTo>
                <a:lnTo>
                  <a:pt x="2341435" y="55588"/>
                </a:lnTo>
                <a:lnTo>
                  <a:pt x="2340991" y="56141"/>
                </a:lnTo>
                <a:lnTo>
                  <a:pt x="2340559" y="56706"/>
                </a:lnTo>
                <a:lnTo>
                  <a:pt x="2340138" y="57283"/>
                </a:lnTo>
                <a:lnTo>
                  <a:pt x="2339729" y="57873"/>
                </a:lnTo>
                <a:lnTo>
                  <a:pt x="2339333" y="58475"/>
                </a:lnTo>
                <a:lnTo>
                  <a:pt x="2338948" y="59089"/>
                </a:lnTo>
                <a:lnTo>
                  <a:pt x="2338574" y="59716"/>
                </a:lnTo>
                <a:lnTo>
                  <a:pt x="2338213" y="60355"/>
                </a:lnTo>
                <a:lnTo>
                  <a:pt x="2337865" y="61006"/>
                </a:lnTo>
                <a:lnTo>
                  <a:pt x="2337532" y="61667"/>
                </a:lnTo>
                <a:lnTo>
                  <a:pt x="2337213" y="62340"/>
                </a:lnTo>
                <a:lnTo>
                  <a:pt x="2336910" y="63023"/>
                </a:lnTo>
                <a:lnTo>
                  <a:pt x="2336621" y="63718"/>
                </a:lnTo>
                <a:lnTo>
                  <a:pt x="2336347" y="64423"/>
                </a:lnTo>
                <a:lnTo>
                  <a:pt x="2336088" y="65140"/>
                </a:lnTo>
                <a:lnTo>
                  <a:pt x="2335843" y="65867"/>
                </a:lnTo>
                <a:lnTo>
                  <a:pt x="2335614" y="66606"/>
                </a:lnTo>
                <a:lnTo>
                  <a:pt x="2335399" y="67355"/>
                </a:lnTo>
                <a:lnTo>
                  <a:pt x="2335199" y="68115"/>
                </a:lnTo>
                <a:lnTo>
                  <a:pt x="2335014" y="68887"/>
                </a:lnTo>
                <a:lnTo>
                  <a:pt x="2334844" y="69669"/>
                </a:lnTo>
                <a:lnTo>
                  <a:pt x="2334688" y="70462"/>
                </a:lnTo>
                <a:lnTo>
                  <a:pt x="2334548" y="71266"/>
                </a:lnTo>
                <a:lnTo>
                  <a:pt x="2334422" y="72082"/>
                </a:lnTo>
                <a:lnTo>
                  <a:pt x="2334311" y="72908"/>
                </a:lnTo>
                <a:lnTo>
                  <a:pt x="2334215" y="73745"/>
                </a:lnTo>
                <a:lnTo>
                  <a:pt x="2334133" y="74593"/>
                </a:lnTo>
                <a:lnTo>
                  <a:pt x="2334066" y="75452"/>
                </a:lnTo>
                <a:lnTo>
                  <a:pt x="2334015" y="76322"/>
                </a:lnTo>
                <a:lnTo>
                  <a:pt x="2333978" y="77203"/>
                </a:lnTo>
                <a:lnTo>
                  <a:pt x="2333955" y="78095"/>
                </a:lnTo>
                <a:lnTo>
                  <a:pt x="2333948" y="78998"/>
                </a:lnTo>
                <a:lnTo>
                  <a:pt x="2333948" y="99536"/>
                </a:lnTo>
                <a:lnTo>
                  <a:pt x="2333955" y="100427"/>
                </a:lnTo>
                <a:lnTo>
                  <a:pt x="2333978" y="101307"/>
                </a:lnTo>
                <a:lnTo>
                  <a:pt x="2334015" y="102177"/>
                </a:lnTo>
                <a:lnTo>
                  <a:pt x="2334066" y="103037"/>
                </a:lnTo>
                <a:lnTo>
                  <a:pt x="2334133" y="103886"/>
                </a:lnTo>
                <a:lnTo>
                  <a:pt x="2334215" y="104726"/>
                </a:lnTo>
                <a:lnTo>
                  <a:pt x="2334311" y="105555"/>
                </a:lnTo>
                <a:lnTo>
                  <a:pt x="2334422" y="106375"/>
                </a:lnTo>
                <a:lnTo>
                  <a:pt x="2334548" y="107184"/>
                </a:lnTo>
                <a:lnTo>
                  <a:pt x="2334688" y="107983"/>
                </a:lnTo>
                <a:lnTo>
                  <a:pt x="2334844" y="108772"/>
                </a:lnTo>
                <a:lnTo>
                  <a:pt x="2335014" y="109550"/>
                </a:lnTo>
                <a:lnTo>
                  <a:pt x="2335199" y="110319"/>
                </a:lnTo>
                <a:lnTo>
                  <a:pt x="2335399" y="111077"/>
                </a:lnTo>
                <a:lnTo>
                  <a:pt x="2335614" y="111825"/>
                </a:lnTo>
                <a:lnTo>
                  <a:pt x="2335843" y="112563"/>
                </a:lnTo>
                <a:lnTo>
                  <a:pt x="2336088" y="113291"/>
                </a:lnTo>
                <a:lnTo>
                  <a:pt x="2336347" y="114009"/>
                </a:lnTo>
                <a:lnTo>
                  <a:pt x="2336621" y="114716"/>
                </a:lnTo>
                <a:lnTo>
                  <a:pt x="2336910" y="115414"/>
                </a:lnTo>
                <a:lnTo>
                  <a:pt x="2337213" y="116101"/>
                </a:lnTo>
                <a:lnTo>
                  <a:pt x="2337532" y="116778"/>
                </a:lnTo>
                <a:lnTo>
                  <a:pt x="2337865" y="117445"/>
                </a:lnTo>
                <a:lnTo>
                  <a:pt x="2338213" y="118102"/>
                </a:lnTo>
                <a:lnTo>
                  <a:pt x="2338574" y="118747"/>
                </a:lnTo>
                <a:lnTo>
                  <a:pt x="2338948" y="119380"/>
                </a:lnTo>
                <a:lnTo>
                  <a:pt x="2339333" y="120000"/>
                </a:lnTo>
                <a:lnTo>
                  <a:pt x="2339729" y="120608"/>
                </a:lnTo>
                <a:lnTo>
                  <a:pt x="2340138" y="121203"/>
                </a:lnTo>
                <a:lnTo>
                  <a:pt x="2340559" y="121785"/>
                </a:lnTo>
                <a:lnTo>
                  <a:pt x="2340991" y="122355"/>
                </a:lnTo>
                <a:lnTo>
                  <a:pt x="2341435" y="122912"/>
                </a:lnTo>
                <a:lnTo>
                  <a:pt x="2341891" y="123457"/>
                </a:lnTo>
                <a:lnTo>
                  <a:pt x="2342358" y="123989"/>
                </a:lnTo>
                <a:lnTo>
                  <a:pt x="2342837" y="124508"/>
                </a:lnTo>
                <a:lnTo>
                  <a:pt x="2343329" y="125015"/>
                </a:lnTo>
                <a:lnTo>
                  <a:pt x="2343832" y="125509"/>
                </a:lnTo>
                <a:lnTo>
                  <a:pt x="2344346" y="125990"/>
                </a:lnTo>
                <a:lnTo>
                  <a:pt x="2344873" y="126459"/>
                </a:lnTo>
                <a:lnTo>
                  <a:pt x="2345411" y="126915"/>
                </a:lnTo>
                <a:lnTo>
                  <a:pt x="2345961" y="127359"/>
                </a:lnTo>
                <a:lnTo>
                  <a:pt x="2346523" y="127790"/>
                </a:lnTo>
                <a:lnTo>
                  <a:pt x="2347097" y="128208"/>
                </a:lnTo>
                <a:lnTo>
                  <a:pt x="2347682" y="128614"/>
                </a:lnTo>
                <a:lnTo>
                  <a:pt x="2348279" y="129007"/>
                </a:lnTo>
                <a:lnTo>
                  <a:pt x="2348888" y="129387"/>
                </a:lnTo>
                <a:lnTo>
                  <a:pt x="2349509" y="129755"/>
                </a:lnTo>
                <a:lnTo>
                  <a:pt x="2350142" y="130110"/>
                </a:lnTo>
                <a:lnTo>
                  <a:pt x="2350785" y="130452"/>
                </a:lnTo>
                <a:lnTo>
                  <a:pt x="2351437" y="130779"/>
                </a:lnTo>
                <a:lnTo>
                  <a:pt x="2352098" y="131091"/>
                </a:lnTo>
                <a:lnTo>
                  <a:pt x="2352769" y="131389"/>
                </a:lnTo>
                <a:lnTo>
                  <a:pt x="2353448" y="131673"/>
                </a:lnTo>
                <a:lnTo>
                  <a:pt x="2354137" y="131941"/>
                </a:lnTo>
                <a:lnTo>
                  <a:pt x="2354834" y="132196"/>
                </a:lnTo>
                <a:lnTo>
                  <a:pt x="2355541" y="132436"/>
                </a:lnTo>
                <a:lnTo>
                  <a:pt x="2356256" y="132661"/>
                </a:lnTo>
                <a:lnTo>
                  <a:pt x="2356981" y="132871"/>
                </a:lnTo>
                <a:lnTo>
                  <a:pt x="2357714" y="133068"/>
                </a:lnTo>
                <a:lnTo>
                  <a:pt x="2358457" y="133249"/>
                </a:lnTo>
                <a:lnTo>
                  <a:pt x="2359209" y="133416"/>
                </a:lnTo>
                <a:lnTo>
                  <a:pt x="2359970" y="133569"/>
                </a:lnTo>
                <a:lnTo>
                  <a:pt x="2360740" y="133707"/>
                </a:lnTo>
                <a:lnTo>
                  <a:pt x="2361519" y="133831"/>
                </a:lnTo>
                <a:lnTo>
                  <a:pt x="2362307" y="133940"/>
                </a:lnTo>
                <a:lnTo>
                  <a:pt x="2363104" y="134034"/>
                </a:lnTo>
                <a:lnTo>
                  <a:pt x="2363910" y="134114"/>
                </a:lnTo>
                <a:lnTo>
                  <a:pt x="2364725" y="134179"/>
                </a:lnTo>
                <a:lnTo>
                  <a:pt x="2365549" y="134230"/>
                </a:lnTo>
                <a:lnTo>
                  <a:pt x="2366382" y="134267"/>
                </a:lnTo>
                <a:lnTo>
                  <a:pt x="2367225" y="134288"/>
                </a:lnTo>
                <a:lnTo>
                  <a:pt x="2368076" y="134296"/>
                </a:lnTo>
                <a:lnTo>
                  <a:pt x="2369213" y="134285"/>
                </a:lnTo>
                <a:lnTo>
                  <a:pt x="2370335" y="134251"/>
                </a:lnTo>
                <a:lnTo>
                  <a:pt x="2371440" y="134196"/>
                </a:lnTo>
                <a:lnTo>
                  <a:pt x="2372530" y="134118"/>
                </a:lnTo>
                <a:lnTo>
                  <a:pt x="2373604" y="134018"/>
                </a:lnTo>
                <a:lnTo>
                  <a:pt x="2374662" y="133896"/>
                </a:lnTo>
                <a:close/>
                <a:moveTo>
                  <a:pt x="2347888" y="75738"/>
                </a:moveTo>
                <a:lnTo>
                  <a:pt x="2347934" y="74923"/>
                </a:lnTo>
                <a:lnTo>
                  <a:pt x="2347998" y="74124"/>
                </a:lnTo>
                <a:lnTo>
                  <a:pt x="2348081" y="73341"/>
                </a:lnTo>
                <a:lnTo>
                  <a:pt x="2348182" y="72574"/>
                </a:lnTo>
                <a:lnTo>
                  <a:pt x="2348301" y="71824"/>
                </a:lnTo>
                <a:lnTo>
                  <a:pt x="2348439" y="71089"/>
                </a:lnTo>
                <a:lnTo>
                  <a:pt x="2348595" y="70371"/>
                </a:lnTo>
                <a:lnTo>
                  <a:pt x="2348770" y="69669"/>
                </a:lnTo>
                <a:lnTo>
                  <a:pt x="2348963" y="68984"/>
                </a:lnTo>
                <a:lnTo>
                  <a:pt x="2349174" y="68314"/>
                </a:lnTo>
                <a:lnTo>
                  <a:pt x="2349404" y="67661"/>
                </a:lnTo>
                <a:lnTo>
                  <a:pt x="2349652" y="67023"/>
                </a:lnTo>
                <a:lnTo>
                  <a:pt x="2349918" y="66402"/>
                </a:lnTo>
                <a:lnTo>
                  <a:pt x="2350203" y="65798"/>
                </a:lnTo>
                <a:lnTo>
                  <a:pt x="2350506" y="65209"/>
                </a:lnTo>
                <a:lnTo>
                  <a:pt x="2350828" y="64636"/>
                </a:lnTo>
                <a:lnTo>
                  <a:pt x="2351168" y="64080"/>
                </a:lnTo>
                <a:lnTo>
                  <a:pt x="2351526" y="63540"/>
                </a:lnTo>
                <a:lnTo>
                  <a:pt x="2351903" y="63016"/>
                </a:lnTo>
                <a:lnTo>
                  <a:pt x="2352298" y="62508"/>
                </a:lnTo>
                <a:lnTo>
                  <a:pt x="2352711" y="62017"/>
                </a:lnTo>
                <a:lnTo>
                  <a:pt x="2353143" y="61541"/>
                </a:lnTo>
                <a:lnTo>
                  <a:pt x="2353592" y="61084"/>
                </a:lnTo>
                <a:lnTo>
                  <a:pt x="2354056" y="60645"/>
                </a:lnTo>
                <a:lnTo>
                  <a:pt x="2354535" y="60227"/>
                </a:lnTo>
                <a:lnTo>
                  <a:pt x="2355029" y="59827"/>
                </a:lnTo>
                <a:lnTo>
                  <a:pt x="2355538" y="59447"/>
                </a:lnTo>
                <a:lnTo>
                  <a:pt x="2356062" y="59087"/>
                </a:lnTo>
                <a:lnTo>
                  <a:pt x="2356601" y="58746"/>
                </a:lnTo>
                <a:lnTo>
                  <a:pt x="2357155" y="58425"/>
                </a:lnTo>
                <a:lnTo>
                  <a:pt x="2357725" y="58123"/>
                </a:lnTo>
                <a:lnTo>
                  <a:pt x="2358309" y="57840"/>
                </a:lnTo>
                <a:lnTo>
                  <a:pt x="2358909" y="57577"/>
                </a:lnTo>
                <a:lnTo>
                  <a:pt x="2359523" y="57334"/>
                </a:lnTo>
                <a:lnTo>
                  <a:pt x="2360153" y="57110"/>
                </a:lnTo>
                <a:lnTo>
                  <a:pt x="2360798" y="56905"/>
                </a:lnTo>
                <a:lnTo>
                  <a:pt x="2361458" y="56720"/>
                </a:lnTo>
                <a:lnTo>
                  <a:pt x="2362133" y="56555"/>
                </a:lnTo>
                <a:lnTo>
                  <a:pt x="2362823" y="56409"/>
                </a:lnTo>
                <a:lnTo>
                  <a:pt x="2363528" y="56282"/>
                </a:lnTo>
                <a:lnTo>
                  <a:pt x="2364248" y="56175"/>
                </a:lnTo>
                <a:lnTo>
                  <a:pt x="2364984" y="56087"/>
                </a:lnTo>
                <a:lnTo>
                  <a:pt x="2365734" y="56019"/>
                </a:lnTo>
                <a:lnTo>
                  <a:pt x="2366500" y="55970"/>
                </a:lnTo>
                <a:lnTo>
                  <a:pt x="2367280" y="55941"/>
                </a:lnTo>
                <a:lnTo>
                  <a:pt x="2368076" y="55931"/>
                </a:lnTo>
                <a:lnTo>
                  <a:pt x="2368871" y="55941"/>
                </a:lnTo>
                <a:lnTo>
                  <a:pt x="2369652" y="55970"/>
                </a:lnTo>
                <a:lnTo>
                  <a:pt x="2370417" y="56019"/>
                </a:lnTo>
                <a:lnTo>
                  <a:pt x="2371167" y="56087"/>
                </a:lnTo>
                <a:lnTo>
                  <a:pt x="2371902" y="56175"/>
                </a:lnTo>
                <a:lnTo>
                  <a:pt x="2372622" y="56282"/>
                </a:lnTo>
                <a:lnTo>
                  <a:pt x="2373327" y="56409"/>
                </a:lnTo>
                <a:lnTo>
                  <a:pt x="2374017" y="56555"/>
                </a:lnTo>
                <a:lnTo>
                  <a:pt x="2374692" y="56720"/>
                </a:lnTo>
                <a:lnTo>
                  <a:pt x="2375352" y="56905"/>
                </a:lnTo>
                <a:lnTo>
                  <a:pt x="2375996" y="57110"/>
                </a:lnTo>
                <a:lnTo>
                  <a:pt x="2376626" y="57334"/>
                </a:lnTo>
                <a:lnTo>
                  <a:pt x="2377240" y="57577"/>
                </a:lnTo>
                <a:lnTo>
                  <a:pt x="2377840" y="57840"/>
                </a:lnTo>
                <a:lnTo>
                  <a:pt x="2378424" y="58123"/>
                </a:lnTo>
                <a:lnTo>
                  <a:pt x="2378993" y="58425"/>
                </a:lnTo>
                <a:lnTo>
                  <a:pt x="2379547" y="58746"/>
                </a:lnTo>
                <a:lnTo>
                  <a:pt x="2380086" y="59087"/>
                </a:lnTo>
                <a:lnTo>
                  <a:pt x="2380610" y="59447"/>
                </a:lnTo>
                <a:lnTo>
                  <a:pt x="2381119" y="59827"/>
                </a:lnTo>
                <a:lnTo>
                  <a:pt x="2381613" y="60227"/>
                </a:lnTo>
                <a:lnTo>
                  <a:pt x="2382092" y="60645"/>
                </a:lnTo>
                <a:lnTo>
                  <a:pt x="2382555" y="61084"/>
                </a:lnTo>
                <a:lnTo>
                  <a:pt x="2383004" y="61541"/>
                </a:lnTo>
                <a:lnTo>
                  <a:pt x="2383436" y="62017"/>
                </a:lnTo>
                <a:lnTo>
                  <a:pt x="2383849" y="62508"/>
                </a:lnTo>
                <a:lnTo>
                  <a:pt x="2384245" y="63016"/>
                </a:lnTo>
                <a:lnTo>
                  <a:pt x="2384621" y="63540"/>
                </a:lnTo>
                <a:lnTo>
                  <a:pt x="2384980" y="64080"/>
                </a:lnTo>
                <a:lnTo>
                  <a:pt x="2385320" y="64636"/>
                </a:lnTo>
                <a:lnTo>
                  <a:pt x="2385642" y="65209"/>
                </a:lnTo>
                <a:lnTo>
                  <a:pt x="2385945" y="65798"/>
                </a:lnTo>
                <a:lnTo>
                  <a:pt x="2386230" y="66402"/>
                </a:lnTo>
                <a:lnTo>
                  <a:pt x="2386496" y="67023"/>
                </a:lnTo>
                <a:lnTo>
                  <a:pt x="2386745" y="67661"/>
                </a:lnTo>
                <a:lnTo>
                  <a:pt x="2386974" y="68314"/>
                </a:lnTo>
                <a:lnTo>
                  <a:pt x="2387186" y="68984"/>
                </a:lnTo>
                <a:lnTo>
                  <a:pt x="2387379" y="69669"/>
                </a:lnTo>
                <a:lnTo>
                  <a:pt x="2387553" y="70371"/>
                </a:lnTo>
                <a:lnTo>
                  <a:pt x="2387710" y="71089"/>
                </a:lnTo>
                <a:lnTo>
                  <a:pt x="2387848" y="71824"/>
                </a:lnTo>
                <a:lnTo>
                  <a:pt x="2387967" y="72574"/>
                </a:lnTo>
                <a:lnTo>
                  <a:pt x="2388068" y="73341"/>
                </a:lnTo>
                <a:lnTo>
                  <a:pt x="2388151" y="74124"/>
                </a:lnTo>
                <a:lnTo>
                  <a:pt x="2388215" y="74923"/>
                </a:lnTo>
                <a:lnTo>
                  <a:pt x="2388261" y="75738"/>
                </a:lnTo>
                <a:lnTo>
                  <a:pt x="2388289" y="76569"/>
                </a:lnTo>
                <a:lnTo>
                  <a:pt x="2388298" y="77417"/>
                </a:lnTo>
                <a:lnTo>
                  <a:pt x="2388298" y="81841"/>
                </a:lnTo>
                <a:lnTo>
                  <a:pt x="2347851" y="81841"/>
                </a:lnTo>
                <a:lnTo>
                  <a:pt x="2347851" y="77417"/>
                </a:lnTo>
                <a:lnTo>
                  <a:pt x="2347861" y="76569"/>
                </a:lnTo>
                <a:lnTo>
                  <a:pt x="2347888" y="75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conn:Connection,">
            <a:extLst xmlns:a="http://schemas.openxmlformats.org/drawingml/2006/main">
              <a:ext uri="{FF2B5EF4-FFF2-40B4-BE49-F238E27FC236}">
                <a16:creationId xmlns:a16="http://schemas.microsoft.com/office/drawing/2014/main" id="{8734581D-F9C9-4963-BC49-CA5270D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70" y="2893979"/>
            <a:ext cx="1537625" cy="148042"/>
          </a:xfrm>
          <a:custGeom xmlns:a="http://schemas.openxmlformats.org/drawingml/2006/main">
            <a:pathLst>
              <a:path w="1537625" h="148042">
                <a:moveTo>
                  <a:pt x="408124" y="57579"/>
                </a:moveTo>
                <a:lnTo>
                  <a:pt x="408615" y="57530"/>
                </a:lnTo>
                <a:lnTo>
                  <a:pt x="409094" y="57470"/>
                </a:lnTo>
                <a:lnTo>
                  <a:pt x="409563" y="57399"/>
                </a:lnTo>
                <a:lnTo>
                  <a:pt x="410020" y="57316"/>
                </a:lnTo>
                <a:lnTo>
                  <a:pt x="410467" y="57223"/>
                </a:lnTo>
                <a:lnTo>
                  <a:pt x="410902" y="57119"/>
                </a:lnTo>
                <a:lnTo>
                  <a:pt x="411327" y="57004"/>
                </a:lnTo>
                <a:lnTo>
                  <a:pt x="411741" y="56878"/>
                </a:lnTo>
                <a:lnTo>
                  <a:pt x="412143" y="56741"/>
                </a:lnTo>
                <a:lnTo>
                  <a:pt x="412535" y="56593"/>
                </a:lnTo>
                <a:lnTo>
                  <a:pt x="412916" y="56434"/>
                </a:lnTo>
                <a:lnTo>
                  <a:pt x="413285" y="56264"/>
                </a:lnTo>
                <a:lnTo>
                  <a:pt x="413644" y="56083"/>
                </a:lnTo>
                <a:lnTo>
                  <a:pt x="413992" y="55891"/>
                </a:lnTo>
                <a:lnTo>
                  <a:pt x="414329" y="55688"/>
                </a:lnTo>
                <a:lnTo>
                  <a:pt x="414655" y="55474"/>
                </a:lnTo>
                <a:lnTo>
                  <a:pt x="414969" y="55249"/>
                </a:lnTo>
                <a:lnTo>
                  <a:pt x="415273" y="55013"/>
                </a:lnTo>
                <a:lnTo>
                  <a:pt x="415566" y="54767"/>
                </a:lnTo>
                <a:lnTo>
                  <a:pt x="415848" y="54509"/>
                </a:lnTo>
                <a:lnTo>
                  <a:pt x="416119" y="54242"/>
                </a:lnTo>
                <a:lnTo>
                  <a:pt x="416378" y="53967"/>
                </a:lnTo>
                <a:lnTo>
                  <a:pt x="416626" y="53684"/>
                </a:lnTo>
                <a:lnTo>
                  <a:pt x="416862" y="53394"/>
                </a:lnTo>
                <a:lnTo>
                  <a:pt x="417086" y="53096"/>
                </a:lnTo>
                <a:lnTo>
                  <a:pt x="417299" y="52791"/>
                </a:lnTo>
                <a:lnTo>
                  <a:pt x="417501" y="52477"/>
                </a:lnTo>
                <a:lnTo>
                  <a:pt x="417691" y="52156"/>
                </a:lnTo>
                <a:lnTo>
                  <a:pt x="417870" y="51828"/>
                </a:lnTo>
                <a:lnTo>
                  <a:pt x="418037" y="51491"/>
                </a:lnTo>
                <a:lnTo>
                  <a:pt x="418192" y="51147"/>
                </a:lnTo>
                <a:lnTo>
                  <a:pt x="418336" y="50796"/>
                </a:lnTo>
                <a:lnTo>
                  <a:pt x="418469" y="50436"/>
                </a:lnTo>
                <a:lnTo>
                  <a:pt x="418589" y="50069"/>
                </a:lnTo>
                <a:lnTo>
                  <a:pt x="418699" y="49695"/>
                </a:lnTo>
                <a:lnTo>
                  <a:pt x="418797" y="49312"/>
                </a:lnTo>
                <a:lnTo>
                  <a:pt x="418883" y="48922"/>
                </a:lnTo>
                <a:lnTo>
                  <a:pt x="418958" y="48525"/>
                </a:lnTo>
                <a:lnTo>
                  <a:pt x="419021" y="48119"/>
                </a:lnTo>
                <a:lnTo>
                  <a:pt x="419073" y="47706"/>
                </a:lnTo>
                <a:lnTo>
                  <a:pt x="419114" y="47285"/>
                </a:lnTo>
                <a:lnTo>
                  <a:pt x="419142" y="46857"/>
                </a:lnTo>
                <a:lnTo>
                  <a:pt x="419160" y="46421"/>
                </a:lnTo>
                <a:lnTo>
                  <a:pt x="419165" y="45977"/>
                </a:lnTo>
                <a:lnTo>
                  <a:pt x="419160" y="45533"/>
                </a:lnTo>
                <a:lnTo>
                  <a:pt x="419142" y="45097"/>
                </a:lnTo>
                <a:lnTo>
                  <a:pt x="419114" y="44668"/>
                </a:lnTo>
                <a:lnTo>
                  <a:pt x="419073" y="44247"/>
                </a:lnTo>
                <a:lnTo>
                  <a:pt x="419021" y="43834"/>
                </a:lnTo>
                <a:lnTo>
                  <a:pt x="418958" y="43429"/>
                </a:lnTo>
                <a:lnTo>
                  <a:pt x="418883" y="43031"/>
                </a:lnTo>
                <a:lnTo>
                  <a:pt x="418797" y="42641"/>
                </a:lnTo>
                <a:lnTo>
                  <a:pt x="418699" y="42258"/>
                </a:lnTo>
                <a:lnTo>
                  <a:pt x="418589" y="41884"/>
                </a:lnTo>
                <a:lnTo>
                  <a:pt x="418469" y="41517"/>
                </a:lnTo>
                <a:lnTo>
                  <a:pt x="418336" y="41157"/>
                </a:lnTo>
                <a:lnTo>
                  <a:pt x="418192" y="40806"/>
                </a:lnTo>
                <a:lnTo>
                  <a:pt x="418037" y="40462"/>
                </a:lnTo>
                <a:lnTo>
                  <a:pt x="417870" y="40125"/>
                </a:lnTo>
                <a:lnTo>
                  <a:pt x="417691" y="39797"/>
                </a:lnTo>
                <a:lnTo>
                  <a:pt x="417501" y="39476"/>
                </a:lnTo>
                <a:lnTo>
                  <a:pt x="417299" y="39163"/>
                </a:lnTo>
                <a:lnTo>
                  <a:pt x="417086" y="38857"/>
                </a:lnTo>
                <a:lnTo>
                  <a:pt x="416862" y="38559"/>
                </a:lnTo>
                <a:lnTo>
                  <a:pt x="416626" y="38269"/>
                </a:lnTo>
                <a:lnTo>
                  <a:pt x="416378" y="37987"/>
                </a:lnTo>
                <a:lnTo>
                  <a:pt x="416119" y="37712"/>
                </a:lnTo>
                <a:lnTo>
                  <a:pt x="415848" y="37445"/>
                </a:lnTo>
                <a:lnTo>
                  <a:pt x="415566" y="37187"/>
                </a:lnTo>
                <a:lnTo>
                  <a:pt x="415273" y="36940"/>
                </a:lnTo>
                <a:lnTo>
                  <a:pt x="414969" y="36704"/>
                </a:lnTo>
                <a:lnTo>
                  <a:pt x="414655" y="36479"/>
                </a:lnTo>
                <a:lnTo>
                  <a:pt x="414329" y="36265"/>
                </a:lnTo>
                <a:lnTo>
                  <a:pt x="413992" y="36062"/>
                </a:lnTo>
                <a:lnTo>
                  <a:pt x="413644" y="35870"/>
                </a:lnTo>
                <a:lnTo>
                  <a:pt x="413285" y="35689"/>
                </a:lnTo>
                <a:lnTo>
                  <a:pt x="412916" y="35519"/>
                </a:lnTo>
                <a:lnTo>
                  <a:pt x="412535" y="35360"/>
                </a:lnTo>
                <a:lnTo>
                  <a:pt x="412143" y="35212"/>
                </a:lnTo>
                <a:lnTo>
                  <a:pt x="411741" y="35075"/>
                </a:lnTo>
                <a:lnTo>
                  <a:pt x="411327" y="34948"/>
                </a:lnTo>
                <a:lnTo>
                  <a:pt x="410902" y="34833"/>
                </a:lnTo>
                <a:lnTo>
                  <a:pt x="410467" y="34729"/>
                </a:lnTo>
                <a:lnTo>
                  <a:pt x="410020" y="34636"/>
                </a:lnTo>
                <a:lnTo>
                  <a:pt x="409563" y="34553"/>
                </a:lnTo>
                <a:lnTo>
                  <a:pt x="409094" y="34482"/>
                </a:lnTo>
                <a:lnTo>
                  <a:pt x="408615" y="34422"/>
                </a:lnTo>
                <a:lnTo>
                  <a:pt x="408124" y="34372"/>
                </a:lnTo>
                <a:lnTo>
                  <a:pt x="407623" y="34334"/>
                </a:lnTo>
                <a:lnTo>
                  <a:pt x="407111" y="34306"/>
                </a:lnTo>
                <a:lnTo>
                  <a:pt x="406587" y="34290"/>
                </a:lnTo>
                <a:lnTo>
                  <a:pt x="406053" y="34284"/>
                </a:lnTo>
                <a:lnTo>
                  <a:pt x="405519" y="34290"/>
                </a:lnTo>
                <a:lnTo>
                  <a:pt x="404995" y="34306"/>
                </a:lnTo>
                <a:lnTo>
                  <a:pt x="404483" y="34334"/>
                </a:lnTo>
                <a:lnTo>
                  <a:pt x="403981" y="34372"/>
                </a:lnTo>
                <a:lnTo>
                  <a:pt x="403491" y="34422"/>
                </a:lnTo>
                <a:lnTo>
                  <a:pt x="403011" y="34482"/>
                </a:lnTo>
                <a:lnTo>
                  <a:pt x="402543" y="34553"/>
                </a:lnTo>
                <a:lnTo>
                  <a:pt x="402085" y="34636"/>
                </a:lnTo>
                <a:lnTo>
                  <a:pt x="401639" y="34729"/>
                </a:lnTo>
                <a:lnTo>
                  <a:pt x="401203" y="34833"/>
                </a:lnTo>
                <a:lnTo>
                  <a:pt x="400778" y="34948"/>
                </a:lnTo>
                <a:lnTo>
                  <a:pt x="400364" y="35075"/>
                </a:lnTo>
                <a:lnTo>
                  <a:pt x="399962" y="35212"/>
                </a:lnTo>
                <a:lnTo>
                  <a:pt x="399570" y="35360"/>
                </a:lnTo>
                <a:lnTo>
                  <a:pt x="399189" y="35519"/>
                </a:lnTo>
                <a:lnTo>
                  <a:pt x="398819" y="35689"/>
                </a:lnTo>
                <a:lnTo>
                  <a:pt x="398460" y="35870"/>
                </a:lnTo>
                <a:lnTo>
                  <a:pt x="398112" y="36062"/>
                </a:lnTo>
                <a:lnTo>
                  <a:pt x="397776" y="36265"/>
                </a:lnTo>
                <a:lnTo>
                  <a:pt x="397450" y="36479"/>
                </a:lnTo>
                <a:lnTo>
                  <a:pt x="397135" y="36704"/>
                </a:lnTo>
                <a:lnTo>
                  <a:pt x="396830" y="36940"/>
                </a:lnTo>
                <a:lnTo>
                  <a:pt x="396537" y="37187"/>
                </a:lnTo>
                <a:lnTo>
                  <a:pt x="396255" y="37445"/>
                </a:lnTo>
                <a:lnTo>
                  <a:pt x="395985" y="37712"/>
                </a:lnTo>
                <a:lnTo>
                  <a:pt x="395725" y="37987"/>
                </a:lnTo>
                <a:lnTo>
                  <a:pt x="395478" y="38269"/>
                </a:lnTo>
                <a:lnTo>
                  <a:pt x="395242" y="38559"/>
                </a:lnTo>
                <a:lnTo>
                  <a:pt x="395017" y="38857"/>
                </a:lnTo>
                <a:lnTo>
                  <a:pt x="394804" y="39163"/>
                </a:lnTo>
                <a:lnTo>
                  <a:pt x="394602" y="39476"/>
                </a:lnTo>
                <a:lnTo>
                  <a:pt x="394412" y="39797"/>
                </a:lnTo>
                <a:lnTo>
                  <a:pt x="394234" y="40125"/>
                </a:lnTo>
                <a:lnTo>
                  <a:pt x="394067" y="40462"/>
                </a:lnTo>
                <a:lnTo>
                  <a:pt x="393911" y="40806"/>
                </a:lnTo>
                <a:lnTo>
                  <a:pt x="393767" y="41157"/>
                </a:lnTo>
                <a:lnTo>
                  <a:pt x="393635" y="41517"/>
                </a:lnTo>
                <a:lnTo>
                  <a:pt x="393514" y="41884"/>
                </a:lnTo>
                <a:lnTo>
                  <a:pt x="393404" y="42258"/>
                </a:lnTo>
                <a:lnTo>
                  <a:pt x="393307" y="42641"/>
                </a:lnTo>
                <a:lnTo>
                  <a:pt x="393220" y="43031"/>
                </a:lnTo>
                <a:lnTo>
                  <a:pt x="393145" y="43429"/>
                </a:lnTo>
                <a:lnTo>
                  <a:pt x="393082" y="43834"/>
                </a:lnTo>
                <a:lnTo>
                  <a:pt x="393030" y="44247"/>
                </a:lnTo>
                <a:lnTo>
                  <a:pt x="392990" y="44668"/>
                </a:lnTo>
                <a:lnTo>
                  <a:pt x="392961" y="45097"/>
                </a:lnTo>
                <a:lnTo>
                  <a:pt x="392944" y="45533"/>
                </a:lnTo>
                <a:lnTo>
                  <a:pt x="392938" y="45977"/>
                </a:lnTo>
                <a:lnTo>
                  <a:pt x="392944" y="46421"/>
                </a:lnTo>
                <a:lnTo>
                  <a:pt x="392961" y="46857"/>
                </a:lnTo>
                <a:lnTo>
                  <a:pt x="392990" y="47285"/>
                </a:lnTo>
                <a:lnTo>
                  <a:pt x="393030" y="47706"/>
                </a:lnTo>
                <a:lnTo>
                  <a:pt x="393082" y="48119"/>
                </a:lnTo>
                <a:lnTo>
                  <a:pt x="393145" y="48525"/>
                </a:lnTo>
                <a:lnTo>
                  <a:pt x="393220" y="48922"/>
                </a:lnTo>
                <a:lnTo>
                  <a:pt x="393307" y="49312"/>
                </a:lnTo>
                <a:lnTo>
                  <a:pt x="393404" y="49695"/>
                </a:lnTo>
                <a:lnTo>
                  <a:pt x="393514" y="50069"/>
                </a:lnTo>
                <a:lnTo>
                  <a:pt x="393635" y="50436"/>
                </a:lnTo>
                <a:lnTo>
                  <a:pt x="393767" y="50796"/>
                </a:lnTo>
                <a:lnTo>
                  <a:pt x="393911" y="51147"/>
                </a:lnTo>
                <a:lnTo>
                  <a:pt x="394067" y="51491"/>
                </a:lnTo>
                <a:lnTo>
                  <a:pt x="394234" y="51828"/>
                </a:lnTo>
                <a:lnTo>
                  <a:pt x="394412" y="52156"/>
                </a:lnTo>
                <a:lnTo>
                  <a:pt x="394602" y="52477"/>
                </a:lnTo>
                <a:lnTo>
                  <a:pt x="394804" y="52791"/>
                </a:lnTo>
                <a:lnTo>
                  <a:pt x="395017" y="53096"/>
                </a:lnTo>
                <a:lnTo>
                  <a:pt x="395242" y="53394"/>
                </a:lnTo>
                <a:lnTo>
                  <a:pt x="395478" y="53684"/>
                </a:lnTo>
                <a:lnTo>
                  <a:pt x="395725" y="53967"/>
                </a:lnTo>
                <a:lnTo>
                  <a:pt x="395985" y="54242"/>
                </a:lnTo>
                <a:lnTo>
                  <a:pt x="396255" y="54509"/>
                </a:lnTo>
                <a:lnTo>
                  <a:pt x="396537" y="54767"/>
                </a:lnTo>
                <a:lnTo>
                  <a:pt x="396830" y="55013"/>
                </a:lnTo>
                <a:lnTo>
                  <a:pt x="397135" y="55249"/>
                </a:lnTo>
                <a:lnTo>
                  <a:pt x="397450" y="55474"/>
                </a:lnTo>
                <a:lnTo>
                  <a:pt x="397776" y="55688"/>
                </a:lnTo>
                <a:lnTo>
                  <a:pt x="398112" y="55891"/>
                </a:lnTo>
                <a:lnTo>
                  <a:pt x="398460" y="56083"/>
                </a:lnTo>
                <a:lnTo>
                  <a:pt x="398819" y="56264"/>
                </a:lnTo>
                <a:lnTo>
                  <a:pt x="399189" y="56434"/>
                </a:lnTo>
                <a:lnTo>
                  <a:pt x="399570" y="56593"/>
                </a:lnTo>
                <a:lnTo>
                  <a:pt x="399962" y="56741"/>
                </a:lnTo>
                <a:lnTo>
                  <a:pt x="400364" y="56878"/>
                </a:lnTo>
                <a:lnTo>
                  <a:pt x="400778" y="57004"/>
                </a:lnTo>
                <a:lnTo>
                  <a:pt x="401203" y="57119"/>
                </a:lnTo>
                <a:lnTo>
                  <a:pt x="401639" y="57223"/>
                </a:lnTo>
                <a:lnTo>
                  <a:pt x="402085" y="57316"/>
                </a:lnTo>
                <a:lnTo>
                  <a:pt x="402543" y="57399"/>
                </a:lnTo>
                <a:lnTo>
                  <a:pt x="403011" y="57470"/>
                </a:lnTo>
                <a:lnTo>
                  <a:pt x="403491" y="57530"/>
                </a:lnTo>
                <a:lnTo>
                  <a:pt x="403981" y="57579"/>
                </a:lnTo>
                <a:lnTo>
                  <a:pt x="404483" y="57618"/>
                </a:lnTo>
                <a:lnTo>
                  <a:pt x="404995" y="57645"/>
                </a:lnTo>
                <a:lnTo>
                  <a:pt x="405519" y="57662"/>
                </a:lnTo>
                <a:lnTo>
                  <a:pt x="406053" y="57667"/>
                </a:lnTo>
                <a:lnTo>
                  <a:pt x="406587" y="57662"/>
                </a:lnTo>
                <a:lnTo>
                  <a:pt x="407111" y="57645"/>
                </a:lnTo>
                <a:lnTo>
                  <a:pt x="407623" y="57618"/>
                </a:lnTo>
                <a:lnTo>
                  <a:pt x="408124" y="57579"/>
                </a:lnTo>
                <a:close/>
                <a:moveTo>
                  <a:pt x="597815" y="124166"/>
                </a:moveTo>
                <a:lnTo>
                  <a:pt x="598630" y="124089"/>
                </a:lnTo>
                <a:lnTo>
                  <a:pt x="599435" y="123999"/>
                </a:lnTo>
                <a:lnTo>
                  <a:pt x="600230" y="123894"/>
                </a:lnTo>
                <a:lnTo>
                  <a:pt x="601015" y="123775"/>
                </a:lnTo>
                <a:lnTo>
                  <a:pt x="601790" y="123642"/>
                </a:lnTo>
                <a:lnTo>
                  <a:pt x="602555" y="123495"/>
                </a:lnTo>
                <a:lnTo>
                  <a:pt x="603311" y="123334"/>
                </a:lnTo>
                <a:lnTo>
                  <a:pt x="604056" y="123159"/>
                </a:lnTo>
                <a:lnTo>
                  <a:pt x="604792" y="122970"/>
                </a:lnTo>
                <a:lnTo>
                  <a:pt x="605518" y="122768"/>
                </a:lnTo>
                <a:lnTo>
                  <a:pt x="606233" y="122551"/>
                </a:lnTo>
                <a:lnTo>
                  <a:pt x="606940" y="122320"/>
                </a:lnTo>
                <a:lnTo>
                  <a:pt x="607636" y="122075"/>
                </a:lnTo>
                <a:lnTo>
                  <a:pt x="608322" y="121816"/>
                </a:lnTo>
                <a:lnTo>
                  <a:pt x="608999" y="121544"/>
                </a:lnTo>
                <a:lnTo>
                  <a:pt x="609665" y="121257"/>
                </a:lnTo>
                <a:lnTo>
                  <a:pt x="610322" y="120956"/>
                </a:lnTo>
                <a:lnTo>
                  <a:pt x="610969" y="120641"/>
                </a:lnTo>
                <a:lnTo>
                  <a:pt x="611606" y="120313"/>
                </a:lnTo>
                <a:lnTo>
                  <a:pt x="612232" y="119971"/>
                </a:lnTo>
                <a:lnTo>
                  <a:pt x="612846" y="119617"/>
                </a:lnTo>
                <a:lnTo>
                  <a:pt x="613447" y="119251"/>
                </a:lnTo>
                <a:lnTo>
                  <a:pt x="614037" y="118873"/>
                </a:lnTo>
                <a:lnTo>
                  <a:pt x="614615" y="118483"/>
                </a:lnTo>
                <a:lnTo>
                  <a:pt x="615181" y="118081"/>
                </a:lnTo>
                <a:lnTo>
                  <a:pt x="615734" y="117667"/>
                </a:lnTo>
                <a:lnTo>
                  <a:pt x="616276" y="117241"/>
                </a:lnTo>
                <a:lnTo>
                  <a:pt x="616805" y="116803"/>
                </a:lnTo>
                <a:lnTo>
                  <a:pt x="617322" y="116352"/>
                </a:lnTo>
                <a:lnTo>
                  <a:pt x="617828" y="115890"/>
                </a:lnTo>
                <a:lnTo>
                  <a:pt x="618321" y="115415"/>
                </a:lnTo>
                <a:lnTo>
                  <a:pt x="618802" y="114929"/>
                </a:lnTo>
                <a:lnTo>
                  <a:pt x="619271" y="114430"/>
                </a:lnTo>
                <a:lnTo>
                  <a:pt x="619728" y="113919"/>
                </a:lnTo>
                <a:lnTo>
                  <a:pt x="620173" y="113396"/>
                </a:lnTo>
                <a:lnTo>
                  <a:pt x="620606" y="112861"/>
                </a:lnTo>
                <a:lnTo>
                  <a:pt x="621027" y="112315"/>
                </a:lnTo>
                <a:lnTo>
                  <a:pt x="621436" y="111755"/>
                </a:lnTo>
                <a:lnTo>
                  <a:pt x="621832" y="111184"/>
                </a:lnTo>
                <a:lnTo>
                  <a:pt x="622217" y="110601"/>
                </a:lnTo>
                <a:lnTo>
                  <a:pt x="622589" y="110006"/>
                </a:lnTo>
                <a:lnTo>
                  <a:pt x="622950" y="109399"/>
                </a:lnTo>
                <a:lnTo>
                  <a:pt x="623298" y="108779"/>
                </a:lnTo>
                <a:lnTo>
                  <a:pt x="623633" y="108149"/>
                </a:lnTo>
                <a:lnTo>
                  <a:pt x="623954" y="107510"/>
                </a:lnTo>
                <a:lnTo>
                  <a:pt x="624261" y="106862"/>
                </a:lnTo>
                <a:lnTo>
                  <a:pt x="624553" y="106205"/>
                </a:lnTo>
                <a:lnTo>
                  <a:pt x="624832" y="105539"/>
                </a:lnTo>
                <a:lnTo>
                  <a:pt x="625095" y="104864"/>
                </a:lnTo>
                <a:lnTo>
                  <a:pt x="625345" y="104180"/>
                </a:lnTo>
                <a:lnTo>
                  <a:pt x="625580" y="103486"/>
                </a:lnTo>
                <a:lnTo>
                  <a:pt x="625802" y="102784"/>
                </a:lnTo>
                <a:lnTo>
                  <a:pt x="626008" y="102073"/>
                </a:lnTo>
                <a:lnTo>
                  <a:pt x="626201" y="101352"/>
                </a:lnTo>
                <a:lnTo>
                  <a:pt x="626379" y="100623"/>
                </a:lnTo>
                <a:lnTo>
                  <a:pt x="626543" y="99884"/>
                </a:lnTo>
                <a:lnTo>
                  <a:pt x="626693" y="99137"/>
                </a:lnTo>
                <a:lnTo>
                  <a:pt x="626829" y="98380"/>
                </a:lnTo>
                <a:lnTo>
                  <a:pt x="626950" y="97614"/>
                </a:lnTo>
                <a:lnTo>
                  <a:pt x="627057" y="96840"/>
                </a:lnTo>
                <a:lnTo>
                  <a:pt x="627150" y="96056"/>
                </a:lnTo>
                <a:lnTo>
                  <a:pt x="627228" y="95263"/>
                </a:lnTo>
                <a:lnTo>
                  <a:pt x="627292" y="94461"/>
                </a:lnTo>
                <a:lnTo>
                  <a:pt x="627342" y="93650"/>
                </a:lnTo>
                <a:lnTo>
                  <a:pt x="627378" y="92830"/>
                </a:lnTo>
                <a:lnTo>
                  <a:pt x="627399" y="92001"/>
                </a:lnTo>
                <a:lnTo>
                  <a:pt x="627406" y="91163"/>
                </a:lnTo>
                <a:lnTo>
                  <a:pt x="613187" y="91163"/>
                </a:lnTo>
                <a:lnTo>
                  <a:pt x="613178" y="91972"/>
                </a:lnTo>
                <a:lnTo>
                  <a:pt x="613151" y="92765"/>
                </a:lnTo>
                <a:lnTo>
                  <a:pt x="613107" y="93542"/>
                </a:lnTo>
                <a:lnTo>
                  <a:pt x="613045" y="94303"/>
                </a:lnTo>
                <a:lnTo>
                  <a:pt x="612964" y="95049"/>
                </a:lnTo>
                <a:lnTo>
                  <a:pt x="612866" y="95780"/>
                </a:lnTo>
                <a:lnTo>
                  <a:pt x="612750" y="96494"/>
                </a:lnTo>
                <a:lnTo>
                  <a:pt x="612617" y="97193"/>
                </a:lnTo>
                <a:lnTo>
                  <a:pt x="612465" y="97877"/>
                </a:lnTo>
                <a:lnTo>
                  <a:pt x="612296" y="98545"/>
                </a:lnTo>
                <a:lnTo>
                  <a:pt x="612108" y="99197"/>
                </a:lnTo>
                <a:lnTo>
                  <a:pt x="611903" y="99833"/>
                </a:lnTo>
                <a:lnTo>
                  <a:pt x="611680" y="100454"/>
                </a:lnTo>
                <a:lnTo>
                  <a:pt x="611440" y="101060"/>
                </a:lnTo>
                <a:lnTo>
                  <a:pt x="611181" y="101649"/>
                </a:lnTo>
                <a:lnTo>
                  <a:pt x="610905" y="102223"/>
                </a:lnTo>
                <a:lnTo>
                  <a:pt x="610611" y="102782"/>
                </a:lnTo>
                <a:lnTo>
                  <a:pt x="610299" y="103324"/>
                </a:lnTo>
                <a:lnTo>
                  <a:pt x="609969" y="103852"/>
                </a:lnTo>
                <a:lnTo>
                  <a:pt x="609621" y="104363"/>
                </a:lnTo>
                <a:lnTo>
                  <a:pt x="609256" y="104859"/>
                </a:lnTo>
                <a:lnTo>
                  <a:pt x="608872" y="105339"/>
                </a:lnTo>
                <a:lnTo>
                  <a:pt x="608471" y="105804"/>
                </a:lnTo>
                <a:lnTo>
                  <a:pt x="608052" y="106253"/>
                </a:lnTo>
                <a:lnTo>
                  <a:pt x="607617" y="106685"/>
                </a:lnTo>
                <a:lnTo>
                  <a:pt x="607167" y="107098"/>
                </a:lnTo>
                <a:lnTo>
                  <a:pt x="606703" y="107493"/>
                </a:lnTo>
                <a:lnTo>
                  <a:pt x="606224" y="107870"/>
                </a:lnTo>
                <a:lnTo>
                  <a:pt x="605731" y="108228"/>
                </a:lnTo>
                <a:lnTo>
                  <a:pt x="605223" y="108568"/>
                </a:lnTo>
                <a:lnTo>
                  <a:pt x="604700" y="108889"/>
                </a:lnTo>
                <a:lnTo>
                  <a:pt x="604163" y="109193"/>
                </a:lnTo>
                <a:lnTo>
                  <a:pt x="603612" y="109477"/>
                </a:lnTo>
                <a:lnTo>
                  <a:pt x="603046" y="109744"/>
                </a:lnTo>
                <a:lnTo>
                  <a:pt x="602465" y="109992"/>
                </a:lnTo>
                <a:lnTo>
                  <a:pt x="601870" y="110222"/>
                </a:lnTo>
                <a:lnTo>
                  <a:pt x="601260" y="110433"/>
                </a:lnTo>
                <a:lnTo>
                  <a:pt x="600636" y="110626"/>
                </a:lnTo>
                <a:lnTo>
                  <a:pt x="599997" y="110800"/>
                </a:lnTo>
                <a:lnTo>
                  <a:pt x="599344" y="110957"/>
                </a:lnTo>
                <a:lnTo>
                  <a:pt x="598676" y="111094"/>
                </a:lnTo>
                <a:lnTo>
                  <a:pt x="597994" y="111214"/>
                </a:lnTo>
                <a:lnTo>
                  <a:pt x="597297" y="111315"/>
                </a:lnTo>
                <a:lnTo>
                  <a:pt x="596586" y="111398"/>
                </a:lnTo>
                <a:lnTo>
                  <a:pt x="595860" y="111462"/>
                </a:lnTo>
                <a:lnTo>
                  <a:pt x="595119" y="111508"/>
                </a:lnTo>
                <a:lnTo>
                  <a:pt x="594364" y="111535"/>
                </a:lnTo>
                <a:lnTo>
                  <a:pt x="593594" y="111545"/>
                </a:lnTo>
                <a:lnTo>
                  <a:pt x="592824" y="111535"/>
                </a:lnTo>
                <a:lnTo>
                  <a:pt x="592068" y="111508"/>
                </a:lnTo>
                <a:lnTo>
                  <a:pt x="591327" y="111462"/>
                </a:lnTo>
                <a:lnTo>
                  <a:pt x="590599" y="111398"/>
                </a:lnTo>
                <a:lnTo>
                  <a:pt x="589885" y="111315"/>
                </a:lnTo>
                <a:lnTo>
                  <a:pt x="589185" y="111214"/>
                </a:lnTo>
                <a:lnTo>
                  <a:pt x="588499" y="111094"/>
                </a:lnTo>
                <a:lnTo>
                  <a:pt x="587827" y="110957"/>
                </a:lnTo>
                <a:lnTo>
                  <a:pt x="587169" y="110800"/>
                </a:lnTo>
                <a:lnTo>
                  <a:pt x="586525" y="110626"/>
                </a:lnTo>
                <a:lnTo>
                  <a:pt x="585895" y="110433"/>
                </a:lnTo>
                <a:lnTo>
                  <a:pt x="585279" y="110222"/>
                </a:lnTo>
                <a:lnTo>
                  <a:pt x="584677" y="109992"/>
                </a:lnTo>
                <a:lnTo>
                  <a:pt x="584089" y="109744"/>
                </a:lnTo>
                <a:lnTo>
                  <a:pt x="583515" y="109477"/>
                </a:lnTo>
                <a:lnTo>
                  <a:pt x="582956" y="109193"/>
                </a:lnTo>
                <a:lnTo>
                  <a:pt x="582410" y="108889"/>
                </a:lnTo>
                <a:lnTo>
                  <a:pt x="581878" y="108568"/>
                </a:lnTo>
                <a:lnTo>
                  <a:pt x="581360" y="108228"/>
                </a:lnTo>
                <a:lnTo>
                  <a:pt x="580856" y="107870"/>
                </a:lnTo>
                <a:lnTo>
                  <a:pt x="580366" y="107493"/>
                </a:lnTo>
                <a:lnTo>
                  <a:pt x="579890" y="107098"/>
                </a:lnTo>
                <a:lnTo>
                  <a:pt x="579428" y="106685"/>
                </a:lnTo>
                <a:lnTo>
                  <a:pt x="578980" y="106253"/>
                </a:lnTo>
                <a:lnTo>
                  <a:pt x="578548" y="105804"/>
                </a:lnTo>
                <a:lnTo>
                  <a:pt x="578135" y="105339"/>
                </a:lnTo>
                <a:lnTo>
                  <a:pt x="577740" y="104859"/>
                </a:lnTo>
                <a:lnTo>
                  <a:pt x="577363" y="104363"/>
                </a:lnTo>
                <a:lnTo>
                  <a:pt x="577005" y="103852"/>
                </a:lnTo>
                <a:lnTo>
                  <a:pt x="576665" y="103324"/>
                </a:lnTo>
                <a:lnTo>
                  <a:pt x="576343" y="102782"/>
                </a:lnTo>
                <a:lnTo>
                  <a:pt x="576040" y="102223"/>
                </a:lnTo>
                <a:lnTo>
                  <a:pt x="575755" y="101649"/>
                </a:lnTo>
                <a:lnTo>
                  <a:pt x="575489" y="101060"/>
                </a:lnTo>
                <a:lnTo>
                  <a:pt x="575241" y="100454"/>
                </a:lnTo>
                <a:lnTo>
                  <a:pt x="575011" y="99833"/>
                </a:lnTo>
                <a:lnTo>
                  <a:pt x="574800" y="99197"/>
                </a:lnTo>
                <a:lnTo>
                  <a:pt x="574607" y="98545"/>
                </a:lnTo>
                <a:lnTo>
                  <a:pt x="574432" y="97877"/>
                </a:lnTo>
                <a:lnTo>
                  <a:pt x="574276" y="97193"/>
                </a:lnTo>
                <a:lnTo>
                  <a:pt x="574138" y="96494"/>
                </a:lnTo>
                <a:lnTo>
                  <a:pt x="574019" y="95780"/>
                </a:lnTo>
                <a:lnTo>
                  <a:pt x="573918" y="95049"/>
                </a:lnTo>
                <a:lnTo>
                  <a:pt x="573835" y="94303"/>
                </a:lnTo>
                <a:lnTo>
                  <a:pt x="573771" y="93542"/>
                </a:lnTo>
                <a:lnTo>
                  <a:pt x="573725" y="92765"/>
                </a:lnTo>
                <a:lnTo>
                  <a:pt x="573697" y="91972"/>
                </a:lnTo>
                <a:lnTo>
                  <a:pt x="573688" y="91163"/>
                </a:lnTo>
                <a:lnTo>
                  <a:pt x="573688" y="39024"/>
                </a:lnTo>
                <a:lnTo>
                  <a:pt x="573697" y="38216"/>
                </a:lnTo>
                <a:lnTo>
                  <a:pt x="573725" y="37423"/>
                </a:lnTo>
                <a:lnTo>
                  <a:pt x="573771" y="36646"/>
                </a:lnTo>
                <a:lnTo>
                  <a:pt x="573835" y="35884"/>
                </a:lnTo>
                <a:lnTo>
                  <a:pt x="573918" y="35138"/>
                </a:lnTo>
                <a:lnTo>
                  <a:pt x="574019" y="34408"/>
                </a:lnTo>
                <a:lnTo>
                  <a:pt x="574138" y="33693"/>
                </a:lnTo>
                <a:lnTo>
                  <a:pt x="574276" y="32994"/>
                </a:lnTo>
                <a:lnTo>
                  <a:pt x="574432" y="32311"/>
                </a:lnTo>
                <a:lnTo>
                  <a:pt x="574607" y="31643"/>
                </a:lnTo>
                <a:lnTo>
                  <a:pt x="574800" y="30991"/>
                </a:lnTo>
                <a:lnTo>
                  <a:pt x="575011" y="30355"/>
                </a:lnTo>
                <a:lnTo>
                  <a:pt x="575241" y="29734"/>
                </a:lnTo>
                <a:lnTo>
                  <a:pt x="575489" y="29129"/>
                </a:lnTo>
                <a:lnTo>
                  <a:pt x="575755" y="28539"/>
                </a:lnTo>
                <a:lnTo>
                  <a:pt x="576040" y="27965"/>
                </a:lnTo>
                <a:lnTo>
                  <a:pt x="576343" y="27407"/>
                </a:lnTo>
                <a:lnTo>
                  <a:pt x="576665" y="26865"/>
                </a:lnTo>
                <a:lnTo>
                  <a:pt x="577005" y="26338"/>
                </a:lnTo>
                <a:lnTo>
                  <a:pt x="577363" y="25826"/>
                </a:lnTo>
                <a:lnTo>
                  <a:pt x="577740" y="25331"/>
                </a:lnTo>
                <a:lnTo>
                  <a:pt x="578135" y="24850"/>
                </a:lnTo>
                <a:lnTo>
                  <a:pt x="578548" y="24386"/>
                </a:lnTo>
                <a:lnTo>
                  <a:pt x="578980" y="23937"/>
                </a:lnTo>
                <a:lnTo>
                  <a:pt x="579428" y="23505"/>
                </a:lnTo>
                <a:lnTo>
                  <a:pt x="579890" y="23092"/>
                </a:lnTo>
                <a:lnTo>
                  <a:pt x="580366" y="22696"/>
                </a:lnTo>
                <a:lnTo>
                  <a:pt x="580856" y="22320"/>
                </a:lnTo>
                <a:lnTo>
                  <a:pt x="581360" y="21961"/>
                </a:lnTo>
                <a:lnTo>
                  <a:pt x="581878" y="21621"/>
                </a:lnTo>
                <a:lnTo>
                  <a:pt x="582410" y="21299"/>
                </a:lnTo>
                <a:lnTo>
                  <a:pt x="582956" y="20996"/>
                </a:lnTo>
                <a:lnTo>
                  <a:pt x="583515" y="20711"/>
                </a:lnTo>
                <a:lnTo>
                  <a:pt x="584089" y="20444"/>
                </a:lnTo>
                <a:lnTo>
                  <a:pt x="584677" y="20196"/>
                </a:lnTo>
                <a:lnTo>
                  <a:pt x="585279" y="19967"/>
                </a:lnTo>
                <a:lnTo>
                  <a:pt x="585895" y="19755"/>
                </a:lnTo>
                <a:lnTo>
                  <a:pt x="586525" y="19562"/>
                </a:lnTo>
                <a:lnTo>
                  <a:pt x="587169" y="19387"/>
                </a:lnTo>
                <a:lnTo>
                  <a:pt x="587827" y="19231"/>
                </a:lnTo>
                <a:lnTo>
                  <a:pt x="588499" y="19093"/>
                </a:lnTo>
                <a:lnTo>
                  <a:pt x="589185" y="18974"/>
                </a:lnTo>
                <a:lnTo>
                  <a:pt x="589885" y="18873"/>
                </a:lnTo>
                <a:lnTo>
                  <a:pt x="590599" y="18790"/>
                </a:lnTo>
                <a:lnTo>
                  <a:pt x="591327" y="18726"/>
                </a:lnTo>
                <a:lnTo>
                  <a:pt x="592068" y="18680"/>
                </a:lnTo>
                <a:lnTo>
                  <a:pt x="592824" y="18652"/>
                </a:lnTo>
                <a:lnTo>
                  <a:pt x="593594" y="18643"/>
                </a:lnTo>
                <a:lnTo>
                  <a:pt x="594364" y="18652"/>
                </a:lnTo>
                <a:lnTo>
                  <a:pt x="595119" y="18680"/>
                </a:lnTo>
                <a:lnTo>
                  <a:pt x="595860" y="18726"/>
                </a:lnTo>
                <a:lnTo>
                  <a:pt x="596586" y="18790"/>
                </a:lnTo>
                <a:lnTo>
                  <a:pt x="597297" y="18873"/>
                </a:lnTo>
                <a:lnTo>
                  <a:pt x="597994" y="18974"/>
                </a:lnTo>
                <a:lnTo>
                  <a:pt x="598676" y="19093"/>
                </a:lnTo>
                <a:lnTo>
                  <a:pt x="599344" y="19231"/>
                </a:lnTo>
                <a:lnTo>
                  <a:pt x="599997" y="19387"/>
                </a:lnTo>
                <a:lnTo>
                  <a:pt x="600636" y="19562"/>
                </a:lnTo>
                <a:lnTo>
                  <a:pt x="601260" y="19755"/>
                </a:lnTo>
                <a:lnTo>
                  <a:pt x="601870" y="19967"/>
                </a:lnTo>
                <a:lnTo>
                  <a:pt x="602465" y="20196"/>
                </a:lnTo>
                <a:lnTo>
                  <a:pt x="603046" y="20444"/>
                </a:lnTo>
                <a:lnTo>
                  <a:pt x="603612" y="20711"/>
                </a:lnTo>
                <a:lnTo>
                  <a:pt x="604163" y="20996"/>
                </a:lnTo>
                <a:lnTo>
                  <a:pt x="604700" y="21299"/>
                </a:lnTo>
                <a:lnTo>
                  <a:pt x="605223" y="21621"/>
                </a:lnTo>
                <a:lnTo>
                  <a:pt x="605731" y="21961"/>
                </a:lnTo>
                <a:lnTo>
                  <a:pt x="606224" y="22320"/>
                </a:lnTo>
                <a:lnTo>
                  <a:pt x="606703" y="22696"/>
                </a:lnTo>
                <a:lnTo>
                  <a:pt x="607167" y="23092"/>
                </a:lnTo>
                <a:lnTo>
                  <a:pt x="607617" y="23505"/>
                </a:lnTo>
                <a:lnTo>
                  <a:pt x="608052" y="23937"/>
                </a:lnTo>
                <a:lnTo>
                  <a:pt x="608471" y="24386"/>
                </a:lnTo>
                <a:lnTo>
                  <a:pt x="608872" y="24850"/>
                </a:lnTo>
                <a:lnTo>
                  <a:pt x="609256" y="25331"/>
                </a:lnTo>
                <a:lnTo>
                  <a:pt x="609621" y="25826"/>
                </a:lnTo>
                <a:lnTo>
                  <a:pt x="609969" y="26338"/>
                </a:lnTo>
                <a:lnTo>
                  <a:pt x="610299" y="26865"/>
                </a:lnTo>
                <a:lnTo>
                  <a:pt x="610611" y="27407"/>
                </a:lnTo>
                <a:lnTo>
                  <a:pt x="610905" y="27965"/>
                </a:lnTo>
                <a:lnTo>
                  <a:pt x="611181" y="28539"/>
                </a:lnTo>
                <a:lnTo>
                  <a:pt x="611440" y="29129"/>
                </a:lnTo>
                <a:lnTo>
                  <a:pt x="611680" y="29734"/>
                </a:lnTo>
                <a:lnTo>
                  <a:pt x="611903" y="30355"/>
                </a:lnTo>
                <a:lnTo>
                  <a:pt x="612108" y="30991"/>
                </a:lnTo>
                <a:lnTo>
                  <a:pt x="612296" y="31643"/>
                </a:lnTo>
                <a:lnTo>
                  <a:pt x="612465" y="32311"/>
                </a:lnTo>
                <a:lnTo>
                  <a:pt x="612617" y="32994"/>
                </a:lnTo>
                <a:lnTo>
                  <a:pt x="612750" y="33693"/>
                </a:lnTo>
                <a:lnTo>
                  <a:pt x="612866" y="34408"/>
                </a:lnTo>
                <a:lnTo>
                  <a:pt x="612964" y="35138"/>
                </a:lnTo>
                <a:lnTo>
                  <a:pt x="613045" y="35884"/>
                </a:lnTo>
                <a:lnTo>
                  <a:pt x="613107" y="36646"/>
                </a:lnTo>
                <a:lnTo>
                  <a:pt x="613151" y="37423"/>
                </a:lnTo>
                <a:lnTo>
                  <a:pt x="613178" y="38216"/>
                </a:lnTo>
                <a:lnTo>
                  <a:pt x="613187" y="39024"/>
                </a:lnTo>
                <a:lnTo>
                  <a:pt x="627406" y="39024"/>
                </a:lnTo>
                <a:lnTo>
                  <a:pt x="627399" y="38173"/>
                </a:lnTo>
                <a:lnTo>
                  <a:pt x="627378" y="37332"/>
                </a:lnTo>
                <a:lnTo>
                  <a:pt x="627342" y="36501"/>
                </a:lnTo>
                <a:lnTo>
                  <a:pt x="627292" y="35680"/>
                </a:lnTo>
                <a:lnTo>
                  <a:pt x="627228" y="34868"/>
                </a:lnTo>
                <a:lnTo>
                  <a:pt x="627150" y="34067"/>
                </a:lnTo>
                <a:lnTo>
                  <a:pt x="627057" y="33275"/>
                </a:lnTo>
                <a:lnTo>
                  <a:pt x="626950" y="32494"/>
                </a:lnTo>
                <a:lnTo>
                  <a:pt x="626829" y="31722"/>
                </a:lnTo>
                <a:lnTo>
                  <a:pt x="626693" y="30960"/>
                </a:lnTo>
                <a:lnTo>
                  <a:pt x="626543" y="30207"/>
                </a:lnTo>
                <a:lnTo>
                  <a:pt x="626379" y="29465"/>
                </a:lnTo>
                <a:lnTo>
                  <a:pt x="626201" y="28733"/>
                </a:lnTo>
                <a:lnTo>
                  <a:pt x="626008" y="28010"/>
                </a:lnTo>
                <a:lnTo>
                  <a:pt x="625802" y="27298"/>
                </a:lnTo>
                <a:lnTo>
                  <a:pt x="625580" y="26595"/>
                </a:lnTo>
                <a:lnTo>
                  <a:pt x="625345" y="25902"/>
                </a:lnTo>
                <a:lnTo>
                  <a:pt x="625095" y="25219"/>
                </a:lnTo>
                <a:lnTo>
                  <a:pt x="624832" y="24546"/>
                </a:lnTo>
                <a:lnTo>
                  <a:pt x="624553" y="23883"/>
                </a:lnTo>
                <a:lnTo>
                  <a:pt x="624261" y="23229"/>
                </a:lnTo>
                <a:lnTo>
                  <a:pt x="623954" y="22586"/>
                </a:lnTo>
                <a:lnTo>
                  <a:pt x="623633" y="21952"/>
                </a:lnTo>
                <a:lnTo>
                  <a:pt x="623298" y="21329"/>
                </a:lnTo>
                <a:lnTo>
                  <a:pt x="622950" y="20716"/>
                </a:lnTo>
                <a:lnTo>
                  <a:pt x="622589" y="20115"/>
                </a:lnTo>
                <a:lnTo>
                  <a:pt x="622217" y="19525"/>
                </a:lnTo>
                <a:lnTo>
                  <a:pt x="621832" y="18948"/>
                </a:lnTo>
                <a:lnTo>
                  <a:pt x="621436" y="18382"/>
                </a:lnTo>
                <a:lnTo>
                  <a:pt x="621027" y="17828"/>
                </a:lnTo>
                <a:lnTo>
                  <a:pt x="620606" y="17286"/>
                </a:lnTo>
                <a:lnTo>
                  <a:pt x="620173" y="16756"/>
                </a:lnTo>
                <a:lnTo>
                  <a:pt x="619728" y="16237"/>
                </a:lnTo>
                <a:lnTo>
                  <a:pt x="619271" y="15731"/>
                </a:lnTo>
                <a:lnTo>
                  <a:pt x="618802" y="15236"/>
                </a:lnTo>
                <a:lnTo>
                  <a:pt x="618321" y="14753"/>
                </a:lnTo>
                <a:lnTo>
                  <a:pt x="617828" y="14281"/>
                </a:lnTo>
                <a:lnTo>
                  <a:pt x="617322" y="13822"/>
                </a:lnTo>
                <a:lnTo>
                  <a:pt x="616805" y="13374"/>
                </a:lnTo>
                <a:lnTo>
                  <a:pt x="616276" y="12938"/>
                </a:lnTo>
                <a:lnTo>
                  <a:pt x="615734" y="12514"/>
                </a:lnTo>
                <a:lnTo>
                  <a:pt x="615181" y="12101"/>
                </a:lnTo>
                <a:lnTo>
                  <a:pt x="614615" y="11701"/>
                </a:lnTo>
                <a:lnTo>
                  <a:pt x="614037" y="11312"/>
                </a:lnTo>
                <a:lnTo>
                  <a:pt x="613447" y="10935"/>
                </a:lnTo>
                <a:lnTo>
                  <a:pt x="612846" y="10570"/>
                </a:lnTo>
                <a:lnTo>
                  <a:pt x="612232" y="10216"/>
                </a:lnTo>
                <a:lnTo>
                  <a:pt x="611606" y="9875"/>
                </a:lnTo>
                <a:lnTo>
                  <a:pt x="610969" y="9546"/>
                </a:lnTo>
                <a:lnTo>
                  <a:pt x="610322" y="9231"/>
                </a:lnTo>
                <a:lnTo>
                  <a:pt x="609665" y="8930"/>
                </a:lnTo>
                <a:lnTo>
                  <a:pt x="608999" y="8643"/>
                </a:lnTo>
                <a:lnTo>
                  <a:pt x="608322" y="8370"/>
                </a:lnTo>
                <a:lnTo>
                  <a:pt x="607636" y="8111"/>
                </a:lnTo>
                <a:lnTo>
                  <a:pt x="606940" y="7866"/>
                </a:lnTo>
                <a:lnTo>
                  <a:pt x="606233" y="7635"/>
                </a:lnTo>
                <a:lnTo>
                  <a:pt x="605518" y="7418"/>
                </a:lnTo>
                <a:lnTo>
                  <a:pt x="604792" y="7215"/>
                </a:lnTo>
                <a:lnTo>
                  <a:pt x="604056" y="7027"/>
                </a:lnTo>
                <a:lnTo>
                  <a:pt x="603311" y="6852"/>
                </a:lnTo>
                <a:lnTo>
                  <a:pt x="602555" y="6691"/>
                </a:lnTo>
                <a:lnTo>
                  <a:pt x="601790" y="6544"/>
                </a:lnTo>
                <a:lnTo>
                  <a:pt x="601015" y="6411"/>
                </a:lnTo>
                <a:lnTo>
                  <a:pt x="600230" y="6292"/>
                </a:lnTo>
                <a:lnTo>
                  <a:pt x="599435" y="6187"/>
                </a:lnTo>
                <a:lnTo>
                  <a:pt x="598630" y="6096"/>
                </a:lnTo>
                <a:lnTo>
                  <a:pt x="597815" y="6019"/>
                </a:lnTo>
                <a:lnTo>
                  <a:pt x="596991" y="5956"/>
                </a:lnTo>
                <a:lnTo>
                  <a:pt x="596157" y="5907"/>
                </a:lnTo>
                <a:lnTo>
                  <a:pt x="595312" y="5872"/>
                </a:lnTo>
                <a:lnTo>
                  <a:pt x="594458" y="5851"/>
                </a:lnTo>
                <a:lnTo>
                  <a:pt x="593594" y="5844"/>
                </a:lnTo>
                <a:lnTo>
                  <a:pt x="592730" y="5851"/>
                </a:lnTo>
                <a:lnTo>
                  <a:pt x="591876" y="5871"/>
                </a:lnTo>
                <a:lnTo>
                  <a:pt x="591031" y="5906"/>
                </a:lnTo>
                <a:lnTo>
                  <a:pt x="590195" y="5954"/>
                </a:lnTo>
                <a:lnTo>
                  <a:pt x="589370" y="6015"/>
                </a:lnTo>
                <a:lnTo>
                  <a:pt x="588554" y="6091"/>
                </a:lnTo>
                <a:lnTo>
                  <a:pt x="587747" y="6180"/>
                </a:lnTo>
                <a:lnTo>
                  <a:pt x="586950" y="6283"/>
                </a:lnTo>
                <a:lnTo>
                  <a:pt x="586163" y="6400"/>
                </a:lnTo>
                <a:lnTo>
                  <a:pt x="585385" y="6530"/>
                </a:lnTo>
                <a:lnTo>
                  <a:pt x="584617" y="6674"/>
                </a:lnTo>
                <a:lnTo>
                  <a:pt x="583858" y="6832"/>
                </a:lnTo>
                <a:lnTo>
                  <a:pt x="583109" y="7003"/>
                </a:lnTo>
                <a:lnTo>
                  <a:pt x="582370" y="7188"/>
                </a:lnTo>
                <a:lnTo>
                  <a:pt x="581640" y="7387"/>
                </a:lnTo>
                <a:lnTo>
                  <a:pt x="580920" y="7600"/>
                </a:lnTo>
                <a:lnTo>
                  <a:pt x="580209" y="7826"/>
                </a:lnTo>
                <a:lnTo>
                  <a:pt x="579508" y="8067"/>
                </a:lnTo>
                <a:lnTo>
                  <a:pt x="578817" y="8320"/>
                </a:lnTo>
                <a:lnTo>
                  <a:pt x="578135" y="8588"/>
                </a:lnTo>
                <a:lnTo>
                  <a:pt x="577463" y="8869"/>
                </a:lnTo>
                <a:lnTo>
                  <a:pt x="576800" y="9164"/>
                </a:lnTo>
                <a:lnTo>
                  <a:pt x="576147" y="9473"/>
                </a:lnTo>
                <a:lnTo>
                  <a:pt x="575503" y="9795"/>
                </a:lnTo>
                <a:lnTo>
                  <a:pt x="574871" y="10130"/>
                </a:lnTo>
                <a:lnTo>
                  <a:pt x="574251" y="10478"/>
                </a:lnTo>
                <a:lnTo>
                  <a:pt x="573642" y="10837"/>
                </a:lnTo>
                <a:lnTo>
                  <a:pt x="573046" y="11208"/>
                </a:lnTo>
                <a:lnTo>
                  <a:pt x="572462" y="11592"/>
                </a:lnTo>
                <a:lnTo>
                  <a:pt x="571890" y="11987"/>
                </a:lnTo>
                <a:lnTo>
                  <a:pt x="571330" y="12395"/>
                </a:lnTo>
                <a:lnTo>
                  <a:pt x="570782" y="12814"/>
                </a:lnTo>
                <a:lnTo>
                  <a:pt x="570246" y="13246"/>
                </a:lnTo>
                <a:lnTo>
                  <a:pt x="569722" y="13690"/>
                </a:lnTo>
                <a:lnTo>
                  <a:pt x="569210" y="14146"/>
                </a:lnTo>
                <a:lnTo>
                  <a:pt x="568710" y="14614"/>
                </a:lnTo>
                <a:lnTo>
                  <a:pt x="568223" y="15094"/>
                </a:lnTo>
                <a:lnTo>
                  <a:pt x="567747" y="15586"/>
                </a:lnTo>
                <a:lnTo>
                  <a:pt x="567283" y="16090"/>
                </a:lnTo>
                <a:lnTo>
                  <a:pt x="566832" y="16607"/>
                </a:lnTo>
                <a:lnTo>
                  <a:pt x="566392" y="17135"/>
                </a:lnTo>
                <a:lnTo>
                  <a:pt x="565965" y="17675"/>
                </a:lnTo>
                <a:lnTo>
                  <a:pt x="565550" y="18228"/>
                </a:lnTo>
                <a:lnTo>
                  <a:pt x="565146" y="18793"/>
                </a:lnTo>
                <a:lnTo>
                  <a:pt x="564755" y="19369"/>
                </a:lnTo>
                <a:lnTo>
                  <a:pt x="564376" y="19958"/>
                </a:lnTo>
                <a:lnTo>
                  <a:pt x="564009" y="20559"/>
                </a:lnTo>
                <a:lnTo>
                  <a:pt x="563654" y="21172"/>
                </a:lnTo>
                <a:lnTo>
                  <a:pt x="563312" y="21796"/>
                </a:lnTo>
                <a:lnTo>
                  <a:pt x="562985" y="22430"/>
                </a:lnTo>
                <a:lnTo>
                  <a:pt x="562673" y="23075"/>
                </a:lnTo>
                <a:lnTo>
                  <a:pt x="562375" y="23730"/>
                </a:lnTo>
                <a:lnTo>
                  <a:pt x="562091" y="24396"/>
                </a:lnTo>
                <a:lnTo>
                  <a:pt x="561822" y="25072"/>
                </a:lnTo>
                <a:lnTo>
                  <a:pt x="561568" y="25759"/>
                </a:lnTo>
                <a:lnTo>
                  <a:pt x="561328" y="26456"/>
                </a:lnTo>
                <a:lnTo>
                  <a:pt x="561102" y="27163"/>
                </a:lnTo>
                <a:lnTo>
                  <a:pt x="560891" y="27881"/>
                </a:lnTo>
                <a:lnTo>
                  <a:pt x="560695" y="28609"/>
                </a:lnTo>
                <a:lnTo>
                  <a:pt x="560513" y="29348"/>
                </a:lnTo>
                <a:lnTo>
                  <a:pt x="560346" y="30097"/>
                </a:lnTo>
                <a:lnTo>
                  <a:pt x="560194" y="30856"/>
                </a:lnTo>
                <a:lnTo>
                  <a:pt x="560055" y="31626"/>
                </a:lnTo>
                <a:lnTo>
                  <a:pt x="559932" y="32406"/>
                </a:lnTo>
                <a:lnTo>
                  <a:pt x="559823" y="33197"/>
                </a:lnTo>
                <a:lnTo>
                  <a:pt x="559728" y="33998"/>
                </a:lnTo>
                <a:lnTo>
                  <a:pt x="559648" y="34810"/>
                </a:lnTo>
                <a:lnTo>
                  <a:pt x="559583" y="35632"/>
                </a:lnTo>
                <a:lnTo>
                  <a:pt x="559532" y="36464"/>
                </a:lnTo>
                <a:lnTo>
                  <a:pt x="559496" y="37307"/>
                </a:lnTo>
                <a:lnTo>
                  <a:pt x="559474" y="38161"/>
                </a:lnTo>
                <a:lnTo>
                  <a:pt x="559466" y="39024"/>
                </a:lnTo>
                <a:lnTo>
                  <a:pt x="559466" y="91163"/>
                </a:lnTo>
                <a:lnTo>
                  <a:pt x="559474" y="92014"/>
                </a:lnTo>
                <a:lnTo>
                  <a:pt x="559496" y="92856"/>
                </a:lnTo>
                <a:lnTo>
                  <a:pt x="559532" y="93688"/>
                </a:lnTo>
                <a:lnTo>
                  <a:pt x="559583" y="94510"/>
                </a:lnTo>
                <a:lnTo>
                  <a:pt x="559648" y="95323"/>
                </a:lnTo>
                <a:lnTo>
                  <a:pt x="559728" y="96126"/>
                </a:lnTo>
                <a:lnTo>
                  <a:pt x="559823" y="96919"/>
                </a:lnTo>
                <a:lnTo>
                  <a:pt x="559932" y="97703"/>
                </a:lnTo>
                <a:lnTo>
                  <a:pt x="560055" y="98477"/>
                </a:lnTo>
                <a:lnTo>
                  <a:pt x="560194" y="99242"/>
                </a:lnTo>
                <a:lnTo>
                  <a:pt x="560346" y="99997"/>
                </a:lnTo>
                <a:lnTo>
                  <a:pt x="560513" y="100742"/>
                </a:lnTo>
                <a:lnTo>
                  <a:pt x="560695" y="101478"/>
                </a:lnTo>
                <a:lnTo>
                  <a:pt x="560891" y="102204"/>
                </a:lnTo>
                <a:lnTo>
                  <a:pt x="561102" y="102921"/>
                </a:lnTo>
                <a:lnTo>
                  <a:pt x="561328" y="103628"/>
                </a:lnTo>
                <a:lnTo>
                  <a:pt x="561568" y="104325"/>
                </a:lnTo>
                <a:lnTo>
                  <a:pt x="561822" y="105013"/>
                </a:lnTo>
                <a:lnTo>
                  <a:pt x="562091" y="105691"/>
                </a:lnTo>
                <a:lnTo>
                  <a:pt x="562375" y="106360"/>
                </a:lnTo>
                <a:lnTo>
                  <a:pt x="562673" y="107019"/>
                </a:lnTo>
                <a:lnTo>
                  <a:pt x="562985" y="107668"/>
                </a:lnTo>
                <a:lnTo>
                  <a:pt x="563312" y="108308"/>
                </a:lnTo>
                <a:lnTo>
                  <a:pt x="563654" y="108938"/>
                </a:lnTo>
                <a:lnTo>
                  <a:pt x="564009" y="109558"/>
                </a:lnTo>
                <a:lnTo>
                  <a:pt x="564376" y="110165"/>
                </a:lnTo>
                <a:lnTo>
                  <a:pt x="564755" y="110759"/>
                </a:lnTo>
                <a:lnTo>
                  <a:pt x="565146" y="111341"/>
                </a:lnTo>
                <a:lnTo>
                  <a:pt x="565550" y="111911"/>
                </a:lnTo>
                <a:lnTo>
                  <a:pt x="565965" y="112469"/>
                </a:lnTo>
                <a:lnTo>
                  <a:pt x="566392" y="113014"/>
                </a:lnTo>
                <a:lnTo>
                  <a:pt x="566832" y="113547"/>
                </a:lnTo>
                <a:lnTo>
                  <a:pt x="567283" y="114067"/>
                </a:lnTo>
                <a:lnTo>
                  <a:pt x="567747" y="114575"/>
                </a:lnTo>
                <a:lnTo>
                  <a:pt x="568223" y="115071"/>
                </a:lnTo>
                <a:lnTo>
                  <a:pt x="568710" y="115554"/>
                </a:lnTo>
                <a:lnTo>
                  <a:pt x="569210" y="116025"/>
                </a:lnTo>
                <a:lnTo>
                  <a:pt x="569722" y="116484"/>
                </a:lnTo>
                <a:lnTo>
                  <a:pt x="570246" y="116931"/>
                </a:lnTo>
                <a:lnTo>
                  <a:pt x="570782" y="117365"/>
                </a:lnTo>
                <a:lnTo>
                  <a:pt x="571330" y="117786"/>
                </a:lnTo>
                <a:lnTo>
                  <a:pt x="571890" y="118196"/>
                </a:lnTo>
                <a:lnTo>
                  <a:pt x="572462" y="118593"/>
                </a:lnTo>
                <a:lnTo>
                  <a:pt x="573046" y="118977"/>
                </a:lnTo>
                <a:lnTo>
                  <a:pt x="573642" y="119350"/>
                </a:lnTo>
                <a:lnTo>
                  <a:pt x="574251" y="119709"/>
                </a:lnTo>
                <a:lnTo>
                  <a:pt x="574871" y="120057"/>
                </a:lnTo>
                <a:lnTo>
                  <a:pt x="575503" y="120392"/>
                </a:lnTo>
                <a:lnTo>
                  <a:pt x="576147" y="120715"/>
                </a:lnTo>
                <a:lnTo>
                  <a:pt x="576800" y="121023"/>
                </a:lnTo>
                <a:lnTo>
                  <a:pt x="577463" y="121318"/>
                </a:lnTo>
                <a:lnTo>
                  <a:pt x="578135" y="121599"/>
                </a:lnTo>
                <a:lnTo>
                  <a:pt x="578817" y="121866"/>
                </a:lnTo>
                <a:lnTo>
                  <a:pt x="579508" y="122120"/>
                </a:lnTo>
                <a:lnTo>
                  <a:pt x="580209" y="122360"/>
                </a:lnTo>
                <a:lnTo>
                  <a:pt x="580920" y="122586"/>
                </a:lnTo>
                <a:lnTo>
                  <a:pt x="581640" y="122799"/>
                </a:lnTo>
                <a:lnTo>
                  <a:pt x="582370" y="122998"/>
                </a:lnTo>
                <a:lnTo>
                  <a:pt x="583109" y="123183"/>
                </a:lnTo>
                <a:lnTo>
                  <a:pt x="583858" y="123354"/>
                </a:lnTo>
                <a:lnTo>
                  <a:pt x="584617" y="123512"/>
                </a:lnTo>
                <a:lnTo>
                  <a:pt x="585385" y="123656"/>
                </a:lnTo>
                <a:lnTo>
                  <a:pt x="586163" y="123786"/>
                </a:lnTo>
                <a:lnTo>
                  <a:pt x="586950" y="123903"/>
                </a:lnTo>
                <a:lnTo>
                  <a:pt x="587747" y="124005"/>
                </a:lnTo>
                <a:lnTo>
                  <a:pt x="588554" y="124094"/>
                </a:lnTo>
                <a:lnTo>
                  <a:pt x="589370" y="124170"/>
                </a:lnTo>
                <a:lnTo>
                  <a:pt x="590195" y="124232"/>
                </a:lnTo>
                <a:lnTo>
                  <a:pt x="591031" y="124280"/>
                </a:lnTo>
                <a:lnTo>
                  <a:pt x="591876" y="124314"/>
                </a:lnTo>
                <a:lnTo>
                  <a:pt x="592730" y="124334"/>
                </a:lnTo>
                <a:lnTo>
                  <a:pt x="593594" y="124341"/>
                </a:lnTo>
                <a:lnTo>
                  <a:pt x="594458" y="124334"/>
                </a:lnTo>
                <a:lnTo>
                  <a:pt x="595312" y="124313"/>
                </a:lnTo>
                <a:lnTo>
                  <a:pt x="596157" y="124278"/>
                </a:lnTo>
                <a:lnTo>
                  <a:pt x="596991" y="124229"/>
                </a:lnTo>
                <a:lnTo>
                  <a:pt x="597815" y="124166"/>
                </a:lnTo>
                <a:close/>
                <a:moveTo>
                  <a:pt x="201605" y="122762"/>
                </a:moveTo>
                <a:lnTo>
                  <a:pt x="201605" y="67462"/>
                </a:lnTo>
                <a:lnTo>
                  <a:pt x="201614" y="66628"/>
                </a:lnTo>
                <a:lnTo>
                  <a:pt x="201641" y="65809"/>
                </a:lnTo>
                <a:lnTo>
                  <a:pt x="201686" y="65006"/>
                </a:lnTo>
                <a:lnTo>
                  <a:pt x="201748" y="64219"/>
                </a:lnTo>
                <a:lnTo>
                  <a:pt x="201828" y="63448"/>
                </a:lnTo>
                <a:lnTo>
                  <a:pt x="201926" y="62693"/>
                </a:lnTo>
                <a:lnTo>
                  <a:pt x="202042" y="61954"/>
                </a:lnTo>
                <a:lnTo>
                  <a:pt x="202176" y="61231"/>
                </a:lnTo>
                <a:lnTo>
                  <a:pt x="202327" y="60524"/>
                </a:lnTo>
                <a:lnTo>
                  <a:pt x="202497" y="59832"/>
                </a:lnTo>
                <a:lnTo>
                  <a:pt x="202684" y="59157"/>
                </a:lnTo>
                <a:lnTo>
                  <a:pt x="202889" y="58497"/>
                </a:lnTo>
                <a:lnTo>
                  <a:pt x="203111" y="57853"/>
                </a:lnTo>
                <a:lnTo>
                  <a:pt x="203352" y="57226"/>
                </a:lnTo>
                <a:lnTo>
                  <a:pt x="203610" y="56614"/>
                </a:lnTo>
                <a:lnTo>
                  <a:pt x="203887" y="56018"/>
                </a:lnTo>
                <a:lnTo>
                  <a:pt x="204181" y="55438"/>
                </a:lnTo>
                <a:lnTo>
                  <a:pt x="204493" y="54874"/>
                </a:lnTo>
                <a:lnTo>
                  <a:pt x="204822" y="54326"/>
                </a:lnTo>
                <a:lnTo>
                  <a:pt x="205170" y="53793"/>
                </a:lnTo>
                <a:lnTo>
                  <a:pt x="205535" y="53277"/>
                </a:lnTo>
                <a:lnTo>
                  <a:pt x="205918" y="52776"/>
                </a:lnTo>
                <a:lnTo>
                  <a:pt x="206319" y="52292"/>
                </a:lnTo>
                <a:lnTo>
                  <a:pt x="206738" y="51823"/>
                </a:lnTo>
                <a:lnTo>
                  <a:pt x="207173" y="51372"/>
                </a:lnTo>
                <a:lnTo>
                  <a:pt x="207620" y="50940"/>
                </a:lnTo>
                <a:lnTo>
                  <a:pt x="208080" y="50527"/>
                </a:lnTo>
                <a:lnTo>
                  <a:pt x="208553" y="50133"/>
                </a:lnTo>
                <a:lnTo>
                  <a:pt x="209039" y="49759"/>
                </a:lnTo>
                <a:lnTo>
                  <a:pt x="209538" y="49404"/>
                </a:lnTo>
                <a:lnTo>
                  <a:pt x="210049" y="49068"/>
                </a:lnTo>
                <a:lnTo>
                  <a:pt x="210574" y="48751"/>
                </a:lnTo>
                <a:lnTo>
                  <a:pt x="211112" y="48453"/>
                </a:lnTo>
                <a:lnTo>
                  <a:pt x="211662" y="48175"/>
                </a:lnTo>
                <a:lnTo>
                  <a:pt x="212225" y="47916"/>
                </a:lnTo>
                <a:lnTo>
                  <a:pt x="212801" y="47675"/>
                </a:lnTo>
                <a:lnTo>
                  <a:pt x="213390" y="47455"/>
                </a:lnTo>
                <a:lnTo>
                  <a:pt x="213992" y="47253"/>
                </a:lnTo>
                <a:lnTo>
                  <a:pt x="214607" y="47071"/>
                </a:lnTo>
                <a:lnTo>
                  <a:pt x="215235" y="46907"/>
                </a:lnTo>
                <a:lnTo>
                  <a:pt x="215876" y="46763"/>
                </a:lnTo>
                <a:lnTo>
                  <a:pt x="216529" y="46639"/>
                </a:lnTo>
                <a:lnTo>
                  <a:pt x="217196" y="46533"/>
                </a:lnTo>
                <a:lnTo>
                  <a:pt x="217875" y="46446"/>
                </a:lnTo>
                <a:lnTo>
                  <a:pt x="218567" y="46379"/>
                </a:lnTo>
                <a:lnTo>
                  <a:pt x="219272" y="46331"/>
                </a:lnTo>
                <a:lnTo>
                  <a:pt x="219990" y="46302"/>
                </a:lnTo>
                <a:lnTo>
                  <a:pt x="220721" y="46293"/>
                </a:lnTo>
                <a:lnTo>
                  <a:pt x="221426" y="46302"/>
                </a:lnTo>
                <a:lnTo>
                  <a:pt x="222118" y="46330"/>
                </a:lnTo>
                <a:lnTo>
                  <a:pt x="222798" y="46376"/>
                </a:lnTo>
                <a:lnTo>
                  <a:pt x="223466" y="46440"/>
                </a:lnTo>
                <a:lnTo>
                  <a:pt x="224122" y="46523"/>
                </a:lnTo>
                <a:lnTo>
                  <a:pt x="224765" y="46624"/>
                </a:lnTo>
                <a:lnTo>
                  <a:pt x="225395" y="46743"/>
                </a:lnTo>
                <a:lnTo>
                  <a:pt x="226014" y="46881"/>
                </a:lnTo>
                <a:lnTo>
                  <a:pt x="226620" y="47037"/>
                </a:lnTo>
                <a:lnTo>
                  <a:pt x="227214" y="47212"/>
                </a:lnTo>
                <a:lnTo>
                  <a:pt x="227795" y="47405"/>
                </a:lnTo>
                <a:lnTo>
                  <a:pt x="228364" y="47616"/>
                </a:lnTo>
                <a:lnTo>
                  <a:pt x="228921" y="47845"/>
                </a:lnTo>
                <a:lnTo>
                  <a:pt x="229465" y="48094"/>
                </a:lnTo>
                <a:lnTo>
                  <a:pt x="229997" y="48360"/>
                </a:lnTo>
                <a:lnTo>
                  <a:pt x="230516" y="48645"/>
                </a:lnTo>
                <a:lnTo>
                  <a:pt x="231024" y="48948"/>
                </a:lnTo>
                <a:lnTo>
                  <a:pt x="231519" y="49269"/>
                </a:lnTo>
                <a:lnTo>
                  <a:pt x="232001" y="49609"/>
                </a:lnTo>
                <a:lnTo>
                  <a:pt x="232471" y="49968"/>
                </a:lnTo>
                <a:lnTo>
                  <a:pt x="232929" y="50344"/>
                </a:lnTo>
                <a:lnTo>
                  <a:pt x="233375" y="50739"/>
                </a:lnTo>
                <a:lnTo>
                  <a:pt x="233808" y="51153"/>
                </a:lnTo>
                <a:lnTo>
                  <a:pt x="234229" y="51585"/>
                </a:lnTo>
                <a:lnTo>
                  <a:pt x="234635" y="52034"/>
                </a:lnTo>
                <a:lnTo>
                  <a:pt x="235024" y="52499"/>
                </a:lnTo>
                <a:lnTo>
                  <a:pt x="235396" y="52980"/>
                </a:lnTo>
                <a:lnTo>
                  <a:pt x="235750" y="53478"/>
                </a:lnTo>
                <a:lnTo>
                  <a:pt x="236087" y="53992"/>
                </a:lnTo>
                <a:lnTo>
                  <a:pt x="236407" y="54522"/>
                </a:lnTo>
                <a:lnTo>
                  <a:pt x="236709" y="55068"/>
                </a:lnTo>
                <a:lnTo>
                  <a:pt x="236995" y="55631"/>
                </a:lnTo>
                <a:lnTo>
                  <a:pt x="237263" y="56209"/>
                </a:lnTo>
                <a:lnTo>
                  <a:pt x="237513" y="56804"/>
                </a:lnTo>
                <a:lnTo>
                  <a:pt x="237747" y="57415"/>
                </a:lnTo>
                <a:lnTo>
                  <a:pt x="237963" y="58042"/>
                </a:lnTo>
                <a:lnTo>
                  <a:pt x="238161" y="58685"/>
                </a:lnTo>
                <a:lnTo>
                  <a:pt x="238343" y="59345"/>
                </a:lnTo>
                <a:lnTo>
                  <a:pt x="238507" y="60021"/>
                </a:lnTo>
                <a:lnTo>
                  <a:pt x="238654" y="60713"/>
                </a:lnTo>
                <a:lnTo>
                  <a:pt x="238784" y="61421"/>
                </a:lnTo>
                <a:lnTo>
                  <a:pt x="238896" y="62145"/>
                </a:lnTo>
                <a:lnTo>
                  <a:pt x="238991" y="62886"/>
                </a:lnTo>
                <a:lnTo>
                  <a:pt x="239069" y="63642"/>
                </a:lnTo>
                <a:lnTo>
                  <a:pt x="239129" y="64415"/>
                </a:lnTo>
                <a:lnTo>
                  <a:pt x="239173" y="65204"/>
                </a:lnTo>
                <a:lnTo>
                  <a:pt x="239199" y="66009"/>
                </a:lnTo>
                <a:lnTo>
                  <a:pt x="239207" y="66831"/>
                </a:lnTo>
                <a:lnTo>
                  <a:pt x="239207" y="122762"/>
                </a:lnTo>
                <a:lnTo>
                  <a:pt x="253426" y="122762"/>
                </a:lnTo>
                <a:lnTo>
                  <a:pt x="253426" y="64304"/>
                </a:lnTo>
                <a:lnTo>
                  <a:pt x="253413" y="63156"/>
                </a:lnTo>
                <a:lnTo>
                  <a:pt x="253373" y="62028"/>
                </a:lnTo>
                <a:lnTo>
                  <a:pt x="253305" y="60920"/>
                </a:lnTo>
                <a:lnTo>
                  <a:pt x="253211" y="59832"/>
                </a:lnTo>
                <a:lnTo>
                  <a:pt x="253090" y="58765"/>
                </a:lnTo>
                <a:lnTo>
                  <a:pt x="252943" y="57718"/>
                </a:lnTo>
                <a:lnTo>
                  <a:pt x="252768" y="56691"/>
                </a:lnTo>
                <a:lnTo>
                  <a:pt x="252566" y="55685"/>
                </a:lnTo>
                <a:lnTo>
                  <a:pt x="252338" y="54699"/>
                </a:lnTo>
                <a:lnTo>
                  <a:pt x="252082" y="53733"/>
                </a:lnTo>
                <a:lnTo>
                  <a:pt x="251800" y="52788"/>
                </a:lnTo>
                <a:lnTo>
                  <a:pt x="251491" y="51863"/>
                </a:lnTo>
                <a:lnTo>
                  <a:pt x="251155" y="50958"/>
                </a:lnTo>
                <a:lnTo>
                  <a:pt x="250792" y="50073"/>
                </a:lnTo>
                <a:lnTo>
                  <a:pt x="250402" y="49209"/>
                </a:lnTo>
                <a:lnTo>
                  <a:pt x="249986" y="48365"/>
                </a:lnTo>
                <a:lnTo>
                  <a:pt x="249542" y="47541"/>
                </a:lnTo>
                <a:lnTo>
                  <a:pt x="249072" y="46738"/>
                </a:lnTo>
                <a:lnTo>
                  <a:pt x="248575" y="45955"/>
                </a:lnTo>
                <a:lnTo>
                  <a:pt x="248051" y="45192"/>
                </a:lnTo>
                <a:lnTo>
                  <a:pt x="247500" y="44450"/>
                </a:lnTo>
                <a:lnTo>
                  <a:pt x="246922" y="43727"/>
                </a:lnTo>
                <a:lnTo>
                  <a:pt x="246317" y="43025"/>
                </a:lnTo>
                <a:lnTo>
                  <a:pt x="245685" y="42344"/>
                </a:lnTo>
                <a:lnTo>
                  <a:pt x="245031" y="41686"/>
                </a:lnTo>
                <a:lnTo>
                  <a:pt x="244358" y="41057"/>
                </a:lnTo>
                <a:lnTo>
                  <a:pt x="243666" y="40455"/>
                </a:lnTo>
                <a:lnTo>
                  <a:pt x="242956" y="39881"/>
                </a:lnTo>
                <a:lnTo>
                  <a:pt x="242226" y="39336"/>
                </a:lnTo>
                <a:lnTo>
                  <a:pt x="241479" y="38818"/>
                </a:lnTo>
                <a:lnTo>
                  <a:pt x="240712" y="38328"/>
                </a:lnTo>
                <a:lnTo>
                  <a:pt x="239927" y="37866"/>
                </a:lnTo>
                <a:lnTo>
                  <a:pt x="239124" y="37433"/>
                </a:lnTo>
                <a:lnTo>
                  <a:pt x="238301" y="37027"/>
                </a:lnTo>
                <a:lnTo>
                  <a:pt x="237460" y="36649"/>
                </a:lnTo>
                <a:lnTo>
                  <a:pt x="236601" y="36299"/>
                </a:lnTo>
                <a:lnTo>
                  <a:pt x="235722" y="35978"/>
                </a:lnTo>
                <a:lnTo>
                  <a:pt x="234825" y="35684"/>
                </a:lnTo>
                <a:lnTo>
                  <a:pt x="233910" y="35418"/>
                </a:lnTo>
                <a:lnTo>
                  <a:pt x="232975" y="35180"/>
                </a:lnTo>
                <a:lnTo>
                  <a:pt x="232022" y="34970"/>
                </a:lnTo>
                <a:lnTo>
                  <a:pt x="231051" y="34788"/>
                </a:lnTo>
                <a:lnTo>
                  <a:pt x="230060" y="34634"/>
                </a:lnTo>
                <a:lnTo>
                  <a:pt x="229051" y="34508"/>
                </a:lnTo>
                <a:lnTo>
                  <a:pt x="228024" y="34410"/>
                </a:lnTo>
                <a:lnTo>
                  <a:pt x="226978" y="34340"/>
                </a:lnTo>
                <a:lnTo>
                  <a:pt x="225913" y="34298"/>
                </a:lnTo>
                <a:lnTo>
                  <a:pt x="224829" y="34284"/>
                </a:lnTo>
                <a:lnTo>
                  <a:pt x="223929" y="34294"/>
                </a:lnTo>
                <a:lnTo>
                  <a:pt x="223045" y="34323"/>
                </a:lnTo>
                <a:lnTo>
                  <a:pt x="222178" y="34372"/>
                </a:lnTo>
                <a:lnTo>
                  <a:pt x="221327" y="34440"/>
                </a:lnTo>
                <a:lnTo>
                  <a:pt x="220492" y="34528"/>
                </a:lnTo>
                <a:lnTo>
                  <a:pt x="219674" y="34635"/>
                </a:lnTo>
                <a:lnTo>
                  <a:pt x="218873" y="34762"/>
                </a:lnTo>
                <a:lnTo>
                  <a:pt x="218088" y="34908"/>
                </a:lnTo>
                <a:lnTo>
                  <a:pt x="217319" y="35073"/>
                </a:lnTo>
                <a:lnTo>
                  <a:pt x="216567" y="35258"/>
                </a:lnTo>
                <a:lnTo>
                  <a:pt x="215831" y="35463"/>
                </a:lnTo>
                <a:lnTo>
                  <a:pt x="215112" y="35687"/>
                </a:lnTo>
                <a:lnTo>
                  <a:pt x="214409" y="35930"/>
                </a:lnTo>
                <a:lnTo>
                  <a:pt x="213723" y="36193"/>
                </a:lnTo>
                <a:lnTo>
                  <a:pt x="213053" y="36476"/>
                </a:lnTo>
                <a:lnTo>
                  <a:pt x="212400" y="36778"/>
                </a:lnTo>
                <a:lnTo>
                  <a:pt x="211763" y="37099"/>
                </a:lnTo>
                <a:lnTo>
                  <a:pt x="211142" y="37440"/>
                </a:lnTo>
                <a:lnTo>
                  <a:pt x="210538" y="37800"/>
                </a:lnTo>
                <a:lnTo>
                  <a:pt x="209951" y="38180"/>
                </a:lnTo>
                <a:lnTo>
                  <a:pt x="209380" y="38580"/>
                </a:lnTo>
                <a:lnTo>
                  <a:pt x="208825" y="38998"/>
                </a:lnTo>
                <a:lnTo>
                  <a:pt x="208287" y="39437"/>
                </a:lnTo>
                <a:lnTo>
                  <a:pt x="207765" y="39895"/>
                </a:lnTo>
                <a:lnTo>
                  <a:pt x="207263" y="40370"/>
                </a:lnTo>
                <a:lnTo>
                  <a:pt x="206781" y="40861"/>
                </a:lnTo>
                <a:lnTo>
                  <a:pt x="206321" y="41369"/>
                </a:lnTo>
                <a:lnTo>
                  <a:pt x="205883" y="41893"/>
                </a:lnTo>
                <a:lnTo>
                  <a:pt x="205466" y="42433"/>
                </a:lnTo>
                <a:lnTo>
                  <a:pt x="205070" y="42990"/>
                </a:lnTo>
                <a:lnTo>
                  <a:pt x="204696" y="43562"/>
                </a:lnTo>
                <a:lnTo>
                  <a:pt x="204343" y="44151"/>
                </a:lnTo>
                <a:lnTo>
                  <a:pt x="204012" y="44756"/>
                </a:lnTo>
                <a:lnTo>
                  <a:pt x="203701" y="45377"/>
                </a:lnTo>
                <a:lnTo>
                  <a:pt x="203413" y="46014"/>
                </a:lnTo>
                <a:lnTo>
                  <a:pt x="203145" y="46668"/>
                </a:lnTo>
                <a:lnTo>
                  <a:pt x="202899" y="47337"/>
                </a:lnTo>
                <a:lnTo>
                  <a:pt x="202675" y="48023"/>
                </a:lnTo>
                <a:lnTo>
                  <a:pt x="202472" y="48725"/>
                </a:lnTo>
                <a:lnTo>
                  <a:pt x="202290" y="49444"/>
                </a:lnTo>
                <a:lnTo>
                  <a:pt x="202129" y="50178"/>
                </a:lnTo>
                <a:lnTo>
                  <a:pt x="201990" y="50929"/>
                </a:lnTo>
                <a:lnTo>
                  <a:pt x="201873" y="51695"/>
                </a:lnTo>
                <a:lnTo>
                  <a:pt x="201780" y="52453"/>
                </a:lnTo>
                <a:lnTo>
                  <a:pt x="201605" y="52453"/>
                </a:lnTo>
                <a:lnTo>
                  <a:pt x="201605" y="35864"/>
                </a:lnTo>
                <a:lnTo>
                  <a:pt x="187384" y="35864"/>
                </a:lnTo>
                <a:lnTo>
                  <a:pt x="187384" y="122762"/>
                </a:lnTo>
                <a:lnTo>
                  <a:pt x="201605" y="122762"/>
                </a:lnTo>
                <a:close/>
                <a:moveTo>
                  <a:pt x="281234" y="122762"/>
                </a:moveTo>
                <a:lnTo>
                  <a:pt x="295455" y="122762"/>
                </a:lnTo>
                <a:lnTo>
                  <a:pt x="295455" y="67462"/>
                </a:lnTo>
                <a:lnTo>
                  <a:pt x="295464" y="66628"/>
                </a:lnTo>
                <a:lnTo>
                  <a:pt x="295491" y="65809"/>
                </a:lnTo>
                <a:lnTo>
                  <a:pt x="295536" y="65006"/>
                </a:lnTo>
                <a:lnTo>
                  <a:pt x="295598" y="64219"/>
                </a:lnTo>
                <a:lnTo>
                  <a:pt x="295678" y="63448"/>
                </a:lnTo>
                <a:lnTo>
                  <a:pt x="295776" y="62693"/>
                </a:lnTo>
                <a:lnTo>
                  <a:pt x="295892" y="61954"/>
                </a:lnTo>
                <a:lnTo>
                  <a:pt x="296026" y="61231"/>
                </a:lnTo>
                <a:lnTo>
                  <a:pt x="296177" y="60524"/>
                </a:lnTo>
                <a:lnTo>
                  <a:pt x="296347" y="59832"/>
                </a:lnTo>
                <a:lnTo>
                  <a:pt x="296534" y="59157"/>
                </a:lnTo>
                <a:lnTo>
                  <a:pt x="296739" y="58497"/>
                </a:lnTo>
                <a:lnTo>
                  <a:pt x="296961" y="57853"/>
                </a:lnTo>
                <a:lnTo>
                  <a:pt x="297202" y="57226"/>
                </a:lnTo>
                <a:lnTo>
                  <a:pt x="297460" y="56614"/>
                </a:lnTo>
                <a:lnTo>
                  <a:pt x="297737" y="56018"/>
                </a:lnTo>
                <a:lnTo>
                  <a:pt x="298031" y="55438"/>
                </a:lnTo>
                <a:lnTo>
                  <a:pt x="298343" y="54874"/>
                </a:lnTo>
                <a:lnTo>
                  <a:pt x="298672" y="54326"/>
                </a:lnTo>
                <a:lnTo>
                  <a:pt x="299020" y="53793"/>
                </a:lnTo>
                <a:lnTo>
                  <a:pt x="299385" y="53277"/>
                </a:lnTo>
                <a:lnTo>
                  <a:pt x="299768" y="52776"/>
                </a:lnTo>
                <a:lnTo>
                  <a:pt x="300169" y="52292"/>
                </a:lnTo>
                <a:lnTo>
                  <a:pt x="300588" y="51823"/>
                </a:lnTo>
                <a:lnTo>
                  <a:pt x="301023" y="51372"/>
                </a:lnTo>
                <a:lnTo>
                  <a:pt x="301470" y="50940"/>
                </a:lnTo>
                <a:lnTo>
                  <a:pt x="301930" y="50527"/>
                </a:lnTo>
                <a:lnTo>
                  <a:pt x="302403" y="50133"/>
                </a:lnTo>
                <a:lnTo>
                  <a:pt x="302889" y="49759"/>
                </a:lnTo>
                <a:lnTo>
                  <a:pt x="303388" y="49404"/>
                </a:lnTo>
                <a:lnTo>
                  <a:pt x="303899" y="49068"/>
                </a:lnTo>
                <a:lnTo>
                  <a:pt x="304424" y="48751"/>
                </a:lnTo>
                <a:lnTo>
                  <a:pt x="304962" y="48453"/>
                </a:lnTo>
                <a:lnTo>
                  <a:pt x="305512" y="48175"/>
                </a:lnTo>
                <a:lnTo>
                  <a:pt x="306075" y="47916"/>
                </a:lnTo>
                <a:lnTo>
                  <a:pt x="306651" y="47675"/>
                </a:lnTo>
                <a:lnTo>
                  <a:pt x="307240" y="47455"/>
                </a:lnTo>
                <a:lnTo>
                  <a:pt x="307842" y="47253"/>
                </a:lnTo>
                <a:lnTo>
                  <a:pt x="308457" y="47071"/>
                </a:lnTo>
                <a:lnTo>
                  <a:pt x="309085" y="46907"/>
                </a:lnTo>
                <a:lnTo>
                  <a:pt x="309726" y="46763"/>
                </a:lnTo>
                <a:lnTo>
                  <a:pt x="310379" y="46639"/>
                </a:lnTo>
                <a:lnTo>
                  <a:pt x="311046" y="46533"/>
                </a:lnTo>
                <a:lnTo>
                  <a:pt x="311725" y="46446"/>
                </a:lnTo>
                <a:lnTo>
                  <a:pt x="312417" y="46379"/>
                </a:lnTo>
                <a:lnTo>
                  <a:pt x="313122" y="46331"/>
                </a:lnTo>
                <a:lnTo>
                  <a:pt x="313840" y="46302"/>
                </a:lnTo>
                <a:lnTo>
                  <a:pt x="314571" y="46293"/>
                </a:lnTo>
                <a:lnTo>
                  <a:pt x="315276" y="46302"/>
                </a:lnTo>
                <a:lnTo>
                  <a:pt x="315968" y="46330"/>
                </a:lnTo>
                <a:lnTo>
                  <a:pt x="316648" y="46376"/>
                </a:lnTo>
                <a:lnTo>
                  <a:pt x="317316" y="46440"/>
                </a:lnTo>
                <a:lnTo>
                  <a:pt x="317972" y="46523"/>
                </a:lnTo>
                <a:lnTo>
                  <a:pt x="318615" y="46624"/>
                </a:lnTo>
                <a:lnTo>
                  <a:pt x="319245" y="46743"/>
                </a:lnTo>
                <a:lnTo>
                  <a:pt x="319864" y="46881"/>
                </a:lnTo>
                <a:lnTo>
                  <a:pt x="320470" y="47037"/>
                </a:lnTo>
                <a:lnTo>
                  <a:pt x="321064" y="47212"/>
                </a:lnTo>
                <a:lnTo>
                  <a:pt x="321645" y="47405"/>
                </a:lnTo>
                <a:lnTo>
                  <a:pt x="322214" y="47616"/>
                </a:lnTo>
                <a:lnTo>
                  <a:pt x="322771" y="47845"/>
                </a:lnTo>
                <a:lnTo>
                  <a:pt x="323315" y="48094"/>
                </a:lnTo>
                <a:lnTo>
                  <a:pt x="323847" y="48360"/>
                </a:lnTo>
                <a:lnTo>
                  <a:pt x="324367" y="48645"/>
                </a:lnTo>
                <a:lnTo>
                  <a:pt x="324874" y="48948"/>
                </a:lnTo>
                <a:lnTo>
                  <a:pt x="325369" y="49269"/>
                </a:lnTo>
                <a:lnTo>
                  <a:pt x="325851" y="49609"/>
                </a:lnTo>
                <a:lnTo>
                  <a:pt x="326321" y="49968"/>
                </a:lnTo>
                <a:lnTo>
                  <a:pt x="326779" y="50344"/>
                </a:lnTo>
                <a:lnTo>
                  <a:pt x="327225" y="50739"/>
                </a:lnTo>
                <a:lnTo>
                  <a:pt x="327658" y="51153"/>
                </a:lnTo>
                <a:lnTo>
                  <a:pt x="328079" y="51585"/>
                </a:lnTo>
                <a:lnTo>
                  <a:pt x="328485" y="52034"/>
                </a:lnTo>
                <a:lnTo>
                  <a:pt x="328874" y="52499"/>
                </a:lnTo>
                <a:lnTo>
                  <a:pt x="329246" y="52980"/>
                </a:lnTo>
                <a:lnTo>
                  <a:pt x="329600" y="53478"/>
                </a:lnTo>
                <a:lnTo>
                  <a:pt x="329937" y="53992"/>
                </a:lnTo>
                <a:lnTo>
                  <a:pt x="330257" y="54522"/>
                </a:lnTo>
                <a:lnTo>
                  <a:pt x="330559" y="55068"/>
                </a:lnTo>
                <a:lnTo>
                  <a:pt x="330845" y="55631"/>
                </a:lnTo>
                <a:lnTo>
                  <a:pt x="331113" y="56209"/>
                </a:lnTo>
                <a:lnTo>
                  <a:pt x="331363" y="56804"/>
                </a:lnTo>
                <a:lnTo>
                  <a:pt x="331597" y="57415"/>
                </a:lnTo>
                <a:lnTo>
                  <a:pt x="331813" y="58042"/>
                </a:lnTo>
                <a:lnTo>
                  <a:pt x="332011" y="58685"/>
                </a:lnTo>
                <a:lnTo>
                  <a:pt x="332193" y="59345"/>
                </a:lnTo>
                <a:lnTo>
                  <a:pt x="332357" y="60021"/>
                </a:lnTo>
                <a:lnTo>
                  <a:pt x="332504" y="60713"/>
                </a:lnTo>
                <a:lnTo>
                  <a:pt x="332634" y="61421"/>
                </a:lnTo>
                <a:lnTo>
                  <a:pt x="332746" y="62145"/>
                </a:lnTo>
                <a:lnTo>
                  <a:pt x="332841" y="62886"/>
                </a:lnTo>
                <a:lnTo>
                  <a:pt x="332919" y="63642"/>
                </a:lnTo>
                <a:lnTo>
                  <a:pt x="332980" y="64415"/>
                </a:lnTo>
                <a:lnTo>
                  <a:pt x="333023" y="65204"/>
                </a:lnTo>
                <a:lnTo>
                  <a:pt x="333049" y="66009"/>
                </a:lnTo>
                <a:lnTo>
                  <a:pt x="333057" y="66831"/>
                </a:lnTo>
                <a:lnTo>
                  <a:pt x="333057" y="122762"/>
                </a:lnTo>
                <a:lnTo>
                  <a:pt x="347276" y="122762"/>
                </a:lnTo>
                <a:lnTo>
                  <a:pt x="347276" y="64304"/>
                </a:lnTo>
                <a:lnTo>
                  <a:pt x="347263" y="63156"/>
                </a:lnTo>
                <a:lnTo>
                  <a:pt x="347223" y="62028"/>
                </a:lnTo>
                <a:lnTo>
                  <a:pt x="347155" y="60920"/>
                </a:lnTo>
                <a:lnTo>
                  <a:pt x="347061" y="59832"/>
                </a:lnTo>
                <a:lnTo>
                  <a:pt x="346940" y="58765"/>
                </a:lnTo>
                <a:lnTo>
                  <a:pt x="346793" y="57718"/>
                </a:lnTo>
                <a:lnTo>
                  <a:pt x="346618" y="56691"/>
                </a:lnTo>
                <a:lnTo>
                  <a:pt x="346416" y="55685"/>
                </a:lnTo>
                <a:lnTo>
                  <a:pt x="346188" y="54699"/>
                </a:lnTo>
                <a:lnTo>
                  <a:pt x="345932" y="53733"/>
                </a:lnTo>
                <a:lnTo>
                  <a:pt x="345650" y="52788"/>
                </a:lnTo>
                <a:lnTo>
                  <a:pt x="345341" y="51863"/>
                </a:lnTo>
                <a:lnTo>
                  <a:pt x="345005" y="50958"/>
                </a:lnTo>
                <a:lnTo>
                  <a:pt x="344642" y="50073"/>
                </a:lnTo>
                <a:lnTo>
                  <a:pt x="344253" y="49209"/>
                </a:lnTo>
                <a:lnTo>
                  <a:pt x="343836" y="48365"/>
                </a:lnTo>
                <a:lnTo>
                  <a:pt x="343392" y="47541"/>
                </a:lnTo>
                <a:lnTo>
                  <a:pt x="342922" y="46738"/>
                </a:lnTo>
                <a:lnTo>
                  <a:pt x="342425" y="45955"/>
                </a:lnTo>
                <a:lnTo>
                  <a:pt x="341901" y="45192"/>
                </a:lnTo>
                <a:lnTo>
                  <a:pt x="341350" y="44450"/>
                </a:lnTo>
                <a:lnTo>
                  <a:pt x="340772" y="43727"/>
                </a:lnTo>
                <a:lnTo>
                  <a:pt x="340167" y="43025"/>
                </a:lnTo>
                <a:lnTo>
                  <a:pt x="339535" y="42344"/>
                </a:lnTo>
                <a:lnTo>
                  <a:pt x="338881" y="41686"/>
                </a:lnTo>
                <a:lnTo>
                  <a:pt x="338208" y="41057"/>
                </a:lnTo>
                <a:lnTo>
                  <a:pt x="337516" y="40455"/>
                </a:lnTo>
                <a:lnTo>
                  <a:pt x="336806" y="39881"/>
                </a:lnTo>
                <a:lnTo>
                  <a:pt x="336076" y="39336"/>
                </a:lnTo>
                <a:lnTo>
                  <a:pt x="335329" y="38818"/>
                </a:lnTo>
                <a:lnTo>
                  <a:pt x="334562" y="38328"/>
                </a:lnTo>
                <a:lnTo>
                  <a:pt x="333777" y="37866"/>
                </a:lnTo>
                <a:lnTo>
                  <a:pt x="332974" y="37433"/>
                </a:lnTo>
                <a:lnTo>
                  <a:pt x="332151" y="37027"/>
                </a:lnTo>
                <a:lnTo>
                  <a:pt x="331310" y="36649"/>
                </a:lnTo>
                <a:lnTo>
                  <a:pt x="330451" y="36299"/>
                </a:lnTo>
                <a:lnTo>
                  <a:pt x="329572" y="35978"/>
                </a:lnTo>
                <a:lnTo>
                  <a:pt x="328675" y="35684"/>
                </a:lnTo>
                <a:lnTo>
                  <a:pt x="327760" y="35418"/>
                </a:lnTo>
                <a:lnTo>
                  <a:pt x="326825" y="35180"/>
                </a:lnTo>
                <a:lnTo>
                  <a:pt x="325872" y="34970"/>
                </a:lnTo>
                <a:lnTo>
                  <a:pt x="324901" y="34788"/>
                </a:lnTo>
                <a:lnTo>
                  <a:pt x="323910" y="34634"/>
                </a:lnTo>
                <a:lnTo>
                  <a:pt x="322901" y="34508"/>
                </a:lnTo>
                <a:lnTo>
                  <a:pt x="321874" y="34410"/>
                </a:lnTo>
                <a:lnTo>
                  <a:pt x="320828" y="34340"/>
                </a:lnTo>
                <a:lnTo>
                  <a:pt x="319763" y="34298"/>
                </a:lnTo>
                <a:lnTo>
                  <a:pt x="318679" y="34284"/>
                </a:lnTo>
                <a:lnTo>
                  <a:pt x="317779" y="34294"/>
                </a:lnTo>
                <a:lnTo>
                  <a:pt x="316895" y="34323"/>
                </a:lnTo>
                <a:lnTo>
                  <a:pt x="316028" y="34372"/>
                </a:lnTo>
                <a:lnTo>
                  <a:pt x="315177" y="34440"/>
                </a:lnTo>
                <a:lnTo>
                  <a:pt x="314342" y="34528"/>
                </a:lnTo>
                <a:lnTo>
                  <a:pt x="313524" y="34635"/>
                </a:lnTo>
                <a:lnTo>
                  <a:pt x="312723" y="34762"/>
                </a:lnTo>
                <a:lnTo>
                  <a:pt x="311938" y="34908"/>
                </a:lnTo>
                <a:lnTo>
                  <a:pt x="311169" y="35073"/>
                </a:lnTo>
                <a:lnTo>
                  <a:pt x="310417" y="35258"/>
                </a:lnTo>
                <a:lnTo>
                  <a:pt x="309681" y="35463"/>
                </a:lnTo>
                <a:lnTo>
                  <a:pt x="308962" y="35687"/>
                </a:lnTo>
                <a:lnTo>
                  <a:pt x="308259" y="35930"/>
                </a:lnTo>
                <a:lnTo>
                  <a:pt x="307573" y="36193"/>
                </a:lnTo>
                <a:lnTo>
                  <a:pt x="306903" y="36476"/>
                </a:lnTo>
                <a:lnTo>
                  <a:pt x="306250" y="36778"/>
                </a:lnTo>
                <a:lnTo>
                  <a:pt x="305613" y="37099"/>
                </a:lnTo>
                <a:lnTo>
                  <a:pt x="304992" y="37440"/>
                </a:lnTo>
                <a:lnTo>
                  <a:pt x="304388" y="37800"/>
                </a:lnTo>
                <a:lnTo>
                  <a:pt x="303801" y="38180"/>
                </a:lnTo>
                <a:lnTo>
                  <a:pt x="303230" y="38580"/>
                </a:lnTo>
                <a:lnTo>
                  <a:pt x="302675" y="38998"/>
                </a:lnTo>
                <a:lnTo>
                  <a:pt x="302137" y="39437"/>
                </a:lnTo>
                <a:lnTo>
                  <a:pt x="301615" y="39895"/>
                </a:lnTo>
                <a:lnTo>
                  <a:pt x="301113" y="40370"/>
                </a:lnTo>
                <a:lnTo>
                  <a:pt x="300631" y="40861"/>
                </a:lnTo>
                <a:lnTo>
                  <a:pt x="300171" y="41369"/>
                </a:lnTo>
                <a:lnTo>
                  <a:pt x="299733" y="41893"/>
                </a:lnTo>
                <a:lnTo>
                  <a:pt x="299316" y="42433"/>
                </a:lnTo>
                <a:lnTo>
                  <a:pt x="298920" y="42990"/>
                </a:lnTo>
                <a:lnTo>
                  <a:pt x="298546" y="43562"/>
                </a:lnTo>
                <a:lnTo>
                  <a:pt x="298193" y="44151"/>
                </a:lnTo>
                <a:lnTo>
                  <a:pt x="297862" y="44756"/>
                </a:lnTo>
                <a:lnTo>
                  <a:pt x="297551" y="45377"/>
                </a:lnTo>
                <a:lnTo>
                  <a:pt x="297263" y="46014"/>
                </a:lnTo>
                <a:lnTo>
                  <a:pt x="296995" y="46668"/>
                </a:lnTo>
                <a:lnTo>
                  <a:pt x="296749" y="47337"/>
                </a:lnTo>
                <a:lnTo>
                  <a:pt x="296525" y="48023"/>
                </a:lnTo>
                <a:lnTo>
                  <a:pt x="296322" y="48725"/>
                </a:lnTo>
                <a:lnTo>
                  <a:pt x="296140" y="49444"/>
                </a:lnTo>
                <a:lnTo>
                  <a:pt x="295979" y="50178"/>
                </a:lnTo>
                <a:lnTo>
                  <a:pt x="295840" y="50929"/>
                </a:lnTo>
                <a:lnTo>
                  <a:pt x="295723" y="51695"/>
                </a:lnTo>
                <a:lnTo>
                  <a:pt x="295630" y="52453"/>
                </a:lnTo>
                <a:lnTo>
                  <a:pt x="295455" y="52453"/>
                </a:lnTo>
                <a:lnTo>
                  <a:pt x="295455" y="35864"/>
                </a:lnTo>
                <a:lnTo>
                  <a:pt x="281234" y="35864"/>
                </a:lnTo>
                <a:lnTo>
                  <a:pt x="281234" y="122762"/>
                </a:lnTo>
                <a:close/>
                <a:moveTo>
                  <a:pt x="762336" y="122762"/>
                </a:moveTo>
                <a:lnTo>
                  <a:pt x="762336" y="67462"/>
                </a:lnTo>
                <a:lnTo>
                  <a:pt x="762345" y="66628"/>
                </a:lnTo>
                <a:lnTo>
                  <a:pt x="762372" y="65809"/>
                </a:lnTo>
                <a:lnTo>
                  <a:pt x="762416" y="65006"/>
                </a:lnTo>
                <a:lnTo>
                  <a:pt x="762479" y="64219"/>
                </a:lnTo>
                <a:lnTo>
                  <a:pt x="762559" y="63448"/>
                </a:lnTo>
                <a:lnTo>
                  <a:pt x="762657" y="62693"/>
                </a:lnTo>
                <a:lnTo>
                  <a:pt x="762773" y="61954"/>
                </a:lnTo>
                <a:lnTo>
                  <a:pt x="762906" y="61231"/>
                </a:lnTo>
                <a:lnTo>
                  <a:pt x="763058" y="60524"/>
                </a:lnTo>
                <a:lnTo>
                  <a:pt x="763227" y="59832"/>
                </a:lnTo>
                <a:lnTo>
                  <a:pt x="763414" y="59157"/>
                </a:lnTo>
                <a:lnTo>
                  <a:pt x="763619" y="58497"/>
                </a:lnTo>
                <a:lnTo>
                  <a:pt x="763842" y="57853"/>
                </a:lnTo>
                <a:lnTo>
                  <a:pt x="764083" y="57226"/>
                </a:lnTo>
                <a:lnTo>
                  <a:pt x="764341" y="56614"/>
                </a:lnTo>
                <a:lnTo>
                  <a:pt x="764617" y="56018"/>
                </a:lnTo>
                <a:lnTo>
                  <a:pt x="764911" y="55438"/>
                </a:lnTo>
                <a:lnTo>
                  <a:pt x="765223" y="54874"/>
                </a:lnTo>
                <a:lnTo>
                  <a:pt x="765553" y="54326"/>
                </a:lnTo>
                <a:lnTo>
                  <a:pt x="765900" y="53793"/>
                </a:lnTo>
                <a:lnTo>
                  <a:pt x="766266" y="53277"/>
                </a:lnTo>
                <a:lnTo>
                  <a:pt x="766649" y="52776"/>
                </a:lnTo>
                <a:lnTo>
                  <a:pt x="767050" y="52292"/>
                </a:lnTo>
                <a:lnTo>
                  <a:pt x="767469" y="51823"/>
                </a:lnTo>
                <a:lnTo>
                  <a:pt x="767903" y="51372"/>
                </a:lnTo>
                <a:lnTo>
                  <a:pt x="768350" y="50940"/>
                </a:lnTo>
                <a:lnTo>
                  <a:pt x="768810" y="50527"/>
                </a:lnTo>
                <a:lnTo>
                  <a:pt x="769284" y="50133"/>
                </a:lnTo>
                <a:lnTo>
                  <a:pt x="769769" y="49759"/>
                </a:lnTo>
                <a:lnTo>
                  <a:pt x="770268" y="49404"/>
                </a:lnTo>
                <a:lnTo>
                  <a:pt x="770780" y="49068"/>
                </a:lnTo>
                <a:lnTo>
                  <a:pt x="771305" y="48751"/>
                </a:lnTo>
                <a:lnTo>
                  <a:pt x="771842" y="48453"/>
                </a:lnTo>
                <a:lnTo>
                  <a:pt x="772392" y="48175"/>
                </a:lnTo>
                <a:lnTo>
                  <a:pt x="772956" y="47916"/>
                </a:lnTo>
                <a:lnTo>
                  <a:pt x="773532" y="47675"/>
                </a:lnTo>
                <a:lnTo>
                  <a:pt x="774121" y="47455"/>
                </a:lnTo>
                <a:lnTo>
                  <a:pt x="774723" y="47253"/>
                </a:lnTo>
                <a:lnTo>
                  <a:pt x="775338" y="47071"/>
                </a:lnTo>
                <a:lnTo>
                  <a:pt x="775966" y="46907"/>
                </a:lnTo>
                <a:lnTo>
                  <a:pt x="776606" y="46763"/>
                </a:lnTo>
                <a:lnTo>
                  <a:pt x="777260" y="46639"/>
                </a:lnTo>
                <a:lnTo>
                  <a:pt x="777926" y="46533"/>
                </a:lnTo>
                <a:lnTo>
                  <a:pt x="778605" y="46446"/>
                </a:lnTo>
                <a:lnTo>
                  <a:pt x="779298" y="46379"/>
                </a:lnTo>
                <a:lnTo>
                  <a:pt x="780003" y="46331"/>
                </a:lnTo>
                <a:lnTo>
                  <a:pt x="780721" y="46302"/>
                </a:lnTo>
                <a:lnTo>
                  <a:pt x="781452" y="46293"/>
                </a:lnTo>
                <a:lnTo>
                  <a:pt x="782156" y="46302"/>
                </a:lnTo>
                <a:lnTo>
                  <a:pt x="782849" y="46330"/>
                </a:lnTo>
                <a:lnTo>
                  <a:pt x="783529" y="46376"/>
                </a:lnTo>
                <a:lnTo>
                  <a:pt x="784197" y="46440"/>
                </a:lnTo>
                <a:lnTo>
                  <a:pt x="784852" y="46523"/>
                </a:lnTo>
                <a:lnTo>
                  <a:pt x="785495" y="46624"/>
                </a:lnTo>
                <a:lnTo>
                  <a:pt x="786126" y="46743"/>
                </a:lnTo>
                <a:lnTo>
                  <a:pt x="786744" y="46881"/>
                </a:lnTo>
                <a:lnTo>
                  <a:pt x="787350" y="47037"/>
                </a:lnTo>
                <a:lnTo>
                  <a:pt x="787944" y="47212"/>
                </a:lnTo>
                <a:lnTo>
                  <a:pt x="788525" y="47405"/>
                </a:lnTo>
                <a:lnTo>
                  <a:pt x="789094" y="47616"/>
                </a:lnTo>
                <a:lnTo>
                  <a:pt x="789651" y="47845"/>
                </a:lnTo>
                <a:lnTo>
                  <a:pt x="790195" y="48094"/>
                </a:lnTo>
                <a:lnTo>
                  <a:pt x="790727" y="48360"/>
                </a:lnTo>
                <a:lnTo>
                  <a:pt x="791247" y="48645"/>
                </a:lnTo>
                <a:lnTo>
                  <a:pt x="791754" y="48948"/>
                </a:lnTo>
                <a:lnTo>
                  <a:pt x="792249" y="49269"/>
                </a:lnTo>
                <a:lnTo>
                  <a:pt x="792732" y="49609"/>
                </a:lnTo>
                <a:lnTo>
                  <a:pt x="793202" y="49968"/>
                </a:lnTo>
                <a:lnTo>
                  <a:pt x="793660" y="50344"/>
                </a:lnTo>
                <a:lnTo>
                  <a:pt x="794105" y="50739"/>
                </a:lnTo>
                <a:lnTo>
                  <a:pt x="794539" y="51153"/>
                </a:lnTo>
                <a:lnTo>
                  <a:pt x="794959" y="51585"/>
                </a:lnTo>
                <a:lnTo>
                  <a:pt x="795366" y="52034"/>
                </a:lnTo>
                <a:lnTo>
                  <a:pt x="795755" y="52499"/>
                </a:lnTo>
                <a:lnTo>
                  <a:pt x="796126" y="52980"/>
                </a:lnTo>
                <a:lnTo>
                  <a:pt x="796481" y="53478"/>
                </a:lnTo>
                <a:lnTo>
                  <a:pt x="796818" y="53992"/>
                </a:lnTo>
                <a:lnTo>
                  <a:pt x="797137" y="54522"/>
                </a:lnTo>
                <a:lnTo>
                  <a:pt x="797440" y="55068"/>
                </a:lnTo>
                <a:lnTo>
                  <a:pt x="797725" y="55631"/>
                </a:lnTo>
                <a:lnTo>
                  <a:pt x="797993" y="56209"/>
                </a:lnTo>
                <a:lnTo>
                  <a:pt x="798244" y="56804"/>
                </a:lnTo>
                <a:lnTo>
                  <a:pt x="798477" y="57415"/>
                </a:lnTo>
                <a:lnTo>
                  <a:pt x="798693" y="58042"/>
                </a:lnTo>
                <a:lnTo>
                  <a:pt x="798892" y="58685"/>
                </a:lnTo>
                <a:lnTo>
                  <a:pt x="799074" y="59345"/>
                </a:lnTo>
                <a:lnTo>
                  <a:pt x="799238" y="60021"/>
                </a:lnTo>
                <a:lnTo>
                  <a:pt x="799385" y="60713"/>
                </a:lnTo>
                <a:lnTo>
                  <a:pt x="799514" y="61421"/>
                </a:lnTo>
                <a:lnTo>
                  <a:pt x="799627" y="62145"/>
                </a:lnTo>
                <a:lnTo>
                  <a:pt x="799722" y="62886"/>
                </a:lnTo>
                <a:lnTo>
                  <a:pt x="799800" y="63642"/>
                </a:lnTo>
                <a:lnTo>
                  <a:pt x="799860" y="64415"/>
                </a:lnTo>
                <a:lnTo>
                  <a:pt x="799903" y="65204"/>
                </a:lnTo>
                <a:lnTo>
                  <a:pt x="799929" y="66009"/>
                </a:lnTo>
                <a:lnTo>
                  <a:pt x="799938" y="66831"/>
                </a:lnTo>
                <a:lnTo>
                  <a:pt x="799938" y="122762"/>
                </a:lnTo>
                <a:lnTo>
                  <a:pt x="814157" y="122762"/>
                </a:lnTo>
                <a:lnTo>
                  <a:pt x="814157" y="64304"/>
                </a:lnTo>
                <a:lnTo>
                  <a:pt x="814143" y="63156"/>
                </a:lnTo>
                <a:lnTo>
                  <a:pt x="814103" y="62028"/>
                </a:lnTo>
                <a:lnTo>
                  <a:pt x="814036" y="60920"/>
                </a:lnTo>
                <a:lnTo>
                  <a:pt x="813942" y="59832"/>
                </a:lnTo>
                <a:lnTo>
                  <a:pt x="813821" y="58765"/>
                </a:lnTo>
                <a:lnTo>
                  <a:pt x="813673" y="57718"/>
                </a:lnTo>
                <a:lnTo>
                  <a:pt x="813498" y="56691"/>
                </a:lnTo>
                <a:lnTo>
                  <a:pt x="813297" y="55685"/>
                </a:lnTo>
                <a:lnTo>
                  <a:pt x="813068" y="54699"/>
                </a:lnTo>
                <a:lnTo>
                  <a:pt x="812813" y="53733"/>
                </a:lnTo>
                <a:lnTo>
                  <a:pt x="812531" y="52788"/>
                </a:lnTo>
                <a:lnTo>
                  <a:pt x="812222" y="51863"/>
                </a:lnTo>
                <a:lnTo>
                  <a:pt x="811886" y="50958"/>
                </a:lnTo>
                <a:lnTo>
                  <a:pt x="811523" y="50073"/>
                </a:lnTo>
                <a:lnTo>
                  <a:pt x="811133" y="49209"/>
                </a:lnTo>
                <a:lnTo>
                  <a:pt x="810716" y="48365"/>
                </a:lnTo>
                <a:lnTo>
                  <a:pt x="810273" y="47541"/>
                </a:lnTo>
                <a:lnTo>
                  <a:pt x="809803" y="46738"/>
                </a:lnTo>
                <a:lnTo>
                  <a:pt x="809305" y="45955"/>
                </a:lnTo>
                <a:lnTo>
                  <a:pt x="808781" y="45192"/>
                </a:lnTo>
                <a:lnTo>
                  <a:pt x="808230" y="44450"/>
                </a:lnTo>
                <a:lnTo>
                  <a:pt x="807652" y="43727"/>
                </a:lnTo>
                <a:lnTo>
                  <a:pt x="807047" y="43025"/>
                </a:lnTo>
                <a:lnTo>
                  <a:pt x="806416" y="42344"/>
                </a:lnTo>
                <a:lnTo>
                  <a:pt x="805761" y="41686"/>
                </a:lnTo>
                <a:lnTo>
                  <a:pt x="805088" y="41057"/>
                </a:lnTo>
                <a:lnTo>
                  <a:pt x="804396" y="40455"/>
                </a:lnTo>
                <a:lnTo>
                  <a:pt x="803686" y="39881"/>
                </a:lnTo>
                <a:lnTo>
                  <a:pt x="802957" y="39336"/>
                </a:lnTo>
                <a:lnTo>
                  <a:pt x="802209" y="38818"/>
                </a:lnTo>
                <a:lnTo>
                  <a:pt x="801443" y="38328"/>
                </a:lnTo>
                <a:lnTo>
                  <a:pt x="800658" y="37866"/>
                </a:lnTo>
                <a:lnTo>
                  <a:pt x="799854" y="37433"/>
                </a:lnTo>
                <a:lnTo>
                  <a:pt x="799032" y="37027"/>
                </a:lnTo>
                <a:lnTo>
                  <a:pt x="798191" y="36649"/>
                </a:lnTo>
                <a:lnTo>
                  <a:pt x="797331" y="36299"/>
                </a:lnTo>
                <a:lnTo>
                  <a:pt x="796453" y="35978"/>
                </a:lnTo>
                <a:lnTo>
                  <a:pt x="795556" y="35684"/>
                </a:lnTo>
                <a:lnTo>
                  <a:pt x="794640" y="35418"/>
                </a:lnTo>
                <a:lnTo>
                  <a:pt x="793706" y="35180"/>
                </a:lnTo>
                <a:lnTo>
                  <a:pt x="792753" y="34970"/>
                </a:lnTo>
                <a:lnTo>
                  <a:pt x="791781" y="34788"/>
                </a:lnTo>
                <a:lnTo>
                  <a:pt x="790791" y="34634"/>
                </a:lnTo>
                <a:lnTo>
                  <a:pt x="789782" y="34508"/>
                </a:lnTo>
                <a:lnTo>
                  <a:pt x="788754" y="34410"/>
                </a:lnTo>
                <a:lnTo>
                  <a:pt x="787708" y="34340"/>
                </a:lnTo>
                <a:lnTo>
                  <a:pt x="786643" y="34298"/>
                </a:lnTo>
                <a:lnTo>
                  <a:pt x="785560" y="34284"/>
                </a:lnTo>
                <a:lnTo>
                  <a:pt x="784659" y="34294"/>
                </a:lnTo>
                <a:lnTo>
                  <a:pt x="783776" y="34323"/>
                </a:lnTo>
                <a:lnTo>
                  <a:pt x="782908" y="34372"/>
                </a:lnTo>
                <a:lnTo>
                  <a:pt x="782057" y="34440"/>
                </a:lnTo>
                <a:lnTo>
                  <a:pt x="781223" y="34528"/>
                </a:lnTo>
                <a:lnTo>
                  <a:pt x="780405" y="34635"/>
                </a:lnTo>
                <a:lnTo>
                  <a:pt x="779603" y="34762"/>
                </a:lnTo>
                <a:lnTo>
                  <a:pt x="778818" y="34908"/>
                </a:lnTo>
                <a:lnTo>
                  <a:pt x="778050" y="35073"/>
                </a:lnTo>
                <a:lnTo>
                  <a:pt x="777298" y="35258"/>
                </a:lnTo>
                <a:lnTo>
                  <a:pt x="776562" y="35463"/>
                </a:lnTo>
                <a:lnTo>
                  <a:pt x="775843" y="35687"/>
                </a:lnTo>
                <a:lnTo>
                  <a:pt x="775140" y="35930"/>
                </a:lnTo>
                <a:lnTo>
                  <a:pt x="774454" y="36193"/>
                </a:lnTo>
                <a:lnTo>
                  <a:pt x="773784" y="36476"/>
                </a:lnTo>
                <a:lnTo>
                  <a:pt x="773130" y="36778"/>
                </a:lnTo>
                <a:lnTo>
                  <a:pt x="772493" y="37099"/>
                </a:lnTo>
                <a:lnTo>
                  <a:pt x="771873" y="37440"/>
                </a:lnTo>
                <a:lnTo>
                  <a:pt x="771269" y="37800"/>
                </a:lnTo>
                <a:lnTo>
                  <a:pt x="770681" y="38180"/>
                </a:lnTo>
                <a:lnTo>
                  <a:pt x="770110" y="38580"/>
                </a:lnTo>
                <a:lnTo>
                  <a:pt x="769556" y="38998"/>
                </a:lnTo>
                <a:lnTo>
                  <a:pt x="769017" y="39437"/>
                </a:lnTo>
                <a:lnTo>
                  <a:pt x="768496" y="39895"/>
                </a:lnTo>
                <a:lnTo>
                  <a:pt x="767993" y="40370"/>
                </a:lnTo>
                <a:lnTo>
                  <a:pt x="767512" y="40861"/>
                </a:lnTo>
                <a:lnTo>
                  <a:pt x="767052" y="41369"/>
                </a:lnTo>
                <a:lnTo>
                  <a:pt x="766614" y="41893"/>
                </a:lnTo>
                <a:lnTo>
                  <a:pt x="766197" y="42433"/>
                </a:lnTo>
                <a:lnTo>
                  <a:pt x="765801" y="42990"/>
                </a:lnTo>
                <a:lnTo>
                  <a:pt x="765427" y="43562"/>
                </a:lnTo>
                <a:lnTo>
                  <a:pt x="765074" y="44151"/>
                </a:lnTo>
                <a:lnTo>
                  <a:pt x="764742" y="44756"/>
                </a:lnTo>
                <a:lnTo>
                  <a:pt x="764432" y="45377"/>
                </a:lnTo>
                <a:lnTo>
                  <a:pt x="764143" y="46014"/>
                </a:lnTo>
                <a:lnTo>
                  <a:pt x="763876" y="46668"/>
                </a:lnTo>
                <a:lnTo>
                  <a:pt x="763630" y="47337"/>
                </a:lnTo>
                <a:lnTo>
                  <a:pt x="763405" y="48023"/>
                </a:lnTo>
                <a:lnTo>
                  <a:pt x="763202" y="48725"/>
                </a:lnTo>
                <a:lnTo>
                  <a:pt x="763020" y="49444"/>
                </a:lnTo>
                <a:lnTo>
                  <a:pt x="762860" y="50178"/>
                </a:lnTo>
                <a:lnTo>
                  <a:pt x="762721" y="50929"/>
                </a:lnTo>
                <a:lnTo>
                  <a:pt x="762603" y="51695"/>
                </a:lnTo>
                <a:lnTo>
                  <a:pt x="762510" y="52453"/>
                </a:lnTo>
                <a:lnTo>
                  <a:pt x="762336" y="52453"/>
                </a:lnTo>
                <a:lnTo>
                  <a:pt x="762336" y="35864"/>
                </a:lnTo>
                <a:lnTo>
                  <a:pt x="748114" y="35864"/>
                </a:lnTo>
                <a:lnTo>
                  <a:pt x="748114" y="122762"/>
                </a:lnTo>
                <a:lnTo>
                  <a:pt x="762336" y="122762"/>
                </a:lnTo>
                <a:close/>
                <a:moveTo>
                  <a:pt x="129675" y="123847"/>
                </a:moveTo>
                <a:lnTo>
                  <a:pt x="130491" y="123769"/>
                </a:lnTo>
                <a:lnTo>
                  <a:pt x="131297" y="123676"/>
                </a:lnTo>
                <a:lnTo>
                  <a:pt x="132094" y="123569"/>
                </a:lnTo>
                <a:lnTo>
                  <a:pt x="132882" y="123448"/>
                </a:lnTo>
                <a:lnTo>
                  <a:pt x="133659" y="123312"/>
                </a:lnTo>
                <a:lnTo>
                  <a:pt x="134427" y="123162"/>
                </a:lnTo>
                <a:lnTo>
                  <a:pt x="135186" y="122998"/>
                </a:lnTo>
                <a:lnTo>
                  <a:pt x="135935" y="122820"/>
                </a:lnTo>
                <a:lnTo>
                  <a:pt x="136674" y="122628"/>
                </a:lnTo>
                <a:lnTo>
                  <a:pt x="137404" y="122421"/>
                </a:lnTo>
                <a:lnTo>
                  <a:pt x="138124" y="122200"/>
                </a:lnTo>
                <a:lnTo>
                  <a:pt x="138834" y="121964"/>
                </a:lnTo>
                <a:lnTo>
                  <a:pt x="139535" y="121715"/>
                </a:lnTo>
                <a:lnTo>
                  <a:pt x="140226" y="121451"/>
                </a:lnTo>
                <a:lnTo>
                  <a:pt x="140908" y="121173"/>
                </a:lnTo>
                <a:lnTo>
                  <a:pt x="141580" y="120880"/>
                </a:lnTo>
                <a:lnTo>
                  <a:pt x="142243" y="120574"/>
                </a:lnTo>
                <a:lnTo>
                  <a:pt x="142896" y="120253"/>
                </a:lnTo>
                <a:lnTo>
                  <a:pt x="143539" y="119917"/>
                </a:lnTo>
                <a:lnTo>
                  <a:pt x="144171" y="119569"/>
                </a:lnTo>
                <a:lnTo>
                  <a:pt x="144792" y="119207"/>
                </a:lnTo>
                <a:lnTo>
                  <a:pt x="145401" y="118832"/>
                </a:lnTo>
                <a:lnTo>
                  <a:pt x="145997" y="118445"/>
                </a:lnTo>
                <a:lnTo>
                  <a:pt x="146581" y="118045"/>
                </a:lnTo>
                <a:lnTo>
                  <a:pt x="147154" y="117631"/>
                </a:lnTo>
                <a:lnTo>
                  <a:pt x="147714" y="117205"/>
                </a:lnTo>
                <a:lnTo>
                  <a:pt x="148262" y="116766"/>
                </a:lnTo>
                <a:lnTo>
                  <a:pt x="148798" y="116314"/>
                </a:lnTo>
                <a:lnTo>
                  <a:pt x="149322" y="115849"/>
                </a:lnTo>
                <a:lnTo>
                  <a:pt x="149834" y="115372"/>
                </a:lnTo>
                <a:lnTo>
                  <a:pt x="150334" y="114881"/>
                </a:lnTo>
                <a:lnTo>
                  <a:pt x="150822" y="114378"/>
                </a:lnTo>
                <a:lnTo>
                  <a:pt x="151297" y="113861"/>
                </a:lnTo>
                <a:lnTo>
                  <a:pt x="151761" y="113332"/>
                </a:lnTo>
                <a:lnTo>
                  <a:pt x="152212" y="112790"/>
                </a:lnTo>
                <a:lnTo>
                  <a:pt x="152652" y="112235"/>
                </a:lnTo>
                <a:lnTo>
                  <a:pt x="153079" y="111667"/>
                </a:lnTo>
                <a:lnTo>
                  <a:pt x="153495" y="111086"/>
                </a:lnTo>
                <a:lnTo>
                  <a:pt x="153898" y="110492"/>
                </a:lnTo>
                <a:lnTo>
                  <a:pt x="154289" y="109886"/>
                </a:lnTo>
                <a:lnTo>
                  <a:pt x="154668" y="109266"/>
                </a:lnTo>
                <a:lnTo>
                  <a:pt x="155036" y="108634"/>
                </a:lnTo>
                <a:lnTo>
                  <a:pt x="155391" y="107989"/>
                </a:lnTo>
                <a:lnTo>
                  <a:pt x="155732" y="107331"/>
                </a:lnTo>
                <a:lnTo>
                  <a:pt x="156059" y="106664"/>
                </a:lnTo>
                <a:lnTo>
                  <a:pt x="156372" y="105985"/>
                </a:lnTo>
                <a:lnTo>
                  <a:pt x="156670" y="105296"/>
                </a:lnTo>
                <a:lnTo>
                  <a:pt x="156954" y="104596"/>
                </a:lnTo>
                <a:lnTo>
                  <a:pt x="157223" y="103886"/>
                </a:lnTo>
                <a:lnTo>
                  <a:pt x="157477" y="103164"/>
                </a:lnTo>
                <a:lnTo>
                  <a:pt x="157717" y="102432"/>
                </a:lnTo>
                <a:lnTo>
                  <a:pt x="157942" y="101690"/>
                </a:lnTo>
                <a:lnTo>
                  <a:pt x="158153" y="100936"/>
                </a:lnTo>
                <a:lnTo>
                  <a:pt x="158349" y="100172"/>
                </a:lnTo>
                <a:lnTo>
                  <a:pt x="158531" y="99398"/>
                </a:lnTo>
                <a:lnTo>
                  <a:pt x="158698" y="98612"/>
                </a:lnTo>
                <a:lnTo>
                  <a:pt x="158851" y="97816"/>
                </a:lnTo>
                <a:lnTo>
                  <a:pt x="158989" y="97009"/>
                </a:lnTo>
                <a:lnTo>
                  <a:pt x="159113" y="96192"/>
                </a:lnTo>
                <a:lnTo>
                  <a:pt x="159222" y="95363"/>
                </a:lnTo>
                <a:lnTo>
                  <a:pt x="159316" y="94524"/>
                </a:lnTo>
                <a:lnTo>
                  <a:pt x="159396" y="93675"/>
                </a:lnTo>
                <a:lnTo>
                  <a:pt x="159462" y="92814"/>
                </a:lnTo>
                <a:lnTo>
                  <a:pt x="159513" y="91943"/>
                </a:lnTo>
                <a:lnTo>
                  <a:pt x="159549" y="91062"/>
                </a:lnTo>
                <a:lnTo>
                  <a:pt x="159571" y="90169"/>
                </a:lnTo>
                <a:lnTo>
                  <a:pt x="159578" y="89266"/>
                </a:lnTo>
                <a:lnTo>
                  <a:pt x="159578" y="69360"/>
                </a:lnTo>
                <a:lnTo>
                  <a:pt x="159571" y="68444"/>
                </a:lnTo>
                <a:lnTo>
                  <a:pt x="159549" y="67539"/>
                </a:lnTo>
                <a:lnTo>
                  <a:pt x="159513" y="66646"/>
                </a:lnTo>
                <a:lnTo>
                  <a:pt x="159462" y="65765"/>
                </a:lnTo>
                <a:lnTo>
                  <a:pt x="159396" y="64895"/>
                </a:lnTo>
                <a:lnTo>
                  <a:pt x="159316" y="64037"/>
                </a:lnTo>
                <a:lnTo>
                  <a:pt x="159222" y="63190"/>
                </a:lnTo>
                <a:lnTo>
                  <a:pt x="159113" y="62355"/>
                </a:lnTo>
                <a:lnTo>
                  <a:pt x="158989" y="61531"/>
                </a:lnTo>
                <a:lnTo>
                  <a:pt x="158851" y="60719"/>
                </a:lnTo>
                <a:lnTo>
                  <a:pt x="158698" y="59918"/>
                </a:lnTo>
                <a:lnTo>
                  <a:pt x="158531" y="59129"/>
                </a:lnTo>
                <a:lnTo>
                  <a:pt x="158349" y="58351"/>
                </a:lnTo>
                <a:lnTo>
                  <a:pt x="158153" y="57585"/>
                </a:lnTo>
                <a:lnTo>
                  <a:pt x="157942" y="56830"/>
                </a:lnTo>
                <a:lnTo>
                  <a:pt x="157717" y="56087"/>
                </a:lnTo>
                <a:lnTo>
                  <a:pt x="157477" y="55356"/>
                </a:lnTo>
                <a:lnTo>
                  <a:pt x="157223" y="54636"/>
                </a:lnTo>
                <a:lnTo>
                  <a:pt x="156954" y="53927"/>
                </a:lnTo>
                <a:lnTo>
                  <a:pt x="156670" y="53230"/>
                </a:lnTo>
                <a:lnTo>
                  <a:pt x="156372" y="52545"/>
                </a:lnTo>
                <a:lnTo>
                  <a:pt x="156059" y="51871"/>
                </a:lnTo>
                <a:lnTo>
                  <a:pt x="155732" y="51209"/>
                </a:lnTo>
                <a:lnTo>
                  <a:pt x="155391" y="50558"/>
                </a:lnTo>
                <a:lnTo>
                  <a:pt x="155036" y="49919"/>
                </a:lnTo>
                <a:lnTo>
                  <a:pt x="154669" y="49293"/>
                </a:lnTo>
                <a:lnTo>
                  <a:pt x="154291" y="48679"/>
                </a:lnTo>
                <a:lnTo>
                  <a:pt x="153900" y="48078"/>
                </a:lnTo>
                <a:lnTo>
                  <a:pt x="153498" y="47490"/>
                </a:lnTo>
                <a:lnTo>
                  <a:pt x="153084" y="46914"/>
                </a:lnTo>
                <a:lnTo>
                  <a:pt x="152659" y="46351"/>
                </a:lnTo>
                <a:lnTo>
                  <a:pt x="152221" y="45801"/>
                </a:lnTo>
                <a:lnTo>
                  <a:pt x="151772" y="45263"/>
                </a:lnTo>
                <a:lnTo>
                  <a:pt x="151311" y="44737"/>
                </a:lnTo>
                <a:lnTo>
                  <a:pt x="150838" y="44225"/>
                </a:lnTo>
                <a:lnTo>
                  <a:pt x="150354" y="43725"/>
                </a:lnTo>
                <a:lnTo>
                  <a:pt x="149857" y="43237"/>
                </a:lnTo>
                <a:lnTo>
                  <a:pt x="149349" y="42763"/>
                </a:lnTo>
                <a:lnTo>
                  <a:pt x="148829" y="42300"/>
                </a:lnTo>
                <a:lnTo>
                  <a:pt x="148297" y="41851"/>
                </a:lnTo>
                <a:lnTo>
                  <a:pt x="147754" y="41414"/>
                </a:lnTo>
                <a:lnTo>
                  <a:pt x="147198" y="40989"/>
                </a:lnTo>
                <a:lnTo>
                  <a:pt x="146631" y="40578"/>
                </a:lnTo>
                <a:lnTo>
                  <a:pt x="146052" y="40179"/>
                </a:lnTo>
                <a:lnTo>
                  <a:pt x="145461" y="39792"/>
                </a:lnTo>
                <a:lnTo>
                  <a:pt x="144859" y="39418"/>
                </a:lnTo>
                <a:lnTo>
                  <a:pt x="144245" y="39057"/>
                </a:lnTo>
                <a:lnTo>
                  <a:pt x="143618" y="38708"/>
                </a:lnTo>
                <a:lnTo>
                  <a:pt x="142981" y="38373"/>
                </a:lnTo>
                <a:lnTo>
                  <a:pt x="142334" y="38052"/>
                </a:lnTo>
                <a:lnTo>
                  <a:pt x="141676" y="37746"/>
                </a:lnTo>
                <a:lnTo>
                  <a:pt x="141008" y="37453"/>
                </a:lnTo>
                <a:lnTo>
                  <a:pt x="140329" y="37175"/>
                </a:lnTo>
                <a:lnTo>
                  <a:pt x="139640" y="36911"/>
                </a:lnTo>
                <a:lnTo>
                  <a:pt x="138940" y="36661"/>
                </a:lnTo>
                <a:lnTo>
                  <a:pt x="138230" y="36426"/>
                </a:lnTo>
                <a:lnTo>
                  <a:pt x="137509" y="36205"/>
                </a:lnTo>
                <a:lnTo>
                  <a:pt x="136778" y="35998"/>
                </a:lnTo>
                <a:lnTo>
                  <a:pt x="136037" y="35806"/>
                </a:lnTo>
                <a:lnTo>
                  <a:pt x="135285" y="35627"/>
                </a:lnTo>
                <a:lnTo>
                  <a:pt x="134523" y="35463"/>
                </a:lnTo>
                <a:lnTo>
                  <a:pt x="133750" y="35314"/>
                </a:lnTo>
                <a:lnTo>
                  <a:pt x="132967" y="35178"/>
                </a:lnTo>
                <a:lnTo>
                  <a:pt x="132174" y="35057"/>
                </a:lnTo>
                <a:lnTo>
                  <a:pt x="131370" y="34950"/>
                </a:lnTo>
                <a:lnTo>
                  <a:pt x="130556" y="34857"/>
                </a:lnTo>
                <a:lnTo>
                  <a:pt x="129731" y="34779"/>
                </a:lnTo>
                <a:lnTo>
                  <a:pt x="128896" y="34714"/>
                </a:lnTo>
                <a:lnTo>
                  <a:pt x="128050" y="34665"/>
                </a:lnTo>
                <a:lnTo>
                  <a:pt x="127194" y="34629"/>
                </a:lnTo>
                <a:lnTo>
                  <a:pt x="126327" y="34607"/>
                </a:lnTo>
                <a:lnTo>
                  <a:pt x="125450" y="34600"/>
                </a:lnTo>
                <a:lnTo>
                  <a:pt x="124586" y="34607"/>
                </a:lnTo>
                <a:lnTo>
                  <a:pt x="123731" y="34629"/>
                </a:lnTo>
                <a:lnTo>
                  <a:pt x="122886" y="34665"/>
                </a:lnTo>
                <a:lnTo>
                  <a:pt x="122051" y="34714"/>
                </a:lnTo>
                <a:lnTo>
                  <a:pt x="121225" y="34779"/>
                </a:lnTo>
                <a:lnTo>
                  <a:pt x="120409" y="34857"/>
                </a:lnTo>
                <a:lnTo>
                  <a:pt x="119602" y="34950"/>
                </a:lnTo>
                <a:lnTo>
                  <a:pt x="118805" y="35057"/>
                </a:lnTo>
                <a:lnTo>
                  <a:pt x="118017" y="35178"/>
                </a:lnTo>
                <a:lnTo>
                  <a:pt x="117239" y="35314"/>
                </a:lnTo>
                <a:lnTo>
                  <a:pt x="116471" y="35463"/>
                </a:lnTo>
                <a:lnTo>
                  <a:pt x="115712" y="35627"/>
                </a:lnTo>
                <a:lnTo>
                  <a:pt x="114963" y="35806"/>
                </a:lnTo>
                <a:lnTo>
                  <a:pt x="114224" y="35998"/>
                </a:lnTo>
                <a:lnTo>
                  <a:pt x="113494" y="36205"/>
                </a:lnTo>
                <a:lnTo>
                  <a:pt x="112774" y="36426"/>
                </a:lnTo>
                <a:lnTo>
                  <a:pt x="112063" y="36661"/>
                </a:lnTo>
                <a:lnTo>
                  <a:pt x="111362" y="36911"/>
                </a:lnTo>
                <a:lnTo>
                  <a:pt x="110670" y="37175"/>
                </a:lnTo>
                <a:lnTo>
                  <a:pt x="109989" y="37453"/>
                </a:lnTo>
                <a:lnTo>
                  <a:pt x="109316" y="37746"/>
                </a:lnTo>
                <a:lnTo>
                  <a:pt x="108654" y="38052"/>
                </a:lnTo>
                <a:lnTo>
                  <a:pt x="108000" y="38373"/>
                </a:lnTo>
                <a:lnTo>
                  <a:pt x="107357" y="38708"/>
                </a:lnTo>
                <a:lnTo>
                  <a:pt x="106725" y="39057"/>
                </a:lnTo>
                <a:lnTo>
                  <a:pt x="106104" y="39418"/>
                </a:lnTo>
                <a:lnTo>
                  <a:pt x="105496" y="39792"/>
                </a:lnTo>
                <a:lnTo>
                  <a:pt x="104900" y="40179"/>
                </a:lnTo>
                <a:lnTo>
                  <a:pt x="104315" y="40578"/>
                </a:lnTo>
                <a:lnTo>
                  <a:pt x="103743" y="40989"/>
                </a:lnTo>
                <a:lnTo>
                  <a:pt x="103183" y="41414"/>
                </a:lnTo>
                <a:lnTo>
                  <a:pt x="102635" y="41851"/>
                </a:lnTo>
                <a:lnTo>
                  <a:pt x="102099" y="42300"/>
                </a:lnTo>
                <a:lnTo>
                  <a:pt x="101575" y="42763"/>
                </a:lnTo>
                <a:lnTo>
                  <a:pt x="101064" y="43237"/>
                </a:lnTo>
                <a:lnTo>
                  <a:pt x="100564" y="43725"/>
                </a:lnTo>
                <a:lnTo>
                  <a:pt x="100076" y="44225"/>
                </a:lnTo>
                <a:lnTo>
                  <a:pt x="99601" y="44737"/>
                </a:lnTo>
                <a:lnTo>
                  <a:pt x="99137" y="45263"/>
                </a:lnTo>
                <a:lnTo>
                  <a:pt x="98685" y="45801"/>
                </a:lnTo>
                <a:lnTo>
                  <a:pt x="98246" y="46351"/>
                </a:lnTo>
                <a:lnTo>
                  <a:pt x="97819" y="46914"/>
                </a:lnTo>
                <a:lnTo>
                  <a:pt x="97403" y="47490"/>
                </a:lnTo>
                <a:lnTo>
                  <a:pt x="97000" y="48078"/>
                </a:lnTo>
                <a:lnTo>
                  <a:pt x="96609" y="48679"/>
                </a:lnTo>
                <a:lnTo>
                  <a:pt x="96230" y="49293"/>
                </a:lnTo>
                <a:lnTo>
                  <a:pt x="95863" y="49919"/>
                </a:lnTo>
                <a:lnTo>
                  <a:pt x="95508" y="50558"/>
                </a:lnTo>
                <a:lnTo>
                  <a:pt x="95166" y="51209"/>
                </a:lnTo>
                <a:lnTo>
                  <a:pt x="94839" y="51871"/>
                </a:lnTo>
                <a:lnTo>
                  <a:pt x="94527" y="52545"/>
                </a:lnTo>
                <a:lnTo>
                  <a:pt x="94229" y="53230"/>
                </a:lnTo>
                <a:lnTo>
                  <a:pt x="93946" y="53927"/>
                </a:lnTo>
                <a:lnTo>
                  <a:pt x="93677" y="54636"/>
                </a:lnTo>
                <a:lnTo>
                  <a:pt x="93422" y="55356"/>
                </a:lnTo>
                <a:lnTo>
                  <a:pt x="93183" y="56087"/>
                </a:lnTo>
                <a:lnTo>
                  <a:pt x="92957" y="56830"/>
                </a:lnTo>
                <a:lnTo>
                  <a:pt x="92747" y="57585"/>
                </a:lnTo>
                <a:lnTo>
                  <a:pt x="92550" y="58351"/>
                </a:lnTo>
                <a:lnTo>
                  <a:pt x="92369" y="59129"/>
                </a:lnTo>
                <a:lnTo>
                  <a:pt x="92202" y="59918"/>
                </a:lnTo>
                <a:lnTo>
                  <a:pt x="92049" y="60719"/>
                </a:lnTo>
                <a:lnTo>
                  <a:pt x="91911" y="61531"/>
                </a:lnTo>
                <a:lnTo>
                  <a:pt x="91788" y="62355"/>
                </a:lnTo>
                <a:lnTo>
                  <a:pt x="91679" y="63190"/>
                </a:lnTo>
                <a:lnTo>
                  <a:pt x="91584" y="64037"/>
                </a:lnTo>
                <a:lnTo>
                  <a:pt x="91504" y="64895"/>
                </a:lnTo>
                <a:lnTo>
                  <a:pt x="91439" y="65765"/>
                </a:lnTo>
                <a:lnTo>
                  <a:pt x="91388" y="66646"/>
                </a:lnTo>
                <a:lnTo>
                  <a:pt x="91352" y="67539"/>
                </a:lnTo>
                <a:lnTo>
                  <a:pt x="91330" y="68444"/>
                </a:lnTo>
                <a:lnTo>
                  <a:pt x="91323" y="69360"/>
                </a:lnTo>
                <a:lnTo>
                  <a:pt x="91323" y="89266"/>
                </a:lnTo>
                <a:lnTo>
                  <a:pt x="91330" y="90169"/>
                </a:lnTo>
                <a:lnTo>
                  <a:pt x="91352" y="91062"/>
                </a:lnTo>
                <a:lnTo>
                  <a:pt x="91388" y="91943"/>
                </a:lnTo>
                <a:lnTo>
                  <a:pt x="91439" y="92814"/>
                </a:lnTo>
                <a:lnTo>
                  <a:pt x="91504" y="93675"/>
                </a:lnTo>
                <a:lnTo>
                  <a:pt x="91584" y="94524"/>
                </a:lnTo>
                <a:lnTo>
                  <a:pt x="91679" y="95363"/>
                </a:lnTo>
                <a:lnTo>
                  <a:pt x="91788" y="96192"/>
                </a:lnTo>
                <a:lnTo>
                  <a:pt x="91911" y="97009"/>
                </a:lnTo>
                <a:lnTo>
                  <a:pt x="92049" y="97816"/>
                </a:lnTo>
                <a:lnTo>
                  <a:pt x="92202" y="98612"/>
                </a:lnTo>
                <a:lnTo>
                  <a:pt x="92369" y="99398"/>
                </a:lnTo>
                <a:lnTo>
                  <a:pt x="92550" y="100172"/>
                </a:lnTo>
                <a:lnTo>
                  <a:pt x="92747" y="100936"/>
                </a:lnTo>
                <a:lnTo>
                  <a:pt x="92957" y="101690"/>
                </a:lnTo>
                <a:lnTo>
                  <a:pt x="93183" y="102432"/>
                </a:lnTo>
                <a:lnTo>
                  <a:pt x="93422" y="103164"/>
                </a:lnTo>
                <a:lnTo>
                  <a:pt x="93677" y="103886"/>
                </a:lnTo>
                <a:lnTo>
                  <a:pt x="93946" y="104596"/>
                </a:lnTo>
                <a:lnTo>
                  <a:pt x="94229" y="105296"/>
                </a:lnTo>
                <a:lnTo>
                  <a:pt x="94527" y="105985"/>
                </a:lnTo>
                <a:lnTo>
                  <a:pt x="94839" y="106664"/>
                </a:lnTo>
                <a:lnTo>
                  <a:pt x="95166" y="107331"/>
                </a:lnTo>
                <a:lnTo>
                  <a:pt x="95508" y="107989"/>
                </a:lnTo>
                <a:lnTo>
                  <a:pt x="95863" y="108634"/>
                </a:lnTo>
                <a:lnTo>
                  <a:pt x="96230" y="109266"/>
                </a:lnTo>
                <a:lnTo>
                  <a:pt x="96609" y="109886"/>
                </a:lnTo>
                <a:lnTo>
                  <a:pt x="97000" y="110492"/>
                </a:lnTo>
                <a:lnTo>
                  <a:pt x="97403" y="111086"/>
                </a:lnTo>
                <a:lnTo>
                  <a:pt x="97819" y="111667"/>
                </a:lnTo>
                <a:lnTo>
                  <a:pt x="98246" y="112235"/>
                </a:lnTo>
                <a:lnTo>
                  <a:pt x="98685" y="112790"/>
                </a:lnTo>
                <a:lnTo>
                  <a:pt x="99137" y="113332"/>
                </a:lnTo>
                <a:lnTo>
                  <a:pt x="99601" y="113861"/>
                </a:lnTo>
                <a:lnTo>
                  <a:pt x="100076" y="114378"/>
                </a:lnTo>
                <a:lnTo>
                  <a:pt x="100564" y="114881"/>
                </a:lnTo>
                <a:lnTo>
                  <a:pt x="101064" y="115372"/>
                </a:lnTo>
                <a:lnTo>
                  <a:pt x="101575" y="115849"/>
                </a:lnTo>
                <a:lnTo>
                  <a:pt x="102099" y="116314"/>
                </a:lnTo>
                <a:lnTo>
                  <a:pt x="102635" y="116766"/>
                </a:lnTo>
                <a:lnTo>
                  <a:pt x="103183" y="117205"/>
                </a:lnTo>
                <a:lnTo>
                  <a:pt x="103743" y="117631"/>
                </a:lnTo>
                <a:lnTo>
                  <a:pt x="104315" y="118045"/>
                </a:lnTo>
                <a:lnTo>
                  <a:pt x="104900" y="118445"/>
                </a:lnTo>
                <a:lnTo>
                  <a:pt x="105496" y="118832"/>
                </a:lnTo>
                <a:lnTo>
                  <a:pt x="106104" y="119207"/>
                </a:lnTo>
                <a:lnTo>
                  <a:pt x="106725" y="119569"/>
                </a:lnTo>
                <a:lnTo>
                  <a:pt x="107357" y="119917"/>
                </a:lnTo>
                <a:lnTo>
                  <a:pt x="108000" y="120253"/>
                </a:lnTo>
                <a:lnTo>
                  <a:pt x="108654" y="120574"/>
                </a:lnTo>
                <a:lnTo>
                  <a:pt x="109316" y="120880"/>
                </a:lnTo>
                <a:lnTo>
                  <a:pt x="109989" y="121173"/>
                </a:lnTo>
                <a:lnTo>
                  <a:pt x="110670" y="121451"/>
                </a:lnTo>
                <a:lnTo>
                  <a:pt x="111362" y="121715"/>
                </a:lnTo>
                <a:lnTo>
                  <a:pt x="112063" y="121964"/>
                </a:lnTo>
                <a:lnTo>
                  <a:pt x="112774" y="122200"/>
                </a:lnTo>
                <a:lnTo>
                  <a:pt x="113494" y="122421"/>
                </a:lnTo>
                <a:lnTo>
                  <a:pt x="114224" y="122628"/>
                </a:lnTo>
                <a:lnTo>
                  <a:pt x="114963" y="122820"/>
                </a:lnTo>
                <a:lnTo>
                  <a:pt x="115712" y="122998"/>
                </a:lnTo>
                <a:lnTo>
                  <a:pt x="116471" y="123162"/>
                </a:lnTo>
                <a:lnTo>
                  <a:pt x="117239" y="123312"/>
                </a:lnTo>
                <a:lnTo>
                  <a:pt x="118017" y="123448"/>
                </a:lnTo>
                <a:lnTo>
                  <a:pt x="118805" y="123569"/>
                </a:lnTo>
                <a:lnTo>
                  <a:pt x="119602" y="123676"/>
                </a:lnTo>
                <a:lnTo>
                  <a:pt x="120409" y="123769"/>
                </a:lnTo>
                <a:lnTo>
                  <a:pt x="121225" y="123847"/>
                </a:lnTo>
                <a:lnTo>
                  <a:pt x="122051" y="123911"/>
                </a:lnTo>
                <a:lnTo>
                  <a:pt x="122886" y="123961"/>
                </a:lnTo>
                <a:lnTo>
                  <a:pt x="123731" y="123997"/>
                </a:lnTo>
                <a:lnTo>
                  <a:pt x="124586" y="124018"/>
                </a:lnTo>
                <a:lnTo>
                  <a:pt x="125450" y="124025"/>
                </a:lnTo>
                <a:lnTo>
                  <a:pt x="126314" y="124018"/>
                </a:lnTo>
                <a:lnTo>
                  <a:pt x="127169" y="123997"/>
                </a:lnTo>
                <a:lnTo>
                  <a:pt x="128014" y="123961"/>
                </a:lnTo>
                <a:lnTo>
                  <a:pt x="128849" y="123911"/>
                </a:lnTo>
                <a:lnTo>
                  <a:pt x="129675" y="123847"/>
                </a:lnTo>
                <a:close/>
                <a:moveTo>
                  <a:pt x="121797" y="111159"/>
                </a:moveTo>
                <a:lnTo>
                  <a:pt x="121105" y="111060"/>
                </a:lnTo>
                <a:lnTo>
                  <a:pt x="120427" y="110942"/>
                </a:lnTo>
                <a:lnTo>
                  <a:pt x="119762" y="110806"/>
                </a:lnTo>
                <a:lnTo>
                  <a:pt x="119111" y="110652"/>
                </a:lnTo>
                <a:lnTo>
                  <a:pt x="118472" y="110481"/>
                </a:lnTo>
                <a:lnTo>
                  <a:pt x="117847" y="110291"/>
                </a:lnTo>
                <a:lnTo>
                  <a:pt x="117234" y="110082"/>
                </a:lnTo>
                <a:lnTo>
                  <a:pt x="116635" y="109856"/>
                </a:lnTo>
                <a:lnTo>
                  <a:pt x="116049" y="109612"/>
                </a:lnTo>
                <a:lnTo>
                  <a:pt x="115476" y="109349"/>
                </a:lnTo>
                <a:lnTo>
                  <a:pt x="114917" y="109069"/>
                </a:lnTo>
                <a:lnTo>
                  <a:pt x="114370" y="108770"/>
                </a:lnTo>
                <a:lnTo>
                  <a:pt x="113837" y="108454"/>
                </a:lnTo>
                <a:lnTo>
                  <a:pt x="113317" y="108119"/>
                </a:lnTo>
                <a:lnTo>
                  <a:pt x="112810" y="107766"/>
                </a:lnTo>
                <a:lnTo>
                  <a:pt x="112316" y="107395"/>
                </a:lnTo>
                <a:lnTo>
                  <a:pt x="111835" y="107006"/>
                </a:lnTo>
                <a:lnTo>
                  <a:pt x="111367" y="106599"/>
                </a:lnTo>
                <a:lnTo>
                  <a:pt x="110913" y="106173"/>
                </a:lnTo>
                <a:lnTo>
                  <a:pt x="110475" y="105730"/>
                </a:lnTo>
                <a:lnTo>
                  <a:pt x="110055" y="105270"/>
                </a:lnTo>
                <a:lnTo>
                  <a:pt x="109654" y="104793"/>
                </a:lnTo>
                <a:lnTo>
                  <a:pt x="109272" y="104299"/>
                </a:lnTo>
                <a:lnTo>
                  <a:pt x="108908" y="103788"/>
                </a:lnTo>
                <a:lnTo>
                  <a:pt x="108563" y="103260"/>
                </a:lnTo>
                <a:lnTo>
                  <a:pt x="108237" y="102715"/>
                </a:lnTo>
                <a:lnTo>
                  <a:pt x="107929" y="102153"/>
                </a:lnTo>
                <a:lnTo>
                  <a:pt x="107640" y="101574"/>
                </a:lnTo>
                <a:lnTo>
                  <a:pt x="107369" y="100978"/>
                </a:lnTo>
                <a:lnTo>
                  <a:pt x="107118" y="100365"/>
                </a:lnTo>
                <a:lnTo>
                  <a:pt x="106884" y="99734"/>
                </a:lnTo>
                <a:lnTo>
                  <a:pt x="106670" y="99087"/>
                </a:lnTo>
                <a:lnTo>
                  <a:pt x="106474" y="98423"/>
                </a:lnTo>
                <a:lnTo>
                  <a:pt x="106297" y="97742"/>
                </a:lnTo>
                <a:lnTo>
                  <a:pt x="106138" y="97044"/>
                </a:lnTo>
                <a:lnTo>
                  <a:pt x="105999" y="96329"/>
                </a:lnTo>
                <a:lnTo>
                  <a:pt x="105877" y="95597"/>
                </a:lnTo>
                <a:lnTo>
                  <a:pt x="105775" y="94848"/>
                </a:lnTo>
                <a:lnTo>
                  <a:pt x="105691" y="94082"/>
                </a:lnTo>
                <a:lnTo>
                  <a:pt x="105626" y="93299"/>
                </a:lnTo>
                <a:lnTo>
                  <a:pt x="105579" y="92499"/>
                </a:lnTo>
                <a:lnTo>
                  <a:pt x="105551" y="91682"/>
                </a:lnTo>
                <a:lnTo>
                  <a:pt x="105542" y="90848"/>
                </a:lnTo>
                <a:lnTo>
                  <a:pt x="105542" y="67778"/>
                </a:lnTo>
                <a:lnTo>
                  <a:pt x="105551" y="66944"/>
                </a:lnTo>
                <a:lnTo>
                  <a:pt x="105579" y="66127"/>
                </a:lnTo>
                <a:lnTo>
                  <a:pt x="105626" y="65327"/>
                </a:lnTo>
                <a:lnTo>
                  <a:pt x="105691" y="64544"/>
                </a:lnTo>
                <a:lnTo>
                  <a:pt x="105775" y="63778"/>
                </a:lnTo>
                <a:lnTo>
                  <a:pt x="105877" y="63029"/>
                </a:lnTo>
                <a:lnTo>
                  <a:pt x="105999" y="62297"/>
                </a:lnTo>
                <a:lnTo>
                  <a:pt x="106138" y="61582"/>
                </a:lnTo>
                <a:lnTo>
                  <a:pt x="106297" y="60884"/>
                </a:lnTo>
                <a:lnTo>
                  <a:pt x="106474" y="60203"/>
                </a:lnTo>
                <a:lnTo>
                  <a:pt x="106670" y="59539"/>
                </a:lnTo>
                <a:lnTo>
                  <a:pt x="106884" y="58892"/>
                </a:lnTo>
                <a:lnTo>
                  <a:pt x="107118" y="58262"/>
                </a:lnTo>
                <a:lnTo>
                  <a:pt x="107369" y="57649"/>
                </a:lnTo>
                <a:lnTo>
                  <a:pt x="107640" y="57053"/>
                </a:lnTo>
                <a:lnTo>
                  <a:pt x="107929" y="56474"/>
                </a:lnTo>
                <a:lnTo>
                  <a:pt x="108237" y="55912"/>
                </a:lnTo>
                <a:lnTo>
                  <a:pt x="108563" y="55367"/>
                </a:lnTo>
                <a:lnTo>
                  <a:pt x="108908" y="54839"/>
                </a:lnTo>
                <a:lnTo>
                  <a:pt x="109272" y="54328"/>
                </a:lnTo>
                <a:lnTo>
                  <a:pt x="109654" y="53835"/>
                </a:lnTo>
                <a:lnTo>
                  <a:pt x="110055" y="53358"/>
                </a:lnTo>
                <a:lnTo>
                  <a:pt x="110475" y="52898"/>
                </a:lnTo>
                <a:lnTo>
                  <a:pt x="110913" y="52455"/>
                </a:lnTo>
                <a:lnTo>
                  <a:pt x="111367" y="52029"/>
                </a:lnTo>
                <a:lnTo>
                  <a:pt x="111835" y="51622"/>
                </a:lnTo>
                <a:lnTo>
                  <a:pt x="112316" y="51233"/>
                </a:lnTo>
                <a:lnTo>
                  <a:pt x="112810" y="50862"/>
                </a:lnTo>
                <a:lnTo>
                  <a:pt x="113317" y="50509"/>
                </a:lnTo>
                <a:lnTo>
                  <a:pt x="113837" y="50174"/>
                </a:lnTo>
                <a:lnTo>
                  <a:pt x="114370" y="49857"/>
                </a:lnTo>
                <a:lnTo>
                  <a:pt x="114917" y="49558"/>
                </a:lnTo>
                <a:lnTo>
                  <a:pt x="115476" y="49277"/>
                </a:lnTo>
                <a:lnTo>
                  <a:pt x="116049" y="49015"/>
                </a:lnTo>
                <a:lnTo>
                  <a:pt x="116635" y="48770"/>
                </a:lnTo>
                <a:lnTo>
                  <a:pt x="117234" y="48544"/>
                </a:lnTo>
                <a:lnTo>
                  <a:pt x="117847" y="48336"/>
                </a:lnTo>
                <a:lnTo>
                  <a:pt x="118472" y="48146"/>
                </a:lnTo>
                <a:lnTo>
                  <a:pt x="119111" y="47974"/>
                </a:lnTo>
                <a:lnTo>
                  <a:pt x="119762" y="47820"/>
                </a:lnTo>
                <a:lnTo>
                  <a:pt x="120427" y="47684"/>
                </a:lnTo>
                <a:lnTo>
                  <a:pt x="121105" y="47566"/>
                </a:lnTo>
                <a:lnTo>
                  <a:pt x="121797" y="47467"/>
                </a:lnTo>
                <a:lnTo>
                  <a:pt x="122501" y="47385"/>
                </a:lnTo>
                <a:lnTo>
                  <a:pt x="123219" y="47322"/>
                </a:lnTo>
                <a:lnTo>
                  <a:pt x="123949" y="47277"/>
                </a:lnTo>
                <a:lnTo>
                  <a:pt x="124693" y="47249"/>
                </a:lnTo>
                <a:lnTo>
                  <a:pt x="125450" y="47240"/>
                </a:lnTo>
                <a:lnTo>
                  <a:pt x="126220" y="47249"/>
                </a:lnTo>
                <a:lnTo>
                  <a:pt x="126976" y="47277"/>
                </a:lnTo>
                <a:lnTo>
                  <a:pt x="127717" y="47322"/>
                </a:lnTo>
                <a:lnTo>
                  <a:pt x="128445" y="47385"/>
                </a:lnTo>
                <a:lnTo>
                  <a:pt x="129159" y="47467"/>
                </a:lnTo>
                <a:lnTo>
                  <a:pt x="129859" y="47566"/>
                </a:lnTo>
                <a:lnTo>
                  <a:pt x="130544" y="47684"/>
                </a:lnTo>
                <a:lnTo>
                  <a:pt x="131216" y="47820"/>
                </a:lnTo>
                <a:lnTo>
                  <a:pt x="131874" y="47974"/>
                </a:lnTo>
                <a:lnTo>
                  <a:pt x="132518" y="48146"/>
                </a:lnTo>
                <a:lnTo>
                  <a:pt x="133148" y="48336"/>
                </a:lnTo>
                <a:lnTo>
                  <a:pt x="133764" y="48544"/>
                </a:lnTo>
                <a:lnTo>
                  <a:pt x="134365" y="48770"/>
                </a:lnTo>
                <a:lnTo>
                  <a:pt x="134953" y="49015"/>
                </a:lnTo>
                <a:lnTo>
                  <a:pt x="135527" y="49277"/>
                </a:lnTo>
                <a:lnTo>
                  <a:pt x="136087" y="49558"/>
                </a:lnTo>
                <a:lnTo>
                  <a:pt x="136633" y="49857"/>
                </a:lnTo>
                <a:lnTo>
                  <a:pt x="137165" y="50174"/>
                </a:lnTo>
                <a:lnTo>
                  <a:pt x="137683" y="50509"/>
                </a:lnTo>
                <a:lnTo>
                  <a:pt x="138187" y="50862"/>
                </a:lnTo>
                <a:lnTo>
                  <a:pt x="138677" y="51233"/>
                </a:lnTo>
                <a:lnTo>
                  <a:pt x="139152" y="51622"/>
                </a:lnTo>
                <a:lnTo>
                  <a:pt x="139614" y="52029"/>
                </a:lnTo>
                <a:lnTo>
                  <a:pt x="140062" y="52455"/>
                </a:lnTo>
                <a:lnTo>
                  <a:pt x="140494" y="52898"/>
                </a:lnTo>
                <a:lnTo>
                  <a:pt x="140908" y="53358"/>
                </a:lnTo>
                <a:lnTo>
                  <a:pt x="141303" y="53835"/>
                </a:lnTo>
                <a:lnTo>
                  <a:pt x="141680" y="54328"/>
                </a:lnTo>
                <a:lnTo>
                  <a:pt x="142039" y="54839"/>
                </a:lnTo>
                <a:lnTo>
                  <a:pt x="142379" y="55367"/>
                </a:lnTo>
                <a:lnTo>
                  <a:pt x="142700" y="55912"/>
                </a:lnTo>
                <a:lnTo>
                  <a:pt x="143004" y="56474"/>
                </a:lnTo>
                <a:lnTo>
                  <a:pt x="143289" y="57053"/>
                </a:lnTo>
                <a:lnTo>
                  <a:pt x="143555" y="57649"/>
                </a:lnTo>
                <a:lnTo>
                  <a:pt x="143803" y="58262"/>
                </a:lnTo>
                <a:lnTo>
                  <a:pt x="144033" y="58892"/>
                </a:lnTo>
                <a:lnTo>
                  <a:pt x="144244" y="59539"/>
                </a:lnTo>
                <a:lnTo>
                  <a:pt x="144437" y="60203"/>
                </a:lnTo>
                <a:lnTo>
                  <a:pt x="144612" y="60884"/>
                </a:lnTo>
                <a:lnTo>
                  <a:pt x="144768" y="61582"/>
                </a:lnTo>
                <a:lnTo>
                  <a:pt x="144906" y="62297"/>
                </a:lnTo>
                <a:lnTo>
                  <a:pt x="145026" y="63029"/>
                </a:lnTo>
                <a:lnTo>
                  <a:pt x="145127" y="63778"/>
                </a:lnTo>
                <a:lnTo>
                  <a:pt x="145210" y="64544"/>
                </a:lnTo>
                <a:lnTo>
                  <a:pt x="145274" y="65327"/>
                </a:lnTo>
                <a:lnTo>
                  <a:pt x="145320" y="66127"/>
                </a:lnTo>
                <a:lnTo>
                  <a:pt x="145347" y="66944"/>
                </a:lnTo>
                <a:lnTo>
                  <a:pt x="145357" y="67778"/>
                </a:lnTo>
                <a:lnTo>
                  <a:pt x="145357" y="90848"/>
                </a:lnTo>
                <a:lnTo>
                  <a:pt x="145347" y="91682"/>
                </a:lnTo>
                <a:lnTo>
                  <a:pt x="145320" y="92499"/>
                </a:lnTo>
                <a:lnTo>
                  <a:pt x="145274" y="93299"/>
                </a:lnTo>
                <a:lnTo>
                  <a:pt x="145210" y="94082"/>
                </a:lnTo>
                <a:lnTo>
                  <a:pt x="145127" y="94848"/>
                </a:lnTo>
                <a:lnTo>
                  <a:pt x="145026" y="95597"/>
                </a:lnTo>
                <a:lnTo>
                  <a:pt x="144906" y="96329"/>
                </a:lnTo>
                <a:lnTo>
                  <a:pt x="144768" y="97044"/>
                </a:lnTo>
                <a:lnTo>
                  <a:pt x="144612" y="97742"/>
                </a:lnTo>
                <a:lnTo>
                  <a:pt x="144437" y="98423"/>
                </a:lnTo>
                <a:lnTo>
                  <a:pt x="144244" y="99087"/>
                </a:lnTo>
                <a:lnTo>
                  <a:pt x="144033" y="99734"/>
                </a:lnTo>
                <a:lnTo>
                  <a:pt x="143803" y="100365"/>
                </a:lnTo>
                <a:lnTo>
                  <a:pt x="143555" y="100978"/>
                </a:lnTo>
                <a:lnTo>
                  <a:pt x="143289" y="101574"/>
                </a:lnTo>
                <a:lnTo>
                  <a:pt x="143004" y="102153"/>
                </a:lnTo>
                <a:lnTo>
                  <a:pt x="142700" y="102715"/>
                </a:lnTo>
                <a:lnTo>
                  <a:pt x="142379" y="103260"/>
                </a:lnTo>
                <a:lnTo>
                  <a:pt x="142039" y="103788"/>
                </a:lnTo>
                <a:lnTo>
                  <a:pt x="141680" y="104299"/>
                </a:lnTo>
                <a:lnTo>
                  <a:pt x="141303" y="104793"/>
                </a:lnTo>
                <a:lnTo>
                  <a:pt x="140908" y="105270"/>
                </a:lnTo>
                <a:lnTo>
                  <a:pt x="140494" y="105730"/>
                </a:lnTo>
                <a:lnTo>
                  <a:pt x="140062" y="106173"/>
                </a:lnTo>
                <a:lnTo>
                  <a:pt x="139614" y="106599"/>
                </a:lnTo>
                <a:lnTo>
                  <a:pt x="139152" y="107006"/>
                </a:lnTo>
                <a:lnTo>
                  <a:pt x="138677" y="107395"/>
                </a:lnTo>
                <a:lnTo>
                  <a:pt x="138187" y="107766"/>
                </a:lnTo>
                <a:lnTo>
                  <a:pt x="137683" y="108119"/>
                </a:lnTo>
                <a:lnTo>
                  <a:pt x="137165" y="108454"/>
                </a:lnTo>
                <a:lnTo>
                  <a:pt x="136633" y="108770"/>
                </a:lnTo>
                <a:lnTo>
                  <a:pt x="136087" y="109069"/>
                </a:lnTo>
                <a:lnTo>
                  <a:pt x="135527" y="109349"/>
                </a:lnTo>
                <a:lnTo>
                  <a:pt x="134953" y="109612"/>
                </a:lnTo>
                <a:lnTo>
                  <a:pt x="134365" y="109856"/>
                </a:lnTo>
                <a:lnTo>
                  <a:pt x="133764" y="110082"/>
                </a:lnTo>
                <a:lnTo>
                  <a:pt x="133148" y="110291"/>
                </a:lnTo>
                <a:lnTo>
                  <a:pt x="132518" y="110481"/>
                </a:lnTo>
                <a:lnTo>
                  <a:pt x="131874" y="110652"/>
                </a:lnTo>
                <a:lnTo>
                  <a:pt x="131216" y="110806"/>
                </a:lnTo>
                <a:lnTo>
                  <a:pt x="130544" y="110942"/>
                </a:lnTo>
                <a:lnTo>
                  <a:pt x="129859" y="111060"/>
                </a:lnTo>
                <a:lnTo>
                  <a:pt x="129159" y="111159"/>
                </a:lnTo>
                <a:lnTo>
                  <a:pt x="128445" y="111241"/>
                </a:lnTo>
                <a:lnTo>
                  <a:pt x="127717" y="111304"/>
                </a:lnTo>
                <a:lnTo>
                  <a:pt x="126976" y="111349"/>
                </a:lnTo>
                <a:lnTo>
                  <a:pt x="126220" y="111376"/>
                </a:lnTo>
                <a:lnTo>
                  <a:pt x="125450" y="111385"/>
                </a:lnTo>
                <a:lnTo>
                  <a:pt x="124693" y="111376"/>
                </a:lnTo>
                <a:lnTo>
                  <a:pt x="123949" y="111349"/>
                </a:lnTo>
                <a:lnTo>
                  <a:pt x="123219" y="111304"/>
                </a:lnTo>
                <a:lnTo>
                  <a:pt x="122501" y="111241"/>
                </a:lnTo>
                <a:lnTo>
                  <a:pt x="121797" y="111159"/>
                </a:lnTo>
                <a:close/>
                <a:moveTo>
                  <a:pt x="690528" y="123911"/>
                </a:moveTo>
                <a:lnTo>
                  <a:pt x="691353" y="123847"/>
                </a:lnTo>
                <a:lnTo>
                  <a:pt x="692169" y="123769"/>
                </a:lnTo>
                <a:lnTo>
                  <a:pt x="692976" y="123676"/>
                </a:lnTo>
                <a:lnTo>
                  <a:pt x="693773" y="123569"/>
                </a:lnTo>
                <a:lnTo>
                  <a:pt x="694560" y="123448"/>
                </a:lnTo>
                <a:lnTo>
                  <a:pt x="695338" y="123312"/>
                </a:lnTo>
                <a:lnTo>
                  <a:pt x="696106" y="123162"/>
                </a:lnTo>
                <a:lnTo>
                  <a:pt x="696864" y="122998"/>
                </a:lnTo>
                <a:lnTo>
                  <a:pt x="697613" y="122820"/>
                </a:lnTo>
                <a:lnTo>
                  <a:pt x="698352" y="122628"/>
                </a:lnTo>
                <a:lnTo>
                  <a:pt x="699082" y="122421"/>
                </a:lnTo>
                <a:lnTo>
                  <a:pt x="699802" y="122200"/>
                </a:lnTo>
                <a:lnTo>
                  <a:pt x="700513" y="121964"/>
                </a:lnTo>
                <a:lnTo>
                  <a:pt x="701214" y="121715"/>
                </a:lnTo>
                <a:lnTo>
                  <a:pt x="701905" y="121451"/>
                </a:lnTo>
                <a:lnTo>
                  <a:pt x="702587" y="121173"/>
                </a:lnTo>
                <a:lnTo>
                  <a:pt x="703259" y="120880"/>
                </a:lnTo>
                <a:lnTo>
                  <a:pt x="703921" y="120574"/>
                </a:lnTo>
                <a:lnTo>
                  <a:pt x="704574" y="120253"/>
                </a:lnTo>
                <a:lnTo>
                  <a:pt x="705217" y="119917"/>
                </a:lnTo>
                <a:lnTo>
                  <a:pt x="705850" y="119569"/>
                </a:lnTo>
                <a:lnTo>
                  <a:pt x="706470" y="119207"/>
                </a:lnTo>
                <a:lnTo>
                  <a:pt x="707079" y="118832"/>
                </a:lnTo>
                <a:lnTo>
                  <a:pt x="707675" y="118445"/>
                </a:lnTo>
                <a:lnTo>
                  <a:pt x="708260" y="118045"/>
                </a:lnTo>
                <a:lnTo>
                  <a:pt x="708832" y="117631"/>
                </a:lnTo>
                <a:lnTo>
                  <a:pt x="709392" y="117205"/>
                </a:lnTo>
                <a:lnTo>
                  <a:pt x="709940" y="116766"/>
                </a:lnTo>
                <a:lnTo>
                  <a:pt x="710476" y="116314"/>
                </a:lnTo>
                <a:lnTo>
                  <a:pt x="711000" y="115849"/>
                </a:lnTo>
                <a:lnTo>
                  <a:pt x="711512" y="115372"/>
                </a:lnTo>
                <a:lnTo>
                  <a:pt x="712012" y="114881"/>
                </a:lnTo>
                <a:lnTo>
                  <a:pt x="712500" y="114378"/>
                </a:lnTo>
                <a:lnTo>
                  <a:pt x="712976" y="113861"/>
                </a:lnTo>
                <a:lnTo>
                  <a:pt x="713439" y="113332"/>
                </a:lnTo>
                <a:lnTo>
                  <a:pt x="713891" y="112790"/>
                </a:lnTo>
                <a:lnTo>
                  <a:pt x="714330" y="112235"/>
                </a:lnTo>
                <a:lnTo>
                  <a:pt x="714758" y="111667"/>
                </a:lnTo>
                <a:lnTo>
                  <a:pt x="715173" y="111086"/>
                </a:lnTo>
                <a:lnTo>
                  <a:pt x="715576" y="110492"/>
                </a:lnTo>
                <a:lnTo>
                  <a:pt x="715968" y="109886"/>
                </a:lnTo>
                <a:lnTo>
                  <a:pt x="716347" y="109266"/>
                </a:lnTo>
                <a:lnTo>
                  <a:pt x="716714" y="108634"/>
                </a:lnTo>
                <a:lnTo>
                  <a:pt x="717069" y="107989"/>
                </a:lnTo>
                <a:lnTo>
                  <a:pt x="717411" y="107331"/>
                </a:lnTo>
                <a:lnTo>
                  <a:pt x="717738" y="106664"/>
                </a:lnTo>
                <a:lnTo>
                  <a:pt x="718050" y="105985"/>
                </a:lnTo>
                <a:lnTo>
                  <a:pt x="718348" y="105296"/>
                </a:lnTo>
                <a:lnTo>
                  <a:pt x="718632" y="104596"/>
                </a:lnTo>
                <a:lnTo>
                  <a:pt x="718901" y="103886"/>
                </a:lnTo>
                <a:lnTo>
                  <a:pt x="719155" y="103164"/>
                </a:lnTo>
                <a:lnTo>
                  <a:pt x="719395" y="102432"/>
                </a:lnTo>
                <a:lnTo>
                  <a:pt x="719621" y="101690"/>
                </a:lnTo>
                <a:lnTo>
                  <a:pt x="719832" y="100936"/>
                </a:lnTo>
                <a:lnTo>
                  <a:pt x="720028" y="100172"/>
                </a:lnTo>
                <a:lnTo>
                  <a:pt x="720210" y="99398"/>
                </a:lnTo>
                <a:lnTo>
                  <a:pt x="720377" y="98612"/>
                </a:lnTo>
                <a:lnTo>
                  <a:pt x="720530" y="97816"/>
                </a:lnTo>
                <a:lnTo>
                  <a:pt x="720668" y="97009"/>
                </a:lnTo>
                <a:lnTo>
                  <a:pt x="720791" y="96192"/>
                </a:lnTo>
                <a:lnTo>
                  <a:pt x="720900" y="95363"/>
                </a:lnTo>
                <a:lnTo>
                  <a:pt x="720995" y="94524"/>
                </a:lnTo>
                <a:lnTo>
                  <a:pt x="721075" y="93675"/>
                </a:lnTo>
                <a:lnTo>
                  <a:pt x="721140" y="92814"/>
                </a:lnTo>
                <a:lnTo>
                  <a:pt x="721191" y="91943"/>
                </a:lnTo>
                <a:lnTo>
                  <a:pt x="721227" y="91062"/>
                </a:lnTo>
                <a:lnTo>
                  <a:pt x="721249" y="90169"/>
                </a:lnTo>
                <a:lnTo>
                  <a:pt x="721257" y="89266"/>
                </a:lnTo>
                <a:lnTo>
                  <a:pt x="721257" y="69360"/>
                </a:lnTo>
                <a:lnTo>
                  <a:pt x="721249" y="68444"/>
                </a:lnTo>
                <a:lnTo>
                  <a:pt x="721227" y="67539"/>
                </a:lnTo>
                <a:lnTo>
                  <a:pt x="721191" y="66646"/>
                </a:lnTo>
                <a:lnTo>
                  <a:pt x="721140" y="65765"/>
                </a:lnTo>
                <a:lnTo>
                  <a:pt x="721075" y="64895"/>
                </a:lnTo>
                <a:lnTo>
                  <a:pt x="720995" y="64037"/>
                </a:lnTo>
                <a:lnTo>
                  <a:pt x="720900" y="63190"/>
                </a:lnTo>
                <a:lnTo>
                  <a:pt x="720791" y="62355"/>
                </a:lnTo>
                <a:lnTo>
                  <a:pt x="720668" y="61531"/>
                </a:lnTo>
                <a:lnTo>
                  <a:pt x="720530" y="60719"/>
                </a:lnTo>
                <a:lnTo>
                  <a:pt x="720377" y="59918"/>
                </a:lnTo>
                <a:lnTo>
                  <a:pt x="720210" y="59129"/>
                </a:lnTo>
                <a:lnTo>
                  <a:pt x="720028" y="58351"/>
                </a:lnTo>
                <a:lnTo>
                  <a:pt x="719832" y="57585"/>
                </a:lnTo>
                <a:lnTo>
                  <a:pt x="719621" y="56830"/>
                </a:lnTo>
                <a:lnTo>
                  <a:pt x="719395" y="56087"/>
                </a:lnTo>
                <a:lnTo>
                  <a:pt x="719155" y="55356"/>
                </a:lnTo>
                <a:lnTo>
                  <a:pt x="718901" y="54636"/>
                </a:lnTo>
                <a:lnTo>
                  <a:pt x="718632" y="53927"/>
                </a:lnTo>
                <a:lnTo>
                  <a:pt x="718348" y="53230"/>
                </a:lnTo>
                <a:lnTo>
                  <a:pt x="718050" y="52545"/>
                </a:lnTo>
                <a:lnTo>
                  <a:pt x="717738" y="51871"/>
                </a:lnTo>
                <a:lnTo>
                  <a:pt x="717411" y="51209"/>
                </a:lnTo>
                <a:lnTo>
                  <a:pt x="717069" y="50558"/>
                </a:lnTo>
                <a:lnTo>
                  <a:pt x="716714" y="49919"/>
                </a:lnTo>
                <a:lnTo>
                  <a:pt x="716347" y="49293"/>
                </a:lnTo>
                <a:lnTo>
                  <a:pt x="715969" y="48679"/>
                </a:lnTo>
                <a:lnTo>
                  <a:pt x="715579" y="48078"/>
                </a:lnTo>
                <a:lnTo>
                  <a:pt x="715177" y="47490"/>
                </a:lnTo>
                <a:lnTo>
                  <a:pt x="714763" y="46914"/>
                </a:lnTo>
                <a:lnTo>
                  <a:pt x="714337" y="46351"/>
                </a:lnTo>
                <a:lnTo>
                  <a:pt x="713900" y="45801"/>
                </a:lnTo>
                <a:lnTo>
                  <a:pt x="713451" y="45263"/>
                </a:lnTo>
                <a:lnTo>
                  <a:pt x="712990" y="44737"/>
                </a:lnTo>
                <a:lnTo>
                  <a:pt x="712517" y="44225"/>
                </a:lnTo>
                <a:lnTo>
                  <a:pt x="712032" y="43725"/>
                </a:lnTo>
                <a:lnTo>
                  <a:pt x="711536" y="43237"/>
                </a:lnTo>
                <a:lnTo>
                  <a:pt x="711027" y="42763"/>
                </a:lnTo>
                <a:lnTo>
                  <a:pt x="710508" y="42300"/>
                </a:lnTo>
                <a:lnTo>
                  <a:pt x="709976" y="41851"/>
                </a:lnTo>
                <a:lnTo>
                  <a:pt x="709432" y="41414"/>
                </a:lnTo>
                <a:lnTo>
                  <a:pt x="708877" y="40989"/>
                </a:lnTo>
                <a:lnTo>
                  <a:pt x="708310" y="40578"/>
                </a:lnTo>
                <a:lnTo>
                  <a:pt x="707731" y="40179"/>
                </a:lnTo>
                <a:lnTo>
                  <a:pt x="707140" y="39792"/>
                </a:lnTo>
                <a:lnTo>
                  <a:pt x="706537" y="39418"/>
                </a:lnTo>
                <a:lnTo>
                  <a:pt x="705923" y="39057"/>
                </a:lnTo>
                <a:lnTo>
                  <a:pt x="705297" y="38708"/>
                </a:lnTo>
                <a:lnTo>
                  <a:pt x="704660" y="38373"/>
                </a:lnTo>
                <a:lnTo>
                  <a:pt x="704012" y="38052"/>
                </a:lnTo>
                <a:lnTo>
                  <a:pt x="703354" y="37746"/>
                </a:lnTo>
                <a:lnTo>
                  <a:pt x="702686" y="37453"/>
                </a:lnTo>
                <a:lnTo>
                  <a:pt x="702007" y="37175"/>
                </a:lnTo>
                <a:lnTo>
                  <a:pt x="701318" y="36911"/>
                </a:lnTo>
                <a:lnTo>
                  <a:pt x="700618" y="36661"/>
                </a:lnTo>
                <a:lnTo>
                  <a:pt x="699908" y="36426"/>
                </a:lnTo>
                <a:lnTo>
                  <a:pt x="699188" y="36205"/>
                </a:lnTo>
                <a:lnTo>
                  <a:pt x="698457" y="35998"/>
                </a:lnTo>
                <a:lnTo>
                  <a:pt x="697716" y="35806"/>
                </a:lnTo>
                <a:lnTo>
                  <a:pt x="696964" y="35627"/>
                </a:lnTo>
                <a:lnTo>
                  <a:pt x="696202" y="35463"/>
                </a:lnTo>
                <a:lnTo>
                  <a:pt x="695429" y="35314"/>
                </a:lnTo>
                <a:lnTo>
                  <a:pt x="694646" y="35178"/>
                </a:lnTo>
                <a:lnTo>
                  <a:pt x="693852" y="35057"/>
                </a:lnTo>
                <a:lnTo>
                  <a:pt x="693048" y="34950"/>
                </a:lnTo>
                <a:lnTo>
                  <a:pt x="692234" y="34857"/>
                </a:lnTo>
                <a:lnTo>
                  <a:pt x="691409" y="34779"/>
                </a:lnTo>
                <a:lnTo>
                  <a:pt x="690574" y="34714"/>
                </a:lnTo>
                <a:lnTo>
                  <a:pt x="689728" y="34665"/>
                </a:lnTo>
                <a:lnTo>
                  <a:pt x="688872" y="34629"/>
                </a:lnTo>
                <a:lnTo>
                  <a:pt x="688006" y="34607"/>
                </a:lnTo>
                <a:lnTo>
                  <a:pt x="687129" y="34600"/>
                </a:lnTo>
                <a:lnTo>
                  <a:pt x="686264" y="34607"/>
                </a:lnTo>
                <a:lnTo>
                  <a:pt x="685410" y="34629"/>
                </a:lnTo>
                <a:lnTo>
                  <a:pt x="684565" y="34665"/>
                </a:lnTo>
                <a:lnTo>
                  <a:pt x="683729" y="34714"/>
                </a:lnTo>
                <a:lnTo>
                  <a:pt x="682903" y="34779"/>
                </a:lnTo>
                <a:lnTo>
                  <a:pt x="682087" y="34857"/>
                </a:lnTo>
                <a:lnTo>
                  <a:pt x="681280" y="34950"/>
                </a:lnTo>
                <a:lnTo>
                  <a:pt x="680483" y="35057"/>
                </a:lnTo>
                <a:lnTo>
                  <a:pt x="679696" y="35178"/>
                </a:lnTo>
                <a:lnTo>
                  <a:pt x="678918" y="35314"/>
                </a:lnTo>
                <a:lnTo>
                  <a:pt x="678149" y="35463"/>
                </a:lnTo>
                <a:lnTo>
                  <a:pt x="677391" y="35627"/>
                </a:lnTo>
                <a:lnTo>
                  <a:pt x="676642" y="35806"/>
                </a:lnTo>
                <a:lnTo>
                  <a:pt x="675902" y="35998"/>
                </a:lnTo>
                <a:lnTo>
                  <a:pt x="675172" y="36205"/>
                </a:lnTo>
                <a:lnTo>
                  <a:pt x="674452" y="36426"/>
                </a:lnTo>
                <a:lnTo>
                  <a:pt x="673741" y="36661"/>
                </a:lnTo>
                <a:lnTo>
                  <a:pt x="673040" y="36911"/>
                </a:lnTo>
                <a:lnTo>
                  <a:pt x="672349" y="37175"/>
                </a:lnTo>
                <a:lnTo>
                  <a:pt x="671667" y="37453"/>
                </a:lnTo>
                <a:lnTo>
                  <a:pt x="670995" y="37746"/>
                </a:lnTo>
                <a:lnTo>
                  <a:pt x="670332" y="38052"/>
                </a:lnTo>
                <a:lnTo>
                  <a:pt x="669679" y="38373"/>
                </a:lnTo>
                <a:lnTo>
                  <a:pt x="669035" y="38708"/>
                </a:lnTo>
                <a:lnTo>
                  <a:pt x="668403" y="39057"/>
                </a:lnTo>
                <a:lnTo>
                  <a:pt x="667783" y="39418"/>
                </a:lnTo>
                <a:lnTo>
                  <a:pt x="667174" y="39792"/>
                </a:lnTo>
                <a:lnTo>
                  <a:pt x="666578" y="40179"/>
                </a:lnTo>
                <a:lnTo>
                  <a:pt x="665994" y="40578"/>
                </a:lnTo>
                <a:lnTo>
                  <a:pt x="665422" y="40989"/>
                </a:lnTo>
                <a:lnTo>
                  <a:pt x="664862" y="41414"/>
                </a:lnTo>
                <a:lnTo>
                  <a:pt x="664314" y="41851"/>
                </a:lnTo>
                <a:lnTo>
                  <a:pt x="663778" y="42300"/>
                </a:lnTo>
                <a:lnTo>
                  <a:pt x="663254" y="42763"/>
                </a:lnTo>
                <a:lnTo>
                  <a:pt x="662742" y="43237"/>
                </a:lnTo>
                <a:lnTo>
                  <a:pt x="662242" y="43725"/>
                </a:lnTo>
                <a:lnTo>
                  <a:pt x="661755" y="44225"/>
                </a:lnTo>
                <a:lnTo>
                  <a:pt x="661279" y="44737"/>
                </a:lnTo>
                <a:lnTo>
                  <a:pt x="660815" y="45263"/>
                </a:lnTo>
                <a:lnTo>
                  <a:pt x="660364" y="45801"/>
                </a:lnTo>
                <a:lnTo>
                  <a:pt x="659924" y="46351"/>
                </a:lnTo>
                <a:lnTo>
                  <a:pt x="659497" y="46914"/>
                </a:lnTo>
                <a:lnTo>
                  <a:pt x="659082" y="47490"/>
                </a:lnTo>
                <a:lnTo>
                  <a:pt x="658679" y="48078"/>
                </a:lnTo>
                <a:lnTo>
                  <a:pt x="658287" y="48679"/>
                </a:lnTo>
                <a:lnTo>
                  <a:pt x="657908" y="49293"/>
                </a:lnTo>
                <a:lnTo>
                  <a:pt x="657541" y="49919"/>
                </a:lnTo>
                <a:lnTo>
                  <a:pt x="657186" y="50558"/>
                </a:lnTo>
                <a:lnTo>
                  <a:pt x="656845" y="51209"/>
                </a:lnTo>
                <a:lnTo>
                  <a:pt x="656518" y="51871"/>
                </a:lnTo>
                <a:lnTo>
                  <a:pt x="656205" y="52545"/>
                </a:lnTo>
                <a:lnTo>
                  <a:pt x="655907" y="53230"/>
                </a:lnTo>
                <a:lnTo>
                  <a:pt x="655624" y="53927"/>
                </a:lnTo>
                <a:lnTo>
                  <a:pt x="655355" y="54636"/>
                </a:lnTo>
                <a:lnTo>
                  <a:pt x="655101" y="55356"/>
                </a:lnTo>
                <a:lnTo>
                  <a:pt x="654861" y="56087"/>
                </a:lnTo>
                <a:lnTo>
                  <a:pt x="654636" y="56830"/>
                </a:lnTo>
                <a:lnTo>
                  <a:pt x="654425" y="57585"/>
                </a:lnTo>
                <a:lnTo>
                  <a:pt x="654229" y="58351"/>
                </a:lnTo>
                <a:lnTo>
                  <a:pt x="654047" y="59129"/>
                </a:lnTo>
                <a:lnTo>
                  <a:pt x="653880" y="59918"/>
                </a:lnTo>
                <a:lnTo>
                  <a:pt x="653728" y="60719"/>
                </a:lnTo>
                <a:lnTo>
                  <a:pt x="653590" y="61531"/>
                </a:lnTo>
                <a:lnTo>
                  <a:pt x="653466" y="62355"/>
                </a:lnTo>
                <a:lnTo>
                  <a:pt x="653357" y="63190"/>
                </a:lnTo>
                <a:lnTo>
                  <a:pt x="653263" y="64037"/>
                </a:lnTo>
                <a:lnTo>
                  <a:pt x="653183" y="64895"/>
                </a:lnTo>
                <a:lnTo>
                  <a:pt x="653117" y="65765"/>
                </a:lnTo>
                <a:lnTo>
                  <a:pt x="653066" y="66646"/>
                </a:lnTo>
                <a:lnTo>
                  <a:pt x="653030" y="67539"/>
                </a:lnTo>
                <a:lnTo>
                  <a:pt x="653008" y="68444"/>
                </a:lnTo>
                <a:lnTo>
                  <a:pt x="653001" y="69360"/>
                </a:lnTo>
                <a:lnTo>
                  <a:pt x="653001" y="89266"/>
                </a:lnTo>
                <a:lnTo>
                  <a:pt x="653008" y="90169"/>
                </a:lnTo>
                <a:lnTo>
                  <a:pt x="653030" y="91062"/>
                </a:lnTo>
                <a:lnTo>
                  <a:pt x="653066" y="91943"/>
                </a:lnTo>
                <a:lnTo>
                  <a:pt x="653117" y="92814"/>
                </a:lnTo>
                <a:lnTo>
                  <a:pt x="653183" y="93675"/>
                </a:lnTo>
                <a:lnTo>
                  <a:pt x="653263" y="94524"/>
                </a:lnTo>
                <a:lnTo>
                  <a:pt x="653357" y="95363"/>
                </a:lnTo>
                <a:lnTo>
                  <a:pt x="653466" y="96192"/>
                </a:lnTo>
                <a:lnTo>
                  <a:pt x="653590" y="97009"/>
                </a:lnTo>
                <a:lnTo>
                  <a:pt x="653728" y="97816"/>
                </a:lnTo>
                <a:lnTo>
                  <a:pt x="653880" y="98612"/>
                </a:lnTo>
                <a:lnTo>
                  <a:pt x="654047" y="99398"/>
                </a:lnTo>
                <a:lnTo>
                  <a:pt x="654229" y="100172"/>
                </a:lnTo>
                <a:lnTo>
                  <a:pt x="654425" y="100936"/>
                </a:lnTo>
                <a:lnTo>
                  <a:pt x="654636" y="101690"/>
                </a:lnTo>
                <a:lnTo>
                  <a:pt x="654861" y="102432"/>
                </a:lnTo>
                <a:lnTo>
                  <a:pt x="655101" y="103164"/>
                </a:lnTo>
                <a:lnTo>
                  <a:pt x="655355" y="103886"/>
                </a:lnTo>
                <a:lnTo>
                  <a:pt x="655624" y="104596"/>
                </a:lnTo>
                <a:lnTo>
                  <a:pt x="655907" y="105296"/>
                </a:lnTo>
                <a:lnTo>
                  <a:pt x="656205" y="105985"/>
                </a:lnTo>
                <a:lnTo>
                  <a:pt x="656518" y="106664"/>
                </a:lnTo>
                <a:lnTo>
                  <a:pt x="656845" y="107331"/>
                </a:lnTo>
                <a:lnTo>
                  <a:pt x="657186" y="107989"/>
                </a:lnTo>
                <a:lnTo>
                  <a:pt x="657541" y="108634"/>
                </a:lnTo>
                <a:lnTo>
                  <a:pt x="657908" y="109266"/>
                </a:lnTo>
                <a:lnTo>
                  <a:pt x="658287" y="109886"/>
                </a:lnTo>
                <a:lnTo>
                  <a:pt x="658679" y="110492"/>
                </a:lnTo>
                <a:lnTo>
                  <a:pt x="659082" y="111086"/>
                </a:lnTo>
                <a:lnTo>
                  <a:pt x="659497" y="111667"/>
                </a:lnTo>
                <a:lnTo>
                  <a:pt x="659924" y="112235"/>
                </a:lnTo>
                <a:lnTo>
                  <a:pt x="660364" y="112790"/>
                </a:lnTo>
                <a:lnTo>
                  <a:pt x="660815" y="113332"/>
                </a:lnTo>
                <a:lnTo>
                  <a:pt x="661279" y="113861"/>
                </a:lnTo>
                <a:lnTo>
                  <a:pt x="661755" y="114378"/>
                </a:lnTo>
                <a:lnTo>
                  <a:pt x="662242" y="114881"/>
                </a:lnTo>
                <a:lnTo>
                  <a:pt x="662742" y="115372"/>
                </a:lnTo>
                <a:lnTo>
                  <a:pt x="663254" y="115849"/>
                </a:lnTo>
                <a:lnTo>
                  <a:pt x="663778" y="116314"/>
                </a:lnTo>
                <a:lnTo>
                  <a:pt x="664314" y="116766"/>
                </a:lnTo>
                <a:lnTo>
                  <a:pt x="664862" y="117205"/>
                </a:lnTo>
                <a:lnTo>
                  <a:pt x="665422" y="117631"/>
                </a:lnTo>
                <a:lnTo>
                  <a:pt x="665994" y="118045"/>
                </a:lnTo>
                <a:lnTo>
                  <a:pt x="666578" y="118445"/>
                </a:lnTo>
                <a:lnTo>
                  <a:pt x="667174" y="118832"/>
                </a:lnTo>
                <a:lnTo>
                  <a:pt x="667783" y="119207"/>
                </a:lnTo>
                <a:lnTo>
                  <a:pt x="668403" y="119569"/>
                </a:lnTo>
                <a:lnTo>
                  <a:pt x="669035" y="119917"/>
                </a:lnTo>
                <a:lnTo>
                  <a:pt x="669679" y="120253"/>
                </a:lnTo>
                <a:lnTo>
                  <a:pt x="670332" y="120574"/>
                </a:lnTo>
                <a:lnTo>
                  <a:pt x="670995" y="120880"/>
                </a:lnTo>
                <a:lnTo>
                  <a:pt x="671667" y="121173"/>
                </a:lnTo>
                <a:lnTo>
                  <a:pt x="672349" y="121451"/>
                </a:lnTo>
                <a:lnTo>
                  <a:pt x="673040" y="121715"/>
                </a:lnTo>
                <a:lnTo>
                  <a:pt x="673741" y="121964"/>
                </a:lnTo>
                <a:lnTo>
                  <a:pt x="674452" y="122200"/>
                </a:lnTo>
                <a:lnTo>
                  <a:pt x="675172" y="122421"/>
                </a:lnTo>
                <a:lnTo>
                  <a:pt x="675902" y="122628"/>
                </a:lnTo>
                <a:lnTo>
                  <a:pt x="676642" y="122820"/>
                </a:lnTo>
                <a:lnTo>
                  <a:pt x="677391" y="122998"/>
                </a:lnTo>
                <a:lnTo>
                  <a:pt x="678149" y="123162"/>
                </a:lnTo>
                <a:lnTo>
                  <a:pt x="678918" y="123312"/>
                </a:lnTo>
                <a:lnTo>
                  <a:pt x="679696" y="123448"/>
                </a:lnTo>
                <a:lnTo>
                  <a:pt x="680483" y="123569"/>
                </a:lnTo>
                <a:lnTo>
                  <a:pt x="681280" y="123676"/>
                </a:lnTo>
                <a:lnTo>
                  <a:pt x="682087" y="123769"/>
                </a:lnTo>
                <a:lnTo>
                  <a:pt x="682903" y="123847"/>
                </a:lnTo>
                <a:lnTo>
                  <a:pt x="683729" y="123911"/>
                </a:lnTo>
                <a:lnTo>
                  <a:pt x="684565" y="123961"/>
                </a:lnTo>
                <a:lnTo>
                  <a:pt x="685410" y="123997"/>
                </a:lnTo>
                <a:lnTo>
                  <a:pt x="686264" y="124018"/>
                </a:lnTo>
                <a:lnTo>
                  <a:pt x="687129" y="124025"/>
                </a:lnTo>
                <a:lnTo>
                  <a:pt x="687993" y="124018"/>
                </a:lnTo>
                <a:lnTo>
                  <a:pt x="688847" y="123997"/>
                </a:lnTo>
                <a:lnTo>
                  <a:pt x="689692" y="123961"/>
                </a:lnTo>
                <a:lnTo>
                  <a:pt x="690528" y="123911"/>
                </a:lnTo>
                <a:close/>
                <a:moveTo>
                  <a:pt x="684180" y="111241"/>
                </a:moveTo>
                <a:lnTo>
                  <a:pt x="683475" y="111159"/>
                </a:lnTo>
                <a:lnTo>
                  <a:pt x="682784" y="111060"/>
                </a:lnTo>
                <a:lnTo>
                  <a:pt x="682106" y="110942"/>
                </a:lnTo>
                <a:lnTo>
                  <a:pt x="681441" y="110806"/>
                </a:lnTo>
                <a:lnTo>
                  <a:pt x="680789" y="110652"/>
                </a:lnTo>
                <a:lnTo>
                  <a:pt x="680150" y="110481"/>
                </a:lnTo>
                <a:lnTo>
                  <a:pt x="679525" y="110291"/>
                </a:lnTo>
                <a:lnTo>
                  <a:pt x="678913" y="110082"/>
                </a:lnTo>
                <a:lnTo>
                  <a:pt x="678313" y="109856"/>
                </a:lnTo>
                <a:lnTo>
                  <a:pt x="677728" y="109612"/>
                </a:lnTo>
                <a:lnTo>
                  <a:pt x="677155" y="109349"/>
                </a:lnTo>
                <a:lnTo>
                  <a:pt x="676595" y="109069"/>
                </a:lnTo>
                <a:lnTo>
                  <a:pt x="676049" y="108770"/>
                </a:lnTo>
                <a:lnTo>
                  <a:pt x="675515" y="108454"/>
                </a:lnTo>
                <a:lnTo>
                  <a:pt x="674995" y="108119"/>
                </a:lnTo>
                <a:lnTo>
                  <a:pt x="674488" y="107766"/>
                </a:lnTo>
                <a:lnTo>
                  <a:pt x="673994" y="107395"/>
                </a:lnTo>
                <a:lnTo>
                  <a:pt x="673513" y="107006"/>
                </a:lnTo>
                <a:lnTo>
                  <a:pt x="673046" y="106599"/>
                </a:lnTo>
                <a:lnTo>
                  <a:pt x="672591" y="106173"/>
                </a:lnTo>
                <a:lnTo>
                  <a:pt x="672153" y="105730"/>
                </a:lnTo>
                <a:lnTo>
                  <a:pt x="671733" y="105270"/>
                </a:lnTo>
                <a:lnTo>
                  <a:pt x="671333" y="104793"/>
                </a:lnTo>
                <a:lnTo>
                  <a:pt x="670950" y="104299"/>
                </a:lnTo>
                <a:lnTo>
                  <a:pt x="670586" y="103788"/>
                </a:lnTo>
                <a:lnTo>
                  <a:pt x="670241" y="103260"/>
                </a:lnTo>
                <a:lnTo>
                  <a:pt x="669915" y="102715"/>
                </a:lnTo>
                <a:lnTo>
                  <a:pt x="669607" y="102153"/>
                </a:lnTo>
                <a:lnTo>
                  <a:pt x="669318" y="101574"/>
                </a:lnTo>
                <a:lnTo>
                  <a:pt x="669048" y="100978"/>
                </a:lnTo>
                <a:lnTo>
                  <a:pt x="668796" y="100365"/>
                </a:lnTo>
                <a:lnTo>
                  <a:pt x="668563" y="99734"/>
                </a:lnTo>
                <a:lnTo>
                  <a:pt x="668348" y="99087"/>
                </a:lnTo>
                <a:lnTo>
                  <a:pt x="668153" y="98423"/>
                </a:lnTo>
                <a:lnTo>
                  <a:pt x="667975" y="97742"/>
                </a:lnTo>
                <a:lnTo>
                  <a:pt x="667817" y="97044"/>
                </a:lnTo>
                <a:lnTo>
                  <a:pt x="667677" y="96329"/>
                </a:lnTo>
                <a:lnTo>
                  <a:pt x="667556" y="95597"/>
                </a:lnTo>
                <a:lnTo>
                  <a:pt x="667453" y="94848"/>
                </a:lnTo>
                <a:lnTo>
                  <a:pt x="667369" y="94082"/>
                </a:lnTo>
                <a:lnTo>
                  <a:pt x="667304" y="93299"/>
                </a:lnTo>
                <a:lnTo>
                  <a:pt x="667257" y="92499"/>
                </a:lnTo>
                <a:lnTo>
                  <a:pt x="667229" y="91682"/>
                </a:lnTo>
                <a:lnTo>
                  <a:pt x="667220" y="90848"/>
                </a:lnTo>
                <a:lnTo>
                  <a:pt x="667220" y="67778"/>
                </a:lnTo>
                <a:lnTo>
                  <a:pt x="667229" y="66944"/>
                </a:lnTo>
                <a:lnTo>
                  <a:pt x="667257" y="66127"/>
                </a:lnTo>
                <a:lnTo>
                  <a:pt x="667304" y="65327"/>
                </a:lnTo>
                <a:lnTo>
                  <a:pt x="667369" y="64544"/>
                </a:lnTo>
                <a:lnTo>
                  <a:pt x="667453" y="63778"/>
                </a:lnTo>
                <a:lnTo>
                  <a:pt x="667556" y="63029"/>
                </a:lnTo>
                <a:lnTo>
                  <a:pt x="667677" y="62297"/>
                </a:lnTo>
                <a:lnTo>
                  <a:pt x="667817" y="61582"/>
                </a:lnTo>
                <a:lnTo>
                  <a:pt x="667975" y="60884"/>
                </a:lnTo>
                <a:lnTo>
                  <a:pt x="668153" y="60203"/>
                </a:lnTo>
                <a:lnTo>
                  <a:pt x="668348" y="59539"/>
                </a:lnTo>
                <a:lnTo>
                  <a:pt x="668563" y="58892"/>
                </a:lnTo>
                <a:lnTo>
                  <a:pt x="668796" y="58262"/>
                </a:lnTo>
                <a:lnTo>
                  <a:pt x="669048" y="57649"/>
                </a:lnTo>
                <a:lnTo>
                  <a:pt x="669318" y="57053"/>
                </a:lnTo>
                <a:lnTo>
                  <a:pt x="669607" y="56474"/>
                </a:lnTo>
                <a:lnTo>
                  <a:pt x="669915" y="55912"/>
                </a:lnTo>
                <a:lnTo>
                  <a:pt x="670241" y="55367"/>
                </a:lnTo>
                <a:lnTo>
                  <a:pt x="670586" y="54839"/>
                </a:lnTo>
                <a:lnTo>
                  <a:pt x="670950" y="54328"/>
                </a:lnTo>
                <a:lnTo>
                  <a:pt x="671333" y="53835"/>
                </a:lnTo>
                <a:lnTo>
                  <a:pt x="671733" y="53358"/>
                </a:lnTo>
                <a:lnTo>
                  <a:pt x="672153" y="52898"/>
                </a:lnTo>
                <a:lnTo>
                  <a:pt x="672591" y="52455"/>
                </a:lnTo>
                <a:lnTo>
                  <a:pt x="673046" y="52029"/>
                </a:lnTo>
                <a:lnTo>
                  <a:pt x="673513" y="51622"/>
                </a:lnTo>
                <a:lnTo>
                  <a:pt x="673994" y="51233"/>
                </a:lnTo>
                <a:lnTo>
                  <a:pt x="674488" y="50862"/>
                </a:lnTo>
                <a:lnTo>
                  <a:pt x="674995" y="50509"/>
                </a:lnTo>
                <a:lnTo>
                  <a:pt x="675515" y="50174"/>
                </a:lnTo>
                <a:lnTo>
                  <a:pt x="676049" y="49857"/>
                </a:lnTo>
                <a:lnTo>
                  <a:pt x="676595" y="49558"/>
                </a:lnTo>
                <a:lnTo>
                  <a:pt x="677155" y="49277"/>
                </a:lnTo>
                <a:lnTo>
                  <a:pt x="677728" y="49015"/>
                </a:lnTo>
                <a:lnTo>
                  <a:pt x="678313" y="48770"/>
                </a:lnTo>
                <a:lnTo>
                  <a:pt x="678913" y="48544"/>
                </a:lnTo>
                <a:lnTo>
                  <a:pt x="679525" y="48336"/>
                </a:lnTo>
                <a:lnTo>
                  <a:pt x="680150" y="48146"/>
                </a:lnTo>
                <a:lnTo>
                  <a:pt x="680789" y="47974"/>
                </a:lnTo>
                <a:lnTo>
                  <a:pt x="681441" y="47820"/>
                </a:lnTo>
                <a:lnTo>
                  <a:pt x="682106" y="47684"/>
                </a:lnTo>
                <a:lnTo>
                  <a:pt x="682784" y="47566"/>
                </a:lnTo>
                <a:lnTo>
                  <a:pt x="683475" y="47467"/>
                </a:lnTo>
                <a:lnTo>
                  <a:pt x="684180" y="47385"/>
                </a:lnTo>
                <a:lnTo>
                  <a:pt x="684897" y="47322"/>
                </a:lnTo>
                <a:lnTo>
                  <a:pt x="685628" y="47277"/>
                </a:lnTo>
                <a:lnTo>
                  <a:pt x="686372" y="47249"/>
                </a:lnTo>
                <a:lnTo>
                  <a:pt x="687129" y="47240"/>
                </a:lnTo>
                <a:lnTo>
                  <a:pt x="687898" y="47249"/>
                </a:lnTo>
                <a:lnTo>
                  <a:pt x="688654" y="47277"/>
                </a:lnTo>
                <a:lnTo>
                  <a:pt x="689396" y="47322"/>
                </a:lnTo>
                <a:lnTo>
                  <a:pt x="690124" y="47385"/>
                </a:lnTo>
                <a:lnTo>
                  <a:pt x="690837" y="47467"/>
                </a:lnTo>
                <a:lnTo>
                  <a:pt x="691537" y="47566"/>
                </a:lnTo>
                <a:lnTo>
                  <a:pt x="692223" y="47684"/>
                </a:lnTo>
                <a:lnTo>
                  <a:pt x="692895" y="47820"/>
                </a:lnTo>
                <a:lnTo>
                  <a:pt x="693552" y="47974"/>
                </a:lnTo>
                <a:lnTo>
                  <a:pt x="694196" y="48146"/>
                </a:lnTo>
                <a:lnTo>
                  <a:pt x="694826" y="48336"/>
                </a:lnTo>
                <a:lnTo>
                  <a:pt x="695442" y="48544"/>
                </a:lnTo>
                <a:lnTo>
                  <a:pt x="696044" y="48770"/>
                </a:lnTo>
                <a:lnTo>
                  <a:pt x="696632" y="49015"/>
                </a:lnTo>
                <a:lnTo>
                  <a:pt x="697205" y="49277"/>
                </a:lnTo>
                <a:lnTo>
                  <a:pt x="697765" y="49558"/>
                </a:lnTo>
                <a:lnTo>
                  <a:pt x="698311" y="49857"/>
                </a:lnTo>
                <a:lnTo>
                  <a:pt x="698843" y="50174"/>
                </a:lnTo>
                <a:lnTo>
                  <a:pt x="699361" y="50509"/>
                </a:lnTo>
                <a:lnTo>
                  <a:pt x="699865" y="50862"/>
                </a:lnTo>
                <a:lnTo>
                  <a:pt x="700355" y="51233"/>
                </a:lnTo>
                <a:lnTo>
                  <a:pt x="700831" y="51622"/>
                </a:lnTo>
                <a:lnTo>
                  <a:pt x="701293" y="52029"/>
                </a:lnTo>
                <a:lnTo>
                  <a:pt x="701741" y="52455"/>
                </a:lnTo>
                <a:lnTo>
                  <a:pt x="702173" y="52898"/>
                </a:lnTo>
                <a:lnTo>
                  <a:pt x="702586" y="53358"/>
                </a:lnTo>
                <a:lnTo>
                  <a:pt x="702982" y="53835"/>
                </a:lnTo>
                <a:lnTo>
                  <a:pt x="703359" y="54328"/>
                </a:lnTo>
                <a:lnTo>
                  <a:pt x="703717" y="54839"/>
                </a:lnTo>
                <a:lnTo>
                  <a:pt x="704057" y="55367"/>
                </a:lnTo>
                <a:lnTo>
                  <a:pt x="704379" y="55912"/>
                </a:lnTo>
                <a:lnTo>
                  <a:pt x="704682" y="56474"/>
                </a:lnTo>
                <a:lnTo>
                  <a:pt x="704967" y="57053"/>
                </a:lnTo>
                <a:lnTo>
                  <a:pt x="705234" y="57649"/>
                </a:lnTo>
                <a:lnTo>
                  <a:pt x="705482" y="58262"/>
                </a:lnTo>
                <a:lnTo>
                  <a:pt x="705711" y="58892"/>
                </a:lnTo>
                <a:lnTo>
                  <a:pt x="705923" y="59539"/>
                </a:lnTo>
                <a:lnTo>
                  <a:pt x="706116" y="60203"/>
                </a:lnTo>
                <a:lnTo>
                  <a:pt x="706291" y="60884"/>
                </a:lnTo>
                <a:lnTo>
                  <a:pt x="706447" y="61582"/>
                </a:lnTo>
                <a:lnTo>
                  <a:pt x="706585" y="62297"/>
                </a:lnTo>
                <a:lnTo>
                  <a:pt x="706704" y="63029"/>
                </a:lnTo>
                <a:lnTo>
                  <a:pt x="706805" y="63778"/>
                </a:lnTo>
                <a:lnTo>
                  <a:pt x="706888" y="64544"/>
                </a:lnTo>
                <a:lnTo>
                  <a:pt x="706952" y="65327"/>
                </a:lnTo>
                <a:lnTo>
                  <a:pt x="706998" y="66127"/>
                </a:lnTo>
                <a:lnTo>
                  <a:pt x="707026" y="66944"/>
                </a:lnTo>
                <a:lnTo>
                  <a:pt x="707035" y="67778"/>
                </a:lnTo>
                <a:lnTo>
                  <a:pt x="707035" y="90848"/>
                </a:lnTo>
                <a:lnTo>
                  <a:pt x="707026" y="91682"/>
                </a:lnTo>
                <a:lnTo>
                  <a:pt x="706998" y="92499"/>
                </a:lnTo>
                <a:lnTo>
                  <a:pt x="706952" y="93299"/>
                </a:lnTo>
                <a:lnTo>
                  <a:pt x="706888" y="94082"/>
                </a:lnTo>
                <a:lnTo>
                  <a:pt x="706805" y="94848"/>
                </a:lnTo>
                <a:lnTo>
                  <a:pt x="706704" y="95597"/>
                </a:lnTo>
                <a:lnTo>
                  <a:pt x="706585" y="96329"/>
                </a:lnTo>
                <a:lnTo>
                  <a:pt x="706447" y="97044"/>
                </a:lnTo>
                <a:lnTo>
                  <a:pt x="706291" y="97742"/>
                </a:lnTo>
                <a:lnTo>
                  <a:pt x="706116" y="98423"/>
                </a:lnTo>
                <a:lnTo>
                  <a:pt x="705923" y="99087"/>
                </a:lnTo>
                <a:lnTo>
                  <a:pt x="705711" y="99734"/>
                </a:lnTo>
                <a:lnTo>
                  <a:pt x="705482" y="100365"/>
                </a:lnTo>
                <a:lnTo>
                  <a:pt x="705234" y="100978"/>
                </a:lnTo>
                <a:lnTo>
                  <a:pt x="704967" y="101574"/>
                </a:lnTo>
                <a:lnTo>
                  <a:pt x="704682" y="102153"/>
                </a:lnTo>
                <a:lnTo>
                  <a:pt x="704379" y="102715"/>
                </a:lnTo>
                <a:lnTo>
                  <a:pt x="704057" y="103260"/>
                </a:lnTo>
                <a:lnTo>
                  <a:pt x="703717" y="103788"/>
                </a:lnTo>
                <a:lnTo>
                  <a:pt x="703359" y="104299"/>
                </a:lnTo>
                <a:lnTo>
                  <a:pt x="702982" y="104793"/>
                </a:lnTo>
                <a:lnTo>
                  <a:pt x="702586" y="105270"/>
                </a:lnTo>
                <a:lnTo>
                  <a:pt x="702173" y="105730"/>
                </a:lnTo>
                <a:lnTo>
                  <a:pt x="701741" y="106173"/>
                </a:lnTo>
                <a:lnTo>
                  <a:pt x="701293" y="106599"/>
                </a:lnTo>
                <a:lnTo>
                  <a:pt x="700831" y="107006"/>
                </a:lnTo>
                <a:lnTo>
                  <a:pt x="700355" y="107395"/>
                </a:lnTo>
                <a:lnTo>
                  <a:pt x="699865" y="107766"/>
                </a:lnTo>
                <a:lnTo>
                  <a:pt x="699361" y="108119"/>
                </a:lnTo>
                <a:lnTo>
                  <a:pt x="698843" y="108454"/>
                </a:lnTo>
                <a:lnTo>
                  <a:pt x="698311" y="108770"/>
                </a:lnTo>
                <a:lnTo>
                  <a:pt x="697765" y="109069"/>
                </a:lnTo>
                <a:lnTo>
                  <a:pt x="697205" y="109349"/>
                </a:lnTo>
                <a:lnTo>
                  <a:pt x="696632" y="109612"/>
                </a:lnTo>
                <a:lnTo>
                  <a:pt x="696044" y="109856"/>
                </a:lnTo>
                <a:lnTo>
                  <a:pt x="695442" y="110082"/>
                </a:lnTo>
                <a:lnTo>
                  <a:pt x="694826" y="110291"/>
                </a:lnTo>
                <a:lnTo>
                  <a:pt x="694196" y="110481"/>
                </a:lnTo>
                <a:lnTo>
                  <a:pt x="693552" y="110652"/>
                </a:lnTo>
                <a:lnTo>
                  <a:pt x="692895" y="110806"/>
                </a:lnTo>
                <a:lnTo>
                  <a:pt x="692223" y="110942"/>
                </a:lnTo>
                <a:lnTo>
                  <a:pt x="691537" y="111060"/>
                </a:lnTo>
                <a:lnTo>
                  <a:pt x="690837" y="111159"/>
                </a:lnTo>
                <a:lnTo>
                  <a:pt x="690124" y="111241"/>
                </a:lnTo>
                <a:lnTo>
                  <a:pt x="689396" y="111304"/>
                </a:lnTo>
                <a:lnTo>
                  <a:pt x="688654" y="111349"/>
                </a:lnTo>
                <a:lnTo>
                  <a:pt x="687898" y="111376"/>
                </a:lnTo>
                <a:lnTo>
                  <a:pt x="687129" y="111385"/>
                </a:lnTo>
                <a:lnTo>
                  <a:pt x="686372" y="111376"/>
                </a:lnTo>
                <a:lnTo>
                  <a:pt x="685628" y="111349"/>
                </a:lnTo>
                <a:lnTo>
                  <a:pt x="684897" y="111304"/>
                </a:lnTo>
                <a:lnTo>
                  <a:pt x="684180" y="111241"/>
                </a:lnTo>
                <a:close/>
                <a:moveTo>
                  <a:pt x="40763" y="123992"/>
                </a:moveTo>
                <a:lnTo>
                  <a:pt x="41904" y="123838"/>
                </a:lnTo>
                <a:lnTo>
                  <a:pt x="43025" y="123656"/>
                </a:lnTo>
                <a:lnTo>
                  <a:pt x="44125" y="123446"/>
                </a:lnTo>
                <a:lnTo>
                  <a:pt x="45206" y="123208"/>
                </a:lnTo>
                <a:lnTo>
                  <a:pt x="46266" y="122942"/>
                </a:lnTo>
                <a:lnTo>
                  <a:pt x="47307" y="122649"/>
                </a:lnTo>
                <a:lnTo>
                  <a:pt x="48328" y="122327"/>
                </a:lnTo>
                <a:lnTo>
                  <a:pt x="49328" y="121977"/>
                </a:lnTo>
                <a:lnTo>
                  <a:pt x="50309" y="121600"/>
                </a:lnTo>
                <a:lnTo>
                  <a:pt x="51269" y="121194"/>
                </a:lnTo>
                <a:lnTo>
                  <a:pt x="52210" y="120760"/>
                </a:lnTo>
                <a:lnTo>
                  <a:pt x="53130" y="120299"/>
                </a:lnTo>
                <a:lnTo>
                  <a:pt x="54030" y="119809"/>
                </a:lnTo>
                <a:lnTo>
                  <a:pt x="54911" y="119292"/>
                </a:lnTo>
                <a:lnTo>
                  <a:pt x="55771" y="118746"/>
                </a:lnTo>
                <a:lnTo>
                  <a:pt x="56612" y="118173"/>
                </a:lnTo>
                <a:lnTo>
                  <a:pt x="57432" y="117571"/>
                </a:lnTo>
                <a:lnTo>
                  <a:pt x="58232" y="116942"/>
                </a:lnTo>
                <a:lnTo>
                  <a:pt x="59012" y="116284"/>
                </a:lnTo>
                <a:lnTo>
                  <a:pt x="59767" y="115603"/>
                </a:lnTo>
                <a:lnTo>
                  <a:pt x="60492" y="114901"/>
                </a:lnTo>
                <a:lnTo>
                  <a:pt x="61186" y="114179"/>
                </a:lnTo>
                <a:lnTo>
                  <a:pt x="61850" y="113436"/>
                </a:lnTo>
                <a:lnTo>
                  <a:pt x="62483" y="112673"/>
                </a:lnTo>
                <a:lnTo>
                  <a:pt x="63086" y="111890"/>
                </a:lnTo>
                <a:lnTo>
                  <a:pt x="63658" y="111087"/>
                </a:lnTo>
                <a:lnTo>
                  <a:pt x="64200" y="110263"/>
                </a:lnTo>
                <a:lnTo>
                  <a:pt x="64711" y="109419"/>
                </a:lnTo>
                <a:lnTo>
                  <a:pt x="65192" y="108555"/>
                </a:lnTo>
                <a:lnTo>
                  <a:pt x="65643" y="107671"/>
                </a:lnTo>
                <a:lnTo>
                  <a:pt x="66063" y="106766"/>
                </a:lnTo>
                <a:lnTo>
                  <a:pt x="66453" y="105841"/>
                </a:lnTo>
                <a:lnTo>
                  <a:pt x="66812" y="104895"/>
                </a:lnTo>
                <a:lnTo>
                  <a:pt x="67140" y="103929"/>
                </a:lnTo>
                <a:lnTo>
                  <a:pt x="67439" y="102943"/>
                </a:lnTo>
                <a:lnTo>
                  <a:pt x="67706" y="101937"/>
                </a:lnTo>
                <a:lnTo>
                  <a:pt x="67944" y="100910"/>
                </a:lnTo>
                <a:lnTo>
                  <a:pt x="68151" y="99863"/>
                </a:lnTo>
                <a:lnTo>
                  <a:pt x="68327" y="98796"/>
                </a:lnTo>
                <a:lnTo>
                  <a:pt x="68473" y="97708"/>
                </a:lnTo>
                <a:lnTo>
                  <a:pt x="68588" y="96601"/>
                </a:lnTo>
                <a:lnTo>
                  <a:pt x="68674" y="95472"/>
                </a:lnTo>
                <a:lnTo>
                  <a:pt x="68728" y="94324"/>
                </a:lnTo>
                <a:lnTo>
                  <a:pt x="54509" y="94324"/>
                </a:lnTo>
                <a:lnTo>
                  <a:pt x="54461" y="95002"/>
                </a:lnTo>
                <a:lnTo>
                  <a:pt x="54397" y="95668"/>
                </a:lnTo>
                <a:lnTo>
                  <a:pt x="54316" y="96321"/>
                </a:lnTo>
                <a:lnTo>
                  <a:pt x="54219" y="96961"/>
                </a:lnTo>
                <a:lnTo>
                  <a:pt x="54105" y="97589"/>
                </a:lnTo>
                <a:lnTo>
                  <a:pt x="53975" y="98204"/>
                </a:lnTo>
                <a:lnTo>
                  <a:pt x="53829" y="98806"/>
                </a:lnTo>
                <a:lnTo>
                  <a:pt x="53666" y="99396"/>
                </a:lnTo>
                <a:lnTo>
                  <a:pt x="53486" y="99974"/>
                </a:lnTo>
                <a:lnTo>
                  <a:pt x="53290" y="100538"/>
                </a:lnTo>
                <a:lnTo>
                  <a:pt x="53078" y="101090"/>
                </a:lnTo>
                <a:lnTo>
                  <a:pt x="52849" y="101630"/>
                </a:lnTo>
                <a:lnTo>
                  <a:pt x="52604" y="102157"/>
                </a:lnTo>
                <a:lnTo>
                  <a:pt x="52342" y="102671"/>
                </a:lnTo>
                <a:lnTo>
                  <a:pt x="52064" y="103173"/>
                </a:lnTo>
                <a:lnTo>
                  <a:pt x="51769" y="103662"/>
                </a:lnTo>
                <a:lnTo>
                  <a:pt x="51458" y="104138"/>
                </a:lnTo>
                <a:lnTo>
                  <a:pt x="51131" y="104602"/>
                </a:lnTo>
                <a:lnTo>
                  <a:pt x="50786" y="105054"/>
                </a:lnTo>
                <a:lnTo>
                  <a:pt x="50426" y="105492"/>
                </a:lnTo>
                <a:lnTo>
                  <a:pt x="50049" y="105918"/>
                </a:lnTo>
                <a:lnTo>
                  <a:pt x="49656" y="106332"/>
                </a:lnTo>
                <a:lnTo>
                  <a:pt x="49246" y="106732"/>
                </a:lnTo>
                <a:lnTo>
                  <a:pt x="48819" y="107121"/>
                </a:lnTo>
                <a:lnTo>
                  <a:pt x="48379" y="107494"/>
                </a:lnTo>
                <a:lnTo>
                  <a:pt x="47925" y="107852"/>
                </a:lnTo>
                <a:lnTo>
                  <a:pt x="47460" y="108194"/>
                </a:lnTo>
                <a:lnTo>
                  <a:pt x="46981" y="108520"/>
                </a:lnTo>
                <a:lnTo>
                  <a:pt x="46490" y="108830"/>
                </a:lnTo>
                <a:lnTo>
                  <a:pt x="45986" y="109125"/>
                </a:lnTo>
                <a:lnTo>
                  <a:pt x="45470" y="109403"/>
                </a:lnTo>
                <a:lnTo>
                  <a:pt x="44941" y="109665"/>
                </a:lnTo>
                <a:lnTo>
                  <a:pt x="44399" y="109912"/>
                </a:lnTo>
                <a:lnTo>
                  <a:pt x="43845" y="110143"/>
                </a:lnTo>
                <a:lnTo>
                  <a:pt x="43278" y="110357"/>
                </a:lnTo>
                <a:lnTo>
                  <a:pt x="42698" y="110556"/>
                </a:lnTo>
                <a:lnTo>
                  <a:pt x="42106" y="110739"/>
                </a:lnTo>
                <a:lnTo>
                  <a:pt x="41501" y="110906"/>
                </a:lnTo>
                <a:lnTo>
                  <a:pt x="40884" y="111057"/>
                </a:lnTo>
                <a:lnTo>
                  <a:pt x="40254" y="111192"/>
                </a:lnTo>
                <a:lnTo>
                  <a:pt x="39611" y="111312"/>
                </a:lnTo>
                <a:lnTo>
                  <a:pt x="38956" y="111415"/>
                </a:lnTo>
                <a:lnTo>
                  <a:pt x="38288" y="111502"/>
                </a:lnTo>
                <a:lnTo>
                  <a:pt x="37608" y="111574"/>
                </a:lnTo>
                <a:lnTo>
                  <a:pt x="36915" y="111630"/>
                </a:lnTo>
                <a:lnTo>
                  <a:pt x="36209" y="111669"/>
                </a:lnTo>
                <a:lnTo>
                  <a:pt x="35490" y="111693"/>
                </a:lnTo>
                <a:lnTo>
                  <a:pt x="34759" y="111701"/>
                </a:lnTo>
                <a:lnTo>
                  <a:pt x="33989" y="111692"/>
                </a:lnTo>
                <a:lnTo>
                  <a:pt x="33231" y="111664"/>
                </a:lnTo>
                <a:lnTo>
                  <a:pt x="32487" y="111617"/>
                </a:lnTo>
                <a:lnTo>
                  <a:pt x="31755" y="111552"/>
                </a:lnTo>
                <a:lnTo>
                  <a:pt x="31036" y="111468"/>
                </a:lnTo>
                <a:lnTo>
                  <a:pt x="30330" y="111366"/>
                </a:lnTo>
                <a:lnTo>
                  <a:pt x="29637" y="111244"/>
                </a:lnTo>
                <a:lnTo>
                  <a:pt x="28957" y="111104"/>
                </a:lnTo>
                <a:lnTo>
                  <a:pt x="28290" y="110946"/>
                </a:lnTo>
                <a:lnTo>
                  <a:pt x="27635" y="110769"/>
                </a:lnTo>
                <a:lnTo>
                  <a:pt x="26994" y="110573"/>
                </a:lnTo>
                <a:lnTo>
                  <a:pt x="26365" y="110358"/>
                </a:lnTo>
                <a:lnTo>
                  <a:pt x="25749" y="110125"/>
                </a:lnTo>
                <a:lnTo>
                  <a:pt x="25146" y="109874"/>
                </a:lnTo>
                <a:lnTo>
                  <a:pt x="24556" y="109603"/>
                </a:lnTo>
                <a:lnTo>
                  <a:pt x="23979" y="109314"/>
                </a:lnTo>
                <a:lnTo>
                  <a:pt x="23415" y="109006"/>
                </a:lnTo>
                <a:lnTo>
                  <a:pt x="22864" y="108680"/>
                </a:lnTo>
                <a:lnTo>
                  <a:pt x="22325" y="108335"/>
                </a:lnTo>
                <a:lnTo>
                  <a:pt x="21800" y="107971"/>
                </a:lnTo>
                <a:lnTo>
                  <a:pt x="21287" y="107589"/>
                </a:lnTo>
                <a:lnTo>
                  <a:pt x="20787" y="107188"/>
                </a:lnTo>
                <a:lnTo>
                  <a:pt x="20301" y="106768"/>
                </a:lnTo>
                <a:lnTo>
                  <a:pt x="19827" y="106330"/>
                </a:lnTo>
                <a:lnTo>
                  <a:pt x="19369" y="105875"/>
                </a:lnTo>
                <a:lnTo>
                  <a:pt x="18931" y="105404"/>
                </a:lnTo>
                <a:lnTo>
                  <a:pt x="18512" y="104918"/>
                </a:lnTo>
                <a:lnTo>
                  <a:pt x="18113" y="104417"/>
                </a:lnTo>
                <a:lnTo>
                  <a:pt x="17734" y="103900"/>
                </a:lnTo>
                <a:lnTo>
                  <a:pt x="17373" y="103368"/>
                </a:lnTo>
                <a:lnTo>
                  <a:pt x="17033" y="102820"/>
                </a:lnTo>
                <a:lnTo>
                  <a:pt x="16711" y="102257"/>
                </a:lnTo>
                <a:lnTo>
                  <a:pt x="16410" y="101679"/>
                </a:lnTo>
                <a:lnTo>
                  <a:pt x="16127" y="101086"/>
                </a:lnTo>
                <a:lnTo>
                  <a:pt x="15864" y="100477"/>
                </a:lnTo>
                <a:lnTo>
                  <a:pt x="15621" y="99853"/>
                </a:lnTo>
                <a:lnTo>
                  <a:pt x="15397" y="99213"/>
                </a:lnTo>
                <a:lnTo>
                  <a:pt x="15193" y="98558"/>
                </a:lnTo>
                <a:lnTo>
                  <a:pt x="15008" y="97888"/>
                </a:lnTo>
                <a:lnTo>
                  <a:pt x="14842" y="97202"/>
                </a:lnTo>
                <a:lnTo>
                  <a:pt x="14696" y="96501"/>
                </a:lnTo>
                <a:lnTo>
                  <a:pt x="14570" y="95784"/>
                </a:lnTo>
                <a:lnTo>
                  <a:pt x="14462" y="95053"/>
                </a:lnTo>
                <a:lnTo>
                  <a:pt x="14375" y="94306"/>
                </a:lnTo>
                <a:lnTo>
                  <a:pt x="14307" y="93543"/>
                </a:lnTo>
                <a:lnTo>
                  <a:pt x="14258" y="92765"/>
                </a:lnTo>
                <a:lnTo>
                  <a:pt x="14229" y="91972"/>
                </a:lnTo>
                <a:lnTo>
                  <a:pt x="14219" y="91163"/>
                </a:lnTo>
                <a:lnTo>
                  <a:pt x="14219" y="67306"/>
                </a:lnTo>
                <a:lnTo>
                  <a:pt x="14229" y="66497"/>
                </a:lnTo>
                <a:lnTo>
                  <a:pt x="14258" y="65704"/>
                </a:lnTo>
                <a:lnTo>
                  <a:pt x="14307" y="64927"/>
                </a:lnTo>
                <a:lnTo>
                  <a:pt x="14375" y="64166"/>
                </a:lnTo>
                <a:lnTo>
                  <a:pt x="14462" y="63420"/>
                </a:lnTo>
                <a:lnTo>
                  <a:pt x="14570" y="62690"/>
                </a:lnTo>
                <a:lnTo>
                  <a:pt x="14696" y="61975"/>
                </a:lnTo>
                <a:lnTo>
                  <a:pt x="14842" y="61276"/>
                </a:lnTo>
                <a:lnTo>
                  <a:pt x="15008" y="60593"/>
                </a:lnTo>
                <a:lnTo>
                  <a:pt x="15193" y="59925"/>
                </a:lnTo>
                <a:lnTo>
                  <a:pt x="15397" y="59273"/>
                </a:lnTo>
                <a:lnTo>
                  <a:pt x="15621" y="58636"/>
                </a:lnTo>
                <a:lnTo>
                  <a:pt x="15864" y="58016"/>
                </a:lnTo>
                <a:lnTo>
                  <a:pt x="16127" y="57410"/>
                </a:lnTo>
                <a:lnTo>
                  <a:pt x="16410" y="56821"/>
                </a:lnTo>
                <a:lnTo>
                  <a:pt x="16711" y="56247"/>
                </a:lnTo>
                <a:lnTo>
                  <a:pt x="17033" y="55689"/>
                </a:lnTo>
                <a:lnTo>
                  <a:pt x="17373" y="55146"/>
                </a:lnTo>
                <a:lnTo>
                  <a:pt x="17734" y="54619"/>
                </a:lnTo>
                <a:lnTo>
                  <a:pt x="18113" y="54108"/>
                </a:lnTo>
                <a:lnTo>
                  <a:pt x="18512" y="53612"/>
                </a:lnTo>
                <a:lnTo>
                  <a:pt x="18931" y="53132"/>
                </a:lnTo>
                <a:lnTo>
                  <a:pt x="19369" y="52668"/>
                </a:lnTo>
                <a:lnTo>
                  <a:pt x="19827" y="52219"/>
                </a:lnTo>
                <a:lnTo>
                  <a:pt x="20301" y="51787"/>
                </a:lnTo>
                <a:lnTo>
                  <a:pt x="20787" y="51373"/>
                </a:lnTo>
                <a:lnTo>
                  <a:pt x="21287" y="50978"/>
                </a:lnTo>
                <a:lnTo>
                  <a:pt x="21800" y="50601"/>
                </a:lnTo>
                <a:lnTo>
                  <a:pt x="22325" y="50243"/>
                </a:lnTo>
                <a:lnTo>
                  <a:pt x="22864" y="49902"/>
                </a:lnTo>
                <a:lnTo>
                  <a:pt x="23415" y="49581"/>
                </a:lnTo>
                <a:lnTo>
                  <a:pt x="23979" y="49277"/>
                </a:lnTo>
                <a:lnTo>
                  <a:pt x="24556" y="48993"/>
                </a:lnTo>
                <a:lnTo>
                  <a:pt x="25146" y="48726"/>
                </a:lnTo>
                <a:lnTo>
                  <a:pt x="25749" y="48478"/>
                </a:lnTo>
                <a:lnTo>
                  <a:pt x="26365" y="48248"/>
                </a:lnTo>
                <a:lnTo>
                  <a:pt x="26994" y="48037"/>
                </a:lnTo>
                <a:lnTo>
                  <a:pt x="27635" y="47844"/>
                </a:lnTo>
                <a:lnTo>
                  <a:pt x="28290" y="47669"/>
                </a:lnTo>
                <a:lnTo>
                  <a:pt x="28957" y="47513"/>
                </a:lnTo>
                <a:lnTo>
                  <a:pt x="29637" y="47375"/>
                </a:lnTo>
                <a:lnTo>
                  <a:pt x="30330" y="47255"/>
                </a:lnTo>
                <a:lnTo>
                  <a:pt x="31036" y="47154"/>
                </a:lnTo>
                <a:lnTo>
                  <a:pt x="31755" y="47072"/>
                </a:lnTo>
                <a:lnTo>
                  <a:pt x="32487" y="47007"/>
                </a:lnTo>
                <a:lnTo>
                  <a:pt x="33231" y="46961"/>
                </a:lnTo>
                <a:lnTo>
                  <a:pt x="33989" y="46934"/>
                </a:lnTo>
                <a:lnTo>
                  <a:pt x="34759" y="46925"/>
                </a:lnTo>
                <a:lnTo>
                  <a:pt x="35490" y="46932"/>
                </a:lnTo>
                <a:lnTo>
                  <a:pt x="36209" y="46956"/>
                </a:lnTo>
                <a:lnTo>
                  <a:pt x="36915" y="46995"/>
                </a:lnTo>
                <a:lnTo>
                  <a:pt x="37608" y="47050"/>
                </a:lnTo>
                <a:lnTo>
                  <a:pt x="38288" y="47120"/>
                </a:lnTo>
                <a:lnTo>
                  <a:pt x="38956" y="47206"/>
                </a:lnTo>
                <a:lnTo>
                  <a:pt x="39611" y="47308"/>
                </a:lnTo>
                <a:lnTo>
                  <a:pt x="40254" y="47425"/>
                </a:lnTo>
                <a:lnTo>
                  <a:pt x="40884" y="47558"/>
                </a:lnTo>
                <a:lnTo>
                  <a:pt x="41501" y="47706"/>
                </a:lnTo>
                <a:lnTo>
                  <a:pt x="42106" y="47871"/>
                </a:lnTo>
                <a:lnTo>
                  <a:pt x="42698" y="48050"/>
                </a:lnTo>
                <a:lnTo>
                  <a:pt x="43278" y="48246"/>
                </a:lnTo>
                <a:lnTo>
                  <a:pt x="43845" y="48457"/>
                </a:lnTo>
                <a:lnTo>
                  <a:pt x="44399" y="48684"/>
                </a:lnTo>
                <a:lnTo>
                  <a:pt x="44941" y="48926"/>
                </a:lnTo>
                <a:lnTo>
                  <a:pt x="45470" y="49184"/>
                </a:lnTo>
                <a:lnTo>
                  <a:pt x="45986" y="49458"/>
                </a:lnTo>
                <a:lnTo>
                  <a:pt x="46490" y="49747"/>
                </a:lnTo>
                <a:lnTo>
                  <a:pt x="46981" y="50052"/>
                </a:lnTo>
                <a:lnTo>
                  <a:pt x="47460" y="50372"/>
                </a:lnTo>
                <a:lnTo>
                  <a:pt x="47925" y="50709"/>
                </a:lnTo>
                <a:lnTo>
                  <a:pt x="48379" y="51060"/>
                </a:lnTo>
                <a:lnTo>
                  <a:pt x="48819" y="51428"/>
                </a:lnTo>
                <a:lnTo>
                  <a:pt x="49246" y="51810"/>
                </a:lnTo>
                <a:lnTo>
                  <a:pt x="49656" y="52205"/>
                </a:lnTo>
                <a:lnTo>
                  <a:pt x="50049" y="52614"/>
                </a:lnTo>
                <a:lnTo>
                  <a:pt x="50426" y="53036"/>
                </a:lnTo>
                <a:lnTo>
                  <a:pt x="50786" y="53472"/>
                </a:lnTo>
                <a:lnTo>
                  <a:pt x="51131" y="53921"/>
                </a:lnTo>
                <a:lnTo>
                  <a:pt x="51458" y="54383"/>
                </a:lnTo>
                <a:lnTo>
                  <a:pt x="51769" y="54859"/>
                </a:lnTo>
                <a:lnTo>
                  <a:pt x="52064" y="55349"/>
                </a:lnTo>
                <a:lnTo>
                  <a:pt x="52342" y="55851"/>
                </a:lnTo>
                <a:lnTo>
                  <a:pt x="52604" y="56368"/>
                </a:lnTo>
                <a:lnTo>
                  <a:pt x="52849" y="56898"/>
                </a:lnTo>
                <a:lnTo>
                  <a:pt x="53078" y="57441"/>
                </a:lnTo>
                <a:lnTo>
                  <a:pt x="53290" y="57997"/>
                </a:lnTo>
                <a:lnTo>
                  <a:pt x="53486" y="58568"/>
                </a:lnTo>
                <a:lnTo>
                  <a:pt x="53666" y="59151"/>
                </a:lnTo>
                <a:lnTo>
                  <a:pt x="53829" y="59748"/>
                </a:lnTo>
                <a:lnTo>
                  <a:pt x="53975" y="60359"/>
                </a:lnTo>
                <a:lnTo>
                  <a:pt x="54105" y="60983"/>
                </a:lnTo>
                <a:lnTo>
                  <a:pt x="54219" y="61620"/>
                </a:lnTo>
                <a:lnTo>
                  <a:pt x="54316" y="62271"/>
                </a:lnTo>
                <a:lnTo>
                  <a:pt x="54397" y="62935"/>
                </a:lnTo>
                <a:lnTo>
                  <a:pt x="54461" y="63613"/>
                </a:lnTo>
                <a:lnTo>
                  <a:pt x="54509" y="64304"/>
                </a:lnTo>
                <a:lnTo>
                  <a:pt x="68728" y="64304"/>
                </a:lnTo>
                <a:lnTo>
                  <a:pt x="68674" y="63156"/>
                </a:lnTo>
                <a:lnTo>
                  <a:pt x="68588" y="62028"/>
                </a:lnTo>
                <a:lnTo>
                  <a:pt x="68473" y="60920"/>
                </a:lnTo>
                <a:lnTo>
                  <a:pt x="68327" y="59832"/>
                </a:lnTo>
                <a:lnTo>
                  <a:pt x="68151" y="58765"/>
                </a:lnTo>
                <a:lnTo>
                  <a:pt x="67944" y="57718"/>
                </a:lnTo>
                <a:lnTo>
                  <a:pt x="67706" y="56691"/>
                </a:lnTo>
                <a:lnTo>
                  <a:pt x="67439" y="55685"/>
                </a:lnTo>
                <a:lnTo>
                  <a:pt x="67140" y="54699"/>
                </a:lnTo>
                <a:lnTo>
                  <a:pt x="66812" y="53733"/>
                </a:lnTo>
                <a:lnTo>
                  <a:pt x="66453" y="52788"/>
                </a:lnTo>
                <a:lnTo>
                  <a:pt x="66063" y="51863"/>
                </a:lnTo>
                <a:lnTo>
                  <a:pt x="65643" y="50958"/>
                </a:lnTo>
                <a:lnTo>
                  <a:pt x="65192" y="50073"/>
                </a:lnTo>
                <a:lnTo>
                  <a:pt x="64711" y="49209"/>
                </a:lnTo>
                <a:lnTo>
                  <a:pt x="64200" y="48365"/>
                </a:lnTo>
                <a:lnTo>
                  <a:pt x="63658" y="47541"/>
                </a:lnTo>
                <a:lnTo>
                  <a:pt x="63086" y="46738"/>
                </a:lnTo>
                <a:lnTo>
                  <a:pt x="62483" y="45955"/>
                </a:lnTo>
                <a:lnTo>
                  <a:pt x="61850" y="45192"/>
                </a:lnTo>
                <a:lnTo>
                  <a:pt x="61186" y="44450"/>
                </a:lnTo>
                <a:lnTo>
                  <a:pt x="60492" y="43727"/>
                </a:lnTo>
                <a:lnTo>
                  <a:pt x="59767" y="43025"/>
                </a:lnTo>
                <a:lnTo>
                  <a:pt x="59012" y="42344"/>
                </a:lnTo>
                <a:lnTo>
                  <a:pt x="58232" y="41686"/>
                </a:lnTo>
                <a:lnTo>
                  <a:pt x="57432" y="41057"/>
                </a:lnTo>
                <a:lnTo>
                  <a:pt x="56612" y="40455"/>
                </a:lnTo>
                <a:lnTo>
                  <a:pt x="55771" y="39881"/>
                </a:lnTo>
                <a:lnTo>
                  <a:pt x="54911" y="39336"/>
                </a:lnTo>
                <a:lnTo>
                  <a:pt x="54030" y="38818"/>
                </a:lnTo>
                <a:lnTo>
                  <a:pt x="53130" y="38328"/>
                </a:lnTo>
                <a:lnTo>
                  <a:pt x="52210" y="37866"/>
                </a:lnTo>
                <a:lnTo>
                  <a:pt x="51269" y="37433"/>
                </a:lnTo>
                <a:lnTo>
                  <a:pt x="50309" y="37027"/>
                </a:lnTo>
                <a:lnTo>
                  <a:pt x="49328" y="36649"/>
                </a:lnTo>
                <a:lnTo>
                  <a:pt x="48328" y="36299"/>
                </a:lnTo>
                <a:lnTo>
                  <a:pt x="47307" y="35978"/>
                </a:lnTo>
                <a:lnTo>
                  <a:pt x="46266" y="35684"/>
                </a:lnTo>
                <a:lnTo>
                  <a:pt x="45206" y="35418"/>
                </a:lnTo>
                <a:lnTo>
                  <a:pt x="44125" y="35180"/>
                </a:lnTo>
                <a:lnTo>
                  <a:pt x="43025" y="34970"/>
                </a:lnTo>
                <a:lnTo>
                  <a:pt x="41904" y="34788"/>
                </a:lnTo>
                <a:lnTo>
                  <a:pt x="40763" y="34634"/>
                </a:lnTo>
                <a:lnTo>
                  <a:pt x="39603" y="34508"/>
                </a:lnTo>
                <a:lnTo>
                  <a:pt x="38422" y="34410"/>
                </a:lnTo>
                <a:lnTo>
                  <a:pt x="37221" y="34340"/>
                </a:lnTo>
                <a:lnTo>
                  <a:pt x="36000" y="34298"/>
                </a:lnTo>
                <a:lnTo>
                  <a:pt x="34759" y="34284"/>
                </a:lnTo>
                <a:lnTo>
                  <a:pt x="33895" y="34291"/>
                </a:lnTo>
                <a:lnTo>
                  <a:pt x="33040" y="34312"/>
                </a:lnTo>
                <a:lnTo>
                  <a:pt x="32193" y="34346"/>
                </a:lnTo>
                <a:lnTo>
                  <a:pt x="31356" y="34394"/>
                </a:lnTo>
                <a:lnTo>
                  <a:pt x="30528" y="34456"/>
                </a:lnTo>
                <a:lnTo>
                  <a:pt x="29709" y="34531"/>
                </a:lnTo>
                <a:lnTo>
                  <a:pt x="28899" y="34621"/>
                </a:lnTo>
                <a:lnTo>
                  <a:pt x="28098" y="34724"/>
                </a:lnTo>
                <a:lnTo>
                  <a:pt x="27306" y="34840"/>
                </a:lnTo>
                <a:lnTo>
                  <a:pt x="26523" y="34970"/>
                </a:lnTo>
                <a:lnTo>
                  <a:pt x="25749" y="35115"/>
                </a:lnTo>
                <a:lnTo>
                  <a:pt x="24984" y="35272"/>
                </a:lnTo>
                <a:lnTo>
                  <a:pt x="24228" y="35444"/>
                </a:lnTo>
                <a:lnTo>
                  <a:pt x="23482" y="35629"/>
                </a:lnTo>
                <a:lnTo>
                  <a:pt x="22744" y="35828"/>
                </a:lnTo>
                <a:lnTo>
                  <a:pt x="22015" y="36041"/>
                </a:lnTo>
                <a:lnTo>
                  <a:pt x="21296" y="36267"/>
                </a:lnTo>
                <a:lnTo>
                  <a:pt x="20585" y="36507"/>
                </a:lnTo>
                <a:lnTo>
                  <a:pt x="19884" y="36761"/>
                </a:lnTo>
                <a:lnTo>
                  <a:pt x="19191" y="37028"/>
                </a:lnTo>
                <a:lnTo>
                  <a:pt x="18508" y="37310"/>
                </a:lnTo>
                <a:lnTo>
                  <a:pt x="17833" y="37605"/>
                </a:lnTo>
                <a:lnTo>
                  <a:pt x="17168" y="37913"/>
                </a:lnTo>
                <a:lnTo>
                  <a:pt x="16512" y="38236"/>
                </a:lnTo>
                <a:lnTo>
                  <a:pt x="15866" y="38571"/>
                </a:lnTo>
                <a:lnTo>
                  <a:pt x="15232" y="38918"/>
                </a:lnTo>
                <a:lnTo>
                  <a:pt x="14611" y="39277"/>
                </a:lnTo>
                <a:lnTo>
                  <a:pt x="14001" y="39649"/>
                </a:lnTo>
                <a:lnTo>
                  <a:pt x="13404" y="40032"/>
                </a:lnTo>
                <a:lnTo>
                  <a:pt x="12819" y="40428"/>
                </a:lnTo>
                <a:lnTo>
                  <a:pt x="12245" y="40835"/>
                </a:lnTo>
                <a:lnTo>
                  <a:pt x="11684" y="41255"/>
                </a:lnTo>
                <a:lnTo>
                  <a:pt x="11135" y="41686"/>
                </a:lnTo>
                <a:lnTo>
                  <a:pt x="10598" y="42130"/>
                </a:lnTo>
                <a:lnTo>
                  <a:pt x="10073" y="42586"/>
                </a:lnTo>
                <a:lnTo>
                  <a:pt x="9560" y="43054"/>
                </a:lnTo>
                <a:lnTo>
                  <a:pt x="9059" y="43534"/>
                </a:lnTo>
                <a:lnTo>
                  <a:pt x="8570" y="44026"/>
                </a:lnTo>
                <a:lnTo>
                  <a:pt x="8093" y="44530"/>
                </a:lnTo>
                <a:lnTo>
                  <a:pt x="7628" y="45046"/>
                </a:lnTo>
                <a:lnTo>
                  <a:pt x="7175" y="45574"/>
                </a:lnTo>
                <a:lnTo>
                  <a:pt x="6735" y="46115"/>
                </a:lnTo>
                <a:lnTo>
                  <a:pt x="6306" y="46667"/>
                </a:lnTo>
                <a:lnTo>
                  <a:pt x="5890" y="47232"/>
                </a:lnTo>
                <a:lnTo>
                  <a:pt x="5485" y="47808"/>
                </a:lnTo>
                <a:lnTo>
                  <a:pt x="5093" y="48397"/>
                </a:lnTo>
                <a:lnTo>
                  <a:pt x="4713" y="48997"/>
                </a:lnTo>
                <a:lnTo>
                  <a:pt x="4344" y="49610"/>
                </a:lnTo>
                <a:lnTo>
                  <a:pt x="3990" y="50234"/>
                </a:lnTo>
                <a:lnTo>
                  <a:pt x="3650" y="50869"/>
                </a:lnTo>
                <a:lnTo>
                  <a:pt x="3326" y="51513"/>
                </a:lnTo>
                <a:lnTo>
                  <a:pt x="3017" y="52169"/>
                </a:lnTo>
                <a:lnTo>
                  <a:pt x="2723" y="52834"/>
                </a:lnTo>
                <a:lnTo>
                  <a:pt x="2444" y="53510"/>
                </a:lnTo>
                <a:lnTo>
                  <a:pt x="2180" y="54197"/>
                </a:lnTo>
                <a:lnTo>
                  <a:pt x="1931" y="54894"/>
                </a:lnTo>
                <a:lnTo>
                  <a:pt x="1697" y="55601"/>
                </a:lnTo>
                <a:lnTo>
                  <a:pt x="1478" y="56319"/>
                </a:lnTo>
                <a:lnTo>
                  <a:pt x="1275" y="57047"/>
                </a:lnTo>
                <a:lnTo>
                  <a:pt x="1086" y="57786"/>
                </a:lnTo>
                <a:lnTo>
                  <a:pt x="913" y="58535"/>
                </a:lnTo>
                <a:lnTo>
                  <a:pt x="754" y="59294"/>
                </a:lnTo>
                <a:lnTo>
                  <a:pt x="611" y="60064"/>
                </a:lnTo>
                <a:lnTo>
                  <a:pt x="483" y="60845"/>
                </a:lnTo>
                <a:lnTo>
                  <a:pt x="370" y="61635"/>
                </a:lnTo>
                <a:lnTo>
                  <a:pt x="272" y="62437"/>
                </a:lnTo>
                <a:lnTo>
                  <a:pt x="189" y="63248"/>
                </a:lnTo>
                <a:lnTo>
                  <a:pt x="121" y="64070"/>
                </a:lnTo>
                <a:lnTo>
                  <a:pt x="68" y="64903"/>
                </a:lnTo>
                <a:lnTo>
                  <a:pt x="30" y="65745"/>
                </a:lnTo>
                <a:lnTo>
                  <a:pt x="8" y="66599"/>
                </a:lnTo>
                <a:lnTo>
                  <a:pt x="0" y="67462"/>
                </a:lnTo>
                <a:lnTo>
                  <a:pt x="0" y="91163"/>
                </a:lnTo>
                <a:lnTo>
                  <a:pt x="8" y="92014"/>
                </a:lnTo>
                <a:lnTo>
                  <a:pt x="30" y="92856"/>
                </a:lnTo>
                <a:lnTo>
                  <a:pt x="68" y="93688"/>
                </a:lnTo>
                <a:lnTo>
                  <a:pt x="121" y="94510"/>
                </a:lnTo>
                <a:lnTo>
                  <a:pt x="189" y="95323"/>
                </a:lnTo>
                <a:lnTo>
                  <a:pt x="272" y="96126"/>
                </a:lnTo>
                <a:lnTo>
                  <a:pt x="370" y="96919"/>
                </a:lnTo>
                <a:lnTo>
                  <a:pt x="483" y="97703"/>
                </a:lnTo>
                <a:lnTo>
                  <a:pt x="611" y="98477"/>
                </a:lnTo>
                <a:lnTo>
                  <a:pt x="754" y="99242"/>
                </a:lnTo>
                <a:lnTo>
                  <a:pt x="913" y="99997"/>
                </a:lnTo>
                <a:lnTo>
                  <a:pt x="1086" y="100742"/>
                </a:lnTo>
                <a:lnTo>
                  <a:pt x="1275" y="101478"/>
                </a:lnTo>
                <a:lnTo>
                  <a:pt x="1478" y="102204"/>
                </a:lnTo>
                <a:lnTo>
                  <a:pt x="1697" y="102921"/>
                </a:lnTo>
                <a:lnTo>
                  <a:pt x="1931" y="103628"/>
                </a:lnTo>
                <a:lnTo>
                  <a:pt x="2180" y="104325"/>
                </a:lnTo>
                <a:lnTo>
                  <a:pt x="2444" y="105013"/>
                </a:lnTo>
                <a:lnTo>
                  <a:pt x="2723" y="105691"/>
                </a:lnTo>
                <a:lnTo>
                  <a:pt x="3017" y="106360"/>
                </a:lnTo>
                <a:lnTo>
                  <a:pt x="3326" y="107019"/>
                </a:lnTo>
                <a:lnTo>
                  <a:pt x="3650" y="107668"/>
                </a:lnTo>
                <a:lnTo>
                  <a:pt x="3990" y="108308"/>
                </a:lnTo>
                <a:lnTo>
                  <a:pt x="4344" y="108938"/>
                </a:lnTo>
                <a:lnTo>
                  <a:pt x="4713" y="109558"/>
                </a:lnTo>
                <a:lnTo>
                  <a:pt x="5093" y="110165"/>
                </a:lnTo>
                <a:lnTo>
                  <a:pt x="5485" y="110759"/>
                </a:lnTo>
                <a:lnTo>
                  <a:pt x="5890" y="111341"/>
                </a:lnTo>
                <a:lnTo>
                  <a:pt x="6306" y="111911"/>
                </a:lnTo>
                <a:lnTo>
                  <a:pt x="6735" y="112469"/>
                </a:lnTo>
                <a:lnTo>
                  <a:pt x="7175" y="113014"/>
                </a:lnTo>
                <a:lnTo>
                  <a:pt x="7628" y="113547"/>
                </a:lnTo>
                <a:lnTo>
                  <a:pt x="8093" y="114067"/>
                </a:lnTo>
                <a:lnTo>
                  <a:pt x="8570" y="114575"/>
                </a:lnTo>
                <a:lnTo>
                  <a:pt x="9059" y="115071"/>
                </a:lnTo>
                <a:lnTo>
                  <a:pt x="9560" y="115554"/>
                </a:lnTo>
                <a:lnTo>
                  <a:pt x="10073" y="116025"/>
                </a:lnTo>
                <a:lnTo>
                  <a:pt x="10598" y="116484"/>
                </a:lnTo>
                <a:lnTo>
                  <a:pt x="11135" y="116931"/>
                </a:lnTo>
                <a:lnTo>
                  <a:pt x="11684" y="117365"/>
                </a:lnTo>
                <a:lnTo>
                  <a:pt x="12245" y="117786"/>
                </a:lnTo>
                <a:lnTo>
                  <a:pt x="12819" y="118196"/>
                </a:lnTo>
                <a:lnTo>
                  <a:pt x="13404" y="118593"/>
                </a:lnTo>
                <a:lnTo>
                  <a:pt x="14001" y="118977"/>
                </a:lnTo>
                <a:lnTo>
                  <a:pt x="14611" y="119350"/>
                </a:lnTo>
                <a:lnTo>
                  <a:pt x="15232" y="119709"/>
                </a:lnTo>
                <a:lnTo>
                  <a:pt x="15866" y="120057"/>
                </a:lnTo>
                <a:lnTo>
                  <a:pt x="16512" y="120392"/>
                </a:lnTo>
                <a:lnTo>
                  <a:pt x="17168" y="120715"/>
                </a:lnTo>
                <a:lnTo>
                  <a:pt x="17833" y="121023"/>
                </a:lnTo>
                <a:lnTo>
                  <a:pt x="18508" y="121318"/>
                </a:lnTo>
                <a:lnTo>
                  <a:pt x="19191" y="121599"/>
                </a:lnTo>
                <a:lnTo>
                  <a:pt x="19884" y="121866"/>
                </a:lnTo>
                <a:lnTo>
                  <a:pt x="20585" y="122120"/>
                </a:lnTo>
                <a:lnTo>
                  <a:pt x="21296" y="122360"/>
                </a:lnTo>
                <a:lnTo>
                  <a:pt x="22015" y="122586"/>
                </a:lnTo>
                <a:lnTo>
                  <a:pt x="22744" y="122799"/>
                </a:lnTo>
                <a:lnTo>
                  <a:pt x="23482" y="122998"/>
                </a:lnTo>
                <a:lnTo>
                  <a:pt x="24228" y="123183"/>
                </a:lnTo>
                <a:lnTo>
                  <a:pt x="24984" y="123354"/>
                </a:lnTo>
                <a:lnTo>
                  <a:pt x="25749" y="123512"/>
                </a:lnTo>
                <a:lnTo>
                  <a:pt x="26523" y="123656"/>
                </a:lnTo>
                <a:lnTo>
                  <a:pt x="27306" y="123786"/>
                </a:lnTo>
                <a:lnTo>
                  <a:pt x="28098" y="123903"/>
                </a:lnTo>
                <a:lnTo>
                  <a:pt x="28899" y="124005"/>
                </a:lnTo>
                <a:lnTo>
                  <a:pt x="29709" y="124094"/>
                </a:lnTo>
                <a:lnTo>
                  <a:pt x="30528" y="124170"/>
                </a:lnTo>
                <a:lnTo>
                  <a:pt x="31356" y="124232"/>
                </a:lnTo>
                <a:lnTo>
                  <a:pt x="32193" y="124280"/>
                </a:lnTo>
                <a:lnTo>
                  <a:pt x="33040" y="124314"/>
                </a:lnTo>
                <a:lnTo>
                  <a:pt x="33895" y="124334"/>
                </a:lnTo>
                <a:lnTo>
                  <a:pt x="34759" y="124341"/>
                </a:lnTo>
                <a:lnTo>
                  <a:pt x="36000" y="124327"/>
                </a:lnTo>
                <a:lnTo>
                  <a:pt x="37221" y="124285"/>
                </a:lnTo>
                <a:lnTo>
                  <a:pt x="38422" y="124215"/>
                </a:lnTo>
                <a:lnTo>
                  <a:pt x="39603" y="124117"/>
                </a:lnTo>
                <a:lnTo>
                  <a:pt x="40763" y="123992"/>
                </a:lnTo>
                <a:close/>
                <a:moveTo>
                  <a:pt x="408615" y="124204"/>
                </a:moveTo>
                <a:lnTo>
                  <a:pt x="409094" y="124144"/>
                </a:lnTo>
                <a:lnTo>
                  <a:pt x="409563" y="124073"/>
                </a:lnTo>
                <a:lnTo>
                  <a:pt x="410020" y="123990"/>
                </a:lnTo>
                <a:lnTo>
                  <a:pt x="410467" y="123897"/>
                </a:lnTo>
                <a:lnTo>
                  <a:pt x="410902" y="123793"/>
                </a:lnTo>
                <a:lnTo>
                  <a:pt x="411327" y="123678"/>
                </a:lnTo>
                <a:lnTo>
                  <a:pt x="411741" y="123552"/>
                </a:lnTo>
                <a:lnTo>
                  <a:pt x="412143" y="123415"/>
                </a:lnTo>
                <a:lnTo>
                  <a:pt x="412535" y="123267"/>
                </a:lnTo>
                <a:lnTo>
                  <a:pt x="412916" y="123108"/>
                </a:lnTo>
                <a:lnTo>
                  <a:pt x="413285" y="122938"/>
                </a:lnTo>
                <a:lnTo>
                  <a:pt x="413644" y="122757"/>
                </a:lnTo>
                <a:lnTo>
                  <a:pt x="413992" y="122565"/>
                </a:lnTo>
                <a:lnTo>
                  <a:pt x="414329" y="122362"/>
                </a:lnTo>
                <a:lnTo>
                  <a:pt x="414655" y="122148"/>
                </a:lnTo>
                <a:lnTo>
                  <a:pt x="414969" y="121923"/>
                </a:lnTo>
                <a:lnTo>
                  <a:pt x="415273" y="121688"/>
                </a:lnTo>
                <a:lnTo>
                  <a:pt x="415566" y="121441"/>
                </a:lnTo>
                <a:lnTo>
                  <a:pt x="415848" y="121183"/>
                </a:lnTo>
                <a:lnTo>
                  <a:pt x="416119" y="120916"/>
                </a:lnTo>
                <a:lnTo>
                  <a:pt x="416378" y="120641"/>
                </a:lnTo>
                <a:lnTo>
                  <a:pt x="416626" y="120358"/>
                </a:lnTo>
                <a:lnTo>
                  <a:pt x="416862" y="120068"/>
                </a:lnTo>
                <a:lnTo>
                  <a:pt x="417086" y="119770"/>
                </a:lnTo>
                <a:lnTo>
                  <a:pt x="417299" y="119465"/>
                </a:lnTo>
                <a:lnTo>
                  <a:pt x="417501" y="119151"/>
                </a:lnTo>
                <a:lnTo>
                  <a:pt x="417691" y="118830"/>
                </a:lnTo>
                <a:lnTo>
                  <a:pt x="417870" y="118502"/>
                </a:lnTo>
                <a:lnTo>
                  <a:pt x="418037" y="118165"/>
                </a:lnTo>
                <a:lnTo>
                  <a:pt x="418192" y="117821"/>
                </a:lnTo>
                <a:lnTo>
                  <a:pt x="418336" y="117470"/>
                </a:lnTo>
                <a:lnTo>
                  <a:pt x="418469" y="117110"/>
                </a:lnTo>
                <a:lnTo>
                  <a:pt x="418589" y="116743"/>
                </a:lnTo>
                <a:lnTo>
                  <a:pt x="418699" y="116369"/>
                </a:lnTo>
                <a:lnTo>
                  <a:pt x="418797" y="115986"/>
                </a:lnTo>
                <a:lnTo>
                  <a:pt x="418883" y="115596"/>
                </a:lnTo>
                <a:lnTo>
                  <a:pt x="418958" y="115199"/>
                </a:lnTo>
                <a:lnTo>
                  <a:pt x="419021" y="114793"/>
                </a:lnTo>
                <a:lnTo>
                  <a:pt x="419073" y="114380"/>
                </a:lnTo>
                <a:lnTo>
                  <a:pt x="419114" y="113959"/>
                </a:lnTo>
                <a:lnTo>
                  <a:pt x="419142" y="113531"/>
                </a:lnTo>
                <a:lnTo>
                  <a:pt x="419160" y="113095"/>
                </a:lnTo>
                <a:lnTo>
                  <a:pt x="419165" y="112651"/>
                </a:lnTo>
                <a:lnTo>
                  <a:pt x="419160" y="112207"/>
                </a:lnTo>
                <a:lnTo>
                  <a:pt x="419142" y="111771"/>
                </a:lnTo>
                <a:lnTo>
                  <a:pt x="419114" y="111342"/>
                </a:lnTo>
                <a:lnTo>
                  <a:pt x="419073" y="110921"/>
                </a:lnTo>
                <a:lnTo>
                  <a:pt x="419021" y="110508"/>
                </a:lnTo>
                <a:lnTo>
                  <a:pt x="418958" y="110103"/>
                </a:lnTo>
                <a:lnTo>
                  <a:pt x="418883" y="109705"/>
                </a:lnTo>
                <a:lnTo>
                  <a:pt x="418797" y="109315"/>
                </a:lnTo>
                <a:lnTo>
                  <a:pt x="418699" y="108932"/>
                </a:lnTo>
                <a:lnTo>
                  <a:pt x="418589" y="108558"/>
                </a:lnTo>
                <a:lnTo>
                  <a:pt x="418469" y="108191"/>
                </a:lnTo>
                <a:lnTo>
                  <a:pt x="418336" y="107831"/>
                </a:lnTo>
                <a:lnTo>
                  <a:pt x="418192" y="107480"/>
                </a:lnTo>
                <a:lnTo>
                  <a:pt x="418037" y="107136"/>
                </a:lnTo>
                <a:lnTo>
                  <a:pt x="417870" y="106799"/>
                </a:lnTo>
                <a:lnTo>
                  <a:pt x="417691" y="106471"/>
                </a:lnTo>
                <a:lnTo>
                  <a:pt x="417501" y="106150"/>
                </a:lnTo>
                <a:lnTo>
                  <a:pt x="417299" y="105837"/>
                </a:lnTo>
                <a:lnTo>
                  <a:pt x="417086" y="105531"/>
                </a:lnTo>
                <a:lnTo>
                  <a:pt x="416862" y="105233"/>
                </a:lnTo>
                <a:lnTo>
                  <a:pt x="416626" y="104943"/>
                </a:lnTo>
                <a:lnTo>
                  <a:pt x="416378" y="104661"/>
                </a:lnTo>
                <a:lnTo>
                  <a:pt x="416119" y="104386"/>
                </a:lnTo>
                <a:lnTo>
                  <a:pt x="415848" y="104119"/>
                </a:lnTo>
                <a:lnTo>
                  <a:pt x="415566" y="103861"/>
                </a:lnTo>
                <a:lnTo>
                  <a:pt x="415273" y="103614"/>
                </a:lnTo>
                <a:lnTo>
                  <a:pt x="414969" y="103378"/>
                </a:lnTo>
                <a:lnTo>
                  <a:pt x="414655" y="103153"/>
                </a:lnTo>
                <a:lnTo>
                  <a:pt x="414329" y="102939"/>
                </a:lnTo>
                <a:lnTo>
                  <a:pt x="413992" y="102736"/>
                </a:lnTo>
                <a:lnTo>
                  <a:pt x="413644" y="102544"/>
                </a:lnTo>
                <a:lnTo>
                  <a:pt x="413285" y="102363"/>
                </a:lnTo>
                <a:lnTo>
                  <a:pt x="412916" y="102193"/>
                </a:lnTo>
                <a:lnTo>
                  <a:pt x="412535" y="102034"/>
                </a:lnTo>
                <a:lnTo>
                  <a:pt x="412143" y="101886"/>
                </a:lnTo>
                <a:lnTo>
                  <a:pt x="411741" y="101749"/>
                </a:lnTo>
                <a:lnTo>
                  <a:pt x="411327" y="101623"/>
                </a:lnTo>
                <a:lnTo>
                  <a:pt x="410902" y="101507"/>
                </a:lnTo>
                <a:lnTo>
                  <a:pt x="410467" y="101403"/>
                </a:lnTo>
                <a:lnTo>
                  <a:pt x="410020" y="101310"/>
                </a:lnTo>
                <a:lnTo>
                  <a:pt x="409563" y="101227"/>
                </a:lnTo>
                <a:lnTo>
                  <a:pt x="409094" y="101156"/>
                </a:lnTo>
                <a:lnTo>
                  <a:pt x="408615" y="101096"/>
                </a:lnTo>
                <a:lnTo>
                  <a:pt x="408124" y="101046"/>
                </a:lnTo>
                <a:lnTo>
                  <a:pt x="407623" y="101008"/>
                </a:lnTo>
                <a:lnTo>
                  <a:pt x="407111" y="100981"/>
                </a:lnTo>
                <a:lnTo>
                  <a:pt x="406587" y="100964"/>
                </a:lnTo>
                <a:lnTo>
                  <a:pt x="406053" y="100959"/>
                </a:lnTo>
                <a:lnTo>
                  <a:pt x="405519" y="100964"/>
                </a:lnTo>
                <a:lnTo>
                  <a:pt x="404995" y="100981"/>
                </a:lnTo>
                <a:lnTo>
                  <a:pt x="404483" y="101008"/>
                </a:lnTo>
                <a:lnTo>
                  <a:pt x="403981" y="101046"/>
                </a:lnTo>
                <a:lnTo>
                  <a:pt x="403491" y="101096"/>
                </a:lnTo>
                <a:lnTo>
                  <a:pt x="403011" y="101156"/>
                </a:lnTo>
                <a:lnTo>
                  <a:pt x="402543" y="101227"/>
                </a:lnTo>
                <a:lnTo>
                  <a:pt x="402085" y="101310"/>
                </a:lnTo>
                <a:lnTo>
                  <a:pt x="401639" y="101403"/>
                </a:lnTo>
                <a:lnTo>
                  <a:pt x="401203" y="101507"/>
                </a:lnTo>
                <a:lnTo>
                  <a:pt x="400778" y="101623"/>
                </a:lnTo>
                <a:lnTo>
                  <a:pt x="400364" y="101749"/>
                </a:lnTo>
                <a:lnTo>
                  <a:pt x="399962" y="101886"/>
                </a:lnTo>
                <a:lnTo>
                  <a:pt x="399570" y="102034"/>
                </a:lnTo>
                <a:lnTo>
                  <a:pt x="399189" y="102193"/>
                </a:lnTo>
                <a:lnTo>
                  <a:pt x="398819" y="102363"/>
                </a:lnTo>
                <a:lnTo>
                  <a:pt x="398460" y="102544"/>
                </a:lnTo>
                <a:lnTo>
                  <a:pt x="398112" y="102736"/>
                </a:lnTo>
                <a:lnTo>
                  <a:pt x="397776" y="102939"/>
                </a:lnTo>
                <a:lnTo>
                  <a:pt x="397450" y="103153"/>
                </a:lnTo>
                <a:lnTo>
                  <a:pt x="397135" y="103378"/>
                </a:lnTo>
                <a:lnTo>
                  <a:pt x="396830" y="103614"/>
                </a:lnTo>
                <a:lnTo>
                  <a:pt x="396537" y="103861"/>
                </a:lnTo>
                <a:lnTo>
                  <a:pt x="396255" y="104119"/>
                </a:lnTo>
                <a:lnTo>
                  <a:pt x="395985" y="104386"/>
                </a:lnTo>
                <a:lnTo>
                  <a:pt x="395725" y="104661"/>
                </a:lnTo>
                <a:lnTo>
                  <a:pt x="395478" y="104943"/>
                </a:lnTo>
                <a:lnTo>
                  <a:pt x="395242" y="105233"/>
                </a:lnTo>
                <a:lnTo>
                  <a:pt x="395017" y="105531"/>
                </a:lnTo>
                <a:lnTo>
                  <a:pt x="394804" y="105837"/>
                </a:lnTo>
                <a:lnTo>
                  <a:pt x="394602" y="106150"/>
                </a:lnTo>
                <a:lnTo>
                  <a:pt x="394412" y="106471"/>
                </a:lnTo>
                <a:lnTo>
                  <a:pt x="394234" y="106799"/>
                </a:lnTo>
                <a:lnTo>
                  <a:pt x="394067" y="107136"/>
                </a:lnTo>
                <a:lnTo>
                  <a:pt x="393911" y="107480"/>
                </a:lnTo>
                <a:lnTo>
                  <a:pt x="393767" y="107831"/>
                </a:lnTo>
                <a:lnTo>
                  <a:pt x="393635" y="108191"/>
                </a:lnTo>
                <a:lnTo>
                  <a:pt x="393514" y="108558"/>
                </a:lnTo>
                <a:lnTo>
                  <a:pt x="393404" y="108932"/>
                </a:lnTo>
                <a:lnTo>
                  <a:pt x="393307" y="109315"/>
                </a:lnTo>
                <a:lnTo>
                  <a:pt x="393220" y="109705"/>
                </a:lnTo>
                <a:lnTo>
                  <a:pt x="393145" y="110103"/>
                </a:lnTo>
                <a:lnTo>
                  <a:pt x="393082" y="110508"/>
                </a:lnTo>
                <a:lnTo>
                  <a:pt x="393030" y="110921"/>
                </a:lnTo>
                <a:lnTo>
                  <a:pt x="392990" y="111342"/>
                </a:lnTo>
                <a:lnTo>
                  <a:pt x="392961" y="111771"/>
                </a:lnTo>
                <a:lnTo>
                  <a:pt x="392944" y="112207"/>
                </a:lnTo>
                <a:lnTo>
                  <a:pt x="392938" y="112651"/>
                </a:lnTo>
                <a:lnTo>
                  <a:pt x="392944" y="113095"/>
                </a:lnTo>
                <a:lnTo>
                  <a:pt x="392961" y="113531"/>
                </a:lnTo>
                <a:lnTo>
                  <a:pt x="392990" y="113959"/>
                </a:lnTo>
                <a:lnTo>
                  <a:pt x="393030" y="114380"/>
                </a:lnTo>
                <a:lnTo>
                  <a:pt x="393082" y="114793"/>
                </a:lnTo>
                <a:lnTo>
                  <a:pt x="393145" y="115199"/>
                </a:lnTo>
                <a:lnTo>
                  <a:pt x="393220" y="115596"/>
                </a:lnTo>
                <a:lnTo>
                  <a:pt x="393307" y="115986"/>
                </a:lnTo>
                <a:lnTo>
                  <a:pt x="393404" y="116369"/>
                </a:lnTo>
                <a:lnTo>
                  <a:pt x="393514" y="116743"/>
                </a:lnTo>
                <a:lnTo>
                  <a:pt x="393635" y="117110"/>
                </a:lnTo>
                <a:lnTo>
                  <a:pt x="393767" y="117470"/>
                </a:lnTo>
                <a:lnTo>
                  <a:pt x="393911" y="117821"/>
                </a:lnTo>
                <a:lnTo>
                  <a:pt x="394067" y="118165"/>
                </a:lnTo>
                <a:lnTo>
                  <a:pt x="394234" y="118502"/>
                </a:lnTo>
                <a:lnTo>
                  <a:pt x="394412" y="118830"/>
                </a:lnTo>
                <a:lnTo>
                  <a:pt x="394602" y="119151"/>
                </a:lnTo>
                <a:lnTo>
                  <a:pt x="394804" y="119465"/>
                </a:lnTo>
                <a:lnTo>
                  <a:pt x="395017" y="119770"/>
                </a:lnTo>
                <a:lnTo>
                  <a:pt x="395242" y="120068"/>
                </a:lnTo>
                <a:lnTo>
                  <a:pt x="395478" y="120358"/>
                </a:lnTo>
                <a:lnTo>
                  <a:pt x="395725" y="120641"/>
                </a:lnTo>
                <a:lnTo>
                  <a:pt x="395985" y="120916"/>
                </a:lnTo>
                <a:lnTo>
                  <a:pt x="396255" y="121183"/>
                </a:lnTo>
                <a:lnTo>
                  <a:pt x="396537" y="121441"/>
                </a:lnTo>
                <a:lnTo>
                  <a:pt x="396830" y="121688"/>
                </a:lnTo>
                <a:lnTo>
                  <a:pt x="397135" y="121923"/>
                </a:lnTo>
                <a:lnTo>
                  <a:pt x="397450" y="122148"/>
                </a:lnTo>
                <a:lnTo>
                  <a:pt x="397776" y="122362"/>
                </a:lnTo>
                <a:lnTo>
                  <a:pt x="398112" y="122565"/>
                </a:lnTo>
                <a:lnTo>
                  <a:pt x="398460" y="122757"/>
                </a:lnTo>
                <a:lnTo>
                  <a:pt x="398819" y="122938"/>
                </a:lnTo>
                <a:lnTo>
                  <a:pt x="399189" y="123108"/>
                </a:lnTo>
                <a:lnTo>
                  <a:pt x="399570" y="123267"/>
                </a:lnTo>
                <a:lnTo>
                  <a:pt x="399962" y="123415"/>
                </a:lnTo>
                <a:lnTo>
                  <a:pt x="400364" y="123552"/>
                </a:lnTo>
                <a:lnTo>
                  <a:pt x="400778" y="123678"/>
                </a:lnTo>
                <a:lnTo>
                  <a:pt x="401203" y="123793"/>
                </a:lnTo>
                <a:lnTo>
                  <a:pt x="401639" y="123897"/>
                </a:lnTo>
                <a:lnTo>
                  <a:pt x="402085" y="123990"/>
                </a:lnTo>
                <a:lnTo>
                  <a:pt x="402543" y="124073"/>
                </a:lnTo>
                <a:lnTo>
                  <a:pt x="403011" y="124144"/>
                </a:lnTo>
                <a:lnTo>
                  <a:pt x="403491" y="124204"/>
                </a:lnTo>
                <a:lnTo>
                  <a:pt x="403981" y="124254"/>
                </a:lnTo>
                <a:lnTo>
                  <a:pt x="404483" y="124292"/>
                </a:lnTo>
                <a:lnTo>
                  <a:pt x="404995" y="124319"/>
                </a:lnTo>
                <a:lnTo>
                  <a:pt x="405519" y="124336"/>
                </a:lnTo>
                <a:lnTo>
                  <a:pt x="406053" y="124341"/>
                </a:lnTo>
                <a:lnTo>
                  <a:pt x="406587" y="124336"/>
                </a:lnTo>
                <a:lnTo>
                  <a:pt x="407111" y="124319"/>
                </a:lnTo>
                <a:lnTo>
                  <a:pt x="407623" y="124292"/>
                </a:lnTo>
                <a:lnTo>
                  <a:pt x="408124" y="124254"/>
                </a:lnTo>
                <a:lnTo>
                  <a:pt x="408615" y="124204"/>
                </a:lnTo>
                <a:close/>
                <a:moveTo>
                  <a:pt x="1249536" y="20147"/>
                </a:moveTo>
                <a:lnTo>
                  <a:pt x="1249936" y="20106"/>
                </a:lnTo>
                <a:lnTo>
                  <a:pt x="1250329" y="20054"/>
                </a:lnTo>
                <a:lnTo>
                  <a:pt x="1250713" y="19994"/>
                </a:lnTo>
                <a:lnTo>
                  <a:pt x="1251090" y="19924"/>
                </a:lnTo>
                <a:lnTo>
                  <a:pt x="1251459" y="19844"/>
                </a:lnTo>
                <a:lnTo>
                  <a:pt x="1251821" y="19756"/>
                </a:lnTo>
                <a:lnTo>
                  <a:pt x="1252175" y="19658"/>
                </a:lnTo>
                <a:lnTo>
                  <a:pt x="1252521" y="19551"/>
                </a:lnTo>
                <a:lnTo>
                  <a:pt x="1252859" y="19434"/>
                </a:lnTo>
                <a:lnTo>
                  <a:pt x="1253190" y="19308"/>
                </a:lnTo>
                <a:lnTo>
                  <a:pt x="1253513" y="19173"/>
                </a:lnTo>
                <a:lnTo>
                  <a:pt x="1253829" y="19028"/>
                </a:lnTo>
                <a:lnTo>
                  <a:pt x="1254137" y="18875"/>
                </a:lnTo>
                <a:lnTo>
                  <a:pt x="1254437" y="18711"/>
                </a:lnTo>
                <a:lnTo>
                  <a:pt x="1254729" y="18539"/>
                </a:lnTo>
                <a:lnTo>
                  <a:pt x="1255014" y="18357"/>
                </a:lnTo>
                <a:lnTo>
                  <a:pt x="1255291" y="18166"/>
                </a:lnTo>
                <a:lnTo>
                  <a:pt x="1255560" y="17965"/>
                </a:lnTo>
                <a:lnTo>
                  <a:pt x="1255822" y="17756"/>
                </a:lnTo>
                <a:lnTo>
                  <a:pt x="1256076" y="17536"/>
                </a:lnTo>
                <a:lnTo>
                  <a:pt x="1256321" y="17309"/>
                </a:lnTo>
                <a:lnTo>
                  <a:pt x="1256555" y="17076"/>
                </a:lnTo>
                <a:lnTo>
                  <a:pt x="1256779" y="16835"/>
                </a:lnTo>
                <a:lnTo>
                  <a:pt x="1256993" y="16588"/>
                </a:lnTo>
                <a:lnTo>
                  <a:pt x="1257196" y="16335"/>
                </a:lnTo>
                <a:lnTo>
                  <a:pt x="1257389" y="16075"/>
                </a:lnTo>
                <a:lnTo>
                  <a:pt x="1257571" y="15808"/>
                </a:lnTo>
                <a:lnTo>
                  <a:pt x="1257743" y="15535"/>
                </a:lnTo>
                <a:lnTo>
                  <a:pt x="1257905" y="15255"/>
                </a:lnTo>
                <a:lnTo>
                  <a:pt x="1258056" y="14969"/>
                </a:lnTo>
                <a:lnTo>
                  <a:pt x="1258197" y="14676"/>
                </a:lnTo>
                <a:lnTo>
                  <a:pt x="1258327" y="14376"/>
                </a:lnTo>
                <a:lnTo>
                  <a:pt x="1258447" y="14070"/>
                </a:lnTo>
                <a:lnTo>
                  <a:pt x="1258556" y="13758"/>
                </a:lnTo>
                <a:lnTo>
                  <a:pt x="1258655" y="13438"/>
                </a:lnTo>
                <a:lnTo>
                  <a:pt x="1258744" y="13112"/>
                </a:lnTo>
                <a:lnTo>
                  <a:pt x="1258822" y="12780"/>
                </a:lnTo>
                <a:lnTo>
                  <a:pt x="1258890" y="12441"/>
                </a:lnTo>
                <a:lnTo>
                  <a:pt x="1258947" y="12095"/>
                </a:lnTo>
                <a:lnTo>
                  <a:pt x="1258994" y="11743"/>
                </a:lnTo>
                <a:lnTo>
                  <a:pt x="1259030" y="11384"/>
                </a:lnTo>
                <a:lnTo>
                  <a:pt x="1259056" y="11018"/>
                </a:lnTo>
                <a:lnTo>
                  <a:pt x="1259072" y="10646"/>
                </a:lnTo>
                <a:lnTo>
                  <a:pt x="1259077" y="10268"/>
                </a:lnTo>
                <a:lnTo>
                  <a:pt x="1259072" y="9876"/>
                </a:lnTo>
                <a:lnTo>
                  <a:pt x="1259056" y="9492"/>
                </a:lnTo>
                <a:lnTo>
                  <a:pt x="1259030" y="9114"/>
                </a:lnTo>
                <a:lnTo>
                  <a:pt x="1258994" y="8743"/>
                </a:lnTo>
                <a:lnTo>
                  <a:pt x="1258947" y="8379"/>
                </a:lnTo>
                <a:lnTo>
                  <a:pt x="1258890" y="8021"/>
                </a:lnTo>
                <a:lnTo>
                  <a:pt x="1258822" y="7671"/>
                </a:lnTo>
                <a:lnTo>
                  <a:pt x="1258744" y="7328"/>
                </a:lnTo>
                <a:lnTo>
                  <a:pt x="1258655" y="6991"/>
                </a:lnTo>
                <a:lnTo>
                  <a:pt x="1258556" y="6661"/>
                </a:lnTo>
                <a:lnTo>
                  <a:pt x="1258447" y="6338"/>
                </a:lnTo>
                <a:lnTo>
                  <a:pt x="1258327" y="6022"/>
                </a:lnTo>
                <a:lnTo>
                  <a:pt x="1258197" y="5713"/>
                </a:lnTo>
                <a:lnTo>
                  <a:pt x="1258056" y="5411"/>
                </a:lnTo>
                <a:lnTo>
                  <a:pt x="1257905" y="5115"/>
                </a:lnTo>
                <a:lnTo>
                  <a:pt x="1257743" y="4827"/>
                </a:lnTo>
                <a:lnTo>
                  <a:pt x="1257571" y="4545"/>
                </a:lnTo>
                <a:lnTo>
                  <a:pt x="1257389" y="4270"/>
                </a:lnTo>
                <a:lnTo>
                  <a:pt x="1257196" y="4002"/>
                </a:lnTo>
                <a:lnTo>
                  <a:pt x="1256993" y="3741"/>
                </a:lnTo>
                <a:lnTo>
                  <a:pt x="1256779" y="3487"/>
                </a:lnTo>
                <a:lnTo>
                  <a:pt x="1256555" y="3239"/>
                </a:lnTo>
                <a:lnTo>
                  <a:pt x="1256321" y="2999"/>
                </a:lnTo>
                <a:lnTo>
                  <a:pt x="1256076" y="2765"/>
                </a:lnTo>
                <a:lnTo>
                  <a:pt x="1255822" y="2540"/>
                </a:lnTo>
                <a:lnTo>
                  <a:pt x="1255560" y="2324"/>
                </a:lnTo>
                <a:lnTo>
                  <a:pt x="1255291" y="2117"/>
                </a:lnTo>
                <a:lnTo>
                  <a:pt x="1255014" y="1920"/>
                </a:lnTo>
                <a:lnTo>
                  <a:pt x="1254729" y="1733"/>
                </a:lnTo>
                <a:lnTo>
                  <a:pt x="1254437" y="1555"/>
                </a:lnTo>
                <a:lnTo>
                  <a:pt x="1254137" y="1387"/>
                </a:lnTo>
                <a:lnTo>
                  <a:pt x="1253829" y="1229"/>
                </a:lnTo>
                <a:lnTo>
                  <a:pt x="1253513" y="1080"/>
                </a:lnTo>
                <a:lnTo>
                  <a:pt x="1253190" y="941"/>
                </a:lnTo>
                <a:lnTo>
                  <a:pt x="1252859" y="811"/>
                </a:lnTo>
                <a:lnTo>
                  <a:pt x="1252521" y="691"/>
                </a:lnTo>
                <a:lnTo>
                  <a:pt x="1252175" y="581"/>
                </a:lnTo>
                <a:lnTo>
                  <a:pt x="1251821" y="480"/>
                </a:lnTo>
                <a:lnTo>
                  <a:pt x="1251459" y="389"/>
                </a:lnTo>
                <a:lnTo>
                  <a:pt x="1251090" y="307"/>
                </a:lnTo>
                <a:lnTo>
                  <a:pt x="1250713" y="235"/>
                </a:lnTo>
                <a:lnTo>
                  <a:pt x="1250329" y="173"/>
                </a:lnTo>
                <a:lnTo>
                  <a:pt x="1249936" y="120"/>
                </a:lnTo>
                <a:lnTo>
                  <a:pt x="1249536" y="77"/>
                </a:lnTo>
                <a:lnTo>
                  <a:pt x="1249129" y="43"/>
                </a:lnTo>
                <a:lnTo>
                  <a:pt x="1248713" y="19"/>
                </a:lnTo>
                <a:lnTo>
                  <a:pt x="1248290" y="5"/>
                </a:lnTo>
                <a:lnTo>
                  <a:pt x="1247860" y="0"/>
                </a:lnTo>
                <a:lnTo>
                  <a:pt x="1247429" y="5"/>
                </a:lnTo>
                <a:lnTo>
                  <a:pt x="1247006" y="19"/>
                </a:lnTo>
                <a:lnTo>
                  <a:pt x="1246591" y="43"/>
                </a:lnTo>
                <a:lnTo>
                  <a:pt x="1246184" y="77"/>
                </a:lnTo>
                <a:lnTo>
                  <a:pt x="1245784" y="120"/>
                </a:lnTo>
                <a:lnTo>
                  <a:pt x="1245392" y="173"/>
                </a:lnTo>
                <a:lnTo>
                  <a:pt x="1245007" y="235"/>
                </a:lnTo>
                <a:lnTo>
                  <a:pt x="1244630" y="307"/>
                </a:lnTo>
                <a:lnTo>
                  <a:pt x="1244261" y="389"/>
                </a:lnTo>
                <a:lnTo>
                  <a:pt x="1243899" y="480"/>
                </a:lnTo>
                <a:lnTo>
                  <a:pt x="1243546" y="581"/>
                </a:lnTo>
                <a:lnTo>
                  <a:pt x="1243199" y="691"/>
                </a:lnTo>
                <a:lnTo>
                  <a:pt x="1242861" y="811"/>
                </a:lnTo>
                <a:lnTo>
                  <a:pt x="1242530" y="941"/>
                </a:lnTo>
                <a:lnTo>
                  <a:pt x="1242207" y="1080"/>
                </a:lnTo>
                <a:lnTo>
                  <a:pt x="1241891" y="1229"/>
                </a:lnTo>
                <a:lnTo>
                  <a:pt x="1241584" y="1387"/>
                </a:lnTo>
                <a:lnTo>
                  <a:pt x="1241283" y="1555"/>
                </a:lnTo>
                <a:lnTo>
                  <a:pt x="1240991" y="1733"/>
                </a:lnTo>
                <a:lnTo>
                  <a:pt x="1240706" y="1920"/>
                </a:lnTo>
                <a:lnTo>
                  <a:pt x="1240429" y="2117"/>
                </a:lnTo>
                <a:lnTo>
                  <a:pt x="1240159" y="2324"/>
                </a:lnTo>
                <a:lnTo>
                  <a:pt x="1239898" y="2540"/>
                </a:lnTo>
                <a:lnTo>
                  <a:pt x="1239644" y="2765"/>
                </a:lnTo>
                <a:lnTo>
                  <a:pt x="1239399" y="2999"/>
                </a:lnTo>
                <a:lnTo>
                  <a:pt x="1239164" y="3239"/>
                </a:lnTo>
                <a:lnTo>
                  <a:pt x="1238940" y="3487"/>
                </a:lnTo>
                <a:lnTo>
                  <a:pt x="1238726" y="3741"/>
                </a:lnTo>
                <a:lnTo>
                  <a:pt x="1238523" y="4002"/>
                </a:lnTo>
                <a:lnTo>
                  <a:pt x="1238330" y="4270"/>
                </a:lnTo>
                <a:lnTo>
                  <a:pt x="1238148" y="4545"/>
                </a:lnTo>
                <a:lnTo>
                  <a:pt x="1237976" y="4827"/>
                </a:lnTo>
                <a:lnTo>
                  <a:pt x="1237814" y="5115"/>
                </a:lnTo>
                <a:lnTo>
                  <a:pt x="1237663" y="5411"/>
                </a:lnTo>
                <a:lnTo>
                  <a:pt x="1237523" y="5713"/>
                </a:lnTo>
                <a:lnTo>
                  <a:pt x="1237392" y="6022"/>
                </a:lnTo>
                <a:lnTo>
                  <a:pt x="1237273" y="6338"/>
                </a:lnTo>
                <a:lnTo>
                  <a:pt x="1237163" y="6661"/>
                </a:lnTo>
                <a:lnTo>
                  <a:pt x="1237064" y="6991"/>
                </a:lnTo>
                <a:lnTo>
                  <a:pt x="1236976" y="7328"/>
                </a:lnTo>
                <a:lnTo>
                  <a:pt x="1236897" y="7671"/>
                </a:lnTo>
                <a:lnTo>
                  <a:pt x="1236830" y="8021"/>
                </a:lnTo>
                <a:lnTo>
                  <a:pt x="1236772" y="8379"/>
                </a:lnTo>
                <a:lnTo>
                  <a:pt x="1236725" y="8743"/>
                </a:lnTo>
                <a:lnTo>
                  <a:pt x="1236689" y="9114"/>
                </a:lnTo>
                <a:lnTo>
                  <a:pt x="1236663" y="9492"/>
                </a:lnTo>
                <a:lnTo>
                  <a:pt x="1236647" y="9876"/>
                </a:lnTo>
                <a:lnTo>
                  <a:pt x="1236642" y="10268"/>
                </a:lnTo>
                <a:lnTo>
                  <a:pt x="1236647" y="10646"/>
                </a:lnTo>
                <a:lnTo>
                  <a:pt x="1236663" y="11018"/>
                </a:lnTo>
                <a:lnTo>
                  <a:pt x="1236689" y="11384"/>
                </a:lnTo>
                <a:lnTo>
                  <a:pt x="1236725" y="11743"/>
                </a:lnTo>
                <a:lnTo>
                  <a:pt x="1236772" y="12095"/>
                </a:lnTo>
                <a:lnTo>
                  <a:pt x="1236830" y="12441"/>
                </a:lnTo>
                <a:lnTo>
                  <a:pt x="1236897" y="12780"/>
                </a:lnTo>
                <a:lnTo>
                  <a:pt x="1236976" y="13112"/>
                </a:lnTo>
                <a:lnTo>
                  <a:pt x="1237064" y="13438"/>
                </a:lnTo>
                <a:lnTo>
                  <a:pt x="1237163" y="13758"/>
                </a:lnTo>
                <a:lnTo>
                  <a:pt x="1237273" y="14070"/>
                </a:lnTo>
                <a:lnTo>
                  <a:pt x="1237392" y="14376"/>
                </a:lnTo>
                <a:lnTo>
                  <a:pt x="1237523" y="14676"/>
                </a:lnTo>
                <a:lnTo>
                  <a:pt x="1237663" y="14969"/>
                </a:lnTo>
                <a:lnTo>
                  <a:pt x="1237814" y="15255"/>
                </a:lnTo>
                <a:lnTo>
                  <a:pt x="1237976" y="15535"/>
                </a:lnTo>
                <a:lnTo>
                  <a:pt x="1238148" y="15808"/>
                </a:lnTo>
                <a:lnTo>
                  <a:pt x="1238330" y="16075"/>
                </a:lnTo>
                <a:lnTo>
                  <a:pt x="1238523" y="16335"/>
                </a:lnTo>
                <a:lnTo>
                  <a:pt x="1238726" y="16588"/>
                </a:lnTo>
                <a:lnTo>
                  <a:pt x="1238940" y="16835"/>
                </a:lnTo>
                <a:lnTo>
                  <a:pt x="1239164" y="17076"/>
                </a:lnTo>
                <a:lnTo>
                  <a:pt x="1239399" y="17309"/>
                </a:lnTo>
                <a:lnTo>
                  <a:pt x="1239644" y="17536"/>
                </a:lnTo>
                <a:lnTo>
                  <a:pt x="1239898" y="17756"/>
                </a:lnTo>
                <a:lnTo>
                  <a:pt x="1240159" y="17965"/>
                </a:lnTo>
                <a:lnTo>
                  <a:pt x="1240429" y="18166"/>
                </a:lnTo>
                <a:lnTo>
                  <a:pt x="1240706" y="18357"/>
                </a:lnTo>
                <a:lnTo>
                  <a:pt x="1240991" y="18539"/>
                </a:lnTo>
                <a:lnTo>
                  <a:pt x="1241283" y="18711"/>
                </a:lnTo>
                <a:lnTo>
                  <a:pt x="1241584" y="18875"/>
                </a:lnTo>
                <a:lnTo>
                  <a:pt x="1241891" y="19028"/>
                </a:lnTo>
                <a:lnTo>
                  <a:pt x="1242207" y="19173"/>
                </a:lnTo>
                <a:lnTo>
                  <a:pt x="1242530" y="19308"/>
                </a:lnTo>
                <a:lnTo>
                  <a:pt x="1242861" y="19434"/>
                </a:lnTo>
                <a:lnTo>
                  <a:pt x="1243199" y="19551"/>
                </a:lnTo>
                <a:lnTo>
                  <a:pt x="1243546" y="19658"/>
                </a:lnTo>
                <a:lnTo>
                  <a:pt x="1243899" y="19756"/>
                </a:lnTo>
                <a:lnTo>
                  <a:pt x="1244261" y="19844"/>
                </a:lnTo>
                <a:lnTo>
                  <a:pt x="1244630" y="19924"/>
                </a:lnTo>
                <a:lnTo>
                  <a:pt x="1245007" y="19994"/>
                </a:lnTo>
                <a:lnTo>
                  <a:pt x="1245392" y="20054"/>
                </a:lnTo>
                <a:lnTo>
                  <a:pt x="1245784" y="20106"/>
                </a:lnTo>
                <a:lnTo>
                  <a:pt x="1246184" y="20147"/>
                </a:lnTo>
                <a:lnTo>
                  <a:pt x="1246591" y="20180"/>
                </a:lnTo>
                <a:lnTo>
                  <a:pt x="1247006" y="20203"/>
                </a:lnTo>
                <a:lnTo>
                  <a:pt x="1247429" y="20217"/>
                </a:lnTo>
                <a:lnTo>
                  <a:pt x="1247860" y="20222"/>
                </a:lnTo>
                <a:lnTo>
                  <a:pt x="1248290" y="20217"/>
                </a:lnTo>
                <a:lnTo>
                  <a:pt x="1248713" y="20203"/>
                </a:lnTo>
                <a:lnTo>
                  <a:pt x="1249129" y="20180"/>
                </a:lnTo>
                <a:lnTo>
                  <a:pt x="1249536" y="20147"/>
                </a:lnTo>
                <a:close/>
                <a:moveTo>
                  <a:pt x="1162346" y="109802"/>
                </a:moveTo>
                <a:lnTo>
                  <a:pt x="1161999" y="109787"/>
                </a:lnTo>
                <a:lnTo>
                  <a:pt x="1161658" y="109763"/>
                </a:lnTo>
                <a:lnTo>
                  <a:pt x="1161323" y="109730"/>
                </a:lnTo>
                <a:lnTo>
                  <a:pt x="1160993" y="109686"/>
                </a:lnTo>
                <a:lnTo>
                  <a:pt x="1160670" y="109634"/>
                </a:lnTo>
                <a:lnTo>
                  <a:pt x="1160352" y="109571"/>
                </a:lnTo>
                <a:lnTo>
                  <a:pt x="1160039" y="109499"/>
                </a:lnTo>
                <a:lnTo>
                  <a:pt x="1159733" y="109417"/>
                </a:lnTo>
                <a:lnTo>
                  <a:pt x="1159432" y="109326"/>
                </a:lnTo>
                <a:lnTo>
                  <a:pt x="1159137" y="109225"/>
                </a:lnTo>
                <a:lnTo>
                  <a:pt x="1158848" y="109115"/>
                </a:lnTo>
                <a:lnTo>
                  <a:pt x="1158564" y="108995"/>
                </a:lnTo>
                <a:lnTo>
                  <a:pt x="1158286" y="108865"/>
                </a:lnTo>
                <a:lnTo>
                  <a:pt x="1158014" y="108726"/>
                </a:lnTo>
                <a:lnTo>
                  <a:pt x="1157748" y="108577"/>
                </a:lnTo>
                <a:lnTo>
                  <a:pt x="1157488" y="108419"/>
                </a:lnTo>
                <a:lnTo>
                  <a:pt x="1157233" y="108251"/>
                </a:lnTo>
                <a:lnTo>
                  <a:pt x="1156984" y="108073"/>
                </a:lnTo>
                <a:lnTo>
                  <a:pt x="1156741" y="107886"/>
                </a:lnTo>
                <a:lnTo>
                  <a:pt x="1156503" y="107689"/>
                </a:lnTo>
                <a:lnTo>
                  <a:pt x="1156271" y="107483"/>
                </a:lnTo>
                <a:lnTo>
                  <a:pt x="1156045" y="107267"/>
                </a:lnTo>
                <a:lnTo>
                  <a:pt x="1155825" y="107041"/>
                </a:lnTo>
                <a:lnTo>
                  <a:pt x="1155612" y="106808"/>
                </a:lnTo>
                <a:lnTo>
                  <a:pt x="1155409" y="106569"/>
                </a:lnTo>
                <a:lnTo>
                  <a:pt x="1155214" y="106324"/>
                </a:lnTo>
                <a:lnTo>
                  <a:pt x="1155029" y="106073"/>
                </a:lnTo>
                <a:lnTo>
                  <a:pt x="1154852" y="105817"/>
                </a:lnTo>
                <a:lnTo>
                  <a:pt x="1154685" y="105555"/>
                </a:lnTo>
                <a:lnTo>
                  <a:pt x="1154527" y="105287"/>
                </a:lnTo>
                <a:lnTo>
                  <a:pt x="1154377" y="105013"/>
                </a:lnTo>
                <a:lnTo>
                  <a:pt x="1154237" y="104734"/>
                </a:lnTo>
                <a:lnTo>
                  <a:pt x="1154106" y="104449"/>
                </a:lnTo>
                <a:lnTo>
                  <a:pt x="1153984" y="104158"/>
                </a:lnTo>
                <a:lnTo>
                  <a:pt x="1153871" y="103861"/>
                </a:lnTo>
                <a:lnTo>
                  <a:pt x="1153766" y="103559"/>
                </a:lnTo>
                <a:lnTo>
                  <a:pt x="1153671" y="103251"/>
                </a:lnTo>
                <a:lnTo>
                  <a:pt x="1153586" y="102937"/>
                </a:lnTo>
                <a:lnTo>
                  <a:pt x="1153509" y="102617"/>
                </a:lnTo>
                <a:lnTo>
                  <a:pt x="1153441" y="102292"/>
                </a:lnTo>
                <a:lnTo>
                  <a:pt x="1153382" y="101960"/>
                </a:lnTo>
                <a:lnTo>
                  <a:pt x="1153332" y="101623"/>
                </a:lnTo>
                <a:lnTo>
                  <a:pt x="1153291" y="101281"/>
                </a:lnTo>
                <a:lnTo>
                  <a:pt x="1153260" y="100932"/>
                </a:lnTo>
                <a:lnTo>
                  <a:pt x="1153237" y="100578"/>
                </a:lnTo>
                <a:lnTo>
                  <a:pt x="1153224" y="100218"/>
                </a:lnTo>
                <a:lnTo>
                  <a:pt x="1153219" y="99852"/>
                </a:lnTo>
                <a:lnTo>
                  <a:pt x="1153219" y="48819"/>
                </a:lnTo>
                <a:lnTo>
                  <a:pt x="1188769" y="48819"/>
                </a:lnTo>
                <a:lnTo>
                  <a:pt x="1188769" y="35864"/>
                </a:lnTo>
                <a:lnTo>
                  <a:pt x="1153219" y="35864"/>
                </a:lnTo>
                <a:lnTo>
                  <a:pt x="1153219" y="11374"/>
                </a:lnTo>
                <a:lnTo>
                  <a:pt x="1139000" y="11374"/>
                </a:lnTo>
                <a:lnTo>
                  <a:pt x="1139000" y="35864"/>
                </a:lnTo>
                <a:lnTo>
                  <a:pt x="1114036" y="35864"/>
                </a:lnTo>
                <a:lnTo>
                  <a:pt x="1114036" y="48819"/>
                </a:lnTo>
                <a:lnTo>
                  <a:pt x="1139000" y="48819"/>
                </a:lnTo>
                <a:lnTo>
                  <a:pt x="1139000" y="99852"/>
                </a:lnTo>
                <a:lnTo>
                  <a:pt x="1139011" y="100714"/>
                </a:lnTo>
                <a:lnTo>
                  <a:pt x="1139045" y="101561"/>
                </a:lnTo>
                <a:lnTo>
                  <a:pt x="1139101" y="102394"/>
                </a:lnTo>
                <a:lnTo>
                  <a:pt x="1139180" y="103212"/>
                </a:lnTo>
                <a:lnTo>
                  <a:pt x="1139281" y="104016"/>
                </a:lnTo>
                <a:lnTo>
                  <a:pt x="1139405" y="104805"/>
                </a:lnTo>
                <a:lnTo>
                  <a:pt x="1139551" y="105580"/>
                </a:lnTo>
                <a:lnTo>
                  <a:pt x="1139720" y="106340"/>
                </a:lnTo>
                <a:lnTo>
                  <a:pt x="1139911" y="107085"/>
                </a:lnTo>
                <a:lnTo>
                  <a:pt x="1140125" y="107816"/>
                </a:lnTo>
                <a:lnTo>
                  <a:pt x="1140361" y="108532"/>
                </a:lnTo>
                <a:lnTo>
                  <a:pt x="1140619" y="109234"/>
                </a:lnTo>
                <a:lnTo>
                  <a:pt x="1140901" y="109922"/>
                </a:lnTo>
                <a:lnTo>
                  <a:pt x="1141204" y="110595"/>
                </a:lnTo>
                <a:lnTo>
                  <a:pt x="1141530" y="111253"/>
                </a:lnTo>
                <a:lnTo>
                  <a:pt x="1141879" y="111897"/>
                </a:lnTo>
                <a:lnTo>
                  <a:pt x="1142250" y="112526"/>
                </a:lnTo>
                <a:lnTo>
                  <a:pt x="1142644" y="113140"/>
                </a:lnTo>
                <a:lnTo>
                  <a:pt x="1143060" y="113740"/>
                </a:lnTo>
                <a:lnTo>
                  <a:pt x="1143498" y="114326"/>
                </a:lnTo>
                <a:lnTo>
                  <a:pt x="1143960" y="114897"/>
                </a:lnTo>
                <a:lnTo>
                  <a:pt x="1144443" y="115454"/>
                </a:lnTo>
                <a:lnTo>
                  <a:pt x="1144949" y="115996"/>
                </a:lnTo>
                <a:lnTo>
                  <a:pt x="1145478" y="116523"/>
                </a:lnTo>
                <a:lnTo>
                  <a:pt x="1146025" y="117032"/>
                </a:lnTo>
                <a:lnTo>
                  <a:pt x="1146587" y="117519"/>
                </a:lnTo>
                <a:lnTo>
                  <a:pt x="1147164" y="117985"/>
                </a:lnTo>
                <a:lnTo>
                  <a:pt x="1147756" y="118429"/>
                </a:lnTo>
                <a:lnTo>
                  <a:pt x="1148362" y="118852"/>
                </a:lnTo>
                <a:lnTo>
                  <a:pt x="1148983" y="119253"/>
                </a:lnTo>
                <a:lnTo>
                  <a:pt x="1149619" y="119632"/>
                </a:lnTo>
                <a:lnTo>
                  <a:pt x="1150270" y="119989"/>
                </a:lnTo>
                <a:lnTo>
                  <a:pt x="1150936" y="120325"/>
                </a:lnTo>
                <a:lnTo>
                  <a:pt x="1151617" y="120639"/>
                </a:lnTo>
                <a:lnTo>
                  <a:pt x="1152312" y="120932"/>
                </a:lnTo>
                <a:lnTo>
                  <a:pt x="1153022" y="121202"/>
                </a:lnTo>
                <a:lnTo>
                  <a:pt x="1153747" y="121452"/>
                </a:lnTo>
                <a:lnTo>
                  <a:pt x="1154487" y="121679"/>
                </a:lnTo>
                <a:lnTo>
                  <a:pt x="1155241" y="121885"/>
                </a:lnTo>
                <a:lnTo>
                  <a:pt x="1156011" y="122069"/>
                </a:lnTo>
                <a:lnTo>
                  <a:pt x="1156795" y="122231"/>
                </a:lnTo>
                <a:lnTo>
                  <a:pt x="1157594" y="122372"/>
                </a:lnTo>
                <a:lnTo>
                  <a:pt x="1158407" y="122491"/>
                </a:lnTo>
                <a:lnTo>
                  <a:pt x="1159236" y="122589"/>
                </a:lnTo>
                <a:lnTo>
                  <a:pt x="1160079" y="122665"/>
                </a:lnTo>
                <a:lnTo>
                  <a:pt x="1160938" y="122719"/>
                </a:lnTo>
                <a:lnTo>
                  <a:pt x="1161811" y="122751"/>
                </a:lnTo>
                <a:lnTo>
                  <a:pt x="1162698" y="122762"/>
                </a:lnTo>
                <a:lnTo>
                  <a:pt x="1187978" y="122762"/>
                </a:lnTo>
                <a:lnTo>
                  <a:pt x="1187978" y="109806"/>
                </a:lnTo>
                <a:lnTo>
                  <a:pt x="1162698" y="109806"/>
                </a:lnTo>
                <a:lnTo>
                  <a:pt x="1162346" y="109802"/>
                </a:lnTo>
                <a:close/>
                <a:moveTo>
                  <a:pt x="854290" y="122762"/>
                </a:moveTo>
                <a:lnTo>
                  <a:pt x="854290" y="67462"/>
                </a:lnTo>
                <a:lnTo>
                  <a:pt x="854299" y="66628"/>
                </a:lnTo>
                <a:lnTo>
                  <a:pt x="854326" y="65809"/>
                </a:lnTo>
                <a:lnTo>
                  <a:pt x="854371" y="65006"/>
                </a:lnTo>
                <a:lnTo>
                  <a:pt x="854433" y="64219"/>
                </a:lnTo>
                <a:lnTo>
                  <a:pt x="854513" y="63448"/>
                </a:lnTo>
                <a:lnTo>
                  <a:pt x="854611" y="62693"/>
                </a:lnTo>
                <a:lnTo>
                  <a:pt x="854727" y="61954"/>
                </a:lnTo>
                <a:lnTo>
                  <a:pt x="854861" y="61231"/>
                </a:lnTo>
                <a:lnTo>
                  <a:pt x="855012" y="60524"/>
                </a:lnTo>
                <a:lnTo>
                  <a:pt x="855182" y="59832"/>
                </a:lnTo>
                <a:lnTo>
                  <a:pt x="855369" y="59157"/>
                </a:lnTo>
                <a:lnTo>
                  <a:pt x="855574" y="58497"/>
                </a:lnTo>
                <a:lnTo>
                  <a:pt x="855796" y="57853"/>
                </a:lnTo>
                <a:lnTo>
                  <a:pt x="856037" y="57226"/>
                </a:lnTo>
                <a:lnTo>
                  <a:pt x="856295" y="56614"/>
                </a:lnTo>
                <a:lnTo>
                  <a:pt x="856572" y="56018"/>
                </a:lnTo>
                <a:lnTo>
                  <a:pt x="856866" y="55438"/>
                </a:lnTo>
                <a:lnTo>
                  <a:pt x="857178" y="54874"/>
                </a:lnTo>
                <a:lnTo>
                  <a:pt x="857507" y="54326"/>
                </a:lnTo>
                <a:lnTo>
                  <a:pt x="857855" y="53793"/>
                </a:lnTo>
                <a:lnTo>
                  <a:pt x="858220" y="53277"/>
                </a:lnTo>
                <a:lnTo>
                  <a:pt x="858603" y="52776"/>
                </a:lnTo>
                <a:lnTo>
                  <a:pt x="859004" y="52292"/>
                </a:lnTo>
                <a:lnTo>
                  <a:pt x="859423" y="51823"/>
                </a:lnTo>
                <a:lnTo>
                  <a:pt x="859857" y="51372"/>
                </a:lnTo>
                <a:lnTo>
                  <a:pt x="860305" y="50940"/>
                </a:lnTo>
                <a:lnTo>
                  <a:pt x="860765" y="50527"/>
                </a:lnTo>
                <a:lnTo>
                  <a:pt x="861238" y="50133"/>
                </a:lnTo>
                <a:lnTo>
                  <a:pt x="861724" y="49759"/>
                </a:lnTo>
                <a:lnTo>
                  <a:pt x="862223" y="49404"/>
                </a:lnTo>
                <a:lnTo>
                  <a:pt x="862734" y="49068"/>
                </a:lnTo>
                <a:lnTo>
                  <a:pt x="863259" y="48751"/>
                </a:lnTo>
                <a:lnTo>
                  <a:pt x="863796" y="48453"/>
                </a:lnTo>
                <a:lnTo>
                  <a:pt x="864347" y="48175"/>
                </a:lnTo>
                <a:lnTo>
                  <a:pt x="864910" y="47916"/>
                </a:lnTo>
                <a:lnTo>
                  <a:pt x="865486" y="47675"/>
                </a:lnTo>
                <a:lnTo>
                  <a:pt x="866075" y="47455"/>
                </a:lnTo>
                <a:lnTo>
                  <a:pt x="866677" y="47253"/>
                </a:lnTo>
                <a:lnTo>
                  <a:pt x="867292" y="47071"/>
                </a:lnTo>
                <a:lnTo>
                  <a:pt x="867920" y="46907"/>
                </a:lnTo>
                <a:lnTo>
                  <a:pt x="868561" y="46763"/>
                </a:lnTo>
                <a:lnTo>
                  <a:pt x="869214" y="46639"/>
                </a:lnTo>
                <a:lnTo>
                  <a:pt x="869881" y="46533"/>
                </a:lnTo>
                <a:lnTo>
                  <a:pt x="870560" y="46446"/>
                </a:lnTo>
                <a:lnTo>
                  <a:pt x="871252" y="46379"/>
                </a:lnTo>
                <a:lnTo>
                  <a:pt x="871957" y="46331"/>
                </a:lnTo>
                <a:lnTo>
                  <a:pt x="872675" y="46302"/>
                </a:lnTo>
                <a:lnTo>
                  <a:pt x="873406" y="46293"/>
                </a:lnTo>
                <a:lnTo>
                  <a:pt x="874111" y="46302"/>
                </a:lnTo>
                <a:lnTo>
                  <a:pt x="874803" y="46330"/>
                </a:lnTo>
                <a:lnTo>
                  <a:pt x="875483" y="46376"/>
                </a:lnTo>
                <a:lnTo>
                  <a:pt x="876151" y="46440"/>
                </a:lnTo>
                <a:lnTo>
                  <a:pt x="876807" y="46523"/>
                </a:lnTo>
                <a:lnTo>
                  <a:pt x="877450" y="46624"/>
                </a:lnTo>
                <a:lnTo>
                  <a:pt x="878080" y="46743"/>
                </a:lnTo>
                <a:lnTo>
                  <a:pt x="878699" y="46881"/>
                </a:lnTo>
                <a:lnTo>
                  <a:pt x="879305" y="47037"/>
                </a:lnTo>
                <a:lnTo>
                  <a:pt x="879899" y="47212"/>
                </a:lnTo>
                <a:lnTo>
                  <a:pt x="880480" y="47405"/>
                </a:lnTo>
                <a:lnTo>
                  <a:pt x="881049" y="47616"/>
                </a:lnTo>
                <a:lnTo>
                  <a:pt x="881606" y="47845"/>
                </a:lnTo>
                <a:lnTo>
                  <a:pt x="882150" y="48094"/>
                </a:lnTo>
                <a:lnTo>
                  <a:pt x="882682" y="48360"/>
                </a:lnTo>
                <a:lnTo>
                  <a:pt x="883201" y="48645"/>
                </a:lnTo>
                <a:lnTo>
                  <a:pt x="883709" y="48948"/>
                </a:lnTo>
                <a:lnTo>
                  <a:pt x="884204" y="49269"/>
                </a:lnTo>
                <a:lnTo>
                  <a:pt x="884686" y="49609"/>
                </a:lnTo>
                <a:lnTo>
                  <a:pt x="885156" y="49968"/>
                </a:lnTo>
                <a:lnTo>
                  <a:pt x="885614" y="50344"/>
                </a:lnTo>
                <a:lnTo>
                  <a:pt x="886060" y="50739"/>
                </a:lnTo>
                <a:lnTo>
                  <a:pt x="886493" y="51153"/>
                </a:lnTo>
                <a:lnTo>
                  <a:pt x="886914" y="51585"/>
                </a:lnTo>
                <a:lnTo>
                  <a:pt x="887320" y="52034"/>
                </a:lnTo>
                <a:lnTo>
                  <a:pt x="887709" y="52499"/>
                </a:lnTo>
                <a:lnTo>
                  <a:pt x="888081" y="52980"/>
                </a:lnTo>
                <a:lnTo>
                  <a:pt x="888435" y="53478"/>
                </a:lnTo>
                <a:lnTo>
                  <a:pt x="888772" y="53992"/>
                </a:lnTo>
                <a:lnTo>
                  <a:pt x="889092" y="54522"/>
                </a:lnTo>
                <a:lnTo>
                  <a:pt x="889394" y="55068"/>
                </a:lnTo>
                <a:lnTo>
                  <a:pt x="889680" y="55631"/>
                </a:lnTo>
                <a:lnTo>
                  <a:pt x="889948" y="56209"/>
                </a:lnTo>
                <a:lnTo>
                  <a:pt x="890198" y="56804"/>
                </a:lnTo>
                <a:lnTo>
                  <a:pt x="890432" y="57415"/>
                </a:lnTo>
                <a:lnTo>
                  <a:pt x="890648" y="58042"/>
                </a:lnTo>
                <a:lnTo>
                  <a:pt x="890846" y="58685"/>
                </a:lnTo>
                <a:lnTo>
                  <a:pt x="891028" y="59345"/>
                </a:lnTo>
                <a:lnTo>
                  <a:pt x="891192" y="60021"/>
                </a:lnTo>
                <a:lnTo>
                  <a:pt x="891339" y="60713"/>
                </a:lnTo>
                <a:lnTo>
                  <a:pt x="891469" y="61421"/>
                </a:lnTo>
                <a:lnTo>
                  <a:pt x="891581" y="62145"/>
                </a:lnTo>
                <a:lnTo>
                  <a:pt x="891676" y="62886"/>
                </a:lnTo>
                <a:lnTo>
                  <a:pt x="891754" y="63642"/>
                </a:lnTo>
                <a:lnTo>
                  <a:pt x="891814" y="64415"/>
                </a:lnTo>
                <a:lnTo>
                  <a:pt x="891858" y="65204"/>
                </a:lnTo>
                <a:lnTo>
                  <a:pt x="891884" y="66009"/>
                </a:lnTo>
                <a:lnTo>
                  <a:pt x="891892" y="66831"/>
                </a:lnTo>
                <a:lnTo>
                  <a:pt x="891892" y="122762"/>
                </a:lnTo>
                <a:lnTo>
                  <a:pt x="906111" y="122762"/>
                </a:lnTo>
                <a:lnTo>
                  <a:pt x="906111" y="64304"/>
                </a:lnTo>
                <a:lnTo>
                  <a:pt x="906098" y="63156"/>
                </a:lnTo>
                <a:lnTo>
                  <a:pt x="906058" y="62028"/>
                </a:lnTo>
                <a:lnTo>
                  <a:pt x="905990" y="60920"/>
                </a:lnTo>
                <a:lnTo>
                  <a:pt x="905896" y="59832"/>
                </a:lnTo>
                <a:lnTo>
                  <a:pt x="905775" y="58765"/>
                </a:lnTo>
                <a:lnTo>
                  <a:pt x="905628" y="57718"/>
                </a:lnTo>
                <a:lnTo>
                  <a:pt x="905453" y="56691"/>
                </a:lnTo>
                <a:lnTo>
                  <a:pt x="905251" y="55685"/>
                </a:lnTo>
                <a:lnTo>
                  <a:pt x="905023" y="54699"/>
                </a:lnTo>
                <a:lnTo>
                  <a:pt x="904767" y="53733"/>
                </a:lnTo>
                <a:lnTo>
                  <a:pt x="904485" y="52788"/>
                </a:lnTo>
                <a:lnTo>
                  <a:pt x="904176" y="51863"/>
                </a:lnTo>
                <a:lnTo>
                  <a:pt x="903840" y="50958"/>
                </a:lnTo>
                <a:lnTo>
                  <a:pt x="903477" y="50073"/>
                </a:lnTo>
                <a:lnTo>
                  <a:pt x="903087" y="49209"/>
                </a:lnTo>
                <a:lnTo>
                  <a:pt x="902671" y="48365"/>
                </a:lnTo>
                <a:lnTo>
                  <a:pt x="902227" y="47541"/>
                </a:lnTo>
                <a:lnTo>
                  <a:pt x="901757" y="46738"/>
                </a:lnTo>
                <a:lnTo>
                  <a:pt x="901260" y="45955"/>
                </a:lnTo>
                <a:lnTo>
                  <a:pt x="900736" y="45192"/>
                </a:lnTo>
                <a:lnTo>
                  <a:pt x="900184" y="44450"/>
                </a:lnTo>
                <a:lnTo>
                  <a:pt x="899607" y="43727"/>
                </a:lnTo>
                <a:lnTo>
                  <a:pt x="899002" y="43025"/>
                </a:lnTo>
                <a:lnTo>
                  <a:pt x="898370" y="42344"/>
                </a:lnTo>
                <a:lnTo>
                  <a:pt x="897716" y="41686"/>
                </a:lnTo>
                <a:lnTo>
                  <a:pt x="897043" y="41057"/>
                </a:lnTo>
                <a:lnTo>
                  <a:pt x="896351" y="40455"/>
                </a:lnTo>
                <a:lnTo>
                  <a:pt x="895640" y="39881"/>
                </a:lnTo>
                <a:lnTo>
                  <a:pt x="894911" y="39336"/>
                </a:lnTo>
                <a:lnTo>
                  <a:pt x="894164" y="38818"/>
                </a:lnTo>
                <a:lnTo>
                  <a:pt x="893397" y="38328"/>
                </a:lnTo>
                <a:lnTo>
                  <a:pt x="892612" y="37866"/>
                </a:lnTo>
                <a:lnTo>
                  <a:pt x="891809" y="37433"/>
                </a:lnTo>
                <a:lnTo>
                  <a:pt x="890986" y="37027"/>
                </a:lnTo>
                <a:lnTo>
                  <a:pt x="890145" y="36649"/>
                </a:lnTo>
                <a:lnTo>
                  <a:pt x="889286" y="36299"/>
                </a:lnTo>
                <a:lnTo>
                  <a:pt x="888407" y="35978"/>
                </a:lnTo>
                <a:lnTo>
                  <a:pt x="887510" y="35684"/>
                </a:lnTo>
                <a:lnTo>
                  <a:pt x="886595" y="35418"/>
                </a:lnTo>
                <a:lnTo>
                  <a:pt x="885660" y="35180"/>
                </a:lnTo>
                <a:lnTo>
                  <a:pt x="884707" y="34970"/>
                </a:lnTo>
                <a:lnTo>
                  <a:pt x="883736" y="34788"/>
                </a:lnTo>
                <a:lnTo>
                  <a:pt x="882745" y="34634"/>
                </a:lnTo>
                <a:lnTo>
                  <a:pt x="881736" y="34508"/>
                </a:lnTo>
                <a:lnTo>
                  <a:pt x="880709" y="34410"/>
                </a:lnTo>
                <a:lnTo>
                  <a:pt x="879663" y="34340"/>
                </a:lnTo>
                <a:lnTo>
                  <a:pt x="878598" y="34298"/>
                </a:lnTo>
                <a:lnTo>
                  <a:pt x="877514" y="34284"/>
                </a:lnTo>
                <a:lnTo>
                  <a:pt x="876614" y="34294"/>
                </a:lnTo>
                <a:lnTo>
                  <a:pt x="875730" y="34323"/>
                </a:lnTo>
                <a:lnTo>
                  <a:pt x="874863" y="34372"/>
                </a:lnTo>
                <a:lnTo>
                  <a:pt x="874012" y="34440"/>
                </a:lnTo>
                <a:lnTo>
                  <a:pt x="873177" y="34528"/>
                </a:lnTo>
                <a:lnTo>
                  <a:pt x="872359" y="34635"/>
                </a:lnTo>
                <a:lnTo>
                  <a:pt x="871558" y="34762"/>
                </a:lnTo>
                <a:lnTo>
                  <a:pt x="870773" y="34908"/>
                </a:lnTo>
                <a:lnTo>
                  <a:pt x="870004" y="35073"/>
                </a:lnTo>
                <a:lnTo>
                  <a:pt x="869252" y="35258"/>
                </a:lnTo>
                <a:lnTo>
                  <a:pt x="868516" y="35463"/>
                </a:lnTo>
                <a:lnTo>
                  <a:pt x="867797" y="35687"/>
                </a:lnTo>
                <a:lnTo>
                  <a:pt x="867094" y="35930"/>
                </a:lnTo>
                <a:lnTo>
                  <a:pt x="866408" y="36193"/>
                </a:lnTo>
                <a:lnTo>
                  <a:pt x="865738" y="36476"/>
                </a:lnTo>
                <a:lnTo>
                  <a:pt x="865085" y="36778"/>
                </a:lnTo>
                <a:lnTo>
                  <a:pt x="864448" y="37099"/>
                </a:lnTo>
                <a:lnTo>
                  <a:pt x="863827" y="37440"/>
                </a:lnTo>
                <a:lnTo>
                  <a:pt x="863223" y="37800"/>
                </a:lnTo>
                <a:lnTo>
                  <a:pt x="862636" y="38180"/>
                </a:lnTo>
                <a:lnTo>
                  <a:pt x="862065" y="38580"/>
                </a:lnTo>
                <a:lnTo>
                  <a:pt x="861510" y="38998"/>
                </a:lnTo>
                <a:lnTo>
                  <a:pt x="860972" y="39437"/>
                </a:lnTo>
                <a:lnTo>
                  <a:pt x="860450" y="39895"/>
                </a:lnTo>
                <a:lnTo>
                  <a:pt x="859947" y="40370"/>
                </a:lnTo>
                <a:lnTo>
                  <a:pt x="859466" y="40861"/>
                </a:lnTo>
                <a:lnTo>
                  <a:pt x="859006" y="41369"/>
                </a:lnTo>
                <a:lnTo>
                  <a:pt x="858568" y="41893"/>
                </a:lnTo>
                <a:lnTo>
                  <a:pt x="858151" y="42433"/>
                </a:lnTo>
                <a:lnTo>
                  <a:pt x="857755" y="42990"/>
                </a:lnTo>
                <a:lnTo>
                  <a:pt x="857381" y="43562"/>
                </a:lnTo>
                <a:lnTo>
                  <a:pt x="857028" y="44151"/>
                </a:lnTo>
                <a:lnTo>
                  <a:pt x="856697" y="44756"/>
                </a:lnTo>
                <a:lnTo>
                  <a:pt x="856386" y="45377"/>
                </a:lnTo>
                <a:lnTo>
                  <a:pt x="856098" y="46014"/>
                </a:lnTo>
                <a:lnTo>
                  <a:pt x="855830" y="46668"/>
                </a:lnTo>
                <a:lnTo>
                  <a:pt x="855584" y="47337"/>
                </a:lnTo>
                <a:lnTo>
                  <a:pt x="855360" y="48023"/>
                </a:lnTo>
                <a:lnTo>
                  <a:pt x="855157" y="48725"/>
                </a:lnTo>
                <a:lnTo>
                  <a:pt x="854975" y="49444"/>
                </a:lnTo>
                <a:lnTo>
                  <a:pt x="854814" y="50178"/>
                </a:lnTo>
                <a:lnTo>
                  <a:pt x="854675" y="50929"/>
                </a:lnTo>
                <a:lnTo>
                  <a:pt x="854558" y="51695"/>
                </a:lnTo>
                <a:lnTo>
                  <a:pt x="854465" y="52453"/>
                </a:lnTo>
                <a:lnTo>
                  <a:pt x="854290" y="52453"/>
                </a:lnTo>
                <a:lnTo>
                  <a:pt x="854290" y="35864"/>
                </a:lnTo>
                <a:lnTo>
                  <a:pt x="840069" y="35864"/>
                </a:lnTo>
                <a:lnTo>
                  <a:pt x="840069" y="122762"/>
                </a:lnTo>
                <a:lnTo>
                  <a:pt x="854290" y="122762"/>
                </a:lnTo>
                <a:close/>
                <a:moveTo>
                  <a:pt x="1401274" y="122762"/>
                </a:moveTo>
                <a:lnTo>
                  <a:pt x="1415495" y="122762"/>
                </a:lnTo>
                <a:lnTo>
                  <a:pt x="1415495" y="67462"/>
                </a:lnTo>
                <a:lnTo>
                  <a:pt x="1415504" y="66628"/>
                </a:lnTo>
                <a:lnTo>
                  <a:pt x="1415531" y="65809"/>
                </a:lnTo>
                <a:lnTo>
                  <a:pt x="1415575" y="65006"/>
                </a:lnTo>
                <a:lnTo>
                  <a:pt x="1415638" y="64219"/>
                </a:lnTo>
                <a:lnTo>
                  <a:pt x="1415718" y="63448"/>
                </a:lnTo>
                <a:lnTo>
                  <a:pt x="1415816" y="62693"/>
                </a:lnTo>
                <a:lnTo>
                  <a:pt x="1415932" y="61954"/>
                </a:lnTo>
                <a:lnTo>
                  <a:pt x="1416065" y="61231"/>
                </a:lnTo>
                <a:lnTo>
                  <a:pt x="1416217" y="60524"/>
                </a:lnTo>
                <a:lnTo>
                  <a:pt x="1416386" y="59832"/>
                </a:lnTo>
                <a:lnTo>
                  <a:pt x="1416573" y="59157"/>
                </a:lnTo>
                <a:lnTo>
                  <a:pt x="1416778" y="58497"/>
                </a:lnTo>
                <a:lnTo>
                  <a:pt x="1417001" y="57853"/>
                </a:lnTo>
                <a:lnTo>
                  <a:pt x="1417242" y="57226"/>
                </a:lnTo>
                <a:lnTo>
                  <a:pt x="1417500" y="56614"/>
                </a:lnTo>
                <a:lnTo>
                  <a:pt x="1417776" y="56018"/>
                </a:lnTo>
                <a:lnTo>
                  <a:pt x="1418070" y="55438"/>
                </a:lnTo>
                <a:lnTo>
                  <a:pt x="1418382" y="54874"/>
                </a:lnTo>
                <a:lnTo>
                  <a:pt x="1418712" y="54326"/>
                </a:lnTo>
                <a:lnTo>
                  <a:pt x="1419060" y="53793"/>
                </a:lnTo>
                <a:lnTo>
                  <a:pt x="1419425" y="53277"/>
                </a:lnTo>
                <a:lnTo>
                  <a:pt x="1419808" y="52776"/>
                </a:lnTo>
                <a:lnTo>
                  <a:pt x="1420209" y="52292"/>
                </a:lnTo>
                <a:lnTo>
                  <a:pt x="1420628" y="51823"/>
                </a:lnTo>
                <a:lnTo>
                  <a:pt x="1421062" y="51372"/>
                </a:lnTo>
                <a:lnTo>
                  <a:pt x="1421509" y="50940"/>
                </a:lnTo>
                <a:lnTo>
                  <a:pt x="1421970" y="50527"/>
                </a:lnTo>
                <a:lnTo>
                  <a:pt x="1422443" y="50133"/>
                </a:lnTo>
                <a:lnTo>
                  <a:pt x="1422929" y="49759"/>
                </a:lnTo>
                <a:lnTo>
                  <a:pt x="1423427" y="49404"/>
                </a:lnTo>
                <a:lnTo>
                  <a:pt x="1423939" y="49068"/>
                </a:lnTo>
                <a:lnTo>
                  <a:pt x="1424464" y="48751"/>
                </a:lnTo>
                <a:lnTo>
                  <a:pt x="1425001" y="48453"/>
                </a:lnTo>
                <a:lnTo>
                  <a:pt x="1425552" y="48175"/>
                </a:lnTo>
                <a:lnTo>
                  <a:pt x="1426115" y="47916"/>
                </a:lnTo>
                <a:lnTo>
                  <a:pt x="1426691" y="47675"/>
                </a:lnTo>
                <a:lnTo>
                  <a:pt x="1427280" y="47455"/>
                </a:lnTo>
                <a:lnTo>
                  <a:pt x="1427882" y="47253"/>
                </a:lnTo>
                <a:lnTo>
                  <a:pt x="1428497" y="47071"/>
                </a:lnTo>
                <a:lnTo>
                  <a:pt x="1429125" y="46907"/>
                </a:lnTo>
                <a:lnTo>
                  <a:pt x="1429765" y="46763"/>
                </a:lnTo>
                <a:lnTo>
                  <a:pt x="1430419" y="46639"/>
                </a:lnTo>
                <a:lnTo>
                  <a:pt x="1431085" y="46533"/>
                </a:lnTo>
                <a:lnTo>
                  <a:pt x="1431765" y="46446"/>
                </a:lnTo>
                <a:lnTo>
                  <a:pt x="1432457" y="46379"/>
                </a:lnTo>
                <a:lnTo>
                  <a:pt x="1433162" y="46331"/>
                </a:lnTo>
                <a:lnTo>
                  <a:pt x="1433880" y="46302"/>
                </a:lnTo>
                <a:lnTo>
                  <a:pt x="1434611" y="46293"/>
                </a:lnTo>
                <a:lnTo>
                  <a:pt x="1435316" y="46302"/>
                </a:lnTo>
                <a:lnTo>
                  <a:pt x="1436008" y="46330"/>
                </a:lnTo>
                <a:lnTo>
                  <a:pt x="1436688" y="46376"/>
                </a:lnTo>
                <a:lnTo>
                  <a:pt x="1437356" y="46440"/>
                </a:lnTo>
                <a:lnTo>
                  <a:pt x="1438011" y="46523"/>
                </a:lnTo>
                <a:lnTo>
                  <a:pt x="1438654" y="46624"/>
                </a:lnTo>
                <a:lnTo>
                  <a:pt x="1439285" y="46743"/>
                </a:lnTo>
                <a:lnTo>
                  <a:pt x="1439904" y="46881"/>
                </a:lnTo>
                <a:lnTo>
                  <a:pt x="1440510" y="47037"/>
                </a:lnTo>
                <a:lnTo>
                  <a:pt x="1441103" y="47212"/>
                </a:lnTo>
                <a:lnTo>
                  <a:pt x="1441685" y="47405"/>
                </a:lnTo>
                <a:lnTo>
                  <a:pt x="1442254" y="47616"/>
                </a:lnTo>
                <a:lnTo>
                  <a:pt x="1442810" y="47845"/>
                </a:lnTo>
                <a:lnTo>
                  <a:pt x="1443355" y="48094"/>
                </a:lnTo>
                <a:lnTo>
                  <a:pt x="1443887" y="48360"/>
                </a:lnTo>
                <a:lnTo>
                  <a:pt x="1444406" y="48645"/>
                </a:lnTo>
                <a:lnTo>
                  <a:pt x="1444913" y="48948"/>
                </a:lnTo>
                <a:lnTo>
                  <a:pt x="1445408" y="49269"/>
                </a:lnTo>
                <a:lnTo>
                  <a:pt x="1445891" y="49609"/>
                </a:lnTo>
                <a:lnTo>
                  <a:pt x="1446361" y="49968"/>
                </a:lnTo>
                <a:lnTo>
                  <a:pt x="1446819" y="50344"/>
                </a:lnTo>
                <a:lnTo>
                  <a:pt x="1447265" y="50739"/>
                </a:lnTo>
                <a:lnTo>
                  <a:pt x="1447698" y="51153"/>
                </a:lnTo>
                <a:lnTo>
                  <a:pt x="1448119" y="51585"/>
                </a:lnTo>
                <a:lnTo>
                  <a:pt x="1448525" y="52034"/>
                </a:lnTo>
                <a:lnTo>
                  <a:pt x="1448914" y="52499"/>
                </a:lnTo>
                <a:lnTo>
                  <a:pt x="1449285" y="52980"/>
                </a:lnTo>
                <a:lnTo>
                  <a:pt x="1449640" y="53478"/>
                </a:lnTo>
                <a:lnTo>
                  <a:pt x="1449977" y="53992"/>
                </a:lnTo>
                <a:lnTo>
                  <a:pt x="1450297" y="54522"/>
                </a:lnTo>
                <a:lnTo>
                  <a:pt x="1450599" y="55068"/>
                </a:lnTo>
                <a:lnTo>
                  <a:pt x="1450884" y="55631"/>
                </a:lnTo>
                <a:lnTo>
                  <a:pt x="1451152" y="56209"/>
                </a:lnTo>
                <a:lnTo>
                  <a:pt x="1451403" y="56804"/>
                </a:lnTo>
                <a:lnTo>
                  <a:pt x="1451636" y="57415"/>
                </a:lnTo>
                <a:lnTo>
                  <a:pt x="1451852" y="58042"/>
                </a:lnTo>
                <a:lnTo>
                  <a:pt x="1452051" y="58685"/>
                </a:lnTo>
                <a:lnTo>
                  <a:pt x="1452233" y="59345"/>
                </a:lnTo>
                <a:lnTo>
                  <a:pt x="1452397" y="60021"/>
                </a:lnTo>
                <a:lnTo>
                  <a:pt x="1452544" y="60713"/>
                </a:lnTo>
                <a:lnTo>
                  <a:pt x="1452673" y="61421"/>
                </a:lnTo>
                <a:lnTo>
                  <a:pt x="1452786" y="62145"/>
                </a:lnTo>
                <a:lnTo>
                  <a:pt x="1452881" y="62886"/>
                </a:lnTo>
                <a:lnTo>
                  <a:pt x="1452959" y="63642"/>
                </a:lnTo>
                <a:lnTo>
                  <a:pt x="1453019" y="64415"/>
                </a:lnTo>
                <a:lnTo>
                  <a:pt x="1453062" y="65204"/>
                </a:lnTo>
                <a:lnTo>
                  <a:pt x="1453088" y="66009"/>
                </a:lnTo>
                <a:lnTo>
                  <a:pt x="1453097" y="66831"/>
                </a:lnTo>
                <a:lnTo>
                  <a:pt x="1453097" y="122762"/>
                </a:lnTo>
                <a:lnTo>
                  <a:pt x="1467316" y="122762"/>
                </a:lnTo>
                <a:lnTo>
                  <a:pt x="1467316" y="64304"/>
                </a:lnTo>
                <a:lnTo>
                  <a:pt x="1467303" y="63156"/>
                </a:lnTo>
                <a:lnTo>
                  <a:pt x="1467262" y="62028"/>
                </a:lnTo>
                <a:lnTo>
                  <a:pt x="1467195" y="60920"/>
                </a:lnTo>
                <a:lnTo>
                  <a:pt x="1467101" y="59832"/>
                </a:lnTo>
                <a:lnTo>
                  <a:pt x="1466980" y="58765"/>
                </a:lnTo>
                <a:lnTo>
                  <a:pt x="1466832" y="57718"/>
                </a:lnTo>
                <a:lnTo>
                  <a:pt x="1466658" y="56691"/>
                </a:lnTo>
                <a:lnTo>
                  <a:pt x="1466456" y="55685"/>
                </a:lnTo>
                <a:lnTo>
                  <a:pt x="1466228" y="54699"/>
                </a:lnTo>
                <a:lnTo>
                  <a:pt x="1465972" y="53733"/>
                </a:lnTo>
                <a:lnTo>
                  <a:pt x="1465690" y="52788"/>
                </a:lnTo>
                <a:lnTo>
                  <a:pt x="1465381" y="51863"/>
                </a:lnTo>
                <a:lnTo>
                  <a:pt x="1465045" y="50958"/>
                </a:lnTo>
                <a:lnTo>
                  <a:pt x="1464682" y="50073"/>
                </a:lnTo>
                <a:lnTo>
                  <a:pt x="1464292" y="49209"/>
                </a:lnTo>
                <a:lnTo>
                  <a:pt x="1463876" y="48365"/>
                </a:lnTo>
                <a:lnTo>
                  <a:pt x="1463432" y="47541"/>
                </a:lnTo>
                <a:lnTo>
                  <a:pt x="1462962" y="46738"/>
                </a:lnTo>
                <a:lnTo>
                  <a:pt x="1462464" y="45955"/>
                </a:lnTo>
                <a:lnTo>
                  <a:pt x="1461940" y="45192"/>
                </a:lnTo>
                <a:lnTo>
                  <a:pt x="1461389" y="44450"/>
                </a:lnTo>
                <a:lnTo>
                  <a:pt x="1460811" y="43727"/>
                </a:lnTo>
                <a:lnTo>
                  <a:pt x="1460207" y="43025"/>
                </a:lnTo>
                <a:lnTo>
                  <a:pt x="1459575" y="42344"/>
                </a:lnTo>
                <a:lnTo>
                  <a:pt x="1458920" y="41686"/>
                </a:lnTo>
                <a:lnTo>
                  <a:pt x="1458247" y="41057"/>
                </a:lnTo>
                <a:lnTo>
                  <a:pt x="1457556" y="40455"/>
                </a:lnTo>
                <a:lnTo>
                  <a:pt x="1456845" y="39881"/>
                </a:lnTo>
                <a:lnTo>
                  <a:pt x="1456116" y="39336"/>
                </a:lnTo>
                <a:lnTo>
                  <a:pt x="1455368" y="38818"/>
                </a:lnTo>
                <a:lnTo>
                  <a:pt x="1454602" y="38328"/>
                </a:lnTo>
                <a:lnTo>
                  <a:pt x="1453817" y="37866"/>
                </a:lnTo>
                <a:lnTo>
                  <a:pt x="1453013" y="37433"/>
                </a:lnTo>
                <a:lnTo>
                  <a:pt x="1452191" y="37027"/>
                </a:lnTo>
                <a:lnTo>
                  <a:pt x="1451350" y="36649"/>
                </a:lnTo>
                <a:lnTo>
                  <a:pt x="1450490" y="36299"/>
                </a:lnTo>
                <a:lnTo>
                  <a:pt x="1449612" y="35978"/>
                </a:lnTo>
                <a:lnTo>
                  <a:pt x="1448715" y="35684"/>
                </a:lnTo>
                <a:lnTo>
                  <a:pt x="1447799" y="35418"/>
                </a:lnTo>
                <a:lnTo>
                  <a:pt x="1446865" y="35180"/>
                </a:lnTo>
                <a:lnTo>
                  <a:pt x="1445912" y="34970"/>
                </a:lnTo>
                <a:lnTo>
                  <a:pt x="1444940" y="34788"/>
                </a:lnTo>
                <a:lnTo>
                  <a:pt x="1443950" y="34634"/>
                </a:lnTo>
                <a:lnTo>
                  <a:pt x="1442941" y="34508"/>
                </a:lnTo>
                <a:lnTo>
                  <a:pt x="1441914" y="34410"/>
                </a:lnTo>
                <a:lnTo>
                  <a:pt x="1440867" y="34340"/>
                </a:lnTo>
                <a:lnTo>
                  <a:pt x="1439802" y="34298"/>
                </a:lnTo>
                <a:lnTo>
                  <a:pt x="1438719" y="34284"/>
                </a:lnTo>
                <a:lnTo>
                  <a:pt x="1437819" y="34294"/>
                </a:lnTo>
                <a:lnTo>
                  <a:pt x="1436935" y="34323"/>
                </a:lnTo>
                <a:lnTo>
                  <a:pt x="1436067" y="34372"/>
                </a:lnTo>
                <a:lnTo>
                  <a:pt x="1435216" y="34440"/>
                </a:lnTo>
                <a:lnTo>
                  <a:pt x="1434382" y="34528"/>
                </a:lnTo>
                <a:lnTo>
                  <a:pt x="1433564" y="34635"/>
                </a:lnTo>
                <a:lnTo>
                  <a:pt x="1432763" y="34762"/>
                </a:lnTo>
                <a:lnTo>
                  <a:pt x="1431978" y="34908"/>
                </a:lnTo>
                <a:lnTo>
                  <a:pt x="1431209" y="35073"/>
                </a:lnTo>
                <a:lnTo>
                  <a:pt x="1430457" y="35258"/>
                </a:lnTo>
                <a:lnTo>
                  <a:pt x="1429721" y="35463"/>
                </a:lnTo>
                <a:lnTo>
                  <a:pt x="1429002" y="35687"/>
                </a:lnTo>
                <a:lnTo>
                  <a:pt x="1428299" y="35930"/>
                </a:lnTo>
                <a:lnTo>
                  <a:pt x="1427613" y="36193"/>
                </a:lnTo>
                <a:lnTo>
                  <a:pt x="1426943" y="36476"/>
                </a:lnTo>
                <a:lnTo>
                  <a:pt x="1426290" y="36778"/>
                </a:lnTo>
                <a:lnTo>
                  <a:pt x="1425653" y="37099"/>
                </a:lnTo>
                <a:lnTo>
                  <a:pt x="1425032" y="37440"/>
                </a:lnTo>
                <a:lnTo>
                  <a:pt x="1424428" y="37800"/>
                </a:lnTo>
                <a:lnTo>
                  <a:pt x="1423841" y="38180"/>
                </a:lnTo>
                <a:lnTo>
                  <a:pt x="1423269" y="38580"/>
                </a:lnTo>
                <a:lnTo>
                  <a:pt x="1422715" y="38998"/>
                </a:lnTo>
                <a:lnTo>
                  <a:pt x="1422177" y="39437"/>
                </a:lnTo>
                <a:lnTo>
                  <a:pt x="1421655" y="39895"/>
                </a:lnTo>
                <a:lnTo>
                  <a:pt x="1421152" y="40370"/>
                </a:lnTo>
                <a:lnTo>
                  <a:pt x="1420671" y="40861"/>
                </a:lnTo>
                <a:lnTo>
                  <a:pt x="1420211" y="41369"/>
                </a:lnTo>
                <a:lnTo>
                  <a:pt x="1419773" y="41893"/>
                </a:lnTo>
                <a:lnTo>
                  <a:pt x="1419356" y="42433"/>
                </a:lnTo>
                <a:lnTo>
                  <a:pt x="1418960" y="42990"/>
                </a:lnTo>
                <a:lnTo>
                  <a:pt x="1418586" y="43562"/>
                </a:lnTo>
                <a:lnTo>
                  <a:pt x="1418233" y="44151"/>
                </a:lnTo>
                <a:lnTo>
                  <a:pt x="1417901" y="44756"/>
                </a:lnTo>
                <a:lnTo>
                  <a:pt x="1417591" y="45377"/>
                </a:lnTo>
                <a:lnTo>
                  <a:pt x="1417302" y="46014"/>
                </a:lnTo>
                <a:lnTo>
                  <a:pt x="1417035" y="46668"/>
                </a:lnTo>
                <a:lnTo>
                  <a:pt x="1416789" y="47337"/>
                </a:lnTo>
                <a:lnTo>
                  <a:pt x="1416565" y="48023"/>
                </a:lnTo>
                <a:lnTo>
                  <a:pt x="1416361" y="48725"/>
                </a:lnTo>
                <a:lnTo>
                  <a:pt x="1416180" y="49444"/>
                </a:lnTo>
                <a:lnTo>
                  <a:pt x="1416019" y="50178"/>
                </a:lnTo>
                <a:lnTo>
                  <a:pt x="1415880" y="50929"/>
                </a:lnTo>
                <a:lnTo>
                  <a:pt x="1415763" y="51695"/>
                </a:lnTo>
                <a:lnTo>
                  <a:pt x="1415669" y="52453"/>
                </a:lnTo>
                <a:lnTo>
                  <a:pt x="1415495" y="52453"/>
                </a:lnTo>
                <a:lnTo>
                  <a:pt x="1415495" y="35864"/>
                </a:lnTo>
                <a:lnTo>
                  <a:pt x="1401274" y="35864"/>
                </a:lnTo>
                <a:lnTo>
                  <a:pt x="1401274" y="122762"/>
                </a:lnTo>
                <a:close/>
                <a:moveTo>
                  <a:pt x="1214679" y="35864"/>
                </a:moveTo>
                <a:lnTo>
                  <a:pt x="1214679" y="48819"/>
                </a:lnTo>
                <a:lnTo>
                  <a:pt x="1242329" y="48819"/>
                </a:lnTo>
                <a:lnTo>
                  <a:pt x="1242329" y="109806"/>
                </a:lnTo>
                <a:lnTo>
                  <a:pt x="1211521" y="109806"/>
                </a:lnTo>
                <a:lnTo>
                  <a:pt x="1211521" y="122762"/>
                </a:lnTo>
                <a:lnTo>
                  <a:pt x="1285777" y="122762"/>
                </a:lnTo>
                <a:lnTo>
                  <a:pt x="1285777" y="109806"/>
                </a:lnTo>
                <a:lnTo>
                  <a:pt x="1256548" y="109806"/>
                </a:lnTo>
                <a:lnTo>
                  <a:pt x="1256548" y="35864"/>
                </a:lnTo>
                <a:lnTo>
                  <a:pt x="1214679" y="35864"/>
                </a:lnTo>
                <a:close/>
                <a:moveTo>
                  <a:pt x="1344512" y="123847"/>
                </a:moveTo>
                <a:lnTo>
                  <a:pt x="1345329" y="123769"/>
                </a:lnTo>
                <a:lnTo>
                  <a:pt x="1346135" y="123676"/>
                </a:lnTo>
                <a:lnTo>
                  <a:pt x="1346932" y="123569"/>
                </a:lnTo>
                <a:lnTo>
                  <a:pt x="1347719" y="123448"/>
                </a:lnTo>
                <a:lnTo>
                  <a:pt x="1348497" y="123312"/>
                </a:lnTo>
                <a:lnTo>
                  <a:pt x="1349265" y="123162"/>
                </a:lnTo>
                <a:lnTo>
                  <a:pt x="1350023" y="122998"/>
                </a:lnTo>
                <a:lnTo>
                  <a:pt x="1350772" y="122820"/>
                </a:lnTo>
                <a:lnTo>
                  <a:pt x="1351512" y="122628"/>
                </a:lnTo>
                <a:lnTo>
                  <a:pt x="1352241" y="122421"/>
                </a:lnTo>
                <a:lnTo>
                  <a:pt x="1352961" y="122200"/>
                </a:lnTo>
                <a:lnTo>
                  <a:pt x="1353672" y="121964"/>
                </a:lnTo>
                <a:lnTo>
                  <a:pt x="1354373" y="121715"/>
                </a:lnTo>
                <a:lnTo>
                  <a:pt x="1355064" y="121451"/>
                </a:lnTo>
                <a:lnTo>
                  <a:pt x="1355746" y="121173"/>
                </a:lnTo>
                <a:lnTo>
                  <a:pt x="1356418" y="120880"/>
                </a:lnTo>
                <a:lnTo>
                  <a:pt x="1357080" y="120574"/>
                </a:lnTo>
                <a:lnTo>
                  <a:pt x="1357733" y="120253"/>
                </a:lnTo>
                <a:lnTo>
                  <a:pt x="1358376" y="119917"/>
                </a:lnTo>
                <a:lnTo>
                  <a:pt x="1359009" y="119569"/>
                </a:lnTo>
                <a:lnTo>
                  <a:pt x="1359630" y="119207"/>
                </a:lnTo>
                <a:lnTo>
                  <a:pt x="1360238" y="118832"/>
                </a:lnTo>
                <a:lnTo>
                  <a:pt x="1360835" y="118445"/>
                </a:lnTo>
                <a:lnTo>
                  <a:pt x="1361419" y="118045"/>
                </a:lnTo>
                <a:lnTo>
                  <a:pt x="1361991" y="117631"/>
                </a:lnTo>
                <a:lnTo>
                  <a:pt x="1362551" y="117205"/>
                </a:lnTo>
                <a:lnTo>
                  <a:pt x="1363100" y="116766"/>
                </a:lnTo>
                <a:lnTo>
                  <a:pt x="1363636" y="116314"/>
                </a:lnTo>
                <a:lnTo>
                  <a:pt x="1364160" y="115849"/>
                </a:lnTo>
                <a:lnTo>
                  <a:pt x="1364672" y="115372"/>
                </a:lnTo>
                <a:lnTo>
                  <a:pt x="1365171" y="114881"/>
                </a:lnTo>
                <a:lnTo>
                  <a:pt x="1365659" y="114378"/>
                </a:lnTo>
                <a:lnTo>
                  <a:pt x="1366135" y="113861"/>
                </a:lnTo>
                <a:lnTo>
                  <a:pt x="1366598" y="113332"/>
                </a:lnTo>
                <a:lnTo>
                  <a:pt x="1367050" y="112790"/>
                </a:lnTo>
                <a:lnTo>
                  <a:pt x="1367490" y="112235"/>
                </a:lnTo>
                <a:lnTo>
                  <a:pt x="1367917" y="111667"/>
                </a:lnTo>
                <a:lnTo>
                  <a:pt x="1368332" y="111086"/>
                </a:lnTo>
                <a:lnTo>
                  <a:pt x="1368736" y="110492"/>
                </a:lnTo>
                <a:lnTo>
                  <a:pt x="1369127" y="109886"/>
                </a:lnTo>
                <a:lnTo>
                  <a:pt x="1369506" y="109266"/>
                </a:lnTo>
                <a:lnTo>
                  <a:pt x="1369873" y="108634"/>
                </a:lnTo>
                <a:lnTo>
                  <a:pt x="1370228" y="107989"/>
                </a:lnTo>
                <a:lnTo>
                  <a:pt x="1370570" y="107331"/>
                </a:lnTo>
                <a:lnTo>
                  <a:pt x="1370897" y="106664"/>
                </a:lnTo>
                <a:lnTo>
                  <a:pt x="1371210" y="105985"/>
                </a:lnTo>
                <a:lnTo>
                  <a:pt x="1371508" y="105296"/>
                </a:lnTo>
                <a:lnTo>
                  <a:pt x="1371791" y="104596"/>
                </a:lnTo>
                <a:lnTo>
                  <a:pt x="1372060" y="103886"/>
                </a:lnTo>
                <a:lnTo>
                  <a:pt x="1372315" y="103164"/>
                </a:lnTo>
                <a:lnTo>
                  <a:pt x="1372555" y="102432"/>
                </a:lnTo>
                <a:lnTo>
                  <a:pt x="1372780" y="101690"/>
                </a:lnTo>
                <a:lnTo>
                  <a:pt x="1372991" y="100936"/>
                </a:lnTo>
                <a:lnTo>
                  <a:pt x="1373187" y="100172"/>
                </a:lnTo>
                <a:lnTo>
                  <a:pt x="1373369" y="99398"/>
                </a:lnTo>
                <a:lnTo>
                  <a:pt x="1373536" y="98612"/>
                </a:lnTo>
                <a:lnTo>
                  <a:pt x="1373689" y="97816"/>
                </a:lnTo>
                <a:lnTo>
                  <a:pt x="1373827" y="97009"/>
                </a:lnTo>
                <a:lnTo>
                  <a:pt x="1373950" y="96192"/>
                </a:lnTo>
                <a:lnTo>
                  <a:pt x="1374059" y="95363"/>
                </a:lnTo>
                <a:lnTo>
                  <a:pt x="1374154" y="94524"/>
                </a:lnTo>
                <a:lnTo>
                  <a:pt x="1374234" y="93675"/>
                </a:lnTo>
                <a:lnTo>
                  <a:pt x="1374299" y="92814"/>
                </a:lnTo>
                <a:lnTo>
                  <a:pt x="1374350" y="91943"/>
                </a:lnTo>
                <a:lnTo>
                  <a:pt x="1374387" y="91062"/>
                </a:lnTo>
                <a:lnTo>
                  <a:pt x="1374408" y="90169"/>
                </a:lnTo>
                <a:lnTo>
                  <a:pt x="1374416" y="89266"/>
                </a:lnTo>
                <a:lnTo>
                  <a:pt x="1374416" y="69360"/>
                </a:lnTo>
                <a:lnTo>
                  <a:pt x="1374408" y="68444"/>
                </a:lnTo>
                <a:lnTo>
                  <a:pt x="1374387" y="67539"/>
                </a:lnTo>
                <a:lnTo>
                  <a:pt x="1374350" y="66646"/>
                </a:lnTo>
                <a:lnTo>
                  <a:pt x="1374299" y="65765"/>
                </a:lnTo>
                <a:lnTo>
                  <a:pt x="1374234" y="64895"/>
                </a:lnTo>
                <a:lnTo>
                  <a:pt x="1374154" y="64037"/>
                </a:lnTo>
                <a:lnTo>
                  <a:pt x="1374059" y="63190"/>
                </a:lnTo>
                <a:lnTo>
                  <a:pt x="1373950" y="62355"/>
                </a:lnTo>
                <a:lnTo>
                  <a:pt x="1373827" y="61531"/>
                </a:lnTo>
                <a:lnTo>
                  <a:pt x="1373689" y="60719"/>
                </a:lnTo>
                <a:lnTo>
                  <a:pt x="1373536" y="59918"/>
                </a:lnTo>
                <a:lnTo>
                  <a:pt x="1373369" y="59129"/>
                </a:lnTo>
                <a:lnTo>
                  <a:pt x="1373187" y="58351"/>
                </a:lnTo>
                <a:lnTo>
                  <a:pt x="1372991" y="57585"/>
                </a:lnTo>
                <a:lnTo>
                  <a:pt x="1372780" y="56830"/>
                </a:lnTo>
                <a:lnTo>
                  <a:pt x="1372555" y="56087"/>
                </a:lnTo>
                <a:lnTo>
                  <a:pt x="1372315" y="55356"/>
                </a:lnTo>
                <a:lnTo>
                  <a:pt x="1372060" y="54636"/>
                </a:lnTo>
                <a:lnTo>
                  <a:pt x="1371791" y="53927"/>
                </a:lnTo>
                <a:lnTo>
                  <a:pt x="1371508" y="53230"/>
                </a:lnTo>
                <a:lnTo>
                  <a:pt x="1371210" y="52545"/>
                </a:lnTo>
                <a:lnTo>
                  <a:pt x="1370897" y="51871"/>
                </a:lnTo>
                <a:lnTo>
                  <a:pt x="1370570" y="51209"/>
                </a:lnTo>
                <a:lnTo>
                  <a:pt x="1370228" y="50558"/>
                </a:lnTo>
                <a:lnTo>
                  <a:pt x="1369873" y="49919"/>
                </a:lnTo>
                <a:lnTo>
                  <a:pt x="1369507" y="49293"/>
                </a:lnTo>
                <a:lnTo>
                  <a:pt x="1369128" y="48679"/>
                </a:lnTo>
                <a:lnTo>
                  <a:pt x="1368738" y="48078"/>
                </a:lnTo>
                <a:lnTo>
                  <a:pt x="1368336" y="47490"/>
                </a:lnTo>
                <a:lnTo>
                  <a:pt x="1367922" y="46914"/>
                </a:lnTo>
                <a:lnTo>
                  <a:pt x="1367496" y="46351"/>
                </a:lnTo>
                <a:lnTo>
                  <a:pt x="1367059" y="45801"/>
                </a:lnTo>
                <a:lnTo>
                  <a:pt x="1366610" y="45263"/>
                </a:lnTo>
                <a:lnTo>
                  <a:pt x="1366149" y="44737"/>
                </a:lnTo>
                <a:lnTo>
                  <a:pt x="1365676" y="44225"/>
                </a:lnTo>
                <a:lnTo>
                  <a:pt x="1365191" y="43725"/>
                </a:lnTo>
                <a:lnTo>
                  <a:pt x="1364695" y="43237"/>
                </a:lnTo>
                <a:lnTo>
                  <a:pt x="1364187" y="42763"/>
                </a:lnTo>
                <a:lnTo>
                  <a:pt x="1363667" y="42300"/>
                </a:lnTo>
                <a:lnTo>
                  <a:pt x="1363135" y="41851"/>
                </a:lnTo>
                <a:lnTo>
                  <a:pt x="1362591" y="41414"/>
                </a:lnTo>
                <a:lnTo>
                  <a:pt x="1362036" y="40989"/>
                </a:lnTo>
                <a:lnTo>
                  <a:pt x="1361469" y="40578"/>
                </a:lnTo>
                <a:lnTo>
                  <a:pt x="1360890" y="40179"/>
                </a:lnTo>
                <a:lnTo>
                  <a:pt x="1360299" y="39792"/>
                </a:lnTo>
                <a:lnTo>
                  <a:pt x="1359696" y="39418"/>
                </a:lnTo>
                <a:lnTo>
                  <a:pt x="1359082" y="39057"/>
                </a:lnTo>
                <a:lnTo>
                  <a:pt x="1358456" y="38708"/>
                </a:lnTo>
                <a:lnTo>
                  <a:pt x="1357819" y="38373"/>
                </a:lnTo>
                <a:lnTo>
                  <a:pt x="1357171" y="38052"/>
                </a:lnTo>
                <a:lnTo>
                  <a:pt x="1356514" y="37746"/>
                </a:lnTo>
                <a:lnTo>
                  <a:pt x="1355845" y="37453"/>
                </a:lnTo>
                <a:lnTo>
                  <a:pt x="1355166" y="37175"/>
                </a:lnTo>
                <a:lnTo>
                  <a:pt x="1354477" y="36911"/>
                </a:lnTo>
                <a:lnTo>
                  <a:pt x="1353778" y="36661"/>
                </a:lnTo>
                <a:lnTo>
                  <a:pt x="1353067" y="36426"/>
                </a:lnTo>
                <a:lnTo>
                  <a:pt x="1352347" y="36205"/>
                </a:lnTo>
                <a:lnTo>
                  <a:pt x="1351616" y="35998"/>
                </a:lnTo>
                <a:lnTo>
                  <a:pt x="1350875" y="35806"/>
                </a:lnTo>
                <a:lnTo>
                  <a:pt x="1350123" y="35627"/>
                </a:lnTo>
                <a:lnTo>
                  <a:pt x="1349361" y="35463"/>
                </a:lnTo>
                <a:lnTo>
                  <a:pt x="1348588" y="35314"/>
                </a:lnTo>
                <a:lnTo>
                  <a:pt x="1347805" y="35178"/>
                </a:lnTo>
                <a:lnTo>
                  <a:pt x="1347011" y="35057"/>
                </a:lnTo>
                <a:lnTo>
                  <a:pt x="1346208" y="34950"/>
                </a:lnTo>
                <a:lnTo>
                  <a:pt x="1345393" y="34857"/>
                </a:lnTo>
                <a:lnTo>
                  <a:pt x="1344568" y="34779"/>
                </a:lnTo>
                <a:lnTo>
                  <a:pt x="1343733" y="34714"/>
                </a:lnTo>
                <a:lnTo>
                  <a:pt x="1342887" y="34665"/>
                </a:lnTo>
                <a:lnTo>
                  <a:pt x="1342031" y="34629"/>
                </a:lnTo>
                <a:lnTo>
                  <a:pt x="1341165" y="34607"/>
                </a:lnTo>
                <a:lnTo>
                  <a:pt x="1340288" y="34600"/>
                </a:lnTo>
                <a:lnTo>
                  <a:pt x="1339424" y="34607"/>
                </a:lnTo>
                <a:lnTo>
                  <a:pt x="1338569" y="34629"/>
                </a:lnTo>
                <a:lnTo>
                  <a:pt x="1337724" y="34665"/>
                </a:lnTo>
                <a:lnTo>
                  <a:pt x="1336888" y="34714"/>
                </a:lnTo>
                <a:lnTo>
                  <a:pt x="1336062" y="34779"/>
                </a:lnTo>
                <a:lnTo>
                  <a:pt x="1335246" y="34857"/>
                </a:lnTo>
                <a:lnTo>
                  <a:pt x="1334439" y="34950"/>
                </a:lnTo>
                <a:lnTo>
                  <a:pt x="1333642" y="35057"/>
                </a:lnTo>
                <a:lnTo>
                  <a:pt x="1332855" y="35178"/>
                </a:lnTo>
                <a:lnTo>
                  <a:pt x="1332077" y="35314"/>
                </a:lnTo>
                <a:lnTo>
                  <a:pt x="1331309" y="35463"/>
                </a:lnTo>
                <a:lnTo>
                  <a:pt x="1330550" y="35627"/>
                </a:lnTo>
                <a:lnTo>
                  <a:pt x="1329801" y="35806"/>
                </a:lnTo>
                <a:lnTo>
                  <a:pt x="1329061" y="35998"/>
                </a:lnTo>
                <a:lnTo>
                  <a:pt x="1328331" y="36205"/>
                </a:lnTo>
                <a:lnTo>
                  <a:pt x="1327611" y="36426"/>
                </a:lnTo>
                <a:lnTo>
                  <a:pt x="1326901" y="36661"/>
                </a:lnTo>
                <a:lnTo>
                  <a:pt x="1326199" y="36911"/>
                </a:lnTo>
                <a:lnTo>
                  <a:pt x="1325508" y="37175"/>
                </a:lnTo>
                <a:lnTo>
                  <a:pt x="1324826" y="37453"/>
                </a:lnTo>
                <a:lnTo>
                  <a:pt x="1324154" y="37746"/>
                </a:lnTo>
                <a:lnTo>
                  <a:pt x="1323491" y="38052"/>
                </a:lnTo>
                <a:lnTo>
                  <a:pt x="1322838" y="38373"/>
                </a:lnTo>
                <a:lnTo>
                  <a:pt x="1322195" y="38708"/>
                </a:lnTo>
                <a:lnTo>
                  <a:pt x="1321562" y="39057"/>
                </a:lnTo>
                <a:lnTo>
                  <a:pt x="1320942" y="39418"/>
                </a:lnTo>
                <a:lnTo>
                  <a:pt x="1320333" y="39792"/>
                </a:lnTo>
                <a:lnTo>
                  <a:pt x="1319737" y="40179"/>
                </a:lnTo>
                <a:lnTo>
                  <a:pt x="1319153" y="40578"/>
                </a:lnTo>
                <a:lnTo>
                  <a:pt x="1318581" y="40989"/>
                </a:lnTo>
                <a:lnTo>
                  <a:pt x="1318021" y="41414"/>
                </a:lnTo>
                <a:lnTo>
                  <a:pt x="1317473" y="41851"/>
                </a:lnTo>
                <a:lnTo>
                  <a:pt x="1316937" y="42300"/>
                </a:lnTo>
                <a:lnTo>
                  <a:pt x="1316413" y="42763"/>
                </a:lnTo>
                <a:lnTo>
                  <a:pt x="1315901" y="43237"/>
                </a:lnTo>
                <a:lnTo>
                  <a:pt x="1315401" y="43725"/>
                </a:lnTo>
                <a:lnTo>
                  <a:pt x="1314914" y="44225"/>
                </a:lnTo>
                <a:lnTo>
                  <a:pt x="1314438" y="44737"/>
                </a:lnTo>
                <a:lnTo>
                  <a:pt x="1313975" y="45263"/>
                </a:lnTo>
                <a:lnTo>
                  <a:pt x="1313523" y="45801"/>
                </a:lnTo>
                <a:lnTo>
                  <a:pt x="1313084" y="46351"/>
                </a:lnTo>
                <a:lnTo>
                  <a:pt x="1312656" y="46914"/>
                </a:lnTo>
                <a:lnTo>
                  <a:pt x="1312241" y="47490"/>
                </a:lnTo>
                <a:lnTo>
                  <a:pt x="1311838" y="48078"/>
                </a:lnTo>
                <a:lnTo>
                  <a:pt x="1311447" y="48679"/>
                </a:lnTo>
                <a:lnTo>
                  <a:pt x="1311067" y="49293"/>
                </a:lnTo>
                <a:lnTo>
                  <a:pt x="1310700" y="49919"/>
                </a:lnTo>
                <a:lnTo>
                  <a:pt x="1310345" y="50558"/>
                </a:lnTo>
                <a:lnTo>
                  <a:pt x="1310004" y="51209"/>
                </a:lnTo>
                <a:lnTo>
                  <a:pt x="1309677" y="51871"/>
                </a:lnTo>
                <a:lnTo>
                  <a:pt x="1309364" y="52545"/>
                </a:lnTo>
                <a:lnTo>
                  <a:pt x="1309067" y="53230"/>
                </a:lnTo>
                <a:lnTo>
                  <a:pt x="1308783" y="53927"/>
                </a:lnTo>
                <a:lnTo>
                  <a:pt x="1308514" y="54636"/>
                </a:lnTo>
                <a:lnTo>
                  <a:pt x="1308260" y="55356"/>
                </a:lnTo>
                <a:lnTo>
                  <a:pt x="1308020" y="56087"/>
                </a:lnTo>
                <a:lnTo>
                  <a:pt x="1307795" y="56830"/>
                </a:lnTo>
                <a:lnTo>
                  <a:pt x="1307584" y="57585"/>
                </a:lnTo>
                <a:lnTo>
                  <a:pt x="1307388" y="58351"/>
                </a:lnTo>
                <a:lnTo>
                  <a:pt x="1307206" y="59129"/>
                </a:lnTo>
                <a:lnTo>
                  <a:pt x="1307039" y="59918"/>
                </a:lnTo>
                <a:lnTo>
                  <a:pt x="1306887" y="60719"/>
                </a:lnTo>
                <a:lnTo>
                  <a:pt x="1306749" y="61531"/>
                </a:lnTo>
                <a:lnTo>
                  <a:pt x="1306625" y="62355"/>
                </a:lnTo>
                <a:lnTo>
                  <a:pt x="1306516" y="63190"/>
                </a:lnTo>
                <a:lnTo>
                  <a:pt x="1306422" y="64037"/>
                </a:lnTo>
                <a:lnTo>
                  <a:pt x="1306342" y="64895"/>
                </a:lnTo>
                <a:lnTo>
                  <a:pt x="1306276" y="65765"/>
                </a:lnTo>
                <a:lnTo>
                  <a:pt x="1306226" y="66646"/>
                </a:lnTo>
                <a:lnTo>
                  <a:pt x="1306189" y="67539"/>
                </a:lnTo>
                <a:lnTo>
                  <a:pt x="1306167" y="68444"/>
                </a:lnTo>
                <a:lnTo>
                  <a:pt x="1306160" y="69360"/>
                </a:lnTo>
                <a:lnTo>
                  <a:pt x="1306160" y="89266"/>
                </a:lnTo>
                <a:lnTo>
                  <a:pt x="1306167" y="90169"/>
                </a:lnTo>
                <a:lnTo>
                  <a:pt x="1306189" y="91062"/>
                </a:lnTo>
                <a:lnTo>
                  <a:pt x="1306226" y="91943"/>
                </a:lnTo>
                <a:lnTo>
                  <a:pt x="1306276" y="92814"/>
                </a:lnTo>
                <a:lnTo>
                  <a:pt x="1306342" y="93675"/>
                </a:lnTo>
                <a:lnTo>
                  <a:pt x="1306422" y="94524"/>
                </a:lnTo>
                <a:lnTo>
                  <a:pt x="1306516" y="95363"/>
                </a:lnTo>
                <a:lnTo>
                  <a:pt x="1306625" y="96192"/>
                </a:lnTo>
                <a:lnTo>
                  <a:pt x="1306749" y="97009"/>
                </a:lnTo>
                <a:lnTo>
                  <a:pt x="1306887" y="97816"/>
                </a:lnTo>
                <a:lnTo>
                  <a:pt x="1307039" y="98612"/>
                </a:lnTo>
                <a:lnTo>
                  <a:pt x="1307206" y="99398"/>
                </a:lnTo>
                <a:lnTo>
                  <a:pt x="1307388" y="100172"/>
                </a:lnTo>
                <a:lnTo>
                  <a:pt x="1307584" y="100936"/>
                </a:lnTo>
                <a:lnTo>
                  <a:pt x="1307795" y="101690"/>
                </a:lnTo>
                <a:lnTo>
                  <a:pt x="1308020" y="102432"/>
                </a:lnTo>
                <a:lnTo>
                  <a:pt x="1308260" y="103164"/>
                </a:lnTo>
                <a:lnTo>
                  <a:pt x="1308514" y="103886"/>
                </a:lnTo>
                <a:lnTo>
                  <a:pt x="1308783" y="104596"/>
                </a:lnTo>
                <a:lnTo>
                  <a:pt x="1309067" y="105296"/>
                </a:lnTo>
                <a:lnTo>
                  <a:pt x="1309364" y="105985"/>
                </a:lnTo>
                <a:lnTo>
                  <a:pt x="1309677" y="106664"/>
                </a:lnTo>
                <a:lnTo>
                  <a:pt x="1310004" y="107331"/>
                </a:lnTo>
                <a:lnTo>
                  <a:pt x="1310345" y="107989"/>
                </a:lnTo>
                <a:lnTo>
                  <a:pt x="1310700" y="108634"/>
                </a:lnTo>
                <a:lnTo>
                  <a:pt x="1311067" y="109266"/>
                </a:lnTo>
                <a:lnTo>
                  <a:pt x="1311447" y="109886"/>
                </a:lnTo>
                <a:lnTo>
                  <a:pt x="1311838" y="110492"/>
                </a:lnTo>
                <a:lnTo>
                  <a:pt x="1312241" y="111086"/>
                </a:lnTo>
                <a:lnTo>
                  <a:pt x="1312656" y="111667"/>
                </a:lnTo>
                <a:lnTo>
                  <a:pt x="1313084" y="112235"/>
                </a:lnTo>
                <a:lnTo>
                  <a:pt x="1313523" y="112790"/>
                </a:lnTo>
                <a:lnTo>
                  <a:pt x="1313975" y="113332"/>
                </a:lnTo>
                <a:lnTo>
                  <a:pt x="1314438" y="113861"/>
                </a:lnTo>
                <a:lnTo>
                  <a:pt x="1314914" y="114378"/>
                </a:lnTo>
                <a:lnTo>
                  <a:pt x="1315401" y="114881"/>
                </a:lnTo>
                <a:lnTo>
                  <a:pt x="1315901" y="115372"/>
                </a:lnTo>
                <a:lnTo>
                  <a:pt x="1316413" y="115849"/>
                </a:lnTo>
                <a:lnTo>
                  <a:pt x="1316937" y="116314"/>
                </a:lnTo>
                <a:lnTo>
                  <a:pt x="1317473" y="116766"/>
                </a:lnTo>
                <a:lnTo>
                  <a:pt x="1318021" y="117205"/>
                </a:lnTo>
                <a:lnTo>
                  <a:pt x="1318581" y="117631"/>
                </a:lnTo>
                <a:lnTo>
                  <a:pt x="1319153" y="118045"/>
                </a:lnTo>
                <a:lnTo>
                  <a:pt x="1319737" y="118445"/>
                </a:lnTo>
                <a:lnTo>
                  <a:pt x="1320333" y="118832"/>
                </a:lnTo>
                <a:lnTo>
                  <a:pt x="1320942" y="119207"/>
                </a:lnTo>
                <a:lnTo>
                  <a:pt x="1321562" y="119569"/>
                </a:lnTo>
                <a:lnTo>
                  <a:pt x="1322195" y="119917"/>
                </a:lnTo>
                <a:lnTo>
                  <a:pt x="1322838" y="120253"/>
                </a:lnTo>
                <a:lnTo>
                  <a:pt x="1323491" y="120574"/>
                </a:lnTo>
                <a:lnTo>
                  <a:pt x="1324154" y="120880"/>
                </a:lnTo>
                <a:lnTo>
                  <a:pt x="1324826" y="121173"/>
                </a:lnTo>
                <a:lnTo>
                  <a:pt x="1325508" y="121451"/>
                </a:lnTo>
                <a:lnTo>
                  <a:pt x="1326199" y="121715"/>
                </a:lnTo>
                <a:lnTo>
                  <a:pt x="1326901" y="121964"/>
                </a:lnTo>
                <a:lnTo>
                  <a:pt x="1327611" y="122200"/>
                </a:lnTo>
                <a:lnTo>
                  <a:pt x="1328331" y="122421"/>
                </a:lnTo>
                <a:lnTo>
                  <a:pt x="1329061" y="122628"/>
                </a:lnTo>
                <a:lnTo>
                  <a:pt x="1329801" y="122820"/>
                </a:lnTo>
                <a:lnTo>
                  <a:pt x="1330550" y="122998"/>
                </a:lnTo>
                <a:lnTo>
                  <a:pt x="1331309" y="123162"/>
                </a:lnTo>
                <a:lnTo>
                  <a:pt x="1332077" y="123312"/>
                </a:lnTo>
                <a:lnTo>
                  <a:pt x="1332855" y="123448"/>
                </a:lnTo>
                <a:lnTo>
                  <a:pt x="1333642" y="123569"/>
                </a:lnTo>
                <a:lnTo>
                  <a:pt x="1334439" y="123676"/>
                </a:lnTo>
                <a:lnTo>
                  <a:pt x="1335246" y="123769"/>
                </a:lnTo>
                <a:lnTo>
                  <a:pt x="1336062" y="123847"/>
                </a:lnTo>
                <a:lnTo>
                  <a:pt x="1336888" y="123911"/>
                </a:lnTo>
                <a:lnTo>
                  <a:pt x="1337724" y="123961"/>
                </a:lnTo>
                <a:lnTo>
                  <a:pt x="1338569" y="123997"/>
                </a:lnTo>
                <a:lnTo>
                  <a:pt x="1339424" y="124018"/>
                </a:lnTo>
                <a:lnTo>
                  <a:pt x="1340288" y="124025"/>
                </a:lnTo>
                <a:lnTo>
                  <a:pt x="1341152" y="124018"/>
                </a:lnTo>
                <a:lnTo>
                  <a:pt x="1342007" y="123997"/>
                </a:lnTo>
                <a:lnTo>
                  <a:pt x="1342851" y="123961"/>
                </a:lnTo>
                <a:lnTo>
                  <a:pt x="1343687" y="123911"/>
                </a:lnTo>
                <a:lnTo>
                  <a:pt x="1344512" y="123847"/>
                </a:lnTo>
                <a:close/>
                <a:moveTo>
                  <a:pt x="1336634" y="111159"/>
                </a:moveTo>
                <a:lnTo>
                  <a:pt x="1335943" y="111060"/>
                </a:lnTo>
                <a:lnTo>
                  <a:pt x="1335265" y="110942"/>
                </a:lnTo>
                <a:lnTo>
                  <a:pt x="1334600" y="110806"/>
                </a:lnTo>
                <a:lnTo>
                  <a:pt x="1333948" y="110652"/>
                </a:lnTo>
                <a:lnTo>
                  <a:pt x="1333310" y="110481"/>
                </a:lnTo>
                <a:lnTo>
                  <a:pt x="1332684" y="110291"/>
                </a:lnTo>
                <a:lnTo>
                  <a:pt x="1332072" y="110082"/>
                </a:lnTo>
                <a:lnTo>
                  <a:pt x="1331473" y="109856"/>
                </a:lnTo>
                <a:lnTo>
                  <a:pt x="1330887" y="109612"/>
                </a:lnTo>
                <a:lnTo>
                  <a:pt x="1330314" y="109349"/>
                </a:lnTo>
                <a:lnTo>
                  <a:pt x="1329754" y="109069"/>
                </a:lnTo>
                <a:lnTo>
                  <a:pt x="1329208" y="108770"/>
                </a:lnTo>
                <a:lnTo>
                  <a:pt x="1328674" y="108454"/>
                </a:lnTo>
                <a:lnTo>
                  <a:pt x="1328154" y="108119"/>
                </a:lnTo>
                <a:lnTo>
                  <a:pt x="1327647" y="107766"/>
                </a:lnTo>
                <a:lnTo>
                  <a:pt x="1327153" y="107395"/>
                </a:lnTo>
                <a:lnTo>
                  <a:pt x="1326673" y="107006"/>
                </a:lnTo>
                <a:lnTo>
                  <a:pt x="1326205" y="106599"/>
                </a:lnTo>
                <a:lnTo>
                  <a:pt x="1325751" y="106173"/>
                </a:lnTo>
                <a:lnTo>
                  <a:pt x="1325312" y="105730"/>
                </a:lnTo>
                <a:lnTo>
                  <a:pt x="1324893" y="105270"/>
                </a:lnTo>
                <a:lnTo>
                  <a:pt x="1324492" y="104793"/>
                </a:lnTo>
                <a:lnTo>
                  <a:pt x="1324109" y="104299"/>
                </a:lnTo>
                <a:lnTo>
                  <a:pt x="1323746" y="103788"/>
                </a:lnTo>
                <a:lnTo>
                  <a:pt x="1323401" y="103260"/>
                </a:lnTo>
                <a:lnTo>
                  <a:pt x="1323074" y="102715"/>
                </a:lnTo>
                <a:lnTo>
                  <a:pt x="1322766" y="102153"/>
                </a:lnTo>
                <a:lnTo>
                  <a:pt x="1322477" y="101574"/>
                </a:lnTo>
                <a:lnTo>
                  <a:pt x="1322207" y="100978"/>
                </a:lnTo>
                <a:lnTo>
                  <a:pt x="1321955" y="100365"/>
                </a:lnTo>
                <a:lnTo>
                  <a:pt x="1321722" y="99734"/>
                </a:lnTo>
                <a:lnTo>
                  <a:pt x="1321508" y="99087"/>
                </a:lnTo>
                <a:lnTo>
                  <a:pt x="1321312" y="98423"/>
                </a:lnTo>
                <a:lnTo>
                  <a:pt x="1321135" y="97742"/>
                </a:lnTo>
                <a:lnTo>
                  <a:pt x="1320976" y="97044"/>
                </a:lnTo>
                <a:lnTo>
                  <a:pt x="1320836" y="96329"/>
                </a:lnTo>
                <a:lnTo>
                  <a:pt x="1320715" y="95597"/>
                </a:lnTo>
                <a:lnTo>
                  <a:pt x="1320612" y="94848"/>
                </a:lnTo>
                <a:lnTo>
                  <a:pt x="1320528" y="94082"/>
                </a:lnTo>
                <a:lnTo>
                  <a:pt x="1320463" y="93299"/>
                </a:lnTo>
                <a:lnTo>
                  <a:pt x="1320417" y="92499"/>
                </a:lnTo>
                <a:lnTo>
                  <a:pt x="1320389" y="91682"/>
                </a:lnTo>
                <a:lnTo>
                  <a:pt x="1320379" y="90848"/>
                </a:lnTo>
                <a:lnTo>
                  <a:pt x="1320379" y="67778"/>
                </a:lnTo>
                <a:lnTo>
                  <a:pt x="1320389" y="66944"/>
                </a:lnTo>
                <a:lnTo>
                  <a:pt x="1320417" y="66127"/>
                </a:lnTo>
                <a:lnTo>
                  <a:pt x="1320463" y="65327"/>
                </a:lnTo>
                <a:lnTo>
                  <a:pt x="1320528" y="64544"/>
                </a:lnTo>
                <a:lnTo>
                  <a:pt x="1320612" y="63778"/>
                </a:lnTo>
                <a:lnTo>
                  <a:pt x="1320715" y="63029"/>
                </a:lnTo>
                <a:lnTo>
                  <a:pt x="1320836" y="62297"/>
                </a:lnTo>
                <a:lnTo>
                  <a:pt x="1320976" y="61582"/>
                </a:lnTo>
                <a:lnTo>
                  <a:pt x="1321135" y="60884"/>
                </a:lnTo>
                <a:lnTo>
                  <a:pt x="1321312" y="60203"/>
                </a:lnTo>
                <a:lnTo>
                  <a:pt x="1321508" y="59539"/>
                </a:lnTo>
                <a:lnTo>
                  <a:pt x="1321722" y="58892"/>
                </a:lnTo>
                <a:lnTo>
                  <a:pt x="1321955" y="58262"/>
                </a:lnTo>
                <a:lnTo>
                  <a:pt x="1322207" y="57649"/>
                </a:lnTo>
                <a:lnTo>
                  <a:pt x="1322477" y="57053"/>
                </a:lnTo>
                <a:lnTo>
                  <a:pt x="1322766" y="56474"/>
                </a:lnTo>
                <a:lnTo>
                  <a:pt x="1323074" y="55912"/>
                </a:lnTo>
                <a:lnTo>
                  <a:pt x="1323401" y="55367"/>
                </a:lnTo>
                <a:lnTo>
                  <a:pt x="1323746" y="54839"/>
                </a:lnTo>
                <a:lnTo>
                  <a:pt x="1324109" y="54328"/>
                </a:lnTo>
                <a:lnTo>
                  <a:pt x="1324492" y="53835"/>
                </a:lnTo>
                <a:lnTo>
                  <a:pt x="1324893" y="53358"/>
                </a:lnTo>
                <a:lnTo>
                  <a:pt x="1325312" y="52898"/>
                </a:lnTo>
                <a:lnTo>
                  <a:pt x="1325751" y="52455"/>
                </a:lnTo>
                <a:lnTo>
                  <a:pt x="1326205" y="52029"/>
                </a:lnTo>
                <a:lnTo>
                  <a:pt x="1326673" y="51622"/>
                </a:lnTo>
                <a:lnTo>
                  <a:pt x="1327153" y="51233"/>
                </a:lnTo>
                <a:lnTo>
                  <a:pt x="1327647" y="50862"/>
                </a:lnTo>
                <a:lnTo>
                  <a:pt x="1328154" y="50509"/>
                </a:lnTo>
                <a:lnTo>
                  <a:pt x="1328674" y="50174"/>
                </a:lnTo>
                <a:lnTo>
                  <a:pt x="1329208" y="49857"/>
                </a:lnTo>
                <a:lnTo>
                  <a:pt x="1329754" y="49558"/>
                </a:lnTo>
                <a:lnTo>
                  <a:pt x="1330314" y="49277"/>
                </a:lnTo>
                <a:lnTo>
                  <a:pt x="1330887" y="49015"/>
                </a:lnTo>
                <a:lnTo>
                  <a:pt x="1331473" y="48770"/>
                </a:lnTo>
                <a:lnTo>
                  <a:pt x="1332072" y="48544"/>
                </a:lnTo>
                <a:lnTo>
                  <a:pt x="1332684" y="48336"/>
                </a:lnTo>
                <a:lnTo>
                  <a:pt x="1333310" y="48146"/>
                </a:lnTo>
                <a:lnTo>
                  <a:pt x="1333948" y="47974"/>
                </a:lnTo>
                <a:lnTo>
                  <a:pt x="1334600" y="47820"/>
                </a:lnTo>
                <a:lnTo>
                  <a:pt x="1335265" y="47684"/>
                </a:lnTo>
                <a:lnTo>
                  <a:pt x="1335943" y="47566"/>
                </a:lnTo>
                <a:lnTo>
                  <a:pt x="1336634" y="47467"/>
                </a:lnTo>
                <a:lnTo>
                  <a:pt x="1337339" y="47385"/>
                </a:lnTo>
                <a:lnTo>
                  <a:pt x="1338056" y="47322"/>
                </a:lnTo>
                <a:lnTo>
                  <a:pt x="1338787" y="47277"/>
                </a:lnTo>
                <a:lnTo>
                  <a:pt x="1339531" y="47249"/>
                </a:lnTo>
                <a:lnTo>
                  <a:pt x="1340288" y="47240"/>
                </a:lnTo>
                <a:lnTo>
                  <a:pt x="1341058" y="47249"/>
                </a:lnTo>
                <a:lnTo>
                  <a:pt x="1341813" y="47277"/>
                </a:lnTo>
                <a:lnTo>
                  <a:pt x="1342555" y="47322"/>
                </a:lnTo>
                <a:lnTo>
                  <a:pt x="1343283" y="47385"/>
                </a:lnTo>
                <a:lnTo>
                  <a:pt x="1343997" y="47467"/>
                </a:lnTo>
                <a:lnTo>
                  <a:pt x="1344696" y="47566"/>
                </a:lnTo>
                <a:lnTo>
                  <a:pt x="1345382" y="47684"/>
                </a:lnTo>
                <a:lnTo>
                  <a:pt x="1346054" y="47820"/>
                </a:lnTo>
                <a:lnTo>
                  <a:pt x="1346712" y="47974"/>
                </a:lnTo>
                <a:lnTo>
                  <a:pt x="1347355" y="48146"/>
                </a:lnTo>
                <a:lnTo>
                  <a:pt x="1347985" y="48336"/>
                </a:lnTo>
                <a:lnTo>
                  <a:pt x="1348601" y="48544"/>
                </a:lnTo>
                <a:lnTo>
                  <a:pt x="1349203" y="48770"/>
                </a:lnTo>
                <a:lnTo>
                  <a:pt x="1349791" y="49015"/>
                </a:lnTo>
                <a:lnTo>
                  <a:pt x="1350365" y="49277"/>
                </a:lnTo>
                <a:lnTo>
                  <a:pt x="1350925" y="49558"/>
                </a:lnTo>
                <a:lnTo>
                  <a:pt x="1351470" y="49857"/>
                </a:lnTo>
                <a:lnTo>
                  <a:pt x="1352002" y="50174"/>
                </a:lnTo>
                <a:lnTo>
                  <a:pt x="1352520" y="50509"/>
                </a:lnTo>
                <a:lnTo>
                  <a:pt x="1353024" y="50862"/>
                </a:lnTo>
                <a:lnTo>
                  <a:pt x="1353514" y="51233"/>
                </a:lnTo>
                <a:lnTo>
                  <a:pt x="1353990" y="51622"/>
                </a:lnTo>
                <a:lnTo>
                  <a:pt x="1354452" y="52029"/>
                </a:lnTo>
                <a:lnTo>
                  <a:pt x="1354900" y="52455"/>
                </a:lnTo>
                <a:lnTo>
                  <a:pt x="1355332" y="52898"/>
                </a:lnTo>
                <a:lnTo>
                  <a:pt x="1355746" y="53358"/>
                </a:lnTo>
                <a:lnTo>
                  <a:pt x="1356141" y="53835"/>
                </a:lnTo>
                <a:lnTo>
                  <a:pt x="1356518" y="54328"/>
                </a:lnTo>
                <a:lnTo>
                  <a:pt x="1356876" y="54839"/>
                </a:lnTo>
                <a:lnTo>
                  <a:pt x="1357216" y="55367"/>
                </a:lnTo>
                <a:lnTo>
                  <a:pt x="1357538" y="55912"/>
                </a:lnTo>
                <a:lnTo>
                  <a:pt x="1357841" y="56474"/>
                </a:lnTo>
                <a:lnTo>
                  <a:pt x="1358126" y="57053"/>
                </a:lnTo>
                <a:lnTo>
                  <a:pt x="1358393" y="57649"/>
                </a:lnTo>
                <a:lnTo>
                  <a:pt x="1358641" y="58262"/>
                </a:lnTo>
                <a:lnTo>
                  <a:pt x="1358871" y="58892"/>
                </a:lnTo>
                <a:lnTo>
                  <a:pt x="1359082" y="59539"/>
                </a:lnTo>
                <a:lnTo>
                  <a:pt x="1359275" y="60203"/>
                </a:lnTo>
                <a:lnTo>
                  <a:pt x="1359450" y="60884"/>
                </a:lnTo>
                <a:lnTo>
                  <a:pt x="1359606" y="61582"/>
                </a:lnTo>
                <a:lnTo>
                  <a:pt x="1359744" y="62297"/>
                </a:lnTo>
                <a:lnTo>
                  <a:pt x="1359863" y="63029"/>
                </a:lnTo>
                <a:lnTo>
                  <a:pt x="1359964" y="63778"/>
                </a:lnTo>
                <a:lnTo>
                  <a:pt x="1360047" y="64544"/>
                </a:lnTo>
                <a:lnTo>
                  <a:pt x="1360111" y="65327"/>
                </a:lnTo>
                <a:lnTo>
                  <a:pt x="1360157" y="66127"/>
                </a:lnTo>
                <a:lnTo>
                  <a:pt x="1360185" y="66944"/>
                </a:lnTo>
                <a:lnTo>
                  <a:pt x="1360194" y="67778"/>
                </a:lnTo>
                <a:lnTo>
                  <a:pt x="1360194" y="90848"/>
                </a:lnTo>
                <a:lnTo>
                  <a:pt x="1360185" y="91682"/>
                </a:lnTo>
                <a:lnTo>
                  <a:pt x="1360157" y="92499"/>
                </a:lnTo>
                <a:lnTo>
                  <a:pt x="1360111" y="93299"/>
                </a:lnTo>
                <a:lnTo>
                  <a:pt x="1360047" y="94082"/>
                </a:lnTo>
                <a:lnTo>
                  <a:pt x="1359964" y="94848"/>
                </a:lnTo>
                <a:lnTo>
                  <a:pt x="1359863" y="95597"/>
                </a:lnTo>
                <a:lnTo>
                  <a:pt x="1359744" y="96329"/>
                </a:lnTo>
                <a:lnTo>
                  <a:pt x="1359606" y="97044"/>
                </a:lnTo>
                <a:lnTo>
                  <a:pt x="1359450" y="97742"/>
                </a:lnTo>
                <a:lnTo>
                  <a:pt x="1359275" y="98423"/>
                </a:lnTo>
                <a:lnTo>
                  <a:pt x="1359082" y="99087"/>
                </a:lnTo>
                <a:lnTo>
                  <a:pt x="1358871" y="99734"/>
                </a:lnTo>
                <a:lnTo>
                  <a:pt x="1358641" y="100365"/>
                </a:lnTo>
                <a:lnTo>
                  <a:pt x="1358393" y="100978"/>
                </a:lnTo>
                <a:lnTo>
                  <a:pt x="1358126" y="101574"/>
                </a:lnTo>
                <a:lnTo>
                  <a:pt x="1357841" y="102153"/>
                </a:lnTo>
                <a:lnTo>
                  <a:pt x="1357538" y="102715"/>
                </a:lnTo>
                <a:lnTo>
                  <a:pt x="1357216" y="103260"/>
                </a:lnTo>
                <a:lnTo>
                  <a:pt x="1356876" y="103788"/>
                </a:lnTo>
                <a:lnTo>
                  <a:pt x="1356518" y="104299"/>
                </a:lnTo>
                <a:lnTo>
                  <a:pt x="1356141" y="104793"/>
                </a:lnTo>
                <a:lnTo>
                  <a:pt x="1355746" y="105270"/>
                </a:lnTo>
                <a:lnTo>
                  <a:pt x="1355332" y="105730"/>
                </a:lnTo>
                <a:lnTo>
                  <a:pt x="1354900" y="106173"/>
                </a:lnTo>
                <a:lnTo>
                  <a:pt x="1354452" y="106599"/>
                </a:lnTo>
                <a:lnTo>
                  <a:pt x="1353990" y="107006"/>
                </a:lnTo>
                <a:lnTo>
                  <a:pt x="1353514" y="107395"/>
                </a:lnTo>
                <a:lnTo>
                  <a:pt x="1353024" y="107766"/>
                </a:lnTo>
                <a:lnTo>
                  <a:pt x="1352520" y="108119"/>
                </a:lnTo>
                <a:lnTo>
                  <a:pt x="1352002" y="108454"/>
                </a:lnTo>
                <a:lnTo>
                  <a:pt x="1351470" y="108770"/>
                </a:lnTo>
                <a:lnTo>
                  <a:pt x="1350925" y="109069"/>
                </a:lnTo>
                <a:lnTo>
                  <a:pt x="1350365" y="109349"/>
                </a:lnTo>
                <a:lnTo>
                  <a:pt x="1349791" y="109612"/>
                </a:lnTo>
                <a:lnTo>
                  <a:pt x="1349203" y="109856"/>
                </a:lnTo>
                <a:lnTo>
                  <a:pt x="1348601" y="110082"/>
                </a:lnTo>
                <a:lnTo>
                  <a:pt x="1347985" y="110291"/>
                </a:lnTo>
                <a:lnTo>
                  <a:pt x="1347355" y="110481"/>
                </a:lnTo>
                <a:lnTo>
                  <a:pt x="1346712" y="110652"/>
                </a:lnTo>
                <a:lnTo>
                  <a:pt x="1346054" y="110806"/>
                </a:lnTo>
                <a:lnTo>
                  <a:pt x="1345382" y="110942"/>
                </a:lnTo>
                <a:lnTo>
                  <a:pt x="1344696" y="111060"/>
                </a:lnTo>
                <a:lnTo>
                  <a:pt x="1343997" y="111159"/>
                </a:lnTo>
                <a:lnTo>
                  <a:pt x="1343283" y="111241"/>
                </a:lnTo>
                <a:lnTo>
                  <a:pt x="1342555" y="111304"/>
                </a:lnTo>
                <a:lnTo>
                  <a:pt x="1341813" y="111349"/>
                </a:lnTo>
                <a:lnTo>
                  <a:pt x="1341058" y="111376"/>
                </a:lnTo>
                <a:lnTo>
                  <a:pt x="1340288" y="111385"/>
                </a:lnTo>
                <a:lnTo>
                  <a:pt x="1339531" y="111376"/>
                </a:lnTo>
                <a:lnTo>
                  <a:pt x="1338787" y="111349"/>
                </a:lnTo>
                <a:lnTo>
                  <a:pt x="1338056" y="111304"/>
                </a:lnTo>
                <a:lnTo>
                  <a:pt x="1337339" y="111241"/>
                </a:lnTo>
                <a:lnTo>
                  <a:pt x="1336634" y="111159"/>
                </a:lnTo>
                <a:close/>
                <a:moveTo>
                  <a:pt x="972186" y="124164"/>
                </a:moveTo>
                <a:lnTo>
                  <a:pt x="973260" y="124064"/>
                </a:lnTo>
                <a:lnTo>
                  <a:pt x="974317" y="123941"/>
                </a:lnTo>
                <a:lnTo>
                  <a:pt x="975359" y="123797"/>
                </a:lnTo>
                <a:lnTo>
                  <a:pt x="976385" y="123630"/>
                </a:lnTo>
                <a:lnTo>
                  <a:pt x="977396" y="123442"/>
                </a:lnTo>
                <a:lnTo>
                  <a:pt x="978390" y="123230"/>
                </a:lnTo>
                <a:lnTo>
                  <a:pt x="979368" y="122997"/>
                </a:lnTo>
                <a:lnTo>
                  <a:pt x="980331" y="122742"/>
                </a:lnTo>
                <a:lnTo>
                  <a:pt x="981277" y="122464"/>
                </a:lnTo>
                <a:lnTo>
                  <a:pt x="982208" y="122164"/>
                </a:lnTo>
                <a:lnTo>
                  <a:pt x="983123" y="121842"/>
                </a:lnTo>
                <a:lnTo>
                  <a:pt x="984021" y="121498"/>
                </a:lnTo>
                <a:lnTo>
                  <a:pt x="984904" y="121131"/>
                </a:lnTo>
                <a:lnTo>
                  <a:pt x="985771" y="120742"/>
                </a:lnTo>
                <a:lnTo>
                  <a:pt x="986622" y="120331"/>
                </a:lnTo>
                <a:lnTo>
                  <a:pt x="987458" y="119898"/>
                </a:lnTo>
                <a:lnTo>
                  <a:pt x="988277" y="119443"/>
                </a:lnTo>
                <a:lnTo>
                  <a:pt x="989080" y="118965"/>
                </a:lnTo>
                <a:lnTo>
                  <a:pt x="989868" y="118465"/>
                </a:lnTo>
                <a:lnTo>
                  <a:pt x="990639" y="117943"/>
                </a:lnTo>
                <a:lnTo>
                  <a:pt x="991390" y="117402"/>
                </a:lnTo>
                <a:lnTo>
                  <a:pt x="992113" y="116845"/>
                </a:lnTo>
                <a:lnTo>
                  <a:pt x="992810" y="116273"/>
                </a:lnTo>
                <a:lnTo>
                  <a:pt x="993480" y="115685"/>
                </a:lnTo>
                <a:lnTo>
                  <a:pt x="994122" y="115081"/>
                </a:lnTo>
                <a:lnTo>
                  <a:pt x="994738" y="114462"/>
                </a:lnTo>
                <a:lnTo>
                  <a:pt x="995327" y="113827"/>
                </a:lnTo>
                <a:lnTo>
                  <a:pt x="995889" y="113177"/>
                </a:lnTo>
                <a:lnTo>
                  <a:pt x="996425" y="112511"/>
                </a:lnTo>
                <a:lnTo>
                  <a:pt x="996933" y="111829"/>
                </a:lnTo>
                <a:lnTo>
                  <a:pt x="997414" y="111132"/>
                </a:lnTo>
                <a:lnTo>
                  <a:pt x="997869" y="110419"/>
                </a:lnTo>
                <a:lnTo>
                  <a:pt x="998296" y="109690"/>
                </a:lnTo>
                <a:lnTo>
                  <a:pt x="998697" y="108946"/>
                </a:lnTo>
                <a:lnTo>
                  <a:pt x="999071" y="108186"/>
                </a:lnTo>
                <a:lnTo>
                  <a:pt x="999418" y="107410"/>
                </a:lnTo>
                <a:lnTo>
                  <a:pt x="999738" y="106619"/>
                </a:lnTo>
                <a:lnTo>
                  <a:pt x="1000031" y="105812"/>
                </a:lnTo>
                <a:lnTo>
                  <a:pt x="1000297" y="104990"/>
                </a:lnTo>
                <a:lnTo>
                  <a:pt x="1000537" y="104152"/>
                </a:lnTo>
                <a:lnTo>
                  <a:pt x="1000749" y="103298"/>
                </a:lnTo>
                <a:lnTo>
                  <a:pt x="1000935" y="102428"/>
                </a:lnTo>
                <a:lnTo>
                  <a:pt x="1001094" y="101543"/>
                </a:lnTo>
                <a:lnTo>
                  <a:pt x="1001225" y="100643"/>
                </a:lnTo>
                <a:lnTo>
                  <a:pt x="987006" y="100643"/>
                </a:lnTo>
                <a:lnTo>
                  <a:pt x="986907" y="101074"/>
                </a:lnTo>
                <a:lnTo>
                  <a:pt x="986794" y="101497"/>
                </a:lnTo>
                <a:lnTo>
                  <a:pt x="986667" y="101913"/>
                </a:lnTo>
                <a:lnTo>
                  <a:pt x="986525" y="102322"/>
                </a:lnTo>
                <a:lnTo>
                  <a:pt x="986370" y="102723"/>
                </a:lnTo>
                <a:lnTo>
                  <a:pt x="986201" y="103117"/>
                </a:lnTo>
                <a:lnTo>
                  <a:pt x="986018" y="103503"/>
                </a:lnTo>
                <a:lnTo>
                  <a:pt x="985821" y="103882"/>
                </a:lnTo>
                <a:lnTo>
                  <a:pt x="985610" y="104254"/>
                </a:lnTo>
                <a:lnTo>
                  <a:pt x="985385" y="104618"/>
                </a:lnTo>
                <a:lnTo>
                  <a:pt x="985146" y="104975"/>
                </a:lnTo>
                <a:lnTo>
                  <a:pt x="984893" y="105324"/>
                </a:lnTo>
                <a:lnTo>
                  <a:pt x="984625" y="105666"/>
                </a:lnTo>
                <a:lnTo>
                  <a:pt x="984344" y="106000"/>
                </a:lnTo>
                <a:lnTo>
                  <a:pt x="984049" y="106328"/>
                </a:lnTo>
                <a:lnTo>
                  <a:pt x="983740" y="106647"/>
                </a:lnTo>
                <a:lnTo>
                  <a:pt x="983417" y="106960"/>
                </a:lnTo>
                <a:lnTo>
                  <a:pt x="983080" y="107265"/>
                </a:lnTo>
                <a:lnTo>
                  <a:pt x="982729" y="107562"/>
                </a:lnTo>
                <a:lnTo>
                  <a:pt x="982364" y="107852"/>
                </a:lnTo>
                <a:lnTo>
                  <a:pt x="981985" y="108135"/>
                </a:lnTo>
                <a:lnTo>
                  <a:pt x="981592" y="108410"/>
                </a:lnTo>
                <a:lnTo>
                  <a:pt x="981186" y="108678"/>
                </a:lnTo>
                <a:lnTo>
                  <a:pt x="980765" y="108938"/>
                </a:lnTo>
                <a:lnTo>
                  <a:pt x="980332" y="109190"/>
                </a:lnTo>
                <a:lnTo>
                  <a:pt x="979890" y="109431"/>
                </a:lnTo>
                <a:lnTo>
                  <a:pt x="979438" y="109661"/>
                </a:lnTo>
                <a:lnTo>
                  <a:pt x="978977" y="109880"/>
                </a:lnTo>
                <a:lnTo>
                  <a:pt x="978506" y="110088"/>
                </a:lnTo>
                <a:lnTo>
                  <a:pt x="978025" y="110286"/>
                </a:lnTo>
                <a:lnTo>
                  <a:pt x="977535" y="110474"/>
                </a:lnTo>
                <a:lnTo>
                  <a:pt x="977035" y="110650"/>
                </a:lnTo>
                <a:lnTo>
                  <a:pt x="976526" y="110816"/>
                </a:lnTo>
                <a:lnTo>
                  <a:pt x="976007" y="110971"/>
                </a:lnTo>
                <a:lnTo>
                  <a:pt x="975478" y="111116"/>
                </a:lnTo>
                <a:lnTo>
                  <a:pt x="974940" y="111249"/>
                </a:lnTo>
                <a:lnTo>
                  <a:pt x="974392" y="111372"/>
                </a:lnTo>
                <a:lnTo>
                  <a:pt x="973835" y="111485"/>
                </a:lnTo>
                <a:lnTo>
                  <a:pt x="973268" y="111586"/>
                </a:lnTo>
                <a:lnTo>
                  <a:pt x="972691" y="111677"/>
                </a:lnTo>
                <a:lnTo>
                  <a:pt x="972105" y="111757"/>
                </a:lnTo>
                <a:lnTo>
                  <a:pt x="971509" y="111827"/>
                </a:lnTo>
                <a:lnTo>
                  <a:pt x="970903" y="111886"/>
                </a:lnTo>
                <a:lnTo>
                  <a:pt x="970288" y="111934"/>
                </a:lnTo>
                <a:lnTo>
                  <a:pt x="969663" y="111971"/>
                </a:lnTo>
                <a:lnTo>
                  <a:pt x="969029" y="111998"/>
                </a:lnTo>
                <a:lnTo>
                  <a:pt x="968385" y="112014"/>
                </a:lnTo>
                <a:lnTo>
                  <a:pt x="967732" y="112019"/>
                </a:lnTo>
                <a:lnTo>
                  <a:pt x="966974" y="112010"/>
                </a:lnTo>
                <a:lnTo>
                  <a:pt x="966230" y="111981"/>
                </a:lnTo>
                <a:lnTo>
                  <a:pt x="965497" y="111932"/>
                </a:lnTo>
                <a:lnTo>
                  <a:pt x="964778" y="111864"/>
                </a:lnTo>
                <a:lnTo>
                  <a:pt x="964071" y="111776"/>
                </a:lnTo>
                <a:lnTo>
                  <a:pt x="963377" y="111669"/>
                </a:lnTo>
                <a:lnTo>
                  <a:pt x="962695" y="111542"/>
                </a:lnTo>
                <a:lnTo>
                  <a:pt x="962026" y="111396"/>
                </a:lnTo>
                <a:lnTo>
                  <a:pt x="961370" y="111231"/>
                </a:lnTo>
                <a:lnTo>
                  <a:pt x="960726" y="111046"/>
                </a:lnTo>
                <a:lnTo>
                  <a:pt x="960095" y="110841"/>
                </a:lnTo>
                <a:lnTo>
                  <a:pt x="959476" y="110617"/>
                </a:lnTo>
                <a:lnTo>
                  <a:pt x="958870" y="110373"/>
                </a:lnTo>
                <a:lnTo>
                  <a:pt x="958277" y="110111"/>
                </a:lnTo>
                <a:lnTo>
                  <a:pt x="957696" y="109828"/>
                </a:lnTo>
                <a:lnTo>
                  <a:pt x="957128" y="109526"/>
                </a:lnTo>
                <a:lnTo>
                  <a:pt x="956573" y="109205"/>
                </a:lnTo>
                <a:lnTo>
                  <a:pt x="956030" y="108864"/>
                </a:lnTo>
                <a:lnTo>
                  <a:pt x="955500" y="108503"/>
                </a:lnTo>
                <a:lnTo>
                  <a:pt x="954982" y="108124"/>
                </a:lnTo>
                <a:lnTo>
                  <a:pt x="954477" y="107724"/>
                </a:lnTo>
                <a:lnTo>
                  <a:pt x="953985" y="107306"/>
                </a:lnTo>
                <a:lnTo>
                  <a:pt x="953505" y="106867"/>
                </a:lnTo>
                <a:lnTo>
                  <a:pt x="953038" y="106409"/>
                </a:lnTo>
                <a:lnTo>
                  <a:pt x="952586" y="105935"/>
                </a:lnTo>
                <a:lnTo>
                  <a:pt x="952154" y="105447"/>
                </a:lnTo>
                <a:lnTo>
                  <a:pt x="951741" y="104944"/>
                </a:lnTo>
                <a:lnTo>
                  <a:pt x="951348" y="104428"/>
                </a:lnTo>
                <a:lnTo>
                  <a:pt x="950973" y="103897"/>
                </a:lnTo>
                <a:lnTo>
                  <a:pt x="950618" y="103353"/>
                </a:lnTo>
                <a:lnTo>
                  <a:pt x="950282" y="102794"/>
                </a:lnTo>
                <a:lnTo>
                  <a:pt x="949965" y="102222"/>
                </a:lnTo>
                <a:lnTo>
                  <a:pt x="949667" y="101636"/>
                </a:lnTo>
                <a:lnTo>
                  <a:pt x="949389" y="101035"/>
                </a:lnTo>
                <a:lnTo>
                  <a:pt x="949130" y="100421"/>
                </a:lnTo>
                <a:lnTo>
                  <a:pt x="948890" y="99793"/>
                </a:lnTo>
                <a:lnTo>
                  <a:pt x="948669" y="99151"/>
                </a:lnTo>
                <a:lnTo>
                  <a:pt x="948467" y="98494"/>
                </a:lnTo>
                <a:lnTo>
                  <a:pt x="948285" y="97824"/>
                </a:lnTo>
                <a:lnTo>
                  <a:pt x="948122" y="97140"/>
                </a:lnTo>
                <a:lnTo>
                  <a:pt x="947978" y="96442"/>
                </a:lnTo>
                <a:lnTo>
                  <a:pt x="947853" y="95730"/>
                </a:lnTo>
                <a:lnTo>
                  <a:pt x="947747" y="95004"/>
                </a:lnTo>
                <a:lnTo>
                  <a:pt x="947661" y="94264"/>
                </a:lnTo>
                <a:lnTo>
                  <a:pt x="947594" y="93509"/>
                </a:lnTo>
                <a:lnTo>
                  <a:pt x="947546" y="92741"/>
                </a:lnTo>
                <a:lnTo>
                  <a:pt x="947517" y="91959"/>
                </a:lnTo>
                <a:lnTo>
                  <a:pt x="947507" y="91163"/>
                </a:lnTo>
                <a:lnTo>
                  <a:pt x="947507" y="82947"/>
                </a:lnTo>
                <a:lnTo>
                  <a:pt x="1001859" y="82947"/>
                </a:lnTo>
                <a:lnTo>
                  <a:pt x="1001859" y="67462"/>
                </a:lnTo>
                <a:lnTo>
                  <a:pt x="1001852" y="66624"/>
                </a:lnTo>
                <a:lnTo>
                  <a:pt x="1001830" y="65796"/>
                </a:lnTo>
                <a:lnTo>
                  <a:pt x="1001793" y="64977"/>
                </a:lnTo>
                <a:lnTo>
                  <a:pt x="1001741" y="64167"/>
                </a:lnTo>
                <a:lnTo>
                  <a:pt x="1001674" y="63366"/>
                </a:lnTo>
                <a:lnTo>
                  <a:pt x="1001593" y="62575"/>
                </a:lnTo>
                <a:lnTo>
                  <a:pt x="1001496" y="61793"/>
                </a:lnTo>
                <a:lnTo>
                  <a:pt x="1001385" y="61020"/>
                </a:lnTo>
                <a:lnTo>
                  <a:pt x="1001259" y="60257"/>
                </a:lnTo>
                <a:lnTo>
                  <a:pt x="1001119" y="59503"/>
                </a:lnTo>
                <a:lnTo>
                  <a:pt x="1000963" y="58758"/>
                </a:lnTo>
                <a:lnTo>
                  <a:pt x="1000793" y="58023"/>
                </a:lnTo>
                <a:lnTo>
                  <a:pt x="1000607" y="57297"/>
                </a:lnTo>
                <a:lnTo>
                  <a:pt x="1000407" y="56580"/>
                </a:lnTo>
                <a:lnTo>
                  <a:pt x="1000193" y="55873"/>
                </a:lnTo>
                <a:lnTo>
                  <a:pt x="999963" y="55175"/>
                </a:lnTo>
                <a:lnTo>
                  <a:pt x="999718" y="54486"/>
                </a:lnTo>
                <a:lnTo>
                  <a:pt x="999459" y="53807"/>
                </a:lnTo>
                <a:lnTo>
                  <a:pt x="999185" y="53136"/>
                </a:lnTo>
                <a:lnTo>
                  <a:pt x="998896" y="52476"/>
                </a:lnTo>
                <a:lnTo>
                  <a:pt x="998592" y="51824"/>
                </a:lnTo>
                <a:lnTo>
                  <a:pt x="998274" y="51182"/>
                </a:lnTo>
                <a:lnTo>
                  <a:pt x="997940" y="50549"/>
                </a:lnTo>
                <a:lnTo>
                  <a:pt x="997592" y="49926"/>
                </a:lnTo>
                <a:lnTo>
                  <a:pt x="997231" y="49313"/>
                </a:lnTo>
                <a:lnTo>
                  <a:pt x="996858" y="48711"/>
                </a:lnTo>
                <a:lnTo>
                  <a:pt x="996473" y="48121"/>
                </a:lnTo>
                <a:lnTo>
                  <a:pt x="996076" y="47543"/>
                </a:lnTo>
                <a:lnTo>
                  <a:pt x="995668" y="46976"/>
                </a:lnTo>
                <a:lnTo>
                  <a:pt x="995247" y="46421"/>
                </a:lnTo>
                <a:lnTo>
                  <a:pt x="994815" y="45877"/>
                </a:lnTo>
                <a:lnTo>
                  <a:pt x="994371" y="45344"/>
                </a:lnTo>
                <a:lnTo>
                  <a:pt x="993916" y="44823"/>
                </a:lnTo>
                <a:lnTo>
                  <a:pt x="993448" y="44314"/>
                </a:lnTo>
                <a:lnTo>
                  <a:pt x="992969" y="43816"/>
                </a:lnTo>
                <a:lnTo>
                  <a:pt x="992478" y="43330"/>
                </a:lnTo>
                <a:lnTo>
                  <a:pt x="991975" y="42855"/>
                </a:lnTo>
                <a:lnTo>
                  <a:pt x="991460" y="42392"/>
                </a:lnTo>
                <a:lnTo>
                  <a:pt x="990933" y="41940"/>
                </a:lnTo>
                <a:lnTo>
                  <a:pt x="990395" y="41500"/>
                </a:lnTo>
                <a:lnTo>
                  <a:pt x="989845" y="41071"/>
                </a:lnTo>
                <a:lnTo>
                  <a:pt x="989283" y="40654"/>
                </a:lnTo>
                <a:lnTo>
                  <a:pt x="988709" y="40248"/>
                </a:lnTo>
                <a:lnTo>
                  <a:pt x="988124" y="39854"/>
                </a:lnTo>
                <a:lnTo>
                  <a:pt x="987526" y="39471"/>
                </a:lnTo>
                <a:lnTo>
                  <a:pt x="986917" y="39100"/>
                </a:lnTo>
                <a:lnTo>
                  <a:pt x="986296" y="38741"/>
                </a:lnTo>
                <a:lnTo>
                  <a:pt x="985663" y="38393"/>
                </a:lnTo>
                <a:lnTo>
                  <a:pt x="985020" y="38057"/>
                </a:lnTo>
                <a:lnTo>
                  <a:pt x="984368" y="37736"/>
                </a:lnTo>
                <a:lnTo>
                  <a:pt x="983707" y="37430"/>
                </a:lnTo>
                <a:lnTo>
                  <a:pt x="983037" y="37137"/>
                </a:lnTo>
                <a:lnTo>
                  <a:pt x="982358" y="36859"/>
                </a:lnTo>
                <a:lnTo>
                  <a:pt x="981670" y="36595"/>
                </a:lnTo>
                <a:lnTo>
                  <a:pt x="980972" y="36346"/>
                </a:lnTo>
                <a:lnTo>
                  <a:pt x="980266" y="36110"/>
                </a:lnTo>
                <a:lnTo>
                  <a:pt x="979550" y="35889"/>
                </a:lnTo>
                <a:lnTo>
                  <a:pt x="978826" y="35682"/>
                </a:lnTo>
                <a:lnTo>
                  <a:pt x="978092" y="35490"/>
                </a:lnTo>
                <a:lnTo>
                  <a:pt x="977350" y="35312"/>
                </a:lnTo>
                <a:lnTo>
                  <a:pt x="976598" y="35147"/>
                </a:lnTo>
                <a:lnTo>
                  <a:pt x="975837" y="34998"/>
                </a:lnTo>
                <a:lnTo>
                  <a:pt x="975067" y="34862"/>
                </a:lnTo>
                <a:lnTo>
                  <a:pt x="974289" y="34741"/>
                </a:lnTo>
                <a:lnTo>
                  <a:pt x="973501" y="34634"/>
                </a:lnTo>
                <a:lnTo>
                  <a:pt x="972704" y="34541"/>
                </a:lnTo>
                <a:lnTo>
                  <a:pt x="971898" y="34463"/>
                </a:lnTo>
                <a:lnTo>
                  <a:pt x="971083" y="34399"/>
                </a:lnTo>
                <a:lnTo>
                  <a:pt x="970258" y="34349"/>
                </a:lnTo>
                <a:lnTo>
                  <a:pt x="969425" y="34313"/>
                </a:lnTo>
                <a:lnTo>
                  <a:pt x="968583" y="34292"/>
                </a:lnTo>
                <a:lnTo>
                  <a:pt x="967732" y="34284"/>
                </a:lnTo>
                <a:lnTo>
                  <a:pt x="966880" y="34292"/>
                </a:lnTo>
                <a:lnTo>
                  <a:pt x="966038" y="34314"/>
                </a:lnTo>
                <a:lnTo>
                  <a:pt x="965205" y="34350"/>
                </a:lnTo>
                <a:lnTo>
                  <a:pt x="964381" y="34401"/>
                </a:lnTo>
                <a:lnTo>
                  <a:pt x="963565" y="34466"/>
                </a:lnTo>
                <a:lnTo>
                  <a:pt x="962759" y="34546"/>
                </a:lnTo>
                <a:lnTo>
                  <a:pt x="961962" y="34641"/>
                </a:lnTo>
                <a:lnTo>
                  <a:pt x="961174" y="34750"/>
                </a:lnTo>
                <a:lnTo>
                  <a:pt x="960395" y="34873"/>
                </a:lnTo>
                <a:lnTo>
                  <a:pt x="959626" y="35012"/>
                </a:lnTo>
                <a:lnTo>
                  <a:pt x="958865" y="35164"/>
                </a:lnTo>
                <a:lnTo>
                  <a:pt x="958113" y="35331"/>
                </a:lnTo>
                <a:lnTo>
                  <a:pt x="957370" y="35513"/>
                </a:lnTo>
                <a:lnTo>
                  <a:pt x="956637" y="35709"/>
                </a:lnTo>
                <a:lnTo>
                  <a:pt x="955912" y="35920"/>
                </a:lnTo>
                <a:lnTo>
                  <a:pt x="955196" y="36146"/>
                </a:lnTo>
                <a:lnTo>
                  <a:pt x="954490" y="36386"/>
                </a:lnTo>
                <a:lnTo>
                  <a:pt x="953792" y="36640"/>
                </a:lnTo>
                <a:lnTo>
                  <a:pt x="953104" y="36909"/>
                </a:lnTo>
                <a:lnTo>
                  <a:pt x="952424" y="37193"/>
                </a:lnTo>
                <a:lnTo>
                  <a:pt x="951754" y="37491"/>
                </a:lnTo>
                <a:lnTo>
                  <a:pt x="951093" y="37803"/>
                </a:lnTo>
                <a:lnTo>
                  <a:pt x="950441" y="38130"/>
                </a:lnTo>
                <a:lnTo>
                  <a:pt x="949797" y="38472"/>
                </a:lnTo>
                <a:lnTo>
                  <a:pt x="949165" y="38827"/>
                </a:lnTo>
                <a:lnTo>
                  <a:pt x="948544" y="39194"/>
                </a:lnTo>
                <a:lnTo>
                  <a:pt x="947935" y="39574"/>
                </a:lnTo>
                <a:lnTo>
                  <a:pt x="947338" y="39966"/>
                </a:lnTo>
                <a:lnTo>
                  <a:pt x="946752" y="40370"/>
                </a:lnTo>
                <a:lnTo>
                  <a:pt x="946179" y="40787"/>
                </a:lnTo>
                <a:lnTo>
                  <a:pt x="945617" y="41216"/>
                </a:lnTo>
                <a:lnTo>
                  <a:pt x="945067" y="41658"/>
                </a:lnTo>
                <a:lnTo>
                  <a:pt x="944529" y="42111"/>
                </a:lnTo>
                <a:lnTo>
                  <a:pt x="944002" y="42578"/>
                </a:lnTo>
                <a:lnTo>
                  <a:pt x="943487" y="43056"/>
                </a:lnTo>
                <a:lnTo>
                  <a:pt x="942984" y="43547"/>
                </a:lnTo>
                <a:lnTo>
                  <a:pt x="942493" y="44050"/>
                </a:lnTo>
                <a:lnTo>
                  <a:pt x="942014" y="44566"/>
                </a:lnTo>
                <a:lnTo>
                  <a:pt x="941546" y="45094"/>
                </a:lnTo>
                <a:lnTo>
                  <a:pt x="941091" y="45634"/>
                </a:lnTo>
                <a:lnTo>
                  <a:pt x="940647" y="46187"/>
                </a:lnTo>
                <a:lnTo>
                  <a:pt x="940214" y="46752"/>
                </a:lnTo>
                <a:lnTo>
                  <a:pt x="939794" y="47329"/>
                </a:lnTo>
                <a:lnTo>
                  <a:pt x="939385" y="47919"/>
                </a:lnTo>
                <a:lnTo>
                  <a:pt x="938988" y="48521"/>
                </a:lnTo>
                <a:lnTo>
                  <a:pt x="938603" y="49135"/>
                </a:lnTo>
                <a:lnTo>
                  <a:pt x="938230" y="49762"/>
                </a:lnTo>
                <a:lnTo>
                  <a:pt x="937869" y="50401"/>
                </a:lnTo>
                <a:lnTo>
                  <a:pt x="937521" y="51052"/>
                </a:lnTo>
                <a:lnTo>
                  <a:pt x="937187" y="51713"/>
                </a:lnTo>
                <a:lnTo>
                  <a:pt x="936869" y="52386"/>
                </a:lnTo>
                <a:lnTo>
                  <a:pt x="936565" y="53069"/>
                </a:lnTo>
                <a:lnTo>
                  <a:pt x="936277" y="53764"/>
                </a:lnTo>
                <a:lnTo>
                  <a:pt x="936003" y="54469"/>
                </a:lnTo>
                <a:lnTo>
                  <a:pt x="935744" y="55186"/>
                </a:lnTo>
                <a:lnTo>
                  <a:pt x="935499" y="55913"/>
                </a:lnTo>
                <a:lnTo>
                  <a:pt x="935270" y="56651"/>
                </a:lnTo>
                <a:lnTo>
                  <a:pt x="935055" y="57401"/>
                </a:lnTo>
                <a:lnTo>
                  <a:pt x="934855" y="58161"/>
                </a:lnTo>
                <a:lnTo>
                  <a:pt x="934670" y="58932"/>
                </a:lnTo>
                <a:lnTo>
                  <a:pt x="934500" y="59715"/>
                </a:lnTo>
                <a:lnTo>
                  <a:pt x="934344" y="60508"/>
                </a:lnTo>
                <a:lnTo>
                  <a:pt x="934204" y="61312"/>
                </a:lnTo>
                <a:lnTo>
                  <a:pt x="934078" y="62127"/>
                </a:lnTo>
                <a:lnTo>
                  <a:pt x="933967" y="62953"/>
                </a:lnTo>
                <a:lnTo>
                  <a:pt x="933870" y="63791"/>
                </a:lnTo>
                <a:lnTo>
                  <a:pt x="933789" y="64639"/>
                </a:lnTo>
                <a:lnTo>
                  <a:pt x="933722" y="65498"/>
                </a:lnTo>
                <a:lnTo>
                  <a:pt x="933670" y="66368"/>
                </a:lnTo>
                <a:lnTo>
                  <a:pt x="933633" y="67249"/>
                </a:lnTo>
                <a:lnTo>
                  <a:pt x="933611" y="68141"/>
                </a:lnTo>
                <a:lnTo>
                  <a:pt x="933604" y="69044"/>
                </a:lnTo>
                <a:lnTo>
                  <a:pt x="933604" y="89582"/>
                </a:lnTo>
                <a:lnTo>
                  <a:pt x="933611" y="90472"/>
                </a:lnTo>
                <a:lnTo>
                  <a:pt x="933633" y="91352"/>
                </a:lnTo>
                <a:lnTo>
                  <a:pt x="933670" y="92222"/>
                </a:lnTo>
                <a:lnTo>
                  <a:pt x="933722" y="93082"/>
                </a:lnTo>
                <a:lnTo>
                  <a:pt x="933789" y="93932"/>
                </a:lnTo>
                <a:lnTo>
                  <a:pt x="933870" y="94772"/>
                </a:lnTo>
                <a:lnTo>
                  <a:pt x="933967" y="95601"/>
                </a:lnTo>
                <a:lnTo>
                  <a:pt x="934078" y="96420"/>
                </a:lnTo>
                <a:lnTo>
                  <a:pt x="934204" y="97229"/>
                </a:lnTo>
                <a:lnTo>
                  <a:pt x="934344" y="98028"/>
                </a:lnTo>
                <a:lnTo>
                  <a:pt x="934500" y="98817"/>
                </a:lnTo>
                <a:lnTo>
                  <a:pt x="934670" y="99596"/>
                </a:lnTo>
                <a:lnTo>
                  <a:pt x="934855" y="100364"/>
                </a:lnTo>
                <a:lnTo>
                  <a:pt x="935055" y="101123"/>
                </a:lnTo>
                <a:lnTo>
                  <a:pt x="935270" y="101871"/>
                </a:lnTo>
                <a:lnTo>
                  <a:pt x="935499" y="102609"/>
                </a:lnTo>
                <a:lnTo>
                  <a:pt x="935744" y="103337"/>
                </a:lnTo>
                <a:lnTo>
                  <a:pt x="936003" y="104055"/>
                </a:lnTo>
                <a:lnTo>
                  <a:pt x="936277" y="104762"/>
                </a:lnTo>
                <a:lnTo>
                  <a:pt x="936565" y="105460"/>
                </a:lnTo>
                <a:lnTo>
                  <a:pt x="936869" y="106147"/>
                </a:lnTo>
                <a:lnTo>
                  <a:pt x="937187" y="106824"/>
                </a:lnTo>
                <a:lnTo>
                  <a:pt x="937521" y="107491"/>
                </a:lnTo>
                <a:lnTo>
                  <a:pt x="937869" y="108148"/>
                </a:lnTo>
                <a:lnTo>
                  <a:pt x="938230" y="108793"/>
                </a:lnTo>
                <a:lnTo>
                  <a:pt x="938603" y="109426"/>
                </a:lnTo>
                <a:lnTo>
                  <a:pt x="938988" y="110046"/>
                </a:lnTo>
                <a:lnTo>
                  <a:pt x="939385" y="110654"/>
                </a:lnTo>
                <a:lnTo>
                  <a:pt x="939794" y="111249"/>
                </a:lnTo>
                <a:lnTo>
                  <a:pt x="940214" y="111831"/>
                </a:lnTo>
                <a:lnTo>
                  <a:pt x="940647" y="112401"/>
                </a:lnTo>
                <a:lnTo>
                  <a:pt x="941091" y="112958"/>
                </a:lnTo>
                <a:lnTo>
                  <a:pt x="941546" y="113502"/>
                </a:lnTo>
                <a:lnTo>
                  <a:pt x="942014" y="114034"/>
                </a:lnTo>
                <a:lnTo>
                  <a:pt x="942493" y="114554"/>
                </a:lnTo>
                <a:lnTo>
                  <a:pt x="942984" y="115060"/>
                </a:lnTo>
                <a:lnTo>
                  <a:pt x="943487" y="115554"/>
                </a:lnTo>
                <a:lnTo>
                  <a:pt x="944002" y="116036"/>
                </a:lnTo>
                <a:lnTo>
                  <a:pt x="944529" y="116504"/>
                </a:lnTo>
                <a:lnTo>
                  <a:pt x="945067" y="116961"/>
                </a:lnTo>
                <a:lnTo>
                  <a:pt x="945617" y="117404"/>
                </a:lnTo>
                <a:lnTo>
                  <a:pt x="946179" y="117835"/>
                </a:lnTo>
                <a:lnTo>
                  <a:pt x="946752" y="118254"/>
                </a:lnTo>
                <a:lnTo>
                  <a:pt x="947338" y="118659"/>
                </a:lnTo>
                <a:lnTo>
                  <a:pt x="947935" y="119052"/>
                </a:lnTo>
                <a:lnTo>
                  <a:pt x="948544" y="119433"/>
                </a:lnTo>
                <a:lnTo>
                  <a:pt x="949165" y="119801"/>
                </a:lnTo>
                <a:lnTo>
                  <a:pt x="949797" y="120156"/>
                </a:lnTo>
                <a:lnTo>
                  <a:pt x="950441" y="120498"/>
                </a:lnTo>
                <a:lnTo>
                  <a:pt x="951093" y="120825"/>
                </a:lnTo>
                <a:lnTo>
                  <a:pt x="951754" y="121137"/>
                </a:lnTo>
                <a:lnTo>
                  <a:pt x="952424" y="121435"/>
                </a:lnTo>
                <a:lnTo>
                  <a:pt x="953104" y="121718"/>
                </a:lnTo>
                <a:lnTo>
                  <a:pt x="953792" y="121987"/>
                </a:lnTo>
                <a:lnTo>
                  <a:pt x="954490" y="122241"/>
                </a:lnTo>
                <a:lnTo>
                  <a:pt x="955196" y="122481"/>
                </a:lnTo>
                <a:lnTo>
                  <a:pt x="955912" y="122706"/>
                </a:lnTo>
                <a:lnTo>
                  <a:pt x="956637" y="122917"/>
                </a:lnTo>
                <a:lnTo>
                  <a:pt x="957370" y="123113"/>
                </a:lnTo>
                <a:lnTo>
                  <a:pt x="958113" y="123295"/>
                </a:lnTo>
                <a:lnTo>
                  <a:pt x="958865" y="123462"/>
                </a:lnTo>
                <a:lnTo>
                  <a:pt x="959626" y="123615"/>
                </a:lnTo>
                <a:lnTo>
                  <a:pt x="960395" y="123753"/>
                </a:lnTo>
                <a:lnTo>
                  <a:pt x="961174" y="123876"/>
                </a:lnTo>
                <a:lnTo>
                  <a:pt x="961962" y="123985"/>
                </a:lnTo>
                <a:lnTo>
                  <a:pt x="962759" y="124080"/>
                </a:lnTo>
                <a:lnTo>
                  <a:pt x="963565" y="124160"/>
                </a:lnTo>
                <a:lnTo>
                  <a:pt x="964381" y="124225"/>
                </a:lnTo>
                <a:lnTo>
                  <a:pt x="965205" y="124276"/>
                </a:lnTo>
                <a:lnTo>
                  <a:pt x="966038" y="124312"/>
                </a:lnTo>
                <a:lnTo>
                  <a:pt x="966880" y="124334"/>
                </a:lnTo>
                <a:lnTo>
                  <a:pt x="967732" y="124341"/>
                </a:lnTo>
                <a:lnTo>
                  <a:pt x="968869" y="124330"/>
                </a:lnTo>
                <a:lnTo>
                  <a:pt x="969990" y="124297"/>
                </a:lnTo>
                <a:lnTo>
                  <a:pt x="971096" y="124241"/>
                </a:lnTo>
                <a:lnTo>
                  <a:pt x="972186" y="124164"/>
                </a:lnTo>
                <a:close/>
                <a:moveTo>
                  <a:pt x="947516" y="66615"/>
                </a:moveTo>
                <a:lnTo>
                  <a:pt x="947544" y="65783"/>
                </a:lnTo>
                <a:lnTo>
                  <a:pt x="947590" y="64968"/>
                </a:lnTo>
                <a:lnTo>
                  <a:pt x="947654" y="64169"/>
                </a:lnTo>
                <a:lnTo>
                  <a:pt x="947737" y="63386"/>
                </a:lnTo>
                <a:lnTo>
                  <a:pt x="947838" y="62620"/>
                </a:lnTo>
                <a:lnTo>
                  <a:pt x="947957" y="61869"/>
                </a:lnTo>
                <a:lnTo>
                  <a:pt x="948095" y="61135"/>
                </a:lnTo>
                <a:lnTo>
                  <a:pt x="948251" y="60417"/>
                </a:lnTo>
                <a:lnTo>
                  <a:pt x="948426" y="59715"/>
                </a:lnTo>
                <a:lnTo>
                  <a:pt x="948619" y="59029"/>
                </a:lnTo>
                <a:lnTo>
                  <a:pt x="948830" y="58360"/>
                </a:lnTo>
                <a:lnTo>
                  <a:pt x="949060" y="57706"/>
                </a:lnTo>
                <a:lnTo>
                  <a:pt x="949308" y="57069"/>
                </a:lnTo>
                <a:lnTo>
                  <a:pt x="949574" y="56448"/>
                </a:lnTo>
                <a:lnTo>
                  <a:pt x="949859" y="55843"/>
                </a:lnTo>
                <a:lnTo>
                  <a:pt x="950162" y="55255"/>
                </a:lnTo>
                <a:lnTo>
                  <a:pt x="950484" y="54682"/>
                </a:lnTo>
                <a:lnTo>
                  <a:pt x="950824" y="54126"/>
                </a:lnTo>
                <a:lnTo>
                  <a:pt x="951182" y="53586"/>
                </a:lnTo>
                <a:lnTo>
                  <a:pt x="951559" y="53062"/>
                </a:lnTo>
                <a:lnTo>
                  <a:pt x="951954" y="52554"/>
                </a:lnTo>
                <a:lnTo>
                  <a:pt x="952367" y="52062"/>
                </a:lnTo>
                <a:lnTo>
                  <a:pt x="952799" y="51587"/>
                </a:lnTo>
                <a:lnTo>
                  <a:pt x="953248" y="51129"/>
                </a:lnTo>
                <a:lnTo>
                  <a:pt x="953711" y="50691"/>
                </a:lnTo>
                <a:lnTo>
                  <a:pt x="954190" y="50272"/>
                </a:lnTo>
                <a:lnTo>
                  <a:pt x="954684" y="49873"/>
                </a:lnTo>
                <a:lnTo>
                  <a:pt x="955193" y="49493"/>
                </a:lnTo>
                <a:lnTo>
                  <a:pt x="955718" y="49133"/>
                </a:lnTo>
                <a:lnTo>
                  <a:pt x="956257" y="48792"/>
                </a:lnTo>
                <a:lnTo>
                  <a:pt x="956811" y="48470"/>
                </a:lnTo>
                <a:lnTo>
                  <a:pt x="957380" y="48168"/>
                </a:lnTo>
                <a:lnTo>
                  <a:pt x="957965" y="47886"/>
                </a:lnTo>
                <a:lnTo>
                  <a:pt x="958565" y="47623"/>
                </a:lnTo>
                <a:lnTo>
                  <a:pt x="959179" y="47380"/>
                </a:lnTo>
                <a:lnTo>
                  <a:pt x="959809" y="47156"/>
                </a:lnTo>
                <a:lnTo>
                  <a:pt x="960454" y="46951"/>
                </a:lnTo>
                <a:lnTo>
                  <a:pt x="961114" y="46766"/>
                </a:lnTo>
                <a:lnTo>
                  <a:pt x="961789" y="46600"/>
                </a:lnTo>
                <a:lnTo>
                  <a:pt x="962479" y="46454"/>
                </a:lnTo>
                <a:lnTo>
                  <a:pt x="963184" y="46328"/>
                </a:lnTo>
                <a:lnTo>
                  <a:pt x="963904" y="46221"/>
                </a:lnTo>
                <a:lnTo>
                  <a:pt x="964639" y="46133"/>
                </a:lnTo>
                <a:lnTo>
                  <a:pt x="965390" y="46065"/>
                </a:lnTo>
                <a:lnTo>
                  <a:pt x="966155" y="46016"/>
                </a:lnTo>
                <a:lnTo>
                  <a:pt x="966936" y="45987"/>
                </a:lnTo>
                <a:lnTo>
                  <a:pt x="967732" y="45977"/>
                </a:lnTo>
                <a:lnTo>
                  <a:pt x="968527" y="45987"/>
                </a:lnTo>
                <a:lnTo>
                  <a:pt x="969307" y="46016"/>
                </a:lnTo>
                <a:lnTo>
                  <a:pt x="970073" y="46065"/>
                </a:lnTo>
                <a:lnTo>
                  <a:pt x="970823" y="46133"/>
                </a:lnTo>
                <a:lnTo>
                  <a:pt x="971558" y="46221"/>
                </a:lnTo>
                <a:lnTo>
                  <a:pt x="972278" y="46328"/>
                </a:lnTo>
                <a:lnTo>
                  <a:pt x="972983" y="46454"/>
                </a:lnTo>
                <a:lnTo>
                  <a:pt x="973673" y="46600"/>
                </a:lnTo>
                <a:lnTo>
                  <a:pt x="974348" y="46766"/>
                </a:lnTo>
                <a:lnTo>
                  <a:pt x="975007" y="46951"/>
                </a:lnTo>
                <a:lnTo>
                  <a:pt x="975652" y="47156"/>
                </a:lnTo>
                <a:lnTo>
                  <a:pt x="976282" y="47380"/>
                </a:lnTo>
                <a:lnTo>
                  <a:pt x="976896" y="47623"/>
                </a:lnTo>
                <a:lnTo>
                  <a:pt x="977495" y="47886"/>
                </a:lnTo>
                <a:lnTo>
                  <a:pt x="978080" y="48168"/>
                </a:lnTo>
                <a:lnTo>
                  <a:pt x="978649" y="48470"/>
                </a:lnTo>
                <a:lnTo>
                  <a:pt x="979203" y="48792"/>
                </a:lnTo>
                <a:lnTo>
                  <a:pt x="979742" y="49133"/>
                </a:lnTo>
                <a:lnTo>
                  <a:pt x="980266" y="49493"/>
                </a:lnTo>
                <a:lnTo>
                  <a:pt x="980775" y="49873"/>
                </a:lnTo>
                <a:lnTo>
                  <a:pt x="981269" y="50272"/>
                </a:lnTo>
                <a:lnTo>
                  <a:pt x="981747" y="50691"/>
                </a:lnTo>
                <a:lnTo>
                  <a:pt x="982211" y="51129"/>
                </a:lnTo>
                <a:lnTo>
                  <a:pt x="982660" y="51587"/>
                </a:lnTo>
                <a:lnTo>
                  <a:pt x="983091" y="52062"/>
                </a:lnTo>
                <a:lnTo>
                  <a:pt x="983505" y="52554"/>
                </a:lnTo>
                <a:lnTo>
                  <a:pt x="983900" y="53062"/>
                </a:lnTo>
                <a:lnTo>
                  <a:pt x="984277" y="53586"/>
                </a:lnTo>
                <a:lnTo>
                  <a:pt x="984636" y="54126"/>
                </a:lnTo>
                <a:lnTo>
                  <a:pt x="984976" y="54682"/>
                </a:lnTo>
                <a:lnTo>
                  <a:pt x="985297" y="55255"/>
                </a:lnTo>
                <a:lnTo>
                  <a:pt x="985601" y="55843"/>
                </a:lnTo>
                <a:lnTo>
                  <a:pt x="985886" y="56448"/>
                </a:lnTo>
                <a:lnTo>
                  <a:pt x="986152" y="57069"/>
                </a:lnTo>
                <a:lnTo>
                  <a:pt x="986400" y="57706"/>
                </a:lnTo>
                <a:lnTo>
                  <a:pt x="986630" y="58360"/>
                </a:lnTo>
                <a:lnTo>
                  <a:pt x="986842" y="59029"/>
                </a:lnTo>
                <a:lnTo>
                  <a:pt x="987035" y="59715"/>
                </a:lnTo>
                <a:lnTo>
                  <a:pt x="987209" y="60417"/>
                </a:lnTo>
                <a:lnTo>
                  <a:pt x="987365" y="61135"/>
                </a:lnTo>
                <a:lnTo>
                  <a:pt x="987503" y="61869"/>
                </a:lnTo>
                <a:lnTo>
                  <a:pt x="987623" y="62620"/>
                </a:lnTo>
                <a:lnTo>
                  <a:pt x="987724" y="63386"/>
                </a:lnTo>
                <a:lnTo>
                  <a:pt x="987807" y="64169"/>
                </a:lnTo>
                <a:lnTo>
                  <a:pt x="987871" y="64968"/>
                </a:lnTo>
                <a:lnTo>
                  <a:pt x="987917" y="65783"/>
                </a:lnTo>
                <a:lnTo>
                  <a:pt x="987945" y="66615"/>
                </a:lnTo>
                <a:lnTo>
                  <a:pt x="987954" y="67462"/>
                </a:lnTo>
                <a:lnTo>
                  <a:pt x="987954" y="71886"/>
                </a:lnTo>
                <a:lnTo>
                  <a:pt x="947507" y="71886"/>
                </a:lnTo>
                <a:lnTo>
                  <a:pt x="947507" y="67462"/>
                </a:lnTo>
                <a:lnTo>
                  <a:pt x="947516" y="66615"/>
                </a:lnTo>
                <a:close/>
                <a:moveTo>
                  <a:pt x="1066479" y="123992"/>
                </a:moveTo>
                <a:lnTo>
                  <a:pt x="1067619" y="123838"/>
                </a:lnTo>
                <a:lnTo>
                  <a:pt x="1068740" y="123656"/>
                </a:lnTo>
                <a:lnTo>
                  <a:pt x="1069841" y="123446"/>
                </a:lnTo>
                <a:lnTo>
                  <a:pt x="1070921" y="123208"/>
                </a:lnTo>
                <a:lnTo>
                  <a:pt x="1071982" y="122942"/>
                </a:lnTo>
                <a:lnTo>
                  <a:pt x="1073023" y="122649"/>
                </a:lnTo>
                <a:lnTo>
                  <a:pt x="1074043" y="122327"/>
                </a:lnTo>
                <a:lnTo>
                  <a:pt x="1075044" y="121977"/>
                </a:lnTo>
                <a:lnTo>
                  <a:pt x="1076024" y="121600"/>
                </a:lnTo>
                <a:lnTo>
                  <a:pt x="1076985" y="121194"/>
                </a:lnTo>
                <a:lnTo>
                  <a:pt x="1077925" y="120760"/>
                </a:lnTo>
                <a:lnTo>
                  <a:pt x="1078846" y="120299"/>
                </a:lnTo>
                <a:lnTo>
                  <a:pt x="1079746" y="119809"/>
                </a:lnTo>
                <a:lnTo>
                  <a:pt x="1080626" y="119292"/>
                </a:lnTo>
                <a:lnTo>
                  <a:pt x="1081487" y="118746"/>
                </a:lnTo>
                <a:lnTo>
                  <a:pt x="1082327" y="118173"/>
                </a:lnTo>
                <a:lnTo>
                  <a:pt x="1083147" y="117571"/>
                </a:lnTo>
                <a:lnTo>
                  <a:pt x="1083948" y="116942"/>
                </a:lnTo>
                <a:lnTo>
                  <a:pt x="1084728" y="116284"/>
                </a:lnTo>
                <a:lnTo>
                  <a:pt x="1085483" y="115603"/>
                </a:lnTo>
                <a:lnTo>
                  <a:pt x="1086208" y="114901"/>
                </a:lnTo>
                <a:lnTo>
                  <a:pt x="1086902" y="114179"/>
                </a:lnTo>
                <a:lnTo>
                  <a:pt x="1087565" y="113436"/>
                </a:lnTo>
                <a:lnTo>
                  <a:pt x="1088199" y="112673"/>
                </a:lnTo>
                <a:lnTo>
                  <a:pt x="1088801" y="111890"/>
                </a:lnTo>
                <a:lnTo>
                  <a:pt x="1089374" y="111087"/>
                </a:lnTo>
                <a:lnTo>
                  <a:pt x="1089916" y="110263"/>
                </a:lnTo>
                <a:lnTo>
                  <a:pt x="1090427" y="109419"/>
                </a:lnTo>
                <a:lnTo>
                  <a:pt x="1090908" y="108555"/>
                </a:lnTo>
                <a:lnTo>
                  <a:pt x="1091358" y="107671"/>
                </a:lnTo>
                <a:lnTo>
                  <a:pt x="1091778" y="106766"/>
                </a:lnTo>
                <a:lnTo>
                  <a:pt x="1092168" y="105841"/>
                </a:lnTo>
                <a:lnTo>
                  <a:pt x="1092527" y="104895"/>
                </a:lnTo>
                <a:lnTo>
                  <a:pt x="1092856" y="103929"/>
                </a:lnTo>
                <a:lnTo>
                  <a:pt x="1093154" y="102943"/>
                </a:lnTo>
                <a:lnTo>
                  <a:pt x="1093422" y="101937"/>
                </a:lnTo>
                <a:lnTo>
                  <a:pt x="1093659" y="100910"/>
                </a:lnTo>
                <a:lnTo>
                  <a:pt x="1093866" y="99863"/>
                </a:lnTo>
                <a:lnTo>
                  <a:pt x="1094042" y="98796"/>
                </a:lnTo>
                <a:lnTo>
                  <a:pt x="1094188" y="97708"/>
                </a:lnTo>
                <a:lnTo>
                  <a:pt x="1094304" y="96601"/>
                </a:lnTo>
                <a:lnTo>
                  <a:pt x="1094389" y="95472"/>
                </a:lnTo>
                <a:lnTo>
                  <a:pt x="1094444" y="94324"/>
                </a:lnTo>
                <a:lnTo>
                  <a:pt x="1080224" y="94324"/>
                </a:lnTo>
                <a:lnTo>
                  <a:pt x="1080177" y="95002"/>
                </a:lnTo>
                <a:lnTo>
                  <a:pt x="1080112" y="95668"/>
                </a:lnTo>
                <a:lnTo>
                  <a:pt x="1080032" y="96321"/>
                </a:lnTo>
                <a:lnTo>
                  <a:pt x="1079935" y="96961"/>
                </a:lnTo>
                <a:lnTo>
                  <a:pt x="1079821" y="97589"/>
                </a:lnTo>
                <a:lnTo>
                  <a:pt x="1079691" y="98204"/>
                </a:lnTo>
                <a:lnTo>
                  <a:pt x="1079544" y="98806"/>
                </a:lnTo>
                <a:lnTo>
                  <a:pt x="1079381" y="99396"/>
                </a:lnTo>
                <a:lnTo>
                  <a:pt x="1079202" y="99974"/>
                </a:lnTo>
                <a:lnTo>
                  <a:pt x="1079006" y="100538"/>
                </a:lnTo>
                <a:lnTo>
                  <a:pt x="1078793" y="101090"/>
                </a:lnTo>
                <a:lnTo>
                  <a:pt x="1078565" y="101630"/>
                </a:lnTo>
                <a:lnTo>
                  <a:pt x="1078319" y="102157"/>
                </a:lnTo>
                <a:lnTo>
                  <a:pt x="1078058" y="102671"/>
                </a:lnTo>
                <a:lnTo>
                  <a:pt x="1077779" y="103173"/>
                </a:lnTo>
                <a:lnTo>
                  <a:pt x="1077485" y="103662"/>
                </a:lnTo>
                <a:lnTo>
                  <a:pt x="1077174" y="104138"/>
                </a:lnTo>
                <a:lnTo>
                  <a:pt x="1076846" y="104602"/>
                </a:lnTo>
                <a:lnTo>
                  <a:pt x="1076502" y="105054"/>
                </a:lnTo>
                <a:lnTo>
                  <a:pt x="1076141" y="105492"/>
                </a:lnTo>
                <a:lnTo>
                  <a:pt x="1075765" y="105918"/>
                </a:lnTo>
                <a:lnTo>
                  <a:pt x="1075371" y="106332"/>
                </a:lnTo>
                <a:lnTo>
                  <a:pt x="1074961" y="106732"/>
                </a:lnTo>
                <a:lnTo>
                  <a:pt x="1074535" y="107121"/>
                </a:lnTo>
                <a:lnTo>
                  <a:pt x="1074094" y="107494"/>
                </a:lnTo>
                <a:lnTo>
                  <a:pt x="1073641" y="107852"/>
                </a:lnTo>
                <a:lnTo>
                  <a:pt x="1073175" y="108194"/>
                </a:lnTo>
                <a:lnTo>
                  <a:pt x="1072697" y="108520"/>
                </a:lnTo>
                <a:lnTo>
                  <a:pt x="1072205" y="108830"/>
                </a:lnTo>
                <a:lnTo>
                  <a:pt x="1071702" y="109125"/>
                </a:lnTo>
                <a:lnTo>
                  <a:pt x="1071185" y="109403"/>
                </a:lnTo>
                <a:lnTo>
                  <a:pt x="1070656" y="109665"/>
                </a:lnTo>
                <a:lnTo>
                  <a:pt x="1070114" y="109912"/>
                </a:lnTo>
                <a:lnTo>
                  <a:pt x="1069560" y="110143"/>
                </a:lnTo>
                <a:lnTo>
                  <a:pt x="1068993" y="110357"/>
                </a:lnTo>
                <a:lnTo>
                  <a:pt x="1068414" y="110556"/>
                </a:lnTo>
                <a:lnTo>
                  <a:pt x="1067822" y="110739"/>
                </a:lnTo>
                <a:lnTo>
                  <a:pt x="1067217" y="110906"/>
                </a:lnTo>
                <a:lnTo>
                  <a:pt x="1066599" y="111057"/>
                </a:lnTo>
                <a:lnTo>
                  <a:pt x="1065969" y="111192"/>
                </a:lnTo>
                <a:lnTo>
                  <a:pt x="1065327" y="111312"/>
                </a:lnTo>
                <a:lnTo>
                  <a:pt x="1064672" y="111415"/>
                </a:lnTo>
                <a:lnTo>
                  <a:pt x="1064004" y="111502"/>
                </a:lnTo>
                <a:lnTo>
                  <a:pt x="1063323" y="111574"/>
                </a:lnTo>
                <a:lnTo>
                  <a:pt x="1062630" y="111630"/>
                </a:lnTo>
                <a:lnTo>
                  <a:pt x="1061924" y="111669"/>
                </a:lnTo>
                <a:lnTo>
                  <a:pt x="1061206" y="111693"/>
                </a:lnTo>
                <a:lnTo>
                  <a:pt x="1060475" y="111701"/>
                </a:lnTo>
                <a:lnTo>
                  <a:pt x="1059704" y="111692"/>
                </a:lnTo>
                <a:lnTo>
                  <a:pt x="1058947" y="111664"/>
                </a:lnTo>
                <a:lnTo>
                  <a:pt x="1058202" y="111617"/>
                </a:lnTo>
                <a:lnTo>
                  <a:pt x="1057470" y="111552"/>
                </a:lnTo>
                <a:lnTo>
                  <a:pt x="1056752" y="111468"/>
                </a:lnTo>
                <a:lnTo>
                  <a:pt x="1056046" y="111366"/>
                </a:lnTo>
                <a:lnTo>
                  <a:pt x="1055353" y="111244"/>
                </a:lnTo>
                <a:lnTo>
                  <a:pt x="1054672" y="111104"/>
                </a:lnTo>
                <a:lnTo>
                  <a:pt x="1054005" y="110946"/>
                </a:lnTo>
                <a:lnTo>
                  <a:pt x="1053351" y="110769"/>
                </a:lnTo>
                <a:lnTo>
                  <a:pt x="1052709" y="110573"/>
                </a:lnTo>
                <a:lnTo>
                  <a:pt x="1052080" y="110358"/>
                </a:lnTo>
                <a:lnTo>
                  <a:pt x="1051465" y="110125"/>
                </a:lnTo>
                <a:lnTo>
                  <a:pt x="1050862" y="109874"/>
                </a:lnTo>
                <a:lnTo>
                  <a:pt x="1050272" y="109603"/>
                </a:lnTo>
                <a:lnTo>
                  <a:pt x="1049695" y="109314"/>
                </a:lnTo>
                <a:lnTo>
                  <a:pt x="1049131" y="109006"/>
                </a:lnTo>
                <a:lnTo>
                  <a:pt x="1048579" y="108680"/>
                </a:lnTo>
                <a:lnTo>
                  <a:pt x="1048041" y="108335"/>
                </a:lnTo>
                <a:lnTo>
                  <a:pt x="1047515" y="107971"/>
                </a:lnTo>
                <a:lnTo>
                  <a:pt x="1047003" y="107589"/>
                </a:lnTo>
                <a:lnTo>
                  <a:pt x="1046503" y="107188"/>
                </a:lnTo>
                <a:lnTo>
                  <a:pt x="1046016" y="106768"/>
                </a:lnTo>
                <a:lnTo>
                  <a:pt x="1045542" y="106330"/>
                </a:lnTo>
                <a:lnTo>
                  <a:pt x="1045085" y="105875"/>
                </a:lnTo>
                <a:lnTo>
                  <a:pt x="1044647" y="105404"/>
                </a:lnTo>
                <a:lnTo>
                  <a:pt x="1044228" y="104918"/>
                </a:lnTo>
                <a:lnTo>
                  <a:pt x="1043829" y="104417"/>
                </a:lnTo>
                <a:lnTo>
                  <a:pt x="1043449" y="103900"/>
                </a:lnTo>
                <a:lnTo>
                  <a:pt x="1043089" y="103368"/>
                </a:lnTo>
                <a:lnTo>
                  <a:pt x="1042748" y="102820"/>
                </a:lnTo>
                <a:lnTo>
                  <a:pt x="1042427" y="102257"/>
                </a:lnTo>
                <a:lnTo>
                  <a:pt x="1042125" y="101679"/>
                </a:lnTo>
                <a:lnTo>
                  <a:pt x="1041843" y="101086"/>
                </a:lnTo>
                <a:lnTo>
                  <a:pt x="1041580" y="100477"/>
                </a:lnTo>
                <a:lnTo>
                  <a:pt x="1041336" y="99853"/>
                </a:lnTo>
                <a:lnTo>
                  <a:pt x="1041113" y="99213"/>
                </a:lnTo>
                <a:lnTo>
                  <a:pt x="1040908" y="98558"/>
                </a:lnTo>
                <a:lnTo>
                  <a:pt x="1040723" y="97888"/>
                </a:lnTo>
                <a:lnTo>
                  <a:pt x="1040558" y="97202"/>
                </a:lnTo>
                <a:lnTo>
                  <a:pt x="1040412" y="96501"/>
                </a:lnTo>
                <a:lnTo>
                  <a:pt x="1040285" y="95784"/>
                </a:lnTo>
                <a:lnTo>
                  <a:pt x="1040178" y="95053"/>
                </a:lnTo>
                <a:lnTo>
                  <a:pt x="1040090" y="94306"/>
                </a:lnTo>
                <a:lnTo>
                  <a:pt x="1040022" y="93543"/>
                </a:lnTo>
                <a:lnTo>
                  <a:pt x="1039974" y="92765"/>
                </a:lnTo>
                <a:lnTo>
                  <a:pt x="1039944" y="91972"/>
                </a:lnTo>
                <a:lnTo>
                  <a:pt x="1039935" y="91163"/>
                </a:lnTo>
                <a:lnTo>
                  <a:pt x="1039935" y="67306"/>
                </a:lnTo>
                <a:lnTo>
                  <a:pt x="1039944" y="66497"/>
                </a:lnTo>
                <a:lnTo>
                  <a:pt x="1039974" y="65704"/>
                </a:lnTo>
                <a:lnTo>
                  <a:pt x="1040022" y="64927"/>
                </a:lnTo>
                <a:lnTo>
                  <a:pt x="1040090" y="64166"/>
                </a:lnTo>
                <a:lnTo>
                  <a:pt x="1040178" y="63420"/>
                </a:lnTo>
                <a:lnTo>
                  <a:pt x="1040285" y="62690"/>
                </a:lnTo>
                <a:lnTo>
                  <a:pt x="1040412" y="61975"/>
                </a:lnTo>
                <a:lnTo>
                  <a:pt x="1040558" y="61276"/>
                </a:lnTo>
                <a:lnTo>
                  <a:pt x="1040723" y="60593"/>
                </a:lnTo>
                <a:lnTo>
                  <a:pt x="1040908" y="59925"/>
                </a:lnTo>
                <a:lnTo>
                  <a:pt x="1041113" y="59273"/>
                </a:lnTo>
                <a:lnTo>
                  <a:pt x="1041336" y="58636"/>
                </a:lnTo>
                <a:lnTo>
                  <a:pt x="1041580" y="58016"/>
                </a:lnTo>
                <a:lnTo>
                  <a:pt x="1041843" y="57410"/>
                </a:lnTo>
                <a:lnTo>
                  <a:pt x="1042125" y="56821"/>
                </a:lnTo>
                <a:lnTo>
                  <a:pt x="1042427" y="56247"/>
                </a:lnTo>
                <a:lnTo>
                  <a:pt x="1042748" y="55689"/>
                </a:lnTo>
                <a:lnTo>
                  <a:pt x="1043089" y="55146"/>
                </a:lnTo>
                <a:lnTo>
                  <a:pt x="1043449" y="54619"/>
                </a:lnTo>
                <a:lnTo>
                  <a:pt x="1043829" y="54108"/>
                </a:lnTo>
                <a:lnTo>
                  <a:pt x="1044228" y="53612"/>
                </a:lnTo>
                <a:lnTo>
                  <a:pt x="1044647" y="53132"/>
                </a:lnTo>
                <a:lnTo>
                  <a:pt x="1045085" y="52668"/>
                </a:lnTo>
                <a:lnTo>
                  <a:pt x="1045542" y="52219"/>
                </a:lnTo>
                <a:lnTo>
                  <a:pt x="1046016" y="51787"/>
                </a:lnTo>
                <a:lnTo>
                  <a:pt x="1046503" y="51373"/>
                </a:lnTo>
                <a:lnTo>
                  <a:pt x="1047003" y="50978"/>
                </a:lnTo>
                <a:lnTo>
                  <a:pt x="1047515" y="50601"/>
                </a:lnTo>
                <a:lnTo>
                  <a:pt x="1048041" y="50243"/>
                </a:lnTo>
                <a:lnTo>
                  <a:pt x="1048579" y="49902"/>
                </a:lnTo>
                <a:lnTo>
                  <a:pt x="1049131" y="49581"/>
                </a:lnTo>
                <a:lnTo>
                  <a:pt x="1049695" y="49277"/>
                </a:lnTo>
                <a:lnTo>
                  <a:pt x="1050272" y="48993"/>
                </a:lnTo>
                <a:lnTo>
                  <a:pt x="1050862" y="48726"/>
                </a:lnTo>
                <a:lnTo>
                  <a:pt x="1051465" y="48478"/>
                </a:lnTo>
                <a:lnTo>
                  <a:pt x="1052080" y="48248"/>
                </a:lnTo>
                <a:lnTo>
                  <a:pt x="1052709" y="48037"/>
                </a:lnTo>
                <a:lnTo>
                  <a:pt x="1053351" y="47844"/>
                </a:lnTo>
                <a:lnTo>
                  <a:pt x="1054005" y="47669"/>
                </a:lnTo>
                <a:lnTo>
                  <a:pt x="1054672" y="47513"/>
                </a:lnTo>
                <a:lnTo>
                  <a:pt x="1055353" y="47375"/>
                </a:lnTo>
                <a:lnTo>
                  <a:pt x="1056046" y="47255"/>
                </a:lnTo>
                <a:lnTo>
                  <a:pt x="1056752" y="47154"/>
                </a:lnTo>
                <a:lnTo>
                  <a:pt x="1057470" y="47072"/>
                </a:lnTo>
                <a:lnTo>
                  <a:pt x="1058202" y="47007"/>
                </a:lnTo>
                <a:lnTo>
                  <a:pt x="1058947" y="46961"/>
                </a:lnTo>
                <a:lnTo>
                  <a:pt x="1059704" y="46934"/>
                </a:lnTo>
                <a:lnTo>
                  <a:pt x="1060475" y="46925"/>
                </a:lnTo>
                <a:lnTo>
                  <a:pt x="1061206" y="46932"/>
                </a:lnTo>
                <a:lnTo>
                  <a:pt x="1061924" y="46956"/>
                </a:lnTo>
                <a:lnTo>
                  <a:pt x="1062630" y="46995"/>
                </a:lnTo>
                <a:lnTo>
                  <a:pt x="1063323" y="47050"/>
                </a:lnTo>
                <a:lnTo>
                  <a:pt x="1064004" y="47120"/>
                </a:lnTo>
                <a:lnTo>
                  <a:pt x="1064672" y="47206"/>
                </a:lnTo>
                <a:lnTo>
                  <a:pt x="1065327" y="47308"/>
                </a:lnTo>
                <a:lnTo>
                  <a:pt x="1065969" y="47425"/>
                </a:lnTo>
                <a:lnTo>
                  <a:pt x="1066599" y="47558"/>
                </a:lnTo>
                <a:lnTo>
                  <a:pt x="1067217" y="47706"/>
                </a:lnTo>
                <a:lnTo>
                  <a:pt x="1067822" y="47871"/>
                </a:lnTo>
                <a:lnTo>
                  <a:pt x="1068414" y="48050"/>
                </a:lnTo>
                <a:lnTo>
                  <a:pt x="1068993" y="48246"/>
                </a:lnTo>
                <a:lnTo>
                  <a:pt x="1069560" y="48457"/>
                </a:lnTo>
                <a:lnTo>
                  <a:pt x="1070114" y="48684"/>
                </a:lnTo>
                <a:lnTo>
                  <a:pt x="1070656" y="48926"/>
                </a:lnTo>
                <a:lnTo>
                  <a:pt x="1071185" y="49184"/>
                </a:lnTo>
                <a:lnTo>
                  <a:pt x="1071702" y="49458"/>
                </a:lnTo>
                <a:lnTo>
                  <a:pt x="1072205" y="49747"/>
                </a:lnTo>
                <a:lnTo>
                  <a:pt x="1072697" y="50052"/>
                </a:lnTo>
                <a:lnTo>
                  <a:pt x="1073175" y="50372"/>
                </a:lnTo>
                <a:lnTo>
                  <a:pt x="1073641" y="50709"/>
                </a:lnTo>
                <a:lnTo>
                  <a:pt x="1074094" y="51060"/>
                </a:lnTo>
                <a:lnTo>
                  <a:pt x="1074535" y="51428"/>
                </a:lnTo>
                <a:lnTo>
                  <a:pt x="1074961" y="51810"/>
                </a:lnTo>
                <a:lnTo>
                  <a:pt x="1075371" y="52205"/>
                </a:lnTo>
                <a:lnTo>
                  <a:pt x="1075765" y="52614"/>
                </a:lnTo>
                <a:lnTo>
                  <a:pt x="1076141" y="53036"/>
                </a:lnTo>
                <a:lnTo>
                  <a:pt x="1076502" y="53472"/>
                </a:lnTo>
                <a:lnTo>
                  <a:pt x="1076846" y="53921"/>
                </a:lnTo>
                <a:lnTo>
                  <a:pt x="1077174" y="54383"/>
                </a:lnTo>
                <a:lnTo>
                  <a:pt x="1077485" y="54859"/>
                </a:lnTo>
                <a:lnTo>
                  <a:pt x="1077779" y="55349"/>
                </a:lnTo>
                <a:lnTo>
                  <a:pt x="1078058" y="55851"/>
                </a:lnTo>
                <a:lnTo>
                  <a:pt x="1078319" y="56368"/>
                </a:lnTo>
                <a:lnTo>
                  <a:pt x="1078565" y="56898"/>
                </a:lnTo>
                <a:lnTo>
                  <a:pt x="1078793" y="57441"/>
                </a:lnTo>
                <a:lnTo>
                  <a:pt x="1079006" y="57997"/>
                </a:lnTo>
                <a:lnTo>
                  <a:pt x="1079202" y="58568"/>
                </a:lnTo>
                <a:lnTo>
                  <a:pt x="1079381" y="59151"/>
                </a:lnTo>
                <a:lnTo>
                  <a:pt x="1079544" y="59748"/>
                </a:lnTo>
                <a:lnTo>
                  <a:pt x="1079691" y="60359"/>
                </a:lnTo>
                <a:lnTo>
                  <a:pt x="1079821" y="60983"/>
                </a:lnTo>
                <a:lnTo>
                  <a:pt x="1079935" y="61620"/>
                </a:lnTo>
                <a:lnTo>
                  <a:pt x="1080032" y="62271"/>
                </a:lnTo>
                <a:lnTo>
                  <a:pt x="1080112" y="62935"/>
                </a:lnTo>
                <a:lnTo>
                  <a:pt x="1080177" y="63613"/>
                </a:lnTo>
                <a:lnTo>
                  <a:pt x="1080224" y="64304"/>
                </a:lnTo>
                <a:lnTo>
                  <a:pt x="1094444" y="64304"/>
                </a:lnTo>
                <a:lnTo>
                  <a:pt x="1094389" y="63156"/>
                </a:lnTo>
                <a:lnTo>
                  <a:pt x="1094304" y="62028"/>
                </a:lnTo>
                <a:lnTo>
                  <a:pt x="1094188" y="60920"/>
                </a:lnTo>
                <a:lnTo>
                  <a:pt x="1094042" y="59832"/>
                </a:lnTo>
                <a:lnTo>
                  <a:pt x="1093866" y="58765"/>
                </a:lnTo>
                <a:lnTo>
                  <a:pt x="1093659" y="57718"/>
                </a:lnTo>
                <a:lnTo>
                  <a:pt x="1093422" y="56691"/>
                </a:lnTo>
                <a:lnTo>
                  <a:pt x="1093154" y="55685"/>
                </a:lnTo>
                <a:lnTo>
                  <a:pt x="1092856" y="54699"/>
                </a:lnTo>
                <a:lnTo>
                  <a:pt x="1092527" y="53733"/>
                </a:lnTo>
                <a:lnTo>
                  <a:pt x="1092168" y="52788"/>
                </a:lnTo>
                <a:lnTo>
                  <a:pt x="1091778" y="51863"/>
                </a:lnTo>
                <a:lnTo>
                  <a:pt x="1091358" y="50958"/>
                </a:lnTo>
                <a:lnTo>
                  <a:pt x="1090908" y="50073"/>
                </a:lnTo>
                <a:lnTo>
                  <a:pt x="1090427" y="49209"/>
                </a:lnTo>
                <a:lnTo>
                  <a:pt x="1089916" y="48365"/>
                </a:lnTo>
                <a:lnTo>
                  <a:pt x="1089374" y="47541"/>
                </a:lnTo>
                <a:lnTo>
                  <a:pt x="1088801" y="46738"/>
                </a:lnTo>
                <a:lnTo>
                  <a:pt x="1088199" y="45955"/>
                </a:lnTo>
                <a:lnTo>
                  <a:pt x="1087565" y="45192"/>
                </a:lnTo>
                <a:lnTo>
                  <a:pt x="1086902" y="44450"/>
                </a:lnTo>
                <a:lnTo>
                  <a:pt x="1086208" y="43727"/>
                </a:lnTo>
                <a:lnTo>
                  <a:pt x="1085483" y="43025"/>
                </a:lnTo>
                <a:lnTo>
                  <a:pt x="1084728" y="42344"/>
                </a:lnTo>
                <a:lnTo>
                  <a:pt x="1083948" y="41686"/>
                </a:lnTo>
                <a:lnTo>
                  <a:pt x="1083147" y="41057"/>
                </a:lnTo>
                <a:lnTo>
                  <a:pt x="1082327" y="40455"/>
                </a:lnTo>
                <a:lnTo>
                  <a:pt x="1081487" y="39881"/>
                </a:lnTo>
                <a:lnTo>
                  <a:pt x="1080626" y="39336"/>
                </a:lnTo>
                <a:lnTo>
                  <a:pt x="1079746" y="38818"/>
                </a:lnTo>
                <a:lnTo>
                  <a:pt x="1078846" y="38328"/>
                </a:lnTo>
                <a:lnTo>
                  <a:pt x="1077925" y="37866"/>
                </a:lnTo>
                <a:lnTo>
                  <a:pt x="1076985" y="37433"/>
                </a:lnTo>
                <a:lnTo>
                  <a:pt x="1076024" y="37027"/>
                </a:lnTo>
                <a:lnTo>
                  <a:pt x="1075044" y="36649"/>
                </a:lnTo>
                <a:lnTo>
                  <a:pt x="1074043" y="36299"/>
                </a:lnTo>
                <a:lnTo>
                  <a:pt x="1073023" y="35978"/>
                </a:lnTo>
                <a:lnTo>
                  <a:pt x="1071982" y="35684"/>
                </a:lnTo>
                <a:lnTo>
                  <a:pt x="1070921" y="35418"/>
                </a:lnTo>
                <a:lnTo>
                  <a:pt x="1069841" y="35180"/>
                </a:lnTo>
                <a:lnTo>
                  <a:pt x="1068740" y="34970"/>
                </a:lnTo>
                <a:lnTo>
                  <a:pt x="1067619" y="34788"/>
                </a:lnTo>
                <a:lnTo>
                  <a:pt x="1066479" y="34634"/>
                </a:lnTo>
                <a:lnTo>
                  <a:pt x="1065318" y="34508"/>
                </a:lnTo>
                <a:lnTo>
                  <a:pt x="1064137" y="34410"/>
                </a:lnTo>
                <a:lnTo>
                  <a:pt x="1062937" y="34340"/>
                </a:lnTo>
                <a:lnTo>
                  <a:pt x="1061716" y="34298"/>
                </a:lnTo>
                <a:lnTo>
                  <a:pt x="1060475" y="34284"/>
                </a:lnTo>
                <a:lnTo>
                  <a:pt x="1059611" y="34291"/>
                </a:lnTo>
                <a:lnTo>
                  <a:pt x="1058755" y="34312"/>
                </a:lnTo>
                <a:lnTo>
                  <a:pt x="1057909" y="34346"/>
                </a:lnTo>
                <a:lnTo>
                  <a:pt x="1057072" y="34394"/>
                </a:lnTo>
                <a:lnTo>
                  <a:pt x="1056244" y="34456"/>
                </a:lnTo>
                <a:lnTo>
                  <a:pt x="1055424" y="34531"/>
                </a:lnTo>
                <a:lnTo>
                  <a:pt x="1054614" y="34621"/>
                </a:lnTo>
                <a:lnTo>
                  <a:pt x="1053813" y="34724"/>
                </a:lnTo>
                <a:lnTo>
                  <a:pt x="1053021" y="34840"/>
                </a:lnTo>
                <a:lnTo>
                  <a:pt x="1052238" y="34970"/>
                </a:lnTo>
                <a:lnTo>
                  <a:pt x="1051464" y="35115"/>
                </a:lnTo>
                <a:lnTo>
                  <a:pt x="1050700" y="35272"/>
                </a:lnTo>
                <a:lnTo>
                  <a:pt x="1049944" y="35444"/>
                </a:lnTo>
                <a:lnTo>
                  <a:pt x="1049197" y="35629"/>
                </a:lnTo>
                <a:lnTo>
                  <a:pt x="1048459" y="35828"/>
                </a:lnTo>
                <a:lnTo>
                  <a:pt x="1047731" y="36041"/>
                </a:lnTo>
                <a:lnTo>
                  <a:pt x="1047011" y="36267"/>
                </a:lnTo>
                <a:lnTo>
                  <a:pt x="1046301" y="36507"/>
                </a:lnTo>
                <a:lnTo>
                  <a:pt x="1045599" y="36761"/>
                </a:lnTo>
                <a:lnTo>
                  <a:pt x="1044907" y="37028"/>
                </a:lnTo>
                <a:lnTo>
                  <a:pt x="1044223" y="37310"/>
                </a:lnTo>
                <a:lnTo>
                  <a:pt x="1043549" y="37605"/>
                </a:lnTo>
                <a:lnTo>
                  <a:pt x="1042884" y="37913"/>
                </a:lnTo>
                <a:lnTo>
                  <a:pt x="1042227" y="38236"/>
                </a:lnTo>
                <a:lnTo>
                  <a:pt x="1041582" y="38571"/>
                </a:lnTo>
                <a:lnTo>
                  <a:pt x="1040948" y="38918"/>
                </a:lnTo>
                <a:lnTo>
                  <a:pt x="1040326" y="39277"/>
                </a:lnTo>
                <a:lnTo>
                  <a:pt x="1039717" y="39649"/>
                </a:lnTo>
                <a:lnTo>
                  <a:pt x="1039119" y="40032"/>
                </a:lnTo>
                <a:lnTo>
                  <a:pt x="1038534" y="40428"/>
                </a:lnTo>
                <a:lnTo>
                  <a:pt x="1037961" y="40835"/>
                </a:lnTo>
                <a:lnTo>
                  <a:pt x="1037399" y="41255"/>
                </a:lnTo>
                <a:lnTo>
                  <a:pt x="1036850" y="41686"/>
                </a:lnTo>
                <a:lnTo>
                  <a:pt x="1036313" y="42130"/>
                </a:lnTo>
                <a:lnTo>
                  <a:pt x="1035788" y="42586"/>
                </a:lnTo>
                <a:lnTo>
                  <a:pt x="1035275" y="43054"/>
                </a:lnTo>
                <a:lnTo>
                  <a:pt x="1034774" y="43534"/>
                </a:lnTo>
                <a:lnTo>
                  <a:pt x="1034285" y="44026"/>
                </a:lnTo>
                <a:lnTo>
                  <a:pt x="1033808" y="44530"/>
                </a:lnTo>
                <a:lnTo>
                  <a:pt x="1033344" y="45046"/>
                </a:lnTo>
                <a:lnTo>
                  <a:pt x="1032891" y="45574"/>
                </a:lnTo>
                <a:lnTo>
                  <a:pt x="1032450" y="46115"/>
                </a:lnTo>
                <a:lnTo>
                  <a:pt x="1032022" y="46667"/>
                </a:lnTo>
                <a:lnTo>
                  <a:pt x="1031605" y="47232"/>
                </a:lnTo>
                <a:lnTo>
                  <a:pt x="1031201" y="47808"/>
                </a:lnTo>
                <a:lnTo>
                  <a:pt x="1030808" y="48397"/>
                </a:lnTo>
                <a:lnTo>
                  <a:pt x="1030428" y="48997"/>
                </a:lnTo>
                <a:lnTo>
                  <a:pt x="1030060" y="49610"/>
                </a:lnTo>
                <a:lnTo>
                  <a:pt x="1029705" y="50234"/>
                </a:lnTo>
                <a:lnTo>
                  <a:pt x="1029366" y="50869"/>
                </a:lnTo>
                <a:lnTo>
                  <a:pt x="1029042" y="51513"/>
                </a:lnTo>
                <a:lnTo>
                  <a:pt x="1028732" y="52169"/>
                </a:lnTo>
                <a:lnTo>
                  <a:pt x="1028438" y="52834"/>
                </a:lnTo>
                <a:lnTo>
                  <a:pt x="1028159" y="53510"/>
                </a:lnTo>
                <a:lnTo>
                  <a:pt x="1027895" y="54197"/>
                </a:lnTo>
                <a:lnTo>
                  <a:pt x="1027646" y="54894"/>
                </a:lnTo>
                <a:lnTo>
                  <a:pt x="1027412" y="55601"/>
                </a:lnTo>
                <a:lnTo>
                  <a:pt x="1027194" y="56319"/>
                </a:lnTo>
                <a:lnTo>
                  <a:pt x="1026990" y="57047"/>
                </a:lnTo>
                <a:lnTo>
                  <a:pt x="1026802" y="57786"/>
                </a:lnTo>
                <a:lnTo>
                  <a:pt x="1026628" y="58535"/>
                </a:lnTo>
                <a:lnTo>
                  <a:pt x="1026470" y="59294"/>
                </a:lnTo>
                <a:lnTo>
                  <a:pt x="1026326" y="60064"/>
                </a:lnTo>
                <a:lnTo>
                  <a:pt x="1026198" y="60845"/>
                </a:lnTo>
                <a:lnTo>
                  <a:pt x="1026085" y="61635"/>
                </a:lnTo>
                <a:lnTo>
                  <a:pt x="1025987" y="62437"/>
                </a:lnTo>
                <a:lnTo>
                  <a:pt x="1025904" y="63248"/>
                </a:lnTo>
                <a:lnTo>
                  <a:pt x="1025836" y="64070"/>
                </a:lnTo>
                <a:lnTo>
                  <a:pt x="1025783" y="64903"/>
                </a:lnTo>
                <a:lnTo>
                  <a:pt x="1025746" y="65745"/>
                </a:lnTo>
                <a:lnTo>
                  <a:pt x="1025723" y="66599"/>
                </a:lnTo>
                <a:lnTo>
                  <a:pt x="1025715" y="67462"/>
                </a:lnTo>
                <a:lnTo>
                  <a:pt x="1025715" y="91163"/>
                </a:lnTo>
                <a:lnTo>
                  <a:pt x="1025723" y="92014"/>
                </a:lnTo>
                <a:lnTo>
                  <a:pt x="1025746" y="92856"/>
                </a:lnTo>
                <a:lnTo>
                  <a:pt x="1025783" y="93688"/>
                </a:lnTo>
                <a:lnTo>
                  <a:pt x="1025836" y="94510"/>
                </a:lnTo>
                <a:lnTo>
                  <a:pt x="1025904" y="95323"/>
                </a:lnTo>
                <a:lnTo>
                  <a:pt x="1025987" y="96126"/>
                </a:lnTo>
                <a:lnTo>
                  <a:pt x="1026085" y="96919"/>
                </a:lnTo>
                <a:lnTo>
                  <a:pt x="1026198" y="97703"/>
                </a:lnTo>
                <a:lnTo>
                  <a:pt x="1026326" y="98477"/>
                </a:lnTo>
                <a:lnTo>
                  <a:pt x="1026470" y="99242"/>
                </a:lnTo>
                <a:lnTo>
                  <a:pt x="1026628" y="99997"/>
                </a:lnTo>
                <a:lnTo>
                  <a:pt x="1026802" y="100742"/>
                </a:lnTo>
                <a:lnTo>
                  <a:pt x="1026990" y="101478"/>
                </a:lnTo>
                <a:lnTo>
                  <a:pt x="1027194" y="102204"/>
                </a:lnTo>
                <a:lnTo>
                  <a:pt x="1027412" y="102921"/>
                </a:lnTo>
                <a:lnTo>
                  <a:pt x="1027646" y="103628"/>
                </a:lnTo>
                <a:lnTo>
                  <a:pt x="1027895" y="104325"/>
                </a:lnTo>
                <a:lnTo>
                  <a:pt x="1028159" y="105013"/>
                </a:lnTo>
                <a:lnTo>
                  <a:pt x="1028438" y="105691"/>
                </a:lnTo>
                <a:lnTo>
                  <a:pt x="1028732" y="106360"/>
                </a:lnTo>
                <a:lnTo>
                  <a:pt x="1029042" y="107019"/>
                </a:lnTo>
                <a:lnTo>
                  <a:pt x="1029366" y="107668"/>
                </a:lnTo>
                <a:lnTo>
                  <a:pt x="1029705" y="108308"/>
                </a:lnTo>
                <a:lnTo>
                  <a:pt x="1030060" y="108938"/>
                </a:lnTo>
                <a:lnTo>
                  <a:pt x="1030428" y="109558"/>
                </a:lnTo>
                <a:lnTo>
                  <a:pt x="1030808" y="110165"/>
                </a:lnTo>
                <a:lnTo>
                  <a:pt x="1031201" y="110759"/>
                </a:lnTo>
                <a:lnTo>
                  <a:pt x="1031605" y="111341"/>
                </a:lnTo>
                <a:lnTo>
                  <a:pt x="1032022" y="111911"/>
                </a:lnTo>
                <a:lnTo>
                  <a:pt x="1032450" y="112469"/>
                </a:lnTo>
                <a:lnTo>
                  <a:pt x="1032891" y="113014"/>
                </a:lnTo>
                <a:lnTo>
                  <a:pt x="1033344" y="113547"/>
                </a:lnTo>
                <a:lnTo>
                  <a:pt x="1033808" y="114067"/>
                </a:lnTo>
                <a:lnTo>
                  <a:pt x="1034285" y="114575"/>
                </a:lnTo>
                <a:lnTo>
                  <a:pt x="1034774" y="115071"/>
                </a:lnTo>
                <a:lnTo>
                  <a:pt x="1035275" y="115554"/>
                </a:lnTo>
                <a:lnTo>
                  <a:pt x="1035788" y="116025"/>
                </a:lnTo>
                <a:lnTo>
                  <a:pt x="1036313" y="116484"/>
                </a:lnTo>
                <a:lnTo>
                  <a:pt x="1036850" y="116931"/>
                </a:lnTo>
                <a:lnTo>
                  <a:pt x="1037399" y="117365"/>
                </a:lnTo>
                <a:lnTo>
                  <a:pt x="1037961" y="117786"/>
                </a:lnTo>
                <a:lnTo>
                  <a:pt x="1038534" y="118196"/>
                </a:lnTo>
                <a:lnTo>
                  <a:pt x="1039119" y="118593"/>
                </a:lnTo>
                <a:lnTo>
                  <a:pt x="1039717" y="118977"/>
                </a:lnTo>
                <a:lnTo>
                  <a:pt x="1040326" y="119350"/>
                </a:lnTo>
                <a:lnTo>
                  <a:pt x="1040948" y="119709"/>
                </a:lnTo>
                <a:lnTo>
                  <a:pt x="1041582" y="120057"/>
                </a:lnTo>
                <a:lnTo>
                  <a:pt x="1042227" y="120392"/>
                </a:lnTo>
                <a:lnTo>
                  <a:pt x="1042884" y="120715"/>
                </a:lnTo>
                <a:lnTo>
                  <a:pt x="1043549" y="121023"/>
                </a:lnTo>
                <a:lnTo>
                  <a:pt x="1044223" y="121318"/>
                </a:lnTo>
                <a:lnTo>
                  <a:pt x="1044907" y="121599"/>
                </a:lnTo>
                <a:lnTo>
                  <a:pt x="1045599" y="121866"/>
                </a:lnTo>
                <a:lnTo>
                  <a:pt x="1046301" y="122120"/>
                </a:lnTo>
                <a:lnTo>
                  <a:pt x="1047011" y="122360"/>
                </a:lnTo>
                <a:lnTo>
                  <a:pt x="1047731" y="122586"/>
                </a:lnTo>
                <a:lnTo>
                  <a:pt x="1048459" y="122799"/>
                </a:lnTo>
                <a:lnTo>
                  <a:pt x="1049197" y="122998"/>
                </a:lnTo>
                <a:lnTo>
                  <a:pt x="1049944" y="123183"/>
                </a:lnTo>
                <a:lnTo>
                  <a:pt x="1050700" y="123354"/>
                </a:lnTo>
                <a:lnTo>
                  <a:pt x="1051464" y="123512"/>
                </a:lnTo>
                <a:lnTo>
                  <a:pt x="1052238" y="123656"/>
                </a:lnTo>
                <a:lnTo>
                  <a:pt x="1053021" y="123786"/>
                </a:lnTo>
                <a:lnTo>
                  <a:pt x="1053813" y="123903"/>
                </a:lnTo>
                <a:lnTo>
                  <a:pt x="1054614" y="124005"/>
                </a:lnTo>
                <a:lnTo>
                  <a:pt x="1055424" y="124094"/>
                </a:lnTo>
                <a:lnTo>
                  <a:pt x="1056244" y="124170"/>
                </a:lnTo>
                <a:lnTo>
                  <a:pt x="1057072" y="124232"/>
                </a:lnTo>
                <a:lnTo>
                  <a:pt x="1057909" y="124280"/>
                </a:lnTo>
                <a:lnTo>
                  <a:pt x="1058755" y="124314"/>
                </a:lnTo>
                <a:lnTo>
                  <a:pt x="1059611" y="124334"/>
                </a:lnTo>
                <a:lnTo>
                  <a:pt x="1060475" y="124341"/>
                </a:lnTo>
                <a:lnTo>
                  <a:pt x="1061716" y="124327"/>
                </a:lnTo>
                <a:lnTo>
                  <a:pt x="1062937" y="124285"/>
                </a:lnTo>
                <a:lnTo>
                  <a:pt x="1064137" y="124215"/>
                </a:lnTo>
                <a:lnTo>
                  <a:pt x="1065318" y="124117"/>
                </a:lnTo>
                <a:lnTo>
                  <a:pt x="1066479" y="123992"/>
                </a:lnTo>
                <a:close/>
                <a:moveTo>
                  <a:pt x="1526565" y="148042"/>
                </a:moveTo>
                <a:lnTo>
                  <a:pt x="1537625" y="99695"/>
                </a:lnTo>
                <a:lnTo>
                  <a:pt x="1520562" y="99695"/>
                </a:lnTo>
                <a:lnTo>
                  <a:pt x="1511873" y="148042"/>
                </a:lnTo>
                <a:lnTo>
                  <a:pt x="1526565" y="1480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idx:int=0,">
            <a:extLst xmlns:a="http://schemas.openxmlformats.org/drawingml/2006/main">
              <a:ext uri="{FF2B5EF4-FFF2-40B4-BE49-F238E27FC236}">
                <a16:creationId xmlns:a16="http://schemas.microsoft.com/office/drawing/2014/main" id="{4B313C0C-DA9E-406E-A966-B5924308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97" y="3082632"/>
            <a:ext cx="1166034" cy="148042"/>
          </a:xfrm>
          <a:custGeom xmlns:a="http://schemas.openxmlformats.org/drawingml/2006/main">
            <a:pathLst>
              <a:path w="1166034" h="148042">
                <a:moveTo>
                  <a:pt x="38015" y="20147"/>
                </a:moveTo>
                <a:lnTo>
                  <a:pt x="38415" y="20106"/>
                </a:lnTo>
                <a:lnTo>
                  <a:pt x="38808" y="20054"/>
                </a:lnTo>
                <a:lnTo>
                  <a:pt x="39192" y="19994"/>
                </a:lnTo>
                <a:lnTo>
                  <a:pt x="39569" y="19924"/>
                </a:lnTo>
                <a:lnTo>
                  <a:pt x="39938" y="19844"/>
                </a:lnTo>
                <a:lnTo>
                  <a:pt x="40300" y="19756"/>
                </a:lnTo>
                <a:lnTo>
                  <a:pt x="40654" y="19658"/>
                </a:lnTo>
                <a:lnTo>
                  <a:pt x="41000" y="19551"/>
                </a:lnTo>
                <a:lnTo>
                  <a:pt x="41338" y="19434"/>
                </a:lnTo>
                <a:lnTo>
                  <a:pt x="41669" y="19308"/>
                </a:lnTo>
                <a:lnTo>
                  <a:pt x="41992" y="19173"/>
                </a:lnTo>
                <a:lnTo>
                  <a:pt x="42308" y="19028"/>
                </a:lnTo>
                <a:lnTo>
                  <a:pt x="42616" y="18875"/>
                </a:lnTo>
                <a:lnTo>
                  <a:pt x="42916" y="18711"/>
                </a:lnTo>
                <a:lnTo>
                  <a:pt x="43208" y="18539"/>
                </a:lnTo>
                <a:lnTo>
                  <a:pt x="43493" y="18357"/>
                </a:lnTo>
                <a:lnTo>
                  <a:pt x="43770" y="18166"/>
                </a:lnTo>
                <a:lnTo>
                  <a:pt x="44039" y="17965"/>
                </a:lnTo>
                <a:lnTo>
                  <a:pt x="44301" y="17756"/>
                </a:lnTo>
                <a:lnTo>
                  <a:pt x="44555" y="17536"/>
                </a:lnTo>
                <a:lnTo>
                  <a:pt x="44800" y="17309"/>
                </a:lnTo>
                <a:lnTo>
                  <a:pt x="45034" y="17076"/>
                </a:lnTo>
                <a:lnTo>
                  <a:pt x="45258" y="16835"/>
                </a:lnTo>
                <a:lnTo>
                  <a:pt x="45472" y="16588"/>
                </a:lnTo>
                <a:lnTo>
                  <a:pt x="45675" y="16335"/>
                </a:lnTo>
                <a:lnTo>
                  <a:pt x="45868" y="16075"/>
                </a:lnTo>
                <a:lnTo>
                  <a:pt x="46050" y="15808"/>
                </a:lnTo>
                <a:lnTo>
                  <a:pt x="46222" y="15535"/>
                </a:lnTo>
                <a:lnTo>
                  <a:pt x="46384" y="15255"/>
                </a:lnTo>
                <a:lnTo>
                  <a:pt x="46535" y="14969"/>
                </a:lnTo>
                <a:lnTo>
                  <a:pt x="46676" y="14676"/>
                </a:lnTo>
                <a:lnTo>
                  <a:pt x="46806" y="14376"/>
                </a:lnTo>
                <a:lnTo>
                  <a:pt x="46926" y="14070"/>
                </a:lnTo>
                <a:lnTo>
                  <a:pt x="47035" y="13758"/>
                </a:lnTo>
                <a:lnTo>
                  <a:pt x="47134" y="13438"/>
                </a:lnTo>
                <a:lnTo>
                  <a:pt x="47223" y="13112"/>
                </a:lnTo>
                <a:lnTo>
                  <a:pt x="47301" y="12780"/>
                </a:lnTo>
                <a:lnTo>
                  <a:pt x="47369" y="12441"/>
                </a:lnTo>
                <a:lnTo>
                  <a:pt x="47426" y="12095"/>
                </a:lnTo>
                <a:lnTo>
                  <a:pt x="47473" y="11743"/>
                </a:lnTo>
                <a:lnTo>
                  <a:pt x="47509" y="11384"/>
                </a:lnTo>
                <a:lnTo>
                  <a:pt x="47535" y="11018"/>
                </a:lnTo>
                <a:lnTo>
                  <a:pt x="47551" y="10646"/>
                </a:lnTo>
                <a:lnTo>
                  <a:pt x="47556" y="10268"/>
                </a:lnTo>
                <a:lnTo>
                  <a:pt x="47551" y="9876"/>
                </a:lnTo>
                <a:lnTo>
                  <a:pt x="47535" y="9492"/>
                </a:lnTo>
                <a:lnTo>
                  <a:pt x="47509" y="9114"/>
                </a:lnTo>
                <a:lnTo>
                  <a:pt x="47473" y="8743"/>
                </a:lnTo>
                <a:lnTo>
                  <a:pt x="47426" y="8379"/>
                </a:lnTo>
                <a:lnTo>
                  <a:pt x="47369" y="8021"/>
                </a:lnTo>
                <a:lnTo>
                  <a:pt x="47301" y="7671"/>
                </a:lnTo>
                <a:lnTo>
                  <a:pt x="47223" y="7328"/>
                </a:lnTo>
                <a:lnTo>
                  <a:pt x="47134" y="6991"/>
                </a:lnTo>
                <a:lnTo>
                  <a:pt x="47035" y="6661"/>
                </a:lnTo>
                <a:lnTo>
                  <a:pt x="46926" y="6338"/>
                </a:lnTo>
                <a:lnTo>
                  <a:pt x="46806" y="6022"/>
                </a:lnTo>
                <a:lnTo>
                  <a:pt x="46676" y="5713"/>
                </a:lnTo>
                <a:lnTo>
                  <a:pt x="46535" y="5411"/>
                </a:lnTo>
                <a:lnTo>
                  <a:pt x="46384" y="5115"/>
                </a:lnTo>
                <a:lnTo>
                  <a:pt x="46222" y="4827"/>
                </a:lnTo>
                <a:lnTo>
                  <a:pt x="46050" y="4545"/>
                </a:lnTo>
                <a:lnTo>
                  <a:pt x="45868" y="4270"/>
                </a:lnTo>
                <a:lnTo>
                  <a:pt x="45675" y="4002"/>
                </a:lnTo>
                <a:lnTo>
                  <a:pt x="45472" y="3741"/>
                </a:lnTo>
                <a:lnTo>
                  <a:pt x="45258" y="3487"/>
                </a:lnTo>
                <a:lnTo>
                  <a:pt x="45034" y="3239"/>
                </a:lnTo>
                <a:lnTo>
                  <a:pt x="44800" y="2999"/>
                </a:lnTo>
                <a:lnTo>
                  <a:pt x="44555" y="2765"/>
                </a:lnTo>
                <a:lnTo>
                  <a:pt x="44301" y="2540"/>
                </a:lnTo>
                <a:lnTo>
                  <a:pt x="44039" y="2324"/>
                </a:lnTo>
                <a:lnTo>
                  <a:pt x="43770" y="2117"/>
                </a:lnTo>
                <a:lnTo>
                  <a:pt x="43493" y="1920"/>
                </a:lnTo>
                <a:lnTo>
                  <a:pt x="43208" y="1733"/>
                </a:lnTo>
                <a:lnTo>
                  <a:pt x="42916" y="1555"/>
                </a:lnTo>
                <a:lnTo>
                  <a:pt x="42616" y="1387"/>
                </a:lnTo>
                <a:lnTo>
                  <a:pt x="42308" y="1229"/>
                </a:lnTo>
                <a:lnTo>
                  <a:pt x="41992" y="1080"/>
                </a:lnTo>
                <a:lnTo>
                  <a:pt x="41669" y="941"/>
                </a:lnTo>
                <a:lnTo>
                  <a:pt x="41338" y="811"/>
                </a:lnTo>
                <a:lnTo>
                  <a:pt x="41000" y="691"/>
                </a:lnTo>
                <a:lnTo>
                  <a:pt x="40654" y="581"/>
                </a:lnTo>
                <a:lnTo>
                  <a:pt x="40300" y="480"/>
                </a:lnTo>
                <a:lnTo>
                  <a:pt x="39938" y="389"/>
                </a:lnTo>
                <a:lnTo>
                  <a:pt x="39569" y="307"/>
                </a:lnTo>
                <a:lnTo>
                  <a:pt x="39192" y="235"/>
                </a:lnTo>
                <a:lnTo>
                  <a:pt x="38808" y="173"/>
                </a:lnTo>
                <a:lnTo>
                  <a:pt x="38415" y="120"/>
                </a:lnTo>
                <a:lnTo>
                  <a:pt x="38015" y="77"/>
                </a:lnTo>
                <a:lnTo>
                  <a:pt x="37608" y="43"/>
                </a:lnTo>
                <a:lnTo>
                  <a:pt x="37192" y="19"/>
                </a:lnTo>
                <a:lnTo>
                  <a:pt x="36769" y="5"/>
                </a:lnTo>
                <a:lnTo>
                  <a:pt x="36339" y="0"/>
                </a:lnTo>
                <a:lnTo>
                  <a:pt x="35908" y="5"/>
                </a:lnTo>
                <a:lnTo>
                  <a:pt x="35485" y="19"/>
                </a:lnTo>
                <a:lnTo>
                  <a:pt x="35070" y="43"/>
                </a:lnTo>
                <a:lnTo>
                  <a:pt x="34662" y="77"/>
                </a:lnTo>
                <a:lnTo>
                  <a:pt x="34263" y="120"/>
                </a:lnTo>
                <a:lnTo>
                  <a:pt x="33870" y="173"/>
                </a:lnTo>
                <a:lnTo>
                  <a:pt x="33486" y="235"/>
                </a:lnTo>
                <a:lnTo>
                  <a:pt x="33109" y="307"/>
                </a:lnTo>
                <a:lnTo>
                  <a:pt x="32740" y="389"/>
                </a:lnTo>
                <a:lnTo>
                  <a:pt x="32378" y="480"/>
                </a:lnTo>
                <a:lnTo>
                  <a:pt x="32025" y="581"/>
                </a:lnTo>
                <a:lnTo>
                  <a:pt x="31678" y="691"/>
                </a:lnTo>
                <a:lnTo>
                  <a:pt x="31340" y="811"/>
                </a:lnTo>
                <a:lnTo>
                  <a:pt x="31009" y="941"/>
                </a:lnTo>
                <a:lnTo>
                  <a:pt x="30686" y="1080"/>
                </a:lnTo>
                <a:lnTo>
                  <a:pt x="30370" y="1229"/>
                </a:lnTo>
                <a:lnTo>
                  <a:pt x="30063" y="1387"/>
                </a:lnTo>
                <a:lnTo>
                  <a:pt x="29762" y="1555"/>
                </a:lnTo>
                <a:lnTo>
                  <a:pt x="29470" y="1733"/>
                </a:lnTo>
                <a:lnTo>
                  <a:pt x="29185" y="1920"/>
                </a:lnTo>
                <a:lnTo>
                  <a:pt x="28908" y="2117"/>
                </a:lnTo>
                <a:lnTo>
                  <a:pt x="28638" y="2324"/>
                </a:lnTo>
                <a:lnTo>
                  <a:pt x="28377" y="2540"/>
                </a:lnTo>
                <a:lnTo>
                  <a:pt x="28122" y="2765"/>
                </a:lnTo>
                <a:lnTo>
                  <a:pt x="27877" y="2999"/>
                </a:lnTo>
                <a:lnTo>
                  <a:pt x="27643" y="3239"/>
                </a:lnTo>
                <a:lnTo>
                  <a:pt x="27419" y="3487"/>
                </a:lnTo>
                <a:lnTo>
                  <a:pt x="27205" y="3741"/>
                </a:lnTo>
                <a:lnTo>
                  <a:pt x="27002" y="4002"/>
                </a:lnTo>
                <a:lnTo>
                  <a:pt x="26809" y="4270"/>
                </a:lnTo>
                <a:lnTo>
                  <a:pt x="26627" y="4545"/>
                </a:lnTo>
                <a:lnTo>
                  <a:pt x="26455" y="4827"/>
                </a:lnTo>
                <a:lnTo>
                  <a:pt x="26293" y="5115"/>
                </a:lnTo>
                <a:lnTo>
                  <a:pt x="26142" y="5411"/>
                </a:lnTo>
                <a:lnTo>
                  <a:pt x="26002" y="5713"/>
                </a:lnTo>
                <a:lnTo>
                  <a:pt x="25871" y="6022"/>
                </a:lnTo>
                <a:lnTo>
                  <a:pt x="25751" y="6338"/>
                </a:lnTo>
                <a:lnTo>
                  <a:pt x="25642" y="6661"/>
                </a:lnTo>
                <a:lnTo>
                  <a:pt x="25543" y="6991"/>
                </a:lnTo>
                <a:lnTo>
                  <a:pt x="25454" y="7328"/>
                </a:lnTo>
                <a:lnTo>
                  <a:pt x="25376" y="7671"/>
                </a:lnTo>
                <a:lnTo>
                  <a:pt x="25309" y="8021"/>
                </a:lnTo>
                <a:lnTo>
                  <a:pt x="25251" y="8379"/>
                </a:lnTo>
                <a:lnTo>
                  <a:pt x="25204" y="8743"/>
                </a:lnTo>
                <a:lnTo>
                  <a:pt x="25168" y="9114"/>
                </a:lnTo>
                <a:lnTo>
                  <a:pt x="25142" y="9492"/>
                </a:lnTo>
                <a:lnTo>
                  <a:pt x="25126" y="9876"/>
                </a:lnTo>
                <a:lnTo>
                  <a:pt x="25121" y="10268"/>
                </a:lnTo>
                <a:lnTo>
                  <a:pt x="25126" y="10646"/>
                </a:lnTo>
                <a:lnTo>
                  <a:pt x="25142" y="11018"/>
                </a:lnTo>
                <a:lnTo>
                  <a:pt x="25168" y="11384"/>
                </a:lnTo>
                <a:lnTo>
                  <a:pt x="25204" y="11743"/>
                </a:lnTo>
                <a:lnTo>
                  <a:pt x="25251" y="12095"/>
                </a:lnTo>
                <a:lnTo>
                  <a:pt x="25309" y="12441"/>
                </a:lnTo>
                <a:lnTo>
                  <a:pt x="25376" y="12780"/>
                </a:lnTo>
                <a:lnTo>
                  <a:pt x="25454" y="13112"/>
                </a:lnTo>
                <a:lnTo>
                  <a:pt x="25543" y="13438"/>
                </a:lnTo>
                <a:lnTo>
                  <a:pt x="25642" y="13758"/>
                </a:lnTo>
                <a:lnTo>
                  <a:pt x="25751" y="14070"/>
                </a:lnTo>
                <a:lnTo>
                  <a:pt x="25871" y="14376"/>
                </a:lnTo>
                <a:lnTo>
                  <a:pt x="26002" y="14676"/>
                </a:lnTo>
                <a:lnTo>
                  <a:pt x="26142" y="14969"/>
                </a:lnTo>
                <a:lnTo>
                  <a:pt x="26293" y="15255"/>
                </a:lnTo>
                <a:lnTo>
                  <a:pt x="26455" y="15535"/>
                </a:lnTo>
                <a:lnTo>
                  <a:pt x="26627" y="15808"/>
                </a:lnTo>
                <a:lnTo>
                  <a:pt x="26809" y="16075"/>
                </a:lnTo>
                <a:lnTo>
                  <a:pt x="27002" y="16335"/>
                </a:lnTo>
                <a:lnTo>
                  <a:pt x="27205" y="16588"/>
                </a:lnTo>
                <a:lnTo>
                  <a:pt x="27419" y="16835"/>
                </a:lnTo>
                <a:lnTo>
                  <a:pt x="27643" y="17076"/>
                </a:lnTo>
                <a:lnTo>
                  <a:pt x="27877" y="17309"/>
                </a:lnTo>
                <a:lnTo>
                  <a:pt x="28122" y="17536"/>
                </a:lnTo>
                <a:lnTo>
                  <a:pt x="28377" y="17756"/>
                </a:lnTo>
                <a:lnTo>
                  <a:pt x="28638" y="17965"/>
                </a:lnTo>
                <a:lnTo>
                  <a:pt x="28908" y="18166"/>
                </a:lnTo>
                <a:lnTo>
                  <a:pt x="29185" y="18357"/>
                </a:lnTo>
                <a:lnTo>
                  <a:pt x="29470" y="18539"/>
                </a:lnTo>
                <a:lnTo>
                  <a:pt x="29762" y="18711"/>
                </a:lnTo>
                <a:lnTo>
                  <a:pt x="30063" y="18875"/>
                </a:lnTo>
                <a:lnTo>
                  <a:pt x="30370" y="19028"/>
                </a:lnTo>
                <a:lnTo>
                  <a:pt x="30686" y="19173"/>
                </a:lnTo>
                <a:lnTo>
                  <a:pt x="31009" y="19308"/>
                </a:lnTo>
                <a:lnTo>
                  <a:pt x="31340" y="19434"/>
                </a:lnTo>
                <a:lnTo>
                  <a:pt x="31678" y="19551"/>
                </a:lnTo>
                <a:lnTo>
                  <a:pt x="32025" y="19658"/>
                </a:lnTo>
                <a:lnTo>
                  <a:pt x="32378" y="19756"/>
                </a:lnTo>
                <a:lnTo>
                  <a:pt x="32740" y="19844"/>
                </a:lnTo>
                <a:lnTo>
                  <a:pt x="33109" y="19924"/>
                </a:lnTo>
                <a:lnTo>
                  <a:pt x="33486" y="19994"/>
                </a:lnTo>
                <a:lnTo>
                  <a:pt x="33870" y="20054"/>
                </a:lnTo>
                <a:lnTo>
                  <a:pt x="34263" y="20106"/>
                </a:lnTo>
                <a:lnTo>
                  <a:pt x="34662" y="20147"/>
                </a:lnTo>
                <a:lnTo>
                  <a:pt x="35070" y="20180"/>
                </a:lnTo>
                <a:lnTo>
                  <a:pt x="35485" y="20203"/>
                </a:lnTo>
                <a:lnTo>
                  <a:pt x="35908" y="20217"/>
                </a:lnTo>
                <a:lnTo>
                  <a:pt x="36339" y="20222"/>
                </a:lnTo>
                <a:lnTo>
                  <a:pt x="36769" y="20217"/>
                </a:lnTo>
                <a:lnTo>
                  <a:pt x="37192" y="20203"/>
                </a:lnTo>
                <a:lnTo>
                  <a:pt x="37608" y="20180"/>
                </a:lnTo>
                <a:lnTo>
                  <a:pt x="38015" y="20147"/>
                </a:lnTo>
                <a:close/>
                <a:moveTo>
                  <a:pt x="505388" y="20147"/>
                </a:moveTo>
                <a:lnTo>
                  <a:pt x="505788" y="20106"/>
                </a:lnTo>
                <a:lnTo>
                  <a:pt x="506180" y="20054"/>
                </a:lnTo>
                <a:lnTo>
                  <a:pt x="506565" y="19994"/>
                </a:lnTo>
                <a:lnTo>
                  <a:pt x="506942" y="19924"/>
                </a:lnTo>
                <a:lnTo>
                  <a:pt x="507311" y="19844"/>
                </a:lnTo>
                <a:lnTo>
                  <a:pt x="507673" y="19756"/>
                </a:lnTo>
                <a:lnTo>
                  <a:pt x="508026" y="19658"/>
                </a:lnTo>
                <a:lnTo>
                  <a:pt x="508373" y="19551"/>
                </a:lnTo>
                <a:lnTo>
                  <a:pt x="508711" y="19434"/>
                </a:lnTo>
                <a:lnTo>
                  <a:pt x="509042" y="19308"/>
                </a:lnTo>
                <a:lnTo>
                  <a:pt x="509365" y="19173"/>
                </a:lnTo>
                <a:lnTo>
                  <a:pt x="509681" y="19028"/>
                </a:lnTo>
                <a:lnTo>
                  <a:pt x="509988" y="18875"/>
                </a:lnTo>
                <a:lnTo>
                  <a:pt x="510288" y="18711"/>
                </a:lnTo>
                <a:lnTo>
                  <a:pt x="510581" y="18539"/>
                </a:lnTo>
                <a:lnTo>
                  <a:pt x="510865" y="18357"/>
                </a:lnTo>
                <a:lnTo>
                  <a:pt x="511142" y="18166"/>
                </a:lnTo>
                <a:lnTo>
                  <a:pt x="511412" y="17965"/>
                </a:lnTo>
                <a:lnTo>
                  <a:pt x="511673" y="17756"/>
                </a:lnTo>
                <a:lnTo>
                  <a:pt x="511927" y="17536"/>
                </a:lnTo>
                <a:lnTo>
                  <a:pt x="512172" y="17309"/>
                </a:lnTo>
                <a:lnTo>
                  <a:pt x="512407" y="17076"/>
                </a:lnTo>
                <a:lnTo>
                  <a:pt x="512631" y="16835"/>
                </a:lnTo>
                <a:lnTo>
                  <a:pt x="512845" y="16588"/>
                </a:lnTo>
                <a:lnTo>
                  <a:pt x="513048" y="16335"/>
                </a:lnTo>
                <a:lnTo>
                  <a:pt x="513241" y="16075"/>
                </a:lnTo>
                <a:lnTo>
                  <a:pt x="513423" y="15808"/>
                </a:lnTo>
                <a:lnTo>
                  <a:pt x="513595" y="15535"/>
                </a:lnTo>
                <a:lnTo>
                  <a:pt x="513756" y="15255"/>
                </a:lnTo>
                <a:lnTo>
                  <a:pt x="513908" y="14969"/>
                </a:lnTo>
                <a:lnTo>
                  <a:pt x="514048" y="14676"/>
                </a:lnTo>
                <a:lnTo>
                  <a:pt x="514179" y="14376"/>
                </a:lnTo>
                <a:lnTo>
                  <a:pt x="514298" y="14070"/>
                </a:lnTo>
                <a:lnTo>
                  <a:pt x="514408" y="13758"/>
                </a:lnTo>
                <a:lnTo>
                  <a:pt x="514507" y="13438"/>
                </a:lnTo>
                <a:lnTo>
                  <a:pt x="514595" y="13112"/>
                </a:lnTo>
                <a:lnTo>
                  <a:pt x="514674" y="12780"/>
                </a:lnTo>
                <a:lnTo>
                  <a:pt x="514741" y="12441"/>
                </a:lnTo>
                <a:lnTo>
                  <a:pt x="514799" y="12095"/>
                </a:lnTo>
                <a:lnTo>
                  <a:pt x="514846" y="11743"/>
                </a:lnTo>
                <a:lnTo>
                  <a:pt x="514882" y="11384"/>
                </a:lnTo>
                <a:lnTo>
                  <a:pt x="514908" y="11018"/>
                </a:lnTo>
                <a:lnTo>
                  <a:pt x="514924" y="10646"/>
                </a:lnTo>
                <a:lnTo>
                  <a:pt x="514929" y="10268"/>
                </a:lnTo>
                <a:lnTo>
                  <a:pt x="514924" y="9876"/>
                </a:lnTo>
                <a:lnTo>
                  <a:pt x="514908" y="9492"/>
                </a:lnTo>
                <a:lnTo>
                  <a:pt x="514882" y="9114"/>
                </a:lnTo>
                <a:lnTo>
                  <a:pt x="514846" y="8743"/>
                </a:lnTo>
                <a:lnTo>
                  <a:pt x="514799" y="8379"/>
                </a:lnTo>
                <a:lnTo>
                  <a:pt x="514741" y="8021"/>
                </a:lnTo>
                <a:lnTo>
                  <a:pt x="514674" y="7671"/>
                </a:lnTo>
                <a:lnTo>
                  <a:pt x="514595" y="7328"/>
                </a:lnTo>
                <a:lnTo>
                  <a:pt x="514507" y="6991"/>
                </a:lnTo>
                <a:lnTo>
                  <a:pt x="514408" y="6661"/>
                </a:lnTo>
                <a:lnTo>
                  <a:pt x="514298" y="6338"/>
                </a:lnTo>
                <a:lnTo>
                  <a:pt x="514179" y="6022"/>
                </a:lnTo>
                <a:lnTo>
                  <a:pt x="514048" y="5713"/>
                </a:lnTo>
                <a:lnTo>
                  <a:pt x="513908" y="5411"/>
                </a:lnTo>
                <a:lnTo>
                  <a:pt x="513756" y="5115"/>
                </a:lnTo>
                <a:lnTo>
                  <a:pt x="513595" y="4827"/>
                </a:lnTo>
                <a:lnTo>
                  <a:pt x="513423" y="4545"/>
                </a:lnTo>
                <a:lnTo>
                  <a:pt x="513241" y="4270"/>
                </a:lnTo>
                <a:lnTo>
                  <a:pt x="513048" y="4002"/>
                </a:lnTo>
                <a:lnTo>
                  <a:pt x="512845" y="3741"/>
                </a:lnTo>
                <a:lnTo>
                  <a:pt x="512631" y="3487"/>
                </a:lnTo>
                <a:lnTo>
                  <a:pt x="512407" y="3239"/>
                </a:lnTo>
                <a:lnTo>
                  <a:pt x="512172" y="2999"/>
                </a:lnTo>
                <a:lnTo>
                  <a:pt x="511927" y="2765"/>
                </a:lnTo>
                <a:lnTo>
                  <a:pt x="511673" y="2540"/>
                </a:lnTo>
                <a:lnTo>
                  <a:pt x="511412" y="2324"/>
                </a:lnTo>
                <a:lnTo>
                  <a:pt x="511142" y="2117"/>
                </a:lnTo>
                <a:lnTo>
                  <a:pt x="510865" y="1920"/>
                </a:lnTo>
                <a:lnTo>
                  <a:pt x="510581" y="1733"/>
                </a:lnTo>
                <a:lnTo>
                  <a:pt x="510288" y="1555"/>
                </a:lnTo>
                <a:lnTo>
                  <a:pt x="509988" y="1387"/>
                </a:lnTo>
                <a:lnTo>
                  <a:pt x="509681" y="1229"/>
                </a:lnTo>
                <a:lnTo>
                  <a:pt x="509365" y="1080"/>
                </a:lnTo>
                <a:lnTo>
                  <a:pt x="509042" y="941"/>
                </a:lnTo>
                <a:lnTo>
                  <a:pt x="508711" y="811"/>
                </a:lnTo>
                <a:lnTo>
                  <a:pt x="508373" y="691"/>
                </a:lnTo>
                <a:lnTo>
                  <a:pt x="508026" y="581"/>
                </a:lnTo>
                <a:lnTo>
                  <a:pt x="507673" y="480"/>
                </a:lnTo>
                <a:lnTo>
                  <a:pt x="507311" y="389"/>
                </a:lnTo>
                <a:lnTo>
                  <a:pt x="506942" y="307"/>
                </a:lnTo>
                <a:lnTo>
                  <a:pt x="506565" y="235"/>
                </a:lnTo>
                <a:lnTo>
                  <a:pt x="506180" y="173"/>
                </a:lnTo>
                <a:lnTo>
                  <a:pt x="505788" y="120"/>
                </a:lnTo>
                <a:lnTo>
                  <a:pt x="505388" y="77"/>
                </a:lnTo>
                <a:lnTo>
                  <a:pt x="504980" y="43"/>
                </a:lnTo>
                <a:lnTo>
                  <a:pt x="504565" y="19"/>
                </a:lnTo>
                <a:lnTo>
                  <a:pt x="504142" y="5"/>
                </a:lnTo>
                <a:lnTo>
                  <a:pt x="503711" y="0"/>
                </a:lnTo>
                <a:lnTo>
                  <a:pt x="503281" y="5"/>
                </a:lnTo>
                <a:lnTo>
                  <a:pt x="502858" y="19"/>
                </a:lnTo>
                <a:lnTo>
                  <a:pt x="502443" y="43"/>
                </a:lnTo>
                <a:lnTo>
                  <a:pt x="502035" y="77"/>
                </a:lnTo>
                <a:lnTo>
                  <a:pt x="501635" y="120"/>
                </a:lnTo>
                <a:lnTo>
                  <a:pt x="501243" y="173"/>
                </a:lnTo>
                <a:lnTo>
                  <a:pt x="500859" y="235"/>
                </a:lnTo>
                <a:lnTo>
                  <a:pt x="500482" y="307"/>
                </a:lnTo>
                <a:lnTo>
                  <a:pt x="500113" y="389"/>
                </a:lnTo>
                <a:lnTo>
                  <a:pt x="499751" y="480"/>
                </a:lnTo>
                <a:lnTo>
                  <a:pt x="499397" y="581"/>
                </a:lnTo>
                <a:lnTo>
                  <a:pt x="499051" y="691"/>
                </a:lnTo>
                <a:lnTo>
                  <a:pt x="498713" y="811"/>
                </a:lnTo>
                <a:lnTo>
                  <a:pt x="498382" y="941"/>
                </a:lnTo>
                <a:lnTo>
                  <a:pt x="498059" y="1080"/>
                </a:lnTo>
                <a:lnTo>
                  <a:pt x="497743" y="1229"/>
                </a:lnTo>
                <a:lnTo>
                  <a:pt x="497435" y="1387"/>
                </a:lnTo>
                <a:lnTo>
                  <a:pt x="497135" y="1555"/>
                </a:lnTo>
                <a:lnTo>
                  <a:pt x="496843" y="1733"/>
                </a:lnTo>
                <a:lnTo>
                  <a:pt x="496558" y="1920"/>
                </a:lnTo>
                <a:lnTo>
                  <a:pt x="496281" y="2117"/>
                </a:lnTo>
                <a:lnTo>
                  <a:pt x="496011" y="2324"/>
                </a:lnTo>
                <a:lnTo>
                  <a:pt x="495749" y="2540"/>
                </a:lnTo>
                <a:lnTo>
                  <a:pt x="495495" y="2765"/>
                </a:lnTo>
                <a:lnTo>
                  <a:pt x="495250" y="2999"/>
                </a:lnTo>
                <a:lnTo>
                  <a:pt x="495016" y="3239"/>
                </a:lnTo>
                <a:lnTo>
                  <a:pt x="494792" y="3487"/>
                </a:lnTo>
                <a:lnTo>
                  <a:pt x="494578" y="3741"/>
                </a:lnTo>
                <a:lnTo>
                  <a:pt x="494375" y="4002"/>
                </a:lnTo>
                <a:lnTo>
                  <a:pt x="494182" y="4270"/>
                </a:lnTo>
                <a:lnTo>
                  <a:pt x="494000" y="4545"/>
                </a:lnTo>
                <a:lnTo>
                  <a:pt x="493828" y="4827"/>
                </a:lnTo>
                <a:lnTo>
                  <a:pt x="493666" y="5115"/>
                </a:lnTo>
                <a:lnTo>
                  <a:pt x="493515" y="5411"/>
                </a:lnTo>
                <a:lnTo>
                  <a:pt x="493374" y="5713"/>
                </a:lnTo>
                <a:lnTo>
                  <a:pt x="493244" y="6022"/>
                </a:lnTo>
                <a:lnTo>
                  <a:pt x="493124" y="6338"/>
                </a:lnTo>
                <a:lnTo>
                  <a:pt x="493015" y="6661"/>
                </a:lnTo>
                <a:lnTo>
                  <a:pt x="492916" y="6991"/>
                </a:lnTo>
                <a:lnTo>
                  <a:pt x="492827" y="7328"/>
                </a:lnTo>
                <a:lnTo>
                  <a:pt x="492749" y="7671"/>
                </a:lnTo>
                <a:lnTo>
                  <a:pt x="492681" y="8021"/>
                </a:lnTo>
                <a:lnTo>
                  <a:pt x="492624" y="8379"/>
                </a:lnTo>
                <a:lnTo>
                  <a:pt x="492577" y="8743"/>
                </a:lnTo>
                <a:lnTo>
                  <a:pt x="492541" y="9114"/>
                </a:lnTo>
                <a:lnTo>
                  <a:pt x="492515" y="9492"/>
                </a:lnTo>
                <a:lnTo>
                  <a:pt x="492499" y="9876"/>
                </a:lnTo>
                <a:lnTo>
                  <a:pt x="492494" y="10268"/>
                </a:lnTo>
                <a:lnTo>
                  <a:pt x="492499" y="10646"/>
                </a:lnTo>
                <a:lnTo>
                  <a:pt x="492515" y="11018"/>
                </a:lnTo>
                <a:lnTo>
                  <a:pt x="492541" y="11384"/>
                </a:lnTo>
                <a:lnTo>
                  <a:pt x="492577" y="11743"/>
                </a:lnTo>
                <a:lnTo>
                  <a:pt x="492624" y="12095"/>
                </a:lnTo>
                <a:lnTo>
                  <a:pt x="492681" y="12441"/>
                </a:lnTo>
                <a:lnTo>
                  <a:pt x="492749" y="12780"/>
                </a:lnTo>
                <a:lnTo>
                  <a:pt x="492827" y="13112"/>
                </a:lnTo>
                <a:lnTo>
                  <a:pt x="492916" y="13438"/>
                </a:lnTo>
                <a:lnTo>
                  <a:pt x="493015" y="13758"/>
                </a:lnTo>
                <a:lnTo>
                  <a:pt x="493124" y="14070"/>
                </a:lnTo>
                <a:lnTo>
                  <a:pt x="493244" y="14376"/>
                </a:lnTo>
                <a:lnTo>
                  <a:pt x="493374" y="14676"/>
                </a:lnTo>
                <a:lnTo>
                  <a:pt x="493515" y="14969"/>
                </a:lnTo>
                <a:lnTo>
                  <a:pt x="493666" y="15255"/>
                </a:lnTo>
                <a:lnTo>
                  <a:pt x="493828" y="15535"/>
                </a:lnTo>
                <a:lnTo>
                  <a:pt x="494000" y="15808"/>
                </a:lnTo>
                <a:lnTo>
                  <a:pt x="494182" y="16075"/>
                </a:lnTo>
                <a:lnTo>
                  <a:pt x="494375" y="16335"/>
                </a:lnTo>
                <a:lnTo>
                  <a:pt x="494578" y="16588"/>
                </a:lnTo>
                <a:lnTo>
                  <a:pt x="494792" y="16835"/>
                </a:lnTo>
                <a:lnTo>
                  <a:pt x="495016" y="17076"/>
                </a:lnTo>
                <a:lnTo>
                  <a:pt x="495250" y="17309"/>
                </a:lnTo>
                <a:lnTo>
                  <a:pt x="495495" y="17536"/>
                </a:lnTo>
                <a:lnTo>
                  <a:pt x="495749" y="17756"/>
                </a:lnTo>
                <a:lnTo>
                  <a:pt x="496011" y="17965"/>
                </a:lnTo>
                <a:lnTo>
                  <a:pt x="496281" y="18166"/>
                </a:lnTo>
                <a:lnTo>
                  <a:pt x="496558" y="18357"/>
                </a:lnTo>
                <a:lnTo>
                  <a:pt x="496843" y="18539"/>
                </a:lnTo>
                <a:lnTo>
                  <a:pt x="497135" y="18711"/>
                </a:lnTo>
                <a:lnTo>
                  <a:pt x="497435" y="18875"/>
                </a:lnTo>
                <a:lnTo>
                  <a:pt x="497743" y="19028"/>
                </a:lnTo>
                <a:lnTo>
                  <a:pt x="498059" y="19173"/>
                </a:lnTo>
                <a:lnTo>
                  <a:pt x="498382" y="19308"/>
                </a:lnTo>
                <a:lnTo>
                  <a:pt x="498713" y="19434"/>
                </a:lnTo>
                <a:lnTo>
                  <a:pt x="499051" y="19551"/>
                </a:lnTo>
                <a:lnTo>
                  <a:pt x="499397" y="19658"/>
                </a:lnTo>
                <a:lnTo>
                  <a:pt x="499751" y="19756"/>
                </a:lnTo>
                <a:lnTo>
                  <a:pt x="500113" y="19844"/>
                </a:lnTo>
                <a:lnTo>
                  <a:pt x="500482" y="19924"/>
                </a:lnTo>
                <a:lnTo>
                  <a:pt x="500859" y="19994"/>
                </a:lnTo>
                <a:lnTo>
                  <a:pt x="501243" y="20054"/>
                </a:lnTo>
                <a:lnTo>
                  <a:pt x="501635" y="20106"/>
                </a:lnTo>
                <a:lnTo>
                  <a:pt x="502035" y="20147"/>
                </a:lnTo>
                <a:lnTo>
                  <a:pt x="502443" y="20180"/>
                </a:lnTo>
                <a:lnTo>
                  <a:pt x="502858" y="20203"/>
                </a:lnTo>
                <a:lnTo>
                  <a:pt x="503281" y="20217"/>
                </a:lnTo>
                <a:lnTo>
                  <a:pt x="503711" y="20222"/>
                </a:lnTo>
                <a:lnTo>
                  <a:pt x="504142" y="20217"/>
                </a:lnTo>
                <a:lnTo>
                  <a:pt x="504565" y="20203"/>
                </a:lnTo>
                <a:lnTo>
                  <a:pt x="504980" y="20180"/>
                </a:lnTo>
                <a:lnTo>
                  <a:pt x="505388" y="20147"/>
                </a:lnTo>
                <a:close/>
                <a:moveTo>
                  <a:pt x="316661" y="57579"/>
                </a:moveTo>
                <a:lnTo>
                  <a:pt x="317151" y="57530"/>
                </a:lnTo>
                <a:lnTo>
                  <a:pt x="317631" y="57470"/>
                </a:lnTo>
                <a:lnTo>
                  <a:pt x="318099" y="57399"/>
                </a:lnTo>
                <a:lnTo>
                  <a:pt x="318557" y="57316"/>
                </a:lnTo>
                <a:lnTo>
                  <a:pt x="319003" y="57223"/>
                </a:lnTo>
                <a:lnTo>
                  <a:pt x="319439" y="57119"/>
                </a:lnTo>
                <a:lnTo>
                  <a:pt x="319863" y="57004"/>
                </a:lnTo>
                <a:lnTo>
                  <a:pt x="320277" y="56878"/>
                </a:lnTo>
                <a:lnTo>
                  <a:pt x="320680" y="56741"/>
                </a:lnTo>
                <a:lnTo>
                  <a:pt x="321071" y="56593"/>
                </a:lnTo>
                <a:lnTo>
                  <a:pt x="321452" y="56434"/>
                </a:lnTo>
                <a:lnTo>
                  <a:pt x="321822" y="56264"/>
                </a:lnTo>
                <a:lnTo>
                  <a:pt x="322181" y="56083"/>
                </a:lnTo>
                <a:lnTo>
                  <a:pt x="322528" y="55891"/>
                </a:lnTo>
                <a:lnTo>
                  <a:pt x="322865" y="55688"/>
                </a:lnTo>
                <a:lnTo>
                  <a:pt x="323191" y="55474"/>
                </a:lnTo>
                <a:lnTo>
                  <a:pt x="323506" y="55249"/>
                </a:lnTo>
                <a:lnTo>
                  <a:pt x="323810" y="55013"/>
                </a:lnTo>
                <a:lnTo>
                  <a:pt x="324103" y="54767"/>
                </a:lnTo>
                <a:lnTo>
                  <a:pt x="324385" y="54509"/>
                </a:lnTo>
                <a:lnTo>
                  <a:pt x="324655" y="54242"/>
                </a:lnTo>
                <a:lnTo>
                  <a:pt x="324914" y="53967"/>
                </a:lnTo>
                <a:lnTo>
                  <a:pt x="325162" y="53684"/>
                </a:lnTo>
                <a:lnTo>
                  <a:pt x="325398" y="53394"/>
                </a:lnTo>
                <a:lnTo>
                  <a:pt x="325623" y="53096"/>
                </a:lnTo>
                <a:lnTo>
                  <a:pt x="325836" y="52791"/>
                </a:lnTo>
                <a:lnTo>
                  <a:pt x="326037" y="52477"/>
                </a:lnTo>
                <a:lnTo>
                  <a:pt x="326228" y="52156"/>
                </a:lnTo>
                <a:lnTo>
                  <a:pt x="326406" y="51828"/>
                </a:lnTo>
                <a:lnTo>
                  <a:pt x="326573" y="51491"/>
                </a:lnTo>
                <a:lnTo>
                  <a:pt x="326729" y="51147"/>
                </a:lnTo>
                <a:lnTo>
                  <a:pt x="326873" y="50796"/>
                </a:lnTo>
                <a:lnTo>
                  <a:pt x="327005" y="50436"/>
                </a:lnTo>
                <a:lnTo>
                  <a:pt x="327126" y="50069"/>
                </a:lnTo>
                <a:lnTo>
                  <a:pt x="327235" y="49695"/>
                </a:lnTo>
                <a:lnTo>
                  <a:pt x="327333" y="49312"/>
                </a:lnTo>
                <a:lnTo>
                  <a:pt x="327420" y="48922"/>
                </a:lnTo>
                <a:lnTo>
                  <a:pt x="327495" y="48525"/>
                </a:lnTo>
                <a:lnTo>
                  <a:pt x="327558" y="48119"/>
                </a:lnTo>
                <a:lnTo>
                  <a:pt x="327610" y="47706"/>
                </a:lnTo>
                <a:lnTo>
                  <a:pt x="327650" y="47285"/>
                </a:lnTo>
                <a:lnTo>
                  <a:pt x="327679" y="46857"/>
                </a:lnTo>
                <a:lnTo>
                  <a:pt x="327696" y="46421"/>
                </a:lnTo>
                <a:lnTo>
                  <a:pt x="327702" y="45977"/>
                </a:lnTo>
                <a:lnTo>
                  <a:pt x="327696" y="45533"/>
                </a:lnTo>
                <a:lnTo>
                  <a:pt x="327679" y="45097"/>
                </a:lnTo>
                <a:lnTo>
                  <a:pt x="327650" y="44668"/>
                </a:lnTo>
                <a:lnTo>
                  <a:pt x="327610" y="44247"/>
                </a:lnTo>
                <a:lnTo>
                  <a:pt x="327558" y="43834"/>
                </a:lnTo>
                <a:lnTo>
                  <a:pt x="327495" y="43429"/>
                </a:lnTo>
                <a:lnTo>
                  <a:pt x="327420" y="43031"/>
                </a:lnTo>
                <a:lnTo>
                  <a:pt x="327333" y="42641"/>
                </a:lnTo>
                <a:lnTo>
                  <a:pt x="327235" y="42258"/>
                </a:lnTo>
                <a:lnTo>
                  <a:pt x="327126" y="41884"/>
                </a:lnTo>
                <a:lnTo>
                  <a:pt x="327005" y="41517"/>
                </a:lnTo>
                <a:lnTo>
                  <a:pt x="326873" y="41157"/>
                </a:lnTo>
                <a:lnTo>
                  <a:pt x="326729" y="40806"/>
                </a:lnTo>
                <a:lnTo>
                  <a:pt x="326573" y="40462"/>
                </a:lnTo>
                <a:lnTo>
                  <a:pt x="326406" y="40125"/>
                </a:lnTo>
                <a:lnTo>
                  <a:pt x="326228" y="39797"/>
                </a:lnTo>
                <a:lnTo>
                  <a:pt x="326037" y="39476"/>
                </a:lnTo>
                <a:lnTo>
                  <a:pt x="325836" y="39163"/>
                </a:lnTo>
                <a:lnTo>
                  <a:pt x="325623" y="38857"/>
                </a:lnTo>
                <a:lnTo>
                  <a:pt x="325398" y="38559"/>
                </a:lnTo>
                <a:lnTo>
                  <a:pt x="325162" y="38269"/>
                </a:lnTo>
                <a:lnTo>
                  <a:pt x="324914" y="37987"/>
                </a:lnTo>
                <a:lnTo>
                  <a:pt x="324655" y="37712"/>
                </a:lnTo>
                <a:lnTo>
                  <a:pt x="324385" y="37445"/>
                </a:lnTo>
                <a:lnTo>
                  <a:pt x="324103" y="37187"/>
                </a:lnTo>
                <a:lnTo>
                  <a:pt x="323810" y="36940"/>
                </a:lnTo>
                <a:lnTo>
                  <a:pt x="323506" y="36704"/>
                </a:lnTo>
                <a:lnTo>
                  <a:pt x="323191" y="36479"/>
                </a:lnTo>
                <a:lnTo>
                  <a:pt x="322865" y="36265"/>
                </a:lnTo>
                <a:lnTo>
                  <a:pt x="322528" y="36062"/>
                </a:lnTo>
                <a:lnTo>
                  <a:pt x="322181" y="35870"/>
                </a:lnTo>
                <a:lnTo>
                  <a:pt x="321822" y="35689"/>
                </a:lnTo>
                <a:lnTo>
                  <a:pt x="321452" y="35519"/>
                </a:lnTo>
                <a:lnTo>
                  <a:pt x="321071" y="35360"/>
                </a:lnTo>
                <a:lnTo>
                  <a:pt x="320680" y="35212"/>
                </a:lnTo>
                <a:lnTo>
                  <a:pt x="320277" y="35075"/>
                </a:lnTo>
                <a:lnTo>
                  <a:pt x="319863" y="34948"/>
                </a:lnTo>
                <a:lnTo>
                  <a:pt x="319439" y="34833"/>
                </a:lnTo>
                <a:lnTo>
                  <a:pt x="319003" y="34729"/>
                </a:lnTo>
                <a:lnTo>
                  <a:pt x="318557" y="34636"/>
                </a:lnTo>
                <a:lnTo>
                  <a:pt x="318099" y="34553"/>
                </a:lnTo>
                <a:lnTo>
                  <a:pt x="317631" y="34482"/>
                </a:lnTo>
                <a:lnTo>
                  <a:pt x="317151" y="34422"/>
                </a:lnTo>
                <a:lnTo>
                  <a:pt x="316661" y="34372"/>
                </a:lnTo>
                <a:lnTo>
                  <a:pt x="316159" y="34334"/>
                </a:lnTo>
                <a:lnTo>
                  <a:pt x="315647" y="34306"/>
                </a:lnTo>
                <a:lnTo>
                  <a:pt x="315124" y="34290"/>
                </a:lnTo>
                <a:lnTo>
                  <a:pt x="314589" y="34284"/>
                </a:lnTo>
                <a:lnTo>
                  <a:pt x="314055" y="34290"/>
                </a:lnTo>
                <a:lnTo>
                  <a:pt x="313532" y="34306"/>
                </a:lnTo>
                <a:lnTo>
                  <a:pt x="313019" y="34334"/>
                </a:lnTo>
                <a:lnTo>
                  <a:pt x="312518" y="34372"/>
                </a:lnTo>
                <a:lnTo>
                  <a:pt x="312027" y="34422"/>
                </a:lnTo>
                <a:lnTo>
                  <a:pt x="311548" y="34482"/>
                </a:lnTo>
                <a:lnTo>
                  <a:pt x="311079" y="34553"/>
                </a:lnTo>
                <a:lnTo>
                  <a:pt x="310622" y="34636"/>
                </a:lnTo>
                <a:lnTo>
                  <a:pt x="310175" y="34729"/>
                </a:lnTo>
                <a:lnTo>
                  <a:pt x="309739" y="34833"/>
                </a:lnTo>
                <a:lnTo>
                  <a:pt x="309315" y="34948"/>
                </a:lnTo>
                <a:lnTo>
                  <a:pt x="308901" y="35075"/>
                </a:lnTo>
                <a:lnTo>
                  <a:pt x="308498" y="35212"/>
                </a:lnTo>
                <a:lnTo>
                  <a:pt x="308106" y="35360"/>
                </a:lnTo>
                <a:lnTo>
                  <a:pt x="307726" y="35519"/>
                </a:lnTo>
                <a:lnTo>
                  <a:pt x="307356" y="35689"/>
                </a:lnTo>
                <a:lnTo>
                  <a:pt x="306997" y="35870"/>
                </a:lnTo>
                <a:lnTo>
                  <a:pt x="306649" y="36062"/>
                </a:lnTo>
                <a:lnTo>
                  <a:pt x="306312" y="36265"/>
                </a:lnTo>
                <a:lnTo>
                  <a:pt x="305986" y="36479"/>
                </a:lnTo>
                <a:lnTo>
                  <a:pt x="305671" y="36704"/>
                </a:lnTo>
                <a:lnTo>
                  <a:pt x="305367" y="36940"/>
                </a:lnTo>
                <a:lnTo>
                  <a:pt x="305074" y="37187"/>
                </a:lnTo>
                <a:lnTo>
                  <a:pt x="304792" y="37445"/>
                </a:lnTo>
                <a:lnTo>
                  <a:pt x="304521" y="37712"/>
                </a:lnTo>
                <a:lnTo>
                  <a:pt x="304262" y="37987"/>
                </a:lnTo>
                <a:lnTo>
                  <a:pt x="304014" y="38269"/>
                </a:lnTo>
                <a:lnTo>
                  <a:pt x="303778" y="38559"/>
                </a:lnTo>
                <a:lnTo>
                  <a:pt x="303553" y="38857"/>
                </a:lnTo>
                <a:lnTo>
                  <a:pt x="303340" y="39163"/>
                </a:lnTo>
                <a:lnTo>
                  <a:pt x="303139" y="39476"/>
                </a:lnTo>
                <a:lnTo>
                  <a:pt x="302949" y="39797"/>
                </a:lnTo>
                <a:lnTo>
                  <a:pt x="302770" y="40125"/>
                </a:lnTo>
                <a:lnTo>
                  <a:pt x="302603" y="40462"/>
                </a:lnTo>
                <a:lnTo>
                  <a:pt x="302448" y="40806"/>
                </a:lnTo>
                <a:lnTo>
                  <a:pt x="302304" y="41157"/>
                </a:lnTo>
                <a:lnTo>
                  <a:pt x="302171" y="41517"/>
                </a:lnTo>
                <a:lnTo>
                  <a:pt x="302050" y="41884"/>
                </a:lnTo>
                <a:lnTo>
                  <a:pt x="301941" y="42258"/>
                </a:lnTo>
                <a:lnTo>
                  <a:pt x="301843" y="42641"/>
                </a:lnTo>
                <a:lnTo>
                  <a:pt x="301757" y="43031"/>
                </a:lnTo>
                <a:lnTo>
                  <a:pt x="301682" y="43429"/>
                </a:lnTo>
                <a:lnTo>
                  <a:pt x="301618" y="43834"/>
                </a:lnTo>
                <a:lnTo>
                  <a:pt x="301567" y="44247"/>
                </a:lnTo>
                <a:lnTo>
                  <a:pt x="301526" y="44668"/>
                </a:lnTo>
                <a:lnTo>
                  <a:pt x="301497" y="45097"/>
                </a:lnTo>
                <a:lnTo>
                  <a:pt x="301480" y="45533"/>
                </a:lnTo>
                <a:lnTo>
                  <a:pt x="301474" y="45977"/>
                </a:lnTo>
                <a:lnTo>
                  <a:pt x="301480" y="46421"/>
                </a:lnTo>
                <a:lnTo>
                  <a:pt x="301497" y="46857"/>
                </a:lnTo>
                <a:lnTo>
                  <a:pt x="301526" y="47285"/>
                </a:lnTo>
                <a:lnTo>
                  <a:pt x="301567" y="47706"/>
                </a:lnTo>
                <a:lnTo>
                  <a:pt x="301618" y="48119"/>
                </a:lnTo>
                <a:lnTo>
                  <a:pt x="301682" y="48525"/>
                </a:lnTo>
                <a:lnTo>
                  <a:pt x="301757" y="48922"/>
                </a:lnTo>
                <a:lnTo>
                  <a:pt x="301843" y="49312"/>
                </a:lnTo>
                <a:lnTo>
                  <a:pt x="301941" y="49695"/>
                </a:lnTo>
                <a:lnTo>
                  <a:pt x="302050" y="50069"/>
                </a:lnTo>
                <a:lnTo>
                  <a:pt x="302171" y="50436"/>
                </a:lnTo>
                <a:lnTo>
                  <a:pt x="302304" y="50796"/>
                </a:lnTo>
                <a:lnTo>
                  <a:pt x="302448" y="51147"/>
                </a:lnTo>
                <a:lnTo>
                  <a:pt x="302603" y="51491"/>
                </a:lnTo>
                <a:lnTo>
                  <a:pt x="302770" y="51828"/>
                </a:lnTo>
                <a:lnTo>
                  <a:pt x="302949" y="52156"/>
                </a:lnTo>
                <a:lnTo>
                  <a:pt x="303139" y="52477"/>
                </a:lnTo>
                <a:lnTo>
                  <a:pt x="303340" y="52791"/>
                </a:lnTo>
                <a:lnTo>
                  <a:pt x="303553" y="53096"/>
                </a:lnTo>
                <a:lnTo>
                  <a:pt x="303778" y="53394"/>
                </a:lnTo>
                <a:lnTo>
                  <a:pt x="304014" y="53684"/>
                </a:lnTo>
                <a:lnTo>
                  <a:pt x="304262" y="53967"/>
                </a:lnTo>
                <a:lnTo>
                  <a:pt x="304521" y="54242"/>
                </a:lnTo>
                <a:lnTo>
                  <a:pt x="304792" y="54509"/>
                </a:lnTo>
                <a:lnTo>
                  <a:pt x="305074" y="54767"/>
                </a:lnTo>
                <a:lnTo>
                  <a:pt x="305367" y="55013"/>
                </a:lnTo>
                <a:lnTo>
                  <a:pt x="305671" y="55249"/>
                </a:lnTo>
                <a:lnTo>
                  <a:pt x="305986" y="55474"/>
                </a:lnTo>
                <a:lnTo>
                  <a:pt x="306312" y="55688"/>
                </a:lnTo>
                <a:lnTo>
                  <a:pt x="306649" y="55891"/>
                </a:lnTo>
                <a:lnTo>
                  <a:pt x="306997" y="56083"/>
                </a:lnTo>
                <a:lnTo>
                  <a:pt x="307356" y="56264"/>
                </a:lnTo>
                <a:lnTo>
                  <a:pt x="307726" y="56434"/>
                </a:lnTo>
                <a:lnTo>
                  <a:pt x="308106" y="56593"/>
                </a:lnTo>
                <a:lnTo>
                  <a:pt x="308498" y="56741"/>
                </a:lnTo>
                <a:lnTo>
                  <a:pt x="308901" y="56878"/>
                </a:lnTo>
                <a:lnTo>
                  <a:pt x="309315" y="57004"/>
                </a:lnTo>
                <a:lnTo>
                  <a:pt x="309739" y="57119"/>
                </a:lnTo>
                <a:lnTo>
                  <a:pt x="310175" y="57223"/>
                </a:lnTo>
                <a:lnTo>
                  <a:pt x="310622" y="57316"/>
                </a:lnTo>
                <a:lnTo>
                  <a:pt x="311079" y="57399"/>
                </a:lnTo>
                <a:lnTo>
                  <a:pt x="311548" y="57470"/>
                </a:lnTo>
                <a:lnTo>
                  <a:pt x="312027" y="57530"/>
                </a:lnTo>
                <a:lnTo>
                  <a:pt x="312518" y="57579"/>
                </a:lnTo>
                <a:lnTo>
                  <a:pt x="313019" y="57618"/>
                </a:lnTo>
                <a:lnTo>
                  <a:pt x="313532" y="57645"/>
                </a:lnTo>
                <a:lnTo>
                  <a:pt x="314055" y="57662"/>
                </a:lnTo>
                <a:lnTo>
                  <a:pt x="314589" y="57667"/>
                </a:lnTo>
                <a:lnTo>
                  <a:pt x="315124" y="57662"/>
                </a:lnTo>
                <a:lnTo>
                  <a:pt x="315647" y="57645"/>
                </a:lnTo>
                <a:lnTo>
                  <a:pt x="316159" y="57618"/>
                </a:lnTo>
                <a:lnTo>
                  <a:pt x="316661" y="57579"/>
                </a:lnTo>
                <a:close/>
                <a:moveTo>
                  <a:pt x="144144" y="49681"/>
                </a:moveTo>
                <a:lnTo>
                  <a:pt x="143948" y="48981"/>
                </a:lnTo>
                <a:lnTo>
                  <a:pt x="143729" y="48295"/>
                </a:lnTo>
                <a:lnTo>
                  <a:pt x="143487" y="47623"/>
                </a:lnTo>
                <a:lnTo>
                  <a:pt x="143222" y="46964"/>
                </a:lnTo>
                <a:lnTo>
                  <a:pt x="142934" y="46319"/>
                </a:lnTo>
                <a:lnTo>
                  <a:pt x="142623" y="45688"/>
                </a:lnTo>
                <a:lnTo>
                  <a:pt x="142289" y="45071"/>
                </a:lnTo>
                <a:lnTo>
                  <a:pt x="141932" y="44467"/>
                </a:lnTo>
                <a:lnTo>
                  <a:pt x="141552" y="43877"/>
                </a:lnTo>
                <a:lnTo>
                  <a:pt x="141148" y="43301"/>
                </a:lnTo>
                <a:lnTo>
                  <a:pt x="140722" y="42738"/>
                </a:lnTo>
                <a:lnTo>
                  <a:pt x="140273" y="42189"/>
                </a:lnTo>
                <a:lnTo>
                  <a:pt x="139800" y="41654"/>
                </a:lnTo>
                <a:lnTo>
                  <a:pt x="139305" y="41133"/>
                </a:lnTo>
                <a:lnTo>
                  <a:pt x="138786" y="40625"/>
                </a:lnTo>
                <a:lnTo>
                  <a:pt x="138245" y="40131"/>
                </a:lnTo>
                <a:lnTo>
                  <a:pt x="137685" y="39654"/>
                </a:lnTo>
                <a:lnTo>
                  <a:pt x="137110" y="39197"/>
                </a:lnTo>
                <a:lnTo>
                  <a:pt x="136522" y="38761"/>
                </a:lnTo>
                <a:lnTo>
                  <a:pt x="135919" y="38344"/>
                </a:lnTo>
                <a:lnTo>
                  <a:pt x="135302" y="37949"/>
                </a:lnTo>
                <a:lnTo>
                  <a:pt x="134671" y="37573"/>
                </a:lnTo>
                <a:lnTo>
                  <a:pt x="134025" y="37218"/>
                </a:lnTo>
                <a:lnTo>
                  <a:pt x="133365" y="36883"/>
                </a:lnTo>
                <a:lnTo>
                  <a:pt x="132691" y="36568"/>
                </a:lnTo>
                <a:lnTo>
                  <a:pt x="132003" y="36274"/>
                </a:lnTo>
                <a:lnTo>
                  <a:pt x="131300" y="36000"/>
                </a:lnTo>
                <a:lnTo>
                  <a:pt x="130583" y="35746"/>
                </a:lnTo>
                <a:lnTo>
                  <a:pt x="129852" y="35513"/>
                </a:lnTo>
                <a:lnTo>
                  <a:pt x="129106" y="35299"/>
                </a:lnTo>
                <a:lnTo>
                  <a:pt x="128347" y="35107"/>
                </a:lnTo>
                <a:lnTo>
                  <a:pt x="127573" y="34934"/>
                </a:lnTo>
                <a:lnTo>
                  <a:pt x="126784" y="34782"/>
                </a:lnTo>
                <a:lnTo>
                  <a:pt x="125982" y="34650"/>
                </a:lnTo>
                <a:lnTo>
                  <a:pt x="125165" y="34538"/>
                </a:lnTo>
                <a:lnTo>
                  <a:pt x="124334" y="34447"/>
                </a:lnTo>
                <a:lnTo>
                  <a:pt x="123489" y="34376"/>
                </a:lnTo>
                <a:lnTo>
                  <a:pt x="122629" y="34325"/>
                </a:lnTo>
                <a:lnTo>
                  <a:pt x="121755" y="34295"/>
                </a:lnTo>
                <a:lnTo>
                  <a:pt x="120867" y="34284"/>
                </a:lnTo>
                <a:lnTo>
                  <a:pt x="119784" y="34300"/>
                </a:lnTo>
                <a:lnTo>
                  <a:pt x="118719" y="34345"/>
                </a:lnTo>
                <a:lnTo>
                  <a:pt x="117673" y="34420"/>
                </a:lnTo>
                <a:lnTo>
                  <a:pt x="116645" y="34526"/>
                </a:lnTo>
                <a:lnTo>
                  <a:pt x="115636" y="34662"/>
                </a:lnTo>
                <a:lnTo>
                  <a:pt x="114646" y="34828"/>
                </a:lnTo>
                <a:lnTo>
                  <a:pt x="113674" y="35024"/>
                </a:lnTo>
                <a:lnTo>
                  <a:pt x="112721" y="35250"/>
                </a:lnTo>
                <a:lnTo>
                  <a:pt x="111787" y="35507"/>
                </a:lnTo>
                <a:lnTo>
                  <a:pt x="110871" y="35793"/>
                </a:lnTo>
                <a:lnTo>
                  <a:pt x="109974" y="36110"/>
                </a:lnTo>
                <a:lnTo>
                  <a:pt x="109096" y="36457"/>
                </a:lnTo>
                <a:lnTo>
                  <a:pt x="108236" y="36834"/>
                </a:lnTo>
                <a:lnTo>
                  <a:pt x="107395" y="37242"/>
                </a:lnTo>
                <a:lnTo>
                  <a:pt x="106573" y="37679"/>
                </a:lnTo>
                <a:lnTo>
                  <a:pt x="105769" y="38147"/>
                </a:lnTo>
                <a:lnTo>
                  <a:pt x="104984" y="38645"/>
                </a:lnTo>
                <a:lnTo>
                  <a:pt x="104218" y="39173"/>
                </a:lnTo>
                <a:lnTo>
                  <a:pt x="103470" y="39732"/>
                </a:lnTo>
                <a:lnTo>
                  <a:pt x="102741" y="40320"/>
                </a:lnTo>
                <a:lnTo>
                  <a:pt x="102030" y="40939"/>
                </a:lnTo>
                <a:lnTo>
                  <a:pt x="101339" y="41587"/>
                </a:lnTo>
                <a:lnTo>
                  <a:pt x="100666" y="42266"/>
                </a:lnTo>
                <a:lnTo>
                  <a:pt x="100011" y="42976"/>
                </a:lnTo>
                <a:lnTo>
                  <a:pt x="99380" y="43711"/>
                </a:lnTo>
                <a:lnTo>
                  <a:pt x="98775" y="44468"/>
                </a:lnTo>
                <a:lnTo>
                  <a:pt x="98197" y="45246"/>
                </a:lnTo>
                <a:lnTo>
                  <a:pt x="97646" y="46047"/>
                </a:lnTo>
                <a:lnTo>
                  <a:pt x="97122" y="46870"/>
                </a:lnTo>
                <a:lnTo>
                  <a:pt x="96624" y="47715"/>
                </a:lnTo>
                <a:lnTo>
                  <a:pt x="96154" y="48582"/>
                </a:lnTo>
                <a:lnTo>
                  <a:pt x="95711" y="49470"/>
                </a:lnTo>
                <a:lnTo>
                  <a:pt x="95294" y="50381"/>
                </a:lnTo>
                <a:lnTo>
                  <a:pt x="94904" y="51314"/>
                </a:lnTo>
                <a:lnTo>
                  <a:pt x="94541" y="52268"/>
                </a:lnTo>
                <a:lnTo>
                  <a:pt x="94205" y="53245"/>
                </a:lnTo>
                <a:lnTo>
                  <a:pt x="93896" y="54243"/>
                </a:lnTo>
                <a:lnTo>
                  <a:pt x="93614" y="55263"/>
                </a:lnTo>
                <a:lnTo>
                  <a:pt x="93359" y="56306"/>
                </a:lnTo>
                <a:lnTo>
                  <a:pt x="93130" y="57370"/>
                </a:lnTo>
                <a:lnTo>
                  <a:pt x="92929" y="58456"/>
                </a:lnTo>
                <a:lnTo>
                  <a:pt x="92754" y="59564"/>
                </a:lnTo>
                <a:lnTo>
                  <a:pt x="92606" y="60694"/>
                </a:lnTo>
                <a:lnTo>
                  <a:pt x="92485" y="61846"/>
                </a:lnTo>
                <a:lnTo>
                  <a:pt x="92391" y="63020"/>
                </a:lnTo>
                <a:lnTo>
                  <a:pt x="92324" y="64216"/>
                </a:lnTo>
                <a:lnTo>
                  <a:pt x="92283" y="65434"/>
                </a:lnTo>
                <a:lnTo>
                  <a:pt x="92270" y="66674"/>
                </a:lnTo>
                <a:lnTo>
                  <a:pt x="92270" y="92111"/>
                </a:lnTo>
                <a:lnTo>
                  <a:pt x="92284" y="93338"/>
                </a:lnTo>
                <a:lnTo>
                  <a:pt x="92324" y="94543"/>
                </a:lnTo>
                <a:lnTo>
                  <a:pt x="92392" y="95727"/>
                </a:lnTo>
                <a:lnTo>
                  <a:pt x="92487" y="96890"/>
                </a:lnTo>
                <a:lnTo>
                  <a:pt x="92609" y="98031"/>
                </a:lnTo>
                <a:lnTo>
                  <a:pt x="92759" y="99151"/>
                </a:lnTo>
                <a:lnTo>
                  <a:pt x="92935" y="100250"/>
                </a:lnTo>
                <a:lnTo>
                  <a:pt x="93139" y="101327"/>
                </a:lnTo>
                <a:lnTo>
                  <a:pt x="93370" y="102383"/>
                </a:lnTo>
                <a:lnTo>
                  <a:pt x="93628" y="103417"/>
                </a:lnTo>
                <a:lnTo>
                  <a:pt x="93913" y="104430"/>
                </a:lnTo>
                <a:lnTo>
                  <a:pt x="94225" y="105422"/>
                </a:lnTo>
                <a:lnTo>
                  <a:pt x="94565" y="106392"/>
                </a:lnTo>
                <a:lnTo>
                  <a:pt x="94931" y="107341"/>
                </a:lnTo>
                <a:lnTo>
                  <a:pt x="95325" y="108268"/>
                </a:lnTo>
                <a:lnTo>
                  <a:pt x="95746" y="109174"/>
                </a:lnTo>
                <a:lnTo>
                  <a:pt x="96194" y="110059"/>
                </a:lnTo>
                <a:lnTo>
                  <a:pt x="96669" y="110922"/>
                </a:lnTo>
                <a:lnTo>
                  <a:pt x="97172" y="111764"/>
                </a:lnTo>
                <a:lnTo>
                  <a:pt x="97701" y="112585"/>
                </a:lnTo>
                <a:lnTo>
                  <a:pt x="98258" y="113384"/>
                </a:lnTo>
                <a:lnTo>
                  <a:pt x="98842" y="114161"/>
                </a:lnTo>
                <a:lnTo>
                  <a:pt x="99453" y="114918"/>
                </a:lnTo>
                <a:lnTo>
                  <a:pt x="100091" y="115653"/>
                </a:lnTo>
                <a:lnTo>
                  <a:pt x="100751" y="116362"/>
                </a:lnTo>
                <a:lnTo>
                  <a:pt x="101430" y="117040"/>
                </a:lnTo>
                <a:lnTo>
                  <a:pt x="102126" y="117689"/>
                </a:lnTo>
                <a:lnTo>
                  <a:pt x="102840" y="118307"/>
                </a:lnTo>
                <a:lnTo>
                  <a:pt x="103572" y="118896"/>
                </a:lnTo>
                <a:lnTo>
                  <a:pt x="104322" y="119454"/>
                </a:lnTo>
                <a:lnTo>
                  <a:pt x="105090" y="119982"/>
                </a:lnTo>
                <a:lnTo>
                  <a:pt x="105875" y="120480"/>
                </a:lnTo>
                <a:lnTo>
                  <a:pt x="106678" y="120947"/>
                </a:lnTo>
                <a:lnTo>
                  <a:pt x="107500" y="121385"/>
                </a:lnTo>
                <a:lnTo>
                  <a:pt x="108338" y="121792"/>
                </a:lnTo>
                <a:lnTo>
                  <a:pt x="109195" y="122169"/>
                </a:lnTo>
                <a:lnTo>
                  <a:pt x="110070" y="122516"/>
                </a:lnTo>
                <a:lnTo>
                  <a:pt x="110962" y="122833"/>
                </a:lnTo>
                <a:lnTo>
                  <a:pt x="111873" y="123119"/>
                </a:lnTo>
                <a:lnTo>
                  <a:pt x="112801" y="123376"/>
                </a:lnTo>
                <a:lnTo>
                  <a:pt x="113747" y="123602"/>
                </a:lnTo>
                <a:lnTo>
                  <a:pt x="114710" y="123798"/>
                </a:lnTo>
                <a:lnTo>
                  <a:pt x="115692" y="123964"/>
                </a:lnTo>
                <a:lnTo>
                  <a:pt x="116691" y="124100"/>
                </a:lnTo>
                <a:lnTo>
                  <a:pt x="117709" y="124206"/>
                </a:lnTo>
                <a:lnTo>
                  <a:pt x="118744" y="124281"/>
                </a:lnTo>
                <a:lnTo>
                  <a:pt x="119797" y="124326"/>
                </a:lnTo>
                <a:lnTo>
                  <a:pt x="120867" y="124341"/>
                </a:lnTo>
                <a:lnTo>
                  <a:pt x="121755" y="124331"/>
                </a:lnTo>
                <a:lnTo>
                  <a:pt x="122628" y="124301"/>
                </a:lnTo>
                <a:lnTo>
                  <a:pt x="123486" y="124251"/>
                </a:lnTo>
                <a:lnTo>
                  <a:pt x="124330" y="124181"/>
                </a:lnTo>
                <a:lnTo>
                  <a:pt x="125158" y="124091"/>
                </a:lnTo>
                <a:lnTo>
                  <a:pt x="125972" y="123981"/>
                </a:lnTo>
                <a:lnTo>
                  <a:pt x="126771" y="123851"/>
                </a:lnTo>
                <a:lnTo>
                  <a:pt x="127555" y="123701"/>
                </a:lnTo>
                <a:lnTo>
                  <a:pt x="128325" y="123530"/>
                </a:lnTo>
                <a:lnTo>
                  <a:pt x="129079" y="123340"/>
                </a:lnTo>
                <a:lnTo>
                  <a:pt x="129819" y="123130"/>
                </a:lnTo>
                <a:lnTo>
                  <a:pt x="130544" y="122900"/>
                </a:lnTo>
                <a:lnTo>
                  <a:pt x="131254" y="122649"/>
                </a:lnTo>
                <a:lnTo>
                  <a:pt x="131949" y="122379"/>
                </a:lnTo>
                <a:lnTo>
                  <a:pt x="132630" y="122089"/>
                </a:lnTo>
                <a:lnTo>
                  <a:pt x="133295" y="121778"/>
                </a:lnTo>
                <a:lnTo>
                  <a:pt x="133946" y="121448"/>
                </a:lnTo>
                <a:lnTo>
                  <a:pt x="134582" y="121097"/>
                </a:lnTo>
                <a:lnTo>
                  <a:pt x="135204" y="120727"/>
                </a:lnTo>
                <a:lnTo>
                  <a:pt x="135810" y="120337"/>
                </a:lnTo>
                <a:lnTo>
                  <a:pt x="136402" y="119926"/>
                </a:lnTo>
                <a:lnTo>
                  <a:pt x="136979" y="119496"/>
                </a:lnTo>
                <a:lnTo>
                  <a:pt x="137541" y="119045"/>
                </a:lnTo>
                <a:lnTo>
                  <a:pt x="138088" y="118575"/>
                </a:lnTo>
                <a:lnTo>
                  <a:pt x="138617" y="118087"/>
                </a:lnTo>
                <a:lnTo>
                  <a:pt x="139123" y="117584"/>
                </a:lnTo>
                <a:lnTo>
                  <a:pt x="139606" y="117067"/>
                </a:lnTo>
                <a:lnTo>
                  <a:pt x="140067" y="116536"/>
                </a:lnTo>
                <a:lnTo>
                  <a:pt x="140506" y="115990"/>
                </a:lnTo>
                <a:lnTo>
                  <a:pt x="140922" y="115429"/>
                </a:lnTo>
                <a:lnTo>
                  <a:pt x="141316" y="114854"/>
                </a:lnTo>
                <a:lnTo>
                  <a:pt x="141687" y="114265"/>
                </a:lnTo>
                <a:lnTo>
                  <a:pt x="142035" y="113661"/>
                </a:lnTo>
                <a:lnTo>
                  <a:pt x="142362" y="113042"/>
                </a:lnTo>
                <a:lnTo>
                  <a:pt x="142665" y="112409"/>
                </a:lnTo>
                <a:lnTo>
                  <a:pt x="142946" y="111761"/>
                </a:lnTo>
                <a:lnTo>
                  <a:pt x="143205" y="111099"/>
                </a:lnTo>
                <a:lnTo>
                  <a:pt x="143441" y="110422"/>
                </a:lnTo>
                <a:lnTo>
                  <a:pt x="143655" y="109730"/>
                </a:lnTo>
                <a:lnTo>
                  <a:pt x="143846" y="109024"/>
                </a:lnTo>
                <a:lnTo>
                  <a:pt x="144015" y="108304"/>
                </a:lnTo>
                <a:lnTo>
                  <a:pt x="144161" y="107569"/>
                </a:lnTo>
                <a:lnTo>
                  <a:pt x="144285" y="106819"/>
                </a:lnTo>
                <a:lnTo>
                  <a:pt x="144370" y="106173"/>
                </a:lnTo>
                <a:lnTo>
                  <a:pt x="144566" y="106173"/>
                </a:lnTo>
                <a:lnTo>
                  <a:pt x="144566" y="122762"/>
                </a:lnTo>
                <a:lnTo>
                  <a:pt x="158785" y="122762"/>
                </a:lnTo>
                <a:lnTo>
                  <a:pt x="158785" y="7425"/>
                </a:lnTo>
                <a:lnTo>
                  <a:pt x="144566" y="7425"/>
                </a:lnTo>
                <a:lnTo>
                  <a:pt x="144566" y="32703"/>
                </a:lnTo>
                <a:lnTo>
                  <a:pt x="144882" y="52453"/>
                </a:lnTo>
                <a:lnTo>
                  <a:pt x="144675" y="52453"/>
                </a:lnTo>
                <a:lnTo>
                  <a:pt x="144594" y="51862"/>
                </a:lnTo>
                <a:lnTo>
                  <a:pt x="144467" y="51121"/>
                </a:lnTo>
                <a:lnTo>
                  <a:pt x="144317" y="50394"/>
                </a:lnTo>
                <a:lnTo>
                  <a:pt x="144144" y="49681"/>
                </a:lnTo>
                <a:close/>
                <a:moveTo>
                  <a:pt x="122715" y="111888"/>
                </a:moveTo>
                <a:lnTo>
                  <a:pt x="122026" y="111814"/>
                </a:lnTo>
                <a:lnTo>
                  <a:pt x="121351" y="111723"/>
                </a:lnTo>
                <a:lnTo>
                  <a:pt x="120689" y="111616"/>
                </a:lnTo>
                <a:lnTo>
                  <a:pt x="120041" y="111493"/>
                </a:lnTo>
                <a:lnTo>
                  <a:pt x="119408" y="111353"/>
                </a:lnTo>
                <a:lnTo>
                  <a:pt x="118787" y="111197"/>
                </a:lnTo>
                <a:lnTo>
                  <a:pt x="118181" y="111024"/>
                </a:lnTo>
                <a:lnTo>
                  <a:pt x="117588" y="110835"/>
                </a:lnTo>
                <a:lnTo>
                  <a:pt x="117009" y="110629"/>
                </a:lnTo>
                <a:lnTo>
                  <a:pt x="116444" y="110407"/>
                </a:lnTo>
                <a:lnTo>
                  <a:pt x="115892" y="110168"/>
                </a:lnTo>
                <a:lnTo>
                  <a:pt x="115354" y="109913"/>
                </a:lnTo>
                <a:lnTo>
                  <a:pt x="114830" y="109641"/>
                </a:lnTo>
                <a:lnTo>
                  <a:pt x="114319" y="109353"/>
                </a:lnTo>
                <a:lnTo>
                  <a:pt x="113823" y="109049"/>
                </a:lnTo>
                <a:lnTo>
                  <a:pt x="113340" y="108728"/>
                </a:lnTo>
                <a:lnTo>
                  <a:pt x="112870" y="108391"/>
                </a:lnTo>
                <a:lnTo>
                  <a:pt x="112415" y="108037"/>
                </a:lnTo>
                <a:lnTo>
                  <a:pt x="111973" y="107667"/>
                </a:lnTo>
                <a:lnTo>
                  <a:pt x="111545" y="107280"/>
                </a:lnTo>
                <a:lnTo>
                  <a:pt x="111132" y="106874"/>
                </a:lnTo>
                <a:lnTo>
                  <a:pt x="110737" y="106449"/>
                </a:lnTo>
                <a:lnTo>
                  <a:pt x="110360" y="106003"/>
                </a:lnTo>
                <a:lnTo>
                  <a:pt x="110000" y="105537"/>
                </a:lnTo>
                <a:lnTo>
                  <a:pt x="109658" y="105050"/>
                </a:lnTo>
                <a:lnTo>
                  <a:pt x="109333" y="104543"/>
                </a:lnTo>
                <a:lnTo>
                  <a:pt x="109026" y="104016"/>
                </a:lnTo>
                <a:lnTo>
                  <a:pt x="108736" y="103469"/>
                </a:lnTo>
                <a:lnTo>
                  <a:pt x="108464" y="102901"/>
                </a:lnTo>
                <a:lnTo>
                  <a:pt x="108209" y="102313"/>
                </a:lnTo>
                <a:lnTo>
                  <a:pt x="107972" y="101705"/>
                </a:lnTo>
                <a:lnTo>
                  <a:pt x="107753" y="101077"/>
                </a:lnTo>
                <a:lnTo>
                  <a:pt x="107551" y="100428"/>
                </a:lnTo>
                <a:lnTo>
                  <a:pt x="107367" y="99759"/>
                </a:lnTo>
                <a:lnTo>
                  <a:pt x="107200" y="99069"/>
                </a:lnTo>
                <a:lnTo>
                  <a:pt x="107051" y="98360"/>
                </a:lnTo>
                <a:lnTo>
                  <a:pt x="106919" y="97630"/>
                </a:lnTo>
                <a:lnTo>
                  <a:pt x="106805" y="96879"/>
                </a:lnTo>
                <a:lnTo>
                  <a:pt x="106709" y="96109"/>
                </a:lnTo>
                <a:lnTo>
                  <a:pt x="106630" y="95318"/>
                </a:lnTo>
                <a:lnTo>
                  <a:pt x="106568" y="94507"/>
                </a:lnTo>
                <a:lnTo>
                  <a:pt x="106524" y="93675"/>
                </a:lnTo>
                <a:lnTo>
                  <a:pt x="106498" y="92824"/>
                </a:lnTo>
                <a:lnTo>
                  <a:pt x="106489" y="91952"/>
                </a:lnTo>
                <a:lnTo>
                  <a:pt x="106489" y="66674"/>
                </a:lnTo>
                <a:lnTo>
                  <a:pt x="106498" y="65789"/>
                </a:lnTo>
                <a:lnTo>
                  <a:pt x="106524" y="64925"/>
                </a:lnTo>
                <a:lnTo>
                  <a:pt x="106568" y="64083"/>
                </a:lnTo>
                <a:lnTo>
                  <a:pt x="106630" y="63261"/>
                </a:lnTo>
                <a:lnTo>
                  <a:pt x="106709" y="62461"/>
                </a:lnTo>
                <a:lnTo>
                  <a:pt x="106805" y="61682"/>
                </a:lnTo>
                <a:lnTo>
                  <a:pt x="106919" y="60924"/>
                </a:lnTo>
                <a:lnTo>
                  <a:pt x="107051" y="60187"/>
                </a:lnTo>
                <a:lnTo>
                  <a:pt x="107200" y="59471"/>
                </a:lnTo>
                <a:lnTo>
                  <a:pt x="107367" y="58776"/>
                </a:lnTo>
                <a:lnTo>
                  <a:pt x="107551" y="58103"/>
                </a:lnTo>
                <a:lnTo>
                  <a:pt x="107753" y="57450"/>
                </a:lnTo>
                <a:lnTo>
                  <a:pt x="107972" y="56819"/>
                </a:lnTo>
                <a:lnTo>
                  <a:pt x="108209" y="56209"/>
                </a:lnTo>
                <a:lnTo>
                  <a:pt x="108464" y="55620"/>
                </a:lnTo>
                <a:lnTo>
                  <a:pt x="108736" y="55052"/>
                </a:lnTo>
                <a:lnTo>
                  <a:pt x="109026" y="54505"/>
                </a:lnTo>
                <a:lnTo>
                  <a:pt x="109333" y="53979"/>
                </a:lnTo>
                <a:lnTo>
                  <a:pt x="109658" y="53475"/>
                </a:lnTo>
                <a:lnTo>
                  <a:pt x="110000" y="52991"/>
                </a:lnTo>
                <a:lnTo>
                  <a:pt x="110360" y="52529"/>
                </a:lnTo>
                <a:lnTo>
                  <a:pt x="110737" y="52088"/>
                </a:lnTo>
                <a:lnTo>
                  <a:pt x="111132" y="51668"/>
                </a:lnTo>
                <a:lnTo>
                  <a:pt x="111545" y="51269"/>
                </a:lnTo>
                <a:lnTo>
                  <a:pt x="111973" y="50889"/>
                </a:lnTo>
                <a:lnTo>
                  <a:pt x="112415" y="50525"/>
                </a:lnTo>
                <a:lnTo>
                  <a:pt x="112870" y="50177"/>
                </a:lnTo>
                <a:lnTo>
                  <a:pt x="113340" y="49845"/>
                </a:lnTo>
                <a:lnTo>
                  <a:pt x="113823" y="49529"/>
                </a:lnTo>
                <a:lnTo>
                  <a:pt x="114319" y="49230"/>
                </a:lnTo>
                <a:lnTo>
                  <a:pt x="114830" y="48947"/>
                </a:lnTo>
                <a:lnTo>
                  <a:pt x="115354" y="48680"/>
                </a:lnTo>
                <a:lnTo>
                  <a:pt x="115892" y="48429"/>
                </a:lnTo>
                <a:lnTo>
                  <a:pt x="116444" y="48194"/>
                </a:lnTo>
                <a:lnTo>
                  <a:pt x="117009" y="47976"/>
                </a:lnTo>
                <a:lnTo>
                  <a:pt x="117588" y="47774"/>
                </a:lnTo>
                <a:lnTo>
                  <a:pt x="118181" y="47588"/>
                </a:lnTo>
                <a:lnTo>
                  <a:pt x="118787" y="47418"/>
                </a:lnTo>
                <a:lnTo>
                  <a:pt x="119408" y="47264"/>
                </a:lnTo>
                <a:lnTo>
                  <a:pt x="120041" y="47126"/>
                </a:lnTo>
                <a:lnTo>
                  <a:pt x="120689" y="47005"/>
                </a:lnTo>
                <a:lnTo>
                  <a:pt x="121351" y="46900"/>
                </a:lnTo>
                <a:lnTo>
                  <a:pt x="122026" y="46811"/>
                </a:lnTo>
                <a:lnTo>
                  <a:pt x="122715" y="46738"/>
                </a:lnTo>
                <a:lnTo>
                  <a:pt x="123417" y="46682"/>
                </a:lnTo>
                <a:lnTo>
                  <a:pt x="124133" y="46641"/>
                </a:lnTo>
                <a:lnTo>
                  <a:pt x="124863" y="46617"/>
                </a:lnTo>
                <a:lnTo>
                  <a:pt x="125607" y="46609"/>
                </a:lnTo>
                <a:lnTo>
                  <a:pt x="126338" y="46618"/>
                </a:lnTo>
                <a:lnTo>
                  <a:pt x="127055" y="46647"/>
                </a:lnTo>
                <a:lnTo>
                  <a:pt x="127760" y="46695"/>
                </a:lnTo>
                <a:lnTo>
                  <a:pt x="128451" y="46762"/>
                </a:lnTo>
                <a:lnTo>
                  <a:pt x="129129" y="46849"/>
                </a:lnTo>
                <a:lnTo>
                  <a:pt x="129794" y="46954"/>
                </a:lnTo>
                <a:lnTo>
                  <a:pt x="130446" y="47079"/>
                </a:lnTo>
                <a:lnTo>
                  <a:pt x="131084" y="47223"/>
                </a:lnTo>
                <a:lnTo>
                  <a:pt x="131710" y="47386"/>
                </a:lnTo>
                <a:lnTo>
                  <a:pt x="132322" y="47569"/>
                </a:lnTo>
                <a:lnTo>
                  <a:pt x="132921" y="47770"/>
                </a:lnTo>
                <a:lnTo>
                  <a:pt x="133507" y="47991"/>
                </a:lnTo>
                <a:lnTo>
                  <a:pt x="134079" y="48231"/>
                </a:lnTo>
                <a:lnTo>
                  <a:pt x="134639" y="48491"/>
                </a:lnTo>
                <a:lnTo>
                  <a:pt x="135185" y="48769"/>
                </a:lnTo>
                <a:lnTo>
                  <a:pt x="135719" y="49067"/>
                </a:lnTo>
                <a:lnTo>
                  <a:pt x="136239" y="49384"/>
                </a:lnTo>
                <a:lnTo>
                  <a:pt x="136746" y="49720"/>
                </a:lnTo>
                <a:lnTo>
                  <a:pt x="137239" y="50075"/>
                </a:lnTo>
                <a:lnTo>
                  <a:pt x="137720" y="50449"/>
                </a:lnTo>
                <a:lnTo>
                  <a:pt x="138187" y="50843"/>
                </a:lnTo>
                <a:lnTo>
                  <a:pt x="138641" y="51256"/>
                </a:lnTo>
                <a:lnTo>
                  <a:pt x="139082" y="51688"/>
                </a:lnTo>
                <a:lnTo>
                  <a:pt x="139510" y="52139"/>
                </a:lnTo>
                <a:lnTo>
                  <a:pt x="139923" y="52607"/>
                </a:lnTo>
                <a:lnTo>
                  <a:pt x="140318" y="53090"/>
                </a:lnTo>
                <a:lnTo>
                  <a:pt x="140695" y="53588"/>
                </a:lnTo>
                <a:lnTo>
                  <a:pt x="141055" y="54100"/>
                </a:lnTo>
                <a:lnTo>
                  <a:pt x="141397" y="54628"/>
                </a:lnTo>
                <a:lnTo>
                  <a:pt x="141722" y="55170"/>
                </a:lnTo>
                <a:lnTo>
                  <a:pt x="142029" y="55727"/>
                </a:lnTo>
                <a:lnTo>
                  <a:pt x="142319" y="56299"/>
                </a:lnTo>
                <a:lnTo>
                  <a:pt x="142591" y="56885"/>
                </a:lnTo>
                <a:lnTo>
                  <a:pt x="142846" y="57487"/>
                </a:lnTo>
                <a:lnTo>
                  <a:pt x="143083" y="58103"/>
                </a:lnTo>
                <a:lnTo>
                  <a:pt x="143302" y="58734"/>
                </a:lnTo>
                <a:lnTo>
                  <a:pt x="143504" y="59380"/>
                </a:lnTo>
                <a:lnTo>
                  <a:pt x="143688" y="60041"/>
                </a:lnTo>
                <a:lnTo>
                  <a:pt x="143855" y="60716"/>
                </a:lnTo>
                <a:lnTo>
                  <a:pt x="144004" y="61406"/>
                </a:lnTo>
                <a:lnTo>
                  <a:pt x="144136" y="62112"/>
                </a:lnTo>
                <a:lnTo>
                  <a:pt x="144250" y="62832"/>
                </a:lnTo>
                <a:lnTo>
                  <a:pt x="144346" y="63566"/>
                </a:lnTo>
                <a:lnTo>
                  <a:pt x="144425" y="64316"/>
                </a:lnTo>
                <a:lnTo>
                  <a:pt x="144487" y="65080"/>
                </a:lnTo>
                <a:lnTo>
                  <a:pt x="144531" y="65860"/>
                </a:lnTo>
                <a:lnTo>
                  <a:pt x="144557" y="66654"/>
                </a:lnTo>
                <a:lnTo>
                  <a:pt x="144566" y="67462"/>
                </a:lnTo>
                <a:lnTo>
                  <a:pt x="144566" y="91163"/>
                </a:lnTo>
                <a:lnTo>
                  <a:pt x="144557" y="91972"/>
                </a:lnTo>
                <a:lnTo>
                  <a:pt x="144531" y="92766"/>
                </a:lnTo>
                <a:lnTo>
                  <a:pt x="144487" y="93546"/>
                </a:lnTo>
                <a:lnTo>
                  <a:pt x="144425" y="94310"/>
                </a:lnTo>
                <a:lnTo>
                  <a:pt x="144346" y="95060"/>
                </a:lnTo>
                <a:lnTo>
                  <a:pt x="144250" y="95794"/>
                </a:lnTo>
                <a:lnTo>
                  <a:pt x="144136" y="96514"/>
                </a:lnTo>
                <a:lnTo>
                  <a:pt x="144004" y="97220"/>
                </a:lnTo>
                <a:lnTo>
                  <a:pt x="143855" y="97910"/>
                </a:lnTo>
                <a:lnTo>
                  <a:pt x="143688" y="98586"/>
                </a:lnTo>
                <a:lnTo>
                  <a:pt x="143504" y="99246"/>
                </a:lnTo>
                <a:lnTo>
                  <a:pt x="143302" y="99892"/>
                </a:lnTo>
                <a:lnTo>
                  <a:pt x="143083" y="100524"/>
                </a:lnTo>
                <a:lnTo>
                  <a:pt x="142846" y="101140"/>
                </a:lnTo>
                <a:lnTo>
                  <a:pt x="142591" y="101741"/>
                </a:lnTo>
                <a:lnTo>
                  <a:pt x="142319" y="102328"/>
                </a:lnTo>
                <a:lnTo>
                  <a:pt x="142029" y="102900"/>
                </a:lnTo>
                <a:lnTo>
                  <a:pt x="141722" y="103457"/>
                </a:lnTo>
                <a:lnTo>
                  <a:pt x="141397" y="104000"/>
                </a:lnTo>
                <a:lnTo>
                  <a:pt x="141055" y="104527"/>
                </a:lnTo>
                <a:lnTo>
                  <a:pt x="140695" y="105040"/>
                </a:lnTo>
                <a:lnTo>
                  <a:pt x="140318" y="105538"/>
                </a:lnTo>
                <a:lnTo>
                  <a:pt x="139923" y="106021"/>
                </a:lnTo>
                <a:lnTo>
                  <a:pt x="139510" y="106489"/>
                </a:lnTo>
                <a:lnTo>
                  <a:pt x="139082" y="106940"/>
                </a:lnTo>
                <a:lnTo>
                  <a:pt x="138641" y="107372"/>
                </a:lnTo>
                <a:lnTo>
                  <a:pt x="138187" y="107785"/>
                </a:lnTo>
                <a:lnTo>
                  <a:pt x="137720" y="108179"/>
                </a:lnTo>
                <a:lnTo>
                  <a:pt x="137239" y="108553"/>
                </a:lnTo>
                <a:lnTo>
                  <a:pt x="136746" y="108909"/>
                </a:lnTo>
                <a:lnTo>
                  <a:pt x="136239" y="109245"/>
                </a:lnTo>
                <a:lnTo>
                  <a:pt x="135719" y="109562"/>
                </a:lnTo>
                <a:lnTo>
                  <a:pt x="135185" y="109859"/>
                </a:lnTo>
                <a:lnTo>
                  <a:pt x="134639" y="110138"/>
                </a:lnTo>
                <a:lnTo>
                  <a:pt x="134079" y="110397"/>
                </a:lnTo>
                <a:lnTo>
                  <a:pt x="133507" y="110637"/>
                </a:lnTo>
                <a:lnTo>
                  <a:pt x="132921" y="110858"/>
                </a:lnTo>
                <a:lnTo>
                  <a:pt x="132322" y="111059"/>
                </a:lnTo>
                <a:lnTo>
                  <a:pt x="131710" y="111242"/>
                </a:lnTo>
                <a:lnTo>
                  <a:pt x="131084" y="111405"/>
                </a:lnTo>
                <a:lnTo>
                  <a:pt x="130446" y="111549"/>
                </a:lnTo>
                <a:lnTo>
                  <a:pt x="129794" y="111674"/>
                </a:lnTo>
                <a:lnTo>
                  <a:pt x="129129" y="111779"/>
                </a:lnTo>
                <a:lnTo>
                  <a:pt x="128451" y="111866"/>
                </a:lnTo>
                <a:lnTo>
                  <a:pt x="127760" y="111933"/>
                </a:lnTo>
                <a:lnTo>
                  <a:pt x="127055" y="111981"/>
                </a:lnTo>
                <a:lnTo>
                  <a:pt x="126338" y="112010"/>
                </a:lnTo>
                <a:lnTo>
                  <a:pt x="125607" y="112019"/>
                </a:lnTo>
                <a:lnTo>
                  <a:pt x="124863" y="112011"/>
                </a:lnTo>
                <a:lnTo>
                  <a:pt x="124133" y="111987"/>
                </a:lnTo>
                <a:lnTo>
                  <a:pt x="123417" y="111945"/>
                </a:lnTo>
                <a:lnTo>
                  <a:pt x="122715" y="111888"/>
                </a:lnTo>
                <a:close/>
                <a:moveTo>
                  <a:pt x="45027" y="35864"/>
                </a:moveTo>
                <a:lnTo>
                  <a:pt x="3158" y="35864"/>
                </a:lnTo>
                <a:lnTo>
                  <a:pt x="3158" y="48819"/>
                </a:lnTo>
                <a:lnTo>
                  <a:pt x="30808" y="48819"/>
                </a:lnTo>
                <a:lnTo>
                  <a:pt x="30808" y="109806"/>
                </a:lnTo>
                <a:lnTo>
                  <a:pt x="0" y="109806"/>
                </a:lnTo>
                <a:lnTo>
                  <a:pt x="0" y="122762"/>
                </a:lnTo>
                <a:lnTo>
                  <a:pt x="74256" y="122762"/>
                </a:lnTo>
                <a:lnTo>
                  <a:pt x="74256" y="109806"/>
                </a:lnTo>
                <a:lnTo>
                  <a:pt x="45027" y="109806"/>
                </a:lnTo>
                <a:lnTo>
                  <a:pt x="45027" y="35864"/>
                </a:lnTo>
                <a:close/>
                <a:moveTo>
                  <a:pt x="216823" y="94030"/>
                </a:moveTo>
                <a:lnTo>
                  <a:pt x="216928" y="93881"/>
                </a:lnTo>
                <a:lnTo>
                  <a:pt x="217032" y="93729"/>
                </a:lnTo>
                <a:lnTo>
                  <a:pt x="217136" y="93576"/>
                </a:lnTo>
                <a:lnTo>
                  <a:pt x="217240" y="93420"/>
                </a:lnTo>
                <a:lnTo>
                  <a:pt x="217343" y="93263"/>
                </a:lnTo>
                <a:lnTo>
                  <a:pt x="217446" y="93104"/>
                </a:lnTo>
                <a:lnTo>
                  <a:pt x="217549" y="92943"/>
                </a:lnTo>
                <a:lnTo>
                  <a:pt x="217652" y="92780"/>
                </a:lnTo>
                <a:lnTo>
                  <a:pt x="217754" y="92615"/>
                </a:lnTo>
                <a:lnTo>
                  <a:pt x="217856" y="92448"/>
                </a:lnTo>
                <a:lnTo>
                  <a:pt x="217958" y="92279"/>
                </a:lnTo>
                <a:lnTo>
                  <a:pt x="218060" y="92108"/>
                </a:lnTo>
                <a:lnTo>
                  <a:pt x="218161" y="91936"/>
                </a:lnTo>
                <a:lnTo>
                  <a:pt x="218262" y="91761"/>
                </a:lnTo>
                <a:lnTo>
                  <a:pt x="218363" y="91584"/>
                </a:lnTo>
                <a:lnTo>
                  <a:pt x="218463" y="91406"/>
                </a:lnTo>
                <a:lnTo>
                  <a:pt x="218563" y="91226"/>
                </a:lnTo>
                <a:lnTo>
                  <a:pt x="218663" y="91044"/>
                </a:lnTo>
                <a:lnTo>
                  <a:pt x="218763" y="90859"/>
                </a:lnTo>
                <a:lnTo>
                  <a:pt x="218862" y="90673"/>
                </a:lnTo>
                <a:lnTo>
                  <a:pt x="218961" y="90485"/>
                </a:lnTo>
                <a:lnTo>
                  <a:pt x="219060" y="90295"/>
                </a:lnTo>
                <a:lnTo>
                  <a:pt x="219158" y="90106"/>
                </a:lnTo>
                <a:lnTo>
                  <a:pt x="219254" y="89919"/>
                </a:lnTo>
                <a:lnTo>
                  <a:pt x="219348" y="89736"/>
                </a:lnTo>
                <a:lnTo>
                  <a:pt x="219440" y="89555"/>
                </a:lnTo>
                <a:lnTo>
                  <a:pt x="219530" y="89378"/>
                </a:lnTo>
                <a:lnTo>
                  <a:pt x="219618" y="89203"/>
                </a:lnTo>
                <a:lnTo>
                  <a:pt x="219705" y="89032"/>
                </a:lnTo>
                <a:lnTo>
                  <a:pt x="219789" y="88864"/>
                </a:lnTo>
                <a:lnTo>
                  <a:pt x="219872" y="88698"/>
                </a:lnTo>
                <a:lnTo>
                  <a:pt x="219952" y="88536"/>
                </a:lnTo>
                <a:lnTo>
                  <a:pt x="220031" y="88377"/>
                </a:lnTo>
                <a:lnTo>
                  <a:pt x="220107" y="88220"/>
                </a:lnTo>
                <a:lnTo>
                  <a:pt x="220182" y="88067"/>
                </a:lnTo>
                <a:lnTo>
                  <a:pt x="220255" y="87917"/>
                </a:lnTo>
                <a:lnTo>
                  <a:pt x="220326" y="87770"/>
                </a:lnTo>
                <a:lnTo>
                  <a:pt x="220395" y="87625"/>
                </a:lnTo>
                <a:lnTo>
                  <a:pt x="220462" y="87484"/>
                </a:lnTo>
                <a:lnTo>
                  <a:pt x="220527" y="87346"/>
                </a:lnTo>
                <a:lnTo>
                  <a:pt x="220590" y="87211"/>
                </a:lnTo>
                <a:lnTo>
                  <a:pt x="220652" y="87079"/>
                </a:lnTo>
                <a:lnTo>
                  <a:pt x="220711" y="86950"/>
                </a:lnTo>
                <a:lnTo>
                  <a:pt x="220769" y="86823"/>
                </a:lnTo>
                <a:lnTo>
                  <a:pt x="220824" y="86700"/>
                </a:lnTo>
                <a:lnTo>
                  <a:pt x="220878" y="86580"/>
                </a:lnTo>
                <a:lnTo>
                  <a:pt x="220944" y="86700"/>
                </a:lnTo>
                <a:lnTo>
                  <a:pt x="221011" y="86823"/>
                </a:lnTo>
                <a:lnTo>
                  <a:pt x="221079" y="86950"/>
                </a:lnTo>
                <a:lnTo>
                  <a:pt x="221148" y="87079"/>
                </a:lnTo>
                <a:lnTo>
                  <a:pt x="221217" y="87211"/>
                </a:lnTo>
                <a:lnTo>
                  <a:pt x="221288" y="87346"/>
                </a:lnTo>
                <a:lnTo>
                  <a:pt x="221359" y="87484"/>
                </a:lnTo>
                <a:lnTo>
                  <a:pt x="221431" y="87625"/>
                </a:lnTo>
                <a:lnTo>
                  <a:pt x="221504" y="87770"/>
                </a:lnTo>
                <a:lnTo>
                  <a:pt x="221578" y="87917"/>
                </a:lnTo>
                <a:lnTo>
                  <a:pt x="221652" y="88067"/>
                </a:lnTo>
                <a:lnTo>
                  <a:pt x="221728" y="88220"/>
                </a:lnTo>
                <a:lnTo>
                  <a:pt x="221804" y="88377"/>
                </a:lnTo>
                <a:lnTo>
                  <a:pt x="221881" y="88536"/>
                </a:lnTo>
                <a:lnTo>
                  <a:pt x="221958" y="88698"/>
                </a:lnTo>
                <a:lnTo>
                  <a:pt x="222037" y="88864"/>
                </a:lnTo>
                <a:lnTo>
                  <a:pt x="222116" y="89032"/>
                </a:lnTo>
                <a:lnTo>
                  <a:pt x="222197" y="89203"/>
                </a:lnTo>
                <a:lnTo>
                  <a:pt x="222278" y="89378"/>
                </a:lnTo>
                <a:lnTo>
                  <a:pt x="222360" y="89555"/>
                </a:lnTo>
                <a:lnTo>
                  <a:pt x="222442" y="89736"/>
                </a:lnTo>
                <a:lnTo>
                  <a:pt x="222526" y="89919"/>
                </a:lnTo>
                <a:lnTo>
                  <a:pt x="222610" y="90106"/>
                </a:lnTo>
                <a:lnTo>
                  <a:pt x="222695" y="90295"/>
                </a:lnTo>
                <a:lnTo>
                  <a:pt x="222781" y="90485"/>
                </a:lnTo>
                <a:lnTo>
                  <a:pt x="222867" y="90673"/>
                </a:lnTo>
                <a:lnTo>
                  <a:pt x="222953" y="90859"/>
                </a:lnTo>
                <a:lnTo>
                  <a:pt x="223040" y="91044"/>
                </a:lnTo>
                <a:lnTo>
                  <a:pt x="223127" y="91226"/>
                </a:lnTo>
                <a:lnTo>
                  <a:pt x="223214" y="91406"/>
                </a:lnTo>
                <a:lnTo>
                  <a:pt x="223301" y="91584"/>
                </a:lnTo>
                <a:lnTo>
                  <a:pt x="223389" y="91761"/>
                </a:lnTo>
                <a:lnTo>
                  <a:pt x="223477" y="91936"/>
                </a:lnTo>
                <a:lnTo>
                  <a:pt x="223565" y="92108"/>
                </a:lnTo>
                <a:lnTo>
                  <a:pt x="223654" y="92279"/>
                </a:lnTo>
                <a:lnTo>
                  <a:pt x="223742" y="92448"/>
                </a:lnTo>
                <a:lnTo>
                  <a:pt x="223831" y="92615"/>
                </a:lnTo>
                <a:lnTo>
                  <a:pt x="223921" y="92780"/>
                </a:lnTo>
                <a:lnTo>
                  <a:pt x="224010" y="92943"/>
                </a:lnTo>
                <a:lnTo>
                  <a:pt x="224100" y="93104"/>
                </a:lnTo>
                <a:lnTo>
                  <a:pt x="224190" y="93263"/>
                </a:lnTo>
                <a:lnTo>
                  <a:pt x="224281" y="93420"/>
                </a:lnTo>
                <a:lnTo>
                  <a:pt x="224371" y="93576"/>
                </a:lnTo>
                <a:lnTo>
                  <a:pt x="224462" y="93729"/>
                </a:lnTo>
                <a:lnTo>
                  <a:pt x="224554" y="93881"/>
                </a:lnTo>
                <a:lnTo>
                  <a:pt x="224645" y="94030"/>
                </a:lnTo>
                <a:lnTo>
                  <a:pt x="224737" y="94178"/>
                </a:lnTo>
                <a:lnTo>
                  <a:pt x="224829" y="94324"/>
                </a:lnTo>
                <a:lnTo>
                  <a:pt x="243472" y="122762"/>
                </a:lnTo>
                <a:lnTo>
                  <a:pt x="260220" y="122762"/>
                </a:lnTo>
                <a:lnTo>
                  <a:pt x="229569" y="78208"/>
                </a:lnTo>
                <a:lnTo>
                  <a:pt x="258482" y="35864"/>
                </a:lnTo>
                <a:lnTo>
                  <a:pt x="241734" y="35864"/>
                </a:lnTo>
                <a:lnTo>
                  <a:pt x="224513" y="62723"/>
                </a:lnTo>
                <a:lnTo>
                  <a:pt x="224421" y="62868"/>
                </a:lnTo>
                <a:lnTo>
                  <a:pt x="224329" y="63015"/>
                </a:lnTo>
                <a:lnTo>
                  <a:pt x="224238" y="63162"/>
                </a:lnTo>
                <a:lnTo>
                  <a:pt x="224147" y="63311"/>
                </a:lnTo>
                <a:lnTo>
                  <a:pt x="224056" y="63461"/>
                </a:lnTo>
                <a:lnTo>
                  <a:pt x="223965" y="63612"/>
                </a:lnTo>
                <a:lnTo>
                  <a:pt x="223875" y="63764"/>
                </a:lnTo>
                <a:lnTo>
                  <a:pt x="223784" y="63917"/>
                </a:lnTo>
                <a:lnTo>
                  <a:pt x="223694" y="64071"/>
                </a:lnTo>
                <a:lnTo>
                  <a:pt x="223605" y="64226"/>
                </a:lnTo>
                <a:lnTo>
                  <a:pt x="223516" y="64382"/>
                </a:lnTo>
                <a:lnTo>
                  <a:pt x="223427" y="64540"/>
                </a:lnTo>
                <a:lnTo>
                  <a:pt x="223338" y="64698"/>
                </a:lnTo>
                <a:lnTo>
                  <a:pt x="223249" y="64858"/>
                </a:lnTo>
                <a:lnTo>
                  <a:pt x="223161" y="65019"/>
                </a:lnTo>
                <a:lnTo>
                  <a:pt x="223073" y="65181"/>
                </a:lnTo>
                <a:lnTo>
                  <a:pt x="222986" y="65344"/>
                </a:lnTo>
                <a:lnTo>
                  <a:pt x="222898" y="65508"/>
                </a:lnTo>
                <a:lnTo>
                  <a:pt x="222811" y="65673"/>
                </a:lnTo>
                <a:lnTo>
                  <a:pt x="222724" y="65839"/>
                </a:lnTo>
                <a:lnTo>
                  <a:pt x="222638" y="66006"/>
                </a:lnTo>
                <a:lnTo>
                  <a:pt x="222551" y="66175"/>
                </a:lnTo>
                <a:lnTo>
                  <a:pt x="222465" y="66344"/>
                </a:lnTo>
                <a:lnTo>
                  <a:pt x="222380" y="66515"/>
                </a:lnTo>
                <a:lnTo>
                  <a:pt x="222295" y="66685"/>
                </a:lnTo>
                <a:lnTo>
                  <a:pt x="222212" y="66852"/>
                </a:lnTo>
                <a:lnTo>
                  <a:pt x="222132" y="67016"/>
                </a:lnTo>
                <a:lnTo>
                  <a:pt x="222053" y="67178"/>
                </a:lnTo>
                <a:lnTo>
                  <a:pt x="221976" y="67336"/>
                </a:lnTo>
                <a:lnTo>
                  <a:pt x="221901" y="67493"/>
                </a:lnTo>
                <a:lnTo>
                  <a:pt x="221828" y="67646"/>
                </a:lnTo>
                <a:lnTo>
                  <a:pt x="221756" y="67796"/>
                </a:lnTo>
                <a:lnTo>
                  <a:pt x="221687" y="67944"/>
                </a:lnTo>
                <a:lnTo>
                  <a:pt x="221620" y="68089"/>
                </a:lnTo>
                <a:lnTo>
                  <a:pt x="221554" y="68232"/>
                </a:lnTo>
                <a:lnTo>
                  <a:pt x="221491" y="68371"/>
                </a:lnTo>
                <a:lnTo>
                  <a:pt x="221429" y="68508"/>
                </a:lnTo>
                <a:lnTo>
                  <a:pt x="221369" y="68642"/>
                </a:lnTo>
                <a:lnTo>
                  <a:pt x="221312" y="68774"/>
                </a:lnTo>
                <a:lnTo>
                  <a:pt x="221256" y="68902"/>
                </a:lnTo>
                <a:lnTo>
                  <a:pt x="221202" y="69028"/>
                </a:lnTo>
                <a:lnTo>
                  <a:pt x="221150" y="69151"/>
                </a:lnTo>
                <a:lnTo>
                  <a:pt x="221100" y="69272"/>
                </a:lnTo>
                <a:lnTo>
                  <a:pt x="221051" y="69389"/>
                </a:lnTo>
                <a:lnTo>
                  <a:pt x="221005" y="69504"/>
                </a:lnTo>
                <a:lnTo>
                  <a:pt x="220961" y="69616"/>
                </a:lnTo>
                <a:lnTo>
                  <a:pt x="220918" y="69726"/>
                </a:lnTo>
                <a:lnTo>
                  <a:pt x="220878" y="69832"/>
                </a:lnTo>
                <a:lnTo>
                  <a:pt x="220824" y="69726"/>
                </a:lnTo>
                <a:lnTo>
                  <a:pt x="220770" y="69616"/>
                </a:lnTo>
                <a:lnTo>
                  <a:pt x="220714" y="69504"/>
                </a:lnTo>
                <a:lnTo>
                  <a:pt x="220656" y="69389"/>
                </a:lnTo>
                <a:lnTo>
                  <a:pt x="220597" y="69272"/>
                </a:lnTo>
                <a:lnTo>
                  <a:pt x="220537" y="69151"/>
                </a:lnTo>
                <a:lnTo>
                  <a:pt x="220476" y="69028"/>
                </a:lnTo>
                <a:lnTo>
                  <a:pt x="220413" y="68902"/>
                </a:lnTo>
                <a:lnTo>
                  <a:pt x="220348" y="68774"/>
                </a:lnTo>
                <a:lnTo>
                  <a:pt x="220283" y="68642"/>
                </a:lnTo>
                <a:lnTo>
                  <a:pt x="220216" y="68508"/>
                </a:lnTo>
                <a:lnTo>
                  <a:pt x="220147" y="68371"/>
                </a:lnTo>
                <a:lnTo>
                  <a:pt x="220077" y="68232"/>
                </a:lnTo>
                <a:lnTo>
                  <a:pt x="220006" y="68089"/>
                </a:lnTo>
                <a:lnTo>
                  <a:pt x="219934" y="67944"/>
                </a:lnTo>
                <a:lnTo>
                  <a:pt x="219860" y="67796"/>
                </a:lnTo>
                <a:lnTo>
                  <a:pt x="219785" y="67646"/>
                </a:lnTo>
                <a:lnTo>
                  <a:pt x="219708" y="67493"/>
                </a:lnTo>
                <a:lnTo>
                  <a:pt x="219630" y="67336"/>
                </a:lnTo>
                <a:lnTo>
                  <a:pt x="219550" y="67178"/>
                </a:lnTo>
                <a:lnTo>
                  <a:pt x="219470" y="67016"/>
                </a:lnTo>
                <a:lnTo>
                  <a:pt x="219387" y="66852"/>
                </a:lnTo>
                <a:lnTo>
                  <a:pt x="219304" y="66685"/>
                </a:lnTo>
                <a:lnTo>
                  <a:pt x="219219" y="66515"/>
                </a:lnTo>
                <a:lnTo>
                  <a:pt x="219133" y="66344"/>
                </a:lnTo>
                <a:lnTo>
                  <a:pt x="219047" y="66175"/>
                </a:lnTo>
                <a:lnTo>
                  <a:pt x="218961" y="66006"/>
                </a:lnTo>
                <a:lnTo>
                  <a:pt x="218874" y="65839"/>
                </a:lnTo>
                <a:lnTo>
                  <a:pt x="218788" y="65673"/>
                </a:lnTo>
                <a:lnTo>
                  <a:pt x="218701" y="65508"/>
                </a:lnTo>
                <a:lnTo>
                  <a:pt x="218613" y="65344"/>
                </a:lnTo>
                <a:lnTo>
                  <a:pt x="218526" y="65181"/>
                </a:lnTo>
                <a:lnTo>
                  <a:pt x="218438" y="65019"/>
                </a:lnTo>
                <a:lnTo>
                  <a:pt x="218349" y="64858"/>
                </a:lnTo>
                <a:lnTo>
                  <a:pt x="218261" y="64698"/>
                </a:lnTo>
                <a:lnTo>
                  <a:pt x="218172" y="64540"/>
                </a:lnTo>
                <a:lnTo>
                  <a:pt x="218083" y="64382"/>
                </a:lnTo>
                <a:lnTo>
                  <a:pt x="217994" y="64226"/>
                </a:lnTo>
                <a:lnTo>
                  <a:pt x="217904" y="64071"/>
                </a:lnTo>
                <a:lnTo>
                  <a:pt x="217814" y="63917"/>
                </a:lnTo>
                <a:lnTo>
                  <a:pt x="217724" y="63764"/>
                </a:lnTo>
                <a:lnTo>
                  <a:pt x="217634" y="63612"/>
                </a:lnTo>
                <a:lnTo>
                  <a:pt x="217543" y="63461"/>
                </a:lnTo>
                <a:lnTo>
                  <a:pt x="217452" y="63311"/>
                </a:lnTo>
                <a:lnTo>
                  <a:pt x="217361" y="63162"/>
                </a:lnTo>
                <a:lnTo>
                  <a:pt x="217269" y="63015"/>
                </a:lnTo>
                <a:lnTo>
                  <a:pt x="217178" y="62868"/>
                </a:lnTo>
                <a:lnTo>
                  <a:pt x="217085" y="62723"/>
                </a:lnTo>
                <a:lnTo>
                  <a:pt x="199865" y="35864"/>
                </a:lnTo>
                <a:lnTo>
                  <a:pt x="183117" y="35864"/>
                </a:lnTo>
                <a:lnTo>
                  <a:pt x="212030" y="78048"/>
                </a:lnTo>
                <a:lnTo>
                  <a:pt x="181222" y="122762"/>
                </a:lnTo>
                <a:lnTo>
                  <a:pt x="197970" y="122762"/>
                </a:lnTo>
                <a:lnTo>
                  <a:pt x="216613" y="94324"/>
                </a:lnTo>
                <a:lnTo>
                  <a:pt x="216718" y="94178"/>
                </a:lnTo>
                <a:lnTo>
                  <a:pt x="216823" y="94030"/>
                </a:lnTo>
                <a:close/>
                <a:moveTo>
                  <a:pt x="317151" y="124204"/>
                </a:moveTo>
                <a:lnTo>
                  <a:pt x="317631" y="124144"/>
                </a:lnTo>
                <a:lnTo>
                  <a:pt x="318099" y="124073"/>
                </a:lnTo>
                <a:lnTo>
                  <a:pt x="318557" y="123990"/>
                </a:lnTo>
                <a:lnTo>
                  <a:pt x="319003" y="123897"/>
                </a:lnTo>
                <a:lnTo>
                  <a:pt x="319439" y="123793"/>
                </a:lnTo>
                <a:lnTo>
                  <a:pt x="319863" y="123678"/>
                </a:lnTo>
                <a:lnTo>
                  <a:pt x="320277" y="123552"/>
                </a:lnTo>
                <a:lnTo>
                  <a:pt x="320680" y="123415"/>
                </a:lnTo>
                <a:lnTo>
                  <a:pt x="321071" y="123267"/>
                </a:lnTo>
                <a:lnTo>
                  <a:pt x="321452" y="123108"/>
                </a:lnTo>
                <a:lnTo>
                  <a:pt x="321822" y="122938"/>
                </a:lnTo>
                <a:lnTo>
                  <a:pt x="322181" y="122757"/>
                </a:lnTo>
                <a:lnTo>
                  <a:pt x="322528" y="122565"/>
                </a:lnTo>
                <a:lnTo>
                  <a:pt x="322865" y="122362"/>
                </a:lnTo>
                <a:lnTo>
                  <a:pt x="323191" y="122148"/>
                </a:lnTo>
                <a:lnTo>
                  <a:pt x="323506" y="121923"/>
                </a:lnTo>
                <a:lnTo>
                  <a:pt x="323810" y="121688"/>
                </a:lnTo>
                <a:lnTo>
                  <a:pt x="324103" y="121441"/>
                </a:lnTo>
                <a:lnTo>
                  <a:pt x="324385" y="121183"/>
                </a:lnTo>
                <a:lnTo>
                  <a:pt x="324655" y="120916"/>
                </a:lnTo>
                <a:lnTo>
                  <a:pt x="324914" y="120641"/>
                </a:lnTo>
                <a:lnTo>
                  <a:pt x="325162" y="120358"/>
                </a:lnTo>
                <a:lnTo>
                  <a:pt x="325398" y="120068"/>
                </a:lnTo>
                <a:lnTo>
                  <a:pt x="325623" y="119770"/>
                </a:lnTo>
                <a:lnTo>
                  <a:pt x="325836" y="119465"/>
                </a:lnTo>
                <a:lnTo>
                  <a:pt x="326037" y="119151"/>
                </a:lnTo>
                <a:lnTo>
                  <a:pt x="326228" y="118830"/>
                </a:lnTo>
                <a:lnTo>
                  <a:pt x="326406" y="118502"/>
                </a:lnTo>
                <a:lnTo>
                  <a:pt x="326573" y="118165"/>
                </a:lnTo>
                <a:lnTo>
                  <a:pt x="326729" y="117821"/>
                </a:lnTo>
                <a:lnTo>
                  <a:pt x="326873" y="117470"/>
                </a:lnTo>
                <a:lnTo>
                  <a:pt x="327005" y="117110"/>
                </a:lnTo>
                <a:lnTo>
                  <a:pt x="327126" y="116743"/>
                </a:lnTo>
                <a:lnTo>
                  <a:pt x="327235" y="116369"/>
                </a:lnTo>
                <a:lnTo>
                  <a:pt x="327333" y="115986"/>
                </a:lnTo>
                <a:lnTo>
                  <a:pt x="327420" y="115596"/>
                </a:lnTo>
                <a:lnTo>
                  <a:pt x="327495" y="115199"/>
                </a:lnTo>
                <a:lnTo>
                  <a:pt x="327558" y="114793"/>
                </a:lnTo>
                <a:lnTo>
                  <a:pt x="327610" y="114380"/>
                </a:lnTo>
                <a:lnTo>
                  <a:pt x="327650" y="113959"/>
                </a:lnTo>
                <a:lnTo>
                  <a:pt x="327679" y="113531"/>
                </a:lnTo>
                <a:lnTo>
                  <a:pt x="327696" y="113095"/>
                </a:lnTo>
                <a:lnTo>
                  <a:pt x="327702" y="112651"/>
                </a:lnTo>
                <a:lnTo>
                  <a:pt x="327696" y="112207"/>
                </a:lnTo>
                <a:lnTo>
                  <a:pt x="327679" y="111771"/>
                </a:lnTo>
                <a:lnTo>
                  <a:pt x="327650" y="111342"/>
                </a:lnTo>
                <a:lnTo>
                  <a:pt x="327610" y="110921"/>
                </a:lnTo>
                <a:lnTo>
                  <a:pt x="327558" y="110508"/>
                </a:lnTo>
                <a:lnTo>
                  <a:pt x="327495" y="110103"/>
                </a:lnTo>
                <a:lnTo>
                  <a:pt x="327420" y="109705"/>
                </a:lnTo>
                <a:lnTo>
                  <a:pt x="327333" y="109315"/>
                </a:lnTo>
                <a:lnTo>
                  <a:pt x="327235" y="108932"/>
                </a:lnTo>
                <a:lnTo>
                  <a:pt x="327126" y="108558"/>
                </a:lnTo>
                <a:lnTo>
                  <a:pt x="327005" y="108191"/>
                </a:lnTo>
                <a:lnTo>
                  <a:pt x="326873" y="107831"/>
                </a:lnTo>
                <a:lnTo>
                  <a:pt x="326729" y="107480"/>
                </a:lnTo>
                <a:lnTo>
                  <a:pt x="326573" y="107136"/>
                </a:lnTo>
                <a:lnTo>
                  <a:pt x="326406" y="106799"/>
                </a:lnTo>
                <a:lnTo>
                  <a:pt x="326228" y="106471"/>
                </a:lnTo>
                <a:lnTo>
                  <a:pt x="326037" y="106150"/>
                </a:lnTo>
                <a:lnTo>
                  <a:pt x="325836" y="105837"/>
                </a:lnTo>
                <a:lnTo>
                  <a:pt x="325623" y="105531"/>
                </a:lnTo>
                <a:lnTo>
                  <a:pt x="325398" y="105233"/>
                </a:lnTo>
                <a:lnTo>
                  <a:pt x="325162" y="104943"/>
                </a:lnTo>
                <a:lnTo>
                  <a:pt x="324914" y="104661"/>
                </a:lnTo>
                <a:lnTo>
                  <a:pt x="324655" y="104386"/>
                </a:lnTo>
                <a:lnTo>
                  <a:pt x="324385" y="104119"/>
                </a:lnTo>
                <a:lnTo>
                  <a:pt x="324103" y="103861"/>
                </a:lnTo>
                <a:lnTo>
                  <a:pt x="323810" y="103614"/>
                </a:lnTo>
                <a:lnTo>
                  <a:pt x="323506" y="103378"/>
                </a:lnTo>
                <a:lnTo>
                  <a:pt x="323191" y="103153"/>
                </a:lnTo>
                <a:lnTo>
                  <a:pt x="322865" y="102939"/>
                </a:lnTo>
                <a:lnTo>
                  <a:pt x="322528" y="102736"/>
                </a:lnTo>
                <a:lnTo>
                  <a:pt x="322181" y="102544"/>
                </a:lnTo>
                <a:lnTo>
                  <a:pt x="321822" y="102363"/>
                </a:lnTo>
                <a:lnTo>
                  <a:pt x="321452" y="102193"/>
                </a:lnTo>
                <a:lnTo>
                  <a:pt x="321071" y="102034"/>
                </a:lnTo>
                <a:lnTo>
                  <a:pt x="320680" y="101886"/>
                </a:lnTo>
                <a:lnTo>
                  <a:pt x="320277" y="101749"/>
                </a:lnTo>
                <a:lnTo>
                  <a:pt x="319863" y="101623"/>
                </a:lnTo>
                <a:lnTo>
                  <a:pt x="319439" y="101507"/>
                </a:lnTo>
                <a:lnTo>
                  <a:pt x="319003" y="101403"/>
                </a:lnTo>
                <a:lnTo>
                  <a:pt x="318557" y="101310"/>
                </a:lnTo>
                <a:lnTo>
                  <a:pt x="318099" y="101227"/>
                </a:lnTo>
                <a:lnTo>
                  <a:pt x="317631" y="101156"/>
                </a:lnTo>
                <a:lnTo>
                  <a:pt x="317151" y="101096"/>
                </a:lnTo>
                <a:lnTo>
                  <a:pt x="316661" y="101046"/>
                </a:lnTo>
                <a:lnTo>
                  <a:pt x="316159" y="101008"/>
                </a:lnTo>
                <a:lnTo>
                  <a:pt x="315647" y="100981"/>
                </a:lnTo>
                <a:lnTo>
                  <a:pt x="315124" y="100964"/>
                </a:lnTo>
                <a:lnTo>
                  <a:pt x="314589" y="100959"/>
                </a:lnTo>
                <a:lnTo>
                  <a:pt x="314055" y="100964"/>
                </a:lnTo>
                <a:lnTo>
                  <a:pt x="313532" y="100981"/>
                </a:lnTo>
                <a:lnTo>
                  <a:pt x="313019" y="101008"/>
                </a:lnTo>
                <a:lnTo>
                  <a:pt x="312518" y="101046"/>
                </a:lnTo>
                <a:lnTo>
                  <a:pt x="312027" y="101096"/>
                </a:lnTo>
                <a:lnTo>
                  <a:pt x="311548" y="101156"/>
                </a:lnTo>
                <a:lnTo>
                  <a:pt x="311079" y="101227"/>
                </a:lnTo>
                <a:lnTo>
                  <a:pt x="310622" y="101310"/>
                </a:lnTo>
                <a:lnTo>
                  <a:pt x="310175" y="101403"/>
                </a:lnTo>
                <a:lnTo>
                  <a:pt x="309739" y="101507"/>
                </a:lnTo>
                <a:lnTo>
                  <a:pt x="309315" y="101623"/>
                </a:lnTo>
                <a:lnTo>
                  <a:pt x="308901" y="101749"/>
                </a:lnTo>
                <a:lnTo>
                  <a:pt x="308498" y="101886"/>
                </a:lnTo>
                <a:lnTo>
                  <a:pt x="308106" y="102034"/>
                </a:lnTo>
                <a:lnTo>
                  <a:pt x="307726" y="102193"/>
                </a:lnTo>
                <a:lnTo>
                  <a:pt x="307356" y="102363"/>
                </a:lnTo>
                <a:lnTo>
                  <a:pt x="306997" y="102544"/>
                </a:lnTo>
                <a:lnTo>
                  <a:pt x="306649" y="102736"/>
                </a:lnTo>
                <a:lnTo>
                  <a:pt x="306312" y="102939"/>
                </a:lnTo>
                <a:lnTo>
                  <a:pt x="305986" y="103153"/>
                </a:lnTo>
                <a:lnTo>
                  <a:pt x="305671" y="103378"/>
                </a:lnTo>
                <a:lnTo>
                  <a:pt x="305367" y="103614"/>
                </a:lnTo>
                <a:lnTo>
                  <a:pt x="305074" y="103861"/>
                </a:lnTo>
                <a:lnTo>
                  <a:pt x="304792" y="104119"/>
                </a:lnTo>
                <a:lnTo>
                  <a:pt x="304521" y="104386"/>
                </a:lnTo>
                <a:lnTo>
                  <a:pt x="304262" y="104661"/>
                </a:lnTo>
                <a:lnTo>
                  <a:pt x="304014" y="104943"/>
                </a:lnTo>
                <a:lnTo>
                  <a:pt x="303778" y="105233"/>
                </a:lnTo>
                <a:lnTo>
                  <a:pt x="303553" y="105531"/>
                </a:lnTo>
                <a:lnTo>
                  <a:pt x="303340" y="105837"/>
                </a:lnTo>
                <a:lnTo>
                  <a:pt x="303139" y="106150"/>
                </a:lnTo>
                <a:lnTo>
                  <a:pt x="302949" y="106471"/>
                </a:lnTo>
                <a:lnTo>
                  <a:pt x="302770" y="106799"/>
                </a:lnTo>
                <a:lnTo>
                  <a:pt x="302603" y="107136"/>
                </a:lnTo>
                <a:lnTo>
                  <a:pt x="302448" y="107480"/>
                </a:lnTo>
                <a:lnTo>
                  <a:pt x="302304" y="107831"/>
                </a:lnTo>
                <a:lnTo>
                  <a:pt x="302171" y="108191"/>
                </a:lnTo>
                <a:lnTo>
                  <a:pt x="302050" y="108558"/>
                </a:lnTo>
                <a:lnTo>
                  <a:pt x="301941" y="108932"/>
                </a:lnTo>
                <a:lnTo>
                  <a:pt x="301843" y="109315"/>
                </a:lnTo>
                <a:lnTo>
                  <a:pt x="301757" y="109705"/>
                </a:lnTo>
                <a:lnTo>
                  <a:pt x="301682" y="110103"/>
                </a:lnTo>
                <a:lnTo>
                  <a:pt x="301618" y="110508"/>
                </a:lnTo>
                <a:lnTo>
                  <a:pt x="301567" y="110921"/>
                </a:lnTo>
                <a:lnTo>
                  <a:pt x="301526" y="111342"/>
                </a:lnTo>
                <a:lnTo>
                  <a:pt x="301497" y="111771"/>
                </a:lnTo>
                <a:lnTo>
                  <a:pt x="301480" y="112207"/>
                </a:lnTo>
                <a:lnTo>
                  <a:pt x="301474" y="112651"/>
                </a:lnTo>
                <a:lnTo>
                  <a:pt x="301480" y="113095"/>
                </a:lnTo>
                <a:lnTo>
                  <a:pt x="301497" y="113531"/>
                </a:lnTo>
                <a:lnTo>
                  <a:pt x="301526" y="113959"/>
                </a:lnTo>
                <a:lnTo>
                  <a:pt x="301567" y="114380"/>
                </a:lnTo>
                <a:lnTo>
                  <a:pt x="301618" y="114793"/>
                </a:lnTo>
                <a:lnTo>
                  <a:pt x="301682" y="115199"/>
                </a:lnTo>
                <a:lnTo>
                  <a:pt x="301757" y="115596"/>
                </a:lnTo>
                <a:lnTo>
                  <a:pt x="301843" y="115986"/>
                </a:lnTo>
                <a:lnTo>
                  <a:pt x="301941" y="116369"/>
                </a:lnTo>
                <a:lnTo>
                  <a:pt x="302050" y="116743"/>
                </a:lnTo>
                <a:lnTo>
                  <a:pt x="302171" y="117110"/>
                </a:lnTo>
                <a:lnTo>
                  <a:pt x="302304" y="117470"/>
                </a:lnTo>
                <a:lnTo>
                  <a:pt x="302448" y="117821"/>
                </a:lnTo>
                <a:lnTo>
                  <a:pt x="302603" y="118165"/>
                </a:lnTo>
                <a:lnTo>
                  <a:pt x="302770" y="118502"/>
                </a:lnTo>
                <a:lnTo>
                  <a:pt x="302949" y="118830"/>
                </a:lnTo>
                <a:lnTo>
                  <a:pt x="303139" y="119151"/>
                </a:lnTo>
                <a:lnTo>
                  <a:pt x="303340" y="119465"/>
                </a:lnTo>
                <a:lnTo>
                  <a:pt x="303553" y="119770"/>
                </a:lnTo>
                <a:lnTo>
                  <a:pt x="303778" y="120068"/>
                </a:lnTo>
                <a:lnTo>
                  <a:pt x="304014" y="120358"/>
                </a:lnTo>
                <a:lnTo>
                  <a:pt x="304262" y="120641"/>
                </a:lnTo>
                <a:lnTo>
                  <a:pt x="304521" y="120916"/>
                </a:lnTo>
                <a:lnTo>
                  <a:pt x="304792" y="121183"/>
                </a:lnTo>
                <a:lnTo>
                  <a:pt x="305074" y="121441"/>
                </a:lnTo>
                <a:lnTo>
                  <a:pt x="305367" y="121688"/>
                </a:lnTo>
                <a:lnTo>
                  <a:pt x="305671" y="121923"/>
                </a:lnTo>
                <a:lnTo>
                  <a:pt x="305986" y="122148"/>
                </a:lnTo>
                <a:lnTo>
                  <a:pt x="306312" y="122362"/>
                </a:lnTo>
                <a:lnTo>
                  <a:pt x="306649" y="122565"/>
                </a:lnTo>
                <a:lnTo>
                  <a:pt x="306997" y="122757"/>
                </a:lnTo>
                <a:lnTo>
                  <a:pt x="307356" y="122938"/>
                </a:lnTo>
                <a:lnTo>
                  <a:pt x="307726" y="123108"/>
                </a:lnTo>
                <a:lnTo>
                  <a:pt x="308106" y="123267"/>
                </a:lnTo>
                <a:lnTo>
                  <a:pt x="308498" y="123415"/>
                </a:lnTo>
                <a:lnTo>
                  <a:pt x="308901" y="123552"/>
                </a:lnTo>
                <a:lnTo>
                  <a:pt x="309315" y="123678"/>
                </a:lnTo>
                <a:lnTo>
                  <a:pt x="309739" y="123793"/>
                </a:lnTo>
                <a:lnTo>
                  <a:pt x="310175" y="123897"/>
                </a:lnTo>
                <a:lnTo>
                  <a:pt x="310622" y="123990"/>
                </a:lnTo>
                <a:lnTo>
                  <a:pt x="311079" y="124073"/>
                </a:lnTo>
                <a:lnTo>
                  <a:pt x="311548" y="124144"/>
                </a:lnTo>
                <a:lnTo>
                  <a:pt x="312027" y="124204"/>
                </a:lnTo>
                <a:lnTo>
                  <a:pt x="312518" y="124254"/>
                </a:lnTo>
                <a:lnTo>
                  <a:pt x="313019" y="124292"/>
                </a:lnTo>
                <a:lnTo>
                  <a:pt x="313532" y="124319"/>
                </a:lnTo>
                <a:lnTo>
                  <a:pt x="314055" y="124336"/>
                </a:lnTo>
                <a:lnTo>
                  <a:pt x="314589" y="124341"/>
                </a:lnTo>
                <a:lnTo>
                  <a:pt x="315124" y="124336"/>
                </a:lnTo>
                <a:lnTo>
                  <a:pt x="315647" y="124319"/>
                </a:lnTo>
                <a:lnTo>
                  <a:pt x="316159" y="124292"/>
                </a:lnTo>
                <a:lnTo>
                  <a:pt x="316661" y="124254"/>
                </a:lnTo>
                <a:lnTo>
                  <a:pt x="317151" y="124204"/>
                </a:lnTo>
                <a:close/>
                <a:moveTo>
                  <a:pt x="839456" y="57983"/>
                </a:moveTo>
                <a:lnTo>
                  <a:pt x="907393" y="57983"/>
                </a:lnTo>
                <a:lnTo>
                  <a:pt x="907393" y="45343"/>
                </a:lnTo>
                <a:lnTo>
                  <a:pt x="839456" y="45343"/>
                </a:lnTo>
                <a:lnTo>
                  <a:pt x="839456" y="57983"/>
                </a:lnTo>
                <a:close/>
                <a:moveTo>
                  <a:pt x="1061078" y="73718"/>
                </a:moveTo>
                <a:lnTo>
                  <a:pt x="1061407" y="73681"/>
                </a:lnTo>
                <a:lnTo>
                  <a:pt x="1061731" y="73636"/>
                </a:lnTo>
                <a:lnTo>
                  <a:pt x="1062049" y="73582"/>
                </a:lnTo>
                <a:lnTo>
                  <a:pt x="1062361" y="73520"/>
                </a:lnTo>
                <a:lnTo>
                  <a:pt x="1062668" y="73450"/>
                </a:lnTo>
                <a:lnTo>
                  <a:pt x="1062968" y="73372"/>
                </a:lnTo>
                <a:lnTo>
                  <a:pt x="1063263" y="73286"/>
                </a:lnTo>
                <a:lnTo>
                  <a:pt x="1063553" y="73191"/>
                </a:lnTo>
                <a:lnTo>
                  <a:pt x="1063836" y="73088"/>
                </a:lnTo>
                <a:lnTo>
                  <a:pt x="1064114" y="72977"/>
                </a:lnTo>
                <a:lnTo>
                  <a:pt x="1064386" y="72858"/>
                </a:lnTo>
                <a:lnTo>
                  <a:pt x="1064652" y="72730"/>
                </a:lnTo>
                <a:lnTo>
                  <a:pt x="1064912" y="72595"/>
                </a:lnTo>
                <a:lnTo>
                  <a:pt x="1065167" y="72451"/>
                </a:lnTo>
                <a:lnTo>
                  <a:pt x="1065415" y="72298"/>
                </a:lnTo>
                <a:lnTo>
                  <a:pt x="1065659" y="72138"/>
                </a:lnTo>
                <a:lnTo>
                  <a:pt x="1065896" y="71969"/>
                </a:lnTo>
                <a:lnTo>
                  <a:pt x="1066127" y="71792"/>
                </a:lnTo>
                <a:lnTo>
                  <a:pt x="1066353" y="71607"/>
                </a:lnTo>
                <a:lnTo>
                  <a:pt x="1066573" y="71414"/>
                </a:lnTo>
                <a:lnTo>
                  <a:pt x="1066786" y="71213"/>
                </a:lnTo>
                <a:lnTo>
                  <a:pt x="1066990" y="71005"/>
                </a:lnTo>
                <a:lnTo>
                  <a:pt x="1067185" y="70789"/>
                </a:lnTo>
                <a:lnTo>
                  <a:pt x="1067370" y="70567"/>
                </a:lnTo>
                <a:lnTo>
                  <a:pt x="1067547" y="70337"/>
                </a:lnTo>
                <a:lnTo>
                  <a:pt x="1067715" y="70100"/>
                </a:lnTo>
                <a:lnTo>
                  <a:pt x="1067873" y="69857"/>
                </a:lnTo>
                <a:lnTo>
                  <a:pt x="1068023" y="69606"/>
                </a:lnTo>
                <a:lnTo>
                  <a:pt x="1068163" y="69348"/>
                </a:lnTo>
                <a:lnTo>
                  <a:pt x="1068294" y="69082"/>
                </a:lnTo>
                <a:lnTo>
                  <a:pt x="1068417" y="68810"/>
                </a:lnTo>
                <a:lnTo>
                  <a:pt x="1068530" y="68530"/>
                </a:lnTo>
                <a:lnTo>
                  <a:pt x="1068634" y="68244"/>
                </a:lnTo>
                <a:lnTo>
                  <a:pt x="1068729" y="67950"/>
                </a:lnTo>
                <a:lnTo>
                  <a:pt x="1068815" y="67649"/>
                </a:lnTo>
                <a:lnTo>
                  <a:pt x="1068892" y="67341"/>
                </a:lnTo>
                <a:lnTo>
                  <a:pt x="1068960" y="67026"/>
                </a:lnTo>
                <a:lnTo>
                  <a:pt x="1069019" y="66704"/>
                </a:lnTo>
                <a:lnTo>
                  <a:pt x="1069069" y="66374"/>
                </a:lnTo>
                <a:lnTo>
                  <a:pt x="1069109" y="66038"/>
                </a:lnTo>
                <a:lnTo>
                  <a:pt x="1069141" y="65694"/>
                </a:lnTo>
                <a:lnTo>
                  <a:pt x="1069164" y="65343"/>
                </a:lnTo>
                <a:lnTo>
                  <a:pt x="1069177" y="64985"/>
                </a:lnTo>
                <a:lnTo>
                  <a:pt x="1069182" y="64620"/>
                </a:lnTo>
                <a:lnTo>
                  <a:pt x="1069177" y="64268"/>
                </a:lnTo>
                <a:lnTo>
                  <a:pt x="1069164" y="63923"/>
                </a:lnTo>
                <a:lnTo>
                  <a:pt x="1069141" y="63584"/>
                </a:lnTo>
                <a:lnTo>
                  <a:pt x="1069109" y="63253"/>
                </a:lnTo>
                <a:lnTo>
                  <a:pt x="1069069" y="62928"/>
                </a:lnTo>
                <a:lnTo>
                  <a:pt x="1069019" y="62610"/>
                </a:lnTo>
                <a:lnTo>
                  <a:pt x="1068960" y="62299"/>
                </a:lnTo>
                <a:lnTo>
                  <a:pt x="1068892" y="61995"/>
                </a:lnTo>
                <a:lnTo>
                  <a:pt x="1068815" y="61698"/>
                </a:lnTo>
                <a:lnTo>
                  <a:pt x="1068729" y="61407"/>
                </a:lnTo>
                <a:lnTo>
                  <a:pt x="1068634" y="61124"/>
                </a:lnTo>
                <a:lnTo>
                  <a:pt x="1068530" y="60847"/>
                </a:lnTo>
                <a:lnTo>
                  <a:pt x="1068417" y="60577"/>
                </a:lnTo>
                <a:lnTo>
                  <a:pt x="1068294" y="60314"/>
                </a:lnTo>
                <a:lnTo>
                  <a:pt x="1068163" y="60058"/>
                </a:lnTo>
                <a:lnTo>
                  <a:pt x="1068023" y="59809"/>
                </a:lnTo>
                <a:lnTo>
                  <a:pt x="1067873" y="59567"/>
                </a:lnTo>
                <a:lnTo>
                  <a:pt x="1067715" y="59331"/>
                </a:lnTo>
                <a:lnTo>
                  <a:pt x="1067547" y="59103"/>
                </a:lnTo>
                <a:lnTo>
                  <a:pt x="1067370" y="58881"/>
                </a:lnTo>
                <a:lnTo>
                  <a:pt x="1067185" y="58666"/>
                </a:lnTo>
                <a:lnTo>
                  <a:pt x="1066990" y="58458"/>
                </a:lnTo>
                <a:lnTo>
                  <a:pt x="1066786" y="58257"/>
                </a:lnTo>
                <a:lnTo>
                  <a:pt x="1066573" y="58063"/>
                </a:lnTo>
                <a:lnTo>
                  <a:pt x="1066353" y="57876"/>
                </a:lnTo>
                <a:lnTo>
                  <a:pt x="1066127" y="57697"/>
                </a:lnTo>
                <a:lnTo>
                  <a:pt x="1065896" y="57526"/>
                </a:lnTo>
                <a:lnTo>
                  <a:pt x="1065659" y="57363"/>
                </a:lnTo>
                <a:lnTo>
                  <a:pt x="1065415" y="57208"/>
                </a:lnTo>
                <a:lnTo>
                  <a:pt x="1065167" y="57061"/>
                </a:lnTo>
                <a:lnTo>
                  <a:pt x="1064912" y="56921"/>
                </a:lnTo>
                <a:lnTo>
                  <a:pt x="1064652" y="56790"/>
                </a:lnTo>
                <a:lnTo>
                  <a:pt x="1064386" y="56667"/>
                </a:lnTo>
                <a:lnTo>
                  <a:pt x="1064114" y="56552"/>
                </a:lnTo>
                <a:lnTo>
                  <a:pt x="1063836" y="56444"/>
                </a:lnTo>
                <a:lnTo>
                  <a:pt x="1063553" y="56345"/>
                </a:lnTo>
                <a:lnTo>
                  <a:pt x="1063263" y="56253"/>
                </a:lnTo>
                <a:lnTo>
                  <a:pt x="1062968" y="56170"/>
                </a:lnTo>
                <a:lnTo>
                  <a:pt x="1062668" y="56094"/>
                </a:lnTo>
                <a:lnTo>
                  <a:pt x="1062361" y="56027"/>
                </a:lnTo>
                <a:lnTo>
                  <a:pt x="1062049" y="55967"/>
                </a:lnTo>
                <a:lnTo>
                  <a:pt x="1061731" y="55915"/>
                </a:lnTo>
                <a:lnTo>
                  <a:pt x="1061407" y="55872"/>
                </a:lnTo>
                <a:lnTo>
                  <a:pt x="1061078" y="55836"/>
                </a:lnTo>
                <a:lnTo>
                  <a:pt x="1060743" y="55808"/>
                </a:lnTo>
                <a:lnTo>
                  <a:pt x="1060402" y="55788"/>
                </a:lnTo>
                <a:lnTo>
                  <a:pt x="1060055" y="55776"/>
                </a:lnTo>
                <a:lnTo>
                  <a:pt x="1059702" y="55772"/>
                </a:lnTo>
                <a:lnTo>
                  <a:pt x="1059350" y="55776"/>
                </a:lnTo>
                <a:lnTo>
                  <a:pt x="1059003" y="55788"/>
                </a:lnTo>
                <a:lnTo>
                  <a:pt x="1058662" y="55808"/>
                </a:lnTo>
                <a:lnTo>
                  <a:pt x="1058326" y="55836"/>
                </a:lnTo>
                <a:lnTo>
                  <a:pt x="1057997" y="55872"/>
                </a:lnTo>
                <a:lnTo>
                  <a:pt x="1057673" y="55915"/>
                </a:lnTo>
                <a:lnTo>
                  <a:pt x="1057355" y="55967"/>
                </a:lnTo>
                <a:lnTo>
                  <a:pt x="1057042" y="56027"/>
                </a:lnTo>
                <a:lnTo>
                  <a:pt x="1056736" y="56094"/>
                </a:lnTo>
                <a:lnTo>
                  <a:pt x="1056435" y="56170"/>
                </a:lnTo>
                <a:lnTo>
                  <a:pt x="1056140" y="56253"/>
                </a:lnTo>
                <a:lnTo>
                  <a:pt x="1055851" y="56345"/>
                </a:lnTo>
                <a:lnTo>
                  <a:pt x="1055567" y="56444"/>
                </a:lnTo>
                <a:lnTo>
                  <a:pt x="1055289" y="56552"/>
                </a:lnTo>
                <a:lnTo>
                  <a:pt x="1055017" y="56667"/>
                </a:lnTo>
                <a:lnTo>
                  <a:pt x="1054751" y="56790"/>
                </a:lnTo>
                <a:lnTo>
                  <a:pt x="1054491" y="56921"/>
                </a:lnTo>
                <a:lnTo>
                  <a:pt x="1054236" y="57061"/>
                </a:lnTo>
                <a:lnTo>
                  <a:pt x="1053987" y="57208"/>
                </a:lnTo>
                <a:lnTo>
                  <a:pt x="1053744" y="57363"/>
                </a:lnTo>
                <a:lnTo>
                  <a:pt x="1053507" y="57526"/>
                </a:lnTo>
                <a:lnTo>
                  <a:pt x="1053275" y="57697"/>
                </a:lnTo>
                <a:lnTo>
                  <a:pt x="1053049" y="57876"/>
                </a:lnTo>
                <a:lnTo>
                  <a:pt x="1052829" y="58063"/>
                </a:lnTo>
                <a:lnTo>
                  <a:pt x="1052617" y="58257"/>
                </a:lnTo>
                <a:lnTo>
                  <a:pt x="1052413" y="58458"/>
                </a:lnTo>
                <a:lnTo>
                  <a:pt x="1052218" y="58666"/>
                </a:lnTo>
                <a:lnTo>
                  <a:pt x="1052033" y="58881"/>
                </a:lnTo>
                <a:lnTo>
                  <a:pt x="1051856" y="59103"/>
                </a:lnTo>
                <a:lnTo>
                  <a:pt x="1051689" y="59331"/>
                </a:lnTo>
                <a:lnTo>
                  <a:pt x="1051531" y="59567"/>
                </a:lnTo>
                <a:lnTo>
                  <a:pt x="1051381" y="59809"/>
                </a:lnTo>
                <a:lnTo>
                  <a:pt x="1051241" y="60058"/>
                </a:lnTo>
                <a:lnTo>
                  <a:pt x="1051110" y="60314"/>
                </a:lnTo>
                <a:lnTo>
                  <a:pt x="1050988" y="60577"/>
                </a:lnTo>
                <a:lnTo>
                  <a:pt x="1050875" y="60847"/>
                </a:lnTo>
                <a:lnTo>
                  <a:pt x="1050771" y="61124"/>
                </a:lnTo>
                <a:lnTo>
                  <a:pt x="1050675" y="61407"/>
                </a:lnTo>
                <a:lnTo>
                  <a:pt x="1050590" y="61698"/>
                </a:lnTo>
                <a:lnTo>
                  <a:pt x="1050513" y="61995"/>
                </a:lnTo>
                <a:lnTo>
                  <a:pt x="1050445" y="62299"/>
                </a:lnTo>
                <a:lnTo>
                  <a:pt x="1050386" y="62610"/>
                </a:lnTo>
                <a:lnTo>
                  <a:pt x="1050336" y="62928"/>
                </a:lnTo>
                <a:lnTo>
                  <a:pt x="1050295" y="63253"/>
                </a:lnTo>
                <a:lnTo>
                  <a:pt x="1050264" y="63584"/>
                </a:lnTo>
                <a:lnTo>
                  <a:pt x="1050241" y="63923"/>
                </a:lnTo>
                <a:lnTo>
                  <a:pt x="1050228" y="64268"/>
                </a:lnTo>
                <a:lnTo>
                  <a:pt x="1050223" y="64620"/>
                </a:lnTo>
                <a:lnTo>
                  <a:pt x="1050228" y="64985"/>
                </a:lnTo>
                <a:lnTo>
                  <a:pt x="1050241" y="65343"/>
                </a:lnTo>
                <a:lnTo>
                  <a:pt x="1050264" y="65694"/>
                </a:lnTo>
                <a:lnTo>
                  <a:pt x="1050295" y="66038"/>
                </a:lnTo>
                <a:lnTo>
                  <a:pt x="1050336" y="66374"/>
                </a:lnTo>
                <a:lnTo>
                  <a:pt x="1050386" y="66704"/>
                </a:lnTo>
                <a:lnTo>
                  <a:pt x="1050445" y="67026"/>
                </a:lnTo>
                <a:lnTo>
                  <a:pt x="1050513" y="67341"/>
                </a:lnTo>
                <a:lnTo>
                  <a:pt x="1050590" y="67649"/>
                </a:lnTo>
                <a:lnTo>
                  <a:pt x="1050675" y="67950"/>
                </a:lnTo>
                <a:lnTo>
                  <a:pt x="1050771" y="68244"/>
                </a:lnTo>
                <a:lnTo>
                  <a:pt x="1050875" y="68530"/>
                </a:lnTo>
                <a:lnTo>
                  <a:pt x="1050988" y="68810"/>
                </a:lnTo>
                <a:lnTo>
                  <a:pt x="1051110" y="69082"/>
                </a:lnTo>
                <a:lnTo>
                  <a:pt x="1051241" y="69348"/>
                </a:lnTo>
                <a:lnTo>
                  <a:pt x="1051381" y="69606"/>
                </a:lnTo>
                <a:lnTo>
                  <a:pt x="1051531" y="69857"/>
                </a:lnTo>
                <a:lnTo>
                  <a:pt x="1051689" y="70100"/>
                </a:lnTo>
                <a:lnTo>
                  <a:pt x="1051856" y="70337"/>
                </a:lnTo>
                <a:lnTo>
                  <a:pt x="1052033" y="70567"/>
                </a:lnTo>
                <a:lnTo>
                  <a:pt x="1052218" y="70789"/>
                </a:lnTo>
                <a:lnTo>
                  <a:pt x="1052413" y="71005"/>
                </a:lnTo>
                <a:lnTo>
                  <a:pt x="1052617" y="71213"/>
                </a:lnTo>
                <a:lnTo>
                  <a:pt x="1052829" y="71414"/>
                </a:lnTo>
                <a:lnTo>
                  <a:pt x="1053049" y="71607"/>
                </a:lnTo>
                <a:lnTo>
                  <a:pt x="1053275" y="71792"/>
                </a:lnTo>
                <a:lnTo>
                  <a:pt x="1053507" y="71969"/>
                </a:lnTo>
                <a:lnTo>
                  <a:pt x="1053744" y="72138"/>
                </a:lnTo>
                <a:lnTo>
                  <a:pt x="1053987" y="72298"/>
                </a:lnTo>
                <a:lnTo>
                  <a:pt x="1054236" y="72451"/>
                </a:lnTo>
                <a:lnTo>
                  <a:pt x="1054491" y="72595"/>
                </a:lnTo>
                <a:lnTo>
                  <a:pt x="1054751" y="72730"/>
                </a:lnTo>
                <a:lnTo>
                  <a:pt x="1055017" y="72858"/>
                </a:lnTo>
                <a:lnTo>
                  <a:pt x="1055289" y="72977"/>
                </a:lnTo>
                <a:lnTo>
                  <a:pt x="1055567" y="73088"/>
                </a:lnTo>
                <a:lnTo>
                  <a:pt x="1055851" y="73191"/>
                </a:lnTo>
                <a:lnTo>
                  <a:pt x="1056140" y="73286"/>
                </a:lnTo>
                <a:lnTo>
                  <a:pt x="1056435" y="73372"/>
                </a:lnTo>
                <a:lnTo>
                  <a:pt x="1056736" y="73450"/>
                </a:lnTo>
                <a:lnTo>
                  <a:pt x="1057042" y="73520"/>
                </a:lnTo>
                <a:lnTo>
                  <a:pt x="1057355" y="73582"/>
                </a:lnTo>
                <a:lnTo>
                  <a:pt x="1057673" y="73636"/>
                </a:lnTo>
                <a:lnTo>
                  <a:pt x="1057997" y="73681"/>
                </a:lnTo>
                <a:lnTo>
                  <a:pt x="1058326" y="73718"/>
                </a:lnTo>
                <a:lnTo>
                  <a:pt x="1058662" y="73747"/>
                </a:lnTo>
                <a:lnTo>
                  <a:pt x="1059003" y="73767"/>
                </a:lnTo>
                <a:lnTo>
                  <a:pt x="1059350" y="73780"/>
                </a:lnTo>
                <a:lnTo>
                  <a:pt x="1059702" y="73784"/>
                </a:lnTo>
                <a:lnTo>
                  <a:pt x="1060055" y="73780"/>
                </a:lnTo>
                <a:lnTo>
                  <a:pt x="1060402" y="73767"/>
                </a:lnTo>
                <a:lnTo>
                  <a:pt x="1060743" y="73747"/>
                </a:lnTo>
                <a:lnTo>
                  <a:pt x="1061078" y="73718"/>
                </a:lnTo>
                <a:close/>
                <a:moveTo>
                  <a:pt x="1063154" y="124225"/>
                </a:moveTo>
                <a:lnTo>
                  <a:pt x="1063993" y="124160"/>
                </a:lnTo>
                <a:lnTo>
                  <a:pt x="1064823" y="124080"/>
                </a:lnTo>
                <a:lnTo>
                  <a:pt x="1065642" y="123985"/>
                </a:lnTo>
                <a:lnTo>
                  <a:pt x="1066453" y="123876"/>
                </a:lnTo>
                <a:lnTo>
                  <a:pt x="1067253" y="123753"/>
                </a:lnTo>
                <a:lnTo>
                  <a:pt x="1068044" y="123615"/>
                </a:lnTo>
                <a:lnTo>
                  <a:pt x="1068825" y="123462"/>
                </a:lnTo>
                <a:lnTo>
                  <a:pt x="1069597" y="123295"/>
                </a:lnTo>
                <a:lnTo>
                  <a:pt x="1070359" y="123113"/>
                </a:lnTo>
                <a:lnTo>
                  <a:pt x="1071112" y="122917"/>
                </a:lnTo>
                <a:lnTo>
                  <a:pt x="1071855" y="122706"/>
                </a:lnTo>
                <a:lnTo>
                  <a:pt x="1072588" y="122481"/>
                </a:lnTo>
                <a:lnTo>
                  <a:pt x="1073312" y="122241"/>
                </a:lnTo>
                <a:lnTo>
                  <a:pt x="1074026" y="121987"/>
                </a:lnTo>
                <a:lnTo>
                  <a:pt x="1074731" y="121718"/>
                </a:lnTo>
                <a:lnTo>
                  <a:pt x="1075425" y="121435"/>
                </a:lnTo>
                <a:lnTo>
                  <a:pt x="1076111" y="121137"/>
                </a:lnTo>
                <a:lnTo>
                  <a:pt x="1076787" y="120825"/>
                </a:lnTo>
                <a:lnTo>
                  <a:pt x="1077453" y="120498"/>
                </a:lnTo>
                <a:lnTo>
                  <a:pt x="1078109" y="120156"/>
                </a:lnTo>
                <a:lnTo>
                  <a:pt x="1078755" y="119801"/>
                </a:lnTo>
                <a:lnTo>
                  <a:pt x="1079388" y="119434"/>
                </a:lnTo>
                <a:lnTo>
                  <a:pt x="1080009" y="119055"/>
                </a:lnTo>
                <a:lnTo>
                  <a:pt x="1080617" y="118664"/>
                </a:lnTo>
                <a:lnTo>
                  <a:pt x="1081213" y="118260"/>
                </a:lnTo>
                <a:lnTo>
                  <a:pt x="1081797" y="117845"/>
                </a:lnTo>
                <a:lnTo>
                  <a:pt x="1082369" y="117418"/>
                </a:lnTo>
                <a:lnTo>
                  <a:pt x="1082928" y="116978"/>
                </a:lnTo>
                <a:lnTo>
                  <a:pt x="1083475" y="116527"/>
                </a:lnTo>
                <a:lnTo>
                  <a:pt x="1084009" y="116063"/>
                </a:lnTo>
                <a:lnTo>
                  <a:pt x="1084531" y="115588"/>
                </a:lnTo>
                <a:lnTo>
                  <a:pt x="1085041" y="115100"/>
                </a:lnTo>
                <a:lnTo>
                  <a:pt x="1085538" y="114600"/>
                </a:lnTo>
                <a:lnTo>
                  <a:pt x="1086023" y="114088"/>
                </a:lnTo>
                <a:lnTo>
                  <a:pt x="1086496" y="113565"/>
                </a:lnTo>
                <a:lnTo>
                  <a:pt x="1086956" y="113029"/>
                </a:lnTo>
                <a:lnTo>
                  <a:pt x="1087404" y="112481"/>
                </a:lnTo>
                <a:lnTo>
                  <a:pt x="1087840" y="111920"/>
                </a:lnTo>
                <a:lnTo>
                  <a:pt x="1088263" y="111348"/>
                </a:lnTo>
                <a:lnTo>
                  <a:pt x="1088674" y="110764"/>
                </a:lnTo>
                <a:lnTo>
                  <a:pt x="1089073" y="110168"/>
                </a:lnTo>
                <a:lnTo>
                  <a:pt x="1089459" y="109560"/>
                </a:lnTo>
                <a:lnTo>
                  <a:pt x="1089833" y="108939"/>
                </a:lnTo>
                <a:lnTo>
                  <a:pt x="1090195" y="108307"/>
                </a:lnTo>
                <a:lnTo>
                  <a:pt x="1090543" y="107664"/>
                </a:lnTo>
                <a:lnTo>
                  <a:pt x="1090876" y="107011"/>
                </a:lnTo>
                <a:lnTo>
                  <a:pt x="1091195" y="106350"/>
                </a:lnTo>
                <a:lnTo>
                  <a:pt x="1091499" y="105680"/>
                </a:lnTo>
                <a:lnTo>
                  <a:pt x="1091787" y="105000"/>
                </a:lnTo>
                <a:lnTo>
                  <a:pt x="1092062" y="104312"/>
                </a:lnTo>
                <a:lnTo>
                  <a:pt x="1092321" y="103614"/>
                </a:lnTo>
                <a:lnTo>
                  <a:pt x="1092565" y="102908"/>
                </a:lnTo>
                <a:lnTo>
                  <a:pt x="1092795" y="102192"/>
                </a:lnTo>
                <a:lnTo>
                  <a:pt x="1093010" y="101468"/>
                </a:lnTo>
                <a:lnTo>
                  <a:pt x="1093210" y="100734"/>
                </a:lnTo>
                <a:lnTo>
                  <a:pt x="1093395" y="99991"/>
                </a:lnTo>
                <a:lnTo>
                  <a:pt x="1093565" y="99239"/>
                </a:lnTo>
                <a:lnTo>
                  <a:pt x="1093721" y="98479"/>
                </a:lnTo>
                <a:lnTo>
                  <a:pt x="1093862" y="97709"/>
                </a:lnTo>
                <a:lnTo>
                  <a:pt x="1093988" y="96930"/>
                </a:lnTo>
                <a:lnTo>
                  <a:pt x="1094099" y="96142"/>
                </a:lnTo>
                <a:lnTo>
                  <a:pt x="1094195" y="95345"/>
                </a:lnTo>
                <a:lnTo>
                  <a:pt x="1094277" y="94539"/>
                </a:lnTo>
                <a:lnTo>
                  <a:pt x="1094343" y="93724"/>
                </a:lnTo>
                <a:lnTo>
                  <a:pt x="1094395" y="92899"/>
                </a:lnTo>
                <a:lnTo>
                  <a:pt x="1094432" y="92066"/>
                </a:lnTo>
                <a:lnTo>
                  <a:pt x="1094454" y="91224"/>
                </a:lnTo>
                <a:lnTo>
                  <a:pt x="1094462" y="90373"/>
                </a:lnTo>
                <a:lnTo>
                  <a:pt x="1094462" y="39815"/>
                </a:lnTo>
                <a:lnTo>
                  <a:pt x="1094454" y="38951"/>
                </a:lnTo>
                <a:lnTo>
                  <a:pt x="1094432" y="38097"/>
                </a:lnTo>
                <a:lnTo>
                  <a:pt x="1094395" y="37252"/>
                </a:lnTo>
                <a:lnTo>
                  <a:pt x="1094343" y="36418"/>
                </a:lnTo>
                <a:lnTo>
                  <a:pt x="1094277" y="35593"/>
                </a:lnTo>
                <a:lnTo>
                  <a:pt x="1094195" y="34778"/>
                </a:lnTo>
                <a:lnTo>
                  <a:pt x="1094099" y="33973"/>
                </a:lnTo>
                <a:lnTo>
                  <a:pt x="1093988" y="33178"/>
                </a:lnTo>
                <a:lnTo>
                  <a:pt x="1093862" y="32393"/>
                </a:lnTo>
                <a:lnTo>
                  <a:pt x="1093721" y="31618"/>
                </a:lnTo>
                <a:lnTo>
                  <a:pt x="1093565" y="30853"/>
                </a:lnTo>
                <a:lnTo>
                  <a:pt x="1093395" y="30097"/>
                </a:lnTo>
                <a:lnTo>
                  <a:pt x="1093210" y="29352"/>
                </a:lnTo>
                <a:lnTo>
                  <a:pt x="1093010" y="28616"/>
                </a:lnTo>
                <a:lnTo>
                  <a:pt x="1092795" y="27891"/>
                </a:lnTo>
                <a:lnTo>
                  <a:pt x="1092565" y="27175"/>
                </a:lnTo>
                <a:lnTo>
                  <a:pt x="1092321" y="26469"/>
                </a:lnTo>
                <a:lnTo>
                  <a:pt x="1092062" y="25773"/>
                </a:lnTo>
                <a:lnTo>
                  <a:pt x="1091787" y="25086"/>
                </a:lnTo>
                <a:lnTo>
                  <a:pt x="1091499" y="24410"/>
                </a:lnTo>
                <a:lnTo>
                  <a:pt x="1091195" y="23744"/>
                </a:lnTo>
                <a:lnTo>
                  <a:pt x="1090876" y="23087"/>
                </a:lnTo>
                <a:lnTo>
                  <a:pt x="1090543" y="22440"/>
                </a:lnTo>
                <a:lnTo>
                  <a:pt x="1090195" y="21804"/>
                </a:lnTo>
                <a:lnTo>
                  <a:pt x="1089833" y="21177"/>
                </a:lnTo>
                <a:lnTo>
                  <a:pt x="1089460" y="20563"/>
                </a:lnTo>
                <a:lnTo>
                  <a:pt x="1089074" y="19961"/>
                </a:lnTo>
                <a:lnTo>
                  <a:pt x="1088676" y="19370"/>
                </a:lnTo>
                <a:lnTo>
                  <a:pt x="1088267" y="18791"/>
                </a:lnTo>
                <a:lnTo>
                  <a:pt x="1087845" y="18224"/>
                </a:lnTo>
                <a:lnTo>
                  <a:pt x="1087411" y="17668"/>
                </a:lnTo>
                <a:lnTo>
                  <a:pt x="1086965" y="17125"/>
                </a:lnTo>
                <a:lnTo>
                  <a:pt x="1086507" y="16593"/>
                </a:lnTo>
                <a:lnTo>
                  <a:pt x="1086037" y="16073"/>
                </a:lnTo>
                <a:lnTo>
                  <a:pt x="1085555" y="15565"/>
                </a:lnTo>
                <a:lnTo>
                  <a:pt x="1085060" y="15068"/>
                </a:lnTo>
                <a:lnTo>
                  <a:pt x="1084554" y="14584"/>
                </a:lnTo>
                <a:lnTo>
                  <a:pt x="1084035" y="14111"/>
                </a:lnTo>
                <a:lnTo>
                  <a:pt x="1083505" y="13650"/>
                </a:lnTo>
                <a:lnTo>
                  <a:pt x="1082962" y="13201"/>
                </a:lnTo>
                <a:lnTo>
                  <a:pt x="1082407" y="12763"/>
                </a:lnTo>
                <a:lnTo>
                  <a:pt x="1081841" y="12338"/>
                </a:lnTo>
                <a:lnTo>
                  <a:pt x="1081262" y="11924"/>
                </a:lnTo>
                <a:lnTo>
                  <a:pt x="1080671" y="11522"/>
                </a:lnTo>
                <a:lnTo>
                  <a:pt x="1080068" y="11131"/>
                </a:lnTo>
                <a:lnTo>
                  <a:pt x="1079453" y="10753"/>
                </a:lnTo>
                <a:lnTo>
                  <a:pt x="1078826" y="10386"/>
                </a:lnTo>
                <a:lnTo>
                  <a:pt x="1078186" y="10031"/>
                </a:lnTo>
                <a:lnTo>
                  <a:pt x="1077536" y="9690"/>
                </a:lnTo>
                <a:lnTo>
                  <a:pt x="1076875" y="9363"/>
                </a:lnTo>
                <a:lnTo>
                  <a:pt x="1076204" y="9050"/>
                </a:lnTo>
                <a:lnTo>
                  <a:pt x="1075523" y="8752"/>
                </a:lnTo>
                <a:lnTo>
                  <a:pt x="1074831" y="8468"/>
                </a:lnTo>
                <a:lnTo>
                  <a:pt x="1074128" y="8199"/>
                </a:lnTo>
                <a:lnTo>
                  <a:pt x="1073415" y="7945"/>
                </a:lnTo>
                <a:lnTo>
                  <a:pt x="1072692" y="7705"/>
                </a:lnTo>
                <a:lnTo>
                  <a:pt x="1071958" y="7480"/>
                </a:lnTo>
                <a:lnTo>
                  <a:pt x="1071214" y="7269"/>
                </a:lnTo>
                <a:lnTo>
                  <a:pt x="1070460" y="7073"/>
                </a:lnTo>
                <a:lnTo>
                  <a:pt x="1069695" y="6891"/>
                </a:lnTo>
                <a:lnTo>
                  <a:pt x="1068919" y="6724"/>
                </a:lnTo>
                <a:lnTo>
                  <a:pt x="1068134" y="6571"/>
                </a:lnTo>
                <a:lnTo>
                  <a:pt x="1067337" y="6433"/>
                </a:lnTo>
                <a:lnTo>
                  <a:pt x="1066531" y="6309"/>
                </a:lnTo>
                <a:lnTo>
                  <a:pt x="1065714" y="6200"/>
                </a:lnTo>
                <a:lnTo>
                  <a:pt x="1064886" y="6106"/>
                </a:lnTo>
                <a:lnTo>
                  <a:pt x="1064048" y="6026"/>
                </a:lnTo>
                <a:lnTo>
                  <a:pt x="1063200" y="5960"/>
                </a:lnTo>
                <a:lnTo>
                  <a:pt x="1062341" y="5909"/>
                </a:lnTo>
                <a:lnTo>
                  <a:pt x="1061472" y="5873"/>
                </a:lnTo>
                <a:lnTo>
                  <a:pt x="1060592" y="5851"/>
                </a:lnTo>
                <a:lnTo>
                  <a:pt x="1059702" y="5844"/>
                </a:lnTo>
                <a:lnTo>
                  <a:pt x="1058825" y="5851"/>
                </a:lnTo>
                <a:lnTo>
                  <a:pt x="1057957" y="5873"/>
                </a:lnTo>
                <a:lnTo>
                  <a:pt x="1057099" y="5909"/>
                </a:lnTo>
                <a:lnTo>
                  <a:pt x="1056251" y="5960"/>
                </a:lnTo>
                <a:lnTo>
                  <a:pt x="1055412" y="6026"/>
                </a:lnTo>
                <a:lnTo>
                  <a:pt x="1054582" y="6106"/>
                </a:lnTo>
                <a:lnTo>
                  <a:pt x="1053763" y="6200"/>
                </a:lnTo>
                <a:lnTo>
                  <a:pt x="1052952" y="6309"/>
                </a:lnTo>
                <a:lnTo>
                  <a:pt x="1052152" y="6433"/>
                </a:lnTo>
                <a:lnTo>
                  <a:pt x="1051361" y="6571"/>
                </a:lnTo>
                <a:lnTo>
                  <a:pt x="1050580" y="6724"/>
                </a:lnTo>
                <a:lnTo>
                  <a:pt x="1049808" y="6891"/>
                </a:lnTo>
                <a:lnTo>
                  <a:pt x="1049046" y="7073"/>
                </a:lnTo>
                <a:lnTo>
                  <a:pt x="1048293" y="7269"/>
                </a:lnTo>
                <a:lnTo>
                  <a:pt x="1047550" y="7480"/>
                </a:lnTo>
                <a:lnTo>
                  <a:pt x="1046817" y="7705"/>
                </a:lnTo>
                <a:lnTo>
                  <a:pt x="1046093" y="7945"/>
                </a:lnTo>
                <a:lnTo>
                  <a:pt x="1045379" y="8199"/>
                </a:lnTo>
                <a:lnTo>
                  <a:pt x="1044674" y="8468"/>
                </a:lnTo>
                <a:lnTo>
                  <a:pt x="1043979" y="8752"/>
                </a:lnTo>
                <a:lnTo>
                  <a:pt x="1043294" y="9050"/>
                </a:lnTo>
                <a:lnTo>
                  <a:pt x="1042618" y="9363"/>
                </a:lnTo>
                <a:lnTo>
                  <a:pt x="1041952" y="9690"/>
                </a:lnTo>
                <a:lnTo>
                  <a:pt x="1041296" y="10031"/>
                </a:lnTo>
                <a:lnTo>
                  <a:pt x="1040650" y="10386"/>
                </a:lnTo>
                <a:lnTo>
                  <a:pt x="1040017" y="10753"/>
                </a:lnTo>
                <a:lnTo>
                  <a:pt x="1039396" y="11131"/>
                </a:lnTo>
                <a:lnTo>
                  <a:pt x="1038788" y="11522"/>
                </a:lnTo>
                <a:lnTo>
                  <a:pt x="1038191" y="11924"/>
                </a:lnTo>
                <a:lnTo>
                  <a:pt x="1037607" y="12338"/>
                </a:lnTo>
                <a:lnTo>
                  <a:pt x="1037036" y="12763"/>
                </a:lnTo>
                <a:lnTo>
                  <a:pt x="1036477" y="13201"/>
                </a:lnTo>
                <a:lnTo>
                  <a:pt x="1035930" y="13650"/>
                </a:lnTo>
                <a:lnTo>
                  <a:pt x="1035395" y="14111"/>
                </a:lnTo>
                <a:lnTo>
                  <a:pt x="1034873" y="14584"/>
                </a:lnTo>
                <a:lnTo>
                  <a:pt x="1034363" y="15068"/>
                </a:lnTo>
                <a:lnTo>
                  <a:pt x="1033866" y="15565"/>
                </a:lnTo>
                <a:lnTo>
                  <a:pt x="1033381" y="16073"/>
                </a:lnTo>
                <a:lnTo>
                  <a:pt x="1032908" y="16593"/>
                </a:lnTo>
                <a:lnTo>
                  <a:pt x="1032447" y="17125"/>
                </a:lnTo>
                <a:lnTo>
                  <a:pt x="1031999" y="17668"/>
                </a:lnTo>
                <a:lnTo>
                  <a:pt x="1031563" y="18224"/>
                </a:lnTo>
                <a:lnTo>
                  <a:pt x="1031140" y="18791"/>
                </a:lnTo>
                <a:lnTo>
                  <a:pt x="1030729" y="19370"/>
                </a:lnTo>
                <a:lnTo>
                  <a:pt x="1030330" y="19961"/>
                </a:lnTo>
                <a:lnTo>
                  <a:pt x="1029944" y="20563"/>
                </a:lnTo>
                <a:lnTo>
                  <a:pt x="1029570" y="21177"/>
                </a:lnTo>
                <a:lnTo>
                  <a:pt x="1029208" y="21804"/>
                </a:lnTo>
                <a:lnTo>
                  <a:pt x="1028860" y="22440"/>
                </a:lnTo>
                <a:lnTo>
                  <a:pt x="1028527" y="23087"/>
                </a:lnTo>
                <a:lnTo>
                  <a:pt x="1028208" y="23744"/>
                </a:lnTo>
                <a:lnTo>
                  <a:pt x="1027905" y="24410"/>
                </a:lnTo>
                <a:lnTo>
                  <a:pt x="1027616" y="25086"/>
                </a:lnTo>
                <a:lnTo>
                  <a:pt x="1027342" y="25773"/>
                </a:lnTo>
                <a:lnTo>
                  <a:pt x="1027083" y="26469"/>
                </a:lnTo>
                <a:lnTo>
                  <a:pt x="1026838" y="27175"/>
                </a:lnTo>
                <a:lnTo>
                  <a:pt x="1026609" y="27891"/>
                </a:lnTo>
                <a:lnTo>
                  <a:pt x="1026394" y="28616"/>
                </a:lnTo>
                <a:lnTo>
                  <a:pt x="1026194" y="29352"/>
                </a:lnTo>
                <a:lnTo>
                  <a:pt x="1026009" y="30097"/>
                </a:lnTo>
                <a:lnTo>
                  <a:pt x="1025839" y="30853"/>
                </a:lnTo>
                <a:lnTo>
                  <a:pt x="1025683" y="31618"/>
                </a:lnTo>
                <a:lnTo>
                  <a:pt x="1025543" y="32393"/>
                </a:lnTo>
                <a:lnTo>
                  <a:pt x="1025417" y="33178"/>
                </a:lnTo>
                <a:lnTo>
                  <a:pt x="1025306" y="33973"/>
                </a:lnTo>
                <a:lnTo>
                  <a:pt x="1025210" y="34778"/>
                </a:lnTo>
                <a:lnTo>
                  <a:pt x="1025128" y="35593"/>
                </a:lnTo>
                <a:lnTo>
                  <a:pt x="1025061" y="36418"/>
                </a:lnTo>
                <a:lnTo>
                  <a:pt x="1025010" y="37252"/>
                </a:lnTo>
                <a:lnTo>
                  <a:pt x="1024973" y="38097"/>
                </a:lnTo>
                <a:lnTo>
                  <a:pt x="1024950" y="38951"/>
                </a:lnTo>
                <a:lnTo>
                  <a:pt x="1024943" y="39815"/>
                </a:lnTo>
                <a:lnTo>
                  <a:pt x="1024943" y="90373"/>
                </a:lnTo>
                <a:lnTo>
                  <a:pt x="1024950" y="91224"/>
                </a:lnTo>
                <a:lnTo>
                  <a:pt x="1024973" y="92066"/>
                </a:lnTo>
                <a:lnTo>
                  <a:pt x="1025010" y="92899"/>
                </a:lnTo>
                <a:lnTo>
                  <a:pt x="1025061" y="93724"/>
                </a:lnTo>
                <a:lnTo>
                  <a:pt x="1025128" y="94539"/>
                </a:lnTo>
                <a:lnTo>
                  <a:pt x="1025210" y="95345"/>
                </a:lnTo>
                <a:lnTo>
                  <a:pt x="1025306" y="96142"/>
                </a:lnTo>
                <a:lnTo>
                  <a:pt x="1025417" y="96930"/>
                </a:lnTo>
                <a:lnTo>
                  <a:pt x="1025543" y="97709"/>
                </a:lnTo>
                <a:lnTo>
                  <a:pt x="1025683" y="98479"/>
                </a:lnTo>
                <a:lnTo>
                  <a:pt x="1025839" y="99239"/>
                </a:lnTo>
                <a:lnTo>
                  <a:pt x="1026009" y="99991"/>
                </a:lnTo>
                <a:lnTo>
                  <a:pt x="1026194" y="100734"/>
                </a:lnTo>
                <a:lnTo>
                  <a:pt x="1026394" y="101468"/>
                </a:lnTo>
                <a:lnTo>
                  <a:pt x="1026609" y="102192"/>
                </a:lnTo>
                <a:lnTo>
                  <a:pt x="1026838" y="102908"/>
                </a:lnTo>
                <a:lnTo>
                  <a:pt x="1027083" y="103614"/>
                </a:lnTo>
                <a:lnTo>
                  <a:pt x="1027342" y="104312"/>
                </a:lnTo>
                <a:lnTo>
                  <a:pt x="1027616" y="105000"/>
                </a:lnTo>
                <a:lnTo>
                  <a:pt x="1027905" y="105680"/>
                </a:lnTo>
                <a:lnTo>
                  <a:pt x="1028208" y="106350"/>
                </a:lnTo>
                <a:lnTo>
                  <a:pt x="1028527" y="107011"/>
                </a:lnTo>
                <a:lnTo>
                  <a:pt x="1028860" y="107664"/>
                </a:lnTo>
                <a:lnTo>
                  <a:pt x="1029208" y="108307"/>
                </a:lnTo>
                <a:lnTo>
                  <a:pt x="1029570" y="108939"/>
                </a:lnTo>
                <a:lnTo>
                  <a:pt x="1029944" y="109560"/>
                </a:lnTo>
                <a:lnTo>
                  <a:pt x="1030330" y="110168"/>
                </a:lnTo>
                <a:lnTo>
                  <a:pt x="1030729" y="110764"/>
                </a:lnTo>
                <a:lnTo>
                  <a:pt x="1031140" y="111348"/>
                </a:lnTo>
                <a:lnTo>
                  <a:pt x="1031563" y="111920"/>
                </a:lnTo>
                <a:lnTo>
                  <a:pt x="1031999" y="112481"/>
                </a:lnTo>
                <a:lnTo>
                  <a:pt x="1032447" y="113029"/>
                </a:lnTo>
                <a:lnTo>
                  <a:pt x="1032908" y="113565"/>
                </a:lnTo>
                <a:lnTo>
                  <a:pt x="1033381" y="114088"/>
                </a:lnTo>
                <a:lnTo>
                  <a:pt x="1033866" y="114600"/>
                </a:lnTo>
                <a:lnTo>
                  <a:pt x="1034363" y="115100"/>
                </a:lnTo>
                <a:lnTo>
                  <a:pt x="1034873" y="115588"/>
                </a:lnTo>
                <a:lnTo>
                  <a:pt x="1035395" y="116063"/>
                </a:lnTo>
                <a:lnTo>
                  <a:pt x="1035930" y="116527"/>
                </a:lnTo>
                <a:lnTo>
                  <a:pt x="1036477" y="116978"/>
                </a:lnTo>
                <a:lnTo>
                  <a:pt x="1037036" y="117418"/>
                </a:lnTo>
                <a:lnTo>
                  <a:pt x="1037607" y="117845"/>
                </a:lnTo>
                <a:lnTo>
                  <a:pt x="1038191" y="118260"/>
                </a:lnTo>
                <a:lnTo>
                  <a:pt x="1038788" y="118664"/>
                </a:lnTo>
                <a:lnTo>
                  <a:pt x="1039396" y="119055"/>
                </a:lnTo>
                <a:lnTo>
                  <a:pt x="1040017" y="119434"/>
                </a:lnTo>
                <a:lnTo>
                  <a:pt x="1040650" y="119801"/>
                </a:lnTo>
                <a:lnTo>
                  <a:pt x="1041296" y="120156"/>
                </a:lnTo>
                <a:lnTo>
                  <a:pt x="1041952" y="120498"/>
                </a:lnTo>
                <a:lnTo>
                  <a:pt x="1042618" y="120825"/>
                </a:lnTo>
                <a:lnTo>
                  <a:pt x="1043294" y="121137"/>
                </a:lnTo>
                <a:lnTo>
                  <a:pt x="1043979" y="121435"/>
                </a:lnTo>
                <a:lnTo>
                  <a:pt x="1044674" y="121718"/>
                </a:lnTo>
                <a:lnTo>
                  <a:pt x="1045379" y="121987"/>
                </a:lnTo>
                <a:lnTo>
                  <a:pt x="1046093" y="122241"/>
                </a:lnTo>
                <a:lnTo>
                  <a:pt x="1046817" y="122481"/>
                </a:lnTo>
                <a:lnTo>
                  <a:pt x="1047550" y="122706"/>
                </a:lnTo>
                <a:lnTo>
                  <a:pt x="1048293" y="122917"/>
                </a:lnTo>
                <a:lnTo>
                  <a:pt x="1049046" y="123113"/>
                </a:lnTo>
                <a:lnTo>
                  <a:pt x="1049808" y="123295"/>
                </a:lnTo>
                <a:lnTo>
                  <a:pt x="1050580" y="123462"/>
                </a:lnTo>
                <a:lnTo>
                  <a:pt x="1051361" y="123615"/>
                </a:lnTo>
                <a:lnTo>
                  <a:pt x="1052152" y="123753"/>
                </a:lnTo>
                <a:lnTo>
                  <a:pt x="1052952" y="123876"/>
                </a:lnTo>
                <a:lnTo>
                  <a:pt x="1053763" y="123985"/>
                </a:lnTo>
                <a:lnTo>
                  <a:pt x="1054582" y="124080"/>
                </a:lnTo>
                <a:lnTo>
                  <a:pt x="1055412" y="124160"/>
                </a:lnTo>
                <a:lnTo>
                  <a:pt x="1056251" y="124225"/>
                </a:lnTo>
                <a:lnTo>
                  <a:pt x="1057099" y="124276"/>
                </a:lnTo>
                <a:lnTo>
                  <a:pt x="1057957" y="124312"/>
                </a:lnTo>
                <a:lnTo>
                  <a:pt x="1058825" y="124334"/>
                </a:lnTo>
                <a:lnTo>
                  <a:pt x="1059702" y="124341"/>
                </a:lnTo>
                <a:lnTo>
                  <a:pt x="1060580" y="124334"/>
                </a:lnTo>
                <a:lnTo>
                  <a:pt x="1061448" y="124312"/>
                </a:lnTo>
                <a:lnTo>
                  <a:pt x="1062306" y="124276"/>
                </a:lnTo>
                <a:lnTo>
                  <a:pt x="1063154" y="124225"/>
                </a:lnTo>
                <a:close/>
                <a:moveTo>
                  <a:pt x="1056646" y="112007"/>
                </a:moveTo>
                <a:lnTo>
                  <a:pt x="1055914" y="111912"/>
                </a:lnTo>
                <a:lnTo>
                  <a:pt x="1055195" y="111796"/>
                </a:lnTo>
                <a:lnTo>
                  <a:pt x="1054489" y="111659"/>
                </a:lnTo>
                <a:lnTo>
                  <a:pt x="1053795" y="111500"/>
                </a:lnTo>
                <a:lnTo>
                  <a:pt x="1053115" y="111321"/>
                </a:lnTo>
                <a:lnTo>
                  <a:pt x="1052448" y="111120"/>
                </a:lnTo>
                <a:lnTo>
                  <a:pt x="1051793" y="110898"/>
                </a:lnTo>
                <a:lnTo>
                  <a:pt x="1051151" y="110656"/>
                </a:lnTo>
                <a:lnTo>
                  <a:pt x="1050522" y="110392"/>
                </a:lnTo>
                <a:lnTo>
                  <a:pt x="1049906" y="110106"/>
                </a:lnTo>
                <a:lnTo>
                  <a:pt x="1049303" y="109800"/>
                </a:lnTo>
                <a:lnTo>
                  <a:pt x="1048713" y="109473"/>
                </a:lnTo>
                <a:lnTo>
                  <a:pt x="1048136" y="109124"/>
                </a:lnTo>
                <a:lnTo>
                  <a:pt x="1047572" y="108755"/>
                </a:lnTo>
                <a:lnTo>
                  <a:pt x="1047020" y="108364"/>
                </a:lnTo>
                <a:lnTo>
                  <a:pt x="1046482" y="107952"/>
                </a:lnTo>
                <a:lnTo>
                  <a:pt x="1045956" y="107519"/>
                </a:lnTo>
                <a:lnTo>
                  <a:pt x="1045443" y="107065"/>
                </a:lnTo>
                <a:lnTo>
                  <a:pt x="1044943" y="106590"/>
                </a:lnTo>
                <a:lnTo>
                  <a:pt x="1044456" y="106094"/>
                </a:lnTo>
                <a:lnTo>
                  <a:pt x="1043986" y="105581"/>
                </a:lnTo>
                <a:lnTo>
                  <a:pt x="1043535" y="105055"/>
                </a:lnTo>
                <a:lnTo>
                  <a:pt x="1043105" y="104517"/>
                </a:lnTo>
                <a:lnTo>
                  <a:pt x="1042694" y="103967"/>
                </a:lnTo>
                <a:lnTo>
                  <a:pt x="1042304" y="103405"/>
                </a:lnTo>
                <a:lnTo>
                  <a:pt x="1041933" y="102830"/>
                </a:lnTo>
                <a:lnTo>
                  <a:pt x="1041583" y="102243"/>
                </a:lnTo>
                <a:lnTo>
                  <a:pt x="1041253" y="101644"/>
                </a:lnTo>
                <a:lnTo>
                  <a:pt x="1040942" y="101032"/>
                </a:lnTo>
                <a:lnTo>
                  <a:pt x="1040652" y="100408"/>
                </a:lnTo>
                <a:lnTo>
                  <a:pt x="1040382" y="99771"/>
                </a:lnTo>
                <a:lnTo>
                  <a:pt x="1040131" y="99122"/>
                </a:lnTo>
                <a:lnTo>
                  <a:pt x="1039901" y="98461"/>
                </a:lnTo>
                <a:lnTo>
                  <a:pt x="1039691" y="97787"/>
                </a:lnTo>
                <a:lnTo>
                  <a:pt x="1039501" y="97101"/>
                </a:lnTo>
                <a:lnTo>
                  <a:pt x="1039330" y="96403"/>
                </a:lnTo>
                <a:lnTo>
                  <a:pt x="1039180" y="95693"/>
                </a:lnTo>
                <a:lnTo>
                  <a:pt x="1039050" y="94970"/>
                </a:lnTo>
                <a:lnTo>
                  <a:pt x="1038940" y="94234"/>
                </a:lnTo>
                <a:lnTo>
                  <a:pt x="1038850" y="93487"/>
                </a:lnTo>
                <a:lnTo>
                  <a:pt x="1038780" y="92727"/>
                </a:lnTo>
                <a:lnTo>
                  <a:pt x="1038730" y="91954"/>
                </a:lnTo>
                <a:lnTo>
                  <a:pt x="1038700" y="91170"/>
                </a:lnTo>
                <a:lnTo>
                  <a:pt x="1038690" y="90373"/>
                </a:lnTo>
                <a:lnTo>
                  <a:pt x="1038690" y="39815"/>
                </a:lnTo>
                <a:lnTo>
                  <a:pt x="1038700" y="39018"/>
                </a:lnTo>
                <a:lnTo>
                  <a:pt x="1038730" y="38233"/>
                </a:lnTo>
                <a:lnTo>
                  <a:pt x="1038780" y="37461"/>
                </a:lnTo>
                <a:lnTo>
                  <a:pt x="1038850" y="36701"/>
                </a:lnTo>
                <a:lnTo>
                  <a:pt x="1038940" y="35953"/>
                </a:lnTo>
                <a:lnTo>
                  <a:pt x="1039050" y="35218"/>
                </a:lnTo>
                <a:lnTo>
                  <a:pt x="1039180" y="34495"/>
                </a:lnTo>
                <a:lnTo>
                  <a:pt x="1039330" y="33784"/>
                </a:lnTo>
                <a:lnTo>
                  <a:pt x="1039501" y="33086"/>
                </a:lnTo>
                <a:lnTo>
                  <a:pt x="1039691" y="32400"/>
                </a:lnTo>
                <a:lnTo>
                  <a:pt x="1039901" y="31727"/>
                </a:lnTo>
                <a:lnTo>
                  <a:pt x="1040131" y="31065"/>
                </a:lnTo>
                <a:lnTo>
                  <a:pt x="1040382" y="30417"/>
                </a:lnTo>
                <a:lnTo>
                  <a:pt x="1040652" y="29780"/>
                </a:lnTo>
                <a:lnTo>
                  <a:pt x="1040942" y="29156"/>
                </a:lnTo>
                <a:lnTo>
                  <a:pt x="1041253" y="28544"/>
                </a:lnTo>
                <a:lnTo>
                  <a:pt x="1041583" y="27945"/>
                </a:lnTo>
                <a:lnTo>
                  <a:pt x="1041933" y="27357"/>
                </a:lnTo>
                <a:lnTo>
                  <a:pt x="1042304" y="26783"/>
                </a:lnTo>
                <a:lnTo>
                  <a:pt x="1042694" y="26220"/>
                </a:lnTo>
                <a:lnTo>
                  <a:pt x="1043105" y="25670"/>
                </a:lnTo>
                <a:lnTo>
                  <a:pt x="1043535" y="25132"/>
                </a:lnTo>
                <a:lnTo>
                  <a:pt x="1043986" y="24607"/>
                </a:lnTo>
                <a:lnTo>
                  <a:pt x="1044456" y="24094"/>
                </a:lnTo>
                <a:lnTo>
                  <a:pt x="1044943" y="23598"/>
                </a:lnTo>
                <a:lnTo>
                  <a:pt x="1045443" y="23122"/>
                </a:lnTo>
                <a:lnTo>
                  <a:pt x="1045956" y="22668"/>
                </a:lnTo>
                <a:lnTo>
                  <a:pt x="1046482" y="22235"/>
                </a:lnTo>
                <a:lnTo>
                  <a:pt x="1047020" y="21823"/>
                </a:lnTo>
                <a:lnTo>
                  <a:pt x="1047572" y="21433"/>
                </a:lnTo>
                <a:lnTo>
                  <a:pt x="1048136" y="21063"/>
                </a:lnTo>
                <a:lnTo>
                  <a:pt x="1048713" y="20715"/>
                </a:lnTo>
                <a:lnTo>
                  <a:pt x="1049303" y="20387"/>
                </a:lnTo>
                <a:lnTo>
                  <a:pt x="1049906" y="20081"/>
                </a:lnTo>
                <a:lnTo>
                  <a:pt x="1050522" y="19796"/>
                </a:lnTo>
                <a:lnTo>
                  <a:pt x="1051151" y="19532"/>
                </a:lnTo>
                <a:lnTo>
                  <a:pt x="1051793" y="19289"/>
                </a:lnTo>
                <a:lnTo>
                  <a:pt x="1052448" y="19067"/>
                </a:lnTo>
                <a:lnTo>
                  <a:pt x="1053115" y="18867"/>
                </a:lnTo>
                <a:lnTo>
                  <a:pt x="1053795" y="18687"/>
                </a:lnTo>
                <a:lnTo>
                  <a:pt x="1054489" y="18529"/>
                </a:lnTo>
                <a:lnTo>
                  <a:pt x="1055195" y="18392"/>
                </a:lnTo>
                <a:lnTo>
                  <a:pt x="1055914" y="18275"/>
                </a:lnTo>
                <a:lnTo>
                  <a:pt x="1056646" y="18180"/>
                </a:lnTo>
                <a:lnTo>
                  <a:pt x="1057391" y="18106"/>
                </a:lnTo>
                <a:lnTo>
                  <a:pt x="1058148" y="18054"/>
                </a:lnTo>
                <a:lnTo>
                  <a:pt x="1058919" y="18022"/>
                </a:lnTo>
                <a:lnTo>
                  <a:pt x="1059702" y="18011"/>
                </a:lnTo>
                <a:lnTo>
                  <a:pt x="1060486" y="18022"/>
                </a:lnTo>
                <a:lnTo>
                  <a:pt x="1061257" y="18054"/>
                </a:lnTo>
                <a:lnTo>
                  <a:pt x="1062014" y="18106"/>
                </a:lnTo>
                <a:lnTo>
                  <a:pt x="1062759" y="18180"/>
                </a:lnTo>
                <a:lnTo>
                  <a:pt x="1063491" y="18275"/>
                </a:lnTo>
                <a:lnTo>
                  <a:pt x="1064210" y="18392"/>
                </a:lnTo>
                <a:lnTo>
                  <a:pt x="1064916" y="18529"/>
                </a:lnTo>
                <a:lnTo>
                  <a:pt x="1065610" y="18687"/>
                </a:lnTo>
                <a:lnTo>
                  <a:pt x="1066290" y="18867"/>
                </a:lnTo>
                <a:lnTo>
                  <a:pt x="1066957" y="19067"/>
                </a:lnTo>
                <a:lnTo>
                  <a:pt x="1067612" y="19289"/>
                </a:lnTo>
                <a:lnTo>
                  <a:pt x="1068254" y="19532"/>
                </a:lnTo>
                <a:lnTo>
                  <a:pt x="1068882" y="19796"/>
                </a:lnTo>
                <a:lnTo>
                  <a:pt x="1069498" y="20081"/>
                </a:lnTo>
                <a:lnTo>
                  <a:pt x="1070101" y="20387"/>
                </a:lnTo>
                <a:lnTo>
                  <a:pt x="1070692" y="20715"/>
                </a:lnTo>
                <a:lnTo>
                  <a:pt x="1071269" y="21063"/>
                </a:lnTo>
                <a:lnTo>
                  <a:pt x="1071833" y="21433"/>
                </a:lnTo>
                <a:lnTo>
                  <a:pt x="1072385" y="21823"/>
                </a:lnTo>
                <a:lnTo>
                  <a:pt x="1072923" y="22235"/>
                </a:lnTo>
                <a:lnTo>
                  <a:pt x="1073449" y="22668"/>
                </a:lnTo>
                <a:lnTo>
                  <a:pt x="1073962" y="23122"/>
                </a:lnTo>
                <a:lnTo>
                  <a:pt x="1074462" y="23598"/>
                </a:lnTo>
                <a:lnTo>
                  <a:pt x="1074949" y="24094"/>
                </a:lnTo>
                <a:lnTo>
                  <a:pt x="1075419" y="24607"/>
                </a:lnTo>
                <a:lnTo>
                  <a:pt x="1075870" y="25132"/>
                </a:lnTo>
                <a:lnTo>
                  <a:pt x="1076300" y="25670"/>
                </a:lnTo>
                <a:lnTo>
                  <a:pt x="1076711" y="26220"/>
                </a:lnTo>
                <a:lnTo>
                  <a:pt x="1077101" y="26783"/>
                </a:lnTo>
                <a:lnTo>
                  <a:pt x="1077472" y="27357"/>
                </a:lnTo>
                <a:lnTo>
                  <a:pt x="1077822" y="27945"/>
                </a:lnTo>
                <a:lnTo>
                  <a:pt x="1078152" y="28544"/>
                </a:lnTo>
                <a:lnTo>
                  <a:pt x="1078463" y="29156"/>
                </a:lnTo>
                <a:lnTo>
                  <a:pt x="1078753" y="29780"/>
                </a:lnTo>
                <a:lnTo>
                  <a:pt x="1079023" y="30417"/>
                </a:lnTo>
                <a:lnTo>
                  <a:pt x="1079274" y="31065"/>
                </a:lnTo>
                <a:lnTo>
                  <a:pt x="1079504" y="31727"/>
                </a:lnTo>
                <a:lnTo>
                  <a:pt x="1079714" y="32400"/>
                </a:lnTo>
                <a:lnTo>
                  <a:pt x="1079904" y="33086"/>
                </a:lnTo>
                <a:lnTo>
                  <a:pt x="1080075" y="33784"/>
                </a:lnTo>
                <a:lnTo>
                  <a:pt x="1080225" y="34495"/>
                </a:lnTo>
                <a:lnTo>
                  <a:pt x="1080355" y="35218"/>
                </a:lnTo>
                <a:lnTo>
                  <a:pt x="1080465" y="35953"/>
                </a:lnTo>
                <a:lnTo>
                  <a:pt x="1080555" y="36701"/>
                </a:lnTo>
                <a:lnTo>
                  <a:pt x="1080625" y="37461"/>
                </a:lnTo>
                <a:lnTo>
                  <a:pt x="1080675" y="38233"/>
                </a:lnTo>
                <a:lnTo>
                  <a:pt x="1080705" y="39018"/>
                </a:lnTo>
                <a:lnTo>
                  <a:pt x="1080715" y="39815"/>
                </a:lnTo>
                <a:lnTo>
                  <a:pt x="1080715" y="90373"/>
                </a:lnTo>
                <a:lnTo>
                  <a:pt x="1080705" y="91170"/>
                </a:lnTo>
                <a:lnTo>
                  <a:pt x="1080675" y="91954"/>
                </a:lnTo>
                <a:lnTo>
                  <a:pt x="1080625" y="92727"/>
                </a:lnTo>
                <a:lnTo>
                  <a:pt x="1080555" y="93487"/>
                </a:lnTo>
                <a:lnTo>
                  <a:pt x="1080465" y="94234"/>
                </a:lnTo>
                <a:lnTo>
                  <a:pt x="1080355" y="94970"/>
                </a:lnTo>
                <a:lnTo>
                  <a:pt x="1080225" y="95693"/>
                </a:lnTo>
                <a:lnTo>
                  <a:pt x="1080075" y="96403"/>
                </a:lnTo>
                <a:lnTo>
                  <a:pt x="1079904" y="97101"/>
                </a:lnTo>
                <a:lnTo>
                  <a:pt x="1079714" y="97787"/>
                </a:lnTo>
                <a:lnTo>
                  <a:pt x="1079504" y="98461"/>
                </a:lnTo>
                <a:lnTo>
                  <a:pt x="1079274" y="99122"/>
                </a:lnTo>
                <a:lnTo>
                  <a:pt x="1079023" y="99771"/>
                </a:lnTo>
                <a:lnTo>
                  <a:pt x="1078753" y="100408"/>
                </a:lnTo>
                <a:lnTo>
                  <a:pt x="1078463" y="101032"/>
                </a:lnTo>
                <a:lnTo>
                  <a:pt x="1078152" y="101644"/>
                </a:lnTo>
                <a:lnTo>
                  <a:pt x="1077822" y="102243"/>
                </a:lnTo>
                <a:lnTo>
                  <a:pt x="1077472" y="102830"/>
                </a:lnTo>
                <a:lnTo>
                  <a:pt x="1077101" y="103405"/>
                </a:lnTo>
                <a:lnTo>
                  <a:pt x="1076711" y="103967"/>
                </a:lnTo>
                <a:lnTo>
                  <a:pt x="1076300" y="104517"/>
                </a:lnTo>
                <a:lnTo>
                  <a:pt x="1075870" y="105055"/>
                </a:lnTo>
                <a:lnTo>
                  <a:pt x="1075419" y="105581"/>
                </a:lnTo>
                <a:lnTo>
                  <a:pt x="1074949" y="106094"/>
                </a:lnTo>
                <a:lnTo>
                  <a:pt x="1074462" y="106590"/>
                </a:lnTo>
                <a:lnTo>
                  <a:pt x="1073962" y="107065"/>
                </a:lnTo>
                <a:lnTo>
                  <a:pt x="1073449" y="107519"/>
                </a:lnTo>
                <a:lnTo>
                  <a:pt x="1072923" y="107952"/>
                </a:lnTo>
                <a:lnTo>
                  <a:pt x="1072385" y="108364"/>
                </a:lnTo>
                <a:lnTo>
                  <a:pt x="1071833" y="108755"/>
                </a:lnTo>
                <a:lnTo>
                  <a:pt x="1071269" y="109124"/>
                </a:lnTo>
                <a:lnTo>
                  <a:pt x="1070692" y="109473"/>
                </a:lnTo>
                <a:lnTo>
                  <a:pt x="1070101" y="109800"/>
                </a:lnTo>
                <a:lnTo>
                  <a:pt x="1069498" y="110106"/>
                </a:lnTo>
                <a:lnTo>
                  <a:pt x="1068882" y="110392"/>
                </a:lnTo>
                <a:lnTo>
                  <a:pt x="1068254" y="110656"/>
                </a:lnTo>
                <a:lnTo>
                  <a:pt x="1067612" y="110898"/>
                </a:lnTo>
                <a:lnTo>
                  <a:pt x="1066957" y="111120"/>
                </a:lnTo>
                <a:lnTo>
                  <a:pt x="1066290" y="111321"/>
                </a:lnTo>
                <a:lnTo>
                  <a:pt x="1065610" y="111500"/>
                </a:lnTo>
                <a:lnTo>
                  <a:pt x="1064916" y="111659"/>
                </a:lnTo>
                <a:lnTo>
                  <a:pt x="1064210" y="111796"/>
                </a:lnTo>
                <a:lnTo>
                  <a:pt x="1063491" y="111912"/>
                </a:lnTo>
                <a:lnTo>
                  <a:pt x="1062759" y="112007"/>
                </a:lnTo>
                <a:lnTo>
                  <a:pt x="1062014" y="112081"/>
                </a:lnTo>
                <a:lnTo>
                  <a:pt x="1061257" y="112134"/>
                </a:lnTo>
                <a:lnTo>
                  <a:pt x="1060486" y="112166"/>
                </a:lnTo>
                <a:lnTo>
                  <a:pt x="1059702" y="112176"/>
                </a:lnTo>
                <a:lnTo>
                  <a:pt x="1058919" y="112166"/>
                </a:lnTo>
                <a:lnTo>
                  <a:pt x="1058148" y="112134"/>
                </a:lnTo>
                <a:lnTo>
                  <a:pt x="1057391" y="112081"/>
                </a:lnTo>
                <a:lnTo>
                  <a:pt x="1056646" y="112007"/>
                </a:lnTo>
                <a:close/>
                <a:moveTo>
                  <a:pt x="695956" y="109802"/>
                </a:moveTo>
                <a:lnTo>
                  <a:pt x="695609" y="109787"/>
                </a:lnTo>
                <a:lnTo>
                  <a:pt x="695268" y="109763"/>
                </a:lnTo>
                <a:lnTo>
                  <a:pt x="694933" y="109730"/>
                </a:lnTo>
                <a:lnTo>
                  <a:pt x="694603" y="109686"/>
                </a:lnTo>
                <a:lnTo>
                  <a:pt x="694279" y="109634"/>
                </a:lnTo>
                <a:lnTo>
                  <a:pt x="693961" y="109571"/>
                </a:lnTo>
                <a:lnTo>
                  <a:pt x="693649" y="109499"/>
                </a:lnTo>
                <a:lnTo>
                  <a:pt x="693343" y="109417"/>
                </a:lnTo>
                <a:lnTo>
                  <a:pt x="693042" y="109326"/>
                </a:lnTo>
                <a:lnTo>
                  <a:pt x="692747" y="109225"/>
                </a:lnTo>
                <a:lnTo>
                  <a:pt x="692458" y="109115"/>
                </a:lnTo>
                <a:lnTo>
                  <a:pt x="692174" y="108995"/>
                </a:lnTo>
                <a:lnTo>
                  <a:pt x="691896" y="108865"/>
                </a:lnTo>
                <a:lnTo>
                  <a:pt x="691624" y="108726"/>
                </a:lnTo>
                <a:lnTo>
                  <a:pt x="691358" y="108577"/>
                </a:lnTo>
                <a:lnTo>
                  <a:pt x="691097" y="108419"/>
                </a:lnTo>
                <a:lnTo>
                  <a:pt x="690843" y="108251"/>
                </a:lnTo>
                <a:lnTo>
                  <a:pt x="690594" y="108073"/>
                </a:lnTo>
                <a:lnTo>
                  <a:pt x="690350" y="107886"/>
                </a:lnTo>
                <a:lnTo>
                  <a:pt x="690113" y="107689"/>
                </a:lnTo>
                <a:lnTo>
                  <a:pt x="689881" y="107483"/>
                </a:lnTo>
                <a:lnTo>
                  <a:pt x="689655" y="107267"/>
                </a:lnTo>
                <a:lnTo>
                  <a:pt x="689435" y="107041"/>
                </a:lnTo>
                <a:lnTo>
                  <a:pt x="689222" y="106808"/>
                </a:lnTo>
                <a:lnTo>
                  <a:pt x="689019" y="106569"/>
                </a:lnTo>
                <a:lnTo>
                  <a:pt x="688824" y="106324"/>
                </a:lnTo>
                <a:lnTo>
                  <a:pt x="688639" y="106073"/>
                </a:lnTo>
                <a:lnTo>
                  <a:pt x="688462" y="105817"/>
                </a:lnTo>
                <a:lnTo>
                  <a:pt x="688295" y="105555"/>
                </a:lnTo>
                <a:lnTo>
                  <a:pt x="688136" y="105287"/>
                </a:lnTo>
                <a:lnTo>
                  <a:pt x="687987" y="105013"/>
                </a:lnTo>
                <a:lnTo>
                  <a:pt x="687847" y="104734"/>
                </a:lnTo>
                <a:lnTo>
                  <a:pt x="687716" y="104449"/>
                </a:lnTo>
                <a:lnTo>
                  <a:pt x="687593" y="104158"/>
                </a:lnTo>
                <a:lnTo>
                  <a:pt x="687480" y="103861"/>
                </a:lnTo>
                <a:lnTo>
                  <a:pt x="687376" y="103559"/>
                </a:lnTo>
                <a:lnTo>
                  <a:pt x="687281" y="103251"/>
                </a:lnTo>
                <a:lnTo>
                  <a:pt x="687195" y="102937"/>
                </a:lnTo>
                <a:lnTo>
                  <a:pt x="687118" y="102617"/>
                </a:lnTo>
                <a:lnTo>
                  <a:pt x="687051" y="102292"/>
                </a:lnTo>
                <a:lnTo>
                  <a:pt x="686992" y="101960"/>
                </a:lnTo>
                <a:lnTo>
                  <a:pt x="686942" y="101623"/>
                </a:lnTo>
                <a:lnTo>
                  <a:pt x="686901" y="101281"/>
                </a:lnTo>
                <a:lnTo>
                  <a:pt x="686870" y="100932"/>
                </a:lnTo>
                <a:lnTo>
                  <a:pt x="686847" y="100578"/>
                </a:lnTo>
                <a:lnTo>
                  <a:pt x="686833" y="100218"/>
                </a:lnTo>
                <a:lnTo>
                  <a:pt x="686829" y="99852"/>
                </a:lnTo>
                <a:lnTo>
                  <a:pt x="686829" y="48819"/>
                </a:lnTo>
                <a:lnTo>
                  <a:pt x="722379" y="48819"/>
                </a:lnTo>
                <a:lnTo>
                  <a:pt x="722379" y="35864"/>
                </a:lnTo>
                <a:lnTo>
                  <a:pt x="686829" y="35864"/>
                </a:lnTo>
                <a:lnTo>
                  <a:pt x="686829" y="11374"/>
                </a:lnTo>
                <a:lnTo>
                  <a:pt x="672610" y="11374"/>
                </a:lnTo>
                <a:lnTo>
                  <a:pt x="672610" y="35864"/>
                </a:lnTo>
                <a:lnTo>
                  <a:pt x="647646" y="35864"/>
                </a:lnTo>
                <a:lnTo>
                  <a:pt x="647646" y="48819"/>
                </a:lnTo>
                <a:lnTo>
                  <a:pt x="672610" y="48819"/>
                </a:lnTo>
                <a:lnTo>
                  <a:pt x="672610" y="99852"/>
                </a:lnTo>
                <a:lnTo>
                  <a:pt x="672621" y="100714"/>
                </a:lnTo>
                <a:lnTo>
                  <a:pt x="672655" y="101561"/>
                </a:lnTo>
                <a:lnTo>
                  <a:pt x="672711" y="102394"/>
                </a:lnTo>
                <a:lnTo>
                  <a:pt x="672790" y="103212"/>
                </a:lnTo>
                <a:lnTo>
                  <a:pt x="672891" y="104016"/>
                </a:lnTo>
                <a:lnTo>
                  <a:pt x="673015" y="104805"/>
                </a:lnTo>
                <a:lnTo>
                  <a:pt x="673161" y="105580"/>
                </a:lnTo>
                <a:lnTo>
                  <a:pt x="673330" y="106340"/>
                </a:lnTo>
                <a:lnTo>
                  <a:pt x="673521" y="107085"/>
                </a:lnTo>
                <a:lnTo>
                  <a:pt x="673734" y="107816"/>
                </a:lnTo>
                <a:lnTo>
                  <a:pt x="673971" y="108532"/>
                </a:lnTo>
                <a:lnTo>
                  <a:pt x="674229" y="109234"/>
                </a:lnTo>
                <a:lnTo>
                  <a:pt x="674510" y="109922"/>
                </a:lnTo>
                <a:lnTo>
                  <a:pt x="674814" y="110595"/>
                </a:lnTo>
                <a:lnTo>
                  <a:pt x="675140" y="111253"/>
                </a:lnTo>
                <a:lnTo>
                  <a:pt x="675489" y="111897"/>
                </a:lnTo>
                <a:lnTo>
                  <a:pt x="675860" y="112526"/>
                </a:lnTo>
                <a:lnTo>
                  <a:pt x="676254" y="113140"/>
                </a:lnTo>
                <a:lnTo>
                  <a:pt x="676670" y="113740"/>
                </a:lnTo>
                <a:lnTo>
                  <a:pt x="677108" y="114326"/>
                </a:lnTo>
                <a:lnTo>
                  <a:pt x="677569" y="114897"/>
                </a:lnTo>
                <a:lnTo>
                  <a:pt x="678053" y="115454"/>
                </a:lnTo>
                <a:lnTo>
                  <a:pt x="678559" y="115996"/>
                </a:lnTo>
                <a:lnTo>
                  <a:pt x="679088" y="116523"/>
                </a:lnTo>
                <a:lnTo>
                  <a:pt x="679635" y="117032"/>
                </a:lnTo>
                <a:lnTo>
                  <a:pt x="680197" y="117519"/>
                </a:lnTo>
                <a:lnTo>
                  <a:pt x="680774" y="117985"/>
                </a:lnTo>
                <a:lnTo>
                  <a:pt x="681365" y="118429"/>
                </a:lnTo>
                <a:lnTo>
                  <a:pt x="681972" y="118852"/>
                </a:lnTo>
                <a:lnTo>
                  <a:pt x="682593" y="119253"/>
                </a:lnTo>
                <a:lnTo>
                  <a:pt x="683229" y="119632"/>
                </a:lnTo>
                <a:lnTo>
                  <a:pt x="683880" y="119989"/>
                </a:lnTo>
                <a:lnTo>
                  <a:pt x="684546" y="120325"/>
                </a:lnTo>
                <a:lnTo>
                  <a:pt x="685226" y="120639"/>
                </a:lnTo>
                <a:lnTo>
                  <a:pt x="685922" y="120932"/>
                </a:lnTo>
                <a:lnTo>
                  <a:pt x="686632" y="121202"/>
                </a:lnTo>
                <a:lnTo>
                  <a:pt x="687357" y="121452"/>
                </a:lnTo>
                <a:lnTo>
                  <a:pt x="688096" y="121679"/>
                </a:lnTo>
                <a:lnTo>
                  <a:pt x="688851" y="121885"/>
                </a:lnTo>
                <a:lnTo>
                  <a:pt x="689620" y="122069"/>
                </a:lnTo>
                <a:lnTo>
                  <a:pt x="690404" y="122231"/>
                </a:lnTo>
                <a:lnTo>
                  <a:pt x="691203" y="122372"/>
                </a:lnTo>
                <a:lnTo>
                  <a:pt x="692017" y="122491"/>
                </a:lnTo>
                <a:lnTo>
                  <a:pt x="692846" y="122589"/>
                </a:lnTo>
                <a:lnTo>
                  <a:pt x="693689" y="122665"/>
                </a:lnTo>
                <a:lnTo>
                  <a:pt x="694547" y="122719"/>
                </a:lnTo>
                <a:lnTo>
                  <a:pt x="695420" y="122751"/>
                </a:lnTo>
                <a:lnTo>
                  <a:pt x="696308" y="122762"/>
                </a:lnTo>
                <a:lnTo>
                  <a:pt x="721588" y="122762"/>
                </a:lnTo>
                <a:lnTo>
                  <a:pt x="721588" y="109806"/>
                </a:lnTo>
                <a:lnTo>
                  <a:pt x="696308" y="109806"/>
                </a:lnTo>
                <a:lnTo>
                  <a:pt x="695956" y="109802"/>
                </a:lnTo>
                <a:close/>
                <a:moveTo>
                  <a:pt x="559957" y="122762"/>
                </a:moveTo>
                <a:lnTo>
                  <a:pt x="574179" y="122762"/>
                </a:lnTo>
                <a:lnTo>
                  <a:pt x="574179" y="67462"/>
                </a:lnTo>
                <a:lnTo>
                  <a:pt x="574188" y="66628"/>
                </a:lnTo>
                <a:lnTo>
                  <a:pt x="574215" y="65809"/>
                </a:lnTo>
                <a:lnTo>
                  <a:pt x="574259" y="65006"/>
                </a:lnTo>
                <a:lnTo>
                  <a:pt x="574321" y="64219"/>
                </a:lnTo>
                <a:lnTo>
                  <a:pt x="574402" y="63448"/>
                </a:lnTo>
                <a:lnTo>
                  <a:pt x="574500" y="62693"/>
                </a:lnTo>
                <a:lnTo>
                  <a:pt x="574616" y="61954"/>
                </a:lnTo>
                <a:lnTo>
                  <a:pt x="574749" y="61231"/>
                </a:lnTo>
                <a:lnTo>
                  <a:pt x="574901" y="60524"/>
                </a:lnTo>
                <a:lnTo>
                  <a:pt x="575070" y="59832"/>
                </a:lnTo>
                <a:lnTo>
                  <a:pt x="575257" y="59157"/>
                </a:lnTo>
                <a:lnTo>
                  <a:pt x="575462" y="58497"/>
                </a:lnTo>
                <a:lnTo>
                  <a:pt x="575685" y="57853"/>
                </a:lnTo>
                <a:lnTo>
                  <a:pt x="575925" y="57226"/>
                </a:lnTo>
                <a:lnTo>
                  <a:pt x="576184" y="56614"/>
                </a:lnTo>
                <a:lnTo>
                  <a:pt x="576460" y="56018"/>
                </a:lnTo>
                <a:lnTo>
                  <a:pt x="576754" y="55438"/>
                </a:lnTo>
                <a:lnTo>
                  <a:pt x="577066" y="54874"/>
                </a:lnTo>
                <a:lnTo>
                  <a:pt x="577396" y="54326"/>
                </a:lnTo>
                <a:lnTo>
                  <a:pt x="577743" y="53793"/>
                </a:lnTo>
                <a:lnTo>
                  <a:pt x="578109" y="53277"/>
                </a:lnTo>
                <a:lnTo>
                  <a:pt x="578492" y="52776"/>
                </a:lnTo>
                <a:lnTo>
                  <a:pt x="578893" y="52292"/>
                </a:lnTo>
                <a:lnTo>
                  <a:pt x="579312" y="51823"/>
                </a:lnTo>
                <a:lnTo>
                  <a:pt x="579746" y="51372"/>
                </a:lnTo>
                <a:lnTo>
                  <a:pt x="580193" y="50940"/>
                </a:lnTo>
                <a:lnTo>
                  <a:pt x="580653" y="50527"/>
                </a:lnTo>
                <a:lnTo>
                  <a:pt x="581126" y="50133"/>
                </a:lnTo>
                <a:lnTo>
                  <a:pt x="581612" y="49759"/>
                </a:lnTo>
                <a:lnTo>
                  <a:pt x="582111" y="49404"/>
                </a:lnTo>
                <a:lnTo>
                  <a:pt x="582623" y="49068"/>
                </a:lnTo>
                <a:lnTo>
                  <a:pt x="583147" y="48751"/>
                </a:lnTo>
                <a:lnTo>
                  <a:pt x="583685" y="48453"/>
                </a:lnTo>
                <a:lnTo>
                  <a:pt x="584235" y="48175"/>
                </a:lnTo>
                <a:lnTo>
                  <a:pt x="584799" y="47916"/>
                </a:lnTo>
                <a:lnTo>
                  <a:pt x="585375" y="47675"/>
                </a:lnTo>
                <a:lnTo>
                  <a:pt x="585964" y="47455"/>
                </a:lnTo>
                <a:lnTo>
                  <a:pt x="586566" y="47253"/>
                </a:lnTo>
                <a:lnTo>
                  <a:pt x="587181" y="47071"/>
                </a:lnTo>
                <a:lnTo>
                  <a:pt x="587808" y="46907"/>
                </a:lnTo>
                <a:lnTo>
                  <a:pt x="588449" y="46763"/>
                </a:lnTo>
                <a:lnTo>
                  <a:pt x="589103" y="46639"/>
                </a:lnTo>
                <a:lnTo>
                  <a:pt x="589769" y="46533"/>
                </a:lnTo>
                <a:lnTo>
                  <a:pt x="590448" y="46446"/>
                </a:lnTo>
                <a:lnTo>
                  <a:pt x="591140" y="46379"/>
                </a:lnTo>
                <a:lnTo>
                  <a:pt x="591846" y="46331"/>
                </a:lnTo>
                <a:lnTo>
                  <a:pt x="592564" y="46302"/>
                </a:lnTo>
                <a:lnTo>
                  <a:pt x="593294" y="46293"/>
                </a:lnTo>
                <a:lnTo>
                  <a:pt x="593999" y="46302"/>
                </a:lnTo>
                <a:lnTo>
                  <a:pt x="594692" y="46330"/>
                </a:lnTo>
                <a:lnTo>
                  <a:pt x="595372" y="46376"/>
                </a:lnTo>
                <a:lnTo>
                  <a:pt x="596040" y="46440"/>
                </a:lnTo>
                <a:lnTo>
                  <a:pt x="596695" y="46523"/>
                </a:lnTo>
                <a:lnTo>
                  <a:pt x="597338" y="46624"/>
                </a:lnTo>
                <a:lnTo>
                  <a:pt x="597969" y="46743"/>
                </a:lnTo>
                <a:lnTo>
                  <a:pt x="598587" y="46881"/>
                </a:lnTo>
                <a:lnTo>
                  <a:pt x="599193" y="47037"/>
                </a:lnTo>
                <a:lnTo>
                  <a:pt x="599787" y="47212"/>
                </a:lnTo>
                <a:lnTo>
                  <a:pt x="600368" y="47405"/>
                </a:lnTo>
                <a:lnTo>
                  <a:pt x="600937" y="47616"/>
                </a:lnTo>
                <a:lnTo>
                  <a:pt x="601494" y="47845"/>
                </a:lnTo>
                <a:lnTo>
                  <a:pt x="602038" y="48094"/>
                </a:lnTo>
                <a:lnTo>
                  <a:pt x="602570" y="48360"/>
                </a:lnTo>
                <a:lnTo>
                  <a:pt x="603090" y="48645"/>
                </a:lnTo>
                <a:lnTo>
                  <a:pt x="603597" y="48948"/>
                </a:lnTo>
                <a:lnTo>
                  <a:pt x="604092" y="49269"/>
                </a:lnTo>
                <a:lnTo>
                  <a:pt x="604575" y="49609"/>
                </a:lnTo>
                <a:lnTo>
                  <a:pt x="605045" y="49968"/>
                </a:lnTo>
                <a:lnTo>
                  <a:pt x="605503" y="50344"/>
                </a:lnTo>
                <a:lnTo>
                  <a:pt x="605948" y="50739"/>
                </a:lnTo>
                <a:lnTo>
                  <a:pt x="606382" y="51153"/>
                </a:lnTo>
                <a:lnTo>
                  <a:pt x="606802" y="51585"/>
                </a:lnTo>
                <a:lnTo>
                  <a:pt x="607209" y="52034"/>
                </a:lnTo>
                <a:lnTo>
                  <a:pt x="607597" y="52499"/>
                </a:lnTo>
                <a:lnTo>
                  <a:pt x="607969" y="52980"/>
                </a:lnTo>
                <a:lnTo>
                  <a:pt x="608324" y="53478"/>
                </a:lnTo>
                <a:lnTo>
                  <a:pt x="608661" y="53992"/>
                </a:lnTo>
                <a:lnTo>
                  <a:pt x="608980" y="54522"/>
                </a:lnTo>
                <a:lnTo>
                  <a:pt x="609283" y="55068"/>
                </a:lnTo>
                <a:lnTo>
                  <a:pt x="609568" y="55631"/>
                </a:lnTo>
                <a:lnTo>
                  <a:pt x="609836" y="56209"/>
                </a:lnTo>
                <a:lnTo>
                  <a:pt x="610087" y="56804"/>
                </a:lnTo>
                <a:lnTo>
                  <a:pt x="610320" y="57415"/>
                </a:lnTo>
                <a:lnTo>
                  <a:pt x="610536" y="58042"/>
                </a:lnTo>
                <a:lnTo>
                  <a:pt x="610735" y="58685"/>
                </a:lnTo>
                <a:lnTo>
                  <a:pt x="610916" y="59345"/>
                </a:lnTo>
                <a:lnTo>
                  <a:pt x="611081" y="60021"/>
                </a:lnTo>
                <a:lnTo>
                  <a:pt x="611228" y="60713"/>
                </a:lnTo>
                <a:lnTo>
                  <a:pt x="611357" y="61421"/>
                </a:lnTo>
                <a:lnTo>
                  <a:pt x="611470" y="62145"/>
                </a:lnTo>
                <a:lnTo>
                  <a:pt x="611565" y="62886"/>
                </a:lnTo>
                <a:lnTo>
                  <a:pt x="611642" y="63642"/>
                </a:lnTo>
                <a:lnTo>
                  <a:pt x="611703" y="64415"/>
                </a:lnTo>
                <a:lnTo>
                  <a:pt x="611746" y="65204"/>
                </a:lnTo>
                <a:lnTo>
                  <a:pt x="611772" y="66009"/>
                </a:lnTo>
                <a:lnTo>
                  <a:pt x="611781" y="66831"/>
                </a:lnTo>
                <a:lnTo>
                  <a:pt x="611781" y="122762"/>
                </a:lnTo>
                <a:lnTo>
                  <a:pt x="626000" y="122762"/>
                </a:lnTo>
                <a:lnTo>
                  <a:pt x="626000" y="64304"/>
                </a:lnTo>
                <a:lnTo>
                  <a:pt x="625986" y="63156"/>
                </a:lnTo>
                <a:lnTo>
                  <a:pt x="625946" y="62028"/>
                </a:lnTo>
                <a:lnTo>
                  <a:pt x="625879" y="60920"/>
                </a:lnTo>
                <a:lnTo>
                  <a:pt x="625785" y="59832"/>
                </a:lnTo>
                <a:lnTo>
                  <a:pt x="625664" y="58765"/>
                </a:lnTo>
                <a:lnTo>
                  <a:pt x="625516" y="57718"/>
                </a:lnTo>
                <a:lnTo>
                  <a:pt x="625341" y="56691"/>
                </a:lnTo>
                <a:lnTo>
                  <a:pt x="625140" y="55685"/>
                </a:lnTo>
                <a:lnTo>
                  <a:pt x="624911" y="54699"/>
                </a:lnTo>
                <a:lnTo>
                  <a:pt x="624656" y="53733"/>
                </a:lnTo>
                <a:lnTo>
                  <a:pt x="624374" y="52788"/>
                </a:lnTo>
                <a:lnTo>
                  <a:pt x="624065" y="51863"/>
                </a:lnTo>
                <a:lnTo>
                  <a:pt x="623729" y="50958"/>
                </a:lnTo>
                <a:lnTo>
                  <a:pt x="623366" y="50073"/>
                </a:lnTo>
                <a:lnTo>
                  <a:pt x="622976" y="49209"/>
                </a:lnTo>
                <a:lnTo>
                  <a:pt x="622559" y="48365"/>
                </a:lnTo>
                <a:lnTo>
                  <a:pt x="622116" y="47541"/>
                </a:lnTo>
                <a:lnTo>
                  <a:pt x="621645" y="46738"/>
                </a:lnTo>
                <a:lnTo>
                  <a:pt x="621148" y="45955"/>
                </a:lnTo>
                <a:lnTo>
                  <a:pt x="620624" y="45192"/>
                </a:lnTo>
                <a:lnTo>
                  <a:pt x="620073" y="44450"/>
                </a:lnTo>
                <a:lnTo>
                  <a:pt x="619495" y="43727"/>
                </a:lnTo>
                <a:lnTo>
                  <a:pt x="618890" y="43025"/>
                </a:lnTo>
                <a:lnTo>
                  <a:pt x="618259" y="42344"/>
                </a:lnTo>
                <a:lnTo>
                  <a:pt x="617604" y="41686"/>
                </a:lnTo>
                <a:lnTo>
                  <a:pt x="616931" y="41057"/>
                </a:lnTo>
                <a:lnTo>
                  <a:pt x="616239" y="40455"/>
                </a:lnTo>
                <a:lnTo>
                  <a:pt x="615529" y="39881"/>
                </a:lnTo>
                <a:lnTo>
                  <a:pt x="614800" y="39336"/>
                </a:lnTo>
                <a:lnTo>
                  <a:pt x="614052" y="38818"/>
                </a:lnTo>
                <a:lnTo>
                  <a:pt x="613286" y="38328"/>
                </a:lnTo>
                <a:lnTo>
                  <a:pt x="612501" y="37866"/>
                </a:lnTo>
                <a:lnTo>
                  <a:pt x="611697" y="37433"/>
                </a:lnTo>
                <a:lnTo>
                  <a:pt x="610875" y="37027"/>
                </a:lnTo>
                <a:lnTo>
                  <a:pt x="610034" y="36649"/>
                </a:lnTo>
                <a:lnTo>
                  <a:pt x="609174" y="36299"/>
                </a:lnTo>
                <a:lnTo>
                  <a:pt x="608296" y="35978"/>
                </a:lnTo>
                <a:lnTo>
                  <a:pt x="607399" y="35684"/>
                </a:lnTo>
                <a:lnTo>
                  <a:pt x="606483" y="35418"/>
                </a:lnTo>
                <a:lnTo>
                  <a:pt x="605549" y="35180"/>
                </a:lnTo>
                <a:lnTo>
                  <a:pt x="604596" y="34970"/>
                </a:lnTo>
                <a:lnTo>
                  <a:pt x="603624" y="34788"/>
                </a:lnTo>
                <a:lnTo>
                  <a:pt x="602634" y="34634"/>
                </a:lnTo>
                <a:lnTo>
                  <a:pt x="601625" y="34508"/>
                </a:lnTo>
                <a:lnTo>
                  <a:pt x="600597" y="34410"/>
                </a:lnTo>
                <a:lnTo>
                  <a:pt x="599551" y="34340"/>
                </a:lnTo>
                <a:lnTo>
                  <a:pt x="598486" y="34298"/>
                </a:lnTo>
                <a:lnTo>
                  <a:pt x="597402" y="34284"/>
                </a:lnTo>
                <a:lnTo>
                  <a:pt x="596502" y="34294"/>
                </a:lnTo>
                <a:lnTo>
                  <a:pt x="595618" y="34323"/>
                </a:lnTo>
                <a:lnTo>
                  <a:pt x="594751" y="34372"/>
                </a:lnTo>
                <a:lnTo>
                  <a:pt x="593900" y="34440"/>
                </a:lnTo>
                <a:lnTo>
                  <a:pt x="593066" y="34528"/>
                </a:lnTo>
                <a:lnTo>
                  <a:pt x="592248" y="34635"/>
                </a:lnTo>
                <a:lnTo>
                  <a:pt x="591446" y="34762"/>
                </a:lnTo>
                <a:lnTo>
                  <a:pt x="590661" y="34908"/>
                </a:lnTo>
                <a:lnTo>
                  <a:pt x="589893" y="35073"/>
                </a:lnTo>
                <a:lnTo>
                  <a:pt x="589141" y="35258"/>
                </a:lnTo>
                <a:lnTo>
                  <a:pt x="588405" y="35463"/>
                </a:lnTo>
                <a:lnTo>
                  <a:pt x="587686" y="35687"/>
                </a:lnTo>
                <a:lnTo>
                  <a:pt x="586983" y="35930"/>
                </a:lnTo>
                <a:lnTo>
                  <a:pt x="586297" y="36193"/>
                </a:lnTo>
                <a:lnTo>
                  <a:pt x="585627" y="36476"/>
                </a:lnTo>
                <a:lnTo>
                  <a:pt x="584973" y="36778"/>
                </a:lnTo>
                <a:lnTo>
                  <a:pt x="584336" y="37099"/>
                </a:lnTo>
                <a:lnTo>
                  <a:pt x="583716" y="37440"/>
                </a:lnTo>
                <a:lnTo>
                  <a:pt x="583112" y="37800"/>
                </a:lnTo>
                <a:lnTo>
                  <a:pt x="582524" y="38180"/>
                </a:lnTo>
                <a:lnTo>
                  <a:pt x="581953" y="38580"/>
                </a:lnTo>
                <a:lnTo>
                  <a:pt x="581399" y="38998"/>
                </a:lnTo>
                <a:lnTo>
                  <a:pt x="580860" y="39437"/>
                </a:lnTo>
                <a:lnTo>
                  <a:pt x="580339" y="39895"/>
                </a:lnTo>
                <a:lnTo>
                  <a:pt x="579836" y="40370"/>
                </a:lnTo>
                <a:lnTo>
                  <a:pt x="579355" y="40861"/>
                </a:lnTo>
                <a:lnTo>
                  <a:pt x="578895" y="41369"/>
                </a:lnTo>
                <a:lnTo>
                  <a:pt x="578456" y="41893"/>
                </a:lnTo>
                <a:lnTo>
                  <a:pt x="578039" y="42433"/>
                </a:lnTo>
                <a:lnTo>
                  <a:pt x="577644" y="42990"/>
                </a:lnTo>
                <a:lnTo>
                  <a:pt x="577269" y="43562"/>
                </a:lnTo>
                <a:lnTo>
                  <a:pt x="576917" y="44151"/>
                </a:lnTo>
                <a:lnTo>
                  <a:pt x="576585" y="44756"/>
                </a:lnTo>
                <a:lnTo>
                  <a:pt x="576275" y="45377"/>
                </a:lnTo>
                <a:lnTo>
                  <a:pt x="575986" y="46014"/>
                </a:lnTo>
                <a:lnTo>
                  <a:pt x="575719" y="46668"/>
                </a:lnTo>
                <a:lnTo>
                  <a:pt x="575473" y="47337"/>
                </a:lnTo>
                <a:lnTo>
                  <a:pt x="575248" y="48023"/>
                </a:lnTo>
                <a:lnTo>
                  <a:pt x="575045" y="48725"/>
                </a:lnTo>
                <a:lnTo>
                  <a:pt x="574863" y="49444"/>
                </a:lnTo>
                <a:lnTo>
                  <a:pt x="574703" y="50178"/>
                </a:lnTo>
                <a:lnTo>
                  <a:pt x="574564" y="50929"/>
                </a:lnTo>
                <a:lnTo>
                  <a:pt x="574446" y="51695"/>
                </a:lnTo>
                <a:lnTo>
                  <a:pt x="574353" y="52453"/>
                </a:lnTo>
                <a:lnTo>
                  <a:pt x="574179" y="52453"/>
                </a:lnTo>
                <a:lnTo>
                  <a:pt x="574179" y="35864"/>
                </a:lnTo>
                <a:lnTo>
                  <a:pt x="559957" y="35864"/>
                </a:lnTo>
                <a:lnTo>
                  <a:pt x="559957" y="122762"/>
                </a:lnTo>
                <a:close/>
                <a:moveTo>
                  <a:pt x="512400" y="35864"/>
                </a:moveTo>
                <a:lnTo>
                  <a:pt x="470531" y="35864"/>
                </a:lnTo>
                <a:lnTo>
                  <a:pt x="470531" y="48819"/>
                </a:lnTo>
                <a:lnTo>
                  <a:pt x="498181" y="48819"/>
                </a:lnTo>
                <a:lnTo>
                  <a:pt x="498181" y="109806"/>
                </a:lnTo>
                <a:lnTo>
                  <a:pt x="467373" y="109806"/>
                </a:lnTo>
                <a:lnTo>
                  <a:pt x="467373" y="122762"/>
                </a:lnTo>
                <a:lnTo>
                  <a:pt x="541629" y="122762"/>
                </a:lnTo>
                <a:lnTo>
                  <a:pt x="541629" y="109806"/>
                </a:lnTo>
                <a:lnTo>
                  <a:pt x="512400" y="109806"/>
                </a:lnTo>
                <a:lnTo>
                  <a:pt x="512400" y="35864"/>
                </a:lnTo>
                <a:close/>
                <a:moveTo>
                  <a:pt x="907393" y="95903"/>
                </a:moveTo>
                <a:lnTo>
                  <a:pt x="907393" y="83263"/>
                </a:lnTo>
                <a:lnTo>
                  <a:pt x="839456" y="83263"/>
                </a:lnTo>
                <a:lnTo>
                  <a:pt x="839456" y="95903"/>
                </a:lnTo>
                <a:lnTo>
                  <a:pt x="907393" y="95903"/>
                </a:lnTo>
                <a:close/>
                <a:moveTo>
                  <a:pt x="1154973" y="148042"/>
                </a:moveTo>
                <a:lnTo>
                  <a:pt x="1166034" y="99695"/>
                </a:lnTo>
                <a:lnTo>
                  <a:pt x="1148970" y="99695"/>
                </a:lnTo>
                <a:lnTo>
                  <a:pt x="1140281" y="148042"/>
                </a:lnTo>
                <a:lnTo>
                  <a:pt x="1154973" y="1480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field:str=&quot;source&quot;">
            <a:extLst xmlns:a="http://schemas.openxmlformats.org/drawingml/2006/main">
              <a:ext uri="{FF2B5EF4-FFF2-40B4-BE49-F238E27FC236}">
                <a16:creationId xmlns:a16="http://schemas.microsoft.com/office/drawing/2014/main" id="{7D583708-E0D2-4250-9A74-7365AF42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55" y="3271285"/>
            <a:ext cx="1931037" cy="124341"/>
          </a:xfrm>
          <a:custGeom xmlns:a="http://schemas.openxmlformats.org/drawingml/2006/main">
            <a:pathLst>
              <a:path w="1931037" h="124341">
                <a:moveTo>
                  <a:pt x="134712" y="20147"/>
                </a:moveTo>
                <a:lnTo>
                  <a:pt x="135112" y="20106"/>
                </a:lnTo>
                <a:lnTo>
                  <a:pt x="135504" y="20054"/>
                </a:lnTo>
                <a:lnTo>
                  <a:pt x="135888" y="19994"/>
                </a:lnTo>
                <a:lnTo>
                  <a:pt x="136265" y="19924"/>
                </a:lnTo>
                <a:lnTo>
                  <a:pt x="136635" y="19844"/>
                </a:lnTo>
                <a:lnTo>
                  <a:pt x="136996" y="19756"/>
                </a:lnTo>
                <a:lnTo>
                  <a:pt x="137350" y="19658"/>
                </a:lnTo>
                <a:lnTo>
                  <a:pt x="137696" y="19551"/>
                </a:lnTo>
                <a:lnTo>
                  <a:pt x="138035" y="19434"/>
                </a:lnTo>
                <a:lnTo>
                  <a:pt x="138365" y="19308"/>
                </a:lnTo>
                <a:lnTo>
                  <a:pt x="138689" y="19173"/>
                </a:lnTo>
                <a:lnTo>
                  <a:pt x="139004" y="19028"/>
                </a:lnTo>
                <a:lnTo>
                  <a:pt x="139312" y="18875"/>
                </a:lnTo>
                <a:lnTo>
                  <a:pt x="139612" y="18711"/>
                </a:lnTo>
                <a:lnTo>
                  <a:pt x="139904" y="18539"/>
                </a:lnTo>
                <a:lnTo>
                  <a:pt x="140189" y="18357"/>
                </a:lnTo>
                <a:lnTo>
                  <a:pt x="140466" y="18166"/>
                </a:lnTo>
                <a:lnTo>
                  <a:pt x="140735" y="17965"/>
                </a:lnTo>
                <a:lnTo>
                  <a:pt x="140997" y="17756"/>
                </a:lnTo>
                <a:lnTo>
                  <a:pt x="141251" y="17536"/>
                </a:lnTo>
                <a:lnTo>
                  <a:pt x="141496" y="17309"/>
                </a:lnTo>
                <a:lnTo>
                  <a:pt x="141730" y="17076"/>
                </a:lnTo>
                <a:lnTo>
                  <a:pt x="141954" y="16835"/>
                </a:lnTo>
                <a:lnTo>
                  <a:pt x="142168" y="16588"/>
                </a:lnTo>
                <a:lnTo>
                  <a:pt x="142371" y="16335"/>
                </a:lnTo>
                <a:lnTo>
                  <a:pt x="142564" y="16075"/>
                </a:lnTo>
                <a:lnTo>
                  <a:pt x="142746" y="15808"/>
                </a:lnTo>
                <a:lnTo>
                  <a:pt x="142918" y="15535"/>
                </a:lnTo>
                <a:lnTo>
                  <a:pt x="143080" y="15255"/>
                </a:lnTo>
                <a:lnTo>
                  <a:pt x="143231" y="14969"/>
                </a:lnTo>
                <a:lnTo>
                  <a:pt x="143372" y="14676"/>
                </a:lnTo>
                <a:lnTo>
                  <a:pt x="143502" y="14376"/>
                </a:lnTo>
                <a:lnTo>
                  <a:pt x="143622" y="14070"/>
                </a:lnTo>
                <a:lnTo>
                  <a:pt x="143731" y="13758"/>
                </a:lnTo>
                <a:lnTo>
                  <a:pt x="143830" y="13438"/>
                </a:lnTo>
                <a:lnTo>
                  <a:pt x="143919" y="13112"/>
                </a:lnTo>
                <a:lnTo>
                  <a:pt x="143997" y="12780"/>
                </a:lnTo>
                <a:lnTo>
                  <a:pt x="144065" y="12441"/>
                </a:lnTo>
                <a:lnTo>
                  <a:pt x="144122" y="12095"/>
                </a:lnTo>
                <a:lnTo>
                  <a:pt x="144169" y="11743"/>
                </a:lnTo>
                <a:lnTo>
                  <a:pt x="144206" y="11384"/>
                </a:lnTo>
                <a:lnTo>
                  <a:pt x="144232" y="11018"/>
                </a:lnTo>
                <a:lnTo>
                  <a:pt x="144247" y="10646"/>
                </a:lnTo>
                <a:lnTo>
                  <a:pt x="144252" y="10268"/>
                </a:lnTo>
                <a:lnTo>
                  <a:pt x="144247" y="9876"/>
                </a:lnTo>
                <a:lnTo>
                  <a:pt x="144232" y="9492"/>
                </a:lnTo>
                <a:lnTo>
                  <a:pt x="144206" y="9114"/>
                </a:lnTo>
                <a:lnTo>
                  <a:pt x="144169" y="8743"/>
                </a:lnTo>
                <a:lnTo>
                  <a:pt x="144122" y="8379"/>
                </a:lnTo>
                <a:lnTo>
                  <a:pt x="144065" y="8021"/>
                </a:lnTo>
                <a:lnTo>
                  <a:pt x="143997" y="7671"/>
                </a:lnTo>
                <a:lnTo>
                  <a:pt x="143919" y="7328"/>
                </a:lnTo>
                <a:lnTo>
                  <a:pt x="143830" y="6991"/>
                </a:lnTo>
                <a:lnTo>
                  <a:pt x="143731" y="6661"/>
                </a:lnTo>
                <a:lnTo>
                  <a:pt x="143622" y="6338"/>
                </a:lnTo>
                <a:lnTo>
                  <a:pt x="143502" y="6022"/>
                </a:lnTo>
                <a:lnTo>
                  <a:pt x="143372" y="5713"/>
                </a:lnTo>
                <a:lnTo>
                  <a:pt x="143231" y="5411"/>
                </a:lnTo>
                <a:lnTo>
                  <a:pt x="143080" y="5115"/>
                </a:lnTo>
                <a:lnTo>
                  <a:pt x="142918" y="4827"/>
                </a:lnTo>
                <a:lnTo>
                  <a:pt x="142746" y="4545"/>
                </a:lnTo>
                <a:lnTo>
                  <a:pt x="142564" y="4270"/>
                </a:lnTo>
                <a:lnTo>
                  <a:pt x="142371" y="4002"/>
                </a:lnTo>
                <a:lnTo>
                  <a:pt x="142168" y="3741"/>
                </a:lnTo>
                <a:lnTo>
                  <a:pt x="141954" y="3487"/>
                </a:lnTo>
                <a:lnTo>
                  <a:pt x="141730" y="3239"/>
                </a:lnTo>
                <a:lnTo>
                  <a:pt x="141496" y="2999"/>
                </a:lnTo>
                <a:lnTo>
                  <a:pt x="141251" y="2765"/>
                </a:lnTo>
                <a:lnTo>
                  <a:pt x="140997" y="2540"/>
                </a:lnTo>
                <a:lnTo>
                  <a:pt x="140735" y="2324"/>
                </a:lnTo>
                <a:lnTo>
                  <a:pt x="140466" y="2117"/>
                </a:lnTo>
                <a:lnTo>
                  <a:pt x="140189" y="1920"/>
                </a:lnTo>
                <a:lnTo>
                  <a:pt x="139904" y="1733"/>
                </a:lnTo>
                <a:lnTo>
                  <a:pt x="139612" y="1555"/>
                </a:lnTo>
                <a:lnTo>
                  <a:pt x="139312" y="1387"/>
                </a:lnTo>
                <a:lnTo>
                  <a:pt x="139004" y="1229"/>
                </a:lnTo>
                <a:lnTo>
                  <a:pt x="138689" y="1080"/>
                </a:lnTo>
                <a:lnTo>
                  <a:pt x="138365" y="941"/>
                </a:lnTo>
                <a:lnTo>
                  <a:pt x="138035" y="811"/>
                </a:lnTo>
                <a:lnTo>
                  <a:pt x="137696" y="691"/>
                </a:lnTo>
                <a:lnTo>
                  <a:pt x="137350" y="581"/>
                </a:lnTo>
                <a:lnTo>
                  <a:pt x="136996" y="480"/>
                </a:lnTo>
                <a:lnTo>
                  <a:pt x="136635" y="389"/>
                </a:lnTo>
                <a:lnTo>
                  <a:pt x="136265" y="307"/>
                </a:lnTo>
                <a:lnTo>
                  <a:pt x="135888" y="235"/>
                </a:lnTo>
                <a:lnTo>
                  <a:pt x="135504" y="173"/>
                </a:lnTo>
                <a:lnTo>
                  <a:pt x="135112" y="120"/>
                </a:lnTo>
                <a:lnTo>
                  <a:pt x="134712" y="77"/>
                </a:lnTo>
                <a:lnTo>
                  <a:pt x="134304" y="43"/>
                </a:lnTo>
                <a:lnTo>
                  <a:pt x="133889" y="19"/>
                </a:lnTo>
                <a:lnTo>
                  <a:pt x="133466" y="5"/>
                </a:lnTo>
                <a:lnTo>
                  <a:pt x="133035" y="0"/>
                </a:lnTo>
                <a:lnTo>
                  <a:pt x="132604" y="5"/>
                </a:lnTo>
                <a:lnTo>
                  <a:pt x="132181" y="19"/>
                </a:lnTo>
                <a:lnTo>
                  <a:pt x="131766" y="43"/>
                </a:lnTo>
                <a:lnTo>
                  <a:pt x="131359" y="77"/>
                </a:lnTo>
                <a:lnTo>
                  <a:pt x="130959" y="120"/>
                </a:lnTo>
                <a:lnTo>
                  <a:pt x="130567" y="173"/>
                </a:lnTo>
                <a:lnTo>
                  <a:pt x="130182" y="235"/>
                </a:lnTo>
                <a:lnTo>
                  <a:pt x="129805" y="307"/>
                </a:lnTo>
                <a:lnTo>
                  <a:pt x="129436" y="389"/>
                </a:lnTo>
                <a:lnTo>
                  <a:pt x="129075" y="480"/>
                </a:lnTo>
                <a:lnTo>
                  <a:pt x="128721" y="581"/>
                </a:lnTo>
                <a:lnTo>
                  <a:pt x="128375" y="691"/>
                </a:lnTo>
                <a:lnTo>
                  <a:pt x="128036" y="811"/>
                </a:lnTo>
                <a:lnTo>
                  <a:pt x="127705" y="941"/>
                </a:lnTo>
                <a:lnTo>
                  <a:pt x="127382" y="1080"/>
                </a:lnTo>
                <a:lnTo>
                  <a:pt x="127067" y="1229"/>
                </a:lnTo>
                <a:lnTo>
                  <a:pt x="126759" y="1387"/>
                </a:lnTo>
                <a:lnTo>
                  <a:pt x="126459" y="1555"/>
                </a:lnTo>
                <a:lnTo>
                  <a:pt x="126166" y="1733"/>
                </a:lnTo>
                <a:lnTo>
                  <a:pt x="125881" y="1920"/>
                </a:lnTo>
                <a:lnTo>
                  <a:pt x="125604" y="2117"/>
                </a:lnTo>
                <a:lnTo>
                  <a:pt x="125335" y="2324"/>
                </a:lnTo>
                <a:lnTo>
                  <a:pt x="125073" y="2540"/>
                </a:lnTo>
                <a:lnTo>
                  <a:pt x="124819" y="2765"/>
                </a:lnTo>
                <a:lnTo>
                  <a:pt x="124574" y="2999"/>
                </a:lnTo>
                <a:lnTo>
                  <a:pt x="124339" y="3239"/>
                </a:lnTo>
                <a:lnTo>
                  <a:pt x="124115" y="3487"/>
                </a:lnTo>
                <a:lnTo>
                  <a:pt x="123902" y="3741"/>
                </a:lnTo>
                <a:lnTo>
                  <a:pt x="123698" y="4002"/>
                </a:lnTo>
                <a:lnTo>
                  <a:pt x="123506" y="4270"/>
                </a:lnTo>
                <a:lnTo>
                  <a:pt x="123323" y="4545"/>
                </a:lnTo>
                <a:lnTo>
                  <a:pt x="123151" y="4827"/>
                </a:lnTo>
                <a:lnTo>
                  <a:pt x="122990" y="5115"/>
                </a:lnTo>
                <a:lnTo>
                  <a:pt x="122839" y="5411"/>
                </a:lnTo>
                <a:lnTo>
                  <a:pt x="122698" y="5713"/>
                </a:lnTo>
                <a:lnTo>
                  <a:pt x="122568" y="6022"/>
                </a:lnTo>
                <a:lnTo>
                  <a:pt x="122448" y="6338"/>
                </a:lnTo>
                <a:lnTo>
                  <a:pt x="122338" y="6661"/>
                </a:lnTo>
                <a:lnTo>
                  <a:pt x="122239" y="6991"/>
                </a:lnTo>
                <a:lnTo>
                  <a:pt x="122151" y="7328"/>
                </a:lnTo>
                <a:lnTo>
                  <a:pt x="122073" y="7671"/>
                </a:lnTo>
                <a:lnTo>
                  <a:pt x="122005" y="8021"/>
                </a:lnTo>
                <a:lnTo>
                  <a:pt x="121947" y="8379"/>
                </a:lnTo>
                <a:lnTo>
                  <a:pt x="121901" y="8743"/>
                </a:lnTo>
                <a:lnTo>
                  <a:pt x="121864" y="9114"/>
                </a:lnTo>
                <a:lnTo>
                  <a:pt x="121838" y="9492"/>
                </a:lnTo>
                <a:lnTo>
                  <a:pt x="121822" y="9876"/>
                </a:lnTo>
                <a:lnTo>
                  <a:pt x="121817" y="10268"/>
                </a:lnTo>
                <a:lnTo>
                  <a:pt x="121822" y="10646"/>
                </a:lnTo>
                <a:lnTo>
                  <a:pt x="121838" y="11018"/>
                </a:lnTo>
                <a:lnTo>
                  <a:pt x="121864" y="11384"/>
                </a:lnTo>
                <a:lnTo>
                  <a:pt x="121901" y="11743"/>
                </a:lnTo>
                <a:lnTo>
                  <a:pt x="121947" y="12095"/>
                </a:lnTo>
                <a:lnTo>
                  <a:pt x="122005" y="12441"/>
                </a:lnTo>
                <a:lnTo>
                  <a:pt x="122073" y="12780"/>
                </a:lnTo>
                <a:lnTo>
                  <a:pt x="122151" y="13112"/>
                </a:lnTo>
                <a:lnTo>
                  <a:pt x="122239" y="13438"/>
                </a:lnTo>
                <a:lnTo>
                  <a:pt x="122338" y="13758"/>
                </a:lnTo>
                <a:lnTo>
                  <a:pt x="122448" y="14070"/>
                </a:lnTo>
                <a:lnTo>
                  <a:pt x="122568" y="14376"/>
                </a:lnTo>
                <a:lnTo>
                  <a:pt x="122698" y="14676"/>
                </a:lnTo>
                <a:lnTo>
                  <a:pt x="122839" y="14969"/>
                </a:lnTo>
                <a:lnTo>
                  <a:pt x="122990" y="15255"/>
                </a:lnTo>
                <a:lnTo>
                  <a:pt x="123151" y="15535"/>
                </a:lnTo>
                <a:lnTo>
                  <a:pt x="123323" y="15808"/>
                </a:lnTo>
                <a:lnTo>
                  <a:pt x="123506" y="16075"/>
                </a:lnTo>
                <a:lnTo>
                  <a:pt x="123698" y="16335"/>
                </a:lnTo>
                <a:lnTo>
                  <a:pt x="123902" y="16588"/>
                </a:lnTo>
                <a:lnTo>
                  <a:pt x="124115" y="16835"/>
                </a:lnTo>
                <a:lnTo>
                  <a:pt x="124339" y="17076"/>
                </a:lnTo>
                <a:lnTo>
                  <a:pt x="124574" y="17309"/>
                </a:lnTo>
                <a:lnTo>
                  <a:pt x="124819" y="17536"/>
                </a:lnTo>
                <a:lnTo>
                  <a:pt x="125073" y="17756"/>
                </a:lnTo>
                <a:lnTo>
                  <a:pt x="125335" y="17965"/>
                </a:lnTo>
                <a:lnTo>
                  <a:pt x="125604" y="18166"/>
                </a:lnTo>
                <a:lnTo>
                  <a:pt x="125881" y="18357"/>
                </a:lnTo>
                <a:lnTo>
                  <a:pt x="126166" y="18539"/>
                </a:lnTo>
                <a:lnTo>
                  <a:pt x="126459" y="18711"/>
                </a:lnTo>
                <a:lnTo>
                  <a:pt x="126759" y="18875"/>
                </a:lnTo>
                <a:lnTo>
                  <a:pt x="127067" y="19028"/>
                </a:lnTo>
                <a:lnTo>
                  <a:pt x="127382" y="19173"/>
                </a:lnTo>
                <a:lnTo>
                  <a:pt x="127705" y="19308"/>
                </a:lnTo>
                <a:lnTo>
                  <a:pt x="128036" y="19434"/>
                </a:lnTo>
                <a:lnTo>
                  <a:pt x="128375" y="19551"/>
                </a:lnTo>
                <a:lnTo>
                  <a:pt x="128721" y="19658"/>
                </a:lnTo>
                <a:lnTo>
                  <a:pt x="129075" y="19756"/>
                </a:lnTo>
                <a:lnTo>
                  <a:pt x="129436" y="19844"/>
                </a:lnTo>
                <a:lnTo>
                  <a:pt x="129805" y="19924"/>
                </a:lnTo>
                <a:lnTo>
                  <a:pt x="130182" y="19994"/>
                </a:lnTo>
                <a:lnTo>
                  <a:pt x="130567" y="20054"/>
                </a:lnTo>
                <a:lnTo>
                  <a:pt x="130959" y="20106"/>
                </a:lnTo>
                <a:lnTo>
                  <a:pt x="131359" y="20147"/>
                </a:lnTo>
                <a:lnTo>
                  <a:pt x="131766" y="20180"/>
                </a:lnTo>
                <a:lnTo>
                  <a:pt x="132181" y="20203"/>
                </a:lnTo>
                <a:lnTo>
                  <a:pt x="132604" y="20217"/>
                </a:lnTo>
                <a:lnTo>
                  <a:pt x="133035" y="20222"/>
                </a:lnTo>
                <a:lnTo>
                  <a:pt x="133466" y="20217"/>
                </a:lnTo>
                <a:lnTo>
                  <a:pt x="133889" y="20203"/>
                </a:lnTo>
                <a:lnTo>
                  <a:pt x="134304" y="20180"/>
                </a:lnTo>
                <a:lnTo>
                  <a:pt x="134712" y="20147"/>
                </a:lnTo>
                <a:close/>
                <a:moveTo>
                  <a:pt x="508627" y="57530"/>
                </a:moveTo>
                <a:lnTo>
                  <a:pt x="509107" y="57470"/>
                </a:lnTo>
                <a:lnTo>
                  <a:pt x="509575" y="57399"/>
                </a:lnTo>
                <a:lnTo>
                  <a:pt x="510033" y="57316"/>
                </a:lnTo>
                <a:lnTo>
                  <a:pt x="510479" y="57223"/>
                </a:lnTo>
                <a:lnTo>
                  <a:pt x="510915" y="57119"/>
                </a:lnTo>
                <a:lnTo>
                  <a:pt x="511339" y="57004"/>
                </a:lnTo>
                <a:lnTo>
                  <a:pt x="511753" y="56878"/>
                </a:lnTo>
                <a:lnTo>
                  <a:pt x="512156" y="56741"/>
                </a:lnTo>
                <a:lnTo>
                  <a:pt x="512547" y="56593"/>
                </a:lnTo>
                <a:lnTo>
                  <a:pt x="512928" y="56434"/>
                </a:lnTo>
                <a:lnTo>
                  <a:pt x="513298" y="56264"/>
                </a:lnTo>
                <a:lnTo>
                  <a:pt x="513657" y="56083"/>
                </a:lnTo>
                <a:lnTo>
                  <a:pt x="514004" y="55891"/>
                </a:lnTo>
                <a:lnTo>
                  <a:pt x="514341" y="55688"/>
                </a:lnTo>
                <a:lnTo>
                  <a:pt x="514667" y="55474"/>
                </a:lnTo>
                <a:lnTo>
                  <a:pt x="514982" y="55249"/>
                </a:lnTo>
                <a:lnTo>
                  <a:pt x="515286" y="55013"/>
                </a:lnTo>
                <a:lnTo>
                  <a:pt x="515579" y="54767"/>
                </a:lnTo>
                <a:lnTo>
                  <a:pt x="515860" y="54509"/>
                </a:lnTo>
                <a:lnTo>
                  <a:pt x="516131" y="54242"/>
                </a:lnTo>
                <a:lnTo>
                  <a:pt x="516390" y="53967"/>
                </a:lnTo>
                <a:lnTo>
                  <a:pt x="516638" y="53684"/>
                </a:lnTo>
                <a:lnTo>
                  <a:pt x="516874" y="53394"/>
                </a:lnTo>
                <a:lnTo>
                  <a:pt x="517099" y="53096"/>
                </a:lnTo>
                <a:lnTo>
                  <a:pt x="517312" y="52791"/>
                </a:lnTo>
                <a:lnTo>
                  <a:pt x="517513" y="52477"/>
                </a:lnTo>
                <a:lnTo>
                  <a:pt x="517703" y="52156"/>
                </a:lnTo>
                <a:lnTo>
                  <a:pt x="517882" y="51828"/>
                </a:lnTo>
                <a:lnTo>
                  <a:pt x="518049" y="51491"/>
                </a:lnTo>
                <a:lnTo>
                  <a:pt x="518204" y="51147"/>
                </a:lnTo>
                <a:lnTo>
                  <a:pt x="518348" y="50796"/>
                </a:lnTo>
                <a:lnTo>
                  <a:pt x="518481" y="50436"/>
                </a:lnTo>
                <a:lnTo>
                  <a:pt x="518602" y="50069"/>
                </a:lnTo>
                <a:lnTo>
                  <a:pt x="518711" y="49695"/>
                </a:lnTo>
                <a:lnTo>
                  <a:pt x="518809" y="49312"/>
                </a:lnTo>
                <a:lnTo>
                  <a:pt x="518896" y="48922"/>
                </a:lnTo>
                <a:lnTo>
                  <a:pt x="518970" y="48525"/>
                </a:lnTo>
                <a:lnTo>
                  <a:pt x="519034" y="48119"/>
                </a:lnTo>
                <a:lnTo>
                  <a:pt x="519086" y="47706"/>
                </a:lnTo>
                <a:lnTo>
                  <a:pt x="519126" y="47285"/>
                </a:lnTo>
                <a:lnTo>
                  <a:pt x="519155" y="46857"/>
                </a:lnTo>
                <a:lnTo>
                  <a:pt x="519172" y="46421"/>
                </a:lnTo>
                <a:lnTo>
                  <a:pt x="519178" y="45977"/>
                </a:lnTo>
                <a:lnTo>
                  <a:pt x="519172" y="45533"/>
                </a:lnTo>
                <a:lnTo>
                  <a:pt x="519155" y="45097"/>
                </a:lnTo>
                <a:lnTo>
                  <a:pt x="519126" y="44668"/>
                </a:lnTo>
                <a:lnTo>
                  <a:pt x="519086" y="44247"/>
                </a:lnTo>
                <a:lnTo>
                  <a:pt x="519034" y="43834"/>
                </a:lnTo>
                <a:lnTo>
                  <a:pt x="518970" y="43429"/>
                </a:lnTo>
                <a:lnTo>
                  <a:pt x="518896" y="43031"/>
                </a:lnTo>
                <a:lnTo>
                  <a:pt x="518809" y="42641"/>
                </a:lnTo>
                <a:lnTo>
                  <a:pt x="518711" y="42258"/>
                </a:lnTo>
                <a:lnTo>
                  <a:pt x="518602" y="41884"/>
                </a:lnTo>
                <a:lnTo>
                  <a:pt x="518481" y="41517"/>
                </a:lnTo>
                <a:lnTo>
                  <a:pt x="518348" y="41157"/>
                </a:lnTo>
                <a:lnTo>
                  <a:pt x="518204" y="40806"/>
                </a:lnTo>
                <a:lnTo>
                  <a:pt x="518049" y="40462"/>
                </a:lnTo>
                <a:lnTo>
                  <a:pt x="517882" y="40125"/>
                </a:lnTo>
                <a:lnTo>
                  <a:pt x="517703" y="39797"/>
                </a:lnTo>
                <a:lnTo>
                  <a:pt x="517513" y="39476"/>
                </a:lnTo>
                <a:lnTo>
                  <a:pt x="517312" y="39163"/>
                </a:lnTo>
                <a:lnTo>
                  <a:pt x="517099" y="38857"/>
                </a:lnTo>
                <a:lnTo>
                  <a:pt x="516874" y="38559"/>
                </a:lnTo>
                <a:lnTo>
                  <a:pt x="516638" y="38269"/>
                </a:lnTo>
                <a:lnTo>
                  <a:pt x="516390" y="37987"/>
                </a:lnTo>
                <a:lnTo>
                  <a:pt x="516131" y="37712"/>
                </a:lnTo>
                <a:lnTo>
                  <a:pt x="515860" y="37445"/>
                </a:lnTo>
                <a:lnTo>
                  <a:pt x="515579" y="37187"/>
                </a:lnTo>
                <a:lnTo>
                  <a:pt x="515286" y="36940"/>
                </a:lnTo>
                <a:lnTo>
                  <a:pt x="514982" y="36704"/>
                </a:lnTo>
                <a:lnTo>
                  <a:pt x="514667" y="36479"/>
                </a:lnTo>
                <a:lnTo>
                  <a:pt x="514341" y="36265"/>
                </a:lnTo>
                <a:lnTo>
                  <a:pt x="514004" y="36062"/>
                </a:lnTo>
                <a:lnTo>
                  <a:pt x="513657" y="35870"/>
                </a:lnTo>
                <a:lnTo>
                  <a:pt x="513298" y="35689"/>
                </a:lnTo>
                <a:lnTo>
                  <a:pt x="512928" y="35519"/>
                </a:lnTo>
                <a:lnTo>
                  <a:pt x="512547" y="35360"/>
                </a:lnTo>
                <a:lnTo>
                  <a:pt x="512156" y="35212"/>
                </a:lnTo>
                <a:lnTo>
                  <a:pt x="511753" y="35075"/>
                </a:lnTo>
                <a:lnTo>
                  <a:pt x="511339" y="34948"/>
                </a:lnTo>
                <a:lnTo>
                  <a:pt x="510915" y="34833"/>
                </a:lnTo>
                <a:lnTo>
                  <a:pt x="510479" y="34729"/>
                </a:lnTo>
                <a:lnTo>
                  <a:pt x="510033" y="34636"/>
                </a:lnTo>
                <a:lnTo>
                  <a:pt x="509575" y="34553"/>
                </a:lnTo>
                <a:lnTo>
                  <a:pt x="509107" y="34482"/>
                </a:lnTo>
                <a:lnTo>
                  <a:pt x="508627" y="34422"/>
                </a:lnTo>
                <a:lnTo>
                  <a:pt x="508137" y="34372"/>
                </a:lnTo>
                <a:lnTo>
                  <a:pt x="507635" y="34334"/>
                </a:lnTo>
                <a:lnTo>
                  <a:pt x="507123" y="34306"/>
                </a:lnTo>
                <a:lnTo>
                  <a:pt x="506600" y="34290"/>
                </a:lnTo>
                <a:lnTo>
                  <a:pt x="506065" y="34284"/>
                </a:lnTo>
                <a:lnTo>
                  <a:pt x="505531" y="34290"/>
                </a:lnTo>
                <a:lnTo>
                  <a:pt x="505008" y="34306"/>
                </a:lnTo>
                <a:lnTo>
                  <a:pt x="504495" y="34334"/>
                </a:lnTo>
                <a:lnTo>
                  <a:pt x="503994" y="34372"/>
                </a:lnTo>
                <a:lnTo>
                  <a:pt x="503503" y="34422"/>
                </a:lnTo>
                <a:lnTo>
                  <a:pt x="503024" y="34482"/>
                </a:lnTo>
                <a:lnTo>
                  <a:pt x="502555" y="34553"/>
                </a:lnTo>
                <a:lnTo>
                  <a:pt x="502098" y="34636"/>
                </a:lnTo>
                <a:lnTo>
                  <a:pt x="501651" y="34729"/>
                </a:lnTo>
                <a:lnTo>
                  <a:pt x="501215" y="34833"/>
                </a:lnTo>
                <a:lnTo>
                  <a:pt x="500791" y="34948"/>
                </a:lnTo>
                <a:lnTo>
                  <a:pt x="500377" y="35075"/>
                </a:lnTo>
                <a:lnTo>
                  <a:pt x="499974" y="35212"/>
                </a:lnTo>
                <a:lnTo>
                  <a:pt x="499582" y="35360"/>
                </a:lnTo>
                <a:lnTo>
                  <a:pt x="499202" y="35519"/>
                </a:lnTo>
                <a:lnTo>
                  <a:pt x="498832" y="35689"/>
                </a:lnTo>
                <a:lnTo>
                  <a:pt x="498473" y="35870"/>
                </a:lnTo>
                <a:lnTo>
                  <a:pt x="498125" y="36062"/>
                </a:lnTo>
                <a:lnTo>
                  <a:pt x="497788" y="36265"/>
                </a:lnTo>
                <a:lnTo>
                  <a:pt x="497462" y="36479"/>
                </a:lnTo>
                <a:lnTo>
                  <a:pt x="497147" y="36704"/>
                </a:lnTo>
                <a:lnTo>
                  <a:pt x="496843" y="36940"/>
                </a:lnTo>
                <a:lnTo>
                  <a:pt x="496550" y="37187"/>
                </a:lnTo>
                <a:lnTo>
                  <a:pt x="496268" y="37445"/>
                </a:lnTo>
                <a:lnTo>
                  <a:pt x="495997" y="37712"/>
                </a:lnTo>
                <a:lnTo>
                  <a:pt x="495738" y="37987"/>
                </a:lnTo>
                <a:lnTo>
                  <a:pt x="495490" y="38269"/>
                </a:lnTo>
                <a:lnTo>
                  <a:pt x="495254" y="38559"/>
                </a:lnTo>
                <a:lnTo>
                  <a:pt x="495029" y="38857"/>
                </a:lnTo>
                <a:lnTo>
                  <a:pt x="494816" y="39163"/>
                </a:lnTo>
                <a:lnTo>
                  <a:pt x="494615" y="39476"/>
                </a:lnTo>
                <a:lnTo>
                  <a:pt x="494425" y="39797"/>
                </a:lnTo>
                <a:lnTo>
                  <a:pt x="494246" y="40125"/>
                </a:lnTo>
                <a:lnTo>
                  <a:pt x="494079" y="40462"/>
                </a:lnTo>
                <a:lnTo>
                  <a:pt x="493924" y="40806"/>
                </a:lnTo>
                <a:lnTo>
                  <a:pt x="493780" y="41157"/>
                </a:lnTo>
                <a:lnTo>
                  <a:pt x="493647" y="41517"/>
                </a:lnTo>
                <a:lnTo>
                  <a:pt x="493526" y="41884"/>
                </a:lnTo>
                <a:lnTo>
                  <a:pt x="493417" y="42258"/>
                </a:lnTo>
                <a:lnTo>
                  <a:pt x="493319" y="42641"/>
                </a:lnTo>
                <a:lnTo>
                  <a:pt x="493233" y="43031"/>
                </a:lnTo>
                <a:lnTo>
                  <a:pt x="493158" y="43429"/>
                </a:lnTo>
                <a:lnTo>
                  <a:pt x="493094" y="43834"/>
                </a:lnTo>
                <a:lnTo>
                  <a:pt x="493042" y="44247"/>
                </a:lnTo>
                <a:lnTo>
                  <a:pt x="493002" y="44668"/>
                </a:lnTo>
                <a:lnTo>
                  <a:pt x="492973" y="45097"/>
                </a:lnTo>
                <a:lnTo>
                  <a:pt x="492956" y="45533"/>
                </a:lnTo>
                <a:lnTo>
                  <a:pt x="492950" y="45977"/>
                </a:lnTo>
                <a:lnTo>
                  <a:pt x="492956" y="46421"/>
                </a:lnTo>
                <a:lnTo>
                  <a:pt x="492973" y="46857"/>
                </a:lnTo>
                <a:lnTo>
                  <a:pt x="493002" y="47285"/>
                </a:lnTo>
                <a:lnTo>
                  <a:pt x="493042" y="47706"/>
                </a:lnTo>
                <a:lnTo>
                  <a:pt x="493094" y="48119"/>
                </a:lnTo>
                <a:lnTo>
                  <a:pt x="493158" y="48525"/>
                </a:lnTo>
                <a:lnTo>
                  <a:pt x="493233" y="48922"/>
                </a:lnTo>
                <a:lnTo>
                  <a:pt x="493319" y="49312"/>
                </a:lnTo>
                <a:lnTo>
                  <a:pt x="493417" y="49695"/>
                </a:lnTo>
                <a:lnTo>
                  <a:pt x="493526" y="50069"/>
                </a:lnTo>
                <a:lnTo>
                  <a:pt x="493647" y="50436"/>
                </a:lnTo>
                <a:lnTo>
                  <a:pt x="493780" y="50796"/>
                </a:lnTo>
                <a:lnTo>
                  <a:pt x="493924" y="51147"/>
                </a:lnTo>
                <a:lnTo>
                  <a:pt x="494079" y="51491"/>
                </a:lnTo>
                <a:lnTo>
                  <a:pt x="494246" y="51828"/>
                </a:lnTo>
                <a:lnTo>
                  <a:pt x="494425" y="52156"/>
                </a:lnTo>
                <a:lnTo>
                  <a:pt x="494615" y="52477"/>
                </a:lnTo>
                <a:lnTo>
                  <a:pt x="494816" y="52791"/>
                </a:lnTo>
                <a:lnTo>
                  <a:pt x="495029" y="53096"/>
                </a:lnTo>
                <a:lnTo>
                  <a:pt x="495254" y="53394"/>
                </a:lnTo>
                <a:lnTo>
                  <a:pt x="495490" y="53684"/>
                </a:lnTo>
                <a:lnTo>
                  <a:pt x="495738" y="53967"/>
                </a:lnTo>
                <a:lnTo>
                  <a:pt x="495997" y="54242"/>
                </a:lnTo>
                <a:lnTo>
                  <a:pt x="496268" y="54509"/>
                </a:lnTo>
                <a:lnTo>
                  <a:pt x="496550" y="54767"/>
                </a:lnTo>
                <a:lnTo>
                  <a:pt x="496843" y="55013"/>
                </a:lnTo>
                <a:lnTo>
                  <a:pt x="497147" y="55249"/>
                </a:lnTo>
                <a:lnTo>
                  <a:pt x="497462" y="55474"/>
                </a:lnTo>
                <a:lnTo>
                  <a:pt x="497788" y="55688"/>
                </a:lnTo>
                <a:lnTo>
                  <a:pt x="498125" y="55891"/>
                </a:lnTo>
                <a:lnTo>
                  <a:pt x="498473" y="56083"/>
                </a:lnTo>
                <a:lnTo>
                  <a:pt x="498832" y="56264"/>
                </a:lnTo>
                <a:lnTo>
                  <a:pt x="499202" y="56434"/>
                </a:lnTo>
                <a:lnTo>
                  <a:pt x="499582" y="56593"/>
                </a:lnTo>
                <a:lnTo>
                  <a:pt x="499974" y="56741"/>
                </a:lnTo>
                <a:lnTo>
                  <a:pt x="500377" y="56878"/>
                </a:lnTo>
                <a:lnTo>
                  <a:pt x="500791" y="57004"/>
                </a:lnTo>
                <a:lnTo>
                  <a:pt x="501215" y="57119"/>
                </a:lnTo>
                <a:lnTo>
                  <a:pt x="501651" y="57223"/>
                </a:lnTo>
                <a:lnTo>
                  <a:pt x="502098" y="57316"/>
                </a:lnTo>
                <a:lnTo>
                  <a:pt x="502555" y="57399"/>
                </a:lnTo>
                <a:lnTo>
                  <a:pt x="503024" y="57470"/>
                </a:lnTo>
                <a:lnTo>
                  <a:pt x="503503" y="57530"/>
                </a:lnTo>
                <a:lnTo>
                  <a:pt x="503994" y="57579"/>
                </a:lnTo>
                <a:lnTo>
                  <a:pt x="504495" y="57618"/>
                </a:lnTo>
                <a:lnTo>
                  <a:pt x="505008" y="57645"/>
                </a:lnTo>
                <a:lnTo>
                  <a:pt x="505531" y="57662"/>
                </a:lnTo>
                <a:lnTo>
                  <a:pt x="506065" y="57667"/>
                </a:lnTo>
                <a:lnTo>
                  <a:pt x="506600" y="57662"/>
                </a:lnTo>
                <a:lnTo>
                  <a:pt x="507123" y="57645"/>
                </a:lnTo>
                <a:lnTo>
                  <a:pt x="507635" y="57618"/>
                </a:lnTo>
                <a:lnTo>
                  <a:pt x="508137" y="57579"/>
                </a:lnTo>
                <a:lnTo>
                  <a:pt x="508627" y="57530"/>
                </a:lnTo>
                <a:close/>
                <a:moveTo>
                  <a:pt x="39499" y="47713"/>
                </a:moveTo>
                <a:lnTo>
                  <a:pt x="39499" y="29545"/>
                </a:lnTo>
                <a:lnTo>
                  <a:pt x="39504" y="29167"/>
                </a:lnTo>
                <a:lnTo>
                  <a:pt x="39517" y="28797"/>
                </a:lnTo>
                <a:lnTo>
                  <a:pt x="39540" y="28435"/>
                </a:lnTo>
                <a:lnTo>
                  <a:pt x="39572" y="28081"/>
                </a:lnTo>
                <a:lnTo>
                  <a:pt x="39612" y="27735"/>
                </a:lnTo>
                <a:lnTo>
                  <a:pt x="39662" y="27397"/>
                </a:lnTo>
                <a:lnTo>
                  <a:pt x="39721" y="27066"/>
                </a:lnTo>
                <a:lnTo>
                  <a:pt x="39789" y="26744"/>
                </a:lnTo>
                <a:lnTo>
                  <a:pt x="39866" y="26430"/>
                </a:lnTo>
                <a:lnTo>
                  <a:pt x="39952" y="26124"/>
                </a:lnTo>
                <a:lnTo>
                  <a:pt x="40047" y="25825"/>
                </a:lnTo>
                <a:lnTo>
                  <a:pt x="40151" y="25535"/>
                </a:lnTo>
                <a:lnTo>
                  <a:pt x="40264" y="25253"/>
                </a:lnTo>
                <a:lnTo>
                  <a:pt x="40386" y="24978"/>
                </a:lnTo>
                <a:lnTo>
                  <a:pt x="40517" y="24712"/>
                </a:lnTo>
                <a:lnTo>
                  <a:pt x="40657" y="24453"/>
                </a:lnTo>
                <a:lnTo>
                  <a:pt x="40807" y="24203"/>
                </a:lnTo>
                <a:lnTo>
                  <a:pt x="40965" y="23960"/>
                </a:lnTo>
                <a:lnTo>
                  <a:pt x="41132" y="23725"/>
                </a:lnTo>
                <a:lnTo>
                  <a:pt x="41309" y="23499"/>
                </a:lnTo>
                <a:lnTo>
                  <a:pt x="41494" y="23280"/>
                </a:lnTo>
                <a:lnTo>
                  <a:pt x="41689" y="23069"/>
                </a:lnTo>
                <a:lnTo>
                  <a:pt x="41893" y="22866"/>
                </a:lnTo>
                <a:lnTo>
                  <a:pt x="42105" y="22671"/>
                </a:lnTo>
                <a:lnTo>
                  <a:pt x="42327" y="22485"/>
                </a:lnTo>
                <a:lnTo>
                  <a:pt x="42556" y="22306"/>
                </a:lnTo>
                <a:lnTo>
                  <a:pt x="42793" y="22135"/>
                </a:lnTo>
                <a:lnTo>
                  <a:pt x="43038" y="21972"/>
                </a:lnTo>
                <a:lnTo>
                  <a:pt x="43292" y="21817"/>
                </a:lnTo>
                <a:lnTo>
                  <a:pt x="43553" y="21669"/>
                </a:lnTo>
                <a:lnTo>
                  <a:pt x="43822" y="21530"/>
                </a:lnTo>
                <a:lnTo>
                  <a:pt x="44099" y="21399"/>
                </a:lnTo>
                <a:lnTo>
                  <a:pt x="44384" y="21276"/>
                </a:lnTo>
                <a:lnTo>
                  <a:pt x="44677" y="21161"/>
                </a:lnTo>
                <a:lnTo>
                  <a:pt x="44978" y="21053"/>
                </a:lnTo>
                <a:lnTo>
                  <a:pt x="45286" y="20954"/>
                </a:lnTo>
                <a:lnTo>
                  <a:pt x="45603" y="20862"/>
                </a:lnTo>
                <a:lnTo>
                  <a:pt x="45928" y="20779"/>
                </a:lnTo>
                <a:lnTo>
                  <a:pt x="46261" y="20703"/>
                </a:lnTo>
                <a:lnTo>
                  <a:pt x="46601" y="20636"/>
                </a:lnTo>
                <a:lnTo>
                  <a:pt x="46950" y="20576"/>
                </a:lnTo>
                <a:lnTo>
                  <a:pt x="47306" y="20524"/>
                </a:lnTo>
                <a:lnTo>
                  <a:pt x="47671" y="20481"/>
                </a:lnTo>
                <a:lnTo>
                  <a:pt x="48043" y="20445"/>
                </a:lnTo>
                <a:lnTo>
                  <a:pt x="48424" y="20417"/>
                </a:lnTo>
                <a:lnTo>
                  <a:pt x="48812" y="20397"/>
                </a:lnTo>
                <a:lnTo>
                  <a:pt x="49208" y="20385"/>
                </a:lnTo>
                <a:lnTo>
                  <a:pt x="49613" y="20381"/>
                </a:lnTo>
                <a:lnTo>
                  <a:pt x="75049" y="20381"/>
                </a:lnTo>
                <a:lnTo>
                  <a:pt x="75049" y="7425"/>
                </a:lnTo>
                <a:lnTo>
                  <a:pt x="49613" y="7425"/>
                </a:lnTo>
                <a:lnTo>
                  <a:pt x="48673" y="7436"/>
                </a:lnTo>
                <a:lnTo>
                  <a:pt x="47750" y="7467"/>
                </a:lnTo>
                <a:lnTo>
                  <a:pt x="46845" y="7518"/>
                </a:lnTo>
                <a:lnTo>
                  <a:pt x="45956" y="7590"/>
                </a:lnTo>
                <a:lnTo>
                  <a:pt x="45085" y="7683"/>
                </a:lnTo>
                <a:lnTo>
                  <a:pt x="44230" y="7796"/>
                </a:lnTo>
                <a:lnTo>
                  <a:pt x="43393" y="7929"/>
                </a:lnTo>
                <a:lnTo>
                  <a:pt x="42572" y="8084"/>
                </a:lnTo>
                <a:lnTo>
                  <a:pt x="41769" y="8259"/>
                </a:lnTo>
                <a:lnTo>
                  <a:pt x="40982" y="8454"/>
                </a:lnTo>
                <a:lnTo>
                  <a:pt x="40213" y="8670"/>
                </a:lnTo>
                <a:lnTo>
                  <a:pt x="39461" y="8907"/>
                </a:lnTo>
                <a:lnTo>
                  <a:pt x="38725" y="9164"/>
                </a:lnTo>
                <a:lnTo>
                  <a:pt x="38007" y="9442"/>
                </a:lnTo>
                <a:lnTo>
                  <a:pt x="37305" y="9740"/>
                </a:lnTo>
                <a:lnTo>
                  <a:pt x="36621" y="10059"/>
                </a:lnTo>
                <a:lnTo>
                  <a:pt x="35953" y="10399"/>
                </a:lnTo>
                <a:lnTo>
                  <a:pt x="35303" y="10759"/>
                </a:lnTo>
                <a:lnTo>
                  <a:pt x="34670" y="11139"/>
                </a:lnTo>
                <a:lnTo>
                  <a:pt x="34053" y="11541"/>
                </a:lnTo>
                <a:lnTo>
                  <a:pt x="33454" y="11962"/>
                </a:lnTo>
                <a:lnTo>
                  <a:pt x="32872" y="12405"/>
                </a:lnTo>
                <a:lnTo>
                  <a:pt x="32306" y="12868"/>
                </a:lnTo>
                <a:lnTo>
                  <a:pt x="31758" y="13351"/>
                </a:lnTo>
                <a:lnTo>
                  <a:pt x="31229" y="13852"/>
                </a:lnTo>
                <a:lnTo>
                  <a:pt x="30723" y="14369"/>
                </a:lnTo>
                <a:lnTo>
                  <a:pt x="30240" y="14900"/>
                </a:lnTo>
                <a:lnTo>
                  <a:pt x="29779" y="15446"/>
                </a:lnTo>
                <a:lnTo>
                  <a:pt x="29340" y="16008"/>
                </a:lnTo>
                <a:lnTo>
                  <a:pt x="28924" y="16585"/>
                </a:lnTo>
                <a:lnTo>
                  <a:pt x="28530" y="17176"/>
                </a:lnTo>
                <a:lnTo>
                  <a:pt x="28159" y="17783"/>
                </a:lnTo>
                <a:lnTo>
                  <a:pt x="27810" y="18405"/>
                </a:lnTo>
                <a:lnTo>
                  <a:pt x="27484" y="19042"/>
                </a:lnTo>
                <a:lnTo>
                  <a:pt x="27181" y="19694"/>
                </a:lnTo>
                <a:lnTo>
                  <a:pt x="26900" y="20361"/>
                </a:lnTo>
                <a:lnTo>
                  <a:pt x="26641" y="21044"/>
                </a:lnTo>
                <a:lnTo>
                  <a:pt x="26405" y="21741"/>
                </a:lnTo>
                <a:lnTo>
                  <a:pt x="26191" y="22453"/>
                </a:lnTo>
                <a:lnTo>
                  <a:pt x="26000" y="23181"/>
                </a:lnTo>
                <a:lnTo>
                  <a:pt x="25831" y="23924"/>
                </a:lnTo>
                <a:lnTo>
                  <a:pt x="25685" y="24681"/>
                </a:lnTo>
                <a:lnTo>
                  <a:pt x="25561" y="25454"/>
                </a:lnTo>
                <a:lnTo>
                  <a:pt x="25460" y="26242"/>
                </a:lnTo>
                <a:lnTo>
                  <a:pt x="25381" y="27045"/>
                </a:lnTo>
                <a:lnTo>
                  <a:pt x="25325" y="27863"/>
                </a:lnTo>
                <a:lnTo>
                  <a:pt x="25291" y="28696"/>
                </a:lnTo>
                <a:lnTo>
                  <a:pt x="25280" y="29545"/>
                </a:lnTo>
                <a:lnTo>
                  <a:pt x="25280" y="47713"/>
                </a:lnTo>
                <a:lnTo>
                  <a:pt x="0" y="47713"/>
                </a:lnTo>
                <a:lnTo>
                  <a:pt x="0" y="60669"/>
                </a:lnTo>
                <a:lnTo>
                  <a:pt x="25280" y="60669"/>
                </a:lnTo>
                <a:lnTo>
                  <a:pt x="25280" y="122762"/>
                </a:lnTo>
                <a:lnTo>
                  <a:pt x="39499" y="122762"/>
                </a:lnTo>
                <a:lnTo>
                  <a:pt x="39499" y="60669"/>
                </a:lnTo>
                <a:lnTo>
                  <a:pt x="75049" y="60669"/>
                </a:lnTo>
                <a:lnTo>
                  <a:pt x="75049" y="47713"/>
                </a:lnTo>
                <a:lnTo>
                  <a:pt x="39499" y="47713"/>
                </a:lnTo>
                <a:close/>
                <a:moveTo>
                  <a:pt x="331125" y="109785"/>
                </a:moveTo>
                <a:lnTo>
                  <a:pt x="330721" y="109758"/>
                </a:lnTo>
                <a:lnTo>
                  <a:pt x="330325" y="109721"/>
                </a:lnTo>
                <a:lnTo>
                  <a:pt x="329936" y="109673"/>
                </a:lnTo>
                <a:lnTo>
                  <a:pt x="329554" y="109614"/>
                </a:lnTo>
                <a:lnTo>
                  <a:pt x="329179" y="109544"/>
                </a:lnTo>
                <a:lnTo>
                  <a:pt x="328811" y="109464"/>
                </a:lnTo>
                <a:lnTo>
                  <a:pt x="328450" y="109373"/>
                </a:lnTo>
                <a:lnTo>
                  <a:pt x="328096" y="109271"/>
                </a:lnTo>
                <a:lnTo>
                  <a:pt x="327750" y="109159"/>
                </a:lnTo>
                <a:lnTo>
                  <a:pt x="327411" y="109036"/>
                </a:lnTo>
                <a:lnTo>
                  <a:pt x="327078" y="108902"/>
                </a:lnTo>
                <a:lnTo>
                  <a:pt x="326753" y="108758"/>
                </a:lnTo>
                <a:lnTo>
                  <a:pt x="326435" y="108603"/>
                </a:lnTo>
                <a:lnTo>
                  <a:pt x="326124" y="108437"/>
                </a:lnTo>
                <a:lnTo>
                  <a:pt x="325821" y="108260"/>
                </a:lnTo>
                <a:lnTo>
                  <a:pt x="325524" y="108073"/>
                </a:lnTo>
                <a:lnTo>
                  <a:pt x="325234" y="107875"/>
                </a:lnTo>
                <a:lnTo>
                  <a:pt x="324952" y="107667"/>
                </a:lnTo>
                <a:lnTo>
                  <a:pt x="324677" y="107447"/>
                </a:lnTo>
                <a:lnTo>
                  <a:pt x="324409" y="107217"/>
                </a:lnTo>
                <a:lnTo>
                  <a:pt x="324148" y="106977"/>
                </a:lnTo>
                <a:lnTo>
                  <a:pt x="323894" y="106725"/>
                </a:lnTo>
                <a:lnTo>
                  <a:pt x="323649" y="106465"/>
                </a:lnTo>
                <a:lnTo>
                  <a:pt x="323414" y="106196"/>
                </a:lnTo>
                <a:lnTo>
                  <a:pt x="323190" y="105919"/>
                </a:lnTo>
                <a:lnTo>
                  <a:pt x="322977" y="105635"/>
                </a:lnTo>
                <a:lnTo>
                  <a:pt x="322773" y="105342"/>
                </a:lnTo>
                <a:lnTo>
                  <a:pt x="322581" y="105042"/>
                </a:lnTo>
                <a:lnTo>
                  <a:pt x="322398" y="104733"/>
                </a:lnTo>
                <a:lnTo>
                  <a:pt x="322226" y="104417"/>
                </a:lnTo>
                <a:lnTo>
                  <a:pt x="322065" y="104092"/>
                </a:lnTo>
                <a:lnTo>
                  <a:pt x="321914" y="103760"/>
                </a:lnTo>
                <a:lnTo>
                  <a:pt x="321773" y="103420"/>
                </a:lnTo>
                <a:lnTo>
                  <a:pt x="321643" y="103072"/>
                </a:lnTo>
                <a:lnTo>
                  <a:pt x="321523" y="102716"/>
                </a:lnTo>
                <a:lnTo>
                  <a:pt x="321413" y="102351"/>
                </a:lnTo>
                <a:lnTo>
                  <a:pt x="321314" y="101979"/>
                </a:lnTo>
                <a:lnTo>
                  <a:pt x="321226" y="101599"/>
                </a:lnTo>
                <a:lnTo>
                  <a:pt x="321148" y="101211"/>
                </a:lnTo>
                <a:lnTo>
                  <a:pt x="321080" y="100815"/>
                </a:lnTo>
                <a:lnTo>
                  <a:pt x="321022" y="100412"/>
                </a:lnTo>
                <a:lnTo>
                  <a:pt x="320976" y="100000"/>
                </a:lnTo>
                <a:lnTo>
                  <a:pt x="320939" y="99580"/>
                </a:lnTo>
                <a:lnTo>
                  <a:pt x="320913" y="99152"/>
                </a:lnTo>
                <a:lnTo>
                  <a:pt x="320897" y="98717"/>
                </a:lnTo>
                <a:lnTo>
                  <a:pt x="320892" y="98273"/>
                </a:lnTo>
                <a:lnTo>
                  <a:pt x="320892" y="7425"/>
                </a:lnTo>
                <a:lnTo>
                  <a:pt x="276653" y="7425"/>
                </a:lnTo>
                <a:lnTo>
                  <a:pt x="276653" y="20381"/>
                </a:lnTo>
                <a:lnTo>
                  <a:pt x="306673" y="20381"/>
                </a:lnTo>
                <a:lnTo>
                  <a:pt x="306673" y="98273"/>
                </a:lnTo>
                <a:lnTo>
                  <a:pt x="306679" y="98888"/>
                </a:lnTo>
                <a:lnTo>
                  <a:pt x="306695" y="99497"/>
                </a:lnTo>
                <a:lnTo>
                  <a:pt x="306722" y="100100"/>
                </a:lnTo>
                <a:lnTo>
                  <a:pt x="306761" y="100695"/>
                </a:lnTo>
                <a:lnTo>
                  <a:pt x="306810" y="101285"/>
                </a:lnTo>
                <a:lnTo>
                  <a:pt x="306870" y="101867"/>
                </a:lnTo>
                <a:lnTo>
                  <a:pt x="306942" y="102443"/>
                </a:lnTo>
                <a:lnTo>
                  <a:pt x="307024" y="103013"/>
                </a:lnTo>
                <a:lnTo>
                  <a:pt x="307117" y="103575"/>
                </a:lnTo>
                <a:lnTo>
                  <a:pt x="307221" y="104132"/>
                </a:lnTo>
                <a:lnTo>
                  <a:pt x="307337" y="104681"/>
                </a:lnTo>
                <a:lnTo>
                  <a:pt x="307463" y="105225"/>
                </a:lnTo>
                <a:lnTo>
                  <a:pt x="307600" y="105761"/>
                </a:lnTo>
                <a:lnTo>
                  <a:pt x="307748" y="106291"/>
                </a:lnTo>
                <a:lnTo>
                  <a:pt x="307907" y="106814"/>
                </a:lnTo>
                <a:lnTo>
                  <a:pt x="308077" y="107331"/>
                </a:lnTo>
                <a:lnTo>
                  <a:pt x="308258" y="107841"/>
                </a:lnTo>
                <a:lnTo>
                  <a:pt x="308450" y="108345"/>
                </a:lnTo>
                <a:lnTo>
                  <a:pt x="308652" y="108842"/>
                </a:lnTo>
                <a:lnTo>
                  <a:pt x="308866" y="109333"/>
                </a:lnTo>
                <a:lnTo>
                  <a:pt x="309091" y="109817"/>
                </a:lnTo>
                <a:lnTo>
                  <a:pt x="309327" y="110294"/>
                </a:lnTo>
                <a:lnTo>
                  <a:pt x="309574" y="110765"/>
                </a:lnTo>
                <a:lnTo>
                  <a:pt x="309831" y="111229"/>
                </a:lnTo>
                <a:lnTo>
                  <a:pt x="310099" y="111685"/>
                </a:lnTo>
                <a:lnTo>
                  <a:pt x="310376" y="112133"/>
                </a:lnTo>
                <a:lnTo>
                  <a:pt x="310661" y="112572"/>
                </a:lnTo>
                <a:lnTo>
                  <a:pt x="310955" y="113002"/>
                </a:lnTo>
                <a:lnTo>
                  <a:pt x="311258" y="113423"/>
                </a:lnTo>
                <a:lnTo>
                  <a:pt x="311570" y="113836"/>
                </a:lnTo>
                <a:lnTo>
                  <a:pt x="311890" y="114240"/>
                </a:lnTo>
                <a:lnTo>
                  <a:pt x="312219" y="114635"/>
                </a:lnTo>
                <a:lnTo>
                  <a:pt x="312557" y="115021"/>
                </a:lnTo>
                <a:lnTo>
                  <a:pt x="312904" y="115398"/>
                </a:lnTo>
                <a:lnTo>
                  <a:pt x="313259" y="115767"/>
                </a:lnTo>
                <a:lnTo>
                  <a:pt x="313624" y="116127"/>
                </a:lnTo>
                <a:lnTo>
                  <a:pt x="313997" y="116478"/>
                </a:lnTo>
                <a:lnTo>
                  <a:pt x="314378" y="116820"/>
                </a:lnTo>
                <a:lnTo>
                  <a:pt x="314769" y="117154"/>
                </a:lnTo>
                <a:lnTo>
                  <a:pt x="315168" y="117479"/>
                </a:lnTo>
                <a:lnTo>
                  <a:pt x="315576" y="117795"/>
                </a:lnTo>
                <a:lnTo>
                  <a:pt x="315993" y="118102"/>
                </a:lnTo>
                <a:lnTo>
                  <a:pt x="316419" y="118400"/>
                </a:lnTo>
                <a:lnTo>
                  <a:pt x="316854" y="118690"/>
                </a:lnTo>
                <a:lnTo>
                  <a:pt x="317297" y="118971"/>
                </a:lnTo>
                <a:lnTo>
                  <a:pt x="317749" y="119243"/>
                </a:lnTo>
                <a:lnTo>
                  <a:pt x="318210" y="119506"/>
                </a:lnTo>
                <a:lnTo>
                  <a:pt x="318679" y="119761"/>
                </a:lnTo>
                <a:lnTo>
                  <a:pt x="319156" y="120006"/>
                </a:lnTo>
                <a:lnTo>
                  <a:pt x="319640" y="120240"/>
                </a:lnTo>
                <a:lnTo>
                  <a:pt x="320131" y="120464"/>
                </a:lnTo>
                <a:lnTo>
                  <a:pt x="320628" y="120678"/>
                </a:lnTo>
                <a:lnTo>
                  <a:pt x="321132" y="120881"/>
                </a:lnTo>
                <a:lnTo>
                  <a:pt x="321642" y="121074"/>
                </a:lnTo>
                <a:lnTo>
                  <a:pt x="322159" y="121256"/>
                </a:lnTo>
                <a:lnTo>
                  <a:pt x="322683" y="121428"/>
                </a:lnTo>
                <a:lnTo>
                  <a:pt x="323213" y="121590"/>
                </a:lnTo>
                <a:lnTo>
                  <a:pt x="323749" y="121741"/>
                </a:lnTo>
                <a:lnTo>
                  <a:pt x="324293" y="121882"/>
                </a:lnTo>
                <a:lnTo>
                  <a:pt x="324842" y="122012"/>
                </a:lnTo>
                <a:lnTo>
                  <a:pt x="325399" y="122132"/>
                </a:lnTo>
                <a:lnTo>
                  <a:pt x="325962" y="122241"/>
                </a:lnTo>
                <a:lnTo>
                  <a:pt x="326531" y="122340"/>
                </a:lnTo>
                <a:lnTo>
                  <a:pt x="327107" y="122429"/>
                </a:lnTo>
                <a:lnTo>
                  <a:pt x="327690" y="122507"/>
                </a:lnTo>
                <a:lnTo>
                  <a:pt x="328279" y="122575"/>
                </a:lnTo>
                <a:lnTo>
                  <a:pt x="328875" y="122632"/>
                </a:lnTo>
                <a:lnTo>
                  <a:pt x="329478" y="122679"/>
                </a:lnTo>
                <a:lnTo>
                  <a:pt x="330087" y="122715"/>
                </a:lnTo>
                <a:lnTo>
                  <a:pt x="330702" y="122741"/>
                </a:lnTo>
                <a:lnTo>
                  <a:pt x="331324" y="122757"/>
                </a:lnTo>
                <a:lnTo>
                  <a:pt x="331953" y="122762"/>
                </a:lnTo>
                <a:lnTo>
                  <a:pt x="358812" y="122762"/>
                </a:lnTo>
                <a:lnTo>
                  <a:pt x="358812" y="109806"/>
                </a:lnTo>
                <a:lnTo>
                  <a:pt x="331953" y="109806"/>
                </a:lnTo>
                <a:lnTo>
                  <a:pt x="331535" y="109801"/>
                </a:lnTo>
                <a:lnTo>
                  <a:pt x="331125" y="109785"/>
                </a:lnTo>
                <a:close/>
                <a:moveTo>
                  <a:pt x="429293" y="48981"/>
                </a:moveTo>
                <a:lnTo>
                  <a:pt x="429074" y="48295"/>
                </a:lnTo>
                <a:lnTo>
                  <a:pt x="428832" y="47623"/>
                </a:lnTo>
                <a:lnTo>
                  <a:pt x="428567" y="46964"/>
                </a:lnTo>
                <a:lnTo>
                  <a:pt x="428279" y="46319"/>
                </a:lnTo>
                <a:lnTo>
                  <a:pt x="427968" y="45688"/>
                </a:lnTo>
                <a:lnTo>
                  <a:pt x="427634" y="45071"/>
                </a:lnTo>
                <a:lnTo>
                  <a:pt x="427277" y="44467"/>
                </a:lnTo>
                <a:lnTo>
                  <a:pt x="426896" y="43877"/>
                </a:lnTo>
                <a:lnTo>
                  <a:pt x="426493" y="43301"/>
                </a:lnTo>
                <a:lnTo>
                  <a:pt x="426067" y="42738"/>
                </a:lnTo>
                <a:lnTo>
                  <a:pt x="425617" y="42189"/>
                </a:lnTo>
                <a:lnTo>
                  <a:pt x="425145" y="41654"/>
                </a:lnTo>
                <a:lnTo>
                  <a:pt x="424649" y="41133"/>
                </a:lnTo>
                <a:lnTo>
                  <a:pt x="424131" y="40625"/>
                </a:lnTo>
                <a:lnTo>
                  <a:pt x="423589" y="40131"/>
                </a:lnTo>
                <a:lnTo>
                  <a:pt x="423029" y="39654"/>
                </a:lnTo>
                <a:lnTo>
                  <a:pt x="422455" y="39197"/>
                </a:lnTo>
                <a:lnTo>
                  <a:pt x="421866" y="38761"/>
                </a:lnTo>
                <a:lnTo>
                  <a:pt x="421264" y="38344"/>
                </a:lnTo>
                <a:lnTo>
                  <a:pt x="420647" y="37949"/>
                </a:lnTo>
                <a:lnTo>
                  <a:pt x="420015" y="37573"/>
                </a:lnTo>
                <a:lnTo>
                  <a:pt x="419370" y="37218"/>
                </a:lnTo>
                <a:lnTo>
                  <a:pt x="418710" y="36883"/>
                </a:lnTo>
                <a:lnTo>
                  <a:pt x="418036" y="36568"/>
                </a:lnTo>
                <a:lnTo>
                  <a:pt x="417347" y="36274"/>
                </a:lnTo>
                <a:lnTo>
                  <a:pt x="416645" y="36000"/>
                </a:lnTo>
                <a:lnTo>
                  <a:pt x="415928" y="35746"/>
                </a:lnTo>
                <a:lnTo>
                  <a:pt x="415196" y="35513"/>
                </a:lnTo>
                <a:lnTo>
                  <a:pt x="414451" y="35299"/>
                </a:lnTo>
                <a:lnTo>
                  <a:pt x="413691" y="35107"/>
                </a:lnTo>
                <a:lnTo>
                  <a:pt x="412917" y="34934"/>
                </a:lnTo>
                <a:lnTo>
                  <a:pt x="412129" y="34782"/>
                </a:lnTo>
                <a:lnTo>
                  <a:pt x="411327" y="34650"/>
                </a:lnTo>
                <a:lnTo>
                  <a:pt x="410510" y="34538"/>
                </a:lnTo>
                <a:lnTo>
                  <a:pt x="409679" y="34447"/>
                </a:lnTo>
                <a:lnTo>
                  <a:pt x="408833" y="34376"/>
                </a:lnTo>
                <a:lnTo>
                  <a:pt x="407974" y="34325"/>
                </a:lnTo>
                <a:lnTo>
                  <a:pt x="407100" y="34295"/>
                </a:lnTo>
                <a:lnTo>
                  <a:pt x="406212" y="34284"/>
                </a:lnTo>
                <a:lnTo>
                  <a:pt x="405128" y="34300"/>
                </a:lnTo>
                <a:lnTo>
                  <a:pt x="404063" y="34345"/>
                </a:lnTo>
                <a:lnTo>
                  <a:pt x="403017" y="34420"/>
                </a:lnTo>
                <a:lnTo>
                  <a:pt x="401990" y="34526"/>
                </a:lnTo>
                <a:lnTo>
                  <a:pt x="400981" y="34662"/>
                </a:lnTo>
                <a:lnTo>
                  <a:pt x="399990" y="34828"/>
                </a:lnTo>
                <a:lnTo>
                  <a:pt x="399019" y="35024"/>
                </a:lnTo>
                <a:lnTo>
                  <a:pt x="398066" y="35250"/>
                </a:lnTo>
                <a:lnTo>
                  <a:pt x="397131" y="35507"/>
                </a:lnTo>
                <a:lnTo>
                  <a:pt x="396216" y="35793"/>
                </a:lnTo>
                <a:lnTo>
                  <a:pt x="395319" y="36110"/>
                </a:lnTo>
                <a:lnTo>
                  <a:pt x="394440" y="36457"/>
                </a:lnTo>
                <a:lnTo>
                  <a:pt x="393581" y="36834"/>
                </a:lnTo>
                <a:lnTo>
                  <a:pt x="392740" y="37242"/>
                </a:lnTo>
                <a:lnTo>
                  <a:pt x="391917" y="37679"/>
                </a:lnTo>
                <a:lnTo>
                  <a:pt x="391114" y="38147"/>
                </a:lnTo>
                <a:lnTo>
                  <a:pt x="390329" y="38645"/>
                </a:lnTo>
                <a:lnTo>
                  <a:pt x="389562" y="39173"/>
                </a:lnTo>
                <a:lnTo>
                  <a:pt x="388815" y="39732"/>
                </a:lnTo>
                <a:lnTo>
                  <a:pt x="388086" y="40320"/>
                </a:lnTo>
                <a:lnTo>
                  <a:pt x="387375" y="40939"/>
                </a:lnTo>
                <a:lnTo>
                  <a:pt x="386683" y="41587"/>
                </a:lnTo>
                <a:lnTo>
                  <a:pt x="386010" y="42266"/>
                </a:lnTo>
                <a:lnTo>
                  <a:pt x="385356" y="42976"/>
                </a:lnTo>
                <a:lnTo>
                  <a:pt x="384724" y="43711"/>
                </a:lnTo>
                <a:lnTo>
                  <a:pt x="384119" y="44468"/>
                </a:lnTo>
                <a:lnTo>
                  <a:pt x="383541" y="45246"/>
                </a:lnTo>
                <a:lnTo>
                  <a:pt x="382990" y="46047"/>
                </a:lnTo>
                <a:lnTo>
                  <a:pt x="382466" y="46870"/>
                </a:lnTo>
                <a:lnTo>
                  <a:pt x="381969" y="47715"/>
                </a:lnTo>
                <a:lnTo>
                  <a:pt x="381499" y="48582"/>
                </a:lnTo>
                <a:lnTo>
                  <a:pt x="381055" y="49470"/>
                </a:lnTo>
                <a:lnTo>
                  <a:pt x="380639" y="50381"/>
                </a:lnTo>
                <a:lnTo>
                  <a:pt x="380249" y="51314"/>
                </a:lnTo>
                <a:lnTo>
                  <a:pt x="379886" y="52268"/>
                </a:lnTo>
                <a:lnTo>
                  <a:pt x="379550" y="53245"/>
                </a:lnTo>
                <a:lnTo>
                  <a:pt x="379241" y="54243"/>
                </a:lnTo>
                <a:lnTo>
                  <a:pt x="378959" y="55263"/>
                </a:lnTo>
                <a:lnTo>
                  <a:pt x="378703" y="56306"/>
                </a:lnTo>
                <a:lnTo>
                  <a:pt x="378475" y="57370"/>
                </a:lnTo>
                <a:lnTo>
                  <a:pt x="378273" y="58456"/>
                </a:lnTo>
                <a:lnTo>
                  <a:pt x="378098" y="59564"/>
                </a:lnTo>
                <a:lnTo>
                  <a:pt x="377951" y="60694"/>
                </a:lnTo>
                <a:lnTo>
                  <a:pt x="377830" y="61846"/>
                </a:lnTo>
                <a:lnTo>
                  <a:pt x="377736" y="63020"/>
                </a:lnTo>
                <a:lnTo>
                  <a:pt x="377668" y="64216"/>
                </a:lnTo>
                <a:lnTo>
                  <a:pt x="377628" y="65434"/>
                </a:lnTo>
                <a:lnTo>
                  <a:pt x="377615" y="66674"/>
                </a:lnTo>
                <a:lnTo>
                  <a:pt x="377615" y="92111"/>
                </a:lnTo>
                <a:lnTo>
                  <a:pt x="377628" y="93338"/>
                </a:lnTo>
                <a:lnTo>
                  <a:pt x="377669" y="94543"/>
                </a:lnTo>
                <a:lnTo>
                  <a:pt x="377737" y="95727"/>
                </a:lnTo>
                <a:lnTo>
                  <a:pt x="377832" y="96890"/>
                </a:lnTo>
                <a:lnTo>
                  <a:pt x="377954" y="98031"/>
                </a:lnTo>
                <a:lnTo>
                  <a:pt x="378103" y="99151"/>
                </a:lnTo>
                <a:lnTo>
                  <a:pt x="378280" y="100250"/>
                </a:lnTo>
                <a:lnTo>
                  <a:pt x="378484" y="101327"/>
                </a:lnTo>
                <a:lnTo>
                  <a:pt x="378714" y="102383"/>
                </a:lnTo>
                <a:lnTo>
                  <a:pt x="378972" y="103417"/>
                </a:lnTo>
                <a:lnTo>
                  <a:pt x="379258" y="104430"/>
                </a:lnTo>
                <a:lnTo>
                  <a:pt x="379570" y="105422"/>
                </a:lnTo>
                <a:lnTo>
                  <a:pt x="379909" y="106392"/>
                </a:lnTo>
                <a:lnTo>
                  <a:pt x="380276" y="107341"/>
                </a:lnTo>
                <a:lnTo>
                  <a:pt x="380670" y="108268"/>
                </a:lnTo>
                <a:lnTo>
                  <a:pt x="381091" y="109174"/>
                </a:lnTo>
                <a:lnTo>
                  <a:pt x="381539" y="110059"/>
                </a:lnTo>
                <a:lnTo>
                  <a:pt x="382014" y="110922"/>
                </a:lnTo>
                <a:lnTo>
                  <a:pt x="382516" y="111764"/>
                </a:lnTo>
                <a:lnTo>
                  <a:pt x="383046" y="112585"/>
                </a:lnTo>
                <a:lnTo>
                  <a:pt x="383602" y="113384"/>
                </a:lnTo>
                <a:lnTo>
                  <a:pt x="384186" y="114161"/>
                </a:lnTo>
                <a:lnTo>
                  <a:pt x="384797" y="114918"/>
                </a:lnTo>
                <a:lnTo>
                  <a:pt x="385435" y="115653"/>
                </a:lnTo>
                <a:lnTo>
                  <a:pt x="386096" y="116362"/>
                </a:lnTo>
                <a:lnTo>
                  <a:pt x="386775" y="117040"/>
                </a:lnTo>
                <a:lnTo>
                  <a:pt x="387471" y="117689"/>
                </a:lnTo>
                <a:lnTo>
                  <a:pt x="388185" y="118307"/>
                </a:lnTo>
                <a:lnTo>
                  <a:pt x="388917" y="118896"/>
                </a:lnTo>
                <a:lnTo>
                  <a:pt x="389667" y="119454"/>
                </a:lnTo>
                <a:lnTo>
                  <a:pt x="390434" y="119982"/>
                </a:lnTo>
                <a:lnTo>
                  <a:pt x="391220" y="120480"/>
                </a:lnTo>
                <a:lnTo>
                  <a:pt x="392023" y="120947"/>
                </a:lnTo>
                <a:lnTo>
                  <a:pt x="392844" y="121385"/>
                </a:lnTo>
                <a:lnTo>
                  <a:pt x="393683" y="121792"/>
                </a:lnTo>
                <a:lnTo>
                  <a:pt x="394540" y="122169"/>
                </a:lnTo>
                <a:lnTo>
                  <a:pt x="395415" y="122516"/>
                </a:lnTo>
                <a:lnTo>
                  <a:pt x="396307" y="122833"/>
                </a:lnTo>
                <a:lnTo>
                  <a:pt x="397217" y="123119"/>
                </a:lnTo>
                <a:lnTo>
                  <a:pt x="398145" y="123376"/>
                </a:lnTo>
                <a:lnTo>
                  <a:pt x="399091" y="123602"/>
                </a:lnTo>
                <a:lnTo>
                  <a:pt x="400055" y="123798"/>
                </a:lnTo>
                <a:lnTo>
                  <a:pt x="401037" y="123964"/>
                </a:lnTo>
                <a:lnTo>
                  <a:pt x="402036" y="124100"/>
                </a:lnTo>
                <a:lnTo>
                  <a:pt x="403053" y="124206"/>
                </a:lnTo>
                <a:lnTo>
                  <a:pt x="404088" y="124281"/>
                </a:lnTo>
                <a:lnTo>
                  <a:pt x="405141" y="124326"/>
                </a:lnTo>
                <a:lnTo>
                  <a:pt x="406212" y="124341"/>
                </a:lnTo>
                <a:lnTo>
                  <a:pt x="407100" y="124331"/>
                </a:lnTo>
                <a:lnTo>
                  <a:pt x="407973" y="124301"/>
                </a:lnTo>
                <a:lnTo>
                  <a:pt x="408831" y="124251"/>
                </a:lnTo>
                <a:lnTo>
                  <a:pt x="409674" y="124181"/>
                </a:lnTo>
                <a:lnTo>
                  <a:pt x="410503" y="124091"/>
                </a:lnTo>
                <a:lnTo>
                  <a:pt x="411317" y="123981"/>
                </a:lnTo>
                <a:lnTo>
                  <a:pt x="412116" y="123851"/>
                </a:lnTo>
                <a:lnTo>
                  <a:pt x="412900" y="123701"/>
                </a:lnTo>
                <a:lnTo>
                  <a:pt x="413669" y="123530"/>
                </a:lnTo>
                <a:lnTo>
                  <a:pt x="414424" y="123340"/>
                </a:lnTo>
                <a:lnTo>
                  <a:pt x="415164" y="123130"/>
                </a:lnTo>
                <a:lnTo>
                  <a:pt x="415888" y="122900"/>
                </a:lnTo>
                <a:lnTo>
                  <a:pt x="416599" y="122649"/>
                </a:lnTo>
                <a:lnTo>
                  <a:pt x="417294" y="122379"/>
                </a:lnTo>
                <a:lnTo>
                  <a:pt x="417974" y="122089"/>
                </a:lnTo>
                <a:lnTo>
                  <a:pt x="418640" y="121778"/>
                </a:lnTo>
                <a:lnTo>
                  <a:pt x="419291" y="121448"/>
                </a:lnTo>
                <a:lnTo>
                  <a:pt x="419927" y="121097"/>
                </a:lnTo>
                <a:lnTo>
                  <a:pt x="420548" y="120727"/>
                </a:lnTo>
                <a:lnTo>
                  <a:pt x="421155" y="120337"/>
                </a:lnTo>
                <a:lnTo>
                  <a:pt x="421746" y="119926"/>
                </a:lnTo>
                <a:lnTo>
                  <a:pt x="422323" y="119496"/>
                </a:lnTo>
                <a:lnTo>
                  <a:pt x="422885" y="119045"/>
                </a:lnTo>
                <a:lnTo>
                  <a:pt x="423433" y="118575"/>
                </a:lnTo>
                <a:lnTo>
                  <a:pt x="423961" y="118087"/>
                </a:lnTo>
                <a:lnTo>
                  <a:pt x="424467" y="117584"/>
                </a:lnTo>
                <a:lnTo>
                  <a:pt x="424951" y="117067"/>
                </a:lnTo>
                <a:lnTo>
                  <a:pt x="425412" y="116536"/>
                </a:lnTo>
                <a:lnTo>
                  <a:pt x="425851" y="115990"/>
                </a:lnTo>
                <a:lnTo>
                  <a:pt x="426267" y="115429"/>
                </a:lnTo>
                <a:lnTo>
                  <a:pt x="426660" y="114854"/>
                </a:lnTo>
                <a:lnTo>
                  <a:pt x="427031" y="114265"/>
                </a:lnTo>
                <a:lnTo>
                  <a:pt x="427380" y="113661"/>
                </a:lnTo>
                <a:lnTo>
                  <a:pt x="427706" y="113042"/>
                </a:lnTo>
                <a:lnTo>
                  <a:pt x="428010" y="112409"/>
                </a:lnTo>
                <a:lnTo>
                  <a:pt x="428291" y="111761"/>
                </a:lnTo>
                <a:lnTo>
                  <a:pt x="428550" y="111099"/>
                </a:lnTo>
                <a:lnTo>
                  <a:pt x="428786" y="110422"/>
                </a:lnTo>
                <a:lnTo>
                  <a:pt x="429000" y="109730"/>
                </a:lnTo>
                <a:lnTo>
                  <a:pt x="429191" y="109024"/>
                </a:lnTo>
                <a:lnTo>
                  <a:pt x="429359" y="108304"/>
                </a:lnTo>
                <a:lnTo>
                  <a:pt x="429506" y="107569"/>
                </a:lnTo>
                <a:lnTo>
                  <a:pt x="429629" y="106819"/>
                </a:lnTo>
                <a:lnTo>
                  <a:pt x="429715" y="106173"/>
                </a:lnTo>
                <a:lnTo>
                  <a:pt x="429910" y="106173"/>
                </a:lnTo>
                <a:lnTo>
                  <a:pt x="429910" y="122762"/>
                </a:lnTo>
                <a:lnTo>
                  <a:pt x="444130" y="122762"/>
                </a:lnTo>
                <a:lnTo>
                  <a:pt x="444130" y="7425"/>
                </a:lnTo>
                <a:lnTo>
                  <a:pt x="429910" y="7425"/>
                </a:lnTo>
                <a:lnTo>
                  <a:pt x="429910" y="32703"/>
                </a:lnTo>
                <a:lnTo>
                  <a:pt x="430226" y="52453"/>
                </a:lnTo>
                <a:lnTo>
                  <a:pt x="430019" y="52453"/>
                </a:lnTo>
                <a:lnTo>
                  <a:pt x="429938" y="51862"/>
                </a:lnTo>
                <a:lnTo>
                  <a:pt x="429812" y="51121"/>
                </a:lnTo>
                <a:lnTo>
                  <a:pt x="429662" y="50394"/>
                </a:lnTo>
                <a:lnTo>
                  <a:pt x="429489" y="49681"/>
                </a:lnTo>
                <a:lnTo>
                  <a:pt x="429293" y="48981"/>
                </a:lnTo>
                <a:close/>
                <a:moveTo>
                  <a:pt x="407370" y="111814"/>
                </a:moveTo>
                <a:lnTo>
                  <a:pt x="406695" y="111723"/>
                </a:lnTo>
                <a:lnTo>
                  <a:pt x="406034" y="111616"/>
                </a:lnTo>
                <a:lnTo>
                  <a:pt x="405386" y="111493"/>
                </a:lnTo>
                <a:lnTo>
                  <a:pt x="404752" y="111353"/>
                </a:lnTo>
                <a:lnTo>
                  <a:pt x="404132" y="111197"/>
                </a:lnTo>
                <a:lnTo>
                  <a:pt x="403525" y="111024"/>
                </a:lnTo>
                <a:lnTo>
                  <a:pt x="402933" y="110835"/>
                </a:lnTo>
                <a:lnTo>
                  <a:pt x="402354" y="110629"/>
                </a:lnTo>
                <a:lnTo>
                  <a:pt x="401788" y="110407"/>
                </a:lnTo>
                <a:lnTo>
                  <a:pt x="401237" y="110168"/>
                </a:lnTo>
                <a:lnTo>
                  <a:pt x="400699" y="109913"/>
                </a:lnTo>
                <a:lnTo>
                  <a:pt x="400174" y="109641"/>
                </a:lnTo>
                <a:lnTo>
                  <a:pt x="399664" y="109353"/>
                </a:lnTo>
                <a:lnTo>
                  <a:pt x="399167" y="109049"/>
                </a:lnTo>
                <a:lnTo>
                  <a:pt x="398684" y="108728"/>
                </a:lnTo>
                <a:lnTo>
                  <a:pt x="398215" y="108391"/>
                </a:lnTo>
                <a:lnTo>
                  <a:pt x="397759" y="108037"/>
                </a:lnTo>
                <a:lnTo>
                  <a:pt x="397317" y="107667"/>
                </a:lnTo>
                <a:lnTo>
                  <a:pt x="396889" y="107280"/>
                </a:lnTo>
                <a:lnTo>
                  <a:pt x="396477" y="106874"/>
                </a:lnTo>
                <a:lnTo>
                  <a:pt x="396082" y="106449"/>
                </a:lnTo>
                <a:lnTo>
                  <a:pt x="395704" y="106003"/>
                </a:lnTo>
                <a:lnTo>
                  <a:pt x="395345" y="105537"/>
                </a:lnTo>
                <a:lnTo>
                  <a:pt x="395002" y="105050"/>
                </a:lnTo>
                <a:lnTo>
                  <a:pt x="394677" y="104543"/>
                </a:lnTo>
                <a:lnTo>
                  <a:pt x="394370" y="104016"/>
                </a:lnTo>
                <a:lnTo>
                  <a:pt x="394081" y="103469"/>
                </a:lnTo>
                <a:lnTo>
                  <a:pt x="393809" y="102901"/>
                </a:lnTo>
                <a:lnTo>
                  <a:pt x="393554" y="102313"/>
                </a:lnTo>
                <a:lnTo>
                  <a:pt x="393317" y="101705"/>
                </a:lnTo>
                <a:lnTo>
                  <a:pt x="393098" y="101077"/>
                </a:lnTo>
                <a:lnTo>
                  <a:pt x="392896" y="100428"/>
                </a:lnTo>
                <a:lnTo>
                  <a:pt x="392711" y="99759"/>
                </a:lnTo>
                <a:lnTo>
                  <a:pt x="392545" y="99069"/>
                </a:lnTo>
                <a:lnTo>
                  <a:pt x="392395" y="98360"/>
                </a:lnTo>
                <a:lnTo>
                  <a:pt x="392264" y="97630"/>
                </a:lnTo>
                <a:lnTo>
                  <a:pt x="392150" y="96879"/>
                </a:lnTo>
                <a:lnTo>
                  <a:pt x="392053" y="96109"/>
                </a:lnTo>
                <a:lnTo>
                  <a:pt x="391974" y="95318"/>
                </a:lnTo>
                <a:lnTo>
                  <a:pt x="391913" y="94507"/>
                </a:lnTo>
                <a:lnTo>
                  <a:pt x="391869" y="93675"/>
                </a:lnTo>
                <a:lnTo>
                  <a:pt x="391843" y="92824"/>
                </a:lnTo>
                <a:lnTo>
                  <a:pt x="391834" y="91952"/>
                </a:lnTo>
                <a:lnTo>
                  <a:pt x="391834" y="66674"/>
                </a:lnTo>
                <a:lnTo>
                  <a:pt x="391843" y="65789"/>
                </a:lnTo>
                <a:lnTo>
                  <a:pt x="391869" y="64925"/>
                </a:lnTo>
                <a:lnTo>
                  <a:pt x="391913" y="64083"/>
                </a:lnTo>
                <a:lnTo>
                  <a:pt x="391974" y="63261"/>
                </a:lnTo>
                <a:lnTo>
                  <a:pt x="392053" y="62461"/>
                </a:lnTo>
                <a:lnTo>
                  <a:pt x="392150" y="61682"/>
                </a:lnTo>
                <a:lnTo>
                  <a:pt x="392264" y="60924"/>
                </a:lnTo>
                <a:lnTo>
                  <a:pt x="392395" y="60187"/>
                </a:lnTo>
                <a:lnTo>
                  <a:pt x="392545" y="59471"/>
                </a:lnTo>
                <a:lnTo>
                  <a:pt x="392711" y="58776"/>
                </a:lnTo>
                <a:lnTo>
                  <a:pt x="392896" y="58103"/>
                </a:lnTo>
                <a:lnTo>
                  <a:pt x="393098" y="57450"/>
                </a:lnTo>
                <a:lnTo>
                  <a:pt x="393317" y="56819"/>
                </a:lnTo>
                <a:lnTo>
                  <a:pt x="393554" y="56209"/>
                </a:lnTo>
                <a:lnTo>
                  <a:pt x="393809" y="55620"/>
                </a:lnTo>
                <a:lnTo>
                  <a:pt x="394081" y="55052"/>
                </a:lnTo>
                <a:lnTo>
                  <a:pt x="394370" y="54505"/>
                </a:lnTo>
                <a:lnTo>
                  <a:pt x="394677" y="53979"/>
                </a:lnTo>
                <a:lnTo>
                  <a:pt x="395002" y="53475"/>
                </a:lnTo>
                <a:lnTo>
                  <a:pt x="395345" y="52991"/>
                </a:lnTo>
                <a:lnTo>
                  <a:pt x="395704" y="52529"/>
                </a:lnTo>
                <a:lnTo>
                  <a:pt x="396082" y="52088"/>
                </a:lnTo>
                <a:lnTo>
                  <a:pt x="396477" y="51668"/>
                </a:lnTo>
                <a:lnTo>
                  <a:pt x="396889" y="51269"/>
                </a:lnTo>
                <a:lnTo>
                  <a:pt x="397317" y="50889"/>
                </a:lnTo>
                <a:lnTo>
                  <a:pt x="397759" y="50525"/>
                </a:lnTo>
                <a:lnTo>
                  <a:pt x="398215" y="50177"/>
                </a:lnTo>
                <a:lnTo>
                  <a:pt x="398684" y="49845"/>
                </a:lnTo>
                <a:lnTo>
                  <a:pt x="399167" y="49529"/>
                </a:lnTo>
                <a:lnTo>
                  <a:pt x="399664" y="49230"/>
                </a:lnTo>
                <a:lnTo>
                  <a:pt x="400174" y="48947"/>
                </a:lnTo>
                <a:lnTo>
                  <a:pt x="400699" y="48680"/>
                </a:lnTo>
                <a:lnTo>
                  <a:pt x="401237" y="48429"/>
                </a:lnTo>
                <a:lnTo>
                  <a:pt x="401788" y="48194"/>
                </a:lnTo>
                <a:lnTo>
                  <a:pt x="402354" y="47976"/>
                </a:lnTo>
                <a:lnTo>
                  <a:pt x="402933" y="47774"/>
                </a:lnTo>
                <a:lnTo>
                  <a:pt x="403525" y="47588"/>
                </a:lnTo>
                <a:lnTo>
                  <a:pt x="404132" y="47418"/>
                </a:lnTo>
                <a:lnTo>
                  <a:pt x="404752" y="47264"/>
                </a:lnTo>
                <a:lnTo>
                  <a:pt x="405386" y="47126"/>
                </a:lnTo>
                <a:lnTo>
                  <a:pt x="406034" y="47005"/>
                </a:lnTo>
                <a:lnTo>
                  <a:pt x="406695" y="46900"/>
                </a:lnTo>
                <a:lnTo>
                  <a:pt x="407370" y="46811"/>
                </a:lnTo>
                <a:lnTo>
                  <a:pt x="408059" y="46738"/>
                </a:lnTo>
                <a:lnTo>
                  <a:pt x="408762" y="46682"/>
                </a:lnTo>
                <a:lnTo>
                  <a:pt x="409478" y="46641"/>
                </a:lnTo>
                <a:lnTo>
                  <a:pt x="410208" y="46617"/>
                </a:lnTo>
                <a:lnTo>
                  <a:pt x="410952" y="46609"/>
                </a:lnTo>
                <a:lnTo>
                  <a:pt x="411682" y="46618"/>
                </a:lnTo>
                <a:lnTo>
                  <a:pt x="412400" y="46647"/>
                </a:lnTo>
                <a:lnTo>
                  <a:pt x="413104" y="46695"/>
                </a:lnTo>
                <a:lnTo>
                  <a:pt x="413796" y="46762"/>
                </a:lnTo>
                <a:lnTo>
                  <a:pt x="414474" y="46849"/>
                </a:lnTo>
                <a:lnTo>
                  <a:pt x="415139" y="46954"/>
                </a:lnTo>
                <a:lnTo>
                  <a:pt x="415790" y="47079"/>
                </a:lnTo>
                <a:lnTo>
                  <a:pt x="416429" y="47223"/>
                </a:lnTo>
                <a:lnTo>
                  <a:pt x="417054" y="47386"/>
                </a:lnTo>
                <a:lnTo>
                  <a:pt x="417666" y="47569"/>
                </a:lnTo>
                <a:lnTo>
                  <a:pt x="418265" y="47770"/>
                </a:lnTo>
                <a:lnTo>
                  <a:pt x="418851" y="47991"/>
                </a:lnTo>
                <a:lnTo>
                  <a:pt x="419424" y="48231"/>
                </a:lnTo>
                <a:lnTo>
                  <a:pt x="419984" y="48491"/>
                </a:lnTo>
                <a:lnTo>
                  <a:pt x="420530" y="48769"/>
                </a:lnTo>
                <a:lnTo>
                  <a:pt x="421063" y="49067"/>
                </a:lnTo>
                <a:lnTo>
                  <a:pt x="421583" y="49384"/>
                </a:lnTo>
                <a:lnTo>
                  <a:pt x="422090" y="49720"/>
                </a:lnTo>
                <a:lnTo>
                  <a:pt x="422584" y="50075"/>
                </a:lnTo>
                <a:lnTo>
                  <a:pt x="423064" y="50449"/>
                </a:lnTo>
                <a:lnTo>
                  <a:pt x="423532" y="50843"/>
                </a:lnTo>
                <a:lnTo>
                  <a:pt x="423986" y="51256"/>
                </a:lnTo>
                <a:lnTo>
                  <a:pt x="424427" y="51688"/>
                </a:lnTo>
                <a:lnTo>
                  <a:pt x="424855" y="52139"/>
                </a:lnTo>
                <a:lnTo>
                  <a:pt x="425267" y="52607"/>
                </a:lnTo>
                <a:lnTo>
                  <a:pt x="425662" y="53090"/>
                </a:lnTo>
                <a:lnTo>
                  <a:pt x="426040" y="53588"/>
                </a:lnTo>
                <a:lnTo>
                  <a:pt x="426400" y="54100"/>
                </a:lnTo>
                <a:lnTo>
                  <a:pt x="426742" y="54628"/>
                </a:lnTo>
                <a:lnTo>
                  <a:pt x="427067" y="55170"/>
                </a:lnTo>
                <a:lnTo>
                  <a:pt x="427374" y="55727"/>
                </a:lnTo>
                <a:lnTo>
                  <a:pt x="427664" y="56299"/>
                </a:lnTo>
                <a:lnTo>
                  <a:pt x="427936" y="56885"/>
                </a:lnTo>
                <a:lnTo>
                  <a:pt x="428190" y="57487"/>
                </a:lnTo>
                <a:lnTo>
                  <a:pt x="428427" y="58103"/>
                </a:lnTo>
                <a:lnTo>
                  <a:pt x="428647" y="58734"/>
                </a:lnTo>
                <a:lnTo>
                  <a:pt x="428848" y="59380"/>
                </a:lnTo>
                <a:lnTo>
                  <a:pt x="429033" y="60041"/>
                </a:lnTo>
                <a:lnTo>
                  <a:pt x="429200" y="60716"/>
                </a:lnTo>
                <a:lnTo>
                  <a:pt x="429349" y="61406"/>
                </a:lnTo>
                <a:lnTo>
                  <a:pt x="429480" y="62112"/>
                </a:lnTo>
                <a:lnTo>
                  <a:pt x="429595" y="62832"/>
                </a:lnTo>
                <a:lnTo>
                  <a:pt x="429691" y="63566"/>
                </a:lnTo>
                <a:lnTo>
                  <a:pt x="429770" y="64316"/>
                </a:lnTo>
                <a:lnTo>
                  <a:pt x="429832" y="65080"/>
                </a:lnTo>
                <a:lnTo>
                  <a:pt x="429875" y="65860"/>
                </a:lnTo>
                <a:lnTo>
                  <a:pt x="429902" y="66654"/>
                </a:lnTo>
                <a:lnTo>
                  <a:pt x="429910" y="67462"/>
                </a:lnTo>
                <a:lnTo>
                  <a:pt x="429910" y="91163"/>
                </a:lnTo>
                <a:lnTo>
                  <a:pt x="429902" y="91972"/>
                </a:lnTo>
                <a:lnTo>
                  <a:pt x="429875" y="92766"/>
                </a:lnTo>
                <a:lnTo>
                  <a:pt x="429832" y="93546"/>
                </a:lnTo>
                <a:lnTo>
                  <a:pt x="429770" y="94310"/>
                </a:lnTo>
                <a:lnTo>
                  <a:pt x="429691" y="95060"/>
                </a:lnTo>
                <a:lnTo>
                  <a:pt x="429595" y="95794"/>
                </a:lnTo>
                <a:lnTo>
                  <a:pt x="429480" y="96514"/>
                </a:lnTo>
                <a:lnTo>
                  <a:pt x="429349" y="97220"/>
                </a:lnTo>
                <a:lnTo>
                  <a:pt x="429200" y="97910"/>
                </a:lnTo>
                <a:lnTo>
                  <a:pt x="429033" y="98586"/>
                </a:lnTo>
                <a:lnTo>
                  <a:pt x="428848" y="99246"/>
                </a:lnTo>
                <a:lnTo>
                  <a:pt x="428647" y="99892"/>
                </a:lnTo>
                <a:lnTo>
                  <a:pt x="428427" y="100524"/>
                </a:lnTo>
                <a:lnTo>
                  <a:pt x="428190" y="101140"/>
                </a:lnTo>
                <a:lnTo>
                  <a:pt x="427936" y="101741"/>
                </a:lnTo>
                <a:lnTo>
                  <a:pt x="427664" y="102328"/>
                </a:lnTo>
                <a:lnTo>
                  <a:pt x="427374" y="102900"/>
                </a:lnTo>
                <a:lnTo>
                  <a:pt x="427067" y="103457"/>
                </a:lnTo>
                <a:lnTo>
                  <a:pt x="426742" y="104000"/>
                </a:lnTo>
                <a:lnTo>
                  <a:pt x="426400" y="104527"/>
                </a:lnTo>
                <a:lnTo>
                  <a:pt x="426040" y="105040"/>
                </a:lnTo>
                <a:lnTo>
                  <a:pt x="425662" y="105538"/>
                </a:lnTo>
                <a:lnTo>
                  <a:pt x="425267" y="106021"/>
                </a:lnTo>
                <a:lnTo>
                  <a:pt x="424855" y="106489"/>
                </a:lnTo>
                <a:lnTo>
                  <a:pt x="424427" y="106940"/>
                </a:lnTo>
                <a:lnTo>
                  <a:pt x="423986" y="107372"/>
                </a:lnTo>
                <a:lnTo>
                  <a:pt x="423532" y="107785"/>
                </a:lnTo>
                <a:lnTo>
                  <a:pt x="423064" y="108179"/>
                </a:lnTo>
                <a:lnTo>
                  <a:pt x="422584" y="108553"/>
                </a:lnTo>
                <a:lnTo>
                  <a:pt x="422090" y="108909"/>
                </a:lnTo>
                <a:lnTo>
                  <a:pt x="421583" y="109245"/>
                </a:lnTo>
                <a:lnTo>
                  <a:pt x="421063" y="109562"/>
                </a:lnTo>
                <a:lnTo>
                  <a:pt x="420530" y="109859"/>
                </a:lnTo>
                <a:lnTo>
                  <a:pt x="419984" y="110138"/>
                </a:lnTo>
                <a:lnTo>
                  <a:pt x="419424" y="110397"/>
                </a:lnTo>
                <a:lnTo>
                  <a:pt x="418851" y="110637"/>
                </a:lnTo>
                <a:lnTo>
                  <a:pt x="418265" y="110858"/>
                </a:lnTo>
                <a:lnTo>
                  <a:pt x="417666" y="111059"/>
                </a:lnTo>
                <a:lnTo>
                  <a:pt x="417054" y="111242"/>
                </a:lnTo>
                <a:lnTo>
                  <a:pt x="416429" y="111405"/>
                </a:lnTo>
                <a:lnTo>
                  <a:pt x="415790" y="111549"/>
                </a:lnTo>
                <a:lnTo>
                  <a:pt x="415139" y="111674"/>
                </a:lnTo>
                <a:lnTo>
                  <a:pt x="414474" y="111779"/>
                </a:lnTo>
                <a:lnTo>
                  <a:pt x="413796" y="111866"/>
                </a:lnTo>
                <a:lnTo>
                  <a:pt x="413104" y="111933"/>
                </a:lnTo>
                <a:lnTo>
                  <a:pt x="412400" y="111981"/>
                </a:lnTo>
                <a:lnTo>
                  <a:pt x="411682" y="112010"/>
                </a:lnTo>
                <a:lnTo>
                  <a:pt x="410952" y="112019"/>
                </a:lnTo>
                <a:lnTo>
                  <a:pt x="410208" y="112011"/>
                </a:lnTo>
                <a:lnTo>
                  <a:pt x="409478" y="111987"/>
                </a:lnTo>
                <a:lnTo>
                  <a:pt x="408762" y="111945"/>
                </a:lnTo>
                <a:lnTo>
                  <a:pt x="408059" y="111888"/>
                </a:lnTo>
                <a:lnTo>
                  <a:pt x="407370" y="111814"/>
                </a:lnTo>
                <a:close/>
                <a:moveTo>
                  <a:pt x="794530" y="109802"/>
                </a:moveTo>
                <a:lnTo>
                  <a:pt x="794183" y="109787"/>
                </a:lnTo>
                <a:lnTo>
                  <a:pt x="793842" y="109763"/>
                </a:lnTo>
                <a:lnTo>
                  <a:pt x="793507" y="109730"/>
                </a:lnTo>
                <a:lnTo>
                  <a:pt x="793177" y="109686"/>
                </a:lnTo>
                <a:lnTo>
                  <a:pt x="792853" y="109634"/>
                </a:lnTo>
                <a:lnTo>
                  <a:pt x="792535" y="109571"/>
                </a:lnTo>
                <a:lnTo>
                  <a:pt x="792223" y="109499"/>
                </a:lnTo>
                <a:lnTo>
                  <a:pt x="791917" y="109417"/>
                </a:lnTo>
                <a:lnTo>
                  <a:pt x="791616" y="109326"/>
                </a:lnTo>
                <a:lnTo>
                  <a:pt x="791321" y="109225"/>
                </a:lnTo>
                <a:lnTo>
                  <a:pt x="791032" y="109115"/>
                </a:lnTo>
                <a:lnTo>
                  <a:pt x="790748" y="108995"/>
                </a:lnTo>
                <a:lnTo>
                  <a:pt x="790470" y="108865"/>
                </a:lnTo>
                <a:lnTo>
                  <a:pt x="790198" y="108726"/>
                </a:lnTo>
                <a:lnTo>
                  <a:pt x="789932" y="108577"/>
                </a:lnTo>
                <a:lnTo>
                  <a:pt x="789672" y="108419"/>
                </a:lnTo>
                <a:lnTo>
                  <a:pt x="789417" y="108251"/>
                </a:lnTo>
                <a:lnTo>
                  <a:pt x="789168" y="108073"/>
                </a:lnTo>
                <a:lnTo>
                  <a:pt x="788925" y="107886"/>
                </a:lnTo>
                <a:lnTo>
                  <a:pt x="788687" y="107689"/>
                </a:lnTo>
                <a:lnTo>
                  <a:pt x="788455" y="107483"/>
                </a:lnTo>
                <a:lnTo>
                  <a:pt x="788229" y="107267"/>
                </a:lnTo>
                <a:lnTo>
                  <a:pt x="788009" y="107041"/>
                </a:lnTo>
                <a:lnTo>
                  <a:pt x="787796" y="106808"/>
                </a:lnTo>
                <a:lnTo>
                  <a:pt x="787593" y="106569"/>
                </a:lnTo>
                <a:lnTo>
                  <a:pt x="787398" y="106324"/>
                </a:lnTo>
                <a:lnTo>
                  <a:pt x="787213" y="106073"/>
                </a:lnTo>
                <a:lnTo>
                  <a:pt x="787036" y="105817"/>
                </a:lnTo>
                <a:lnTo>
                  <a:pt x="786869" y="105555"/>
                </a:lnTo>
                <a:lnTo>
                  <a:pt x="786710" y="105287"/>
                </a:lnTo>
                <a:lnTo>
                  <a:pt x="786561" y="105013"/>
                </a:lnTo>
                <a:lnTo>
                  <a:pt x="786421" y="104734"/>
                </a:lnTo>
                <a:lnTo>
                  <a:pt x="786290" y="104449"/>
                </a:lnTo>
                <a:lnTo>
                  <a:pt x="786168" y="104158"/>
                </a:lnTo>
                <a:lnTo>
                  <a:pt x="786054" y="103861"/>
                </a:lnTo>
                <a:lnTo>
                  <a:pt x="785950" y="103559"/>
                </a:lnTo>
                <a:lnTo>
                  <a:pt x="785855" y="103251"/>
                </a:lnTo>
                <a:lnTo>
                  <a:pt x="785769" y="102937"/>
                </a:lnTo>
                <a:lnTo>
                  <a:pt x="785692" y="102617"/>
                </a:lnTo>
                <a:lnTo>
                  <a:pt x="785625" y="102292"/>
                </a:lnTo>
                <a:lnTo>
                  <a:pt x="785566" y="101960"/>
                </a:lnTo>
                <a:lnTo>
                  <a:pt x="785516" y="101623"/>
                </a:lnTo>
                <a:lnTo>
                  <a:pt x="785475" y="101281"/>
                </a:lnTo>
                <a:lnTo>
                  <a:pt x="785444" y="100932"/>
                </a:lnTo>
                <a:lnTo>
                  <a:pt x="785421" y="100578"/>
                </a:lnTo>
                <a:lnTo>
                  <a:pt x="785407" y="100218"/>
                </a:lnTo>
                <a:lnTo>
                  <a:pt x="785403" y="99852"/>
                </a:lnTo>
                <a:lnTo>
                  <a:pt x="785403" y="48819"/>
                </a:lnTo>
                <a:lnTo>
                  <a:pt x="820953" y="48819"/>
                </a:lnTo>
                <a:lnTo>
                  <a:pt x="820953" y="35864"/>
                </a:lnTo>
                <a:lnTo>
                  <a:pt x="785403" y="35864"/>
                </a:lnTo>
                <a:lnTo>
                  <a:pt x="785403" y="11374"/>
                </a:lnTo>
                <a:lnTo>
                  <a:pt x="771184" y="11374"/>
                </a:lnTo>
                <a:lnTo>
                  <a:pt x="771184" y="35864"/>
                </a:lnTo>
                <a:lnTo>
                  <a:pt x="746220" y="35864"/>
                </a:lnTo>
                <a:lnTo>
                  <a:pt x="746220" y="48819"/>
                </a:lnTo>
                <a:lnTo>
                  <a:pt x="771184" y="48819"/>
                </a:lnTo>
                <a:lnTo>
                  <a:pt x="771184" y="99852"/>
                </a:lnTo>
                <a:lnTo>
                  <a:pt x="771195" y="100714"/>
                </a:lnTo>
                <a:lnTo>
                  <a:pt x="771229" y="101561"/>
                </a:lnTo>
                <a:lnTo>
                  <a:pt x="771285" y="102394"/>
                </a:lnTo>
                <a:lnTo>
                  <a:pt x="771364" y="103212"/>
                </a:lnTo>
                <a:lnTo>
                  <a:pt x="771465" y="104016"/>
                </a:lnTo>
                <a:lnTo>
                  <a:pt x="771589" y="104805"/>
                </a:lnTo>
                <a:lnTo>
                  <a:pt x="771735" y="105580"/>
                </a:lnTo>
                <a:lnTo>
                  <a:pt x="771904" y="106340"/>
                </a:lnTo>
                <a:lnTo>
                  <a:pt x="772095" y="107085"/>
                </a:lnTo>
                <a:lnTo>
                  <a:pt x="772308" y="107816"/>
                </a:lnTo>
                <a:lnTo>
                  <a:pt x="772545" y="108532"/>
                </a:lnTo>
                <a:lnTo>
                  <a:pt x="772803" y="109234"/>
                </a:lnTo>
                <a:lnTo>
                  <a:pt x="773084" y="109922"/>
                </a:lnTo>
                <a:lnTo>
                  <a:pt x="773388" y="110595"/>
                </a:lnTo>
                <a:lnTo>
                  <a:pt x="773714" y="111253"/>
                </a:lnTo>
                <a:lnTo>
                  <a:pt x="774063" y="111897"/>
                </a:lnTo>
                <a:lnTo>
                  <a:pt x="774434" y="112526"/>
                </a:lnTo>
                <a:lnTo>
                  <a:pt x="774828" y="113140"/>
                </a:lnTo>
                <a:lnTo>
                  <a:pt x="775244" y="113740"/>
                </a:lnTo>
                <a:lnTo>
                  <a:pt x="775682" y="114326"/>
                </a:lnTo>
                <a:lnTo>
                  <a:pt x="776143" y="114897"/>
                </a:lnTo>
                <a:lnTo>
                  <a:pt x="776627" y="115454"/>
                </a:lnTo>
                <a:lnTo>
                  <a:pt x="777133" y="115996"/>
                </a:lnTo>
                <a:lnTo>
                  <a:pt x="777662" y="116523"/>
                </a:lnTo>
                <a:lnTo>
                  <a:pt x="778209" y="117032"/>
                </a:lnTo>
                <a:lnTo>
                  <a:pt x="778771" y="117519"/>
                </a:lnTo>
                <a:lnTo>
                  <a:pt x="779348" y="117985"/>
                </a:lnTo>
                <a:lnTo>
                  <a:pt x="779939" y="118429"/>
                </a:lnTo>
                <a:lnTo>
                  <a:pt x="780546" y="118852"/>
                </a:lnTo>
                <a:lnTo>
                  <a:pt x="781167" y="119253"/>
                </a:lnTo>
                <a:lnTo>
                  <a:pt x="781803" y="119632"/>
                </a:lnTo>
                <a:lnTo>
                  <a:pt x="782454" y="119989"/>
                </a:lnTo>
                <a:lnTo>
                  <a:pt x="783120" y="120325"/>
                </a:lnTo>
                <a:lnTo>
                  <a:pt x="783800" y="120639"/>
                </a:lnTo>
                <a:lnTo>
                  <a:pt x="784496" y="120932"/>
                </a:lnTo>
                <a:lnTo>
                  <a:pt x="785206" y="121202"/>
                </a:lnTo>
                <a:lnTo>
                  <a:pt x="785931" y="121452"/>
                </a:lnTo>
                <a:lnTo>
                  <a:pt x="786670" y="121679"/>
                </a:lnTo>
                <a:lnTo>
                  <a:pt x="787425" y="121885"/>
                </a:lnTo>
                <a:lnTo>
                  <a:pt x="788194" y="122069"/>
                </a:lnTo>
                <a:lnTo>
                  <a:pt x="788979" y="122231"/>
                </a:lnTo>
                <a:lnTo>
                  <a:pt x="789778" y="122372"/>
                </a:lnTo>
                <a:lnTo>
                  <a:pt x="790591" y="122491"/>
                </a:lnTo>
                <a:lnTo>
                  <a:pt x="791420" y="122589"/>
                </a:lnTo>
                <a:lnTo>
                  <a:pt x="792263" y="122665"/>
                </a:lnTo>
                <a:lnTo>
                  <a:pt x="793121" y="122719"/>
                </a:lnTo>
                <a:lnTo>
                  <a:pt x="793994" y="122751"/>
                </a:lnTo>
                <a:lnTo>
                  <a:pt x="794882" y="122762"/>
                </a:lnTo>
                <a:lnTo>
                  <a:pt x="820162" y="122762"/>
                </a:lnTo>
                <a:lnTo>
                  <a:pt x="820162" y="109806"/>
                </a:lnTo>
                <a:lnTo>
                  <a:pt x="794882" y="109806"/>
                </a:lnTo>
                <a:lnTo>
                  <a:pt x="794530" y="109802"/>
                </a:lnTo>
                <a:close/>
                <a:moveTo>
                  <a:pt x="862663" y="122762"/>
                </a:moveTo>
                <a:lnTo>
                  <a:pt x="862663" y="67462"/>
                </a:lnTo>
                <a:lnTo>
                  <a:pt x="862672" y="66628"/>
                </a:lnTo>
                <a:lnTo>
                  <a:pt x="862697" y="65810"/>
                </a:lnTo>
                <a:lnTo>
                  <a:pt x="862740" y="65009"/>
                </a:lnTo>
                <a:lnTo>
                  <a:pt x="862799" y="64224"/>
                </a:lnTo>
                <a:lnTo>
                  <a:pt x="862876" y="63455"/>
                </a:lnTo>
                <a:lnTo>
                  <a:pt x="862969" y="62703"/>
                </a:lnTo>
                <a:lnTo>
                  <a:pt x="863080" y="61968"/>
                </a:lnTo>
                <a:lnTo>
                  <a:pt x="863208" y="61248"/>
                </a:lnTo>
                <a:lnTo>
                  <a:pt x="863352" y="60546"/>
                </a:lnTo>
                <a:lnTo>
                  <a:pt x="863514" y="59859"/>
                </a:lnTo>
                <a:lnTo>
                  <a:pt x="863692" y="59190"/>
                </a:lnTo>
                <a:lnTo>
                  <a:pt x="863888" y="58536"/>
                </a:lnTo>
                <a:lnTo>
                  <a:pt x="864101" y="57899"/>
                </a:lnTo>
                <a:lnTo>
                  <a:pt x="864330" y="57279"/>
                </a:lnTo>
                <a:lnTo>
                  <a:pt x="864577" y="56675"/>
                </a:lnTo>
                <a:lnTo>
                  <a:pt x="864841" y="56088"/>
                </a:lnTo>
                <a:lnTo>
                  <a:pt x="865121" y="55517"/>
                </a:lnTo>
                <a:lnTo>
                  <a:pt x="865419" y="54962"/>
                </a:lnTo>
                <a:lnTo>
                  <a:pt x="865734" y="54424"/>
                </a:lnTo>
                <a:lnTo>
                  <a:pt x="866065" y="53902"/>
                </a:lnTo>
                <a:lnTo>
                  <a:pt x="866414" y="53397"/>
                </a:lnTo>
                <a:lnTo>
                  <a:pt x="866780" y="52908"/>
                </a:lnTo>
                <a:lnTo>
                  <a:pt x="867162" y="52436"/>
                </a:lnTo>
                <a:lnTo>
                  <a:pt x="867562" y="51980"/>
                </a:lnTo>
                <a:lnTo>
                  <a:pt x="867978" y="51542"/>
                </a:lnTo>
                <a:lnTo>
                  <a:pt x="868409" y="51122"/>
                </a:lnTo>
                <a:lnTo>
                  <a:pt x="868856" y="50721"/>
                </a:lnTo>
                <a:lnTo>
                  <a:pt x="869318" y="50339"/>
                </a:lnTo>
                <a:lnTo>
                  <a:pt x="869795" y="49975"/>
                </a:lnTo>
                <a:lnTo>
                  <a:pt x="870288" y="49630"/>
                </a:lnTo>
                <a:lnTo>
                  <a:pt x="870796" y="49304"/>
                </a:lnTo>
                <a:lnTo>
                  <a:pt x="871319" y="48996"/>
                </a:lnTo>
                <a:lnTo>
                  <a:pt x="871858" y="48707"/>
                </a:lnTo>
                <a:lnTo>
                  <a:pt x="872412" y="48436"/>
                </a:lnTo>
                <a:lnTo>
                  <a:pt x="872981" y="48185"/>
                </a:lnTo>
                <a:lnTo>
                  <a:pt x="873566" y="47952"/>
                </a:lnTo>
                <a:lnTo>
                  <a:pt x="874166" y="47737"/>
                </a:lnTo>
                <a:lnTo>
                  <a:pt x="874782" y="47541"/>
                </a:lnTo>
                <a:lnTo>
                  <a:pt x="875413" y="47364"/>
                </a:lnTo>
                <a:lnTo>
                  <a:pt x="876059" y="47206"/>
                </a:lnTo>
                <a:lnTo>
                  <a:pt x="876720" y="47066"/>
                </a:lnTo>
                <a:lnTo>
                  <a:pt x="877397" y="46944"/>
                </a:lnTo>
                <a:lnTo>
                  <a:pt x="878090" y="46842"/>
                </a:lnTo>
                <a:lnTo>
                  <a:pt x="878797" y="46758"/>
                </a:lnTo>
                <a:lnTo>
                  <a:pt x="879520" y="46693"/>
                </a:lnTo>
                <a:lnTo>
                  <a:pt x="880259" y="46646"/>
                </a:lnTo>
                <a:lnTo>
                  <a:pt x="881012" y="46618"/>
                </a:lnTo>
                <a:lnTo>
                  <a:pt x="881781" y="46609"/>
                </a:lnTo>
                <a:lnTo>
                  <a:pt x="882524" y="46617"/>
                </a:lnTo>
                <a:lnTo>
                  <a:pt x="883253" y="46641"/>
                </a:lnTo>
                <a:lnTo>
                  <a:pt x="883966" y="46682"/>
                </a:lnTo>
                <a:lnTo>
                  <a:pt x="884665" y="46738"/>
                </a:lnTo>
                <a:lnTo>
                  <a:pt x="885349" y="46811"/>
                </a:lnTo>
                <a:lnTo>
                  <a:pt x="886018" y="46900"/>
                </a:lnTo>
                <a:lnTo>
                  <a:pt x="886672" y="47005"/>
                </a:lnTo>
                <a:lnTo>
                  <a:pt x="887312" y="47126"/>
                </a:lnTo>
                <a:lnTo>
                  <a:pt x="887936" y="47264"/>
                </a:lnTo>
                <a:lnTo>
                  <a:pt x="888546" y="47418"/>
                </a:lnTo>
                <a:lnTo>
                  <a:pt x="889141" y="47588"/>
                </a:lnTo>
                <a:lnTo>
                  <a:pt x="889721" y="47774"/>
                </a:lnTo>
                <a:lnTo>
                  <a:pt x="890287" y="47976"/>
                </a:lnTo>
                <a:lnTo>
                  <a:pt x="890837" y="48194"/>
                </a:lnTo>
                <a:lnTo>
                  <a:pt x="891373" y="48429"/>
                </a:lnTo>
                <a:lnTo>
                  <a:pt x="891894" y="48680"/>
                </a:lnTo>
                <a:lnTo>
                  <a:pt x="892400" y="48947"/>
                </a:lnTo>
                <a:lnTo>
                  <a:pt x="892891" y="49230"/>
                </a:lnTo>
                <a:lnTo>
                  <a:pt x="893368" y="49529"/>
                </a:lnTo>
                <a:lnTo>
                  <a:pt x="893829" y="49845"/>
                </a:lnTo>
                <a:lnTo>
                  <a:pt x="894276" y="50177"/>
                </a:lnTo>
                <a:lnTo>
                  <a:pt x="894708" y="50525"/>
                </a:lnTo>
                <a:lnTo>
                  <a:pt x="895125" y="50889"/>
                </a:lnTo>
                <a:lnTo>
                  <a:pt x="895528" y="51269"/>
                </a:lnTo>
                <a:lnTo>
                  <a:pt x="895915" y="51666"/>
                </a:lnTo>
                <a:lnTo>
                  <a:pt x="896285" y="52080"/>
                </a:lnTo>
                <a:lnTo>
                  <a:pt x="896639" y="52512"/>
                </a:lnTo>
                <a:lnTo>
                  <a:pt x="896976" y="52961"/>
                </a:lnTo>
                <a:lnTo>
                  <a:pt x="897297" y="53427"/>
                </a:lnTo>
                <a:lnTo>
                  <a:pt x="897601" y="53910"/>
                </a:lnTo>
                <a:lnTo>
                  <a:pt x="897889" y="54411"/>
                </a:lnTo>
                <a:lnTo>
                  <a:pt x="898161" y="54929"/>
                </a:lnTo>
                <a:lnTo>
                  <a:pt x="898416" y="55464"/>
                </a:lnTo>
                <a:lnTo>
                  <a:pt x="898655" y="56017"/>
                </a:lnTo>
                <a:lnTo>
                  <a:pt x="898877" y="56586"/>
                </a:lnTo>
                <a:lnTo>
                  <a:pt x="899083" y="57174"/>
                </a:lnTo>
                <a:lnTo>
                  <a:pt x="899272" y="57778"/>
                </a:lnTo>
                <a:lnTo>
                  <a:pt x="899445" y="58400"/>
                </a:lnTo>
                <a:lnTo>
                  <a:pt x="899601" y="59039"/>
                </a:lnTo>
                <a:lnTo>
                  <a:pt x="899741" y="59695"/>
                </a:lnTo>
                <a:lnTo>
                  <a:pt x="899864" y="60369"/>
                </a:lnTo>
                <a:lnTo>
                  <a:pt x="899971" y="61059"/>
                </a:lnTo>
                <a:lnTo>
                  <a:pt x="900062" y="61768"/>
                </a:lnTo>
                <a:lnTo>
                  <a:pt x="900136" y="62493"/>
                </a:lnTo>
                <a:lnTo>
                  <a:pt x="900193" y="63236"/>
                </a:lnTo>
                <a:lnTo>
                  <a:pt x="900235" y="63996"/>
                </a:lnTo>
                <a:lnTo>
                  <a:pt x="900259" y="64773"/>
                </a:lnTo>
                <a:lnTo>
                  <a:pt x="900267" y="65568"/>
                </a:lnTo>
                <a:lnTo>
                  <a:pt x="900267" y="72993"/>
                </a:lnTo>
                <a:lnTo>
                  <a:pt x="914487" y="72993"/>
                </a:lnTo>
                <a:lnTo>
                  <a:pt x="914487" y="65568"/>
                </a:lnTo>
                <a:lnTo>
                  <a:pt x="914474" y="64329"/>
                </a:lnTo>
                <a:lnTo>
                  <a:pt x="914436" y="63114"/>
                </a:lnTo>
                <a:lnTo>
                  <a:pt x="914372" y="61922"/>
                </a:lnTo>
                <a:lnTo>
                  <a:pt x="914282" y="60755"/>
                </a:lnTo>
                <a:lnTo>
                  <a:pt x="914168" y="59612"/>
                </a:lnTo>
                <a:lnTo>
                  <a:pt x="914027" y="58492"/>
                </a:lnTo>
                <a:lnTo>
                  <a:pt x="913861" y="57396"/>
                </a:lnTo>
                <a:lnTo>
                  <a:pt x="913670" y="56325"/>
                </a:lnTo>
                <a:lnTo>
                  <a:pt x="913453" y="55277"/>
                </a:lnTo>
                <a:lnTo>
                  <a:pt x="913211" y="54253"/>
                </a:lnTo>
                <a:lnTo>
                  <a:pt x="912943" y="53252"/>
                </a:lnTo>
                <a:lnTo>
                  <a:pt x="912650" y="52276"/>
                </a:lnTo>
                <a:lnTo>
                  <a:pt x="912331" y="51323"/>
                </a:lnTo>
                <a:lnTo>
                  <a:pt x="911986" y="50395"/>
                </a:lnTo>
                <a:lnTo>
                  <a:pt x="911616" y="49490"/>
                </a:lnTo>
                <a:lnTo>
                  <a:pt x="911221" y="48609"/>
                </a:lnTo>
                <a:lnTo>
                  <a:pt x="910800" y="47752"/>
                </a:lnTo>
                <a:lnTo>
                  <a:pt x="910353" y="46919"/>
                </a:lnTo>
                <a:lnTo>
                  <a:pt x="909881" y="46110"/>
                </a:lnTo>
                <a:lnTo>
                  <a:pt x="909384" y="45324"/>
                </a:lnTo>
                <a:lnTo>
                  <a:pt x="908861" y="44563"/>
                </a:lnTo>
                <a:lnTo>
                  <a:pt x="908312" y="43825"/>
                </a:lnTo>
                <a:lnTo>
                  <a:pt x="907738" y="43111"/>
                </a:lnTo>
                <a:lnTo>
                  <a:pt x="907138" y="42421"/>
                </a:lnTo>
                <a:lnTo>
                  <a:pt x="906515" y="41757"/>
                </a:lnTo>
                <a:lnTo>
                  <a:pt x="905871" y="41121"/>
                </a:lnTo>
                <a:lnTo>
                  <a:pt x="905204" y="40514"/>
                </a:lnTo>
                <a:lnTo>
                  <a:pt x="904516" y="39935"/>
                </a:lnTo>
                <a:lnTo>
                  <a:pt x="903807" y="39384"/>
                </a:lnTo>
                <a:lnTo>
                  <a:pt x="903075" y="38861"/>
                </a:lnTo>
                <a:lnTo>
                  <a:pt x="902322" y="38367"/>
                </a:lnTo>
                <a:lnTo>
                  <a:pt x="901548" y="37901"/>
                </a:lnTo>
                <a:lnTo>
                  <a:pt x="900751" y="37463"/>
                </a:lnTo>
                <a:lnTo>
                  <a:pt x="899933" y="37053"/>
                </a:lnTo>
                <a:lnTo>
                  <a:pt x="899094" y="36672"/>
                </a:lnTo>
                <a:lnTo>
                  <a:pt x="898232" y="36319"/>
                </a:lnTo>
                <a:lnTo>
                  <a:pt x="897349" y="35994"/>
                </a:lnTo>
                <a:lnTo>
                  <a:pt x="896444" y="35697"/>
                </a:lnTo>
                <a:lnTo>
                  <a:pt x="895518" y="35429"/>
                </a:lnTo>
                <a:lnTo>
                  <a:pt x="894570" y="35189"/>
                </a:lnTo>
                <a:lnTo>
                  <a:pt x="893600" y="34977"/>
                </a:lnTo>
                <a:lnTo>
                  <a:pt x="892609" y="34793"/>
                </a:lnTo>
                <a:lnTo>
                  <a:pt x="891596" y="34638"/>
                </a:lnTo>
                <a:lnTo>
                  <a:pt x="890561" y="34511"/>
                </a:lnTo>
                <a:lnTo>
                  <a:pt x="889504" y="34412"/>
                </a:lnTo>
                <a:lnTo>
                  <a:pt x="888426" y="34341"/>
                </a:lnTo>
                <a:lnTo>
                  <a:pt x="887327" y="34299"/>
                </a:lnTo>
                <a:lnTo>
                  <a:pt x="886205" y="34284"/>
                </a:lnTo>
                <a:lnTo>
                  <a:pt x="885292" y="34295"/>
                </a:lnTo>
                <a:lnTo>
                  <a:pt x="884395" y="34326"/>
                </a:lnTo>
                <a:lnTo>
                  <a:pt x="883516" y="34377"/>
                </a:lnTo>
                <a:lnTo>
                  <a:pt x="882653" y="34449"/>
                </a:lnTo>
                <a:lnTo>
                  <a:pt x="881806" y="34542"/>
                </a:lnTo>
                <a:lnTo>
                  <a:pt x="880977" y="34655"/>
                </a:lnTo>
                <a:lnTo>
                  <a:pt x="880164" y="34789"/>
                </a:lnTo>
                <a:lnTo>
                  <a:pt x="879368" y="34943"/>
                </a:lnTo>
                <a:lnTo>
                  <a:pt x="878589" y="35118"/>
                </a:lnTo>
                <a:lnTo>
                  <a:pt x="877826" y="35313"/>
                </a:lnTo>
                <a:lnTo>
                  <a:pt x="877080" y="35529"/>
                </a:lnTo>
                <a:lnTo>
                  <a:pt x="876351" y="35766"/>
                </a:lnTo>
                <a:lnTo>
                  <a:pt x="875638" y="36023"/>
                </a:lnTo>
                <a:lnTo>
                  <a:pt x="874943" y="36301"/>
                </a:lnTo>
                <a:lnTo>
                  <a:pt x="874264" y="36599"/>
                </a:lnTo>
                <a:lnTo>
                  <a:pt x="873601" y="36918"/>
                </a:lnTo>
                <a:lnTo>
                  <a:pt x="872956" y="37258"/>
                </a:lnTo>
                <a:lnTo>
                  <a:pt x="872327" y="37618"/>
                </a:lnTo>
                <a:lnTo>
                  <a:pt x="871715" y="37998"/>
                </a:lnTo>
                <a:lnTo>
                  <a:pt x="871119" y="38400"/>
                </a:lnTo>
                <a:lnTo>
                  <a:pt x="870541" y="38821"/>
                </a:lnTo>
                <a:lnTo>
                  <a:pt x="869979" y="39264"/>
                </a:lnTo>
                <a:lnTo>
                  <a:pt x="869433" y="39727"/>
                </a:lnTo>
                <a:lnTo>
                  <a:pt x="868905" y="40210"/>
                </a:lnTo>
                <a:lnTo>
                  <a:pt x="868396" y="40711"/>
                </a:lnTo>
                <a:lnTo>
                  <a:pt x="867908" y="41227"/>
                </a:lnTo>
                <a:lnTo>
                  <a:pt x="867442" y="41757"/>
                </a:lnTo>
                <a:lnTo>
                  <a:pt x="866998" y="42301"/>
                </a:lnTo>
                <a:lnTo>
                  <a:pt x="866575" y="42860"/>
                </a:lnTo>
                <a:lnTo>
                  <a:pt x="866174" y="43434"/>
                </a:lnTo>
                <a:lnTo>
                  <a:pt x="865795" y="44022"/>
                </a:lnTo>
                <a:lnTo>
                  <a:pt x="865437" y="44625"/>
                </a:lnTo>
                <a:lnTo>
                  <a:pt x="865101" y="45242"/>
                </a:lnTo>
                <a:lnTo>
                  <a:pt x="864787" y="45874"/>
                </a:lnTo>
                <a:lnTo>
                  <a:pt x="864495" y="46520"/>
                </a:lnTo>
                <a:lnTo>
                  <a:pt x="864224" y="47181"/>
                </a:lnTo>
                <a:lnTo>
                  <a:pt x="863974" y="47856"/>
                </a:lnTo>
                <a:lnTo>
                  <a:pt x="863747" y="48546"/>
                </a:lnTo>
                <a:lnTo>
                  <a:pt x="863541" y="49250"/>
                </a:lnTo>
                <a:lnTo>
                  <a:pt x="863357" y="49969"/>
                </a:lnTo>
                <a:lnTo>
                  <a:pt x="863194" y="50703"/>
                </a:lnTo>
                <a:lnTo>
                  <a:pt x="863053" y="51451"/>
                </a:lnTo>
                <a:lnTo>
                  <a:pt x="862934" y="52214"/>
                </a:lnTo>
                <a:lnTo>
                  <a:pt x="862904" y="52453"/>
                </a:lnTo>
                <a:lnTo>
                  <a:pt x="862663" y="52453"/>
                </a:lnTo>
                <a:lnTo>
                  <a:pt x="862663" y="35864"/>
                </a:lnTo>
                <a:lnTo>
                  <a:pt x="848444" y="35864"/>
                </a:lnTo>
                <a:lnTo>
                  <a:pt x="848444" y="122762"/>
                </a:lnTo>
                <a:lnTo>
                  <a:pt x="862663" y="122762"/>
                </a:lnTo>
                <a:close/>
                <a:moveTo>
                  <a:pt x="99854" y="35864"/>
                </a:moveTo>
                <a:lnTo>
                  <a:pt x="99854" y="48819"/>
                </a:lnTo>
                <a:lnTo>
                  <a:pt x="127504" y="48819"/>
                </a:lnTo>
                <a:lnTo>
                  <a:pt x="127504" y="109806"/>
                </a:lnTo>
                <a:lnTo>
                  <a:pt x="96696" y="109806"/>
                </a:lnTo>
                <a:lnTo>
                  <a:pt x="96696" y="122762"/>
                </a:lnTo>
                <a:lnTo>
                  <a:pt x="170952" y="122762"/>
                </a:lnTo>
                <a:lnTo>
                  <a:pt x="170952" y="109806"/>
                </a:lnTo>
                <a:lnTo>
                  <a:pt x="141723" y="109806"/>
                </a:lnTo>
                <a:lnTo>
                  <a:pt x="141723" y="35864"/>
                </a:lnTo>
                <a:lnTo>
                  <a:pt x="99854" y="35864"/>
                </a:lnTo>
                <a:close/>
                <a:moveTo>
                  <a:pt x="700483" y="123839"/>
                </a:moveTo>
                <a:lnTo>
                  <a:pt x="701591" y="123734"/>
                </a:lnTo>
                <a:lnTo>
                  <a:pt x="702677" y="123606"/>
                </a:lnTo>
                <a:lnTo>
                  <a:pt x="703741" y="123454"/>
                </a:lnTo>
                <a:lnTo>
                  <a:pt x="704781" y="123279"/>
                </a:lnTo>
                <a:lnTo>
                  <a:pt x="705799" y="123081"/>
                </a:lnTo>
                <a:lnTo>
                  <a:pt x="706794" y="122860"/>
                </a:lnTo>
                <a:lnTo>
                  <a:pt x="707766" y="122615"/>
                </a:lnTo>
                <a:lnTo>
                  <a:pt x="708715" y="122347"/>
                </a:lnTo>
                <a:lnTo>
                  <a:pt x="709642" y="122055"/>
                </a:lnTo>
                <a:lnTo>
                  <a:pt x="710546" y="121741"/>
                </a:lnTo>
                <a:lnTo>
                  <a:pt x="711427" y="121403"/>
                </a:lnTo>
                <a:lnTo>
                  <a:pt x="712285" y="121041"/>
                </a:lnTo>
                <a:lnTo>
                  <a:pt x="713121" y="120657"/>
                </a:lnTo>
                <a:lnTo>
                  <a:pt x="713934" y="120249"/>
                </a:lnTo>
                <a:lnTo>
                  <a:pt x="714724" y="119817"/>
                </a:lnTo>
                <a:lnTo>
                  <a:pt x="715491" y="119363"/>
                </a:lnTo>
                <a:lnTo>
                  <a:pt x="716235" y="118885"/>
                </a:lnTo>
                <a:lnTo>
                  <a:pt x="716957" y="118384"/>
                </a:lnTo>
                <a:lnTo>
                  <a:pt x="717656" y="117859"/>
                </a:lnTo>
                <a:lnTo>
                  <a:pt x="718332" y="117311"/>
                </a:lnTo>
                <a:lnTo>
                  <a:pt x="718983" y="116742"/>
                </a:lnTo>
                <a:lnTo>
                  <a:pt x="719607" y="116154"/>
                </a:lnTo>
                <a:lnTo>
                  <a:pt x="720202" y="115548"/>
                </a:lnTo>
                <a:lnTo>
                  <a:pt x="720771" y="114922"/>
                </a:lnTo>
                <a:lnTo>
                  <a:pt x="721311" y="114277"/>
                </a:lnTo>
                <a:lnTo>
                  <a:pt x="721823" y="113613"/>
                </a:lnTo>
                <a:lnTo>
                  <a:pt x="722308" y="112931"/>
                </a:lnTo>
                <a:lnTo>
                  <a:pt x="722765" y="112229"/>
                </a:lnTo>
                <a:lnTo>
                  <a:pt x="723195" y="111509"/>
                </a:lnTo>
                <a:lnTo>
                  <a:pt x="723597" y="110769"/>
                </a:lnTo>
                <a:lnTo>
                  <a:pt x="723971" y="110011"/>
                </a:lnTo>
                <a:lnTo>
                  <a:pt x="724317" y="109234"/>
                </a:lnTo>
                <a:lnTo>
                  <a:pt x="724636" y="108438"/>
                </a:lnTo>
                <a:lnTo>
                  <a:pt x="724927" y="107622"/>
                </a:lnTo>
                <a:lnTo>
                  <a:pt x="725190" y="106788"/>
                </a:lnTo>
                <a:lnTo>
                  <a:pt x="725425" y="105935"/>
                </a:lnTo>
                <a:lnTo>
                  <a:pt x="725633" y="105063"/>
                </a:lnTo>
                <a:lnTo>
                  <a:pt x="725813" y="104173"/>
                </a:lnTo>
                <a:lnTo>
                  <a:pt x="725966" y="103263"/>
                </a:lnTo>
                <a:lnTo>
                  <a:pt x="726090" y="102334"/>
                </a:lnTo>
                <a:lnTo>
                  <a:pt x="726187" y="101386"/>
                </a:lnTo>
                <a:lnTo>
                  <a:pt x="726257" y="100420"/>
                </a:lnTo>
                <a:lnTo>
                  <a:pt x="726298" y="99434"/>
                </a:lnTo>
                <a:lnTo>
                  <a:pt x="726312" y="98430"/>
                </a:lnTo>
                <a:lnTo>
                  <a:pt x="726302" y="97490"/>
                </a:lnTo>
                <a:lnTo>
                  <a:pt x="726274" y="96568"/>
                </a:lnTo>
                <a:lnTo>
                  <a:pt x="726226" y="95663"/>
                </a:lnTo>
                <a:lnTo>
                  <a:pt x="726158" y="94774"/>
                </a:lnTo>
                <a:lnTo>
                  <a:pt x="726072" y="93903"/>
                </a:lnTo>
                <a:lnTo>
                  <a:pt x="725966" y="93048"/>
                </a:lnTo>
                <a:lnTo>
                  <a:pt x="725842" y="92211"/>
                </a:lnTo>
                <a:lnTo>
                  <a:pt x="725698" y="91391"/>
                </a:lnTo>
                <a:lnTo>
                  <a:pt x="725534" y="90587"/>
                </a:lnTo>
                <a:lnTo>
                  <a:pt x="725352" y="89801"/>
                </a:lnTo>
                <a:lnTo>
                  <a:pt x="725150" y="89032"/>
                </a:lnTo>
                <a:lnTo>
                  <a:pt x="724929" y="88279"/>
                </a:lnTo>
                <a:lnTo>
                  <a:pt x="724689" y="87544"/>
                </a:lnTo>
                <a:lnTo>
                  <a:pt x="724430" y="86826"/>
                </a:lnTo>
                <a:lnTo>
                  <a:pt x="724152" y="86124"/>
                </a:lnTo>
                <a:lnTo>
                  <a:pt x="723854" y="85440"/>
                </a:lnTo>
                <a:lnTo>
                  <a:pt x="723537" y="84773"/>
                </a:lnTo>
                <a:lnTo>
                  <a:pt x="723201" y="84122"/>
                </a:lnTo>
                <a:lnTo>
                  <a:pt x="722846" y="83489"/>
                </a:lnTo>
                <a:lnTo>
                  <a:pt x="722471" y="82873"/>
                </a:lnTo>
                <a:lnTo>
                  <a:pt x="722078" y="82273"/>
                </a:lnTo>
                <a:lnTo>
                  <a:pt x="721665" y="81691"/>
                </a:lnTo>
                <a:lnTo>
                  <a:pt x="721233" y="81126"/>
                </a:lnTo>
                <a:lnTo>
                  <a:pt x="720782" y="80577"/>
                </a:lnTo>
                <a:lnTo>
                  <a:pt x="720311" y="80046"/>
                </a:lnTo>
                <a:lnTo>
                  <a:pt x="719822" y="79532"/>
                </a:lnTo>
                <a:lnTo>
                  <a:pt x="719313" y="79034"/>
                </a:lnTo>
                <a:lnTo>
                  <a:pt x="718785" y="78554"/>
                </a:lnTo>
                <a:lnTo>
                  <a:pt x="718238" y="78091"/>
                </a:lnTo>
                <a:lnTo>
                  <a:pt x="717672" y="77645"/>
                </a:lnTo>
                <a:lnTo>
                  <a:pt x="717086" y="77215"/>
                </a:lnTo>
                <a:lnTo>
                  <a:pt x="716481" y="76803"/>
                </a:lnTo>
                <a:lnTo>
                  <a:pt x="715858" y="76408"/>
                </a:lnTo>
                <a:lnTo>
                  <a:pt x="715214" y="76030"/>
                </a:lnTo>
                <a:lnTo>
                  <a:pt x="714552" y="75668"/>
                </a:lnTo>
                <a:lnTo>
                  <a:pt x="713870" y="75324"/>
                </a:lnTo>
                <a:lnTo>
                  <a:pt x="713170" y="74997"/>
                </a:lnTo>
                <a:lnTo>
                  <a:pt x="712450" y="74687"/>
                </a:lnTo>
                <a:lnTo>
                  <a:pt x="711710" y="74394"/>
                </a:lnTo>
                <a:lnTo>
                  <a:pt x="710952" y="74117"/>
                </a:lnTo>
                <a:lnTo>
                  <a:pt x="710174" y="73858"/>
                </a:lnTo>
                <a:lnTo>
                  <a:pt x="709377" y="73616"/>
                </a:lnTo>
                <a:lnTo>
                  <a:pt x="708561" y="73391"/>
                </a:lnTo>
                <a:lnTo>
                  <a:pt x="707726" y="73183"/>
                </a:lnTo>
                <a:lnTo>
                  <a:pt x="706871" y="72992"/>
                </a:lnTo>
                <a:lnTo>
                  <a:pt x="705998" y="72818"/>
                </a:lnTo>
                <a:lnTo>
                  <a:pt x="705105" y="72660"/>
                </a:lnTo>
                <a:lnTo>
                  <a:pt x="704193" y="72520"/>
                </a:lnTo>
                <a:lnTo>
                  <a:pt x="681757" y="69360"/>
                </a:lnTo>
                <a:lnTo>
                  <a:pt x="681419" y="69304"/>
                </a:lnTo>
                <a:lnTo>
                  <a:pt x="681086" y="69240"/>
                </a:lnTo>
                <a:lnTo>
                  <a:pt x="680761" y="69170"/>
                </a:lnTo>
                <a:lnTo>
                  <a:pt x="680443" y="69092"/>
                </a:lnTo>
                <a:lnTo>
                  <a:pt x="680131" y="69007"/>
                </a:lnTo>
                <a:lnTo>
                  <a:pt x="679827" y="68916"/>
                </a:lnTo>
                <a:lnTo>
                  <a:pt x="679529" y="68817"/>
                </a:lnTo>
                <a:lnTo>
                  <a:pt x="679238" y="68710"/>
                </a:lnTo>
                <a:lnTo>
                  <a:pt x="678954" y="68597"/>
                </a:lnTo>
                <a:lnTo>
                  <a:pt x="678677" y="68477"/>
                </a:lnTo>
                <a:lnTo>
                  <a:pt x="678406" y="68349"/>
                </a:lnTo>
                <a:lnTo>
                  <a:pt x="678143" y="68215"/>
                </a:lnTo>
                <a:lnTo>
                  <a:pt x="677886" y="68073"/>
                </a:lnTo>
                <a:lnTo>
                  <a:pt x="677637" y="67924"/>
                </a:lnTo>
                <a:lnTo>
                  <a:pt x="677394" y="67768"/>
                </a:lnTo>
                <a:lnTo>
                  <a:pt x="677158" y="67605"/>
                </a:lnTo>
                <a:lnTo>
                  <a:pt x="676928" y="67434"/>
                </a:lnTo>
                <a:lnTo>
                  <a:pt x="676706" y="67257"/>
                </a:lnTo>
                <a:lnTo>
                  <a:pt x="676490" y="67072"/>
                </a:lnTo>
                <a:lnTo>
                  <a:pt x="676282" y="66881"/>
                </a:lnTo>
                <a:lnTo>
                  <a:pt x="676080" y="66682"/>
                </a:lnTo>
                <a:lnTo>
                  <a:pt x="675885" y="66476"/>
                </a:lnTo>
                <a:lnTo>
                  <a:pt x="675697" y="66263"/>
                </a:lnTo>
                <a:lnTo>
                  <a:pt x="675516" y="66042"/>
                </a:lnTo>
                <a:lnTo>
                  <a:pt x="675342" y="65815"/>
                </a:lnTo>
                <a:lnTo>
                  <a:pt x="675175" y="65582"/>
                </a:lnTo>
                <a:lnTo>
                  <a:pt x="675016" y="65343"/>
                </a:lnTo>
                <a:lnTo>
                  <a:pt x="674864" y="65098"/>
                </a:lnTo>
                <a:lnTo>
                  <a:pt x="674719" y="64847"/>
                </a:lnTo>
                <a:lnTo>
                  <a:pt x="674582" y="64590"/>
                </a:lnTo>
                <a:lnTo>
                  <a:pt x="674453" y="64327"/>
                </a:lnTo>
                <a:lnTo>
                  <a:pt x="674330" y="64058"/>
                </a:lnTo>
                <a:lnTo>
                  <a:pt x="674216" y="63782"/>
                </a:lnTo>
                <a:lnTo>
                  <a:pt x="674108" y="63501"/>
                </a:lnTo>
                <a:lnTo>
                  <a:pt x="674008" y="63214"/>
                </a:lnTo>
                <a:lnTo>
                  <a:pt x="673916" y="62920"/>
                </a:lnTo>
                <a:lnTo>
                  <a:pt x="673830" y="62621"/>
                </a:lnTo>
                <a:lnTo>
                  <a:pt x="673753" y="62316"/>
                </a:lnTo>
                <a:lnTo>
                  <a:pt x="673682" y="62004"/>
                </a:lnTo>
                <a:lnTo>
                  <a:pt x="673619" y="61687"/>
                </a:lnTo>
                <a:lnTo>
                  <a:pt x="673564" y="61363"/>
                </a:lnTo>
                <a:lnTo>
                  <a:pt x="673516" y="61034"/>
                </a:lnTo>
                <a:lnTo>
                  <a:pt x="673475" y="60698"/>
                </a:lnTo>
                <a:lnTo>
                  <a:pt x="673441" y="60357"/>
                </a:lnTo>
                <a:lnTo>
                  <a:pt x="673416" y="60009"/>
                </a:lnTo>
                <a:lnTo>
                  <a:pt x="673397" y="59656"/>
                </a:lnTo>
                <a:lnTo>
                  <a:pt x="673386" y="59296"/>
                </a:lnTo>
                <a:lnTo>
                  <a:pt x="673382" y="58930"/>
                </a:lnTo>
                <a:lnTo>
                  <a:pt x="673389" y="58461"/>
                </a:lnTo>
                <a:lnTo>
                  <a:pt x="673411" y="57999"/>
                </a:lnTo>
                <a:lnTo>
                  <a:pt x="673446" y="57546"/>
                </a:lnTo>
                <a:lnTo>
                  <a:pt x="673496" y="57101"/>
                </a:lnTo>
                <a:lnTo>
                  <a:pt x="673560" y="56664"/>
                </a:lnTo>
                <a:lnTo>
                  <a:pt x="673639" y="56235"/>
                </a:lnTo>
                <a:lnTo>
                  <a:pt x="673732" y="55815"/>
                </a:lnTo>
                <a:lnTo>
                  <a:pt x="673839" y="55402"/>
                </a:lnTo>
                <a:lnTo>
                  <a:pt x="673960" y="54998"/>
                </a:lnTo>
                <a:lnTo>
                  <a:pt x="674095" y="54603"/>
                </a:lnTo>
                <a:lnTo>
                  <a:pt x="674245" y="54215"/>
                </a:lnTo>
                <a:lnTo>
                  <a:pt x="674409" y="53836"/>
                </a:lnTo>
                <a:lnTo>
                  <a:pt x="674587" y="53465"/>
                </a:lnTo>
                <a:lnTo>
                  <a:pt x="674780" y="53102"/>
                </a:lnTo>
                <a:lnTo>
                  <a:pt x="674987" y="52747"/>
                </a:lnTo>
                <a:lnTo>
                  <a:pt x="675208" y="52401"/>
                </a:lnTo>
                <a:lnTo>
                  <a:pt x="675443" y="52063"/>
                </a:lnTo>
                <a:lnTo>
                  <a:pt x="675693" y="51733"/>
                </a:lnTo>
                <a:lnTo>
                  <a:pt x="675957" y="51411"/>
                </a:lnTo>
                <a:lnTo>
                  <a:pt x="676235" y="51098"/>
                </a:lnTo>
                <a:lnTo>
                  <a:pt x="676527" y="50792"/>
                </a:lnTo>
                <a:lnTo>
                  <a:pt x="676834" y="50495"/>
                </a:lnTo>
                <a:lnTo>
                  <a:pt x="677155" y="50207"/>
                </a:lnTo>
                <a:lnTo>
                  <a:pt x="677490" y="49926"/>
                </a:lnTo>
                <a:lnTo>
                  <a:pt x="677838" y="49655"/>
                </a:lnTo>
                <a:lnTo>
                  <a:pt x="678197" y="49396"/>
                </a:lnTo>
                <a:lnTo>
                  <a:pt x="678567" y="49149"/>
                </a:lnTo>
                <a:lnTo>
                  <a:pt x="678947" y="48912"/>
                </a:lnTo>
                <a:lnTo>
                  <a:pt x="679339" y="48688"/>
                </a:lnTo>
                <a:lnTo>
                  <a:pt x="679742" y="48475"/>
                </a:lnTo>
                <a:lnTo>
                  <a:pt x="680155" y="48273"/>
                </a:lnTo>
                <a:lnTo>
                  <a:pt x="680580" y="48083"/>
                </a:lnTo>
                <a:lnTo>
                  <a:pt x="681016" y="47905"/>
                </a:lnTo>
                <a:lnTo>
                  <a:pt x="681462" y="47737"/>
                </a:lnTo>
                <a:lnTo>
                  <a:pt x="681920" y="47582"/>
                </a:lnTo>
                <a:lnTo>
                  <a:pt x="682388" y="47438"/>
                </a:lnTo>
                <a:lnTo>
                  <a:pt x="682868" y="47306"/>
                </a:lnTo>
                <a:lnTo>
                  <a:pt x="683358" y="47185"/>
                </a:lnTo>
                <a:lnTo>
                  <a:pt x="683860" y="47075"/>
                </a:lnTo>
                <a:lnTo>
                  <a:pt x="684372" y="46977"/>
                </a:lnTo>
                <a:lnTo>
                  <a:pt x="684896" y="46891"/>
                </a:lnTo>
                <a:lnTo>
                  <a:pt x="685430" y="46816"/>
                </a:lnTo>
                <a:lnTo>
                  <a:pt x="685976" y="46753"/>
                </a:lnTo>
                <a:lnTo>
                  <a:pt x="686532" y="46701"/>
                </a:lnTo>
                <a:lnTo>
                  <a:pt x="687099" y="46661"/>
                </a:lnTo>
                <a:lnTo>
                  <a:pt x="687677" y="46632"/>
                </a:lnTo>
                <a:lnTo>
                  <a:pt x="688267" y="46614"/>
                </a:lnTo>
                <a:lnTo>
                  <a:pt x="688867" y="46609"/>
                </a:lnTo>
                <a:lnTo>
                  <a:pt x="695820" y="46609"/>
                </a:lnTo>
                <a:lnTo>
                  <a:pt x="696355" y="46614"/>
                </a:lnTo>
                <a:lnTo>
                  <a:pt x="696882" y="46630"/>
                </a:lnTo>
                <a:lnTo>
                  <a:pt x="697401" y="46656"/>
                </a:lnTo>
                <a:lnTo>
                  <a:pt x="697911" y="46692"/>
                </a:lnTo>
                <a:lnTo>
                  <a:pt x="698413" y="46739"/>
                </a:lnTo>
                <a:lnTo>
                  <a:pt x="698906" y="46796"/>
                </a:lnTo>
                <a:lnTo>
                  <a:pt x="699390" y="46864"/>
                </a:lnTo>
                <a:lnTo>
                  <a:pt x="699866" y="46942"/>
                </a:lnTo>
                <a:lnTo>
                  <a:pt x="700334" y="47031"/>
                </a:lnTo>
                <a:lnTo>
                  <a:pt x="700793" y="47130"/>
                </a:lnTo>
                <a:lnTo>
                  <a:pt x="701243" y="47239"/>
                </a:lnTo>
                <a:lnTo>
                  <a:pt x="701685" y="47359"/>
                </a:lnTo>
                <a:lnTo>
                  <a:pt x="702119" y="47489"/>
                </a:lnTo>
                <a:lnTo>
                  <a:pt x="702544" y="47630"/>
                </a:lnTo>
                <a:lnTo>
                  <a:pt x="702960" y="47781"/>
                </a:lnTo>
                <a:lnTo>
                  <a:pt x="703368" y="47943"/>
                </a:lnTo>
                <a:lnTo>
                  <a:pt x="703768" y="48115"/>
                </a:lnTo>
                <a:lnTo>
                  <a:pt x="704159" y="48297"/>
                </a:lnTo>
                <a:lnTo>
                  <a:pt x="704541" y="48490"/>
                </a:lnTo>
                <a:lnTo>
                  <a:pt x="704915" y="48693"/>
                </a:lnTo>
                <a:lnTo>
                  <a:pt x="705281" y="48907"/>
                </a:lnTo>
                <a:lnTo>
                  <a:pt x="705638" y="49131"/>
                </a:lnTo>
                <a:lnTo>
                  <a:pt x="705986" y="49365"/>
                </a:lnTo>
                <a:lnTo>
                  <a:pt x="706326" y="49610"/>
                </a:lnTo>
                <a:lnTo>
                  <a:pt x="706656" y="49863"/>
                </a:lnTo>
                <a:lnTo>
                  <a:pt x="706972" y="50121"/>
                </a:lnTo>
                <a:lnTo>
                  <a:pt x="707275" y="50385"/>
                </a:lnTo>
                <a:lnTo>
                  <a:pt x="707566" y="50655"/>
                </a:lnTo>
                <a:lnTo>
                  <a:pt x="707844" y="50929"/>
                </a:lnTo>
                <a:lnTo>
                  <a:pt x="708108" y="51210"/>
                </a:lnTo>
                <a:lnTo>
                  <a:pt x="708360" y="51496"/>
                </a:lnTo>
                <a:lnTo>
                  <a:pt x="708599" y="51787"/>
                </a:lnTo>
                <a:lnTo>
                  <a:pt x="708826" y="52084"/>
                </a:lnTo>
                <a:lnTo>
                  <a:pt x="709039" y="52386"/>
                </a:lnTo>
                <a:lnTo>
                  <a:pt x="709239" y="52694"/>
                </a:lnTo>
                <a:lnTo>
                  <a:pt x="709427" y="53007"/>
                </a:lnTo>
                <a:lnTo>
                  <a:pt x="709601" y="53326"/>
                </a:lnTo>
                <a:lnTo>
                  <a:pt x="709763" y="53650"/>
                </a:lnTo>
                <a:lnTo>
                  <a:pt x="709912" y="53980"/>
                </a:lnTo>
                <a:lnTo>
                  <a:pt x="710048" y="54315"/>
                </a:lnTo>
                <a:lnTo>
                  <a:pt x="710171" y="54656"/>
                </a:lnTo>
                <a:lnTo>
                  <a:pt x="710281" y="55002"/>
                </a:lnTo>
                <a:lnTo>
                  <a:pt x="710378" y="55354"/>
                </a:lnTo>
                <a:lnTo>
                  <a:pt x="710462" y="55711"/>
                </a:lnTo>
                <a:lnTo>
                  <a:pt x="710534" y="56074"/>
                </a:lnTo>
                <a:lnTo>
                  <a:pt x="710592" y="56442"/>
                </a:lnTo>
                <a:lnTo>
                  <a:pt x="710638" y="56815"/>
                </a:lnTo>
                <a:lnTo>
                  <a:pt x="710671" y="57195"/>
                </a:lnTo>
                <a:lnTo>
                  <a:pt x="725049" y="57195"/>
                </a:lnTo>
                <a:lnTo>
                  <a:pt x="724983" y="56359"/>
                </a:lnTo>
                <a:lnTo>
                  <a:pt x="724893" y="55536"/>
                </a:lnTo>
                <a:lnTo>
                  <a:pt x="724776" y="54727"/>
                </a:lnTo>
                <a:lnTo>
                  <a:pt x="724634" y="53931"/>
                </a:lnTo>
                <a:lnTo>
                  <a:pt x="724467" y="53149"/>
                </a:lnTo>
                <a:lnTo>
                  <a:pt x="724274" y="52380"/>
                </a:lnTo>
                <a:lnTo>
                  <a:pt x="724055" y="51625"/>
                </a:lnTo>
                <a:lnTo>
                  <a:pt x="723811" y="50883"/>
                </a:lnTo>
                <a:lnTo>
                  <a:pt x="723542" y="50154"/>
                </a:lnTo>
                <a:lnTo>
                  <a:pt x="723247" y="49439"/>
                </a:lnTo>
                <a:lnTo>
                  <a:pt x="722926" y="48738"/>
                </a:lnTo>
                <a:lnTo>
                  <a:pt x="722580" y="48050"/>
                </a:lnTo>
                <a:lnTo>
                  <a:pt x="722209" y="47375"/>
                </a:lnTo>
                <a:lnTo>
                  <a:pt x="721811" y="46714"/>
                </a:lnTo>
                <a:lnTo>
                  <a:pt x="721389" y="46066"/>
                </a:lnTo>
                <a:lnTo>
                  <a:pt x="720941" y="45432"/>
                </a:lnTo>
                <a:lnTo>
                  <a:pt x="720467" y="44811"/>
                </a:lnTo>
                <a:lnTo>
                  <a:pt x="719968" y="44204"/>
                </a:lnTo>
                <a:lnTo>
                  <a:pt x="719443" y="43610"/>
                </a:lnTo>
                <a:lnTo>
                  <a:pt x="718893" y="43029"/>
                </a:lnTo>
                <a:lnTo>
                  <a:pt x="718317" y="42462"/>
                </a:lnTo>
                <a:lnTo>
                  <a:pt x="717716" y="41909"/>
                </a:lnTo>
                <a:lnTo>
                  <a:pt x="717090" y="41369"/>
                </a:lnTo>
                <a:lnTo>
                  <a:pt x="716437" y="40842"/>
                </a:lnTo>
                <a:lnTo>
                  <a:pt x="715764" y="40333"/>
                </a:lnTo>
                <a:lnTo>
                  <a:pt x="715075" y="39845"/>
                </a:lnTo>
                <a:lnTo>
                  <a:pt x="714370" y="39379"/>
                </a:lnTo>
                <a:lnTo>
                  <a:pt x="713648" y="38935"/>
                </a:lnTo>
                <a:lnTo>
                  <a:pt x="712910" y="38512"/>
                </a:lnTo>
                <a:lnTo>
                  <a:pt x="712156" y="38111"/>
                </a:lnTo>
                <a:lnTo>
                  <a:pt x="711386" y="37732"/>
                </a:lnTo>
                <a:lnTo>
                  <a:pt x="710600" y="37374"/>
                </a:lnTo>
                <a:lnTo>
                  <a:pt x="709797" y="37038"/>
                </a:lnTo>
                <a:lnTo>
                  <a:pt x="708979" y="36724"/>
                </a:lnTo>
                <a:lnTo>
                  <a:pt x="708144" y="36432"/>
                </a:lnTo>
                <a:lnTo>
                  <a:pt x="707293" y="36161"/>
                </a:lnTo>
                <a:lnTo>
                  <a:pt x="706426" y="35911"/>
                </a:lnTo>
                <a:lnTo>
                  <a:pt x="705543" y="35684"/>
                </a:lnTo>
                <a:lnTo>
                  <a:pt x="704643" y="35478"/>
                </a:lnTo>
                <a:lnTo>
                  <a:pt x="703727" y="35294"/>
                </a:lnTo>
                <a:lnTo>
                  <a:pt x="702796" y="35131"/>
                </a:lnTo>
                <a:lnTo>
                  <a:pt x="701848" y="34990"/>
                </a:lnTo>
                <a:lnTo>
                  <a:pt x="700883" y="34871"/>
                </a:lnTo>
                <a:lnTo>
                  <a:pt x="699903" y="34774"/>
                </a:lnTo>
                <a:lnTo>
                  <a:pt x="698906" y="34698"/>
                </a:lnTo>
                <a:lnTo>
                  <a:pt x="697894" y="34644"/>
                </a:lnTo>
                <a:lnTo>
                  <a:pt x="696865" y="34611"/>
                </a:lnTo>
                <a:lnTo>
                  <a:pt x="695820" y="34600"/>
                </a:lnTo>
                <a:lnTo>
                  <a:pt x="688867" y="34600"/>
                </a:lnTo>
                <a:lnTo>
                  <a:pt x="687732" y="34612"/>
                </a:lnTo>
                <a:lnTo>
                  <a:pt x="686617" y="34645"/>
                </a:lnTo>
                <a:lnTo>
                  <a:pt x="685523" y="34702"/>
                </a:lnTo>
                <a:lnTo>
                  <a:pt x="684449" y="34780"/>
                </a:lnTo>
                <a:lnTo>
                  <a:pt x="683396" y="34881"/>
                </a:lnTo>
                <a:lnTo>
                  <a:pt x="682364" y="35005"/>
                </a:lnTo>
                <a:lnTo>
                  <a:pt x="681352" y="35151"/>
                </a:lnTo>
                <a:lnTo>
                  <a:pt x="680361" y="35320"/>
                </a:lnTo>
                <a:lnTo>
                  <a:pt x="679390" y="35511"/>
                </a:lnTo>
                <a:lnTo>
                  <a:pt x="678440" y="35725"/>
                </a:lnTo>
                <a:lnTo>
                  <a:pt x="677511" y="35961"/>
                </a:lnTo>
                <a:lnTo>
                  <a:pt x="676602" y="36220"/>
                </a:lnTo>
                <a:lnTo>
                  <a:pt x="675713" y="36501"/>
                </a:lnTo>
                <a:lnTo>
                  <a:pt x="674846" y="36805"/>
                </a:lnTo>
                <a:lnTo>
                  <a:pt x="673999" y="37131"/>
                </a:lnTo>
                <a:lnTo>
                  <a:pt x="673172" y="37479"/>
                </a:lnTo>
                <a:lnTo>
                  <a:pt x="672366" y="37851"/>
                </a:lnTo>
                <a:lnTo>
                  <a:pt x="671580" y="38244"/>
                </a:lnTo>
                <a:lnTo>
                  <a:pt x="670815" y="38660"/>
                </a:lnTo>
                <a:lnTo>
                  <a:pt x="670071" y="39099"/>
                </a:lnTo>
                <a:lnTo>
                  <a:pt x="669347" y="39560"/>
                </a:lnTo>
                <a:lnTo>
                  <a:pt x="668644" y="40044"/>
                </a:lnTo>
                <a:lnTo>
                  <a:pt x="667962" y="40550"/>
                </a:lnTo>
                <a:lnTo>
                  <a:pt x="667300" y="41078"/>
                </a:lnTo>
                <a:lnTo>
                  <a:pt x="666661" y="41627"/>
                </a:lnTo>
                <a:lnTo>
                  <a:pt x="666050" y="42192"/>
                </a:lnTo>
                <a:lnTo>
                  <a:pt x="665467" y="42774"/>
                </a:lnTo>
                <a:lnTo>
                  <a:pt x="664910" y="43374"/>
                </a:lnTo>
                <a:lnTo>
                  <a:pt x="664380" y="43990"/>
                </a:lnTo>
                <a:lnTo>
                  <a:pt x="663878" y="44623"/>
                </a:lnTo>
                <a:lnTo>
                  <a:pt x="663403" y="45274"/>
                </a:lnTo>
                <a:lnTo>
                  <a:pt x="662955" y="45941"/>
                </a:lnTo>
                <a:lnTo>
                  <a:pt x="662534" y="46625"/>
                </a:lnTo>
                <a:lnTo>
                  <a:pt x="662140" y="47327"/>
                </a:lnTo>
                <a:lnTo>
                  <a:pt x="661774" y="48045"/>
                </a:lnTo>
                <a:lnTo>
                  <a:pt x="661434" y="48780"/>
                </a:lnTo>
                <a:lnTo>
                  <a:pt x="661122" y="49533"/>
                </a:lnTo>
                <a:lnTo>
                  <a:pt x="660837" y="50302"/>
                </a:lnTo>
                <a:lnTo>
                  <a:pt x="660579" y="51088"/>
                </a:lnTo>
                <a:lnTo>
                  <a:pt x="660348" y="51892"/>
                </a:lnTo>
                <a:lnTo>
                  <a:pt x="660144" y="52712"/>
                </a:lnTo>
                <a:lnTo>
                  <a:pt x="659968" y="53549"/>
                </a:lnTo>
                <a:lnTo>
                  <a:pt x="659818" y="54404"/>
                </a:lnTo>
                <a:lnTo>
                  <a:pt x="659696" y="55275"/>
                </a:lnTo>
                <a:lnTo>
                  <a:pt x="659601" y="56163"/>
                </a:lnTo>
                <a:lnTo>
                  <a:pt x="659533" y="57069"/>
                </a:lnTo>
                <a:lnTo>
                  <a:pt x="659492" y="57991"/>
                </a:lnTo>
                <a:lnTo>
                  <a:pt x="659479" y="58930"/>
                </a:lnTo>
                <a:lnTo>
                  <a:pt x="659487" y="59753"/>
                </a:lnTo>
                <a:lnTo>
                  <a:pt x="659513" y="60563"/>
                </a:lnTo>
                <a:lnTo>
                  <a:pt x="659555" y="61359"/>
                </a:lnTo>
                <a:lnTo>
                  <a:pt x="659615" y="62141"/>
                </a:lnTo>
                <a:lnTo>
                  <a:pt x="659692" y="62910"/>
                </a:lnTo>
                <a:lnTo>
                  <a:pt x="659785" y="63666"/>
                </a:lnTo>
                <a:lnTo>
                  <a:pt x="659896" y="64408"/>
                </a:lnTo>
                <a:lnTo>
                  <a:pt x="660023" y="65137"/>
                </a:lnTo>
                <a:lnTo>
                  <a:pt x="660168" y="65852"/>
                </a:lnTo>
                <a:lnTo>
                  <a:pt x="660329" y="66554"/>
                </a:lnTo>
                <a:lnTo>
                  <a:pt x="660508" y="67242"/>
                </a:lnTo>
                <a:lnTo>
                  <a:pt x="660704" y="67917"/>
                </a:lnTo>
                <a:lnTo>
                  <a:pt x="660916" y="68578"/>
                </a:lnTo>
                <a:lnTo>
                  <a:pt x="661146" y="69226"/>
                </a:lnTo>
                <a:lnTo>
                  <a:pt x="661392" y="69861"/>
                </a:lnTo>
                <a:lnTo>
                  <a:pt x="661656" y="70482"/>
                </a:lnTo>
                <a:lnTo>
                  <a:pt x="661937" y="71090"/>
                </a:lnTo>
                <a:lnTo>
                  <a:pt x="662234" y="71684"/>
                </a:lnTo>
                <a:lnTo>
                  <a:pt x="662549" y="72265"/>
                </a:lnTo>
                <a:lnTo>
                  <a:pt x="662881" y="72832"/>
                </a:lnTo>
                <a:lnTo>
                  <a:pt x="663230" y="73386"/>
                </a:lnTo>
                <a:lnTo>
                  <a:pt x="663595" y="73927"/>
                </a:lnTo>
                <a:lnTo>
                  <a:pt x="663978" y="74454"/>
                </a:lnTo>
                <a:lnTo>
                  <a:pt x="664378" y="74967"/>
                </a:lnTo>
                <a:lnTo>
                  <a:pt x="664793" y="75466"/>
                </a:lnTo>
                <a:lnTo>
                  <a:pt x="665222" y="75948"/>
                </a:lnTo>
                <a:lnTo>
                  <a:pt x="665664" y="76413"/>
                </a:lnTo>
                <a:lnTo>
                  <a:pt x="666120" y="76861"/>
                </a:lnTo>
                <a:lnTo>
                  <a:pt x="666590" y="77293"/>
                </a:lnTo>
                <a:lnTo>
                  <a:pt x="667074" y="77708"/>
                </a:lnTo>
                <a:lnTo>
                  <a:pt x="667571" y="78106"/>
                </a:lnTo>
                <a:lnTo>
                  <a:pt x="668082" y="78487"/>
                </a:lnTo>
                <a:lnTo>
                  <a:pt x="668607" y="78852"/>
                </a:lnTo>
                <a:lnTo>
                  <a:pt x="669146" y="79200"/>
                </a:lnTo>
                <a:lnTo>
                  <a:pt x="669698" y="79531"/>
                </a:lnTo>
                <a:lnTo>
                  <a:pt x="670264" y="79846"/>
                </a:lnTo>
                <a:lnTo>
                  <a:pt x="670843" y="80143"/>
                </a:lnTo>
                <a:lnTo>
                  <a:pt x="671437" y="80425"/>
                </a:lnTo>
                <a:lnTo>
                  <a:pt x="672044" y="80689"/>
                </a:lnTo>
                <a:lnTo>
                  <a:pt x="672665" y="80937"/>
                </a:lnTo>
                <a:lnTo>
                  <a:pt x="673299" y="81167"/>
                </a:lnTo>
                <a:lnTo>
                  <a:pt x="673947" y="81382"/>
                </a:lnTo>
                <a:lnTo>
                  <a:pt x="674609" y="81579"/>
                </a:lnTo>
                <a:lnTo>
                  <a:pt x="675285" y="81760"/>
                </a:lnTo>
                <a:lnTo>
                  <a:pt x="675974" y="81924"/>
                </a:lnTo>
                <a:lnTo>
                  <a:pt x="676677" y="82071"/>
                </a:lnTo>
                <a:lnTo>
                  <a:pt x="677394" y="82202"/>
                </a:lnTo>
                <a:lnTo>
                  <a:pt x="678124" y="82316"/>
                </a:lnTo>
                <a:lnTo>
                  <a:pt x="702139" y="85792"/>
                </a:lnTo>
                <a:lnTo>
                  <a:pt x="702569" y="85849"/>
                </a:lnTo>
                <a:lnTo>
                  <a:pt x="702989" y="85915"/>
                </a:lnTo>
                <a:lnTo>
                  <a:pt x="703400" y="85989"/>
                </a:lnTo>
                <a:lnTo>
                  <a:pt x="703802" y="86073"/>
                </a:lnTo>
                <a:lnTo>
                  <a:pt x="704195" y="86165"/>
                </a:lnTo>
                <a:lnTo>
                  <a:pt x="704578" y="86266"/>
                </a:lnTo>
                <a:lnTo>
                  <a:pt x="704952" y="86376"/>
                </a:lnTo>
                <a:lnTo>
                  <a:pt x="705316" y="86494"/>
                </a:lnTo>
                <a:lnTo>
                  <a:pt x="705672" y="86621"/>
                </a:lnTo>
                <a:lnTo>
                  <a:pt x="706017" y="86757"/>
                </a:lnTo>
                <a:lnTo>
                  <a:pt x="706354" y="86902"/>
                </a:lnTo>
                <a:lnTo>
                  <a:pt x="706681" y="87056"/>
                </a:lnTo>
                <a:lnTo>
                  <a:pt x="706999" y="87218"/>
                </a:lnTo>
                <a:lnTo>
                  <a:pt x="707308" y="87389"/>
                </a:lnTo>
                <a:lnTo>
                  <a:pt x="707607" y="87569"/>
                </a:lnTo>
                <a:lnTo>
                  <a:pt x="707897" y="87758"/>
                </a:lnTo>
                <a:lnTo>
                  <a:pt x="708177" y="87956"/>
                </a:lnTo>
                <a:lnTo>
                  <a:pt x="708449" y="88162"/>
                </a:lnTo>
                <a:lnTo>
                  <a:pt x="708710" y="88377"/>
                </a:lnTo>
                <a:lnTo>
                  <a:pt x="708963" y="88601"/>
                </a:lnTo>
                <a:lnTo>
                  <a:pt x="709206" y="88834"/>
                </a:lnTo>
                <a:lnTo>
                  <a:pt x="709440" y="89075"/>
                </a:lnTo>
                <a:lnTo>
                  <a:pt x="709665" y="89325"/>
                </a:lnTo>
                <a:lnTo>
                  <a:pt x="709880" y="89584"/>
                </a:lnTo>
                <a:lnTo>
                  <a:pt x="710086" y="89852"/>
                </a:lnTo>
                <a:lnTo>
                  <a:pt x="710284" y="90128"/>
                </a:lnTo>
                <a:lnTo>
                  <a:pt x="710473" y="90413"/>
                </a:lnTo>
                <a:lnTo>
                  <a:pt x="710653" y="90707"/>
                </a:lnTo>
                <a:lnTo>
                  <a:pt x="710824" y="91010"/>
                </a:lnTo>
                <a:lnTo>
                  <a:pt x="710986" y="91321"/>
                </a:lnTo>
                <a:lnTo>
                  <a:pt x="711140" y="91642"/>
                </a:lnTo>
                <a:lnTo>
                  <a:pt x="711285" y="91971"/>
                </a:lnTo>
                <a:lnTo>
                  <a:pt x="711421" y="92309"/>
                </a:lnTo>
                <a:lnTo>
                  <a:pt x="711548" y="92655"/>
                </a:lnTo>
                <a:lnTo>
                  <a:pt x="711667" y="93011"/>
                </a:lnTo>
                <a:lnTo>
                  <a:pt x="711777" y="93375"/>
                </a:lnTo>
                <a:lnTo>
                  <a:pt x="711878" y="93748"/>
                </a:lnTo>
                <a:lnTo>
                  <a:pt x="711970" y="94129"/>
                </a:lnTo>
                <a:lnTo>
                  <a:pt x="712053" y="94520"/>
                </a:lnTo>
                <a:lnTo>
                  <a:pt x="712128" y="94919"/>
                </a:lnTo>
                <a:lnTo>
                  <a:pt x="712194" y="95327"/>
                </a:lnTo>
                <a:lnTo>
                  <a:pt x="712251" y="95744"/>
                </a:lnTo>
                <a:lnTo>
                  <a:pt x="712299" y="96170"/>
                </a:lnTo>
                <a:lnTo>
                  <a:pt x="712339" y="96604"/>
                </a:lnTo>
                <a:lnTo>
                  <a:pt x="712369" y="97047"/>
                </a:lnTo>
                <a:lnTo>
                  <a:pt x="712391" y="97499"/>
                </a:lnTo>
                <a:lnTo>
                  <a:pt x="712404" y="97960"/>
                </a:lnTo>
                <a:lnTo>
                  <a:pt x="712409" y="98430"/>
                </a:lnTo>
                <a:lnTo>
                  <a:pt x="712401" y="98951"/>
                </a:lnTo>
                <a:lnTo>
                  <a:pt x="712379" y="99463"/>
                </a:lnTo>
                <a:lnTo>
                  <a:pt x="712341" y="99965"/>
                </a:lnTo>
                <a:lnTo>
                  <a:pt x="712288" y="100458"/>
                </a:lnTo>
                <a:lnTo>
                  <a:pt x="712220" y="100940"/>
                </a:lnTo>
                <a:lnTo>
                  <a:pt x="712137" y="101412"/>
                </a:lnTo>
                <a:lnTo>
                  <a:pt x="712039" y="101875"/>
                </a:lnTo>
                <a:lnTo>
                  <a:pt x="711926" y="102328"/>
                </a:lnTo>
                <a:lnTo>
                  <a:pt x="711798" y="102770"/>
                </a:lnTo>
                <a:lnTo>
                  <a:pt x="711654" y="103203"/>
                </a:lnTo>
                <a:lnTo>
                  <a:pt x="711496" y="103626"/>
                </a:lnTo>
                <a:lnTo>
                  <a:pt x="711322" y="104040"/>
                </a:lnTo>
                <a:lnTo>
                  <a:pt x="711133" y="104443"/>
                </a:lnTo>
                <a:lnTo>
                  <a:pt x="710930" y="104836"/>
                </a:lnTo>
                <a:lnTo>
                  <a:pt x="710711" y="105220"/>
                </a:lnTo>
                <a:lnTo>
                  <a:pt x="710477" y="105594"/>
                </a:lnTo>
                <a:lnTo>
                  <a:pt x="710228" y="105957"/>
                </a:lnTo>
                <a:lnTo>
                  <a:pt x="709964" y="106311"/>
                </a:lnTo>
                <a:lnTo>
                  <a:pt x="709685" y="106655"/>
                </a:lnTo>
                <a:lnTo>
                  <a:pt x="709390" y="106989"/>
                </a:lnTo>
                <a:lnTo>
                  <a:pt x="709081" y="107314"/>
                </a:lnTo>
                <a:lnTo>
                  <a:pt x="708756" y="107628"/>
                </a:lnTo>
                <a:lnTo>
                  <a:pt x="708417" y="107933"/>
                </a:lnTo>
                <a:lnTo>
                  <a:pt x="708062" y="108227"/>
                </a:lnTo>
                <a:lnTo>
                  <a:pt x="707694" y="108511"/>
                </a:lnTo>
                <a:lnTo>
                  <a:pt x="707313" y="108782"/>
                </a:lnTo>
                <a:lnTo>
                  <a:pt x="706920" y="109041"/>
                </a:lnTo>
                <a:lnTo>
                  <a:pt x="706515" y="109289"/>
                </a:lnTo>
                <a:lnTo>
                  <a:pt x="706098" y="109524"/>
                </a:lnTo>
                <a:lnTo>
                  <a:pt x="705668" y="109747"/>
                </a:lnTo>
                <a:lnTo>
                  <a:pt x="705226" y="109958"/>
                </a:lnTo>
                <a:lnTo>
                  <a:pt x="704771" y="110157"/>
                </a:lnTo>
                <a:lnTo>
                  <a:pt x="704304" y="110344"/>
                </a:lnTo>
                <a:lnTo>
                  <a:pt x="703825" y="110519"/>
                </a:lnTo>
                <a:lnTo>
                  <a:pt x="703333" y="110682"/>
                </a:lnTo>
                <a:lnTo>
                  <a:pt x="702829" y="110833"/>
                </a:lnTo>
                <a:lnTo>
                  <a:pt x="702313" y="110971"/>
                </a:lnTo>
                <a:lnTo>
                  <a:pt x="701784" y="111098"/>
                </a:lnTo>
                <a:lnTo>
                  <a:pt x="701244" y="111213"/>
                </a:lnTo>
                <a:lnTo>
                  <a:pt x="700690" y="111315"/>
                </a:lnTo>
                <a:lnTo>
                  <a:pt x="700125" y="111406"/>
                </a:lnTo>
                <a:lnTo>
                  <a:pt x="699547" y="111484"/>
                </a:lnTo>
                <a:lnTo>
                  <a:pt x="698956" y="111550"/>
                </a:lnTo>
                <a:lnTo>
                  <a:pt x="698354" y="111605"/>
                </a:lnTo>
                <a:lnTo>
                  <a:pt x="697739" y="111647"/>
                </a:lnTo>
                <a:lnTo>
                  <a:pt x="697111" y="111677"/>
                </a:lnTo>
                <a:lnTo>
                  <a:pt x="696472" y="111695"/>
                </a:lnTo>
                <a:lnTo>
                  <a:pt x="695820" y="111701"/>
                </a:lnTo>
                <a:lnTo>
                  <a:pt x="688867" y="111701"/>
                </a:lnTo>
                <a:lnTo>
                  <a:pt x="688228" y="111695"/>
                </a:lnTo>
                <a:lnTo>
                  <a:pt x="687601" y="111678"/>
                </a:lnTo>
                <a:lnTo>
                  <a:pt x="686986" y="111648"/>
                </a:lnTo>
                <a:lnTo>
                  <a:pt x="686383" y="111607"/>
                </a:lnTo>
                <a:lnTo>
                  <a:pt x="685792" y="111554"/>
                </a:lnTo>
                <a:lnTo>
                  <a:pt x="685214" y="111489"/>
                </a:lnTo>
                <a:lnTo>
                  <a:pt x="684647" y="111412"/>
                </a:lnTo>
                <a:lnTo>
                  <a:pt x="684092" y="111324"/>
                </a:lnTo>
                <a:lnTo>
                  <a:pt x="683550" y="111224"/>
                </a:lnTo>
                <a:lnTo>
                  <a:pt x="683019" y="111112"/>
                </a:lnTo>
                <a:lnTo>
                  <a:pt x="682501" y="110988"/>
                </a:lnTo>
                <a:lnTo>
                  <a:pt x="681994" y="110852"/>
                </a:lnTo>
                <a:lnTo>
                  <a:pt x="681500" y="110705"/>
                </a:lnTo>
                <a:lnTo>
                  <a:pt x="681018" y="110545"/>
                </a:lnTo>
                <a:lnTo>
                  <a:pt x="680548" y="110374"/>
                </a:lnTo>
                <a:lnTo>
                  <a:pt x="680089" y="110192"/>
                </a:lnTo>
                <a:lnTo>
                  <a:pt x="679643" y="109997"/>
                </a:lnTo>
                <a:lnTo>
                  <a:pt x="679209" y="109791"/>
                </a:lnTo>
                <a:lnTo>
                  <a:pt x="678787" y="109572"/>
                </a:lnTo>
                <a:lnTo>
                  <a:pt x="678377" y="109342"/>
                </a:lnTo>
                <a:lnTo>
                  <a:pt x="677980" y="109101"/>
                </a:lnTo>
                <a:lnTo>
                  <a:pt x="677594" y="108847"/>
                </a:lnTo>
                <a:lnTo>
                  <a:pt x="677220" y="108582"/>
                </a:lnTo>
                <a:lnTo>
                  <a:pt x="676859" y="108304"/>
                </a:lnTo>
                <a:lnTo>
                  <a:pt x="676511" y="108017"/>
                </a:lnTo>
                <a:lnTo>
                  <a:pt x="676177" y="107720"/>
                </a:lnTo>
                <a:lnTo>
                  <a:pt x="675859" y="107414"/>
                </a:lnTo>
                <a:lnTo>
                  <a:pt x="675555" y="107100"/>
                </a:lnTo>
                <a:lnTo>
                  <a:pt x="675267" y="106776"/>
                </a:lnTo>
                <a:lnTo>
                  <a:pt x="674993" y="106443"/>
                </a:lnTo>
                <a:lnTo>
                  <a:pt x="674734" y="106101"/>
                </a:lnTo>
                <a:lnTo>
                  <a:pt x="674489" y="105750"/>
                </a:lnTo>
                <a:lnTo>
                  <a:pt x="674260" y="105390"/>
                </a:lnTo>
                <a:lnTo>
                  <a:pt x="674045" y="105021"/>
                </a:lnTo>
                <a:lnTo>
                  <a:pt x="673845" y="104643"/>
                </a:lnTo>
                <a:lnTo>
                  <a:pt x="673660" y="104256"/>
                </a:lnTo>
                <a:lnTo>
                  <a:pt x="673490" y="103860"/>
                </a:lnTo>
                <a:lnTo>
                  <a:pt x="673334" y="103455"/>
                </a:lnTo>
                <a:lnTo>
                  <a:pt x="673194" y="103040"/>
                </a:lnTo>
                <a:lnTo>
                  <a:pt x="673068" y="102617"/>
                </a:lnTo>
                <a:lnTo>
                  <a:pt x="672957" y="102185"/>
                </a:lnTo>
                <a:lnTo>
                  <a:pt x="672860" y="101743"/>
                </a:lnTo>
                <a:lnTo>
                  <a:pt x="672779" y="101293"/>
                </a:lnTo>
                <a:lnTo>
                  <a:pt x="672712" y="100833"/>
                </a:lnTo>
                <a:lnTo>
                  <a:pt x="672660" y="100365"/>
                </a:lnTo>
                <a:lnTo>
                  <a:pt x="672623" y="99887"/>
                </a:lnTo>
                <a:lnTo>
                  <a:pt x="672601" y="99400"/>
                </a:lnTo>
                <a:lnTo>
                  <a:pt x="672594" y="98905"/>
                </a:lnTo>
                <a:lnTo>
                  <a:pt x="658375" y="98905"/>
                </a:lnTo>
                <a:lnTo>
                  <a:pt x="658381" y="99572"/>
                </a:lnTo>
                <a:lnTo>
                  <a:pt x="658399" y="100230"/>
                </a:lnTo>
                <a:lnTo>
                  <a:pt x="658430" y="100881"/>
                </a:lnTo>
                <a:lnTo>
                  <a:pt x="658473" y="101522"/>
                </a:lnTo>
                <a:lnTo>
                  <a:pt x="658529" y="102155"/>
                </a:lnTo>
                <a:lnTo>
                  <a:pt x="658597" y="102780"/>
                </a:lnTo>
                <a:lnTo>
                  <a:pt x="658677" y="103396"/>
                </a:lnTo>
                <a:lnTo>
                  <a:pt x="658770" y="104004"/>
                </a:lnTo>
                <a:lnTo>
                  <a:pt x="658874" y="104603"/>
                </a:lnTo>
                <a:lnTo>
                  <a:pt x="658992" y="105194"/>
                </a:lnTo>
                <a:lnTo>
                  <a:pt x="659121" y="105776"/>
                </a:lnTo>
                <a:lnTo>
                  <a:pt x="659263" y="106350"/>
                </a:lnTo>
                <a:lnTo>
                  <a:pt x="659417" y="106915"/>
                </a:lnTo>
                <a:lnTo>
                  <a:pt x="659584" y="107472"/>
                </a:lnTo>
                <a:lnTo>
                  <a:pt x="659763" y="108020"/>
                </a:lnTo>
                <a:lnTo>
                  <a:pt x="659954" y="108560"/>
                </a:lnTo>
                <a:lnTo>
                  <a:pt x="660158" y="109091"/>
                </a:lnTo>
                <a:lnTo>
                  <a:pt x="660374" y="109614"/>
                </a:lnTo>
                <a:lnTo>
                  <a:pt x="660602" y="110128"/>
                </a:lnTo>
                <a:lnTo>
                  <a:pt x="660842" y="110634"/>
                </a:lnTo>
                <a:lnTo>
                  <a:pt x="661095" y="111131"/>
                </a:lnTo>
                <a:lnTo>
                  <a:pt x="661361" y="111620"/>
                </a:lnTo>
                <a:lnTo>
                  <a:pt x="661638" y="112100"/>
                </a:lnTo>
                <a:lnTo>
                  <a:pt x="661928" y="112572"/>
                </a:lnTo>
                <a:lnTo>
                  <a:pt x="662230" y="113034"/>
                </a:lnTo>
                <a:lnTo>
                  <a:pt x="662544" y="113488"/>
                </a:lnTo>
                <a:lnTo>
                  <a:pt x="662869" y="113932"/>
                </a:lnTo>
                <a:lnTo>
                  <a:pt x="663206" y="114366"/>
                </a:lnTo>
                <a:lnTo>
                  <a:pt x="663554" y="114792"/>
                </a:lnTo>
                <a:lnTo>
                  <a:pt x="663913" y="115208"/>
                </a:lnTo>
                <a:lnTo>
                  <a:pt x="664285" y="115614"/>
                </a:lnTo>
                <a:lnTo>
                  <a:pt x="664667" y="116012"/>
                </a:lnTo>
                <a:lnTo>
                  <a:pt x="665061" y="116400"/>
                </a:lnTo>
                <a:lnTo>
                  <a:pt x="665467" y="116779"/>
                </a:lnTo>
                <a:lnTo>
                  <a:pt x="665884" y="117148"/>
                </a:lnTo>
                <a:lnTo>
                  <a:pt x="666313" y="117508"/>
                </a:lnTo>
                <a:lnTo>
                  <a:pt x="666753" y="117859"/>
                </a:lnTo>
                <a:lnTo>
                  <a:pt x="667205" y="118201"/>
                </a:lnTo>
                <a:lnTo>
                  <a:pt x="667668" y="118533"/>
                </a:lnTo>
                <a:lnTo>
                  <a:pt x="668143" y="118856"/>
                </a:lnTo>
                <a:lnTo>
                  <a:pt x="668629" y="119169"/>
                </a:lnTo>
                <a:lnTo>
                  <a:pt x="669127" y="119474"/>
                </a:lnTo>
                <a:lnTo>
                  <a:pt x="669636" y="119769"/>
                </a:lnTo>
                <a:lnTo>
                  <a:pt x="670157" y="120054"/>
                </a:lnTo>
                <a:lnTo>
                  <a:pt x="670689" y="120331"/>
                </a:lnTo>
                <a:lnTo>
                  <a:pt x="671233" y="120597"/>
                </a:lnTo>
                <a:lnTo>
                  <a:pt x="671788" y="120855"/>
                </a:lnTo>
                <a:lnTo>
                  <a:pt x="672355" y="121104"/>
                </a:lnTo>
                <a:lnTo>
                  <a:pt x="672933" y="121342"/>
                </a:lnTo>
                <a:lnTo>
                  <a:pt x="673520" y="121570"/>
                </a:lnTo>
                <a:lnTo>
                  <a:pt x="674117" y="121788"/>
                </a:lnTo>
                <a:lnTo>
                  <a:pt x="674723" y="121996"/>
                </a:lnTo>
                <a:lnTo>
                  <a:pt x="675339" y="122194"/>
                </a:lnTo>
                <a:lnTo>
                  <a:pt x="675965" y="122382"/>
                </a:lnTo>
                <a:lnTo>
                  <a:pt x="676600" y="122559"/>
                </a:lnTo>
                <a:lnTo>
                  <a:pt x="677245" y="122727"/>
                </a:lnTo>
                <a:lnTo>
                  <a:pt x="677899" y="122884"/>
                </a:lnTo>
                <a:lnTo>
                  <a:pt x="678563" y="123031"/>
                </a:lnTo>
                <a:lnTo>
                  <a:pt x="679237" y="123168"/>
                </a:lnTo>
                <a:lnTo>
                  <a:pt x="679920" y="123295"/>
                </a:lnTo>
                <a:lnTo>
                  <a:pt x="680613" y="123412"/>
                </a:lnTo>
                <a:lnTo>
                  <a:pt x="681315" y="123518"/>
                </a:lnTo>
                <a:lnTo>
                  <a:pt x="682027" y="123615"/>
                </a:lnTo>
                <a:lnTo>
                  <a:pt x="682749" y="123701"/>
                </a:lnTo>
                <a:lnTo>
                  <a:pt x="683480" y="123777"/>
                </a:lnTo>
                <a:lnTo>
                  <a:pt x="684221" y="123843"/>
                </a:lnTo>
                <a:lnTo>
                  <a:pt x="684971" y="123899"/>
                </a:lnTo>
                <a:lnTo>
                  <a:pt x="685731" y="123944"/>
                </a:lnTo>
                <a:lnTo>
                  <a:pt x="686501" y="123980"/>
                </a:lnTo>
                <a:lnTo>
                  <a:pt x="687280" y="124005"/>
                </a:lnTo>
                <a:lnTo>
                  <a:pt x="688069" y="124020"/>
                </a:lnTo>
                <a:lnTo>
                  <a:pt x="688867" y="124025"/>
                </a:lnTo>
                <a:lnTo>
                  <a:pt x="695820" y="124025"/>
                </a:lnTo>
                <a:lnTo>
                  <a:pt x="697020" y="124014"/>
                </a:lnTo>
                <a:lnTo>
                  <a:pt x="698197" y="123979"/>
                </a:lnTo>
                <a:lnTo>
                  <a:pt x="699351" y="123921"/>
                </a:lnTo>
                <a:lnTo>
                  <a:pt x="700483" y="123839"/>
                </a:lnTo>
                <a:close/>
                <a:moveTo>
                  <a:pt x="230991" y="124064"/>
                </a:moveTo>
                <a:lnTo>
                  <a:pt x="232049" y="123941"/>
                </a:lnTo>
                <a:lnTo>
                  <a:pt x="233091" y="123797"/>
                </a:lnTo>
                <a:lnTo>
                  <a:pt x="234117" y="123630"/>
                </a:lnTo>
                <a:lnTo>
                  <a:pt x="235127" y="123442"/>
                </a:lnTo>
                <a:lnTo>
                  <a:pt x="236121" y="123230"/>
                </a:lnTo>
                <a:lnTo>
                  <a:pt x="237100" y="122997"/>
                </a:lnTo>
                <a:lnTo>
                  <a:pt x="238062" y="122742"/>
                </a:lnTo>
                <a:lnTo>
                  <a:pt x="239009" y="122464"/>
                </a:lnTo>
                <a:lnTo>
                  <a:pt x="239939" y="122164"/>
                </a:lnTo>
                <a:lnTo>
                  <a:pt x="240854" y="121842"/>
                </a:lnTo>
                <a:lnTo>
                  <a:pt x="241753" y="121498"/>
                </a:lnTo>
                <a:lnTo>
                  <a:pt x="242636" y="121131"/>
                </a:lnTo>
                <a:lnTo>
                  <a:pt x="243503" y="120742"/>
                </a:lnTo>
                <a:lnTo>
                  <a:pt x="244354" y="120331"/>
                </a:lnTo>
                <a:lnTo>
                  <a:pt x="245189" y="119898"/>
                </a:lnTo>
                <a:lnTo>
                  <a:pt x="246008" y="119443"/>
                </a:lnTo>
                <a:lnTo>
                  <a:pt x="246812" y="118965"/>
                </a:lnTo>
                <a:lnTo>
                  <a:pt x="247599" y="118465"/>
                </a:lnTo>
                <a:lnTo>
                  <a:pt x="248371" y="117943"/>
                </a:lnTo>
                <a:lnTo>
                  <a:pt x="249121" y="117402"/>
                </a:lnTo>
                <a:lnTo>
                  <a:pt x="249845" y="116845"/>
                </a:lnTo>
                <a:lnTo>
                  <a:pt x="250541" y="116273"/>
                </a:lnTo>
                <a:lnTo>
                  <a:pt x="251211" y="115685"/>
                </a:lnTo>
                <a:lnTo>
                  <a:pt x="251854" y="115081"/>
                </a:lnTo>
                <a:lnTo>
                  <a:pt x="252470" y="114462"/>
                </a:lnTo>
                <a:lnTo>
                  <a:pt x="253059" y="113827"/>
                </a:lnTo>
                <a:lnTo>
                  <a:pt x="253621" y="113177"/>
                </a:lnTo>
                <a:lnTo>
                  <a:pt x="254156" y="112511"/>
                </a:lnTo>
                <a:lnTo>
                  <a:pt x="254664" y="111829"/>
                </a:lnTo>
                <a:lnTo>
                  <a:pt x="255146" y="111132"/>
                </a:lnTo>
                <a:lnTo>
                  <a:pt x="255600" y="110419"/>
                </a:lnTo>
                <a:lnTo>
                  <a:pt x="256028" y="109690"/>
                </a:lnTo>
                <a:lnTo>
                  <a:pt x="256429" y="108946"/>
                </a:lnTo>
                <a:lnTo>
                  <a:pt x="256803" y="108186"/>
                </a:lnTo>
                <a:lnTo>
                  <a:pt x="257150" y="107410"/>
                </a:lnTo>
                <a:lnTo>
                  <a:pt x="257470" y="106619"/>
                </a:lnTo>
                <a:lnTo>
                  <a:pt x="257763" y="105812"/>
                </a:lnTo>
                <a:lnTo>
                  <a:pt x="258029" y="104990"/>
                </a:lnTo>
                <a:lnTo>
                  <a:pt x="258268" y="104152"/>
                </a:lnTo>
                <a:lnTo>
                  <a:pt x="258481" y="103298"/>
                </a:lnTo>
                <a:lnTo>
                  <a:pt x="258666" y="102428"/>
                </a:lnTo>
                <a:lnTo>
                  <a:pt x="258825" y="101543"/>
                </a:lnTo>
                <a:lnTo>
                  <a:pt x="258957" y="100643"/>
                </a:lnTo>
                <a:lnTo>
                  <a:pt x="244738" y="100643"/>
                </a:lnTo>
                <a:lnTo>
                  <a:pt x="244639" y="101074"/>
                </a:lnTo>
                <a:lnTo>
                  <a:pt x="244525" y="101497"/>
                </a:lnTo>
                <a:lnTo>
                  <a:pt x="244398" y="101913"/>
                </a:lnTo>
                <a:lnTo>
                  <a:pt x="244257" y="102322"/>
                </a:lnTo>
                <a:lnTo>
                  <a:pt x="244102" y="102723"/>
                </a:lnTo>
                <a:lnTo>
                  <a:pt x="243933" y="103117"/>
                </a:lnTo>
                <a:lnTo>
                  <a:pt x="243750" y="103503"/>
                </a:lnTo>
                <a:lnTo>
                  <a:pt x="243552" y="103882"/>
                </a:lnTo>
                <a:lnTo>
                  <a:pt x="243341" y="104254"/>
                </a:lnTo>
                <a:lnTo>
                  <a:pt x="243116" y="104618"/>
                </a:lnTo>
                <a:lnTo>
                  <a:pt x="242877" y="104975"/>
                </a:lnTo>
                <a:lnTo>
                  <a:pt x="242624" y="105324"/>
                </a:lnTo>
                <a:lnTo>
                  <a:pt x="242357" y="105666"/>
                </a:lnTo>
                <a:lnTo>
                  <a:pt x="242076" y="106000"/>
                </a:lnTo>
                <a:lnTo>
                  <a:pt x="241781" y="106328"/>
                </a:lnTo>
                <a:lnTo>
                  <a:pt x="241472" y="106647"/>
                </a:lnTo>
                <a:lnTo>
                  <a:pt x="241149" y="106960"/>
                </a:lnTo>
                <a:lnTo>
                  <a:pt x="240812" y="107265"/>
                </a:lnTo>
                <a:lnTo>
                  <a:pt x="240461" y="107562"/>
                </a:lnTo>
                <a:lnTo>
                  <a:pt x="240096" y="107852"/>
                </a:lnTo>
                <a:lnTo>
                  <a:pt x="239717" y="108135"/>
                </a:lnTo>
                <a:lnTo>
                  <a:pt x="239324" y="108410"/>
                </a:lnTo>
                <a:lnTo>
                  <a:pt x="238917" y="108678"/>
                </a:lnTo>
                <a:lnTo>
                  <a:pt x="238496" y="108938"/>
                </a:lnTo>
                <a:lnTo>
                  <a:pt x="238064" y="109190"/>
                </a:lnTo>
                <a:lnTo>
                  <a:pt x="237621" y="109431"/>
                </a:lnTo>
                <a:lnTo>
                  <a:pt x="237170" y="109661"/>
                </a:lnTo>
                <a:lnTo>
                  <a:pt x="236708" y="109880"/>
                </a:lnTo>
                <a:lnTo>
                  <a:pt x="236237" y="110088"/>
                </a:lnTo>
                <a:lnTo>
                  <a:pt x="235757" y="110286"/>
                </a:lnTo>
                <a:lnTo>
                  <a:pt x="235267" y="110474"/>
                </a:lnTo>
                <a:lnTo>
                  <a:pt x="234767" y="110650"/>
                </a:lnTo>
                <a:lnTo>
                  <a:pt x="234257" y="110816"/>
                </a:lnTo>
                <a:lnTo>
                  <a:pt x="233738" y="110971"/>
                </a:lnTo>
                <a:lnTo>
                  <a:pt x="233210" y="111116"/>
                </a:lnTo>
                <a:lnTo>
                  <a:pt x="232672" y="111249"/>
                </a:lnTo>
                <a:lnTo>
                  <a:pt x="232124" y="111372"/>
                </a:lnTo>
                <a:lnTo>
                  <a:pt x="231566" y="111485"/>
                </a:lnTo>
                <a:lnTo>
                  <a:pt x="230999" y="111586"/>
                </a:lnTo>
                <a:lnTo>
                  <a:pt x="230422" y="111677"/>
                </a:lnTo>
                <a:lnTo>
                  <a:pt x="229836" y="111757"/>
                </a:lnTo>
                <a:lnTo>
                  <a:pt x="229240" y="111827"/>
                </a:lnTo>
                <a:lnTo>
                  <a:pt x="228635" y="111886"/>
                </a:lnTo>
                <a:lnTo>
                  <a:pt x="228020" y="111934"/>
                </a:lnTo>
                <a:lnTo>
                  <a:pt x="227395" y="111971"/>
                </a:lnTo>
                <a:lnTo>
                  <a:pt x="226761" y="111998"/>
                </a:lnTo>
                <a:lnTo>
                  <a:pt x="226117" y="112014"/>
                </a:lnTo>
                <a:lnTo>
                  <a:pt x="225463" y="112019"/>
                </a:lnTo>
                <a:lnTo>
                  <a:pt x="224706" y="112010"/>
                </a:lnTo>
                <a:lnTo>
                  <a:pt x="223961" y="111981"/>
                </a:lnTo>
                <a:lnTo>
                  <a:pt x="223229" y="111932"/>
                </a:lnTo>
                <a:lnTo>
                  <a:pt x="222509" y="111864"/>
                </a:lnTo>
                <a:lnTo>
                  <a:pt x="221803" y="111776"/>
                </a:lnTo>
                <a:lnTo>
                  <a:pt x="221108" y="111669"/>
                </a:lnTo>
                <a:lnTo>
                  <a:pt x="220427" y="111542"/>
                </a:lnTo>
                <a:lnTo>
                  <a:pt x="219758" y="111396"/>
                </a:lnTo>
                <a:lnTo>
                  <a:pt x="219101" y="111231"/>
                </a:lnTo>
                <a:lnTo>
                  <a:pt x="218458" y="111046"/>
                </a:lnTo>
                <a:lnTo>
                  <a:pt x="217826" y="110841"/>
                </a:lnTo>
                <a:lnTo>
                  <a:pt x="217208" y="110617"/>
                </a:lnTo>
                <a:lnTo>
                  <a:pt x="216602" y="110373"/>
                </a:lnTo>
                <a:lnTo>
                  <a:pt x="216009" y="110111"/>
                </a:lnTo>
                <a:lnTo>
                  <a:pt x="215428" y="109828"/>
                </a:lnTo>
                <a:lnTo>
                  <a:pt x="214860" y="109526"/>
                </a:lnTo>
                <a:lnTo>
                  <a:pt x="214304" y="109205"/>
                </a:lnTo>
                <a:lnTo>
                  <a:pt x="213761" y="108864"/>
                </a:lnTo>
                <a:lnTo>
                  <a:pt x="213231" y="108503"/>
                </a:lnTo>
                <a:lnTo>
                  <a:pt x="212713" y="108124"/>
                </a:lnTo>
                <a:lnTo>
                  <a:pt x="212208" y="107724"/>
                </a:lnTo>
                <a:lnTo>
                  <a:pt x="211716" y="107306"/>
                </a:lnTo>
                <a:lnTo>
                  <a:pt x="211236" y="106867"/>
                </a:lnTo>
                <a:lnTo>
                  <a:pt x="210769" y="106409"/>
                </a:lnTo>
                <a:lnTo>
                  <a:pt x="210318" y="105935"/>
                </a:lnTo>
                <a:lnTo>
                  <a:pt x="209886" y="105447"/>
                </a:lnTo>
                <a:lnTo>
                  <a:pt x="209473" y="104944"/>
                </a:lnTo>
                <a:lnTo>
                  <a:pt x="209079" y="104428"/>
                </a:lnTo>
                <a:lnTo>
                  <a:pt x="208705" y="103897"/>
                </a:lnTo>
                <a:lnTo>
                  <a:pt x="208349" y="103353"/>
                </a:lnTo>
                <a:lnTo>
                  <a:pt x="208013" y="102794"/>
                </a:lnTo>
                <a:lnTo>
                  <a:pt x="207697" y="102222"/>
                </a:lnTo>
                <a:lnTo>
                  <a:pt x="207399" y="101636"/>
                </a:lnTo>
                <a:lnTo>
                  <a:pt x="207120" y="101035"/>
                </a:lnTo>
                <a:lnTo>
                  <a:pt x="206861" y="100421"/>
                </a:lnTo>
                <a:lnTo>
                  <a:pt x="206621" y="99793"/>
                </a:lnTo>
                <a:lnTo>
                  <a:pt x="206400" y="99151"/>
                </a:lnTo>
                <a:lnTo>
                  <a:pt x="206199" y="98494"/>
                </a:lnTo>
                <a:lnTo>
                  <a:pt x="206016" y="97824"/>
                </a:lnTo>
                <a:lnTo>
                  <a:pt x="205853" y="97140"/>
                </a:lnTo>
                <a:lnTo>
                  <a:pt x="205709" y="96442"/>
                </a:lnTo>
                <a:lnTo>
                  <a:pt x="205584" y="95730"/>
                </a:lnTo>
                <a:lnTo>
                  <a:pt x="205479" y="95004"/>
                </a:lnTo>
                <a:lnTo>
                  <a:pt x="205392" y="94264"/>
                </a:lnTo>
                <a:lnTo>
                  <a:pt x="205325" y="93509"/>
                </a:lnTo>
                <a:lnTo>
                  <a:pt x="205277" y="92741"/>
                </a:lnTo>
                <a:lnTo>
                  <a:pt x="205248" y="91959"/>
                </a:lnTo>
                <a:lnTo>
                  <a:pt x="205239" y="91163"/>
                </a:lnTo>
                <a:lnTo>
                  <a:pt x="205239" y="82947"/>
                </a:lnTo>
                <a:lnTo>
                  <a:pt x="259591" y="82947"/>
                </a:lnTo>
                <a:lnTo>
                  <a:pt x="259591" y="67462"/>
                </a:lnTo>
                <a:lnTo>
                  <a:pt x="259583" y="66624"/>
                </a:lnTo>
                <a:lnTo>
                  <a:pt x="259561" y="65796"/>
                </a:lnTo>
                <a:lnTo>
                  <a:pt x="259524" y="64977"/>
                </a:lnTo>
                <a:lnTo>
                  <a:pt x="259472" y="64167"/>
                </a:lnTo>
                <a:lnTo>
                  <a:pt x="259406" y="63366"/>
                </a:lnTo>
                <a:lnTo>
                  <a:pt x="259324" y="62575"/>
                </a:lnTo>
                <a:lnTo>
                  <a:pt x="259228" y="61793"/>
                </a:lnTo>
                <a:lnTo>
                  <a:pt x="259117" y="61020"/>
                </a:lnTo>
                <a:lnTo>
                  <a:pt x="258991" y="60257"/>
                </a:lnTo>
                <a:lnTo>
                  <a:pt x="258850" y="59503"/>
                </a:lnTo>
                <a:lnTo>
                  <a:pt x="258694" y="58758"/>
                </a:lnTo>
                <a:lnTo>
                  <a:pt x="258524" y="58023"/>
                </a:lnTo>
                <a:lnTo>
                  <a:pt x="258339" y="57297"/>
                </a:lnTo>
                <a:lnTo>
                  <a:pt x="258139" y="56580"/>
                </a:lnTo>
                <a:lnTo>
                  <a:pt x="257924" y="55873"/>
                </a:lnTo>
                <a:lnTo>
                  <a:pt x="257694" y="55175"/>
                </a:lnTo>
                <a:lnTo>
                  <a:pt x="257450" y="54486"/>
                </a:lnTo>
                <a:lnTo>
                  <a:pt x="257191" y="53807"/>
                </a:lnTo>
                <a:lnTo>
                  <a:pt x="256917" y="53136"/>
                </a:lnTo>
                <a:lnTo>
                  <a:pt x="256628" y="52476"/>
                </a:lnTo>
                <a:lnTo>
                  <a:pt x="256324" y="51824"/>
                </a:lnTo>
                <a:lnTo>
                  <a:pt x="256005" y="51182"/>
                </a:lnTo>
                <a:lnTo>
                  <a:pt x="255672" y="50549"/>
                </a:lnTo>
                <a:lnTo>
                  <a:pt x="255324" y="49926"/>
                </a:lnTo>
                <a:lnTo>
                  <a:pt x="254962" y="49313"/>
                </a:lnTo>
                <a:lnTo>
                  <a:pt x="254589" y="48711"/>
                </a:lnTo>
                <a:lnTo>
                  <a:pt x="254204" y="48121"/>
                </a:lnTo>
                <a:lnTo>
                  <a:pt x="253808" y="47543"/>
                </a:lnTo>
                <a:lnTo>
                  <a:pt x="253399" y="46976"/>
                </a:lnTo>
                <a:lnTo>
                  <a:pt x="252979" y="46421"/>
                </a:lnTo>
                <a:lnTo>
                  <a:pt x="252547" y="45877"/>
                </a:lnTo>
                <a:lnTo>
                  <a:pt x="252103" y="45344"/>
                </a:lnTo>
                <a:lnTo>
                  <a:pt x="251647" y="44823"/>
                </a:lnTo>
                <a:lnTo>
                  <a:pt x="251180" y="44314"/>
                </a:lnTo>
                <a:lnTo>
                  <a:pt x="250700" y="43816"/>
                </a:lnTo>
                <a:lnTo>
                  <a:pt x="250209" y="43330"/>
                </a:lnTo>
                <a:lnTo>
                  <a:pt x="249706" y="42855"/>
                </a:lnTo>
                <a:lnTo>
                  <a:pt x="249191" y="42392"/>
                </a:lnTo>
                <a:lnTo>
                  <a:pt x="248665" y="41940"/>
                </a:lnTo>
                <a:lnTo>
                  <a:pt x="248127" y="41500"/>
                </a:lnTo>
                <a:lnTo>
                  <a:pt x="247576" y="41071"/>
                </a:lnTo>
                <a:lnTo>
                  <a:pt x="247014" y="40654"/>
                </a:lnTo>
                <a:lnTo>
                  <a:pt x="246441" y="40248"/>
                </a:lnTo>
                <a:lnTo>
                  <a:pt x="245855" y="39854"/>
                </a:lnTo>
                <a:lnTo>
                  <a:pt x="245258" y="39471"/>
                </a:lnTo>
                <a:lnTo>
                  <a:pt x="244649" y="39100"/>
                </a:lnTo>
                <a:lnTo>
                  <a:pt x="244028" y="38741"/>
                </a:lnTo>
                <a:lnTo>
                  <a:pt x="243395" y="38393"/>
                </a:lnTo>
                <a:lnTo>
                  <a:pt x="242752" y="38057"/>
                </a:lnTo>
                <a:lnTo>
                  <a:pt x="242100" y="37736"/>
                </a:lnTo>
                <a:lnTo>
                  <a:pt x="241439" y="37430"/>
                </a:lnTo>
                <a:lnTo>
                  <a:pt x="240769" y="37137"/>
                </a:lnTo>
                <a:lnTo>
                  <a:pt x="240089" y="36859"/>
                </a:lnTo>
                <a:lnTo>
                  <a:pt x="239401" y="36595"/>
                </a:lnTo>
                <a:lnTo>
                  <a:pt x="238704" y="36346"/>
                </a:lnTo>
                <a:lnTo>
                  <a:pt x="237997" y="36110"/>
                </a:lnTo>
                <a:lnTo>
                  <a:pt x="237282" y="35889"/>
                </a:lnTo>
                <a:lnTo>
                  <a:pt x="236557" y="35682"/>
                </a:lnTo>
                <a:lnTo>
                  <a:pt x="235824" y="35490"/>
                </a:lnTo>
                <a:lnTo>
                  <a:pt x="235081" y="35312"/>
                </a:lnTo>
                <a:lnTo>
                  <a:pt x="234329" y="35147"/>
                </a:lnTo>
                <a:lnTo>
                  <a:pt x="233569" y="34998"/>
                </a:lnTo>
                <a:lnTo>
                  <a:pt x="232799" y="34862"/>
                </a:lnTo>
                <a:lnTo>
                  <a:pt x="232020" y="34741"/>
                </a:lnTo>
                <a:lnTo>
                  <a:pt x="231232" y="34634"/>
                </a:lnTo>
                <a:lnTo>
                  <a:pt x="230435" y="34541"/>
                </a:lnTo>
                <a:lnTo>
                  <a:pt x="229629" y="34463"/>
                </a:lnTo>
                <a:lnTo>
                  <a:pt x="228814" y="34399"/>
                </a:lnTo>
                <a:lnTo>
                  <a:pt x="227990" y="34349"/>
                </a:lnTo>
                <a:lnTo>
                  <a:pt x="227157" y="34313"/>
                </a:lnTo>
                <a:lnTo>
                  <a:pt x="226314" y="34292"/>
                </a:lnTo>
                <a:lnTo>
                  <a:pt x="225463" y="34284"/>
                </a:lnTo>
                <a:lnTo>
                  <a:pt x="224612" y="34292"/>
                </a:lnTo>
                <a:lnTo>
                  <a:pt x="223770" y="34314"/>
                </a:lnTo>
                <a:lnTo>
                  <a:pt x="222936" y="34350"/>
                </a:lnTo>
                <a:lnTo>
                  <a:pt x="222112" y="34401"/>
                </a:lnTo>
                <a:lnTo>
                  <a:pt x="221297" y="34466"/>
                </a:lnTo>
                <a:lnTo>
                  <a:pt x="220491" y="34546"/>
                </a:lnTo>
                <a:lnTo>
                  <a:pt x="219694" y="34641"/>
                </a:lnTo>
                <a:lnTo>
                  <a:pt x="218906" y="34750"/>
                </a:lnTo>
                <a:lnTo>
                  <a:pt x="218127" y="34873"/>
                </a:lnTo>
                <a:lnTo>
                  <a:pt x="217357" y="35012"/>
                </a:lnTo>
                <a:lnTo>
                  <a:pt x="216596" y="35164"/>
                </a:lnTo>
                <a:lnTo>
                  <a:pt x="215844" y="35331"/>
                </a:lnTo>
                <a:lnTo>
                  <a:pt x="215102" y="35513"/>
                </a:lnTo>
                <a:lnTo>
                  <a:pt x="214368" y="35709"/>
                </a:lnTo>
                <a:lnTo>
                  <a:pt x="213643" y="35920"/>
                </a:lnTo>
                <a:lnTo>
                  <a:pt x="212928" y="36146"/>
                </a:lnTo>
                <a:lnTo>
                  <a:pt x="212221" y="36386"/>
                </a:lnTo>
                <a:lnTo>
                  <a:pt x="211524" y="36640"/>
                </a:lnTo>
                <a:lnTo>
                  <a:pt x="210835" y="36909"/>
                </a:lnTo>
                <a:lnTo>
                  <a:pt x="210156" y="37193"/>
                </a:lnTo>
                <a:lnTo>
                  <a:pt x="209486" y="37491"/>
                </a:lnTo>
                <a:lnTo>
                  <a:pt x="208824" y="37803"/>
                </a:lnTo>
                <a:lnTo>
                  <a:pt x="208172" y="38130"/>
                </a:lnTo>
                <a:lnTo>
                  <a:pt x="207529" y="38472"/>
                </a:lnTo>
                <a:lnTo>
                  <a:pt x="206896" y="38827"/>
                </a:lnTo>
                <a:lnTo>
                  <a:pt x="206276" y="39194"/>
                </a:lnTo>
                <a:lnTo>
                  <a:pt x="205667" y="39574"/>
                </a:lnTo>
                <a:lnTo>
                  <a:pt x="205069" y="39966"/>
                </a:lnTo>
                <a:lnTo>
                  <a:pt x="204484" y="40370"/>
                </a:lnTo>
                <a:lnTo>
                  <a:pt x="203910" y="40787"/>
                </a:lnTo>
                <a:lnTo>
                  <a:pt x="203348" y="41216"/>
                </a:lnTo>
                <a:lnTo>
                  <a:pt x="202798" y="41658"/>
                </a:lnTo>
                <a:lnTo>
                  <a:pt x="202260" y="42111"/>
                </a:lnTo>
                <a:lnTo>
                  <a:pt x="201734" y="42578"/>
                </a:lnTo>
                <a:lnTo>
                  <a:pt x="201219" y="43056"/>
                </a:lnTo>
                <a:lnTo>
                  <a:pt x="200716" y="43547"/>
                </a:lnTo>
                <a:lnTo>
                  <a:pt x="200225" y="44050"/>
                </a:lnTo>
                <a:lnTo>
                  <a:pt x="199745" y="44566"/>
                </a:lnTo>
                <a:lnTo>
                  <a:pt x="199278" y="45094"/>
                </a:lnTo>
                <a:lnTo>
                  <a:pt x="198822" y="45634"/>
                </a:lnTo>
                <a:lnTo>
                  <a:pt x="198378" y="46187"/>
                </a:lnTo>
                <a:lnTo>
                  <a:pt x="197946" y="46752"/>
                </a:lnTo>
                <a:lnTo>
                  <a:pt x="197525" y="47329"/>
                </a:lnTo>
                <a:lnTo>
                  <a:pt x="197117" y="47919"/>
                </a:lnTo>
                <a:lnTo>
                  <a:pt x="196720" y="48521"/>
                </a:lnTo>
                <a:lnTo>
                  <a:pt x="196335" y="49135"/>
                </a:lnTo>
                <a:lnTo>
                  <a:pt x="195962" y="49762"/>
                </a:lnTo>
                <a:lnTo>
                  <a:pt x="195600" y="50401"/>
                </a:lnTo>
                <a:lnTo>
                  <a:pt x="195252" y="51052"/>
                </a:lnTo>
                <a:lnTo>
                  <a:pt x="194919" y="51713"/>
                </a:lnTo>
                <a:lnTo>
                  <a:pt x="194601" y="52386"/>
                </a:lnTo>
                <a:lnTo>
                  <a:pt x="194297" y="53069"/>
                </a:lnTo>
                <a:lnTo>
                  <a:pt x="194008" y="53764"/>
                </a:lnTo>
                <a:lnTo>
                  <a:pt x="193734" y="54469"/>
                </a:lnTo>
                <a:lnTo>
                  <a:pt x="193475" y="55186"/>
                </a:lnTo>
                <a:lnTo>
                  <a:pt x="193231" y="55913"/>
                </a:lnTo>
                <a:lnTo>
                  <a:pt x="193001" y="56651"/>
                </a:lnTo>
                <a:lnTo>
                  <a:pt x="192787" y="57401"/>
                </a:lnTo>
                <a:lnTo>
                  <a:pt x="192587" y="58161"/>
                </a:lnTo>
                <a:lnTo>
                  <a:pt x="192402" y="58932"/>
                </a:lnTo>
                <a:lnTo>
                  <a:pt x="192231" y="59715"/>
                </a:lnTo>
                <a:lnTo>
                  <a:pt x="192076" y="60508"/>
                </a:lnTo>
                <a:lnTo>
                  <a:pt x="191935" y="61312"/>
                </a:lnTo>
                <a:lnTo>
                  <a:pt x="191809" y="62127"/>
                </a:lnTo>
                <a:lnTo>
                  <a:pt x="191698" y="62953"/>
                </a:lnTo>
                <a:lnTo>
                  <a:pt x="191602" y="63791"/>
                </a:lnTo>
                <a:lnTo>
                  <a:pt x="191520" y="64639"/>
                </a:lnTo>
                <a:lnTo>
                  <a:pt x="191454" y="65498"/>
                </a:lnTo>
                <a:lnTo>
                  <a:pt x="191402" y="66368"/>
                </a:lnTo>
                <a:lnTo>
                  <a:pt x="191365" y="67249"/>
                </a:lnTo>
                <a:lnTo>
                  <a:pt x="191343" y="68141"/>
                </a:lnTo>
                <a:lnTo>
                  <a:pt x="191335" y="69044"/>
                </a:lnTo>
                <a:lnTo>
                  <a:pt x="191335" y="89582"/>
                </a:lnTo>
                <a:lnTo>
                  <a:pt x="191343" y="90472"/>
                </a:lnTo>
                <a:lnTo>
                  <a:pt x="191365" y="91352"/>
                </a:lnTo>
                <a:lnTo>
                  <a:pt x="191402" y="92222"/>
                </a:lnTo>
                <a:lnTo>
                  <a:pt x="191454" y="93082"/>
                </a:lnTo>
                <a:lnTo>
                  <a:pt x="191520" y="93932"/>
                </a:lnTo>
                <a:lnTo>
                  <a:pt x="191602" y="94772"/>
                </a:lnTo>
                <a:lnTo>
                  <a:pt x="191698" y="95601"/>
                </a:lnTo>
                <a:lnTo>
                  <a:pt x="191809" y="96420"/>
                </a:lnTo>
                <a:lnTo>
                  <a:pt x="191935" y="97229"/>
                </a:lnTo>
                <a:lnTo>
                  <a:pt x="192076" y="98028"/>
                </a:lnTo>
                <a:lnTo>
                  <a:pt x="192231" y="98817"/>
                </a:lnTo>
                <a:lnTo>
                  <a:pt x="192402" y="99596"/>
                </a:lnTo>
                <a:lnTo>
                  <a:pt x="192587" y="100364"/>
                </a:lnTo>
                <a:lnTo>
                  <a:pt x="192787" y="101123"/>
                </a:lnTo>
                <a:lnTo>
                  <a:pt x="193001" y="101871"/>
                </a:lnTo>
                <a:lnTo>
                  <a:pt x="193231" y="102609"/>
                </a:lnTo>
                <a:lnTo>
                  <a:pt x="193475" y="103337"/>
                </a:lnTo>
                <a:lnTo>
                  <a:pt x="193734" y="104055"/>
                </a:lnTo>
                <a:lnTo>
                  <a:pt x="194008" y="104762"/>
                </a:lnTo>
                <a:lnTo>
                  <a:pt x="194297" y="105460"/>
                </a:lnTo>
                <a:lnTo>
                  <a:pt x="194601" y="106147"/>
                </a:lnTo>
                <a:lnTo>
                  <a:pt x="194919" y="106824"/>
                </a:lnTo>
                <a:lnTo>
                  <a:pt x="195252" y="107491"/>
                </a:lnTo>
                <a:lnTo>
                  <a:pt x="195600" y="108148"/>
                </a:lnTo>
                <a:lnTo>
                  <a:pt x="195962" y="108793"/>
                </a:lnTo>
                <a:lnTo>
                  <a:pt x="196335" y="109426"/>
                </a:lnTo>
                <a:lnTo>
                  <a:pt x="196720" y="110046"/>
                </a:lnTo>
                <a:lnTo>
                  <a:pt x="197117" y="110654"/>
                </a:lnTo>
                <a:lnTo>
                  <a:pt x="197525" y="111249"/>
                </a:lnTo>
                <a:lnTo>
                  <a:pt x="197946" y="111831"/>
                </a:lnTo>
                <a:lnTo>
                  <a:pt x="198378" y="112401"/>
                </a:lnTo>
                <a:lnTo>
                  <a:pt x="198822" y="112958"/>
                </a:lnTo>
                <a:lnTo>
                  <a:pt x="199278" y="113502"/>
                </a:lnTo>
                <a:lnTo>
                  <a:pt x="199745" y="114034"/>
                </a:lnTo>
                <a:lnTo>
                  <a:pt x="200225" y="114554"/>
                </a:lnTo>
                <a:lnTo>
                  <a:pt x="200716" y="115060"/>
                </a:lnTo>
                <a:lnTo>
                  <a:pt x="201219" y="115554"/>
                </a:lnTo>
                <a:lnTo>
                  <a:pt x="201734" y="116036"/>
                </a:lnTo>
                <a:lnTo>
                  <a:pt x="202260" y="116504"/>
                </a:lnTo>
                <a:lnTo>
                  <a:pt x="202798" y="116961"/>
                </a:lnTo>
                <a:lnTo>
                  <a:pt x="203348" y="117404"/>
                </a:lnTo>
                <a:lnTo>
                  <a:pt x="203910" y="117835"/>
                </a:lnTo>
                <a:lnTo>
                  <a:pt x="204484" y="118254"/>
                </a:lnTo>
                <a:lnTo>
                  <a:pt x="205069" y="118659"/>
                </a:lnTo>
                <a:lnTo>
                  <a:pt x="205667" y="119052"/>
                </a:lnTo>
                <a:lnTo>
                  <a:pt x="206276" y="119433"/>
                </a:lnTo>
                <a:lnTo>
                  <a:pt x="206896" y="119801"/>
                </a:lnTo>
                <a:lnTo>
                  <a:pt x="207529" y="120156"/>
                </a:lnTo>
                <a:lnTo>
                  <a:pt x="208172" y="120498"/>
                </a:lnTo>
                <a:lnTo>
                  <a:pt x="208824" y="120825"/>
                </a:lnTo>
                <a:lnTo>
                  <a:pt x="209486" y="121137"/>
                </a:lnTo>
                <a:lnTo>
                  <a:pt x="210156" y="121435"/>
                </a:lnTo>
                <a:lnTo>
                  <a:pt x="210835" y="121718"/>
                </a:lnTo>
                <a:lnTo>
                  <a:pt x="211524" y="121987"/>
                </a:lnTo>
                <a:lnTo>
                  <a:pt x="212221" y="122241"/>
                </a:lnTo>
                <a:lnTo>
                  <a:pt x="212928" y="122481"/>
                </a:lnTo>
                <a:lnTo>
                  <a:pt x="213643" y="122706"/>
                </a:lnTo>
                <a:lnTo>
                  <a:pt x="214368" y="122917"/>
                </a:lnTo>
                <a:lnTo>
                  <a:pt x="215102" y="123113"/>
                </a:lnTo>
                <a:lnTo>
                  <a:pt x="215844" y="123295"/>
                </a:lnTo>
                <a:lnTo>
                  <a:pt x="216596" y="123462"/>
                </a:lnTo>
                <a:lnTo>
                  <a:pt x="217357" y="123615"/>
                </a:lnTo>
                <a:lnTo>
                  <a:pt x="218127" y="123753"/>
                </a:lnTo>
                <a:lnTo>
                  <a:pt x="218906" y="123876"/>
                </a:lnTo>
                <a:lnTo>
                  <a:pt x="219694" y="123985"/>
                </a:lnTo>
                <a:lnTo>
                  <a:pt x="220491" y="124080"/>
                </a:lnTo>
                <a:lnTo>
                  <a:pt x="221297" y="124160"/>
                </a:lnTo>
                <a:lnTo>
                  <a:pt x="222112" y="124225"/>
                </a:lnTo>
                <a:lnTo>
                  <a:pt x="222936" y="124276"/>
                </a:lnTo>
                <a:lnTo>
                  <a:pt x="223770" y="124312"/>
                </a:lnTo>
                <a:lnTo>
                  <a:pt x="224612" y="124334"/>
                </a:lnTo>
                <a:lnTo>
                  <a:pt x="225463" y="124341"/>
                </a:lnTo>
                <a:lnTo>
                  <a:pt x="226601" y="124330"/>
                </a:lnTo>
                <a:lnTo>
                  <a:pt x="227722" y="124297"/>
                </a:lnTo>
                <a:lnTo>
                  <a:pt x="228828" y="124241"/>
                </a:lnTo>
                <a:lnTo>
                  <a:pt x="229917" y="124164"/>
                </a:lnTo>
                <a:lnTo>
                  <a:pt x="230991" y="124064"/>
                </a:lnTo>
                <a:close/>
                <a:moveTo>
                  <a:pt x="205275" y="65783"/>
                </a:moveTo>
                <a:lnTo>
                  <a:pt x="205321" y="64968"/>
                </a:lnTo>
                <a:lnTo>
                  <a:pt x="205386" y="64169"/>
                </a:lnTo>
                <a:lnTo>
                  <a:pt x="205468" y="63386"/>
                </a:lnTo>
                <a:lnTo>
                  <a:pt x="205569" y="62620"/>
                </a:lnTo>
                <a:lnTo>
                  <a:pt x="205689" y="61869"/>
                </a:lnTo>
                <a:lnTo>
                  <a:pt x="205827" y="61135"/>
                </a:lnTo>
                <a:lnTo>
                  <a:pt x="205983" y="60417"/>
                </a:lnTo>
                <a:lnTo>
                  <a:pt x="206157" y="59715"/>
                </a:lnTo>
                <a:lnTo>
                  <a:pt x="206350" y="59029"/>
                </a:lnTo>
                <a:lnTo>
                  <a:pt x="206562" y="58360"/>
                </a:lnTo>
                <a:lnTo>
                  <a:pt x="206791" y="57706"/>
                </a:lnTo>
                <a:lnTo>
                  <a:pt x="207039" y="57069"/>
                </a:lnTo>
                <a:lnTo>
                  <a:pt x="207306" y="56448"/>
                </a:lnTo>
                <a:lnTo>
                  <a:pt x="207591" y="55843"/>
                </a:lnTo>
                <a:lnTo>
                  <a:pt x="207894" y="55255"/>
                </a:lnTo>
                <a:lnTo>
                  <a:pt x="208215" y="54682"/>
                </a:lnTo>
                <a:lnTo>
                  <a:pt x="208555" y="54126"/>
                </a:lnTo>
                <a:lnTo>
                  <a:pt x="208913" y="53586"/>
                </a:lnTo>
                <a:lnTo>
                  <a:pt x="209290" y="53062"/>
                </a:lnTo>
                <a:lnTo>
                  <a:pt x="209685" y="52554"/>
                </a:lnTo>
                <a:lnTo>
                  <a:pt x="210099" y="52062"/>
                </a:lnTo>
                <a:lnTo>
                  <a:pt x="210530" y="51587"/>
                </a:lnTo>
                <a:lnTo>
                  <a:pt x="210979" y="51129"/>
                </a:lnTo>
                <a:lnTo>
                  <a:pt x="211443" y="50691"/>
                </a:lnTo>
                <a:lnTo>
                  <a:pt x="211922" y="50272"/>
                </a:lnTo>
                <a:lnTo>
                  <a:pt x="212416" y="49873"/>
                </a:lnTo>
                <a:lnTo>
                  <a:pt x="212925" y="49493"/>
                </a:lnTo>
                <a:lnTo>
                  <a:pt x="213449" y="49133"/>
                </a:lnTo>
                <a:lnTo>
                  <a:pt x="213988" y="48792"/>
                </a:lnTo>
                <a:lnTo>
                  <a:pt x="214543" y="48470"/>
                </a:lnTo>
                <a:lnTo>
                  <a:pt x="215112" y="48168"/>
                </a:lnTo>
                <a:lnTo>
                  <a:pt x="215696" y="47886"/>
                </a:lnTo>
                <a:lnTo>
                  <a:pt x="216296" y="47623"/>
                </a:lnTo>
                <a:lnTo>
                  <a:pt x="216911" y="47380"/>
                </a:lnTo>
                <a:lnTo>
                  <a:pt x="217540" y="47156"/>
                </a:lnTo>
                <a:lnTo>
                  <a:pt x="218185" y="46951"/>
                </a:lnTo>
                <a:lnTo>
                  <a:pt x="218845" y="46766"/>
                </a:lnTo>
                <a:lnTo>
                  <a:pt x="219520" y="46600"/>
                </a:lnTo>
                <a:lnTo>
                  <a:pt x="220210" y="46454"/>
                </a:lnTo>
                <a:lnTo>
                  <a:pt x="220915" y="46328"/>
                </a:lnTo>
                <a:lnTo>
                  <a:pt x="221636" y="46221"/>
                </a:lnTo>
                <a:lnTo>
                  <a:pt x="222371" y="46133"/>
                </a:lnTo>
                <a:lnTo>
                  <a:pt x="223121" y="46065"/>
                </a:lnTo>
                <a:lnTo>
                  <a:pt x="223887" y="46016"/>
                </a:lnTo>
                <a:lnTo>
                  <a:pt x="224667" y="45987"/>
                </a:lnTo>
                <a:lnTo>
                  <a:pt x="225463" y="45977"/>
                </a:lnTo>
                <a:lnTo>
                  <a:pt x="226259" y="45987"/>
                </a:lnTo>
                <a:lnTo>
                  <a:pt x="227039" y="46016"/>
                </a:lnTo>
                <a:lnTo>
                  <a:pt x="227804" y="46065"/>
                </a:lnTo>
                <a:lnTo>
                  <a:pt x="228554" y="46133"/>
                </a:lnTo>
                <a:lnTo>
                  <a:pt x="229290" y="46221"/>
                </a:lnTo>
                <a:lnTo>
                  <a:pt x="230010" y="46328"/>
                </a:lnTo>
                <a:lnTo>
                  <a:pt x="230715" y="46454"/>
                </a:lnTo>
                <a:lnTo>
                  <a:pt x="231404" y="46600"/>
                </a:lnTo>
                <a:lnTo>
                  <a:pt x="232079" y="46766"/>
                </a:lnTo>
                <a:lnTo>
                  <a:pt x="232739" y="46951"/>
                </a:lnTo>
                <a:lnTo>
                  <a:pt x="233384" y="47156"/>
                </a:lnTo>
                <a:lnTo>
                  <a:pt x="234013" y="47380"/>
                </a:lnTo>
                <a:lnTo>
                  <a:pt x="234628" y="47623"/>
                </a:lnTo>
                <a:lnTo>
                  <a:pt x="235227" y="47886"/>
                </a:lnTo>
                <a:lnTo>
                  <a:pt x="235811" y="48168"/>
                </a:lnTo>
                <a:lnTo>
                  <a:pt x="236380" y="48470"/>
                </a:lnTo>
                <a:lnTo>
                  <a:pt x="236935" y="48792"/>
                </a:lnTo>
                <a:lnTo>
                  <a:pt x="237474" y="49133"/>
                </a:lnTo>
                <a:lnTo>
                  <a:pt x="237998" y="49493"/>
                </a:lnTo>
                <a:lnTo>
                  <a:pt x="238506" y="49873"/>
                </a:lnTo>
                <a:lnTo>
                  <a:pt x="239000" y="50272"/>
                </a:lnTo>
                <a:lnTo>
                  <a:pt x="239479" y="50691"/>
                </a:lnTo>
                <a:lnTo>
                  <a:pt x="239942" y="51129"/>
                </a:lnTo>
                <a:lnTo>
                  <a:pt x="240391" y="51587"/>
                </a:lnTo>
                <a:lnTo>
                  <a:pt x="240823" y="52062"/>
                </a:lnTo>
                <a:lnTo>
                  <a:pt x="241237" y="52554"/>
                </a:lnTo>
                <a:lnTo>
                  <a:pt x="241632" y="53062"/>
                </a:lnTo>
                <a:lnTo>
                  <a:pt x="242009" y="53586"/>
                </a:lnTo>
                <a:lnTo>
                  <a:pt x="242367" y="54126"/>
                </a:lnTo>
                <a:lnTo>
                  <a:pt x="242707" y="54682"/>
                </a:lnTo>
                <a:lnTo>
                  <a:pt x="243029" y="55255"/>
                </a:lnTo>
                <a:lnTo>
                  <a:pt x="243332" y="55843"/>
                </a:lnTo>
                <a:lnTo>
                  <a:pt x="243617" y="56448"/>
                </a:lnTo>
                <a:lnTo>
                  <a:pt x="243884" y="57069"/>
                </a:lnTo>
                <a:lnTo>
                  <a:pt x="244132" y="57706"/>
                </a:lnTo>
                <a:lnTo>
                  <a:pt x="244362" y="58360"/>
                </a:lnTo>
                <a:lnTo>
                  <a:pt x="244573" y="59029"/>
                </a:lnTo>
                <a:lnTo>
                  <a:pt x="244766" y="59715"/>
                </a:lnTo>
                <a:lnTo>
                  <a:pt x="244941" y="60417"/>
                </a:lnTo>
                <a:lnTo>
                  <a:pt x="245097" y="61135"/>
                </a:lnTo>
                <a:lnTo>
                  <a:pt x="245235" y="61869"/>
                </a:lnTo>
                <a:lnTo>
                  <a:pt x="245354" y="62620"/>
                </a:lnTo>
                <a:lnTo>
                  <a:pt x="245455" y="63386"/>
                </a:lnTo>
                <a:lnTo>
                  <a:pt x="245538" y="64169"/>
                </a:lnTo>
                <a:lnTo>
                  <a:pt x="245602" y="64968"/>
                </a:lnTo>
                <a:lnTo>
                  <a:pt x="245648" y="65783"/>
                </a:lnTo>
                <a:lnTo>
                  <a:pt x="245676" y="66615"/>
                </a:lnTo>
                <a:lnTo>
                  <a:pt x="245685" y="67462"/>
                </a:lnTo>
                <a:lnTo>
                  <a:pt x="245685" y="71886"/>
                </a:lnTo>
                <a:lnTo>
                  <a:pt x="205239" y="71886"/>
                </a:lnTo>
                <a:lnTo>
                  <a:pt x="205239" y="67462"/>
                </a:lnTo>
                <a:lnTo>
                  <a:pt x="205248" y="66615"/>
                </a:lnTo>
                <a:lnTo>
                  <a:pt x="205275" y="65783"/>
                </a:lnTo>
                <a:close/>
                <a:moveTo>
                  <a:pt x="508137" y="124254"/>
                </a:moveTo>
                <a:lnTo>
                  <a:pt x="508627" y="124204"/>
                </a:lnTo>
                <a:lnTo>
                  <a:pt x="509107" y="124144"/>
                </a:lnTo>
                <a:lnTo>
                  <a:pt x="509575" y="124073"/>
                </a:lnTo>
                <a:lnTo>
                  <a:pt x="510033" y="123990"/>
                </a:lnTo>
                <a:lnTo>
                  <a:pt x="510479" y="123897"/>
                </a:lnTo>
                <a:lnTo>
                  <a:pt x="510915" y="123793"/>
                </a:lnTo>
                <a:lnTo>
                  <a:pt x="511339" y="123678"/>
                </a:lnTo>
                <a:lnTo>
                  <a:pt x="511753" y="123552"/>
                </a:lnTo>
                <a:lnTo>
                  <a:pt x="512156" y="123415"/>
                </a:lnTo>
                <a:lnTo>
                  <a:pt x="512547" y="123267"/>
                </a:lnTo>
                <a:lnTo>
                  <a:pt x="512928" y="123108"/>
                </a:lnTo>
                <a:lnTo>
                  <a:pt x="513298" y="122938"/>
                </a:lnTo>
                <a:lnTo>
                  <a:pt x="513657" y="122757"/>
                </a:lnTo>
                <a:lnTo>
                  <a:pt x="514004" y="122565"/>
                </a:lnTo>
                <a:lnTo>
                  <a:pt x="514341" y="122362"/>
                </a:lnTo>
                <a:lnTo>
                  <a:pt x="514667" y="122148"/>
                </a:lnTo>
                <a:lnTo>
                  <a:pt x="514982" y="121923"/>
                </a:lnTo>
                <a:lnTo>
                  <a:pt x="515286" y="121688"/>
                </a:lnTo>
                <a:lnTo>
                  <a:pt x="515579" y="121441"/>
                </a:lnTo>
                <a:lnTo>
                  <a:pt x="515860" y="121183"/>
                </a:lnTo>
                <a:lnTo>
                  <a:pt x="516131" y="120916"/>
                </a:lnTo>
                <a:lnTo>
                  <a:pt x="516390" y="120641"/>
                </a:lnTo>
                <a:lnTo>
                  <a:pt x="516638" y="120358"/>
                </a:lnTo>
                <a:lnTo>
                  <a:pt x="516874" y="120068"/>
                </a:lnTo>
                <a:lnTo>
                  <a:pt x="517099" y="119770"/>
                </a:lnTo>
                <a:lnTo>
                  <a:pt x="517312" y="119465"/>
                </a:lnTo>
                <a:lnTo>
                  <a:pt x="517513" y="119151"/>
                </a:lnTo>
                <a:lnTo>
                  <a:pt x="517703" y="118830"/>
                </a:lnTo>
                <a:lnTo>
                  <a:pt x="517882" y="118502"/>
                </a:lnTo>
                <a:lnTo>
                  <a:pt x="518049" y="118165"/>
                </a:lnTo>
                <a:lnTo>
                  <a:pt x="518204" y="117821"/>
                </a:lnTo>
                <a:lnTo>
                  <a:pt x="518348" y="117470"/>
                </a:lnTo>
                <a:lnTo>
                  <a:pt x="518481" y="117110"/>
                </a:lnTo>
                <a:lnTo>
                  <a:pt x="518602" y="116743"/>
                </a:lnTo>
                <a:lnTo>
                  <a:pt x="518711" y="116369"/>
                </a:lnTo>
                <a:lnTo>
                  <a:pt x="518809" y="115986"/>
                </a:lnTo>
                <a:lnTo>
                  <a:pt x="518896" y="115596"/>
                </a:lnTo>
                <a:lnTo>
                  <a:pt x="518970" y="115199"/>
                </a:lnTo>
                <a:lnTo>
                  <a:pt x="519034" y="114793"/>
                </a:lnTo>
                <a:lnTo>
                  <a:pt x="519086" y="114380"/>
                </a:lnTo>
                <a:lnTo>
                  <a:pt x="519126" y="113959"/>
                </a:lnTo>
                <a:lnTo>
                  <a:pt x="519155" y="113531"/>
                </a:lnTo>
                <a:lnTo>
                  <a:pt x="519172" y="113095"/>
                </a:lnTo>
                <a:lnTo>
                  <a:pt x="519178" y="112651"/>
                </a:lnTo>
                <a:lnTo>
                  <a:pt x="519172" y="112207"/>
                </a:lnTo>
                <a:lnTo>
                  <a:pt x="519155" y="111771"/>
                </a:lnTo>
                <a:lnTo>
                  <a:pt x="519126" y="111342"/>
                </a:lnTo>
                <a:lnTo>
                  <a:pt x="519086" y="110921"/>
                </a:lnTo>
                <a:lnTo>
                  <a:pt x="519034" y="110508"/>
                </a:lnTo>
                <a:lnTo>
                  <a:pt x="518970" y="110103"/>
                </a:lnTo>
                <a:lnTo>
                  <a:pt x="518896" y="109705"/>
                </a:lnTo>
                <a:lnTo>
                  <a:pt x="518809" y="109315"/>
                </a:lnTo>
                <a:lnTo>
                  <a:pt x="518711" y="108932"/>
                </a:lnTo>
                <a:lnTo>
                  <a:pt x="518602" y="108558"/>
                </a:lnTo>
                <a:lnTo>
                  <a:pt x="518481" y="108191"/>
                </a:lnTo>
                <a:lnTo>
                  <a:pt x="518348" y="107831"/>
                </a:lnTo>
                <a:lnTo>
                  <a:pt x="518204" y="107480"/>
                </a:lnTo>
                <a:lnTo>
                  <a:pt x="518049" y="107136"/>
                </a:lnTo>
                <a:lnTo>
                  <a:pt x="517882" y="106799"/>
                </a:lnTo>
                <a:lnTo>
                  <a:pt x="517703" y="106471"/>
                </a:lnTo>
                <a:lnTo>
                  <a:pt x="517513" y="106150"/>
                </a:lnTo>
                <a:lnTo>
                  <a:pt x="517312" y="105837"/>
                </a:lnTo>
                <a:lnTo>
                  <a:pt x="517099" y="105531"/>
                </a:lnTo>
                <a:lnTo>
                  <a:pt x="516874" y="105233"/>
                </a:lnTo>
                <a:lnTo>
                  <a:pt x="516638" y="104943"/>
                </a:lnTo>
                <a:lnTo>
                  <a:pt x="516390" y="104661"/>
                </a:lnTo>
                <a:lnTo>
                  <a:pt x="516131" y="104386"/>
                </a:lnTo>
                <a:lnTo>
                  <a:pt x="515860" y="104119"/>
                </a:lnTo>
                <a:lnTo>
                  <a:pt x="515579" y="103861"/>
                </a:lnTo>
                <a:lnTo>
                  <a:pt x="515286" y="103614"/>
                </a:lnTo>
                <a:lnTo>
                  <a:pt x="514982" y="103378"/>
                </a:lnTo>
                <a:lnTo>
                  <a:pt x="514667" y="103153"/>
                </a:lnTo>
                <a:lnTo>
                  <a:pt x="514341" y="102939"/>
                </a:lnTo>
                <a:lnTo>
                  <a:pt x="514004" y="102736"/>
                </a:lnTo>
                <a:lnTo>
                  <a:pt x="513657" y="102544"/>
                </a:lnTo>
                <a:lnTo>
                  <a:pt x="513298" y="102363"/>
                </a:lnTo>
                <a:lnTo>
                  <a:pt x="512928" y="102193"/>
                </a:lnTo>
                <a:lnTo>
                  <a:pt x="512547" y="102034"/>
                </a:lnTo>
                <a:lnTo>
                  <a:pt x="512156" y="101886"/>
                </a:lnTo>
                <a:lnTo>
                  <a:pt x="511753" y="101749"/>
                </a:lnTo>
                <a:lnTo>
                  <a:pt x="511339" y="101623"/>
                </a:lnTo>
                <a:lnTo>
                  <a:pt x="510915" y="101507"/>
                </a:lnTo>
                <a:lnTo>
                  <a:pt x="510479" y="101403"/>
                </a:lnTo>
                <a:lnTo>
                  <a:pt x="510033" y="101310"/>
                </a:lnTo>
                <a:lnTo>
                  <a:pt x="509575" y="101227"/>
                </a:lnTo>
                <a:lnTo>
                  <a:pt x="509107" y="101156"/>
                </a:lnTo>
                <a:lnTo>
                  <a:pt x="508627" y="101096"/>
                </a:lnTo>
                <a:lnTo>
                  <a:pt x="508137" y="101046"/>
                </a:lnTo>
                <a:lnTo>
                  <a:pt x="507635" y="101008"/>
                </a:lnTo>
                <a:lnTo>
                  <a:pt x="507123" y="100981"/>
                </a:lnTo>
                <a:lnTo>
                  <a:pt x="506600" y="100964"/>
                </a:lnTo>
                <a:lnTo>
                  <a:pt x="506065" y="100959"/>
                </a:lnTo>
                <a:lnTo>
                  <a:pt x="505531" y="100964"/>
                </a:lnTo>
                <a:lnTo>
                  <a:pt x="505008" y="100981"/>
                </a:lnTo>
                <a:lnTo>
                  <a:pt x="504495" y="101008"/>
                </a:lnTo>
                <a:lnTo>
                  <a:pt x="503994" y="101046"/>
                </a:lnTo>
                <a:lnTo>
                  <a:pt x="503503" y="101096"/>
                </a:lnTo>
                <a:lnTo>
                  <a:pt x="503024" y="101156"/>
                </a:lnTo>
                <a:lnTo>
                  <a:pt x="502555" y="101227"/>
                </a:lnTo>
                <a:lnTo>
                  <a:pt x="502098" y="101310"/>
                </a:lnTo>
                <a:lnTo>
                  <a:pt x="501651" y="101403"/>
                </a:lnTo>
                <a:lnTo>
                  <a:pt x="501215" y="101507"/>
                </a:lnTo>
                <a:lnTo>
                  <a:pt x="500791" y="101623"/>
                </a:lnTo>
                <a:lnTo>
                  <a:pt x="500377" y="101749"/>
                </a:lnTo>
                <a:lnTo>
                  <a:pt x="499974" y="101886"/>
                </a:lnTo>
                <a:lnTo>
                  <a:pt x="499582" y="102034"/>
                </a:lnTo>
                <a:lnTo>
                  <a:pt x="499202" y="102193"/>
                </a:lnTo>
                <a:lnTo>
                  <a:pt x="498832" y="102363"/>
                </a:lnTo>
                <a:lnTo>
                  <a:pt x="498473" y="102544"/>
                </a:lnTo>
                <a:lnTo>
                  <a:pt x="498125" y="102736"/>
                </a:lnTo>
                <a:lnTo>
                  <a:pt x="497788" y="102939"/>
                </a:lnTo>
                <a:lnTo>
                  <a:pt x="497462" y="103153"/>
                </a:lnTo>
                <a:lnTo>
                  <a:pt x="497147" y="103378"/>
                </a:lnTo>
                <a:lnTo>
                  <a:pt x="496843" y="103614"/>
                </a:lnTo>
                <a:lnTo>
                  <a:pt x="496550" y="103861"/>
                </a:lnTo>
                <a:lnTo>
                  <a:pt x="496268" y="104119"/>
                </a:lnTo>
                <a:lnTo>
                  <a:pt x="495997" y="104386"/>
                </a:lnTo>
                <a:lnTo>
                  <a:pt x="495738" y="104661"/>
                </a:lnTo>
                <a:lnTo>
                  <a:pt x="495490" y="104943"/>
                </a:lnTo>
                <a:lnTo>
                  <a:pt x="495254" y="105233"/>
                </a:lnTo>
                <a:lnTo>
                  <a:pt x="495029" y="105531"/>
                </a:lnTo>
                <a:lnTo>
                  <a:pt x="494816" y="105837"/>
                </a:lnTo>
                <a:lnTo>
                  <a:pt x="494615" y="106150"/>
                </a:lnTo>
                <a:lnTo>
                  <a:pt x="494425" y="106471"/>
                </a:lnTo>
                <a:lnTo>
                  <a:pt x="494246" y="106799"/>
                </a:lnTo>
                <a:lnTo>
                  <a:pt x="494079" y="107136"/>
                </a:lnTo>
                <a:lnTo>
                  <a:pt x="493924" y="107480"/>
                </a:lnTo>
                <a:lnTo>
                  <a:pt x="493780" y="107831"/>
                </a:lnTo>
                <a:lnTo>
                  <a:pt x="493647" y="108191"/>
                </a:lnTo>
                <a:lnTo>
                  <a:pt x="493526" y="108558"/>
                </a:lnTo>
                <a:lnTo>
                  <a:pt x="493417" y="108932"/>
                </a:lnTo>
                <a:lnTo>
                  <a:pt x="493319" y="109315"/>
                </a:lnTo>
                <a:lnTo>
                  <a:pt x="493233" y="109705"/>
                </a:lnTo>
                <a:lnTo>
                  <a:pt x="493158" y="110103"/>
                </a:lnTo>
                <a:lnTo>
                  <a:pt x="493094" y="110508"/>
                </a:lnTo>
                <a:lnTo>
                  <a:pt x="493042" y="110921"/>
                </a:lnTo>
                <a:lnTo>
                  <a:pt x="493002" y="111342"/>
                </a:lnTo>
                <a:lnTo>
                  <a:pt x="492973" y="111771"/>
                </a:lnTo>
                <a:lnTo>
                  <a:pt x="492956" y="112207"/>
                </a:lnTo>
                <a:lnTo>
                  <a:pt x="492950" y="112651"/>
                </a:lnTo>
                <a:lnTo>
                  <a:pt x="492956" y="113095"/>
                </a:lnTo>
                <a:lnTo>
                  <a:pt x="492973" y="113531"/>
                </a:lnTo>
                <a:lnTo>
                  <a:pt x="493002" y="113959"/>
                </a:lnTo>
                <a:lnTo>
                  <a:pt x="493042" y="114380"/>
                </a:lnTo>
                <a:lnTo>
                  <a:pt x="493094" y="114793"/>
                </a:lnTo>
                <a:lnTo>
                  <a:pt x="493158" y="115199"/>
                </a:lnTo>
                <a:lnTo>
                  <a:pt x="493233" y="115596"/>
                </a:lnTo>
                <a:lnTo>
                  <a:pt x="493319" y="115986"/>
                </a:lnTo>
                <a:lnTo>
                  <a:pt x="493417" y="116369"/>
                </a:lnTo>
                <a:lnTo>
                  <a:pt x="493526" y="116743"/>
                </a:lnTo>
                <a:lnTo>
                  <a:pt x="493647" y="117110"/>
                </a:lnTo>
                <a:lnTo>
                  <a:pt x="493780" y="117470"/>
                </a:lnTo>
                <a:lnTo>
                  <a:pt x="493924" y="117821"/>
                </a:lnTo>
                <a:lnTo>
                  <a:pt x="494079" y="118165"/>
                </a:lnTo>
                <a:lnTo>
                  <a:pt x="494246" y="118502"/>
                </a:lnTo>
                <a:lnTo>
                  <a:pt x="494425" y="118830"/>
                </a:lnTo>
                <a:lnTo>
                  <a:pt x="494615" y="119151"/>
                </a:lnTo>
                <a:lnTo>
                  <a:pt x="494816" y="119465"/>
                </a:lnTo>
                <a:lnTo>
                  <a:pt x="495029" y="119770"/>
                </a:lnTo>
                <a:lnTo>
                  <a:pt x="495254" y="120068"/>
                </a:lnTo>
                <a:lnTo>
                  <a:pt x="495490" y="120358"/>
                </a:lnTo>
                <a:lnTo>
                  <a:pt x="495738" y="120641"/>
                </a:lnTo>
                <a:lnTo>
                  <a:pt x="495997" y="120916"/>
                </a:lnTo>
                <a:lnTo>
                  <a:pt x="496268" y="121183"/>
                </a:lnTo>
                <a:lnTo>
                  <a:pt x="496550" y="121441"/>
                </a:lnTo>
                <a:lnTo>
                  <a:pt x="496843" y="121688"/>
                </a:lnTo>
                <a:lnTo>
                  <a:pt x="497147" y="121923"/>
                </a:lnTo>
                <a:lnTo>
                  <a:pt x="497462" y="122148"/>
                </a:lnTo>
                <a:lnTo>
                  <a:pt x="497788" y="122362"/>
                </a:lnTo>
                <a:lnTo>
                  <a:pt x="498125" y="122565"/>
                </a:lnTo>
                <a:lnTo>
                  <a:pt x="498473" y="122757"/>
                </a:lnTo>
                <a:lnTo>
                  <a:pt x="498832" y="122938"/>
                </a:lnTo>
                <a:lnTo>
                  <a:pt x="499202" y="123108"/>
                </a:lnTo>
                <a:lnTo>
                  <a:pt x="499582" y="123267"/>
                </a:lnTo>
                <a:lnTo>
                  <a:pt x="499974" y="123415"/>
                </a:lnTo>
                <a:lnTo>
                  <a:pt x="500377" y="123552"/>
                </a:lnTo>
                <a:lnTo>
                  <a:pt x="500791" y="123678"/>
                </a:lnTo>
                <a:lnTo>
                  <a:pt x="501215" y="123793"/>
                </a:lnTo>
                <a:lnTo>
                  <a:pt x="501651" y="123897"/>
                </a:lnTo>
                <a:lnTo>
                  <a:pt x="502098" y="123990"/>
                </a:lnTo>
                <a:lnTo>
                  <a:pt x="502555" y="124073"/>
                </a:lnTo>
                <a:lnTo>
                  <a:pt x="503024" y="124144"/>
                </a:lnTo>
                <a:lnTo>
                  <a:pt x="503503" y="124204"/>
                </a:lnTo>
                <a:lnTo>
                  <a:pt x="503994" y="124254"/>
                </a:lnTo>
                <a:lnTo>
                  <a:pt x="504495" y="124292"/>
                </a:lnTo>
                <a:lnTo>
                  <a:pt x="505008" y="124319"/>
                </a:lnTo>
                <a:lnTo>
                  <a:pt x="505531" y="124336"/>
                </a:lnTo>
                <a:lnTo>
                  <a:pt x="506065" y="124341"/>
                </a:lnTo>
                <a:lnTo>
                  <a:pt x="506600" y="124336"/>
                </a:lnTo>
                <a:lnTo>
                  <a:pt x="507123" y="124319"/>
                </a:lnTo>
                <a:lnTo>
                  <a:pt x="507635" y="124292"/>
                </a:lnTo>
                <a:lnTo>
                  <a:pt x="508137" y="124254"/>
                </a:lnTo>
                <a:close/>
                <a:moveTo>
                  <a:pt x="1240907" y="54825"/>
                </a:moveTo>
                <a:lnTo>
                  <a:pt x="1242013" y="7425"/>
                </a:lnTo>
                <a:lnTo>
                  <a:pt x="1225897" y="7425"/>
                </a:lnTo>
                <a:lnTo>
                  <a:pt x="1227163" y="54825"/>
                </a:lnTo>
                <a:lnTo>
                  <a:pt x="1240907" y="54825"/>
                </a:lnTo>
                <a:close/>
                <a:moveTo>
                  <a:pt x="1274403" y="54825"/>
                </a:moveTo>
                <a:lnTo>
                  <a:pt x="1275510" y="7425"/>
                </a:lnTo>
                <a:lnTo>
                  <a:pt x="1259393" y="7425"/>
                </a:lnTo>
                <a:lnTo>
                  <a:pt x="1260659" y="54825"/>
                </a:lnTo>
                <a:lnTo>
                  <a:pt x="1274403" y="54825"/>
                </a:lnTo>
                <a:close/>
                <a:moveTo>
                  <a:pt x="1896435" y="54825"/>
                </a:moveTo>
                <a:lnTo>
                  <a:pt x="1897541" y="7425"/>
                </a:lnTo>
                <a:lnTo>
                  <a:pt x="1881425" y="7425"/>
                </a:lnTo>
                <a:lnTo>
                  <a:pt x="1882691" y="54825"/>
                </a:lnTo>
                <a:lnTo>
                  <a:pt x="1896435" y="54825"/>
                </a:lnTo>
                <a:close/>
                <a:moveTo>
                  <a:pt x="1929931" y="54825"/>
                </a:moveTo>
                <a:lnTo>
                  <a:pt x="1931037" y="7425"/>
                </a:lnTo>
                <a:lnTo>
                  <a:pt x="1914921" y="7425"/>
                </a:lnTo>
                <a:lnTo>
                  <a:pt x="1916187" y="54825"/>
                </a:lnTo>
                <a:lnTo>
                  <a:pt x="1929931" y="54825"/>
                </a:lnTo>
                <a:close/>
                <a:moveTo>
                  <a:pt x="1098395" y="57983"/>
                </a:moveTo>
                <a:lnTo>
                  <a:pt x="1098395" y="45343"/>
                </a:lnTo>
                <a:lnTo>
                  <a:pt x="1030458" y="45343"/>
                </a:lnTo>
                <a:lnTo>
                  <a:pt x="1030458" y="57983"/>
                </a:lnTo>
                <a:lnTo>
                  <a:pt x="1098395" y="57983"/>
                </a:lnTo>
                <a:close/>
                <a:moveTo>
                  <a:pt x="1610620" y="122762"/>
                </a:moveTo>
                <a:lnTo>
                  <a:pt x="1610620" y="67462"/>
                </a:lnTo>
                <a:lnTo>
                  <a:pt x="1610628" y="66628"/>
                </a:lnTo>
                <a:lnTo>
                  <a:pt x="1610654" y="65810"/>
                </a:lnTo>
                <a:lnTo>
                  <a:pt x="1610697" y="65009"/>
                </a:lnTo>
                <a:lnTo>
                  <a:pt x="1610756" y="64224"/>
                </a:lnTo>
                <a:lnTo>
                  <a:pt x="1610833" y="63455"/>
                </a:lnTo>
                <a:lnTo>
                  <a:pt x="1610926" y="62703"/>
                </a:lnTo>
                <a:lnTo>
                  <a:pt x="1611037" y="61968"/>
                </a:lnTo>
                <a:lnTo>
                  <a:pt x="1611164" y="61248"/>
                </a:lnTo>
                <a:lnTo>
                  <a:pt x="1611309" y="60546"/>
                </a:lnTo>
                <a:lnTo>
                  <a:pt x="1611470" y="59859"/>
                </a:lnTo>
                <a:lnTo>
                  <a:pt x="1611649" y="59190"/>
                </a:lnTo>
                <a:lnTo>
                  <a:pt x="1611845" y="58536"/>
                </a:lnTo>
                <a:lnTo>
                  <a:pt x="1612057" y="57899"/>
                </a:lnTo>
                <a:lnTo>
                  <a:pt x="1612287" y="57279"/>
                </a:lnTo>
                <a:lnTo>
                  <a:pt x="1612534" y="56675"/>
                </a:lnTo>
                <a:lnTo>
                  <a:pt x="1612797" y="56088"/>
                </a:lnTo>
                <a:lnTo>
                  <a:pt x="1613078" y="55517"/>
                </a:lnTo>
                <a:lnTo>
                  <a:pt x="1613376" y="54962"/>
                </a:lnTo>
                <a:lnTo>
                  <a:pt x="1613690" y="54424"/>
                </a:lnTo>
                <a:lnTo>
                  <a:pt x="1614022" y="53902"/>
                </a:lnTo>
                <a:lnTo>
                  <a:pt x="1614371" y="53397"/>
                </a:lnTo>
                <a:lnTo>
                  <a:pt x="1614736" y="52908"/>
                </a:lnTo>
                <a:lnTo>
                  <a:pt x="1615119" y="52436"/>
                </a:lnTo>
                <a:lnTo>
                  <a:pt x="1615519" y="51980"/>
                </a:lnTo>
                <a:lnTo>
                  <a:pt x="1615935" y="51542"/>
                </a:lnTo>
                <a:lnTo>
                  <a:pt x="1616366" y="51122"/>
                </a:lnTo>
                <a:lnTo>
                  <a:pt x="1616813" y="50721"/>
                </a:lnTo>
                <a:lnTo>
                  <a:pt x="1617275" y="50339"/>
                </a:lnTo>
                <a:lnTo>
                  <a:pt x="1617752" y="49975"/>
                </a:lnTo>
                <a:lnTo>
                  <a:pt x="1618245" y="49630"/>
                </a:lnTo>
                <a:lnTo>
                  <a:pt x="1618753" y="49304"/>
                </a:lnTo>
                <a:lnTo>
                  <a:pt x="1619276" y="48996"/>
                </a:lnTo>
                <a:lnTo>
                  <a:pt x="1619815" y="48707"/>
                </a:lnTo>
                <a:lnTo>
                  <a:pt x="1620369" y="48436"/>
                </a:lnTo>
                <a:lnTo>
                  <a:pt x="1620938" y="48185"/>
                </a:lnTo>
                <a:lnTo>
                  <a:pt x="1621523" y="47952"/>
                </a:lnTo>
                <a:lnTo>
                  <a:pt x="1622123" y="47737"/>
                </a:lnTo>
                <a:lnTo>
                  <a:pt x="1622739" y="47541"/>
                </a:lnTo>
                <a:lnTo>
                  <a:pt x="1623369" y="47364"/>
                </a:lnTo>
                <a:lnTo>
                  <a:pt x="1624016" y="47206"/>
                </a:lnTo>
                <a:lnTo>
                  <a:pt x="1624677" y="47066"/>
                </a:lnTo>
                <a:lnTo>
                  <a:pt x="1625354" y="46944"/>
                </a:lnTo>
                <a:lnTo>
                  <a:pt x="1626046" y="46842"/>
                </a:lnTo>
                <a:lnTo>
                  <a:pt x="1626754" y="46758"/>
                </a:lnTo>
                <a:lnTo>
                  <a:pt x="1627477" y="46693"/>
                </a:lnTo>
                <a:lnTo>
                  <a:pt x="1628215" y="46646"/>
                </a:lnTo>
                <a:lnTo>
                  <a:pt x="1628969" y="46618"/>
                </a:lnTo>
                <a:lnTo>
                  <a:pt x="1629738" y="46609"/>
                </a:lnTo>
                <a:lnTo>
                  <a:pt x="1630481" y="46617"/>
                </a:lnTo>
                <a:lnTo>
                  <a:pt x="1631209" y="46641"/>
                </a:lnTo>
                <a:lnTo>
                  <a:pt x="1631923" y="46682"/>
                </a:lnTo>
                <a:lnTo>
                  <a:pt x="1632622" y="46738"/>
                </a:lnTo>
                <a:lnTo>
                  <a:pt x="1633306" y="46811"/>
                </a:lnTo>
                <a:lnTo>
                  <a:pt x="1633975" y="46900"/>
                </a:lnTo>
                <a:lnTo>
                  <a:pt x="1634629" y="47005"/>
                </a:lnTo>
                <a:lnTo>
                  <a:pt x="1635268" y="47126"/>
                </a:lnTo>
                <a:lnTo>
                  <a:pt x="1635893" y="47264"/>
                </a:lnTo>
                <a:lnTo>
                  <a:pt x="1636503" y="47418"/>
                </a:lnTo>
                <a:lnTo>
                  <a:pt x="1637098" y="47588"/>
                </a:lnTo>
                <a:lnTo>
                  <a:pt x="1637678" y="47774"/>
                </a:lnTo>
                <a:lnTo>
                  <a:pt x="1638243" y="47976"/>
                </a:lnTo>
                <a:lnTo>
                  <a:pt x="1638794" y="48194"/>
                </a:lnTo>
                <a:lnTo>
                  <a:pt x="1639330" y="48429"/>
                </a:lnTo>
                <a:lnTo>
                  <a:pt x="1639851" y="48680"/>
                </a:lnTo>
                <a:lnTo>
                  <a:pt x="1640357" y="48947"/>
                </a:lnTo>
                <a:lnTo>
                  <a:pt x="1640848" y="49230"/>
                </a:lnTo>
                <a:lnTo>
                  <a:pt x="1641324" y="49529"/>
                </a:lnTo>
                <a:lnTo>
                  <a:pt x="1641786" y="49845"/>
                </a:lnTo>
                <a:lnTo>
                  <a:pt x="1642233" y="50177"/>
                </a:lnTo>
                <a:lnTo>
                  <a:pt x="1642665" y="50525"/>
                </a:lnTo>
                <a:lnTo>
                  <a:pt x="1643082" y="50889"/>
                </a:lnTo>
                <a:lnTo>
                  <a:pt x="1643484" y="51269"/>
                </a:lnTo>
                <a:lnTo>
                  <a:pt x="1643871" y="51666"/>
                </a:lnTo>
                <a:lnTo>
                  <a:pt x="1644242" y="52080"/>
                </a:lnTo>
                <a:lnTo>
                  <a:pt x="1644595" y="52512"/>
                </a:lnTo>
                <a:lnTo>
                  <a:pt x="1644933" y="52961"/>
                </a:lnTo>
                <a:lnTo>
                  <a:pt x="1645254" y="53427"/>
                </a:lnTo>
                <a:lnTo>
                  <a:pt x="1645558" y="53910"/>
                </a:lnTo>
                <a:lnTo>
                  <a:pt x="1645846" y="54411"/>
                </a:lnTo>
                <a:lnTo>
                  <a:pt x="1646118" y="54929"/>
                </a:lnTo>
                <a:lnTo>
                  <a:pt x="1646373" y="55464"/>
                </a:lnTo>
                <a:lnTo>
                  <a:pt x="1646611" y="56017"/>
                </a:lnTo>
                <a:lnTo>
                  <a:pt x="1646834" y="56586"/>
                </a:lnTo>
                <a:lnTo>
                  <a:pt x="1647039" y="57174"/>
                </a:lnTo>
                <a:lnTo>
                  <a:pt x="1647229" y="57778"/>
                </a:lnTo>
                <a:lnTo>
                  <a:pt x="1647401" y="58400"/>
                </a:lnTo>
                <a:lnTo>
                  <a:pt x="1647558" y="59039"/>
                </a:lnTo>
                <a:lnTo>
                  <a:pt x="1647698" y="59695"/>
                </a:lnTo>
                <a:lnTo>
                  <a:pt x="1647821" y="60369"/>
                </a:lnTo>
                <a:lnTo>
                  <a:pt x="1647928" y="61059"/>
                </a:lnTo>
                <a:lnTo>
                  <a:pt x="1648018" y="61768"/>
                </a:lnTo>
                <a:lnTo>
                  <a:pt x="1648093" y="62493"/>
                </a:lnTo>
                <a:lnTo>
                  <a:pt x="1648150" y="63236"/>
                </a:lnTo>
                <a:lnTo>
                  <a:pt x="1648191" y="63996"/>
                </a:lnTo>
                <a:lnTo>
                  <a:pt x="1648216" y="64773"/>
                </a:lnTo>
                <a:lnTo>
                  <a:pt x="1648224" y="65568"/>
                </a:lnTo>
                <a:lnTo>
                  <a:pt x="1648224" y="72993"/>
                </a:lnTo>
                <a:lnTo>
                  <a:pt x="1662443" y="72993"/>
                </a:lnTo>
                <a:lnTo>
                  <a:pt x="1662443" y="65568"/>
                </a:lnTo>
                <a:lnTo>
                  <a:pt x="1662431" y="64329"/>
                </a:lnTo>
                <a:lnTo>
                  <a:pt x="1662392" y="63114"/>
                </a:lnTo>
                <a:lnTo>
                  <a:pt x="1662328" y="61922"/>
                </a:lnTo>
                <a:lnTo>
                  <a:pt x="1662239" y="60755"/>
                </a:lnTo>
                <a:lnTo>
                  <a:pt x="1662124" y="59612"/>
                </a:lnTo>
                <a:lnTo>
                  <a:pt x="1661984" y="58492"/>
                </a:lnTo>
                <a:lnTo>
                  <a:pt x="1661818" y="57396"/>
                </a:lnTo>
                <a:lnTo>
                  <a:pt x="1661627" y="56325"/>
                </a:lnTo>
                <a:lnTo>
                  <a:pt x="1661410" y="55277"/>
                </a:lnTo>
                <a:lnTo>
                  <a:pt x="1661168" y="54253"/>
                </a:lnTo>
                <a:lnTo>
                  <a:pt x="1660900" y="53252"/>
                </a:lnTo>
                <a:lnTo>
                  <a:pt x="1660606" y="52276"/>
                </a:lnTo>
                <a:lnTo>
                  <a:pt x="1660287" y="51323"/>
                </a:lnTo>
                <a:lnTo>
                  <a:pt x="1659943" y="50395"/>
                </a:lnTo>
                <a:lnTo>
                  <a:pt x="1659573" y="49490"/>
                </a:lnTo>
                <a:lnTo>
                  <a:pt x="1659177" y="48609"/>
                </a:lnTo>
                <a:lnTo>
                  <a:pt x="1658756" y="47752"/>
                </a:lnTo>
                <a:lnTo>
                  <a:pt x="1658310" y="46919"/>
                </a:lnTo>
                <a:lnTo>
                  <a:pt x="1657838" y="46110"/>
                </a:lnTo>
                <a:lnTo>
                  <a:pt x="1657340" y="45324"/>
                </a:lnTo>
                <a:lnTo>
                  <a:pt x="1656817" y="44563"/>
                </a:lnTo>
                <a:lnTo>
                  <a:pt x="1656269" y="43825"/>
                </a:lnTo>
                <a:lnTo>
                  <a:pt x="1655695" y="43111"/>
                </a:lnTo>
                <a:lnTo>
                  <a:pt x="1655095" y="42421"/>
                </a:lnTo>
                <a:lnTo>
                  <a:pt x="1654472" y="41757"/>
                </a:lnTo>
                <a:lnTo>
                  <a:pt x="1653827" y="41121"/>
                </a:lnTo>
                <a:lnTo>
                  <a:pt x="1653161" y="40514"/>
                </a:lnTo>
                <a:lnTo>
                  <a:pt x="1652473" y="39935"/>
                </a:lnTo>
                <a:lnTo>
                  <a:pt x="1651763" y="39384"/>
                </a:lnTo>
                <a:lnTo>
                  <a:pt x="1651032" y="38861"/>
                </a:lnTo>
                <a:lnTo>
                  <a:pt x="1650279" y="38367"/>
                </a:lnTo>
                <a:lnTo>
                  <a:pt x="1649504" y="37901"/>
                </a:lnTo>
                <a:lnTo>
                  <a:pt x="1648708" y="37463"/>
                </a:lnTo>
                <a:lnTo>
                  <a:pt x="1647890" y="37053"/>
                </a:lnTo>
                <a:lnTo>
                  <a:pt x="1647050" y="36672"/>
                </a:lnTo>
                <a:lnTo>
                  <a:pt x="1646189" y="36319"/>
                </a:lnTo>
                <a:lnTo>
                  <a:pt x="1645306" y="35994"/>
                </a:lnTo>
                <a:lnTo>
                  <a:pt x="1644401" y="35697"/>
                </a:lnTo>
                <a:lnTo>
                  <a:pt x="1643475" y="35429"/>
                </a:lnTo>
                <a:lnTo>
                  <a:pt x="1642527" y="35189"/>
                </a:lnTo>
                <a:lnTo>
                  <a:pt x="1641557" y="34977"/>
                </a:lnTo>
                <a:lnTo>
                  <a:pt x="1640565" y="34793"/>
                </a:lnTo>
                <a:lnTo>
                  <a:pt x="1639552" y="34638"/>
                </a:lnTo>
                <a:lnTo>
                  <a:pt x="1638518" y="34511"/>
                </a:lnTo>
                <a:lnTo>
                  <a:pt x="1637461" y="34412"/>
                </a:lnTo>
                <a:lnTo>
                  <a:pt x="1636383" y="34341"/>
                </a:lnTo>
                <a:lnTo>
                  <a:pt x="1635283" y="34299"/>
                </a:lnTo>
                <a:lnTo>
                  <a:pt x="1634162" y="34284"/>
                </a:lnTo>
                <a:lnTo>
                  <a:pt x="1633249" y="34295"/>
                </a:lnTo>
                <a:lnTo>
                  <a:pt x="1632352" y="34326"/>
                </a:lnTo>
                <a:lnTo>
                  <a:pt x="1631472" y="34377"/>
                </a:lnTo>
                <a:lnTo>
                  <a:pt x="1630609" y="34449"/>
                </a:lnTo>
                <a:lnTo>
                  <a:pt x="1629763" y="34542"/>
                </a:lnTo>
                <a:lnTo>
                  <a:pt x="1628934" y="34655"/>
                </a:lnTo>
                <a:lnTo>
                  <a:pt x="1628121" y="34789"/>
                </a:lnTo>
                <a:lnTo>
                  <a:pt x="1627325" y="34943"/>
                </a:lnTo>
                <a:lnTo>
                  <a:pt x="1626545" y="35118"/>
                </a:lnTo>
                <a:lnTo>
                  <a:pt x="1625783" y="35313"/>
                </a:lnTo>
                <a:lnTo>
                  <a:pt x="1625037" y="35529"/>
                </a:lnTo>
                <a:lnTo>
                  <a:pt x="1624307" y="35766"/>
                </a:lnTo>
                <a:lnTo>
                  <a:pt x="1623595" y="36023"/>
                </a:lnTo>
                <a:lnTo>
                  <a:pt x="1622899" y="36301"/>
                </a:lnTo>
                <a:lnTo>
                  <a:pt x="1622220" y="36599"/>
                </a:lnTo>
                <a:lnTo>
                  <a:pt x="1621558" y="36918"/>
                </a:lnTo>
                <a:lnTo>
                  <a:pt x="1620912" y="37258"/>
                </a:lnTo>
                <a:lnTo>
                  <a:pt x="1620284" y="37618"/>
                </a:lnTo>
                <a:lnTo>
                  <a:pt x="1619671" y="37998"/>
                </a:lnTo>
                <a:lnTo>
                  <a:pt x="1619076" y="38400"/>
                </a:lnTo>
                <a:lnTo>
                  <a:pt x="1618497" y="38821"/>
                </a:lnTo>
                <a:lnTo>
                  <a:pt x="1617935" y="39264"/>
                </a:lnTo>
                <a:lnTo>
                  <a:pt x="1617390" y="39727"/>
                </a:lnTo>
                <a:lnTo>
                  <a:pt x="1616862" y="40210"/>
                </a:lnTo>
                <a:lnTo>
                  <a:pt x="1616352" y="40711"/>
                </a:lnTo>
                <a:lnTo>
                  <a:pt x="1615865" y="41227"/>
                </a:lnTo>
                <a:lnTo>
                  <a:pt x="1615399" y="41757"/>
                </a:lnTo>
                <a:lnTo>
                  <a:pt x="1614954" y="42301"/>
                </a:lnTo>
                <a:lnTo>
                  <a:pt x="1614532" y="42860"/>
                </a:lnTo>
                <a:lnTo>
                  <a:pt x="1614131" y="43434"/>
                </a:lnTo>
                <a:lnTo>
                  <a:pt x="1613752" y="44022"/>
                </a:lnTo>
                <a:lnTo>
                  <a:pt x="1613394" y="44625"/>
                </a:lnTo>
                <a:lnTo>
                  <a:pt x="1613058" y="45242"/>
                </a:lnTo>
                <a:lnTo>
                  <a:pt x="1612744" y="45874"/>
                </a:lnTo>
                <a:lnTo>
                  <a:pt x="1612451" y="46520"/>
                </a:lnTo>
                <a:lnTo>
                  <a:pt x="1612180" y="47181"/>
                </a:lnTo>
                <a:lnTo>
                  <a:pt x="1611931" y="47856"/>
                </a:lnTo>
                <a:lnTo>
                  <a:pt x="1611704" y="48546"/>
                </a:lnTo>
                <a:lnTo>
                  <a:pt x="1611498" y="49250"/>
                </a:lnTo>
                <a:lnTo>
                  <a:pt x="1611313" y="49969"/>
                </a:lnTo>
                <a:lnTo>
                  <a:pt x="1611151" y="50703"/>
                </a:lnTo>
                <a:lnTo>
                  <a:pt x="1611010" y="51451"/>
                </a:lnTo>
                <a:lnTo>
                  <a:pt x="1610891" y="52214"/>
                </a:lnTo>
                <a:lnTo>
                  <a:pt x="1610861" y="52453"/>
                </a:lnTo>
                <a:lnTo>
                  <a:pt x="1610620" y="52453"/>
                </a:lnTo>
                <a:lnTo>
                  <a:pt x="1610620" y="35864"/>
                </a:lnTo>
                <a:lnTo>
                  <a:pt x="1596401" y="35864"/>
                </a:lnTo>
                <a:lnTo>
                  <a:pt x="1596401" y="122762"/>
                </a:lnTo>
                <a:lnTo>
                  <a:pt x="1610620" y="122762"/>
                </a:lnTo>
                <a:close/>
                <a:moveTo>
                  <a:pt x="1353642" y="123839"/>
                </a:moveTo>
                <a:lnTo>
                  <a:pt x="1354751" y="123734"/>
                </a:lnTo>
                <a:lnTo>
                  <a:pt x="1355837" y="123606"/>
                </a:lnTo>
                <a:lnTo>
                  <a:pt x="1356900" y="123454"/>
                </a:lnTo>
                <a:lnTo>
                  <a:pt x="1357940" y="123279"/>
                </a:lnTo>
                <a:lnTo>
                  <a:pt x="1358958" y="123081"/>
                </a:lnTo>
                <a:lnTo>
                  <a:pt x="1359953" y="122860"/>
                </a:lnTo>
                <a:lnTo>
                  <a:pt x="1360925" y="122615"/>
                </a:lnTo>
                <a:lnTo>
                  <a:pt x="1361875" y="122347"/>
                </a:lnTo>
                <a:lnTo>
                  <a:pt x="1362801" y="122055"/>
                </a:lnTo>
                <a:lnTo>
                  <a:pt x="1363705" y="121741"/>
                </a:lnTo>
                <a:lnTo>
                  <a:pt x="1364586" y="121403"/>
                </a:lnTo>
                <a:lnTo>
                  <a:pt x="1365444" y="121041"/>
                </a:lnTo>
                <a:lnTo>
                  <a:pt x="1366280" y="120657"/>
                </a:lnTo>
                <a:lnTo>
                  <a:pt x="1367093" y="120249"/>
                </a:lnTo>
                <a:lnTo>
                  <a:pt x="1367883" y="119817"/>
                </a:lnTo>
                <a:lnTo>
                  <a:pt x="1368650" y="119363"/>
                </a:lnTo>
                <a:lnTo>
                  <a:pt x="1369395" y="118885"/>
                </a:lnTo>
                <a:lnTo>
                  <a:pt x="1370116" y="118384"/>
                </a:lnTo>
                <a:lnTo>
                  <a:pt x="1370815" y="117859"/>
                </a:lnTo>
                <a:lnTo>
                  <a:pt x="1371491" y="117311"/>
                </a:lnTo>
                <a:lnTo>
                  <a:pt x="1372142" y="116742"/>
                </a:lnTo>
                <a:lnTo>
                  <a:pt x="1372766" y="116154"/>
                </a:lnTo>
                <a:lnTo>
                  <a:pt x="1373362" y="115548"/>
                </a:lnTo>
                <a:lnTo>
                  <a:pt x="1373930" y="114922"/>
                </a:lnTo>
                <a:lnTo>
                  <a:pt x="1374470" y="114277"/>
                </a:lnTo>
                <a:lnTo>
                  <a:pt x="1374983" y="113613"/>
                </a:lnTo>
                <a:lnTo>
                  <a:pt x="1375467" y="112931"/>
                </a:lnTo>
                <a:lnTo>
                  <a:pt x="1375925" y="112229"/>
                </a:lnTo>
                <a:lnTo>
                  <a:pt x="1376354" y="111509"/>
                </a:lnTo>
                <a:lnTo>
                  <a:pt x="1376756" y="110769"/>
                </a:lnTo>
                <a:lnTo>
                  <a:pt x="1377130" y="110011"/>
                </a:lnTo>
                <a:lnTo>
                  <a:pt x="1377476" y="109234"/>
                </a:lnTo>
                <a:lnTo>
                  <a:pt x="1377795" y="108438"/>
                </a:lnTo>
                <a:lnTo>
                  <a:pt x="1378086" y="107622"/>
                </a:lnTo>
                <a:lnTo>
                  <a:pt x="1378349" y="106788"/>
                </a:lnTo>
                <a:lnTo>
                  <a:pt x="1378585" y="105935"/>
                </a:lnTo>
                <a:lnTo>
                  <a:pt x="1378792" y="105063"/>
                </a:lnTo>
                <a:lnTo>
                  <a:pt x="1378972" y="104173"/>
                </a:lnTo>
                <a:lnTo>
                  <a:pt x="1379125" y="103263"/>
                </a:lnTo>
                <a:lnTo>
                  <a:pt x="1379250" y="102334"/>
                </a:lnTo>
                <a:lnTo>
                  <a:pt x="1379347" y="101386"/>
                </a:lnTo>
                <a:lnTo>
                  <a:pt x="1379416" y="100420"/>
                </a:lnTo>
                <a:lnTo>
                  <a:pt x="1379457" y="99434"/>
                </a:lnTo>
                <a:lnTo>
                  <a:pt x="1379471" y="98430"/>
                </a:lnTo>
                <a:lnTo>
                  <a:pt x="1379462" y="97490"/>
                </a:lnTo>
                <a:lnTo>
                  <a:pt x="1379433" y="96568"/>
                </a:lnTo>
                <a:lnTo>
                  <a:pt x="1379385" y="95663"/>
                </a:lnTo>
                <a:lnTo>
                  <a:pt x="1379318" y="94774"/>
                </a:lnTo>
                <a:lnTo>
                  <a:pt x="1379231" y="93903"/>
                </a:lnTo>
                <a:lnTo>
                  <a:pt x="1379126" y="93048"/>
                </a:lnTo>
                <a:lnTo>
                  <a:pt x="1379001" y="92211"/>
                </a:lnTo>
                <a:lnTo>
                  <a:pt x="1378857" y="91391"/>
                </a:lnTo>
                <a:lnTo>
                  <a:pt x="1378694" y="90587"/>
                </a:lnTo>
                <a:lnTo>
                  <a:pt x="1378511" y="89801"/>
                </a:lnTo>
                <a:lnTo>
                  <a:pt x="1378309" y="89032"/>
                </a:lnTo>
                <a:lnTo>
                  <a:pt x="1378089" y="88279"/>
                </a:lnTo>
                <a:lnTo>
                  <a:pt x="1377849" y="87544"/>
                </a:lnTo>
                <a:lnTo>
                  <a:pt x="1377589" y="86826"/>
                </a:lnTo>
                <a:lnTo>
                  <a:pt x="1377311" y="86124"/>
                </a:lnTo>
                <a:lnTo>
                  <a:pt x="1377013" y="85440"/>
                </a:lnTo>
                <a:lnTo>
                  <a:pt x="1376696" y="84773"/>
                </a:lnTo>
                <a:lnTo>
                  <a:pt x="1376360" y="84122"/>
                </a:lnTo>
                <a:lnTo>
                  <a:pt x="1376005" y="83489"/>
                </a:lnTo>
                <a:lnTo>
                  <a:pt x="1375631" y="82873"/>
                </a:lnTo>
                <a:lnTo>
                  <a:pt x="1375237" y="82273"/>
                </a:lnTo>
                <a:lnTo>
                  <a:pt x="1374824" y="81691"/>
                </a:lnTo>
                <a:lnTo>
                  <a:pt x="1374392" y="81126"/>
                </a:lnTo>
                <a:lnTo>
                  <a:pt x="1373941" y="80577"/>
                </a:lnTo>
                <a:lnTo>
                  <a:pt x="1373470" y="80046"/>
                </a:lnTo>
                <a:lnTo>
                  <a:pt x="1372981" y="79532"/>
                </a:lnTo>
                <a:lnTo>
                  <a:pt x="1372472" y="79034"/>
                </a:lnTo>
                <a:lnTo>
                  <a:pt x="1371944" y="78554"/>
                </a:lnTo>
                <a:lnTo>
                  <a:pt x="1371397" y="78091"/>
                </a:lnTo>
                <a:lnTo>
                  <a:pt x="1370831" y="77645"/>
                </a:lnTo>
                <a:lnTo>
                  <a:pt x="1370245" y="77215"/>
                </a:lnTo>
                <a:lnTo>
                  <a:pt x="1369641" y="76803"/>
                </a:lnTo>
                <a:lnTo>
                  <a:pt x="1369017" y="76408"/>
                </a:lnTo>
                <a:lnTo>
                  <a:pt x="1368374" y="76030"/>
                </a:lnTo>
                <a:lnTo>
                  <a:pt x="1367711" y="75668"/>
                </a:lnTo>
                <a:lnTo>
                  <a:pt x="1367030" y="75324"/>
                </a:lnTo>
                <a:lnTo>
                  <a:pt x="1366329" y="74997"/>
                </a:lnTo>
                <a:lnTo>
                  <a:pt x="1365609" y="74687"/>
                </a:lnTo>
                <a:lnTo>
                  <a:pt x="1364869" y="74394"/>
                </a:lnTo>
                <a:lnTo>
                  <a:pt x="1364111" y="74117"/>
                </a:lnTo>
                <a:lnTo>
                  <a:pt x="1363333" y="73858"/>
                </a:lnTo>
                <a:lnTo>
                  <a:pt x="1362536" y="73616"/>
                </a:lnTo>
                <a:lnTo>
                  <a:pt x="1361720" y="73391"/>
                </a:lnTo>
                <a:lnTo>
                  <a:pt x="1360885" y="73183"/>
                </a:lnTo>
                <a:lnTo>
                  <a:pt x="1360031" y="72992"/>
                </a:lnTo>
                <a:lnTo>
                  <a:pt x="1359157" y="72818"/>
                </a:lnTo>
                <a:lnTo>
                  <a:pt x="1358264" y="72660"/>
                </a:lnTo>
                <a:lnTo>
                  <a:pt x="1357352" y="72520"/>
                </a:lnTo>
                <a:lnTo>
                  <a:pt x="1334917" y="69360"/>
                </a:lnTo>
                <a:lnTo>
                  <a:pt x="1334578" y="69304"/>
                </a:lnTo>
                <a:lnTo>
                  <a:pt x="1334246" y="69240"/>
                </a:lnTo>
                <a:lnTo>
                  <a:pt x="1333920" y="69170"/>
                </a:lnTo>
                <a:lnTo>
                  <a:pt x="1333602" y="69092"/>
                </a:lnTo>
                <a:lnTo>
                  <a:pt x="1333291" y="69007"/>
                </a:lnTo>
                <a:lnTo>
                  <a:pt x="1332986" y="68916"/>
                </a:lnTo>
                <a:lnTo>
                  <a:pt x="1332688" y="68817"/>
                </a:lnTo>
                <a:lnTo>
                  <a:pt x="1332397" y="68710"/>
                </a:lnTo>
                <a:lnTo>
                  <a:pt x="1332113" y="68597"/>
                </a:lnTo>
                <a:lnTo>
                  <a:pt x="1331836" y="68477"/>
                </a:lnTo>
                <a:lnTo>
                  <a:pt x="1331566" y="68349"/>
                </a:lnTo>
                <a:lnTo>
                  <a:pt x="1331302" y="68215"/>
                </a:lnTo>
                <a:lnTo>
                  <a:pt x="1331045" y="68073"/>
                </a:lnTo>
                <a:lnTo>
                  <a:pt x="1330796" y="67924"/>
                </a:lnTo>
                <a:lnTo>
                  <a:pt x="1330553" y="67768"/>
                </a:lnTo>
                <a:lnTo>
                  <a:pt x="1330317" y="67605"/>
                </a:lnTo>
                <a:lnTo>
                  <a:pt x="1330087" y="67434"/>
                </a:lnTo>
                <a:lnTo>
                  <a:pt x="1329865" y="67257"/>
                </a:lnTo>
                <a:lnTo>
                  <a:pt x="1329650" y="67072"/>
                </a:lnTo>
                <a:lnTo>
                  <a:pt x="1329441" y="66881"/>
                </a:lnTo>
                <a:lnTo>
                  <a:pt x="1329239" y="66682"/>
                </a:lnTo>
                <a:lnTo>
                  <a:pt x="1329044" y="66476"/>
                </a:lnTo>
                <a:lnTo>
                  <a:pt x="1328856" y="66263"/>
                </a:lnTo>
                <a:lnTo>
                  <a:pt x="1328675" y="66042"/>
                </a:lnTo>
                <a:lnTo>
                  <a:pt x="1328501" y="65815"/>
                </a:lnTo>
                <a:lnTo>
                  <a:pt x="1328334" y="65582"/>
                </a:lnTo>
                <a:lnTo>
                  <a:pt x="1328175" y="65343"/>
                </a:lnTo>
                <a:lnTo>
                  <a:pt x="1328023" y="65098"/>
                </a:lnTo>
                <a:lnTo>
                  <a:pt x="1327879" y="64847"/>
                </a:lnTo>
                <a:lnTo>
                  <a:pt x="1327741" y="64590"/>
                </a:lnTo>
                <a:lnTo>
                  <a:pt x="1327612" y="64327"/>
                </a:lnTo>
                <a:lnTo>
                  <a:pt x="1327490" y="64058"/>
                </a:lnTo>
                <a:lnTo>
                  <a:pt x="1327375" y="63782"/>
                </a:lnTo>
                <a:lnTo>
                  <a:pt x="1327267" y="63501"/>
                </a:lnTo>
                <a:lnTo>
                  <a:pt x="1327167" y="63214"/>
                </a:lnTo>
                <a:lnTo>
                  <a:pt x="1327075" y="62920"/>
                </a:lnTo>
                <a:lnTo>
                  <a:pt x="1326990" y="62621"/>
                </a:lnTo>
                <a:lnTo>
                  <a:pt x="1326912" y="62316"/>
                </a:lnTo>
                <a:lnTo>
                  <a:pt x="1326841" y="62004"/>
                </a:lnTo>
                <a:lnTo>
                  <a:pt x="1326778" y="61687"/>
                </a:lnTo>
                <a:lnTo>
                  <a:pt x="1326723" y="61363"/>
                </a:lnTo>
                <a:lnTo>
                  <a:pt x="1326675" y="61034"/>
                </a:lnTo>
                <a:lnTo>
                  <a:pt x="1326634" y="60698"/>
                </a:lnTo>
                <a:lnTo>
                  <a:pt x="1326601" y="60357"/>
                </a:lnTo>
                <a:lnTo>
                  <a:pt x="1326575" y="60009"/>
                </a:lnTo>
                <a:lnTo>
                  <a:pt x="1326556" y="59656"/>
                </a:lnTo>
                <a:lnTo>
                  <a:pt x="1326545" y="59296"/>
                </a:lnTo>
                <a:lnTo>
                  <a:pt x="1326541" y="58930"/>
                </a:lnTo>
                <a:lnTo>
                  <a:pt x="1326548" y="58461"/>
                </a:lnTo>
                <a:lnTo>
                  <a:pt x="1326570" y="57999"/>
                </a:lnTo>
                <a:lnTo>
                  <a:pt x="1326606" y="57546"/>
                </a:lnTo>
                <a:lnTo>
                  <a:pt x="1326655" y="57101"/>
                </a:lnTo>
                <a:lnTo>
                  <a:pt x="1326720" y="56664"/>
                </a:lnTo>
                <a:lnTo>
                  <a:pt x="1326798" y="56235"/>
                </a:lnTo>
                <a:lnTo>
                  <a:pt x="1326891" y="55815"/>
                </a:lnTo>
                <a:lnTo>
                  <a:pt x="1326998" y="55402"/>
                </a:lnTo>
                <a:lnTo>
                  <a:pt x="1327119" y="54998"/>
                </a:lnTo>
                <a:lnTo>
                  <a:pt x="1327255" y="54603"/>
                </a:lnTo>
                <a:lnTo>
                  <a:pt x="1327404" y="54215"/>
                </a:lnTo>
                <a:lnTo>
                  <a:pt x="1327568" y="53836"/>
                </a:lnTo>
                <a:lnTo>
                  <a:pt x="1327747" y="53465"/>
                </a:lnTo>
                <a:lnTo>
                  <a:pt x="1327939" y="53102"/>
                </a:lnTo>
                <a:lnTo>
                  <a:pt x="1328146" y="52747"/>
                </a:lnTo>
                <a:lnTo>
                  <a:pt x="1328367" y="52401"/>
                </a:lnTo>
                <a:lnTo>
                  <a:pt x="1328602" y="52063"/>
                </a:lnTo>
                <a:lnTo>
                  <a:pt x="1328852" y="51733"/>
                </a:lnTo>
                <a:lnTo>
                  <a:pt x="1329116" y="51411"/>
                </a:lnTo>
                <a:lnTo>
                  <a:pt x="1329394" y="51098"/>
                </a:lnTo>
                <a:lnTo>
                  <a:pt x="1329687" y="50792"/>
                </a:lnTo>
                <a:lnTo>
                  <a:pt x="1329993" y="50495"/>
                </a:lnTo>
                <a:lnTo>
                  <a:pt x="1330314" y="50207"/>
                </a:lnTo>
                <a:lnTo>
                  <a:pt x="1330649" y="49926"/>
                </a:lnTo>
                <a:lnTo>
                  <a:pt x="1330997" y="49655"/>
                </a:lnTo>
                <a:lnTo>
                  <a:pt x="1331356" y="49396"/>
                </a:lnTo>
                <a:lnTo>
                  <a:pt x="1331726" y="49149"/>
                </a:lnTo>
                <a:lnTo>
                  <a:pt x="1332107" y="48912"/>
                </a:lnTo>
                <a:lnTo>
                  <a:pt x="1332498" y="48688"/>
                </a:lnTo>
                <a:lnTo>
                  <a:pt x="1332901" y="48475"/>
                </a:lnTo>
                <a:lnTo>
                  <a:pt x="1333315" y="48273"/>
                </a:lnTo>
                <a:lnTo>
                  <a:pt x="1333739" y="48083"/>
                </a:lnTo>
                <a:lnTo>
                  <a:pt x="1334175" y="47905"/>
                </a:lnTo>
                <a:lnTo>
                  <a:pt x="1334621" y="47737"/>
                </a:lnTo>
                <a:lnTo>
                  <a:pt x="1335079" y="47582"/>
                </a:lnTo>
                <a:lnTo>
                  <a:pt x="1335548" y="47438"/>
                </a:lnTo>
                <a:lnTo>
                  <a:pt x="1336027" y="47306"/>
                </a:lnTo>
                <a:lnTo>
                  <a:pt x="1336518" y="47185"/>
                </a:lnTo>
                <a:lnTo>
                  <a:pt x="1337019" y="47075"/>
                </a:lnTo>
                <a:lnTo>
                  <a:pt x="1337532" y="46977"/>
                </a:lnTo>
                <a:lnTo>
                  <a:pt x="1338055" y="46891"/>
                </a:lnTo>
                <a:lnTo>
                  <a:pt x="1338589" y="46816"/>
                </a:lnTo>
                <a:lnTo>
                  <a:pt x="1339135" y="46753"/>
                </a:lnTo>
                <a:lnTo>
                  <a:pt x="1339691" y="46701"/>
                </a:lnTo>
                <a:lnTo>
                  <a:pt x="1340258" y="46661"/>
                </a:lnTo>
                <a:lnTo>
                  <a:pt x="1340837" y="46632"/>
                </a:lnTo>
                <a:lnTo>
                  <a:pt x="1341426" y="46614"/>
                </a:lnTo>
                <a:lnTo>
                  <a:pt x="1342026" y="46609"/>
                </a:lnTo>
                <a:lnTo>
                  <a:pt x="1348979" y="46609"/>
                </a:lnTo>
                <a:lnTo>
                  <a:pt x="1349515" y="46614"/>
                </a:lnTo>
                <a:lnTo>
                  <a:pt x="1350042" y="46630"/>
                </a:lnTo>
                <a:lnTo>
                  <a:pt x="1350560" y="46656"/>
                </a:lnTo>
                <a:lnTo>
                  <a:pt x="1351070" y="46692"/>
                </a:lnTo>
                <a:lnTo>
                  <a:pt x="1351572" y="46739"/>
                </a:lnTo>
                <a:lnTo>
                  <a:pt x="1352065" y="46796"/>
                </a:lnTo>
                <a:lnTo>
                  <a:pt x="1352549" y="46864"/>
                </a:lnTo>
                <a:lnTo>
                  <a:pt x="1353025" y="46942"/>
                </a:lnTo>
                <a:lnTo>
                  <a:pt x="1353493" y="47031"/>
                </a:lnTo>
                <a:lnTo>
                  <a:pt x="1353952" y="47130"/>
                </a:lnTo>
                <a:lnTo>
                  <a:pt x="1354403" y="47239"/>
                </a:lnTo>
                <a:lnTo>
                  <a:pt x="1354845" y="47359"/>
                </a:lnTo>
                <a:lnTo>
                  <a:pt x="1355278" y="47489"/>
                </a:lnTo>
                <a:lnTo>
                  <a:pt x="1355703" y="47630"/>
                </a:lnTo>
                <a:lnTo>
                  <a:pt x="1356120" y="47781"/>
                </a:lnTo>
                <a:lnTo>
                  <a:pt x="1356528" y="47943"/>
                </a:lnTo>
                <a:lnTo>
                  <a:pt x="1356927" y="48115"/>
                </a:lnTo>
                <a:lnTo>
                  <a:pt x="1357318" y="48297"/>
                </a:lnTo>
                <a:lnTo>
                  <a:pt x="1357701" y="48490"/>
                </a:lnTo>
                <a:lnTo>
                  <a:pt x="1358075" y="48693"/>
                </a:lnTo>
                <a:lnTo>
                  <a:pt x="1358440" y="48907"/>
                </a:lnTo>
                <a:lnTo>
                  <a:pt x="1358797" y="49131"/>
                </a:lnTo>
                <a:lnTo>
                  <a:pt x="1359145" y="49365"/>
                </a:lnTo>
                <a:lnTo>
                  <a:pt x="1359485" y="49610"/>
                </a:lnTo>
                <a:lnTo>
                  <a:pt x="1359815" y="49863"/>
                </a:lnTo>
                <a:lnTo>
                  <a:pt x="1360131" y="50121"/>
                </a:lnTo>
                <a:lnTo>
                  <a:pt x="1360435" y="50385"/>
                </a:lnTo>
                <a:lnTo>
                  <a:pt x="1360725" y="50655"/>
                </a:lnTo>
                <a:lnTo>
                  <a:pt x="1361003" y="50929"/>
                </a:lnTo>
                <a:lnTo>
                  <a:pt x="1361268" y="51210"/>
                </a:lnTo>
                <a:lnTo>
                  <a:pt x="1361520" y="51496"/>
                </a:lnTo>
                <a:lnTo>
                  <a:pt x="1361759" y="51787"/>
                </a:lnTo>
                <a:lnTo>
                  <a:pt x="1361985" y="52084"/>
                </a:lnTo>
                <a:lnTo>
                  <a:pt x="1362198" y="52386"/>
                </a:lnTo>
                <a:lnTo>
                  <a:pt x="1362398" y="52694"/>
                </a:lnTo>
                <a:lnTo>
                  <a:pt x="1362586" y="53007"/>
                </a:lnTo>
                <a:lnTo>
                  <a:pt x="1362760" y="53326"/>
                </a:lnTo>
                <a:lnTo>
                  <a:pt x="1362922" y="53650"/>
                </a:lnTo>
                <a:lnTo>
                  <a:pt x="1363071" y="53980"/>
                </a:lnTo>
                <a:lnTo>
                  <a:pt x="1363207" y="54315"/>
                </a:lnTo>
                <a:lnTo>
                  <a:pt x="1363330" y="54656"/>
                </a:lnTo>
                <a:lnTo>
                  <a:pt x="1363440" y="55002"/>
                </a:lnTo>
                <a:lnTo>
                  <a:pt x="1363537" y="55354"/>
                </a:lnTo>
                <a:lnTo>
                  <a:pt x="1363621" y="55711"/>
                </a:lnTo>
                <a:lnTo>
                  <a:pt x="1363693" y="56074"/>
                </a:lnTo>
                <a:lnTo>
                  <a:pt x="1363751" y="56442"/>
                </a:lnTo>
                <a:lnTo>
                  <a:pt x="1363797" y="56815"/>
                </a:lnTo>
                <a:lnTo>
                  <a:pt x="1363830" y="57195"/>
                </a:lnTo>
                <a:lnTo>
                  <a:pt x="1378208" y="57195"/>
                </a:lnTo>
                <a:lnTo>
                  <a:pt x="1378143" y="56359"/>
                </a:lnTo>
                <a:lnTo>
                  <a:pt x="1378052" y="55536"/>
                </a:lnTo>
                <a:lnTo>
                  <a:pt x="1377935" y="54727"/>
                </a:lnTo>
                <a:lnTo>
                  <a:pt x="1377793" y="53931"/>
                </a:lnTo>
                <a:lnTo>
                  <a:pt x="1377626" y="53149"/>
                </a:lnTo>
                <a:lnTo>
                  <a:pt x="1377433" y="52380"/>
                </a:lnTo>
                <a:lnTo>
                  <a:pt x="1377214" y="51625"/>
                </a:lnTo>
                <a:lnTo>
                  <a:pt x="1376970" y="50883"/>
                </a:lnTo>
                <a:lnTo>
                  <a:pt x="1376701" y="50154"/>
                </a:lnTo>
                <a:lnTo>
                  <a:pt x="1376406" y="49439"/>
                </a:lnTo>
                <a:lnTo>
                  <a:pt x="1376085" y="48738"/>
                </a:lnTo>
                <a:lnTo>
                  <a:pt x="1375739" y="48050"/>
                </a:lnTo>
                <a:lnTo>
                  <a:pt x="1375368" y="47375"/>
                </a:lnTo>
                <a:lnTo>
                  <a:pt x="1374971" y="46714"/>
                </a:lnTo>
                <a:lnTo>
                  <a:pt x="1374548" y="46066"/>
                </a:lnTo>
                <a:lnTo>
                  <a:pt x="1374100" y="45432"/>
                </a:lnTo>
                <a:lnTo>
                  <a:pt x="1373626" y="44811"/>
                </a:lnTo>
                <a:lnTo>
                  <a:pt x="1373127" y="44204"/>
                </a:lnTo>
                <a:lnTo>
                  <a:pt x="1372602" y="43610"/>
                </a:lnTo>
                <a:lnTo>
                  <a:pt x="1372052" y="43029"/>
                </a:lnTo>
                <a:lnTo>
                  <a:pt x="1371477" y="42462"/>
                </a:lnTo>
                <a:lnTo>
                  <a:pt x="1370875" y="41909"/>
                </a:lnTo>
                <a:lnTo>
                  <a:pt x="1370249" y="41369"/>
                </a:lnTo>
                <a:lnTo>
                  <a:pt x="1369596" y="40842"/>
                </a:lnTo>
                <a:lnTo>
                  <a:pt x="1368923" y="40333"/>
                </a:lnTo>
                <a:lnTo>
                  <a:pt x="1368234" y="39845"/>
                </a:lnTo>
                <a:lnTo>
                  <a:pt x="1367529" y="39379"/>
                </a:lnTo>
                <a:lnTo>
                  <a:pt x="1366807" y="38935"/>
                </a:lnTo>
                <a:lnTo>
                  <a:pt x="1366069" y="38512"/>
                </a:lnTo>
                <a:lnTo>
                  <a:pt x="1365315" y="38111"/>
                </a:lnTo>
                <a:lnTo>
                  <a:pt x="1364545" y="37732"/>
                </a:lnTo>
                <a:lnTo>
                  <a:pt x="1363759" y="37374"/>
                </a:lnTo>
                <a:lnTo>
                  <a:pt x="1362957" y="37038"/>
                </a:lnTo>
                <a:lnTo>
                  <a:pt x="1362138" y="36724"/>
                </a:lnTo>
                <a:lnTo>
                  <a:pt x="1361303" y="36432"/>
                </a:lnTo>
                <a:lnTo>
                  <a:pt x="1360452" y="36161"/>
                </a:lnTo>
                <a:lnTo>
                  <a:pt x="1359585" y="35911"/>
                </a:lnTo>
                <a:lnTo>
                  <a:pt x="1358702" y="35684"/>
                </a:lnTo>
                <a:lnTo>
                  <a:pt x="1357802" y="35478"/>
                </a:lnTo>
                <a:lnTo>
                  <a:pt x="1356887" y="35294"/>
                </a:lnTo>
                <a:lnTo>
                  <a:pt x="1355955" y="35131"/>
                </a:lnTo>
                <a:lnTo>
                  <a:pt x="1355007" y="34990"/>
                </a:lnTo>
                <a:lnTo>
                  <a:pt x="1354042" y="34871"/>
                </a:lnTo>
                <a:lnTo>
                  <a:pt x="1353062" y="34774"/>
                </a:lnTo>
                <a:lnTo>
                  <a:pt x="1352066" y="34698"/>
                </a:lnTo>
                <a:lnTo>
                  <a:pt x="1351053" y="34644"/>
                </a:lnTo>
                <a:lnTo>
                  <a:pt x="1350024" y="34611"/>
                </a:lnTo>
                <a:lnTo>
                  <a:pt x="1348979" y="34600"/>
                </a:lnTo>
                <a:lnTo>
                  <a:pt x="1342026" y="34600"/>
                </a:lnTo>
                <a:lnTo>
                  <a:pt x="1340891" y="34612"/>
                </a:lnTo>
                <a:lnTo>
                  <a:pt x="1339776" y="34645"/>
                </a:lnTo>
                <a:lnTo>
                  <a:pt x="1338682" y="34702"/>
                </a:lnTo>
                <a:lnTo>
                  <a:pt x="1337609" y="34780"/>
                </a:lnTo>
                <a:lnTo>
                  <a:pt x="1336556" y="34881"/>
                </a:lnTo>
                <a:lnTo>
                  <a:pt x="1335523" y="35005"/>
                </a:lnTo>
                <a:lnTo>
                  <a:pt x="1334511" y="35151"/>
                </a:lnTo>
                <a:lnTo>
                  <a:pt x="1333520" y="35320"/>
                </a:lnTo>
                <a:lnTo>
                  <a:pt x="1332550" y="35511"/>
                </a:lnTo>
                <a:lnTo>
                  <a:pt x="1331599" y="35725"/>
                </a:lnTo>
                <a:lnTo>
                  <a:pt x="1330670" y="35961"/>
                </a:lnTo>
                <a:lnTo>
                  <a:pt x="1329761" y="36220"/>
                </a:lnTo>
                <a:lnTo>
                  <a:pt x="1328873" y="36501"/>
                </a:lnTo>
                <a:lnTo>
                  <a:pt x="1328005" y="36805"/>
                </a:lnTo>
                <a:lnTo>
                  <a:pt x="1327158" y="37131"/>
                </a:lnTo>
                <a:lnTo>
                  <a:pt x="1326331" y="37479"/>
                </a:lnTo>
                <a:lnTo>
                  <a:pt x="1325525" y="37851"/>
                </a:lnTo>
                <a:lnTo>
                  <a:pt x="1324740" y="38244"/>
                </a:lnTo>
                <a:lnTo>
                  <a:pt x="1323975" y="38660"/>
                </a:lnTo>
                <a:lnTo>
                  <a:pt x="1323230" y="39099"/>
                </a:lnTo>
                <a:lnTo>
                  <a:pt x="1322507" y="39560"/>
                </a:lnTo>
                <a:lnTo>
                  <a:pt x="1321803" y="40044"/>
                </a:lnTo>
                <a:lnTo>
                  <a:pt x="1321121" y="40550"/>
                </a:lnTo>
                <a:lnTo>
                  <a:pt x="1320459" y="41078"/>
                </a:lnTo>
                <a:lnTo>
                  <a:pt x="1319821" y="41627"/>
                </a:lnTo>
                <a:lnTo>
                  <a:pt x="1319210" y="42192"/>
                </a:lnTo>
                <a:lnTo>
                  <a:pt x="1318626" y="42774"/>
                </a:lnTo>
                <a:lnTo>
                  <a:pt x="1318069" y="43374"/>
                </a:lnTo>
                <a:lnTo>
                  <a:pt x="1317540" y="43990"/>
                </a:lnTo>
                <a:lnTo>
                  <a:pt x="1317037" y="44623"/>
                </a:lnTo>
                <a:lnTo>
                  <a:pt x="1316562" y="45274"/>
                </a:lnTo>
                <a:lnTo>
                  <a:pt x="1316114" y="45941"/>
                </a:lnTo>
                <a:lnTo>
                  <a:pt x="1315693" y="46625"/>
                </a:lnTo>
                <a:lnTo>
                  <a:pt x="1315299" y="47327"/>
                </a:lnTo>
                <a:lnTo>
                  <a:pt x="1314933" y="48045"/>
                </a:lnTo>
                <a:lnTo>
                  <a:pt x="1314593" y="48780"/>
                </a:lnTo>
                <a:lnTo>
                  <a:pt x="1314281" y="49533"/>
                </a:lnTo>
                <a:lnTo>
                  <a:pt x="1313996" y="50302"/>
                </a:lnTo>
                <a:lnTo>
                  <a:pt x="1313738" y="51088"/>
                </a:lnTo>
                <a:lnTo>
                  <a:pt x="1313507" y="51892"/>
                </a:lnTo>
                <a:lnTo>
                  <a:pt x="1313303" y="52712"/>
                </a:lnTo>
                <a:lnTo>
                  <a:pt x="1313127" y="53549"/>
                </a:lnTo>
                <a:lnTo>
                  <a:pt x="1312977" y="54404"/>
                </a:lnTo>
                <a:lnTo>
                  <a:pt x="1312855" y="55275"/>
                </a:lnTo>
                <a:lnTo>
                  <a:pt x="1312760" y="56163"/>
                </a:lnTo>
                <a:lnTo>
                  <a:pt x="1312692" y="57069"/>
                </a:lnTo>
                <a:lnTo>
                  <a:pt x="1312652" y="57991"/>
                </a:lnTo>
                <a:lnTo>
                  <a:pt x="1312638" y="58930"/>
                </a:lnTo>
                <a:lnTo>
                  <a:pt x="1312647" y="59753"/>
                </a:lnTo>
                <a:lnTo>
                  <a:pt x="1312672" y="60563"/>
                </a:lnTo>
                <a:lnTo>
                  <a:pt x="1312715" y="61359"/>
                </a:lnTo>
                <a:lnTo>
                  <a:pt x="1312774" y="62141"/>
                </a:lnTo>
                <a:lnTo>
                  <a:pt x="1312851" y="62910"/>
                </a:lnTo>
                <a:lnTo>
                  <a:pt x="1312944" y="63666"/>
                </a:lnTo>
                <a:lnTo>
                  <a:pt x="1313055" y="64408"/>
                </a:lnTo>
                <a:lnTo>
                  <a:pt x="1313182" y="65137"/>
                </a:lnTo>
                <a:lnTo>
                  <a:pt x="1313327" y="65852"/>
                </a:lnTo>
                <a:lnTo>
                  <a:pt x="1313489" y="66554"/>
                </a:lnTo>
                <a:lnTo>
                  <a:pt x="1313667" y="67242"/>
                </a:lnTo>
                <a:lnTo>
                  <a:pt x="1313863" y="67917"/>
                </a:lnTo>
                <a:lnTo>
                  <a:pt x="1314075" y="68578"/>
                </a:lnTo>
                <a:lnTo>
                  <a:pt x="1314305" y="69226"/>
                </a:lnTo>
                <a:lnTo>
                  <a:pt x="1314552" y="69861"/>
                </a:lnTo>
                <a:lnTo>
                  <a:pt x="1314815" y="70482"/>
                </a:lnTo>
                <a:lnTo>
                  <a:pt x="1315096" y="71090"/>
                </a:lnTo>
                <a:lnTo>
                  <a:pt x="1315394" y="71684"/>
                </a:lnTo>
                <a:lnTo>
                  <a:pt x="1315708" y="72265"/>
                </a:lnTo>
                <a:lnTo>
                  <a:pt x="1316040" y="72832"/>
                </a:lnTo>
                <a:lnTo>
                  <a:pt x="1316389" y="73386"/>
                </a:lnTo>
                <a:lnTo>
                  <a:pt x="1316754" y="73927"/>
                </a:lnTo>
                <a:lnTo>
                  <a:pt x="1317137" y="74454"/>
                </a:lnTo>
                <a:lnTo>
                  <a:pt x="1317537" y="74967"/>
                </a:lnTo>
                <a:lnTo>
                  <a:pt x="1317952" y="75466"/>
                </a:lnTo>
                <a:lnTo>
                  <a:pt x="1318381" y="75948"/>
                </a:lnTo>
                <a:lnTo>
                  <a:pt x="1318823" y="76413"/>
                </a:lnTo>
                <a:lnTo>
                  <a:pt x="1319279" y="76861"/>
                </a:lnTo>
                <a:lnTo>
                  <a:pt x="1319749" y="77293"/>
                </a:lnTo>
                <a:lnTo>
                  <a:pt x="1320233" y="77708"/>
                </a:lnTo>
                <a:lnTo>
                  <a:pt x="1320730" y="78106"/>
                </a:lnTo>
                <a:lnTo>
                  <a:pt x="1321242" y="78487"/>
                </a:lnTo>
                <a:lnTo>
                  <a:pt x="1321766" y="78852"/>
                </a:lnTo>
                <a:lnTo>
                  <a:pt x="1322305" y="79200"/>
                </a:lnTo>
                <a:lnTo>
                  <a:pt x="1322857" y="79531"/>
                </a:lnTo>
                <a:lnTo>
                  <a:pt x="1323423" y="79846"/>
                </a:lnTo>
                <a:lnTo>
                  <a:pt x="1324003" y="80143"/>
                </a:lnTo>
                <a:lnTo>
                  <a:pt x="1324596" y="80425"/>
                </a:lnTo>
                <a:lnTo>
                  <a:pt x="1325203" y="80689"/>
                </a:lnTo>
                <a:lnTo>
                  <a:pt x="1325824" y="80937"/>
                </a:lnTo>
                <a:lnTo>
                  <a:pt x="1326458" y="81167"/>
                </a:lnTo>
                <a:lnTo>
                  <a:pt x="1327106" y="81382"/>
                </a:lnTo>
                <a:lnTo>
                  <a:pt x="1327768" y="81579"/>
                </a:lnTo>
                <a:lnTo>
                  <a:pt x="1328444" y="81760"/>
                </a:lnTo>
                <a:lnTo>
                  <a:pt x="1329133" y="81924"/>
                </a:lnTo>
                <a:lnTo>
                  <a:pt x="1329836" y="82071"/>
                </a:lnTo>
                <a:lnTo>
                  <a:pt x="1330553" y="82202"/>
                </a:lnTo>
                <a:lnTo>
                  <a:pt x="1331283" y="82316"/>
                </a:lnTo>
                <a:lnTo>
                  <a:pt x="1355298" y="85792"/>
                </a:lnTo>
                <a:lnTo>
                  <a:pt x="1355728" y="85849"/>
                </a:lnTo>
                <a:lnTo>
                  <a:pt x="1356148" y="85915"/>
                </a:lnTo>
                <a:lnTo>
                  <a:pt x="1356559" y="85989"/>
                </a:lnTo>
                <a:lnTo>
                  <a:pt x="1356961" y="86073"/>
                </a:lnTo>
                <a:lnTo>
                  <a:pt x="1357354" y="86165"/>
                </a:lnTo>
                <a:lnTo>
                  <a:pt x="1357737" y="86266"/>
                </a:lnTo>
                <a:lnTo>
                  <a:pt x="1358111" y="86376"/>
                </a:lnTo>
                <a:lnTo>
                  <a:pt x="1358476" y="86494"/>
                </a:lnTo>
                <a:lnTo>
                  <a:pt x="1358831" y="86621"/>
                </a:lnTo>
                <a:lnTo>
                  <a:pt x="1359177" y="86757"/>
                </a:lnTo>
                <a:lnTo>
                  <a:pt x="1359513" y="86902"/>
                </a:lnTo>
                <a:lnTo>
                  <a:pt x="1359840" y="87056"/>
                </a:lnTo>
                <a:lnTo>
                  <a:pt x="1360158" y="87218"/>
                </a:lnTo>
                <a:lnTo>
                  <a:pt x="1360467" y="87389"/>
                </a:lnTo>
                <a:lnTo>
                  <a:pt x="1360766" y="87569"/>
                </a:lnTo>
                <a:lnTo>
                  <a:pt x="1361056" y="87758"/>
                </a:lnTo>
                <a:lnTo>
                  <a:pt x="1361336" y="87956"/>
                </a:lnTo>
                <a:lnTo>
                  <a:pt x="1361608" y="88162"/>
                </a:lnTo>
                <a:lnTo>
                  <a:pt x="1361870" y="88377"/>
                </a:lnTo>
                <a:lnTo>
                  <a:pt x="1362122" y="88601"/>
                </a:lnTo>
                <a:lnTo>
                  <a:pt x="1362365" y="88834"/>
                </a:lnTo>
                <a:lnTo>
                  <a:pt x="1362599" y="89075"/>
                </a:lnTo>
                <a:lnTo>
                  <a:pt x="1362824" y="89325"/>
                </a:lnTo>
                <a:lnTo>
                  <a:pt x="1363039" y="89584"/>
                </a:lnTo>
                <a:lnTo>
                  <a:pt x="1363245" y="89852"/>
                </a:lnTo>
                <a:lnTo>
                  <a:pt x="1363443" y="90128"/>
                </a:lnTo>
                <a:lnTo>
                  <a:pt x="1363632" y="90413"/>
                </a:lnTo>
                <a:lnTo>
                  <a:pt x="1363812" y="90707"/>
                </a:lnTo>
                <a:lnTo>
                  <a:pt x="1363983" y="91010"/>
                </a:lnTo>
                <a:lnTo>
                  <a:pt x="1364145" y="91321"/>
                </a:lnTo>
                <a:lnTo>
                  <a:pt x="1364299" y="91642"/>
                </a:lnTo>
                <a:lnTo>
                  <a:pt x="1364444" y="91971"/>
                </a:lnTo>
                <a:lnTo>
                  <a:pt x="1364580" y="92309"/>
                </a:lnTo>
                <a:lnTo>
                  <a:pt x="1364707" y="92655"/>
                </a:lnTo>
                <a:lnTo>
                  <a:pt x="1364826" y="93011"/>
                </a:lnTo>
                <a:lnTo>
                  <a:pt x="1364936" y="93375"/>
                </a:lnTo>
                <a:lnTo>
                  <a:pt x="1365037" y="93748"/>
                </a:lnTo>
                <a:lnTo>
                  <a:pt x="1365129" y="94129"/>
                </a:lnTo>
                <a:lnTo>
                  <a:pt x="1365212" y="94520"/>
                </a:lnTo>
                <a:lnTo>
                  <a:pt x="1365287" y="94919"/>
                </a:lnTo>
                <a:lnTo>
                  <a:pt x="1365353" y="95327"/>
                </a:lnTo>
                <a:lnTo>
                  <a:pt x="1365410" y="95744"/>
                </a:lnTo>
                <a:lnTo>
                  <a:pt x="1365458" y="96170"/>
                </a:lnTo>
                <a:lnTo>
                  <a:pt x="1365498" y="96604"/>
                </a:lnTo>
                <a:lnTo>
                  <a:pt x="1365528" y="97047"/>
                </a:lnTo>
                <a:lnTo>
                  <a:pt x="1365550" y="97499"/>
                </a:lnTo>
                <a:lnTo>
                  <a:pt x="1365564" y="97960"/>
                </a:lnTo>
                <a:lnTo>
                  <a:pt x="1365568" y="98430"/>
                </a:lnTo>
                <a:lnTo>
                  <a:pt x="1365560" y="98951"/>
                </a:lnTo>
                <a:lnTo>
                  <a:pt x="1365538" y="99463"/>
                </a:lnTo>
                <a:lnTo>
                  <a:pt x="1365500" y="99965"/>
                </a:lnTo>
                <a:lnTo>
                  <a:pt x="1365447" y="100458"/>
                </a:lnTo>
                <a:lnTo>
                  <a:pt x="1365379" y="100940"/>
                </a:lnTo>
                <a:lnTo>
                  <a:pt x="1365296" y="101412"/>
                </a:lnTo>
                <a:lnTo>
                  <a:pt x="1365198" y="101875"/>
                </a:lnTo>
                <a:lnTo>
                  <a:pt x="1365085" y="102328"/>
                </a:lnTo>
                <a:lnTo>
                  <a:pt x="1364957" y="102770"/>
                </a:lnTo>
                <a:lnTo>
                  <a:pt x="1364813" y="103203"/>
                </a:lnTo>
                <a:lnTo>
                  <a:pt x="1364655" y="103626"/>
                </a:lnTo>
                <a:lnTo>
                  <a:pt x="1364481" y="104040"/>
                </a:lnTo>
                <a:lnTo>
                  <a:pt x="1364293" y="104443"/>
                </a:lnTo>
                <a:lnTo>
                  <a:pt x="1364089" y="104836"/>
                </a:lnTo>
                <a:lnTo>
                  <a:pt x="1363870" y="105220"/>
                </a:lnTo>
                <a:lnTo>
                  <a:pt x="1363636" y="105594"/>
                </a:lnTo>
                <a:lnTo>
                  <a:pt x="1363387" y="105957"/>
                </a:lnTo>
                <a:lnTo>
                  <a:pt x="1363123" y="106311"/>
                </a:lnTo>
                <a:lnTo>
                  <a:pt x="1362844" y="106655"/>
                </a:lnTo>
                <a:lnTo>
                  <a:pt x="1362549" y="106989"/>
                </a:lnTo>
                <a:lnTo>
                  <a:pt x="1362240" y="107314"/>
                </a:lnTo>
                <a:lnTo>
                  <a:pt x="1361915" y="107628"/>
                </a:lnTo>
                <a:lnTo>
                  <a:pt x="1361576" y="107933"/>
                </a:lnTo>
                <a:lnTo>
                  <a:pt x="1361221" y="108227"/>
                </a:lnTo>
                <a:lnTo>
                  <a:pt x="1360853" y="108511"/>
                </a:lnTo>
                <a:lnTo>
                  <a:pt x="1360472" y="108782"/>
                </a:lnTo>
                <a:lnTo>
                  <a:pt x="1360080" y="109041"/>
                </a:lnTo>
                <a:lnTo>
                  <a:pt x="1359674" y="109289"/>
                </a:lnTo>
                <a:lnTo>
                  <a:pt x="1359257" y="109524"/>
                </a:lnTo>
                <a:lnTo>
                  <a:pt x="1358827" y="109747"/>
                </a:lnTo>
                <a:lnTo>
                  <a:pt x="1358385" y="109958"/>
                </a:lnTo>
                <a:lnTo>
                  <a:pt x="1357930" y="110157"/>
                </a:lnTo>
                <a:lnTo>
                  <a:pt x="1357463" y="110344"/>
                </a:lnTo>
                <a:lnTo>
                  <a:pt x="1356984" y="110519"/>
                </a:lnTo>
                <a:lnTo>
                  <a:pt x="1356492" y="110682"/>
                </a:lnTo>
                <a:lnTo>
                  <a:pt x="1355988" y="110833"/>
                </a:lnTo>
                <a:lnTo>
                  <a:pt x="1355472" y="110971"/>
                </a:lnTo>
                <a:lnTo>
                  <a:pt x="1354944" y="111098"/>
                </a:lnTo>
                <a:lnTo>
                  <a:pt x="1354403" y="111213"/>
                </a:lnTo>
                <a:lnTo>
                  <a:pt x="1353849" y="111315"/>
                </a:lnTo>
                <a:lnTo>
                  <a:pt x="1353284" y="111406"/>
                </a:lnTo>
                <a:lnTo>
                  <a:pt x="1352706" y="111484"/>
                </a:lnTo>
                <a:lnTo>
                  <a:pt x="1352116" y="111550"/>
                </a:lnTo>
                <a:lnTo>
                  <a:pt x="1351513" y="111605"/>
                </a:lnTo>
                <a:lnTo>
                  <a:pt x="1350898" y="111647"/>
                </a:lnTo>
                <a:lnTo>
                  <a:pt x="1350271" y="111677"/>
                </a:lnTo>
                <a:lnTo>
                  <a:pt x="1349631" y="111695"/>
                </a:lnTo>
                <a:lnTo>
                  <a:pt x="1348979" y="111701"/>
                </a:lnTo>
                <a:lnTo>
                  <a:pt x="1342026" y="111701"/>
                </a:lnTo>
                <a:lnTo>
                  <a:pt x="1341387" y="111695"/>
                </a:lnTo>
                <a:lnTo>
                  <a:pt x="1340760" y="111678"/>
                </a:lnTo>
                <a:lnTo>
                  <a:pt x="1340145" y="111648"/>
                </a:lnTo>
                <a:lnTo>
                  <a:pt x="1339542" y="111607"/>
                </a:lnTo>
                <a:lnTo>
                  <a:pt x="1338951" y="111554"/>
                </a:lnTo>
                <a:lnTo>
                  <a:pt x="1338373" y="111489"/>
                </a:lnTo>
                <a:lnTo>
                  <a:pt x="1337806" y="111412"/>
                </a:lnTo>
                <a:lnTo>
                  <a:pt x="1337251" y="111324"/>
                </a:lnTo>
                <a:lnTo>
                  <a:pt x="1336709" y="111224"/>
                </a:lnTo>
                <a:lnTo>
                  <a:pt x="1336178" y="111112"/>
                </a:lnTo>
                <a:lnTo>
                  <a:pt x="1335660" y="110988"/>
                </a:lnTo>
                <a:lnTo>
                  <a:pt x="1335153" y="110852"/>
                </a:lnTo>
                <a:lnTo>
                  <a:pt x="1334659" y="110705"/>
                </a:lnTo>
                <a:lnTo>
                  <a:pt x="1334177" y="110545"/>
                </a:lnTo>
                <a:lnTo>
                  <a:pt x="1333707" y="110374"/>
                </a:lnTo>
                <a:lnTo>
                  <a:pt x="1333249" y="110192"/>
                </a:lnTo>
                <a:lnTo>
                  <a:pt x="1332802" y="109997"/>
                </a:lnTo>
                <a:lnTo>
                  <a:pt x="1332368" y="109791"/>
                </a:lnTo>
                <a:lnTo>
                  <a:pt x="1331947" y="109572"/>
                </a:lnTo>
                <a:lnTo>
                  <a:pt x="1331537" y="109342"/>
                </a:lnTo>
                <a:lnTo>
                  <a:pt x="1331139" y="109101"/>
                </a:lnTo>
                <a:lnTo>
                  <a:pt x="1330753" y="108847"/>
                </a:lnTo>
                <a:lnTo>
                  <a:pt x="1330379" y="108582"/>
                </a:lnTo>
                <a:lnTo>
                  <a:pt x="1330018" y="108304"/>
                </a:lnTo>
                <a:lnTo>
                  <a:pt x="1329670" y="108017"/>
                </a:lnTo>
                <a:lnTo>
                  <a:pt x="1329337" y="107720"/>
                </a:lnTo>
                <a:lnTo>
                  <a:pt x="1329018" y="107414"/>
                </a:lnTo>
                <a:lnTo>
                  <a:pt x="1328715" y="107100"/>
                </a:lnTo>
                <a:lnTo>
                  <a:pt x="1328426" y="106776"/>
                </a:lnTo>
                <a:lnTo>
                  <a:pt x="1328152" y="106443"/>
                </a:lnTo>
                <a:lnTo>
                  <a:pt x="1327893" y="106101"/>
                </a:lnTo>
                <a:lnTo>
                  <a:pt x="1327648" y="105750"/>
                </a:lnTo>
                <a:lnTo>
                  <a:pt x="1327419" y="105390"/>
                </a:lnTo>
                <a:lnTo>
                  <a:pt x="1327204" y="105021"/>
                </a:lnTo>
                <a:lnTo>
                  <a:pt x="1327004" y="104643"/>
                </a:lnTo>
                <a:lnTo>
                  <a:pt x="1326819" y="104256"/>
                </a:lnTo>
                <a:lnTo>
                  <a:pt x="1326649" y="103860"/>
                </a:lnTo>
                <a:lnTo>
                  <a:pt x="1326493" y="103455"/>
                </a:lnTo>
                <a:lnTo>
                  <a:pt x="1326353" y="103040"/>
                </a:lnTo>
                <a:lnTo>
                  <a:pt x="1326227" y="102617"/>
                </a:lnTo>
                <a:lnTo>
                  <a:pt x="1326116" y="102185"/>
                </a:lnTo>
                <a:lnTo>
                  <a:pt x="1326020" y="101743"/>
                </a:lnTo>
                <a:lnTo>
                  <a:pt x="1325938" y="101293"/>
                </a:lnTo>
                <a:lnTo>
                  <a:pt x="1325871" y="100833"/>
                </a:lnTo>
                <a:lnTo>
                  <a:pt x="1325820" y="100365"/>
                </a:lnTo>
                <a:lnTo>
                  <a:pt x="1325783" y="99887"/>
                </a:lnTo>
                <a:lnTo>
                  <a:pt x="1325760" y="99400"/>
                </a:lnTo>
                <a:lnTo>
                  <a:pt x="1325753" y="98905"/>
                </a:lnTo>
                <a:lnTo>
                  <a:pt x="1311534" y="98905"/>
                </a:lnTo>
                <a:lnTo>
                  <a:pt x="1311540" y="99572"/>
                </a:lnTo>
                <a:lnTo>
                  <a:pt x="1311559" y="100230"/>
                </a:lnTo>
                <a:lnTo>
                  <a:pt x="1311589" y="100881"/>
                </a:lnTo>
                <a:lnTo>
                  <a:pt x="1311633" y="101522"/>
                </a:lnTo>
                <a:lnTo>
                  <a:pt x="1311688" y="102155"/>
                </a:lnTo>
                <a:lnTo>
                  <a:pt x="1311756" y="102780"/>
                </a:lnTo>
                <a:lnTo>
                  <a:pt x="1311836" y="103396"/>
                </a:lnTo>
                <a:lnTo>
                  <a:pt x="1311929" y="104004"/>
                </a:lnTo>
                <a:lnTo>
                  <a:pt x="1312034" y="104603"/>
                </a:lnTo>
                <a:lnTo>
                  <a:pt x="1312151" y="105194"/>
                </a:lnTo>
                <a:lnTo>
                  <a:pt x="1312280" y="105776"/>
                </a:lnTo>
                <a:lnTo>
                  <a:pt x="1312422" y="106350"/>
                </a:lnTo>
                <a:lnTo>
                  <a:pt x="1312576" y="106915"/>
                </a:lnTo>
                <a:lnTo>
                  <a:pt x="1312743" y="107472"/>
                </a:lnTo>
                <a:lnTo>
                  <a:pt x="1312922" y="108020"/>
                </a:lnTo>
                <a:lnTo>
                  <a:pt x="1313113" y="108560"/>
                </a:lnTo>
                <a:lnTo>
                  <a:pt x="1313317" y="109091"/>
                </a:lnTo>
                <a:lnTo>
                  <a:pt x="1313533" y="109614"/>
                </a:lnTo>
                <a:lnTo>
                  <a:pt x="1313761" y="110128"/>
                </a:lnTo>
                <a:lnTo>
                  <a:pt x="1314002" y="110634"/>
                </a:lnTo>
                <a:lnTo>
                  <a:pt x="1314255" y="111131"/>
                </a:lnTo>
                <a:lnTo>
                  <a:pt x="1314520" y="111620"/>
                </a:lnTo>
                <a:lnTo>
                  <a:pt x="1314797" y="112100"/>
                </a:lnTo>
                <a:lnTo>
                  <a:pt x="1315087" y="112572"/>
                </a:lnTo>
                <a:lnTo>
                  <a:pt x="1315390" y="113034"/>
                </a:lnTo>
                <a:lnTo>
                  <a:pt x="1315703" y="113488"/>
                </a:lnTo>
                <a:lnTo>
                  <a:pt x="1316028" y="113932"/>
                </a:lnTo>
                <a:lnTo>
                  <a:pt x="1316365" y="114366"/>
                </a:lnTo>
                <a:lnTo>
                  <a:pt x="1316713" y="114792"/>
                </a:lnTo>
                <a:lnTo>
                  <a:pt x="1317073" y="115208"/>
                </a:lnTo>
                <a:lnTo>
                  <a:pt x="1317444" y="115614"/>
                </a:lnTo>
                <a:lnTo>
                  <a:pt x="1317826" y="116012"/>
                </a:lnTo>
                <a:lnTo>
                  <a:pt x="1318221" y="116400"/>
                </a:lnTo>
                <a:lnTo>
                  <a:pt x="1318626" y="116779"/>
                </a:lnTo>
                <a:lnTo>
                  <a:pt x="1319043" y="117148"/>
                </a:lnTo>
                <a:lnTo>
                  <a:pt x="1319472" y="117508"/>
                </a:lnTo>
                <a:lnTo>
                  <a:pt x="1319912" y="117859"/>
                </a:lnTo>
                <a:lnTo>
                  <a:pt x="1320364" y="118201"/>
                </a:lnTo>
                <a:lnTo>
                  <a:pt x="1320827" y="118533"/>
                </a:lnTo>
                <a:lnTo>
                  <a:pt x="1321302" y="118856"/>
                </a:lnTo>
                <a:lnTo>
                  <a:pt x="1321788" y="119169"/>
                </a:lnTo>
                <a:lnTo>
                  <a:pt x="1322286" y="119474"/>
                </a:lnTo>
                <a:lnTo>
                  <a:pt x="1322795" y="119769"/>
                </a:lnTo>
                <a:lnTo>
                  <a:pt x="1323316" y="120054"/>
                </a:lnTo>
                <a:lnTo>
                  <a:pt x="1323848" y="120331"/>
                </a:lnTo>
                <a:lnTo>
                  <a:pt x="1324392" y="120597"/>
                </a:lnTo>
                <a:lnTo>
                  <a:pt x="1324947" y="120855"/>
                </a:lnTo>
                <a:lnTo>
                  <a:pt x="1325514" y="121104"/>
                </a:lnTo>
                <a:lnTo>
                  <a:pt x="1326092" y="121342"/>
                </a:lnTo>
                <a:lnTo>
                  <a:pt x="1326679" y="121570"/>
                </a:lnTo>
                <a:lnTo>
                  <a:pt x="1327276" y="121788"/>
                </a:lnTo>
                <a:lnTo>
                  <a:pt x="1327882" y="121996"/>
                </a:lnTo>
                <a:lnTo>
                  <a:pt x="1328498" y="122194"/>
                </a:lnTo>
                <a:lnTo>
                  <a:pt x="1329124" y="122382"/>
                </a:lnTo>
                <a:lnTo>
                  <a:pt x="1329759" y="122559"/>
                </a:lnTo>
                <a:lnTo>
                  <a:pt x="1330404" y="122727"/>
                </a:lnTo>
                <a:lnTo>
                  <a:pt x="1331058" y="122884"/>
                </a:lnTo>
                <a:lnTo>
                  <a:pt x="1331722" y="123031"/>
                </a:lnTo>
                <a:lnTo>
                  <a:pt x="1332396" y="123168"/>
                </a:lnTo>
                <a:lnTo>
                  <a:pt x="1333079" y="123295"/>
                </a:lnTo>
                <a:lnTo>
                  <a:pt x="1333772" y="123412"/>
                </a:lnTo>
                <a:lnTo>
                  <a:pt x="1334474" y="123518"/>
                </a:lnTo>
                <a:lnTo>
                  <a:pt x="1335186" y="123615"/>
                </a:lnTo>
                <a:lnTo>
                  <a:pt x="1335908" y="123701"/>
                </a:lnTo>
                <a:lnTo>
                  <a:pt x="1336639" y="123777"/>
                </a:lnTo>
                <a:lnTo>
                  <a:pt x="1337380" y="123843"/>
                </a:lnTo>
                <a:lnTo>
                  <a:pt x="1338130" y="123899"/>
                </a:lnTo>
                <a:lnTo>
                  <a:pt x="1338890" y="123944"/>
                </a:lnTo>
                <a:lnTo>
                  <a:pt x="1339660" y="123980"/>
                </a:lnTo>
                <a:lnTo>
                  <a:pt x="1340439" y="124005"/>
                </a:lnTo>
                <a:lnTo>
                  <a:pt x="1341228" y="124020"/>
                </a:lnTo>
                <a:lnTo>
                  <a:pt x="1342026" y="124025"/>
                </a:lnTo>
                <a:lnTo>
                  <a:pt x="1348979" y="124025"/>
                </a:lnTo>
                <a:lnTo>
                  <a:pt x="1350179" y="124014"/>
                </a:lnTo>
                <a:lnTo>
                  <a:pt x="1351356" y="123979"/>
                </a:lnTo>
                <a:lnTo>
                  <a:pt x="1352510" y="123921"/>
                </a:lnTo>
                <a:lnTo>
                  <a:pt x="1353642" y="123839"/>
                </a:lnTo>
                <a:close/>
                <a:moveTo>
                  <a:pt x="1443577" y="123847"/>
                </a:moveTo>
                <a:lnTo>
                  <a:pt x="1444393" y="123769"/>
                </a:lnTo>
                <a:lnTo>
                  <a:pt x="1445200" y="123676"/>
                </a:lnTo>
                <a:lnTo>
                  <a:pt x="1445997" y="123569"/>
                </a:lnTo>
                <a:lnTo>
                  <a:pt x="1446784" y="123448"/>
                </a:lnTo>
                <a:lnTo>
                  <a:pt x="1447562" y="123312"/>
                </a:lnTo>
                <a:lnTo>
                  <a:pt x="1448330" y="123162"/>
                </a:lnTo>
                <a:lnTo>
                  <a:pt x="1449088" y="122998"/>
                </a:lnTo>
                <a:lnTo>
                  <a:pt x="1449837" y="122820"/>
                </a:lnTo>
                <a:lnTo>
                  <a:pt x="1450577" y="122628"/>
                </a:lnTo>
                <a:lnTo>
                  <a:pt x="1451306" y="122421"/>
                </a:lnTo>
                <a:lnTo>
                  <a:pt x="1452026" y="122200"/>
                </a:lnTo>
                <a:lnTo>
                  <a:pt x="1452737" y="121964"/>
                </a:lnTo>
                <a:lnTo>
                  <a:pt x="1453438" y="121715"/>
                </a:lnTo>
                <a:lnTo>
                  <a:pt x="1454129" y="121451"/>
                </a:lnTo>
                <a:lnTo>
                  <a:pt x="1454811" y="121173"/>
                </a:lnTo>
                <a:lnTo>
                  <a:pt x="1455483" y="120880"/>
                </a:lnTo>
                <a:lnTo>
                  <a:pt x="1456145" y="120574"/>
                </a:lnTo>
                <a:lnTo>
                  <a:pt x="1456798" y="120253"/>
                </a:lnTo>
                <a:lnTo>
                  <a:pt x="1457441" y="119917"/>
                </a:lnTo>
                <a:lnTo>
                  <a:pt x="1458074" y="119569"/>
                </a:lnTo>
                <a:lnTo>
                  <a:pt x="1458695" y="119207"/>
                </a:lnTo>
                <a:lnTo>
                  <a:pt x="1459303" y="118832"/>
                </a:lnTo>
                <a:lnTo>
                  <a:pt x="1459899" y="118445"/>
                </a:lnTo>
                <a:lnTo>
                  <a:pt x="1460484" y="118045"/>
                </a:lnTo>
                <a:lnTo>
                  <a:pt x="1461056" y="117631"/>
                </a:lnTo>
                <a:lnTo>
                  <a:pt x="1461616" y="117205"/>
                </a:lnTo>
                <a:lnTo>
                  <a:pt x="1462164" y="116766"/>
                </a:lnTo>
                <a:lnTo>
                  <a:pt x="1462700" y="116314"/>
                </a:lnTo>
                <a:lnTo>
                  <a:pt x="1463224" y="115849"/>
                </a:lnTo>
                <a:lnTo>
                  <a:pt x="1463736" y="115372"/>
                </a:lnTo>
                <a:lnTo>
                  <a:pt x="1464236" y="114881"/>
                </a:lnTo>
                <a:lnTo>
                  <a:pt x="1464724" y="114378"/>
                </a:lnTo>
                <a:lnTo>
                  <a:pt x="1465200" y="113861"/>
                </a:lnTo>
                <a:lnTo>
                  <a:pt x="1465663" y="113332"/>
                </a:lnTo>
                <a:lnTo>
                  <a:pt x="1466115" y="112790"/>
                </a:lnTo>
                <a:lnTo>
                  <a:pt x="1466554" y="112235"/>
                </a:lnTo>
                <a:lnTo>
                  <a:pt x="1466982" y="111667"/>
                </a:lnTo>
                <a:lnTo>
                  <a:pt x="1467397" y="111086"/>
                </a:lnTo>
                <a:lnTo>
                  <a:pt x="1467801" y="110492"/>
                </a:lnTo>
                <a:lnTo>
                  <a:pt x="1468192" y="109886"/>
                </a:lnTo>
                <a:lnTo>
                  <a:pt x="1468571" y="109266"/>
                </a:lnTo>
                <a:lnTo>
                  <a:pt x="1468938" y="108634"/>
                </a:lnTo>
                <a:lnTo>
                  <a:pt x="1469293" y="107989"/>
                </a:lnTo>
                <a:lnTo>
                  <a:pt x="1469635" y="107331"/>
                </a:lnTo>
                <a:lnTo>
                  <a:pt x="1469962" y="106664"/>
                </a:lnTo>
                <a:lnTo>
                  <a:pt x="1470274" y="105985"/>
                </a:lnTo>
                <a:lnTo>
                  <a:pt x="1470573" y="105296"/>
                </a:lnTo>
                <a:lnTo>
                  <a:pt x="1470856" y="104596"/>
                </a:lnTo>
                <a:lnTo>
                  <a:pt x="1471125" y="103886"/>
                </a:lnTo>
                <a:lnTo>
                  <a:pt x="1471380" y="103164"/>
                </a:lnTo>
                <a:lnTo>
                  <a:pt x="1471619" y="102432"/>
                </a:lnTo>
                <a:lnTo>
                  <a:pt x="1471845" y="101690"/>
                </a:lnTo>
                <a:lnTo>
                  <a:pt x="1472056" y="100936"/>
                </a:lnTo>
                <a:lnTo>
                  <a:pt x="1472252" y="100172"/>
                </a:lnTo>
                <a:lnTo>
                  <a:pt x="1472434" y="99398"/>
                </a:lnTo>
                <a:lnTo>
                  <a:pt x="1472601" y="98612"/>
                </a:lnTo>
                <a:lnTo>
                  <a:pt x="1472754" y="97816"/>
                </a:lnTo>
                <a:lnTo>
                  <a:pt x="1472892" y="97009"/>
                </a:lnTo>
                <a:lnTo>
                  <a:pt x="1473015" y="96192"/>
                </a:lnTo>
                <a:lnTo>
                  <a:pt x="1473124" y="95363"/>
                </a:lnTo>
                <a:lnTo>
                  <a:pt x="1473219" y="94524"/>
                </a:lnTo>
                <a:lnTo>
                  <a:pt x="1473299" y="93675"/>
                </a:lnTo>
                <a:lnTo>
                  <a:pt x="1473364" y="92814"/>
                </a:lnTo>
                <a:lnTo>
                  <a:pt x="1473415" y="91943"/>
                </a:lnTo>
                <a:lnTo>
                  <a:pt x="1473452" y="91062"/>
                </a:lnTo>
                <a:lnTo>
                  <a:pt x="1473473" y="90169"/>
                </a:lnTo>
                <a:lnTo>
                  <a:pt x="1473481" y="89266"/>
                </a:lnTo>
                <a:lnTo>
                  <a:pt x="1473481" y="69360"/>
                </a:lnTo>
                <a:lnTo>
                  <a:pt x="1473473" y="68444"/>
                </a:lnTo>
                <a:lnTo>
                  <a:pt x="1473452" y="67539"/>
                </a:lnTo>
                <a:lnTo>
                  <a:pt x="1473415" y="66646"/>
                </a:lnTo>
                <a:lnTo>
                  <a:pt x="1473364" y="65765"/>
                </a:lnTo>
                <a:lnTo>
                  <a:pt x="1473299" y="64895"/>
                </a:lnTo>
                <a:lnTo>
                  <a:pt x="1473219" y="64037"/>
                </a:lnTo>
                <a:lnTo>
                  <a:pt x="1473124" y="63190"/>
                </a:lnTo>
                <a:lnTo>
                  <a:pt x="1473015" y="62355"/>
                </a:lnTo>
                <a:lnTo>
                  <a:pt x="1472892" y="61531"/>
                </a:lnTo>
                <a:lnTo>
                  <a:pt x="1472754" y="60719"/>
                </a:lnTo>
                <a:lnTo>
                  <a:pt x="1472601" y="59918"/>
                </a:lnTo>
                <a:lnTo>
                  <a:pt x="1472434" y="59129"/>
                </a:lnTo>
                <a:lnTo>
                  <a:pt x="1472252" y="58351"/>
                </a:lnTo>
                <a:lnTo>
                  <a:pt x="1472056" y="57585"/>
                </a:lnTo>
                <a:lnTo>
                  <a:pt x="1471845" y="56830"/>
                </a:lnTo>
                <a:lnTo>
                  <a:pt x="1471619" y="56087"/>
                </a:lnTo>
                <a:lnTo>
                  <a:pt x="1471380" y="55356"/>
                </a:lnTo>
                <a:lnTo>
                  <a:pt x="1471125" y="54636"/>
                </a:lnTo>
                <a:lnTo>
                  <a:pt x="1470856" y="53927"/>
                </a:lnTo>
                <a:lnTo>
                  <a:pt x="1470573" y="53230"/>
                </a:lnTo>
                <a:lnTo>
                  <a:pt x="1470274" y="52545"/>
                </a:lnTo>
                <a:lnTo>
                  <a:pt x="1469962" y="51871"/>
                </a:lnTo>
                <a:lnTo>
                  <a:pt x="1469635" y="51209"/>
                </a:lnTo>
                <a:lnTo>
                  <a:pt x="1469293" y="50558"/>
                </a:lnTo>
                <a:lnTo>
                  <a:pt x="1468938" y="49919"/>
                </a:lnTo>
                <a:lnTo>
                  <a:pt x="1468571" y="49293"/>
                </a:lnTo>
                <a:lnTo>
                  <a:pt x="1468193" y="48679"/>
                </a:lnTo>
                <a:lnTo>
                  <a:pt x="1467803" y="48078"/>
                </a:lnTo>
                <a:lnTo>
                  <a:pt x="1467401" y="47490"/>
                </a:lnTo>
                <a:lnTo>
                  <a:pt x="1466987" y="46914"/>
                </a:lnTo>
                <a:lnTo>
                  <a:pt x="1466561" y="46351"/>
                </a:lnTo>
                <a:lnTo>
                  <a:pt x="1466124" y="45801"/>
                </a:lnTo>
                <a:lnTo>
                  <a:pt x="1465675" y="45263"/>
                </a:lnTo>
                <a:lnTo>
                  <a:pt x="1465214" y="44737"/>
                </a:lnTo>
                <a:lnTo>
                  <a:pt x="1464741" y="44225"/>
                </a:lnTo>
                <a:lnTo>
                  <a:pt x="1464256" y="43725"/>
                </a:lnTo>
                <a:lnTo>
                  <a:pt x="1463760" y="43237"/>
                </a:lnTo>
                <a:lnTo>
                  <a:pt x="1463252" y="42763"/>
                </a:lnTo>
                <a:lnTo>
                  <a:pt x="1462732" y="42300"/>
                </a:lnTo>
                <a:lnTo>
                  <a:pt x="1462200" y="41851"/>
                </a:lnTo>
                <a:lnTo>
                  <a:pt x="1461656" y="41414"/>
                </a:lnTo>
                <a:lnTo>
                  <a:pt x="1461101" y="40989"/>
                </a:lnTo>
                <a:lnTo>
                  <a:pt x="1460534" y="40578"/>
                </a:lnTo>
                <a:lnTo>
                  <a:pt x="1459955" y="40179"/>
                </a:lnTo>
                <a:lnTo>
                  <a:pt x="1459364" y="39792"/>
                </a:lnTo>
                <a:lnTo>
                  <a:pt x="1458761" y="39418"/>
                </a:lnTo>
                <a:lnTo>
                  <a:pt x="1458147" y="39057"/>
                </a:lnTo>
                <a:lnTo>
                  <a:pt x="1457521" y="38708"/>
                </a:lnTo>
                <a:lnTo>
                  <a:pt x="1456884" y="38373"/>
                </a:lnTo>
                <a:lnTo>
                  <a:pt x="1456236" y="38052"/>
                </a:lnTo>
                <a:lnTo>
                  <a:pt x="1455578" y="37746"/>
                </a:lnTo>
                <a:lnTo>
                  <a:pt x="1454910" y="37453"/>
                </a:lnTo>
                <a:lnTo>
                  <a:pt x="1454231" y="37175"/>
                </a:lnTo>
                <a:lnTo>
                  <a:pt x="1453542" y="36911"/>
                </a:lnTo>
                <a:lnTo>
                  <a:pt x="1452842" y="36661"/>
                </a:lnTo>
                <a:lnTo>
                  <a:pt x="1452132" y="36426"/>
                </a:lnTo>
                <a:lnTo>
                  <a:pt x="1451412" y="36205"/>
                </a:lnTo>
                <a:lnTo>
                  <a:pt x="1450681" y="35998"/>
                </a:lnTo>
                <a:lnTo>
                  <a:pt x="1449940" y="35806"/>
                </a:lnTo>
                <a:lnTo>
                  <a:pt x="1449188" y="35627"/>
                </a:lnTo>
                <a:lnTo>
                  <a:pt x="1448426" y="35463"/>
                </a:lnTo>
                <a:lnTo>
                  <a:pt x="1447653" y="35314"/>
                </a:lnTo>
                <a:lnTo>
                  <a:pt x="1446870" y="35178"/>
                </a:lnTo>
                <a:lnTo>
                  <a:pt x="1446076" y="35057"/>
                </a:lnTo>
                <a:lnTo>
                  <a:pt x="1445272" y="34950"/>
                </a:lnTo>
                <a:lnTo>
                  <a:pt x="1444458" y="34857"/>
                </a:lnTo>
                <a:lnTo>
                  <a:pt x="1443633" y="34779"/>
                </a:lnTo>
                <a:lnTo>
                  <a:pt x="1442798" y="34714"/>
                </a:lnTo>
                <a:lnTo>
                  <a:pt x="1441952" y="34665"/>
                </a:lnTo>
                <a:lnTo>
                  <a:pt x="1441096" y="34629"/>
                </a:lnTo>
                <a:lnTo>
                  <a:pt x="1440230" y="34607"/>
                </a:lnTo>
                <a:lnTo>
                  <a:pt x="1439353" y="34600"/>
                </a:lnTo>
                <a:lnTo>
                  <a:pt x="1438489" y="34607"/>
                </a:lnTo>
                <a:lnTo>
                  <a:pt x="1437634" y="34629"/>
                </a:lnTo>
                <a:lnTo>
                  <a:pt x="1436789" y="34665"/>
                </a:lnTo>
                <a:lnTo>
                  <a:pt x="1435953" y="34714"/>
                </a:lnTo>
                <a:lnTo>
                  <a:pt x="1435127" y="34779"/>
                </a:lnTo>
                <a:lnTo>
                  <a:pt x="1434311" y="34857"/>
                </a:lnTo>
                <a:lnTo>
                  <a:pt x="1433504" y="34950"/>
                </a:lnTo>
                <a:lnTo>
                  <a:pt x="1432707" y="35057"/>
                </a:lnTo>
                <a:lnTo>
                  <a:pt x="1431920" y="35178"/>
                </a:lnTo>
                <a:lnTo>
                  <a:pt x="1431142" y="35314"/>
                </a:lnTo>
                <a:lnTo>
                  <a:pt x="1430374" y="35463"/>
                </a:lnTo>
                <a:lnTo>
                  <a:pt x="1429615" y="35627"/>
                </a:lnTo>
                <a:lnTo>
                  <a:pt x="1428866" y="35806"/>
                </a:lnTo>
                <a:lnTo>
                  <a:pt x="1428126" y="35998"/>
                </a:lnTo>
                <a:lnTo>
                  <a:pt x="1427396" y="36205"/>
                </a:lnTo>
                <a:lnTo>
                  <a:pt x="1426676" y="36426"/>
                </a:lnTo>
                <a:lnTo>
                  <a:pt x="1425965" y="36661"/>
                </a:lnTo>
                <a:lnTo>
                  <a:pt x="1425264" y="36911"/>
                </a:lnTo>
                <a:lnTo>
                  <a:pt x="1424573" y="37175"/>
                </a:lnTo>
                <a:lnTo>
                  <a:pt x="1423891" y="37453"/>
                </a:lnTo>
                <a:lnTo>
                  <a:pt x="1423219" y="37746"/>
                </a:lnTo>
                <a:lnTo>
                  <a:pt x="1422556" y="38052"/>
                </a:lnTo>
                <a:lnTo>
                  <a:pt x="1421903" y="38373"/>
                </a:lnTo>
                <a:lnTo>
                  <a:pt x="1421259" y="38708"/>
                </a:lnTo>
                <a:lnTo>
                  <a:pt x="1420627" y="39057"/>
                </a:lnTo>
                <a:lnTo>
                  <a:pt x="1420007" y="39418"/>
                </a:lnTo>
                <a:lnTo>
                  <a:pt x="1419398" y="39792"/>
                </a:lnTo>
                <a:lnTo>
                  <a:pt x="1418802" y="40179"/>
                </a:lnTo>
                <a:lnTo>
                  <a:pt x="1418218" y="40578"/>
                </a:lnTo>
                <a:lnTo>
                  <a:pt x="1417646" y="40989"/>
                </a:lnTo>
                <a:lnTo>
                  <a:pt x="1417086" y="41414"/>
                </a:lnTo>
                <a:lnTo>
                  <a:pt x="1416538" y="41851"/>
                </a:lnTo>
                <a:lnTo>
                  <a:pt x="1416002" y="42300"/>
                </a:lnTo>
                <a:lnTo>
                  <a:pt x="1415478" y="42763"/>
                </a:lnTo>
                <a:lnTo>
                  <a:pt x="1414966" y="43237"/>
                </a:lnTo>
                <a:lnTo>
                  <a:pt x="1414466" y="43725"/>
                </a:lnTo>
                <a:lnTo>
                  <a:pt x="1413979" y="44225"/>
                </a:lnTo>
                <a:lnTo>
                  <a:pt x="1413503" y="44737"/>
                </a:lnTo>
                <a:lnTo>
                  <a:pt x="1413039" y="45263"/>
                </a:lnTo>
                <a:lnTo>
                  <a:pt x="1412588" y="45801"/>
                </a:lnTo>
                <a:lnTo>
                  <a:pt x="1412149" y="46351"/>
                </a:lnTo>
                <a:lnTo>
                  <a:pt x="1411721" y="46914"/>
                </a:lnTo>
                <a:lnTo>
                  <a:pt x="1411306" y="47490"/>
                </a:lnTo>
                <a:lnTo>
                  <a:pt x="1410903" y="48078"/>
                </a:lnTo>
                <a:lnTo>
                  <a:pt x="1410511" y="48679"/>
                </a:lnTo>
                <a:lnTo>
                  <a:pt x="1410132" y="49293"/>
                </a:lnTo>
                <a:lnTo>
                  <a:pt x="1409765" y="49919"/>
                </a:lnTo>
                <a:lnTo>
                  <a:pt x="1409410" y="50558"/>
                </a:lnTo>
                <a:lnTo>
                  <a:pt x="1409069" y="51209"/>
                </a:lnTo>
                <a:lnTo>
                  <a:pt x="1408742" y="51871"/>
                </a:lnTo>
                <a:lnTo>
                  <a:pt x="1408429" y="52545"/>
                </a:lnTo>
                <a:lnTo>
                  <a:pt x="1408131" y="53230"/>
                </a:lnTo>
                <a:lnTo>
                  <a:pt x="1407848" y="53927"/>
                </a:lnTo>
                <a:lnTo>
                  <a:pt x="1407579" y="54636"/>
                </a:lnTo>
                <a:lnTo>
                  <a:pt x="1407325" y="55356"/>
                </a:lnTo>
                <a:lnTo>
                  <a:pt x="1407085" y="56087"/>
                </a:lnTo>
                <a:lnTo>
                  <a:pt x="1406860" y="56830"/>
                </a:lnTo>
                <a:lnTo>
                  <a:pt x="1406649" y="57585"/>
                </a:lnTo>
                <a:lnTo>
                  <a:pt x="1406453" y="58351"/>
                </a:lnTo>
                <a:lnTo>
                  <a:pt x="1406271" y="59129"/>
                </a:lnTo>
                <a:lnTo>
                  <a:pt x="1406104" y="59918"/>
                </a:lnTo>
                <a:lnTo>
                  <a:pt x="1405952" y="60719"/>
                </a:lnTo>
                <a:lnTo>
                  <a:pt x="1405814" y="61531"/>
                </a:lnTo>
                <a:lnTo>
                  <a:pt x="1405690" y="62355"/>
                </a:lnTo>
                <a:lnTo>
                  <a:pt x="1405581" y="63190"/>
                </a:lnTo>
                <a:lnTo>
                  <a:pt x="1405487" y="64037"/>
                </a:lnTo>
                <a:lnTo>
                  <a:pt x="1405407" y="64895"/>
                </a:lnTo>
                <a:lnTo>
                  <a:pt x="1405341" y="65765"/>
                </a:lnTo>
                <a:lnTo>
                  <a:pt x="1405290" y="66646"/>
                </a:lnTo>
                <a:lnTo>
                  <a:pt x="1405254" y="67539"/>
                </a:lnTo>
                <a:lnTo>
                  <a:pt x="1405232" y="68444"/>
                </a:lnTo>
                <a:lnTo>
                  <a:pt x="1405225" y="69360"/>
                </a:lnTo>
                <a:lnTo>
                  <a:pt x="1405225" y="89266"/>
                </a:lnTo>
                <a:lnTo>
                  <a:pt x="1405232" y="90169"/>
                </a:lnTo>
                <a:lnTo>
                  <a:pt x="1405254" y="91062"/>
                </a:lnTo>
                <a:lnTo>
                  <a:pt x="1405290" y="91943"/>
                </a:lnTo>
                <a:lnTo>
                  <a:pt x="1405341" y="92814"/>
                </a:lnTo>
                <a:lnTo>
                  <a:pt x="1405407" y="93675"/>
                </a:lnTo>
                <a:lnTo>
                  <a:pt x="1405487" y="94524"/>
                </a:lnTo>
                <a:lnTo>
                  <a:pt x="1405581" y="95363"/>
                </a:lnTo>
                <a:lnTo>
                  <a:pt x="1405690" y="96192"/>
                </a:lnTo>
                <a:lnTo>
                  <a:pt x="1405814" y="97009"/>
                </a:lnTo>
                <a:lnTo>
                  <a:pt x="1405952" y="97816"/>
                </a:lnTo>
                <a:lnTo>
                  <a:pt x="1406104" y="98612"/>
                </a:lnTo>
                <a:lnTo>
                  <a:pt x="1406271" y="99398"/>
                </a:lnTo>
                <a:lnTo>
                  <a:pt x="1406453" y="100172"/>
                </a:lnTo>
                <a:lnTo>
                  <a:pt x="1406649" y="100936"/>
                </a:lnTo>
                <a:lnTo>
                  <a:pt x="1406860" y="101690"/>
                </a:lnTo>
                <a:lnTo>
                  <a:pt x="1407085" y="102432"/>
                </a:lnTo>
                <a:lnTo>
                  <a:pt x="1407325" y="103164"/>
                </a:lnTo>
                <a:lnTo>
                  <a:pt x="1407579" y="103886"/>
                </a:lnTo>
                <a:lnTo>
                  <a:pt x="1407848" y="104596"/>
                </a:lnTo>
                <a:lnTo>
                  <a:pt x="1408131" y="105296"/>
                </a:lnTo>
                <a:lnTo>
                  <a:pt x="1408429" y="105985"/>
                </a:lnTo>
                <a:lnTo>
                  <a:pt x="1408742" y="106664"/>
                </a:lnTo>
                <a:lnTo>
                  <a:pt x="1409069" y="107331"/>
                </a:lnTo>
                <a:lnTo>
                  <a:pt x="1409410" y="107989"/>
                </a:lnTo>
                <a:lnTo>
                  <a:pt x="1409765" y="108634"/>
                </a:lnTo>
                <a:lnTo>
                  <a:pt x="1410132" y="109266"/>
                </a:lnTo>
                <a:lnTo>
                  <a:pt x="1410511" y="109886"/>
                </a:lnTo>
                <a:lnTo>
                  <a:pt x="1410903" y="110492"/>
                </a:lnTo>
                <a:lnTo>
                  <a:pt x="1411306" y="111086"/>
                </a:lnTo>
                <a:lnTo>
                  <a:pt x="1411721" y="111667"/>
                </a:lnTo>
                <a:lnTo>
                  <a:pt x="1412149" y="112235"/>
                </a:lnTo>
                <a:lnTo>
                  <a:pt x="1412588" y="112790"/>
                </a:lnTo>
                <a:lnTo>
                  <a:pt x="1413039" y="113332"/>
                </a:lnTo>
                <a:lnTo>
                  <a:pt x="1413503" y="113861"/>
                </a:lnTo>
                <a:lnTo>
                  <a:pt x="1413979" y="114378"/>
                </a:lnTo>
                <a:lnTo>
                  <a:pt x="1414466" y="114881"/>
                </a:lnTo>
                <a:lnTo>
                  <a:pt x="1414966" y="115372"/>
                </a:lnTo>
                <a:lnTo>
                  <a:pt x="1415478" y="115849"/>
                </a:lnTo>
                <a:lnTo>
                  <a:pt x="1416002" y="116314"/>
                </a:lnTo>
                <a:lnTo>
                  <a:pt x="1416538" y="116766"/>
                </a:lnTo>
                <a:lnTo>
                  <a:pt x="1417086" y="117205"/>
                </a:lnTo>
                <a:lnTo>
                  <a:pt x="1417646" y="117631"/>
                </a:lnTo>
                <a:lnTo>
                  <a:pt x="1418218" y="118045"/>
                </a:lnTo>
                <a:lnTo>
                  <a:pt x="1418802" y="118445"/>
                </a:lnTo>
                <a:lnTo>
                  <a:pt x="1419398" y="118832"/>
                </a:lnTo>
                <a:lnTo>
                  <a:pt x="1420007" y="119207"/>
                </a:lnTo>
                <a:lnTo>
                  <a:pt x="1420627" y="119569"/>
                </a:lnTo>
                <a:lnTo>
                  <a:pt x="1421259" y="119917"/>
                </a:lnTo>
                <a:lnTo>
                  <a:pt x="1421903" y="120253"/>
                </a:lnTo>
                <a:lnTo>
                  <a:pt x="1422556" y="120574"/>
                </a:lnTo>
                <a:lnTo>
                  <a:pt x="1423219" y="120880"/>
                </a:lnTo>
                <a:lnTo>
                  <a:pt x="1423891" y="121173"/>
                </a:lnTo>
                <a:lnTo>
                  <a:pt x="1424573" y="121451"/>
                </a:lnTo>
                <a:lnTo>
                  <a:pt x="1425264" y="121715"/>
                </a:lnTo>
                <a:lnTo>
                  <a:pt x="1425965" y="121964"/>
                </a:lnTo>
                <a:lnTo>
                  <a:pt x="1426676" y="122200"/>
                </a:lnTo>
                <a:lnTo>
                  <a:pt x="1427396" y="122421"/>
                </a:lnTo>
                <a:lnTo>
                  <a:pt x="1428126" y="122628"/>
                </a:lnTo>
                <a:lnTo>
                  <a:pt x="1428866" y="122820"/>
                </a:lnTo>
                <a:lnTo>
                  <a:pt x="1429615" y="122998"/>
                </a:lnTo>
                <a:lnTo>
                  <a:pt x="1430374" y="123162"/>
                </a:lnTo>
                <a:lnTo>
                  <a:pt x="1431142" y="123312"/>
                </a:lnTo>
                <a:lnTo>
                  <a:pt x="1431920" y="123448"/>
                </a:lnTo>
                <a:lnTo>
                  <a:pt x="1432707" y="123569"/>
                </a:lnTo>
                <a:lnTo>
                  <a:pt x="1433504" y="123676"/>
                </a:lnTo>
                <a:lnTo>
                  <a:pt x="1434311" y="123769"/>
                </a:lnTo>
                <a:lnTo>
                  <a:pt x="1435127" y="123847"/>
                </a:lnTo>
                <a:lnTo>
                  <a:pt x="1435953" y="123911"/>
                </a:lnTo>
                <a:lnTo>
                  <a:pt x="1436789" y="123961"/>
                </a:lnTo>
                <a:lnTo>
                  <a:pt x="1437634" y="123997"/>
                </a:lnTo>
                <a:lnTo>
                  <a:pt x="1438489" y="124018"/>
                </a:lnTo>
                <a:lnTo>
                  <a:pt x="1439353" y="124025"/>
                </a:lnTo>
                <a:lnTo>
                  <a:pt x="1440217" y="124018"/>
                </a:lnTo>
                <a:lnTo>
                  <a:pt x="1441071" y="123997"/>
                </a:lnTo>
                <a:lnTo>
                  <a:pt x="1441916" y="123961"/>
                </a:lnTo>
                <a:lnTo>
                  <a:pt x="1442752" y="123911"/>
                </a:lnTo>
                <a:lnTo>
                  <a:pt x="1443577" y="123847"/>
                </a:lnTo>
                <a:close/>
                <a:moveTo>
                  <a:pt x="1435699" y="111159"/>
                </a:moveTo>
                <a:lnTo>
                  <a:pt x="1435008" y="111060"/>
                </a:lnTo>
                <a:lnTo>
                  <a:pt x="1434330" y="110942"/>
                </a:lnTo>
                <a:lnTo>
                  <a:pt x="1433665" y="110806"/>
                </a:lnTo>
                <a:lnTo>
                  <a:pt x="1433013" y="110652"/>
                </a:lnTo>
                <a:lnTo>
                  <a:pt x="1432374" y="110481"/>
                </a:lnTo>
                <a:lnTo>
                  <a:pt x="1431749" y="110291"/>
                </a:lnTo>
                <a:lnTo>
                  <a:pt x="1431137" y="110082"/>
                </a:lnTo>
                <a:lnTo>
                  <a:pt x="1430538" y="109856"/>
                </a:lnTo>
                <a:lnTo>
                  <a:pt x="1429952" y="109612"/>
                </a:lnTo>
                <a:lnTo>
                  <a:pt x="1429379" y="109349"/>
                </a:lnTo>
                <a:lnTo>
                  <a:pt x="1428819" y="109069"/>
                </a:lnTo>
                <a:lnTo>
                  <a:pt x="1428273" y="108770"/>
                </a:lnTo>
                <a:lnTo>
                  <a:pt x="1427739" y="108454"/>
                </a:lnTo>
                <a:lnTo>
                  <a:pt x="1427219" y="108119"/>
                </a:lnTo>
                <a:lnTo>
                  <a:pt x="1426712" y="107766"/>
                </a:lnTo>
                <a:lnTo>
                  <a:pt x="1426218" y="107395"/>
                </a:lnTo>
                <a:lnTo>
                  <a:pt x="1425737" y="107006"/>
                </a:lnTo>
                <a:lnTo>
                  <a:pt x="1425270" y="106599"/>
                </a:lnTo>
                <a:lnTo>
                  <a:pt x="1424815" y="106173"/>
                </a:lnTo>
                <a:lnTo>
                  <a:pt x="1424377" y="105730"/>
                </a:lnTo>
                <a:lnTo>
                  <a:pt x="1423958" y="105270"/>
                </a:lnTo>
                <a:lnTo>
                  <a:pt x="1423557" y="104793"/>
                </a:lnTo>
                <a:lnTo>
                  <a:pt x="1423174" y="104299"/>
                </a:lnTo>
                <a:lnTo>
                  <a:pt x="1422811" y="103788"/>
                </a:lnTo>
                <a:lnTo>
                  <a:pt x="1422466" y="103260"/>
                </a:lnTo>
                <a:lnTo>
                  <a:pt x="1422139" y="102715"/>
                </a:lnTo>
                <a:lnTo>
                  <a:pt x="1421831" y="102153"/>
                </a:lnTo>
                <a:lnTo>
                  <a:pt x="1421542" y="101574"/>
                </a:lnTo>
                <a:lnTo>
                  <a:pt x="1421272" y="100978"/>
                </a:lnTo>
                <a:lnTo>
                  <a:pt x="1421020" y="100365"/>
                </a:lnTo>
                <a:lnTo>
                  <a:pt x="1420787" y="99734"/>
                </a:lnTo>
                <a:lnTo>
                  <a:pt x="1420572" y="99087"/>
                </a:lnTo>
                <a:lnTo>
                  <a:pt x="1420377" y="98423"/>
                </a:lnTo>
                <a:lnTo>
                  <a:pt x="1420199" y="97742"/>
                </a:lnTo>
                <a:lnTo>
                  <a:pt x="1420041" y="97044"/>
                </a:lnTo>
                <a:lnTo>
                  <a:pt x="1419901" y="96329"/>
                </a:lnTo>
                <a:lnTo>
                  <a:pt x="1419780" y="95597"/>
                </a:lnTo>
                <a:lnTo>
                  <a:pt x="1419677" y="94848"/>
                </a:lnTo>
                <a:lnTo>
                  <a:pt x="1419593" y="94082"/>
                </a:lnTo>
                <a:lnTo>
                  <a:pt x="1419528" y="93299"/>
                </a:lnTo>
                <a:lnTo>
                  <a:pt x="1419481" y="92499"/>
                </a:lnTo>
                <a:lnTo>
                  <a:pt x="1419453" y="91682"/>
                </a:lnTo>
                <a:lnTo>
                  <a:pt x="1419444" y="90848"/>
                </a:lnTo>
                <a:lnTo>
                  <a:pt x="1419444" y="67778"/>
                </a:lnTo>
                <a:lnTo>
                  <a:pt x="1419453" y="66944"/>
                </a:lnTo>
                <a:lnTo>
                  <a:pt x="1419481" y="66127"/>
                </a:lnTo>
                <a:lnTo>
                  <a:pt x="1419528" y="65327"/>
                </a:lnTo>
                <a:lnTo>
                  <a:pt x="1419593" y="64544"/>
                </a:lnTo>
                <a:lnTo>
                  <a:pt x="1419677" y="63778"/>
                </a:lnTo>
                <a:lnTo>
                  <a:pt x="1419780" y="63029"/>
                </a:lnTo>
                <a:lnTo>
                  <a:pt x="1419901" y="62297"/>
                </a:lnTo>
                <a:lnTo>
                  <a:pt x="1420041" y="61582"/>
                </a:lnTo>
                <a:lnTo>
                  <a:pt x="1420199" y="60884"/>
                </a:lnTo>
                <a:lnTo>
                  <a:pt x="1420377" y="60203"/>
                </a:lnTo>
                <a:lnTo>
                  <a:pt x="1420572" y="59539"/>
                </a:lnTo>
                <a:lnTo>
                  <a:pt x="1420787" y="58892"/>
                </a:lnTo>
                <a:lnTo>
                  <a:pt x="1421020" y="58262"/>
                </a:lnTo>
                <a:lnTo>
                  <a:pt x="1421272" y="57649"/>
                </a:lnTo>
                <a:lnTo>
                  <a:pt x="1421542" y="57053"/>
                </a:lnTo>
                <a:lnTo>
                  <a:pt x="1421831" y="56474"/>
                </a:lnTo>
                <a:lnTo>
                  <a:pt x="1422139" y="55912"/>
                </a:lnTo>
                <a:lnTo>
                  <a:pt x="1422466" y="55367"/>
                </a:lnTo>
                <a:lnTo>
                  <a:pt x="1422811" y="54839"/>
                </a:lnTo>
                <a:lnTo>
                  <a:pt x="1423174" y="54328"/>
                </a:lnTo>
                <a:lnTo>
                  <a:pt x="1423557" y="53835"/>
                </a:lnTo>
                <a:lnTo>
                  <a:pt x="1423958" y="53358"/>
                </a:lnTo>
                <a:lnTo>
                  <a:pt x="1424377" y="52898"/>
                </a:lnTo>
                <a:lnTo>
                  <a:pt x="1424815" y="52455"/>
                </a:lnTo>
                <a:lnTo>
                  <a:pt x="1425270" y="52029"/>
                </a:lnTo>
                <a:lnTo>
                  <a:pt x="1425737" y="51622"/>
                </a:lnTo>
                <a:lnTo>
                  <a:pt x="1426218" y="51233"/>
                </a:lnTo>
                <a:lnTo>
                  <a:pt x="1426712" y="50862"/>
                </a:lnTo>
                <a:lnTo>
                  <a:pt x="1427219" y="50509"/>
                </a:lnTo>
                <a:lnTo>
                  <a:pt x="1427739" y="50174"/>
                </a:lnTo>
                <a:lnTo>
                  <a:pt x="1428273" y="49857"/>
                </a:lnTo>
                <a:lnTo>
                  <a:pt x="1428819" y="49558"/>
                </a:lnTo>
                <a:lnTo>
                  <a:pt x="1429379" y="49277"/>
                </a:lnTo>
                <a:lnTo>
                  <a:pt x="1429952" y="49015"/>
                </a:lnTo>
                <a:lnTo>
                  <a:pt x="1430538" y="48770"/>
                </a:lnTo>
                <a:lnTo>
                  <a:pt x="1431137" y="48544"/>
                </a:lnTo>
                <a:lnTo>
                  <a:pt x="1431749" y="48336"/>
                </a:lnTo>
                <a:lnTo>
                  <a:pt x="1432374" y="48146"/>
                </a:lnTo>
                <a:lnTo>
                  <a:pt x="1433013" y="47974"/>
                </a:lnTo>
                <a:lnTo>
                  <a:pt x="1433665" y="47820"/>
                </a:lnTo>
                <a:lnTo>
                  <a:pt x="1434330" y="47684"/>
                </a:lnTo>
                <a:lnTo>
                  <a:pt x="1435008" y="47566"/>
                </a:lnTo>
                <a:lnTo>
                  <a:pt x="1435699" y="47467"/>
                </a:lnTo>
                <a:lnTo>
                  <a:pt x="1436404" y="47385"/>
                </a:lnTo>
                <a:lnTo>
                  <a:pt x="1437121" y="47322"/>
                </a:lnTo>
                <a:lnTo>
                  <a:pt x="1437852" y="47277"/>
                </a:lnTo>
                <a:lnTo>
                  <a:pt x="1438596" y="47249"/>
                </a:lnTo>
                <a:lnTo>
                  <a:pt x="1439353" y="47240"/>
                </a:lnTo>
                <a:lnTo>
                  <a:pt x="1440123" y="47249"/>
                </a:lnTo>
                <a:lnTo>
                  <a:pt x="1440878" y="47277"/>
                </a:lnTo>
                <a:lnTo>
                  <a:pt x="1441620" y="47322"/>
                </a:lnTo>
                <a:lnTo>
                  <a:pt x="1442348" y="47385"/>
                </a:lnTo>
                <a:lnTo>
                  <a:pt x="1443061" y="47467"/>
                </a:lnTo>
                <a:lnTo>
                  <a:pt x="1443761" y="47566"/>
                </a:lnTo>
                <a:lnTo>
                  <a:pt x="1444447" y="47684"/>
                </a:lnTo>
                <a:lnTo>
                  <a:pt x="1445119" y="47820"/>
                </a:lnTo>
                <a:lnTo>
                  <a:pt x="1445777" y="47974"/>
                </a:lnTo>
                <a:lnTo>
                  <a:pt x="1446420" y="48146"/>
                </a:lnTo>
                <a:lnTo>
                  <a:pt x="1447050" y="48336"/>
                </a:lnTo>
                <a:lnTo>
                  <a:pt x="1447666" y="48544"/>
                </a:lnTo>
                <a:lnTo>
                  <a:pt x="1448268" y="48770"/>
                </a:lnTo>
                <a:lnTo>
                  <a:pt x="1448856" y="49015"/>
                </a:lnTo>
                <a:lnTo>
                  <a:pt x="1449430" y="49277"/>
                </a:lnTo>
                <a:lnTo>
                  <a:pt x="1449989" y="49558"/>
                </a:lnTo>
                <a:lnTo>
                  <a:pt x="1450535" y="49857"/>
                </a:lnTo>
                <a:lnTo>
                  <a:pt x="1451067" y="50174"/>
                </a:lnTo>
                <a:lnTo>
                  <a:pt x="1451585" y="50509"/>
                </a:lnTo>
                <a:lnTo>
                  <a:pt x="1452089" y="50862"/>
                </a:lnTo>
                <a:lnTo>
                  <a:pt x="1452579" y="51233"/>
                </a:lnTo>
                <a:lnTo>
                  <a:pt x="1453055" y="51622"/>
                </a:lnTo>
                <a:lnTo>
                  <a:pt x="1453517" y="52029"/>
                </a:lnTo>
                <a:lnTo>
                  <a:pt x="1453965" y="52455"/>
                </a:lnTo>
                <a:lnTo>
                  <a:pt x="1454397" y="52898"/>
                </a:lnTo>
                <a:lnTo>
                  <a:pt x="1454811" y="53358"/>
                </a:lnTo>
                <a:lnTo>
                  <a:pt x="1455206" y="53835"/>
                </a:lnTo>
                <a:lnTo>
                  <a:pt x="1455583" y="54328"/>
                </a:lnTo>
                <a:lnTo>
                  <a:pt x="1455941" y="54839"/>
                </a:lnTo>
                <a:lnTo>
                  <a:pt x="1456281" y="55367"/>
                </a:lnTo>
                <a:lnTo>
                  <a:pt x="1456603" y="55912"/>
                </a:lnTo>
                <a:lnTo>
                  <a:pt x="1456906" y="56474"/>
                </a:lnTo>
                <a:lnTo>
                  <a:pt x="1457191" y="57053"/>
                </a:lnTo>
                <a:lnTo>
                  <a:pt x="1457458" y="57649"/>
                </a:lnTo>
                <a:lnTo>
                  <a:pt x="1457706" y="58262"/>
                </a:lnTo>
                <a:lnTo>
                  <a:pt x="1457936" y="58892"/>
                </a:lnTo>
                <a:lnTo>
                  <a:pt x="1458147" y="59539"/>
                </a:lnTo>
                <a:lnTo>
                  <a:pt x="1458340" y="60203"/>
                </a:lnTo>
                <a:lnTo>
                  <a:pt x="1458515" y="60884"/>
                </a:lnTo>
                <a:lnTo>
                  <a:pt x="1458671" y="61582"/>
                </a:lnTo>
                <a:lnTo>
                  <a:pt x="1458809" y="62297"/>
                </a:lnTo>
                <a:lnTo>
                  <a:pt x="1458928" y="63029"/>
                </a:lnTo>
                <a:lnTo>
                  <a:pt x="1459029" y="63778"/>
                </a:lnTo>
                <a:lnTo>
                  <a:pt x="1459112" y="64544"/>
                </a:lnTo>
                <a:lnTo>
                  <a:pt x="1459176" y="65327"/>
                </a:lnTo>
                <a:lnTo>
                  <a:pt x="1459222" y="66127"/>
                </a:lnTo>
                <a:lnTo>
                  <a:pt x="1459250" y="66944"/>
                </a:lnTo>
                <a:lnTo>
                  <a:pt x="1459259" y="67778"/>
                </a:lnTo>
                <a:lnTo>
                  <a:pt x="1459259" y="90848"/>
                </a:lnTo>
                <a:lnTo>
                  <a:pt x="1459250" y="91682"/>
                </a:lnTo>
                <a:lnTo>
                  <a:pt x="1459222" y="92499"/>
                </a:lnTo>
                <a:lnTo>
                  <a:pt x="1459176" y="93299"/>
                </a:lnTo>
                <a:lnTo>
                  <a:pt x="1459112" y="94082"/>
                </a:lnTo>
                <a:lnTo>
                  <a:pt x="1459029" y="94848"/>
                </a:lnTo>
                <a:lnTo>
                  <a:pt x="1458928" y="95597"/>
                </a:lnTo>
                <a:lnTo>
                  <a:pt x="1458809" y="96329"/>
                </a:lnTo>
                <a:lnTo>
                  <a:pt x="1458671" y="97044"/>
                </a:lnTo>
                <a:lnTo>
                  <a:pt x="1458515" y="97742"/>
                </a:lnTo>
                <a:lnTo>
                  <a:pt x="1458340" y="98423"/>
                </a:lnTo>
                <a:lnTo>
                  <a:pt x="1458147" y="99087"/>
                </a:lnTo>
                <a:lnTo>
                  <a:pt x="1457936" y="99734"/>
                </a:lnTo>
                <a:lnTo>
                  <a:pt x="1457706" y="100365"/>
                </a:lnTo>
                <a:lnTo>
                  <a:pt x="1457458" y="100978"/>
                </a:lnTo>
                <a:lnTo>
                  <a:pt x="1457191" y="101574"/>
                </a:lnTo>
                <a:lnTo>
                  <a:pt x="1456906" y="102153"/>
                </a:lnTo>
                <a:lnTo>
                  <a:pt x="1456603" y="102715"/>
                </a:lnTo>
                <a:lnTo>
                  <a:pt x="1456281" y="103260"/>
                </a:lnTo>
                <a:lnTo>
                  <a:pt x="1455941" y="103788"/>
                </a:lnTo>
                <a:lnTo>
                  <a:pt x="1455583" y="104299"/>
                </a:lnTo>
                <a:lnTo>
                  <a:pt x="1455206" y="104793"/>
                </a:lnTo>
                <a:lnTo>
                  <a:pt x="1454811" y="105270"/>
                </a:lnTo>
                <a:lnTo>
                  <a:pt x="1454397" y="105730"/>
                </a:lnTo>
                <a:lnTo>
                  <a:pt x="1453965" y="106173"/>
                </a:lnTo>
                <a:lnTo>
                  <a:pt x="1453517" y="106599"/>
                </a:lnTo>
                <a:lnTo>
                  <a:pt x="1453055" y="107006"/>
                </a:lnTo>
                <a:lnTo>
                  <a:pt x="1452579" y="107395"/>
                </a:lnTo>
                <a:lnTo>
                  <a:pt x="1452089" y="107766"/>
                </a:lnTo>
                <a:lnTo>
                  <a:pt x="1451585" y="108119"/>
                </a:lnTo>
                <a:lnTo>
                  <a:pt x="1451067" y="108454"/>
                </a:lnTo>
                <a:lnTo>
                  <a:pt x="1450535" y="108770"/>
                </a:lnTo>
                <a:lnTo>
                  <a:pt x="1449989" y="109069"/>
                </a:lnTo>
                <a:lnTo>
                  <a:pt x="1449430" y="109349"/>
                </a:lnTo>
                <a:lnTo>
                  <a:pt x="1448856" y="109612"/>
                </a:lnTo>
                <a:lnTo>
                  <a:pt x="1448268" y="109856"/>
                </a:lnTo>
                <a:lnTo>
                  <a:pt x="1447666" y="110082"/>
                </a:lnTo>
                <a:lnTo>
                  <a:pt x="1447050" y="110291"/>
                </a:lnTo>
                <a:lnTo>
                  <a:pt x="1446420" y="110481"/>
                </a:lnTo>
                <a:lnTo>
                  <a:pt x="1445777" y="110652"/>
                </a:lnTo>
                <a:lnTo>
                  <a:pt x="1445119" y="110806"/>
                </a:lnTo>
                <a:lnTo>
                  <a:pt x="1444447" y="110942"/>
                </a:lnTo>
                <a:lnTo>
                  <a:pt x="1443761" y="111060"/>
                </a:lnTo>
                <a:lnTo>
                  <a:pt x="1443061" y="111159"/>
                </a:lnTo>
                <a:lnTo>
                  <a:pt x="1442348" y="111241"/>
                </a:lnTo>
                <a:lnTo>
                  <a:pt x="1441620" y="111304"/>
                </a:lnTo>
                <a:lnTo>
                  <a:pt x="1440878" y="111349"/>
                </a:lnTo>
                <a:lnTo>
                  <a:pt x="1440123" y="111376"/>
                </a:lnTo>
                <a:lnTo>
                  <a:pt x="1439353" y="111385"/>
                </a:lnTo>
                <a:lnTo>
                  <a:pt x="1438596" y="111376"/>
                </a:lnTo>
                <a:lnTo>
                  <a:pt x="1437852" y="111349"/>
                </a:lnTo>
                <a:lnTo>
                  <a:pt x="1437121" y="111304"/>
                </a:lnTo>
                <a:lnTo>
                  <a:pt x="1436404" y="111241"/>
                </a:lnTo>
                <a:lnTo>
                  <a:pt x="1435699" y="111159"/>
                </a:lnTo>
                <a:close/>
                <a:moveTo>
                  <a:pt x="1724852" y="123992"/>
                </a:moveTo>
                <a:lnTo>
                  <a:pt x="1725992" y="123838"/>
                </a:lnTo>
                <a:lnTo>
                  <a:pt x="1727113" y="123656"/>
                </a:lnTo>
                <a:lnTo>
                  <a:pt x="1728214" y="123446"/>
                </a:lnTo>
                <a:lnTo>
                  <a:pt x="1729294" y="123208"/>
                </a:lnTo>
                <a:lnTo>
                  <a:pt x="1730355" y="122942"/>
                </a:lnTo>
                <a:lnTo>
                  <a:pt x="1731395" y="122649"/>
                </a:lnTo>
                <a:lnTo>
                  <a:pt x="1732416" y="122327"/>
                </a:lnTo>
                <a:lnTo>
                  <a:pt x="1733416" y="121977"/>
                </a:lnTo>
                <a:lnTo>
                  <a:pt x="1734397" y="121600"/>
                </a:lnTo>
                <a:lnTo>
                  <a:pt x="1735357" y="121194"/>
                </a:lnTo>
                <a:lnTo>
                  <a:pt x="1736298" y="120760"/>
                </a:lnTo>
                <a:lnTo>
                  <a:pt x="1737218" y="120299"/>
                </a:lnTo>
                <a:lnTo>
                  <a:pt x="1738119" y="119809"/>
                </a:lnTo>
                <a:lnTo>
                  <a:pt x="1738999" y="119292"/>
                </a:lnTo>
                <a:lnTo>
                  <a:pt x="1739860" y="118746"/>
                </a:lnTo>
                <a:lnTo>
                  <a:pt x="1740700" y="118173"/>
                </a:lnTo>
                <a:lnTo>
                  <a:pt x="1741520" y="117571"/>
                </a:lnTo>
                <a:lnTo>
                  <a:pt x="1742320" y="116942"/>
                </a:lnTo>
                <a:lnTo>
                  <a:pt x="1743101" y="116284"/>
                </a:lnTo>
                <a:lnTo>
                  <a:pt x="1743856" y="115603"/>
                </a:lnTo>
                <a:lnTo>
                  <a:pt x="1744580" y="114901"/>
                </a:lnTo>
                <a:lnTo>
                  <a:pt x="1745275" y="114179"/>
                </a:lnTo>
                <a:lnTo>
                  <a:pt x="1745938" y="113436"/>
                </a:lnTo>
                <a:lnTo>
                  <a:pt x="1746571" y="112673"/>
                </a:lnTo>
                <a:lnTo>
                  <a:pt x="1747174" y="111890"/>
                </a:lnTo>
                <a:lnTo>
                  <a:pt x="1747746" y="111087"/>
                </a:lnTo>
                <a:lnTo>
                  <a:pt x="1748288" y="110263"/>
                </a:lnTo>
                <a:lnTo>
                  <a:pt x="1748800" y="109419"/>
                </a:lnTo>
                <a:lnTo>
                  <a:pt x="1749281" y="108555"/>
                </a:lnTo>
                <a:lnTo>
                  <a:pt x="1749731" y="107671"/>
                </a:lnTo>
                <a:lnTo>
                  <a:pt x="1750151" y="106766"/>
                </a:lnTo>
                <a:lnTo>
                  <a:pt x="1750541" y="105841"/>
                </a:lnTo>
                <a:lnTo>
                  <a:pt x="1750900" y="104895"/>
                </a:lnTo>
                <a:lnTo>
                  <a:pt x="1751229" y="103929"/>
                </a:lnTo>
                <a:lnTo>
                  <a:pt x="1751527" y="102943"/>
                </a:lnTo>
                <a:lnTo>
                  <a:pt x="1751795" y="101937"/>
                </a:lnTo>
                <a:lnTo>
                  <a:pt x="1752032" y="100910"/>
                </a:lnTo>
                <a:lnTo>
                  <a:pt x="1752239" y="99863"/>
                </a:lnTo>
                <a:lnTo>
                  <a:pt x="1752415" y="98796"/>
                </a:lnTo>
                <a:lnTo>
                  <a:pt x="1752561" y="97708"/>
                </a:lnTo>
                <a:lnTo>
                  <a:pt x="1752677" y="96601"/>
                </a:lnTo>
                <a:lnTo>
                  <a:pt x="1752762" y="95472"/>
                </a:lnTo>
                <a:lnTo>
                  <a:pt x="1752816" y="94324"/>
                </a:lnTo>
                <a:lnTo>
                  <a:pt x="1738597" y="94324"/>
                </a:lnTo>
                <a:lnTo>
                  <a:pt x="1738550" y="95002"/>
                </a:lnTo>
                <a:lnTo>
                  <a:pt x="1738485" y="95668"/>
                </a:lnTo>
                <a:lnTo>
                  <a:pt x="1738405" y="96321"/>
                </a:lnTo>
                <a:lnTo>
                  <a:pt x="1738307" y="96961"/>
                </a:lnTo>
                <a:lnTo>
                  <a:pt x="1738194" y="97589"/>
                </a:lnTo>
                <a:lnTo>
                  <a:pt x="1738064" y="98204"/>
                </a:lnTo>
                <a:lnTo>
                  <a:pt x="1737917" y="98806"/>
                </a:lnTo>
                <a:lnTo>
                  <a:pt x="1737754" y="99396"/>
                </a:lnTo>
                <a:lnTo>
                  <a:pt x="1737575" y="99974"/>
                </a:lnTo>
                <a:lnTo>
                  <a:pt x="1737379" y="100538"/>
                </a:lnTo>
                <a:lnTo>
                  <a:pt x="1737166" y="101090"/>
                </a:lnTo>
                <a:lnTo>
                  <a:pt x="1736937" y="101630"/>
                </a:lnTo>
                <a:lnTo>
                  <a:pt x="1736692" y="102157"/>
                </a:lnTo>
                <a:lnTo>
                  <a:pt x="1736430" y="102671"/>
                </a:lnTo>
                <a:lnTo>
                  <a:pt x="1736152" y="103173"/>
                </a:lnTo>
                <a:lnTo>
                  <a:pt x="1735858" y="103662"/>
                </a:lnTo>
                <a:lnTo>
                  <a:pt x="1735546" y="104138"/>
                </a:lnTo>
                <a:lnTo>
                  <a:pt x="1735219" y="104602"/>
                </a:lnTo>
                <a:lnTo>
                  <a:pt x="1734875" y="105054"/>
                </a:lnTo>
                <a:lnTo>
                  <a:pt x="1734514" y="105492"/>
                </a:lnTo>
                <a:lnTo>
                  <a:pt x="1734137" y="105918"/>
                </a:lnTo>
                <a:lnTo>
                  <a:pt x="1733744" y="106332"/>
                </a:lnTo>
                <a:lnTo>
                  <a:pt x="1733334" y="106732"/>
                </a:lnTo>
                <a:lnTo>
                  <a:pt x="1732908" y="107121"/>
                </a:lnTo>
                <a:lnTo>
                  <a:pt x="1732467" y="107494"/>
                </a:lnTo>
                <a:lnTo>
                  <a:pt x="1732014" y="107852"/>
                </a:lnTo>
                <a:lnTo>
                  <a:pt x="1731548" y="108194"/>
                </a:lnTo>
                <a:lnTo>
                  <a:pt x="1731069" y="108520"/>
                </a:lnTo>
                <a:lnTo>
                  <a:pt x="1730578" y="108830"/>
                </a:lnTo>
                <a:lnTo>
                  <a:pt x="1730074" y="109125"/>
                </a:lnTo>
                <a:lnTo>
                  <a:pt x="1729558" y="109403"/>
                </a:lnTo>
                <a:lnTo>
                  <a:pt x="1729029" y="109665"/>
                </a:lnTo>
                <a:lnTo>
                  <a:pt x="1728487" y="109912"/>
                </a:lnTo>
                <a:lnTo>
                  <a:pt x="1727933" y="110143"/>
                </a:lnTo>
                <a:lnTo>
                  <a:pt x="1727366" y="110357"/>
                </a:lnTo>
                <a:lnTo>
                  <a:pt x="1726787" y="110556"/>
                </a:lnTo>
                <a:lnTo>
                  <a:pt x="1726194" y="110739"/>
                </a:lnTo>
                <a:lnTo>
                  <a:pt x="1725590" y="110906"/>
                </a:lnTo>
                <a:lnTo>
                  <a:pt x="1724972" y="111057"/>
                </a:lnTo>
                <a:lnTo>
                  <a:pt x="1724342" y="111192"/>
                </a:lnTo>
                <a:lnTo>
                  <a:pt x="1723700" y="111312"/>
                </a:lnTo>
                <a:lnTo>
                  <a:pt x="1723044" y="111415"/>
                </a:lnTo>
                <a:lnTo>
                  <a:pt x="1722377" y="111502"/>
                </a:lnTo>
                <a:lnTo>
                  <a:pt x="1721696" y="111574"/>
                </a:lnTo>
                <a:lnTo>
                  <a:pt x="1721003" y="111630"/>
                </a:lnTo>
                <a:lnTo>
                  <a:pt x="1720297" y="111669"/>
                </a:lnTo>
                <a:lnTo>
                  <a:pt x="1719579" y="111693"/>
                </a:lnTo>
                <a:lnTo>
                  <a:pt x="1718848" y="111701"/>
                </a:lnTo>
                <a:lnTo>
                  <a:pt x="1718077" y="111692"/>
                </a:lnTo>
                <a:lnTo>
                  <a:pt x="1717320" y="111664"/>
                </a:lnTo>
                <a:lnTo>
                  <a:pt x="1716575" y="111617"/>
                </a:lnTo>
                <a:lnTo>
                  <a:pt x="1715843" y="111552"/>
                </a:lnTo>
                <a:lnTo>
                  <a:pt x="1715124" y="111468"/>
                </a:lnTo>
                <a:lnTo>
                  <a:pt x="1714418" y="111366"/>
                </a:lnTo>
                <a:lnTo>
                  <a:pt x="1713725" y="111244"/>
                </a:lnTo>
                <a:lnTo>
                  <a:pt x="1713045" y="111104"/>
                </a:lnTo>
                <a:lnTo>
                  <a:pt x="1712378" y="110946"/>
                </a:lnTo>
                <a:lnTo>
                  <a:pt x="1711723" y="110769"/>
                </a:lnTo>
                <a:lnTo>
                  <a:pt x="1711082" y="110573"/>
                </a:lnTo>
                <a:lnTo>
                  <a:pt x="1710453" y="110358"/>
                </a:lnTo>
                <a:lnTo>
                  <a:pt x="1709837" y="110125"/>
                </a:lnTo>
                <a:lnTo>
                  <a:pt x="1709235" y="109874"/>
                </a:lnTo>
                <a:lnTo>
                  <a:pt x="1708645" y="109603"/>
                </a:lnTo>
                <a:lnTo>
                  <a:pt x="1708068" y="109314"/>
                </a:lnTo>
                <a:lnTo>
                  <a:pt x="1707503" y="109006"/>
                </a:lnTo>
                <a:lnTo>
                  <a:pt x="1706952" y="108680"/>
                </a:lnTo>
                <a:lnTo>
                  <a:pt x="1706414" y="108335"/>
                </a:lnTo>
                <a:lnTo>
                  <a:pt x="1705888" y="107971"/>
                </a:lnTo>
                <a:lnTo>
                  <a:pt x="1705376" y="107589"/>
                </a:lnTo>
                <a:lnTo>
                  <a:pt x="1704876" y="107188"/>
                </a:lnTo>
                <a:lnTo>
                  <a:pt x="1704389" y="106768"/>
                </a:lnTo>
                <a:lnTo>
                  <a:pt x="1703915" y="106330"/>
                </a:lnTo>
                <a:lnTo>
                  <a:pt x="1703457" y="105875"/>
                </a:lnTo>
                <a:lnTo>
                  <a:pt x="1703019" y="105404"/>
                </a:lnTo>
                <a:lnTo>
                  <a:pt x="1702601" y="104918"/>
                </a:lnTo>
                <a:lnTo>
                  <a:pt x="1702202" y="104417"/>
                </a:lnTo>
                <a:lnTo>
                  <a:pt x="1701822" y="103900"/>
                </a:lnTo>
                <a:lnTo>
                  <a:pt x="1701462" y="103368"/>
                </a:lnTo>
                <a:lnTo>
                  <a:pt x="1701121" y="102820"/>
                </a:lnTo>
                <a:lnTo>
                  <a:pt x="1700800" y="102257"/>
                </a:lnTo>
                <a:lnTo>
                  <a:pt x="1700498" y="101679"/>
                </a:lnTo>
                <a:lnTo>
                  <a:pt x="1700216" y="101086"/>
                </a:lnTo>
                <a:lnTo>
                  <a:pt x="1699953" y="100477"/>
                </a:lnTo>
                <a:lnTo>
                  <a:pt x="1699709" y="99853"/>
                </a:lnTo>
                <a:lnTo>
                  <a:pt x="1699485" y="99213"/>
                </a:lnTo>
                <a:lnTo>
                  <a:pt x="1699281" y="98558"/>
                </a:lnTo>
                <a:lnTo>
                  <a:pt x="1699096" y="97888"/>
                </a:lnTo>
                <a:lnTo>
                  <a:pt x="1698931" y="97202"/>
                </a:lnTo>
                <a:lnTo>
                  <a:pt x="1698784" y="96501"/>
                </a:lnTo>
                <a:lnTo>
                  <a:pt x="1698658" y="95784"/>
                </a:lnTo>
                <a:lnTo>
                  <a:pt x="1698551" y="95053"/>
                </a:lnTo>
                <a:lnTo>
                  <a:pt x="1698463" y="94306"/>
                </a:lnTo>
                <a:lnTo>
                  <a:pt x="1698395" y="93543"/>
                </a:lnTo>
                <a:lnTo>
                  <a:pt x="1698346" y="92765"/>
                </a:lnTo>
                <a:lnTo>
                  <a:pt x="1698317" y="91972"/>
                </a:lnTo>
                <a:lnTo>
                  <a:pt x="1698307" y="91163"/>
                </a:lnTo>
                <a:lnTo>
                  <a:pt x="1698307" y="67306"/>
                </a:lnTo>
                <a:lnTo>
                  <a:pt x="1698317" y="66497"/>
                </a:lnTo>
                <a:lnTo>
                  <a:pt x="1698346" y="65704"/>
                </a:lnTo>
                <a:lnTo>
                  <a:pt x="1698395" y="64927"/>
                </a:lnTo>
                <a:lnTo>
                  <a:pt x="1698463" y="64166"/>
                </a:lnTo>
                <a:lnTo>
                  <a:pt x="1698551" y="63420"/>
                </a:lnTo>
                <a:lnTo>
                  <a:pt x="1698658" y="62690"/>
                </a:lnTo>
                <a:lnTo>
                  <a:pt x="1698784" y="61975"/>
                </a:lnTo>
                <a:lnTo>
                  <a:pt x="1698931" y="61276"/>
                </a:lnTo>
                <a:lnTo>
                  <a:pt x="1699096" y="60593"/>
                </a:lnTo>
                <a:lnTo>
                  <a:pt x="1699281" y="59925"/>
                </a:lnTo>
                <a:lnTo>
                  <a:pt x="1699485" y="59273"/>
                </a:lnTo>
                <a:lnTo>
                  <a:pt x="1699709" y="58636"/>
                </a:lnTo>
                <a:lnTo>
                  <a:pt x="1699953" y="58016"/>
                </a:lnTo>
                <a:lnTo>
                  <a:pt x="1700216" y="57410"/>
                </a:lnTo>
                <a:lnTo>
                  <a:pt x="1700498" y="56821"/>
                </a:lnTo>
                <a:lnTo>
                  <a:pt x="1700800" y="56247"/>
                </a:lnTo>
                <a:lnTo>
                  <a:pt x="1701121" y="55689"/>
                </a:lnTo>
                <a:lnTo>
                  <a:pt x="1701462" y="55146"/>
                </a:lnTo>
                <a:lnTo>
                  <a:pt x="1701822" y="54619"/>
                </a:lnTo>
                <a:lnTo>
                  <a:pt x="1702202" y="54108"/>
                </a:lnTo>
                <a:lnTo>
                  <a:pt x="1702601" y="53612"/>
                </a:lnTo>
                <a:lnTo>
                  <a:pt x="1703019" y="53132"/>
                </a:lnTo>
                <a:lnTo>
                  <a:pt x="1703457" y="52668"/>
                </a:lnTo>
                <a:lnTo>
                  <a:pt x="1703915" y="52219"/>
                </a:lnTo>
                <a:lnTo>
                  <a:pt x="1704389" y="51787"/>
                </a:lnTo>
                <a:lnTo>
                  <a:pt x="1704876" y="51373"/>
                </a:lnTo>
                <a:lnTo>
                  <a:pt x="1705376" y="50978"/>
                </a:lnTo>
                <a:lnTo>
                  <a:pt x="1705888" y="50601"/>
                </a:lnTo>
                <a:lnTo>
                  <a:pt x="1706414" y="50243"/>
                </a:lnTo>
                <a:lnTo>
                  <a:pt x="1706952" y="49902"/>
                </a:lnTo>
                <a:lnTo>
                  <a:pt x="1707503" y="49581"/>
                </a:lnTo>
                <a:lnTo>
                  <a:pt x="1708068" y="49277"/>
                </a:lnTo>
                <a:lnTo>
                  <a:pt x="1708645" y="48993"/>
                </a:lnTo>
                <a:lnTo>
                  <a:pt x="1709235" y="48726"/>
                </a:lnTo>
                <a:lnTo>
                  <a:pt x="1709837" y="48478"/>
                </a:lnTo>
                <a:lnTo>
                  <a:pt x="1710453" y="48248"/>
                </a:lnTo>
                <a:lnTo>
                  <a:pt x="1711082" y="48037"/>
                </a:lnTo>
                <a:lnTo>
                  <a:pt x="1711723" y="47844"/>
                </a:lnTo>
                <a:lnTo>
                  <a:pt x="1712378" y="47669"/>
                </a:lnTo>
                <a:lnTo>
                  <a:pt x="1713045" y="47513"/>
                </a:lnTo>
                <a:lnTo>
                  <a:pt x="1713725" y="47375"/>
                </a:lnTo>
                <a:lnTo>
                  <a:pt x="1714418" y="47255"/>
                </a:lnTo>
                <a:lnTo>
                  <a:pt x="1715124" y="47154"/>
                </a:lnTo>
                <a:lnTo>
                  <a:pt x="1715843" y="47072"/>
                </a:lnTo>
                <a:lnTo>
                  <a:pt x="1716575" y="47007"/>
                </a:lnTo>
                <a:lnTo>
                  <a:pt x="1717320" y="46961"/>
                </a:lnTo>
                <a:lnTo>
                  <a:pt x="1718077" y="46934"/>
                </a:lnTo>
                <a:lnTo>
                  <a:pt x="1718848" y="46925"/>
                </a:lnTo>
                <a:lnTo>
                  <a:pt x="1719579" y="46932"/>
                </a:lnTo>
                <a:lnTo>
                  <a:pt x="1720297" y="46956"/>
                </a:lnTo>
                <a:lnTo>
                  <a:pt x="1721003" y="46995"/>
                </a:lnTo>
                <a:lnTo>
                  <a:pt x="1721696" y="47050"/>
                </a:lnTo>
                <a:lnTo>
                  <a:pt x="1722377" y="47120"/>
                </a:lnTo>
                <a:lnTo>
                  <a:pt x="1723044" y="47206"/>
                </a:lnTo>
                <a:lnTo>
                  <a:pt x="1723700" y="47308"/>
                </a:lnTo>
                <a:lnTo>
                  <a:pt x="1724342" y="47425"/>
                </a:lnTo>
                <a:lnTo>
                  <a:pt x="1724972" y="47558"/>
                </a:lnTo>
                <a:lnTo>
                  <a:pt x="1725590" y="47706"/>
                </a:lnTo>
                <a:lnTo>
                  <a:pt x="1726194" y="47871"/>
                </a:lnTo>
                <a:lnTo>
                  <a:pt x="1726787" y="48050"/>
                </a:lnTo>
                <a:lnTo>
                  <a:pt x="1727366" y="48246"/>
                </a:lnTo>
                <a:lnTo>
                  <a:pt x="1727933" y="48457"/>
                </a:lnTo>
                <a:lnTo>
                  <a:pt x="1728487" y="48684"/>
                </a:lnTo>
                <a:lnTo>
                  <a:pt x="1729029" y="48926"/>
                </a:lnTo>
                <a:lnTo>
                  <a:pt x="1729558" y="49184"/>
                </a:lnTo>
                <a:lnTo>
                  <a:pt x="1730074" y="49458"/>
                </a:lnTo>
                <a:lnTo>
                  <a:pt x="1730578" y="49747"/>
                </a:lnTo>
                <a:lnTo>
                  <a:pt x="1731069" y="50052"/>
                </a:lnTo>
                <a:lnTo>
                  <a:pt x="1731548" y="50372"/>
                </a:lnTo>
                <a:lnTo>
                  <a:pt x="1732014" y="50709"/>
                </a:lnTo>
                <a:lnTo>
                  <a:pt x="1732467" y="51060"/>
                </a:lnTo>
                <a:lnTo>
                  <a:pt x="1732908" y="51428"/>
                </a:lnTo>
                <a:lnTo>
                  <a:pt x="1733334" y="51810"/>
                </a:lnTo>
                <a:lnTo>
                  <a:pt x="1733744" y="52205"/>
                </a:lnTo>
                <a:lnTo>
                  <a:pt x="1734137" y="52614"/>
                </a:lnTo>
                <a:lnTo>
                  <a:pt x="1734514" y="53036"/>
                </a:lnTo>
                <a:lnTo>
                  <a:pt x="1734875" y="53472"/>
                </a:lnTo>
                <a:lnTo>
                  <a:pt x="1735219" y="53921"/>
                </a:lnTo>
                <a:lnTo>
                  <a:pt x="1735546" y="54383"/>
                </a:lnTo>
                <a:lnTo>
                  <a:pt x="1735858" y="54859"/>
                </a:lnTo>
                <a:lnTo>
                  <a:pt x="1736152" y="55349"/>
                </a:lnTo>
                <a:lnTo>
                  <a:pt x="1736430" y="55851"/>
                </a:lnTo>
                <a:lnTo>
                  <a:pt x="1736692" y="56368"/>
                </a:lnTo>
                <a:lnTo>
                  <a:pt x="1736937" y="56898"/>
                </a:lnTo>
                <a:lnTo>
                  <a:pt x="1737166" y="57441"/>
                </a:lnTo>
                <a:lnTo>
                  <a:pt x="1737379" y="57997"/>
                </a:lnTo>
                <a:lnTo>
                  <a:pt x="1737575" y="58568"/>
                </a:lnTo>
                <a:lnTo>
                  <a:pt x="1737754" y="59151"/>
                </a:lnTo>
                <a:lnTo>
                  <a:pt x="1737917" y="59748"/>
                </a:lnTo>
                <a:lnTo>
                  <a:pt x="1738064" y="60359"/>
                </a:lnTo>
                <a:lnTo>
                  <a:pt x="1738194" y="60983"/>
                </a:lnTo>
                <a:lnTo>
                  <a:pt x="1738307" y="61620"/>
                </a:lnTo>
                <a:lnTo>
                  <a:pt x="1738405" y="62271"/>
                </a:lnTo>
                <a:lnTo>
                  <a:pt x="1738485" y="62935"/>
                </a:lnTo>
                <a:lnTo>
                  <a:pt x="1738550" y="63613"/>
                </a:lnTo>
                <a:lnTo>
                  <a:pt x="1738597" y="64304"/>
                </a:lnTo>
                <a:lnTo>
                  <a:pt x="1752816" y="64304"/>
                </a:lnTo>
                <a:lnTo>
                  <a:pt x="1752762" y="63156"/>
                </a:lnTo>
                <a:lnTo>
                  <a:pt x="1752677" y="62028"/>
                </a:lnTo>
                <a:lnTo>
                  <a:pt x="1752561" y="60920"/>
                </a:lnTo>
                <a:lnTo>
                  <a:pt x="1752415" y="59832"/>
                </a:lnTo>
                <a:lnTo>
                  <a:pt x="1752239" y="58765"/>
                </a:lnTo>
                <a:lnTo>
                  <a:pt x="1752032" y="57718"/>
                </a:lnTo>
                <a:lnTo>
                  <a:pt x="1751795" y="56691"/>
                </a:lnTo>
                <a:lnTo>
                  <a:pt x="1751527" y="55685"/>
                </a:lnTo>
                <a:lnTo>
                  <a:pt x="1751229" y="54699"/>
                </a:lnTo>
                <a:lnTo>
                  <a:pt x="1750900" y="53733"/>
                </a:lnTo>
                <a:lnTo>
                  <a:pt x="1750541" y="52788"/>
                </a:lnTo>
                <a:lnTo>
                  <a:pt x="1750151" y="51863"/>
                </a:lnTo>
                <a:lnTo>
                  <a:pt x="1749731" y="50958"/>
                </a:lnTo>
                <a:lnTo>
                  <a:pt x="1749281" y="50073"/>
                </a:lnTo>
                <a:lnTo>
                  <a:pt x="1748800" y="49209"/>
                </a:lnTo>
                <a:lnTo>
                  <a:pt x="1748288" y="48365"/>
                </a:lnTo>
                <a:lnTo>
                  <a:pt x="1747746" y="47541"/>
                </a:lnTo>
                <a:lnTo>
                  <a:pt x="1747174" y="46738"/>
                </a:lnTo>
                <a:lnTo>
                  <a:pt x="1746571" y="45955"/>
                </a:lnTo>
                <a:lnTo>
                  <a:pt x="1745938" y="45192"/>
                </a:lnTo>
                <a:lnTo>
                  <a:pt x="1745275" y="44450"/>
                </a:lnTo>
                <a:lnTo>
                  <a:pt x="1744580" y="43727"/>
                </a:lnTo>
                <a:lnTo>
                  <a:pt x="1743856" y="43025"/>
                </a:lnTo>
                <a:lnTo>
                  <a:pt x="1743101" y="42344"/>
                </a:lnTo>
                <a:lnTo>
                  <a:pt x="1742320" y="41686"/>
                </a:lnTo>
                <a:lnTo>
                  <a:pt x="1741520" y="41057"/>
                </a:lnTo>
                <a:lnTo>
                  <a:pt x="1740700" y="40455"/>
                </a:lnTo>
                <a:lnTo>
                  <a:pt x="1739860" y="39881"/>
                </a:lnTo>
                <a:lnTo>
                  <a:pt x="1738999" y="39336"/>
                </a:lnTo>
                <a:lnTo>
                  <a:pt x="1738119" y="38818"/>
                </a:lnTo>
                <a:lnTo>
                  <a:pt x="1737218" y="38328"/>
                </a:lnTo>
                <a:lnTo>
                  <a:pt x="1736298" y="37866"/>
                </a:lnTo>
                <a:lnTo>
                  <a:pt x="1735357" y="37433"/>
                </a:lnTo>
                <a:lnTo>
                  <a:pt x="1734397" y="37027"/>
                </a:lnTo>
                <a:lnTo>
                  <a:pt x="1733416" y="36649"/>
                </a:lnTo>
                <a:lnTo>
                  <a:pt x="1732416" y="36299"/>
                </a:lnTo>
                <a:lnTo>
                  <a:pt x="1731395" y="35978"/>
                </a:lnTo>
                <a:lnTo>
                  <a:pt x="1730355" y="35684"/>
                </a:lnTo>
                <a:lnTo>
                  <a:pt x="1729294" y="35418"/>
                </a:lnTo>
                <a:lnTo>
                  <a:pt x="1728214" y="35180"/>
                </a:lnTo>
                <a:lnTo>
                  <a:pt x="1727113" y="34970"/>
                </a:lnTo>
                <a:lnTo>
                  <a:pt x="1725992" y="34788"/>
                </a:lnTo>
                <a:lnTo>
                  <a:pt x="1724852" y="34634"/>
                </a:lnTo>
                <a:lnTo>
                  <a:pt x="1723691" y="34508"/>
                </a:lnTo>
                <a:lnTo>
                  <a:pt x="1722510" y="34410"/>
                </a:lnTo>
                <a:lnTo>
                  <a:pt x="1721309" y="34340"/>
                </a:lnTo>
                <a:lnTo>
                  <a:pt x="1720089" y="34298"/>
                </a:lnTo>
                <a:lnTo>
                  <a:pt x="1718848" y="34284"/>
                </a:lnTo>
                <a:lnTo>
                  <a:pt x="1717983" y="34291"/>
                </a:lnTo>
                <a:lnTo>
                  <a:pt x="1717128" y="34312"/>
                </a:lnTo>
                <a:lnTo>
                  <a:pt x="1716282" y="34346"/>
                </a:lnTo>
                <a:lnTo>
                  <a:pt x="1715445" y="34394"/>
                </a:lnTo>
                <a:lnTo>
                  <a:pt x="1714616" y="34456"/>
                </a:lnTo>
                <a:lnTo>
                  <a:pt x="1713797" y="34531"/>
                </a:lnTo>
                <a:lnTo>
                  <a:pt x="1712987" y="34621"/>
                </a:lnTo>
                <a:lnTo>
                  <a:pt x="1712186" y="34724"/>
                </a:lnTo>
                <a:lnTo>
                  <a:pt x="1711394" y="34840"/>
                </a:lnTo>
                <a:lnTo>
                  <a:pt x="1710611" y="34970"/>
                </a:lnTo>
                <a:lnTo>
                  <a:pt x="1709837" y="35115"/>
                </a:lnTo>
                <a:lnTo>
                  <a:pt x="1709072" y="35272"/>
                </a:lnTo>
                <a:lnTo>
                  <a:pt x="1708317" y="35444"/>
                </a:lnTo>
                <a:lnTo>
                  <a:pt x="1707570" y="35629"/>
                </a:lnTo>
                <a:lnTo>
                  <a:pt x="1706832" y="35828"/>
                </a:lnTo>
                <a:lnTo>
                  <a:pt x="1706104" y="36041"/>
                </a:lnTo>
                <a:lnTo>
                  <a:pt x="1705384" y="36267"/>
                </a:lnTo>
                <a:lnTo>
                  <a:pt x="1704673" y="36507"/>
                </a:lnTo>
                <a:lnTo>
                  <a:pt x="1703972" y="36761"/>
                </a:lnTo>
                <a:lnTo>
                  <a:pt x="1703279" y="37028"/>
                </a:lnTo>
                <a:lnTo>
                  <a:pt x="1702596" y="37310"/>
                </a:lnTo>
                <a:lnTo>
                  <a:pt x="1701922" y="37605"/>
                </a:lnTo>
                <a:lnTo>
                  <a:pt x="1701256" y="37913"/>
                </a:lnTo>
                <a:lnTo>
                  <a:pt x="1700600" y="38236"/>
                </a:lnTo>
                <a:lnTo>
                  <a:pt x="1699954" y="38571"/>
                </a:lnTo>
                <a:lnTo>
                  <a:pt x="1699321" y="38918"/>
                </a:lnTo>
                <a:lnTo>
                  <a:pt x="1698699" y="39277"/>
                </a:lnTo>
                <a:lnTo>
                  <a:pt x="1698090" y="39649"/>
                </a:lnTo>
                <a:lnTo>
                  <a:pt x="1697492" y="40032"/>
                </a:lnTo>
                <a:lnTo>
                  <a:pt x="1696907" y="40428"/>
                </a:lnTo>
                <a:lnTo>
                  <a:pt x="1696334" y="40835"/>
                </a:lnTo>
                <a:lnTo>
                  <a:pt x="1695772" y="41255"/>
                </a:lnTo>
                <a:lnTo>
                  <a:pt x="1695223" y="41686"/>
                </a:lnTo>
                <a:lnTo>
                  <a:pt x="1694686" y="42130"/>
                </a:lnTo>
                <a:lnTo>
                  <a:pt x="1694161" y="42586"/>
                </a:lnTo>
                <a:lnTo>
                  <a:pt x="1693648" y="43054"/>
                </a:lnTo>
                <a:lnTo>
                  <a:pt x="1693147" y="43534"/>
                </a:lnTo>
                <a:lnTo>
                  <a:pt x="1692658" y="44026"/>
                </a:lnTo>
                <a:lnTo>
                  <a:pt x="1692181" y="44530"/>
                </a:lnTo>
                <a:lnTo>
                  <a:pt x="1691716" y="45046"/>
                </a:lnTo>
                <a:lnTo>
                  <a:pt x="1691264" y="45574"/>
                </a:lnTo>
                <a:lnTo>
                  <a:pt x="1690823" y="46115"/>
                </a:lnTo>
                <a:lnTo>
                  <a:pt x="1690395" y="46667"/>
                </a:lnTo>
                <a:lnTo>
                  <a:pt x="1689978" y="47232"/>
                </a:lnTo>
                <a:lnTo>
                  <a:pt x="1689574" y="47808"/>
                </a:lnTo>
                <a:lnTo>
                  <a:pt x="1689181" y="48397"/>
                </a:lnTo>
                <a:lnTo>
                  <a:pt x="1688801" y="48997"/>
                </a:lnTo>
                <a:lnTo>
                  <a:pt x="1688433" y="49610"/>
                </a:lnTo>
                <a:lnTo>
                  <a:pt x="1688078" y="50234"/>
                </a:lnTo>
                <a:lnTo>
                  <a:pt x="1687739" y="50869"/>
                </a:lnTo>
                <a:lnTo>
                  <a:pt x="1687414" y="51513"/>
                </a:lnTo>
                <a:lnTo>
                  <a:pt x="1687105" y="52169"/>
                </a:lnTo>
                <a:lnTo>
                  <a:pt x="1686811" y="52834"/>
                </a:lnTo>
                <a:lnTo>
                  <a:pt x="1686532" y="53510"/>
                </a:lnTo>
                <a:lnTo>
                  <a:pt x="1686268" y="54197"/>
                </a:lnTo>
                <a:lnTo>
                  <a:pt x="1686019" y="54894"/>
                </a:lnTo>
                <a:lnTo>
                  <a:pt x="1685785" y="55601"/>
                </a:lnTo>
                <a:lnTo>
                  <a:pt x="1685567" y="56319"/>
                </a:lnTo>
                <a:lnTo>
                  <a:pt x="1685363" y="57047"/>
                </a:lnTo>
                <a:lnTo>
                  <a:pt x="1685174" y="57786"/>
                </a:lnTo>
                <a:lnTo>
                  <a:pt x="1685001" y="58535"/>
                </a:lnTo>
                <a:lnTo>
                  <a:pt x="1684843" y="59294"/>
                </a:lnTo>
                <a:lnTo>
                  <a:pt x="1684699" y="60064"/>
                </a:lnTo>
                <a:lnTo>
                  <a:pt x="1684571" y="60845"/>
                </a:lnTo>
                <a:lnTo>
                  <a:pt x="1684458" y="61635"/>
                </a:lnTo>
                <a:lnTo>
                  <a:pt x="1684360" y="62437"/>
                </a:lnTo>
                <a:lnTo>
                  <a:pt x="1684277" y="63248"/>
                </a:lnTo>
                <a:lnTo>
                  <a:pt x="1684209" y="64070"/>
                </a:lnTo>
                <a:lnTo>
                  <a:pt x="1684156" y="64903"/>
                </a:lnTo>
                <a:lnTo>
                  <a:pt x="1684118" y="65745"/>
                </a:lnTo>
                <a:lnTo>
                  <a:pt x="1684096" y="66599"/>
                </a:lnTo>
                <a:lnTo>
                  <a:pt x="1684088" y="67462"/>
                </a:lnTo>
                <a:lnTo>
                  <a:pt x="1684088" y="91163"/>
                </a:lnTo>
                <a:lnTo>
                  <a:pt x="1684096" y="92014"/>
                </a:lnTo>
                <a:lnTo>
                  <a:pt x="1684118" y="92856"/>
                </a:lnTo>
                <a:lnTo>
                  <a:pt x="1684156" y="93688"/>
                </a:lnTo>
                <a:lnTo>
                  <a:pt x="1684209" y="94510"/>
                </a:lnTo>
                <a:lnTo>
                  <a:pt x="1684277" y="95323"/>
                </a:lnTo>
                <a:lnTo>
                  <a:pt x="1684360" y="96126"/>
                </a:lnTo>
                <a:lnTo>
                  <a:pt x="1684458" y="96919"/>
                </a:lnTo>
                <a:lnTo>
                  <a:pt x="1684571" y="97703"/>
                </a:lnTo>
                <a:lnTo>
                  <a:pt x="1684699" y="98477"/>
                </a:lnTo>
                <a:lnTo>
                  <a:pt x="1684843" y="99242"/>
                </a:lnTo>
                <a:lnTo>
                  <a:pt x="1685001" y="99997"/>
                </a:lnTo>
                <a:lnTo>
                  <a:pt x="1685174" y="100742"/>
                </a:lnTo>
                <a:lnTo>
                  <a:pt x="1685363" y="101478"/>
                </a:lnTo>
                <a:lnTo>
                  <a:pt x="1685567" y="102204"/>
                </a:lnTo>
                <a:lnTo>
                  <a:pt x="1685785" y="102921"/>
                </a:lnTo>
                <a:lnTo>
                  <a:pt x="1686019" y="103628"/>
                </a:lnTo>
                <a:lnTo>
                  <a:pt x="1686268" y="104325"/>
                </a:lnTo>
                <a:lnTo>
                  <a:pt x="1686532" y="105013"/>
                </a:lnTo>
                <a:lnTo>
                  <a:pt x="1686811" y="105691"/>
                </a:lnTo>
                <a:lnTo>
                  <a:pt x="1687105" y="106360"/>
                </a:lnTo>
                <a:lnTo>
                  <a:pt x="1687414" y="107019"/>
                </a:lnTo>
                <a:lnTo>
                  <a:pt x="1687739" y="107668"/>
                </a:lnTo>
                <a:lnTo>
                  <a:pt x="1688078" y="108308"/>
                </a:lnTo>
                <a:lnTo>
                  <a:pt x="1688433" y="108938"/>
                </a:lnTo>
                <a:lnTo>
                  <a:pt x="1688801" y="109558"/>
                </a:lnTo>
                <a:lnTo>
                  <a:pt x="1689181" y="110165"/>
                </a:lnTo>
                <a:lnTo>
                  <a:pt x="1689574" y="110759"/>
                </a:lnTo>
                <a:lnTo>
                  <a:pt x="1689978" y="111341"/>
                </a:lnTo>
                <a:lnTo>
                  <a:pt x="1690395" y="111911"/>
                </a:lnTo>
                <a:lnTo>
                  <a:pt x="1690823" y="112469"/>
                </a:lnTo>
                <a:lnTo>
                  <a:pt x="1691264" y="113014"/>
                </a:lnTo>
                <a:lnTo>
                  <a:pt x="1691716" y="113547"/>
                </a:lnTo>
                <a:lnTo>
                  <a:pt x="1692181" y="114067"/>
                </a:lnTo>
                <a:lnTo>
                  <a:pt x="1692658" y="114575"/>
                </a:lnTo>
                <a:lnTo>
                  <a:pt x="1693147" y="115071"/>
                </a:lnTo>
                <a:lnTo>
                  <a:pt x="1693648" y="115554"/>
                </a:lnTo>
                <a:lnTo>
                  <a:pt x="1694161" y="116025"/>
                </a:lnTo>
                <a:lnTo>
                  <a:pt x="1694686" y="116484"/>
                </a:lnTo>
                <a:lnTo>
                  <a:pt x="1695223" y="116931"/>
                </a:lnTo>
                <a:lnTo>
                  <a:pt x="1695772" y="117365"/>
                </a:lnTo>
                <a:lnTo>
                  <a:pt x="1696334" y="117786"/>
                </a:lnTo>
                <a:lnTo>
                  <a:pt x="1696907" y="118196"/>
                </a:lnTo>
                <a:lnTo>
                  <a:pt x="1697492" y="118593"/>
                </a:lnTo>
                <a:lnTo>
                  <a:pt x="1698090" y="118977"/>
                </a:lnTo>
                <a:lnTo>
                  <a:pt x="1698699" y="119350"/>
                </a:lnTo>
                <a:lnTo>
                  <a:pt x="1699321" y="119709"/>
                </a:lnTo>
                <a:lnTo>
                  <a:pt x="1699954" y="120057"/>
                </a:lnTo>
                <a:lnTo>
                  <a:pt x="1700600" y="120392"/>
                </a:lnTo>
                <a:lnTo>
                  <a:pt x="1701256" y="120715"/>
                </a:lnTo>
                <a:lnTo>
                  <a:pt x="1701922" y="121023"/>
                </a:lnTo>
                <a:lnTo>
                  <a:pt x="1702596" y="121318"/>
                </a:lnTo>
                <a:lnTo>
                  <a:pt x="1703279" y="121599"/>
                </a:lnTo>
                <a:lnTo>
                  <a:pt x="1703972" y="121866"/>
                </a:lnTo>
                <a:lnTo>
                  <a:pt x="1704673" y="122120"/>
                </a:lnTo>
                <a:lnTo>
                  <a:pt x="1705384" y="122360"/>
                </a:lnTo>
                <a:lnTo>
                  <a:pt x="1706104" y="122586"/>
                </a:lnTo>
                <a:lnTo>
                  <a:pt x="1706832" y="122799"/>
                </a:lnTo>
                <a:lnTo>
                  <a:pt x="1707570" y="122998"/>
                </a:lnTo>
                <a:lnTo>
                  <a:pt x="1708317" y="123183"/>
                </a:lnTo>
                <a:lnTo>
                  <a:pt x="1709072" y="123354"/>
                </a:lnTo>
                <a:lnTo>
                  <a:pt x="1709837" y="123512"/>
                </a:lnTo>
                <a:lnTo>
                  <a:pt x="1710611" y="123656"/>
                </a:lnTo>
                <a:lnTo>
                  <a:pt x="1711394" y="123786"/>
                </a:lnTo>
                <a:lnTo>
                  <a:pt x="1712186" y="123903"/>
                </a:lnTo>
                <a:lnTo>
                  <a:pt x="1712987" y="124005"/>
                </a:lnTo>
                <a:lnTo>
                  <a:pt x="1713797" y="124094"/>
                </a:lnTo>
                <a:lnTo>
                  <a:pt x="1714616" y="124170"/>
                </a:lnTo>
                <a:lnTo>
                  <a:pt x="1715445" y="124232"/>
                </a:lnTo>
                <a:lnTo>
                  <a:pt x="1716282" y="124280"/>
                </a:lnTo>
                <a:lnTo>
                  <a:pt x="1717128" y="124314"/>
                </a:lnTo>
                <a:lnTo>
                  <a:pt x="1717983" y="124334"/>
                </a:lnTo>
                <a:lnTo>
                  <a:pt x="1718848" y="124341"/>
                </a:lnTo>
                <a:lnTo>
                  <a:pt x="1720089" y="124327"/>
                </a:lnTo>
                <a:lnTo>
                  <a:pt x="1721309" y="124285"/>
                </a:lnTo>
                <a:lnTo>
                  <a:pt x="1722510" y="124215"/>
                </a:lnTo>
                <a:lnTo>
                  <a:pt x="1723691" y="124117"/>
                </a:lnTo>
                <a:lnTo>
                  <a:pt x="1724852" y="123992"/>
                </a:lnTo>
                <a:close/>
                <a:moveTo>
                  <a:pt x="1817911" y="124064"/>
                </a:moveTo>
                <a:lnTo>
                  <a:pt x="1818968" y="123941"/>
                </a:lnTo>
                <a:lnTo>
                  <a:pt x="1820010" y="123797"/>
                </a:lnTo>
                <a:lnTo>
                  <a:pt x="1821036" y="123630"/>
                </a:lnTo>
                <a:lnTo>
                  <a:pt x="1822047" y="123442"/>
                </a:lnTo>
                <a:lnTo>
                  <a:pt x="1823041" y="123230"/>
                </a:lnTo>
                <a:lnTo>
                  <a:pt x="1824019" y="122997"/>
                </a:lnTo>
                <a:lnTo>
                  <a:pt x="1824982" y="122742"/>
                </a:lnTo>
                <a:lnTo>
                  <a:pt x="1825928" y="122464"/>
                </a:lnTo>
                <a:lnTo>
                  <a:pt x="1826859" y="122164"/>
                </a:lnTo>
                <a:lnTo>
                  <a:pt x="1827774" y="121842"/>
                </a:lnTo>
                <a:lnTo>
                  <a:pt x="1828672" y="121498"/>
                </a:lnTo>
                <a:lnTo>
                  <a:pt x="1829555" y="121131"/>
                </a:lnTo>
                <a:lnTo>
                  <a:pt x="1830422" y="120742"/>
                </a:lnTo>
                <a:lnTo>
                  <a:pt x="1831273" y="120331"/>
                </a:lnTo>
                <a:lnTo>
                  <a:pt x="1832109" y="119898"/>
                </a:lnTo>
                <a:lnTo>
                  <a:pt x="1832928" y="119443"/>
                </a:lnTo>
                <a:lnTo>
                  <a:pt x="1833731" y="118965"/>
                </a:lnTo>
                <a:lnTo>
                  <a:pt x="1834519" y="118465"/>
                </a:lnTo>
                <a:lnTo>
                  <a:pt x="1835290" y="117943"/>
                </a:lnTo>
                <a:lnTo>
                  <a:pt x="1836041" y="117402"/>
                </a:lnTo>
                <a:lnTo>
                  <a:pt x="1836764" y="116845"/>
                </a:lnTo>
                <a:lnTo>
                  <a:pt x="1837461" y="116273"/>
                </a:lnTo>
                <a:lnTo>
                  <a:pt x="1838131" y="115685"/>
                </a:lnTo>
                <a:lnTo>
                  <a:pt x="1838773" y="115081"/>
                </a:lnTo>
                <a:lnTo>
                  <a:pt x="1839389" y="114462"/>
                </a:lnTo>
                <a:lnTo>
                  <a:pt x="1839978" y="113827"/>
                </a:lnTo>
                <a:lnTo>
                  <a:pt x="1840540" y="113177"/>
                </a:lnTo>
                <a:lnTo>
                  <a:pt x="1841076" y="112511"/>
                </a:lnTo>
                <a:lnTo>
                  <a:pt x="1841584" y="111829"/>
                </a:lnTo>
                <a:lnTo>
                  <a:pt x="1842065" y="111132"/>
                </a:lnTo>
                <a:lnTo>
                  <a:pt x="1842520" y="110419"/>
                </a:lnTo>
                <a:lnTo>
                  <a:pt x="1842948" y="109690"/>
                </a:lnTo>
                <a:lnTo>
                  <a:pt x="1843348" y="108946"/>
                </a:lnTo>
                <a:lnTo>
                  <a:pt x="1843722" y="108186"/>
                </a:lnTo>
                <a:lnTo>
                  <a:pt x="1844069" y="107410"/>
                </a:lnTo>
                <a:lnTo>
                  <a:pt x="1844389" y="106619"/>
                </a:lnTo>
                <a:lnTo>
                  <a:pt x="1844682" y="105812"/>
                </a:lnTo>
                <a:lnTo>
                  <a:pt x="1844949" y="104990"/>
                </a:lnTo>
                <a:lnTo>
                  <a:pt x="1845188" y="104152"/>
                </a:lnTo>
                <a:lnTo>
                  <a:pt x="1845400" y="103298"/>
                </a:lnTo>
                <a:lnTo>
                  <a:pt x="1845586" y="102428"/>
                </a:lnTo>
                <a:lnTo>
                  <a:pt x="1845745" y="101543"/>
                </a:lnTo>
                <a:lnTo>
                  <a:pt x="1845876" y="100643"/>
                </a:lnTo>
                <a:lnTo>
                  <a:pt x="1831657" y="100643"/>
                </a:lnTo>
                <a:lnTo>
                  <a:pt x="1831558" y="101074"/>
                </a:lnTo>
                <a:lnTo>
                  <a:pt x="1831445" y="101497"/>
                </a:lnTo>
                <a:lnTo>
                  <a:pt x="1831318" y="101913"/>
                </a:lnTo>
                <a:lnTo>
                  <a:pt x="1831176" y="102322"/>
                </a:lnTo>
                <a:lnTo>
                  <a:pt x="1831021" y="102723"/>
                </a:lnTo>
                <a:lnTo>
                  <a:pt x="1830852" y="103117"/>
                </a:lnTo>
                <a:lnTo>
                  <a:pt x="1830669" y="103503"/>
                </a:lnTo>
                <a:lnTo>
                  <a:pt x="1830472" y="103882"/>
                </a:lnTo>
                <a:lnTo>
                  <a:pt x="1830261" y="104254"/>
                </a:lnTo>
                <a:lnTo>
                  <a:pt x="1830036" y="104618"/>
                </a:lnTo>
                <a:lnTo>
                  <a:pt x="1829797" y="104975"/>
                </a:lnTo>
                <a:lnTo>
                  <a:pt x="1829544" y="105324"/>
                </a:lnTo>
                <a:lnTo>
                  <a:pt x="1829276" y="105666"/>
                </a:lnTo>
                <a:lnTo>
                  <a:pt x="1828995" y="106000"/>
                </a:lnTo>
                <a:lnTo>
                  <a:pt x="1828700" y="106328"/>
                </a:lnTo>
                <a:lnTo>
                  <a:pt x="1828391" y="106647"/>
                </a:lnTo>
                <a:lnTo>
                  <a:pt x="1828068" y="106960"/>
                </a:lnTo>
                <a:lnTo>
                  <a:pt x="1827731" y="107265"/>
                </a:lnTo>
                <a:lnTo>
                  <a:pt x="1827380" y="107562"/>
                </a:lnTo>
                <a:lnTo>
                  <a:pt x="1827015" y="107852"/>
                </a:lnTo>
                <a:lnTo>
                  <a:pt x="1826636" y="108135"/>
                </a:lnTo>
                <a:lnTo>
                  <a:pt x="1826243" y="108410"/>
                </a:lnTo>
                <a:lnTo>
                  <a:pt x="1825837" y="108678"/>
                </a:lnTo>
                <a:lnTo>
                  <a:pt x="1825416" y="108938"/>
                </a:lnTo>
                <a:lnTo>
                  <a:pt x="1824983" y="109190"/>
                </a:lnTo>
                <a:lnTo>
                  <a:pt x="1824541" y="109431"/>
                </a:lnTo>
                <a:lnTo>
                  <a:pt x="1824089" y="109661"/>
                </a:lnTo>
                <a:lnTo>
                  <a:pt x="1823628" y="109880"/>
                </a:lnTo>
                <a:lnTo>
                  <a:pt x="1823157" y="110088"/>
                </a:lnTo>
                <a:lnTo>
                  <a:pt x="1822676" y="110286"/>
                </a:lnTo>
                <a:lnTo>
                  <a:pt x="1822186" y="110474"/>
                </a:lnTo>
                <a:lnTo>
                  <a:pt x="1821686" y="110650"/>
                </a:lnTo>
                <a:lnTo>
                  <a:pt x="1821177" y="110816"/>
                </a:lnTo>
                <a:lnTo>
                  <a:pt x="1820658" y="110971"/>
                </a:lnTo>
                <a:lnTo>
                  <a:pt x="1820129" y="111116"/>
                </a:lnTo>
                <a:lnTo>
                  <a:pt x="1819591" y="111249"/>
                </a:lnTo>
                <a:lnTo>
                  <a:pt x="1819043" y="111372"/>
                </a:lnTo>
                <a:lnTo>
                  <a:pt x="1818486" y="111485"/>
                </a:lnTo>
                <a:lnTo>
                  <a:pt x="1817919" y="111586"/>
                </a:lnTo>
                <a:lnTo>
                  <a:pt x="1817342" y="111677"/>
                </a:lnTo>
                <a:lnTo>
                  <a:pt x="1816756" y="111757"/>
                </a:lnTo>
                <a:lnTo>
                  <a:pt x="1816160" y="111827"/>
                </a:lnTo>
                <a:lnTo>
                  <a:pt x="1815554" y="111886"/>
                </a:lnTo>
                <a:lnTo>
                  <a:pt x="1814939" y="111934"/>
                </a:lnTo>
                <a:lnTo>
                  <a:pt x="1814314" y="111971"/>
                </a:lnTo>
                <a:lnTo>
                  <a:pt x="1813680" y="111998"/>
                </a:lnTo>
                <a:lnTo>
                  <a:pt x="1813036" y="112014"/>
                </a:lnTo>
                <a:lnTo>
                  <a:pt x="1812383" y="112019"/>
                </a:lnTo>
                <a:lnTo>
                  <a:pt x="1811625" y="112010"/>
                </a:lnTo>
                <a:lnTo>
                  <a:pt x="1810881" y="111981"/>
                </a:lnTo>
                <a:lnTo>
                  <a:pt x="1810148" y="111932"/>
                </a:lnTo>
                <a:lnTo>
                  <a:pt x="1809429" y="111864"/>
                </a:lnTo>
                <a:lnTo>
                  <a:pt x="1808722" y="111776"/>
                </a:lnTo>
                <a:lnTo>
                  <a:pt x="1808028" y="111669"/>
                </a:lnTo>
                <a:lnTo>
                  <a:pt x="1807346" y="111542"/>
                </a:lnTo>
                <a:lnTo>
                  <a:pt x="1806677" y="111396"/>
                </a:lnTo>
                <a:lnTo>
                  <a:pt x="1806021" y="111231"/>
                </a:lnTo>
                <a:lnTo>
                  <a:pt x="1805377" y="111046"/>
                </a:lnTo>
                <a:lnTo>
                  <a:pt x="1804746" y="110841"/>
                </a:lnTo>
                <a:lnTo>
                  <a:pt x="1804127" y="110617"/>
                </a:lnTo>
                <a:lnTo>
                  <a:pt x="1803521" y="110373"/>
                </a:lnTo>
                <a:lnTo>
                  <a:pt x="1802928" y="110111"/>
                </a:lnTo>
                <a:lnTo>
                  <a:pt x="1802347" y="109828"/>
                </a:lnTo>
                <a:lnTo>
                  <a:pt x="1801779" y="109526"/>
                </a:lnTo>
                <a:lnTo>
                  <a:pt x="1801224" y="109205"/>
                </a:lnTo>
                <a:lnTo>
                  <a:pt x="1800681" y="108864"/>
                </a:lnTo>
                <a:lnTo>
                  <a:pt x="1800151" y="108503"/>
                </a:lnTo>
                <a:lnTo>
                  <a:pt x="1799633" y="108124"/>
                </a:lnTo>
                <a:lnTo>
                  <a:pt x="1799128" y="107724"/>
                </a:lnTo>
                <a:lnTo>
                  <a:pt x="1798636" y="107306"/>
                </a:lnTo>
                <a:lnTo>
                  <a:pt x="1798156" y="106867"/>
                </a:lnTo>
                <a:lnTo>
                  <a:pt x="1797689" y="106409"/>
                </a:lnTo>
                <a:lnTo>
                  <a:pt x="1797237" y="105935"/>
                </a:lnTo>
                <a:lnTo>
                  <a:pt x="1796805" y="105447"/>
                </a:lnTo>
                <a:lnTo>
                  <a:pt x="1796392" y="104944"/>
                </a:lnTo>
                <a:lnTo>
                  <a:pt x="1795999" y="104428"/>
                </a:lnTo>
                <a:lnTo>
                  <a:pt x="1795624" y="103897"/>
                </a:lnTo>
                <a:lnTo>
                  <a:pt x="1795269" y="103353"/>
                </a:lnTo>
                <a:lnTo>
                  <a:pt x="1794933" y="102794"/>
                </a:lnTo>
                <a:lnTo>
                  <a:pt x="1794616" y="102222"/>
                </a:lnTo>
                <a:lnTo>
                  <a:pt x="1794318" y="101636"/>
                </a:lnTo>
                <a:lnTo>
                  <a:pt x="1794040" y="101035"/>
                </a:lnTo>
                <a:lnTo>
                  <a:pt x="1793781" y="100421"/>
                </a:lnTo>
                <a:lnTo>
                  <a:pt x="1793541" y="99793"/>
                </a:lnTo>
                <a:lnTo>
                  <a:pt x="1793320" y="99151"/>
                </a:lnTo>
                <a:lnTo>
                  <a:pt x="1793118" y="98494"/>
                </a:lnTo>
                <a:lnTo>
                  <a:pt x="1792936" y="97824"/>
                </a:lnTo>
                <a:lnTo>
                  <a:pt x="1792773" y="97140"/>
                </a:lnTo>
                <a:lnTo>
                  <a:pt x="1792629" y="96442"/>
                </a:lnTo>
                <a:lnTo>
                  <a:pt x="1792504" y="95730"/>
                </a:lnTo>
                <a:lnTo>
                  <a:pt x="1792398" y="95004"/>
                </a:lnTo>
                <a:lnTo>
                  <a:pt x="1792312" y="94264"/>
                </a:lnTo>
                <a:lnTo>
                  <a:pt x="1792245" y="93509"/>
                </a:lnTo>
                <a:lnTo>
                  <a:pt x="1792197" y="92741"/>
                </a:lnTo>
                <a:lnTo>
                  <a:pt x="1792168" y="91959"/>
                </a:lnTo>
                <a:lnTo>
                  <a:pt x="1792158" y="91163"/>
                </a:lnTo>
                <a:lnTo>
                  <a:pt x="1792158" y="82947"/>
                </a:lnTo>
                <a:lnTo>
                  <a:pt x="1846510" y="82947"/>
                </a:lnTo>
                <a:lnTo>
                  <a:pt x="1846510" y="67462"/>
                </a:lnTo>
                <a:lnTo>
                  <a:pt x="1846503" y="66624"/>
                </a:lnTo>
                <a:lnTo>
                  <a:pt x="1846481" y="65796"/>
                </a:lnTo>
                <a:lnTo>
                  <a:pt x="1846444" y="64977"/>
                </a:lnTo>
                <a:lnTo>
                  <a:pt x="1846392" y="64167"/>
                </a:lnTo>
                <a:lnTo>
                  <a:pt x="1846325" y="63366"/>
                </a:lnTo>
                <a:lnTo>
                  <a:pt x="1846244" y="62575"/>
                </a:lnTo>
                <a:lnTo>
                  <a:pt x="1846147" y="61793"/>
                </a:lnTo>
                <a:lnTo>
                  <a:pt x="1846036" y="61020"/>
                </a:lnTo>
                <a:lnTo>
                  <a:pt x="1845910" y="60257"/>
                </a:lnTo>
                <a:lnTo>
                  <a:pt x="1845770" y="59503"/>
                </a:lnTo>
                <a:lnTo>
                  <a:pt x="1845614" y="58758"/>
                </a:lnTo>
                <a:lnTo>
                  <a:pt x="1845444" y="58023"/>
                </a:lnTo>
                <a:lnTo>
                  <a:pt x="1845258" y="57297"/>
                </a:lnTo>
                <a:lnTo>
                  <a:pt x="1845058" y="56580"/>
                </a:lnTo>
                <a:lnTo>
                  <a:pt x="1844844" y="55873"/>
                </a:lnTo>
                <a:lnTo>
                  <a:pt x="1844614" y="55175"/>
                </a:lnTo>
                <a:lnTo>
                  <a:pt x="1844369" y="54486"/>
                </a:lnTo>
                <a:lnTo>
                  <a:pt x="1844110" y="53807"/>
                </a:lnTo>
                <a:lnTo>
                  <a:pt x="1843836" y="53136"/>
                </a:lnTo>
                <a:lnTo>
                  <a:pt x="1843547" y="52476"/>
                </a:lnTo>
                <a:lnTo>
                  <a:pt x="1843243" y="51824"/>
                </a:lnTo>
                <a:lnTo>
                  <a:pt x="1842925" y="51182"/>
                </a:lnTo>
                <a:lnTo>
                  <a:pt x="1842591" y="50549"/>
                </a:lnTo>
                <a:lnTo>
                  <a:pt x="1842243" y="49926"/>
                </a:lnTo>
                <a:lnTo>
                  <a:pt x="1841882" y="49313"/>
                </a:lnTo>
                <a:lnTo>
                  <a:pt x="1841509" y="48711"/>
                </a:lnTo>
                <a:lnTo>
                  <a:pt x="1841124" y="48121"/>
                </a:lnTo>
                <a:lnTo>
                  <a:pt x="1840727" y="47543"/>
                </a:lnTo>
                <a:lnTo>
                  <a:pt x="1840319" y="46976"/>
                </a:lnTo>
                <a:lnTo>
                  <a:pt x="1839898" y="46421"/>
                </a:lnTo>
                <a:lnTo>
                  <a:pt x="1839466" y="45877"/>
                </a:lnTo>
                <a:lnTo>
                  <a:pt x="1839022" y="45344"/>
                </a:lnTo>
                <a:lnTo>
                  <a:pt x="1838567" y="44823"/>
                </a:lnTo>
                <a:lnTo>
                  <a:pt x="1838099" y="44314"/>
                </a:lnTo>
                <a:lnTo>
                  <a:pt x="1837620" y="43816"/>
                </a:lnTo>
                <a:lnTo>
                  <a:pt x="1837129" y="43330"/>
                </a:lnTo>
                <a:lnTo>
                  <a:pt x="1836626" y="42855"/>
                </a:lnTo>
                <a:lnTo>
                  <a:pt x="1836111" y="42392"/>
                </a:lnTo>
                <a:lnTo>
                  <a:pt x="1835584" y="41940"/>
                </a:lnTo>
                <a:lnTo>
                  <a:pt x="1835046" y="41500"/>
                </a:lnTo>
                <a:lnTo>
                  <a:pt x="1834496" y="41071"/>
                </a:lnTo>
                <a:lnTo>
                  <a:pt x="1833934" y="40654"/>
                </a:lnTo>
                <a:lnTo>
                  <a:pt x="1833360" y="40248"/>
                </a:lnTo>
                <a:lnTo>
                  <a:pt x="1832775" y="39854"/>
                </a:lnTo>
                <a:lnTo>
                  <a:pt x="1832177" y="39471"/>
                </a:lnTo>
                <a:lnTo>
                  <a:pt x="1831568" y="39100"/>
                </a:lnTo>
                <a:lnTo>
                  <a:pt x="1830947" y="38741"/>
                </a:lnTo>
                <a:lnTo>
                  <a:pt x="1830314" y="38393"/>
                </a:lnTo>
                <a:lnTo>
                  <a:pt x="1829671" y="38057"/>
                </a:lnTo>
                <a:lnTo>
                  <a:pt x="1829019" y="37736"/>
                </a:lnTo>
                <a:lnTo>
                  <a:pt x="1828358" y="37430"/>
                </a:lnTo>
                <a:lnTo>
                  <a:pt x="1827688" y="37137"/>
                </a:lnTo>
                <a:lnTo>
                  <a:pt x="1827009" y="36859"/>
                </a:lnTo>
                <a:lnTo>
                  <a:pt x="1826321" y="36595"/>
                </a:lnTo>
                <a:lnTo>
                  <a:pt x="1825623" y="36346"/>
                </a:lnTo>
                <a:lnTo>
                  <a:pt x="1824917" y="36110"/>
                </a:lnTo>
                <a:lnTo>
                  <a:pt x="1824201" y="35889"/>
                </a:lnTo>
                <a:lnTo>
                  <a:pt x="1823477" y="35682"/>
                </a:lnTo>
                <a:lnTo>
                  <a:pt x="1822743" y="35490"/>
                </a:lnTo>
                <a:lnTo>
                  <a:pt x="1822001" y="35312"/>
                </a:lnTo>
                <a:lnTo>
                  <a:pt x="1821249" y="35147"/>
                </a:lnTo>
                <a:lnTo>
                  <a:pt x="1820488" y="34998"/>
                </a:lnTo>
                <a:lnTo>
                  <a:pt x="1819718" y="34862"/>
                </a:lnTo>
                <a:lnTo>
                  <a:pt x="1818940" y="34741"/>
                </a:lnTo>
                <a:lnTo>
                  <a:pt x="1818152" y="34634"/>
                </a:lnTo>
                <a:lnTo>
                  <a:pt x="1817355" y="34541"/>
                </a:lnTo>
                <a:lnTo>
                  <a:pt x="1816549" y="34463"/>
                </a:lnTo>
                <a:lnTo>
                  <a:pt x="1815734" y="34399"/>
                </a:lnTo>
                <a:lnTo>
                  <a:pt x="1814909" y="34349"/>
                </a:lnTo>
                <a:lnTo>
                  <a:pt x="1814076" y="34313"/>
                </a:lnTo>
                <a:lnTo>
                  <a:pt x="1813234" y="34292"/>
                </a:lnTo>
                <a:lnTo>
                  <a:pt x="1812383" y="34284"/>
                </a:lnTo>
                <a:lnTo>
                  <a:pt x="1811531" y="34292"/>
                </a:lnTo>
                <a:lnTo>
                  <a:pt x="1810689" y="34314"/>
                </a:lnTo>
                <a:lnTo>
                  <a:pt x="1809856" y="34350"/>
                </a:lnTo>
                <a:lnTo>
                  <a:pt x="1809032" y="34401"/>
                </a:lnTo>
                <a:lnTo>
                  <a:pt x="1808216" y="34466"/>
                </a:lnTo>
                <a:lnTo>
                  <a:pt x="1807410" y="34546"/>
                </a:lnTo>
                <a:lnTo>
                  <a:pt x="1806613" y="34641"/>
                </a:lnTo>
                <a:lnTo>
                  <a:pt x="1805825" y="34750"/>
                </a:lnTo>
                <a:lnTo>
                  <a:pt x="1805046" y="34873"/>
                </a:lnTo>
                <a:lnTo>
                  <a:pt x="1804277" y="35012"/>
                </a:lnTo>
                <a:lnTo>
                  <a:pt x="1803516" y="35164"/>
                </a:lnTo>
                <a:lnTo>
                  <a:pt x="1802764" y="35331"/>
                </a:lnTo>
                <a:lnTo>
                  <a:pt x="1802021" y="35513"/>
                </a:lnTo>
                <a:lnTo>
                  <a:pt x="1801288" y="35709"/>
                </a:lnTo>
                <a:lnTo>
                  <a:pt x="1800563" y="35920"/>
                </a:lnTo>
                <a:lnTo>
                  <a:pt x="1799847" y="36146"/>
                </a:lnTo>
                <a:lnTo>
                  <a:pt x="1799141" y="36386"/>
                </a:lnTo>
                <a:lnTo>
                  <a:pt x="1798443" y="36640"/>
                </a:lnTo>
                <a:lnTo>
                  <a:pt x="1797755" y="36909"/>
                </a:lnTo>
                <a:lnTo>
                  <a:pt x="1797075" y="37193"/>
                </a:lnTo>
                <a:lnTo>
                  <a:pt x="1796405" y="37491"/>
                </a:lnTo>
                <a:lnTo>
                  <a:pt x="1795744" y="37803"/>
                </a:lnTo>
                <a:lnTo>
                  <a:pt x="1795092" y="38130"/>
                </a:lnTo>
                <a:lnTo>
                  <a:pt x="1794448" y="38472"/>
                </a:lnTo>
                <a:lnTo>
                  <a:pt x="1793816" y="38827"/>
                </a:lnTo>
                <a:lnTo>
                  <a:pt x="1793195" y="39194"/>
                </a:lnTo>
                <a:lnTo>
                  <a:pt x="1792586" y="39574"/>
                </a:lnTo>
                <a:lnTo>
                  <a:pt x="1791989" y="39966"/>
                </a:lnTo>
                <a:lnTo>
                  <a:pt x="1791403" y="40370"/>
                </a:lnTo>
                <a:lnTo>
                  <a:pt x="1790830" y="40787"/>
                </a:lnTo>
                <a:lnTo>
                  <a:pt x="1790268" y="41216"/>
                </a:lnTo>
                <a:lnTo>
                  <a:pt x="1789718" y="41658"/>
                </a:lnTo>
                <a:lnTo>
                  <a:pt x="1789180" y="42111"/>
                </a:lnTo>
                <a:lnTo>
                  <a:pt x="1788653" y="42578"/>
                </a:lnTo>
                <a:lnTo>
                  <a:pt x="1788138" y="43056"/>
                </a:lnTo>
                <a:lnTo>
                  <a:pt x="1787635" y="43547"/>
                </a:lnTo>
                <a:lnTo>
                  <a:pt x="1787144" y="44050"/>
                </a:lnTo>
                <a:lnTo>
                  <a:pt x="1786665" y="44566"/>
                </a:lnTo>
                <a:lnTo>
                  <a:pt x="1786197" y="45094"/>
                </a:lnTo>
                <a:lnTo>
                  <a:pt x="1785742" y="45634"/>
                </a:lnTo>
                <a:lnTo>
                  <a:pt x="1785298" y="46187"/>
                </a:lnTo>
                <a:lnTo>
                  <a:pt x="1784865" y="46752"/>
                </a:lnTo>
                <a:lnTo>
                  <a:pt x="1784445" y="47329"/>
                </a:lnTo>
                <a:lnTo>
                  <a:pt x="1784036" y="47919"/>
                </a:lnTo>
                <a:lnTo>
                  <a:pt x="1783639" y="48521"/>
                </a:lnTo>
                <a:lnTo>
                  <a:pt x="1783254" y="49135"/>
                </a:lnTo>
                <a:lnTo>
                  <a:pt x="1782881" y="49762"/>
                </a:lnTo>
                <a:lnTo>
                  <a:pt x="1782520" y="50401"/>
                </a:lnTo>
                <a:lnTo>
                  <a:pt x="1782172" y="51052"/>
                </a:lnTo>
                <a:lnTo>
                  <a:pt x="1781838" y="51713"/>
                </a:lnTo>
                <a:lnTo>
                  <a:pt x="1781520" y="52386"/>
                </a:lnTo>
                <a:lnTo>
                  <a:pt x="1781216" y="53069"/>
                </a:lnTo>
                <a:lnTo>
                  <a:pt x="1780928" y="53764"/>
                </a:lnTo>
                <a:lnTo>
                  <a:pt x="1780654" y="54469"/>
                </a:lnTo>
                <a:lnTo>
                  <a:pt x="1780395" y="55186"/>
                </a:lnTo>
                <a:lnTo>
                  <a:pt x="1780150" y="55913"/>
                </a:lnTo>
                <a:lnTo>
                  <a:pt x="1779921" y="56651"/>
                </a:lnTo>
                <a:lnTo>
                  <a:pt x="1779706" y="57401"/>
                </a:lnTo>
                <a:lnTo>
                  <a:pt x="1779506" y="58161"/>
                </a:lnTo>
                <a:lnTo>
                  <a:pt x="1779321" y="58932"/>
                </a:lnTo>
                <a:lnTo>
                  <a:pt x="1779151" y="59715"/>
                </a:lnTo>
                <a:lnTo>
                  <a:pt x="1778995" y="60508"/>
                </a:lnTo>
                <a:lnTo>
                  <a:pt x="1778855" y="61312"/>
                </a:lnTo>
                <a:lnTo>
                  <a:pt x="1778729" y="62127"/>
                </a:lnTo>
                <a:lnTo>
                  <a:pt x="1778618" y="62953"/>
                </a:lnTo>
                <a:lnTo>
                  <a:pt x="1778521" y="63791"/>
                </a:lnTo>
                <a:lnTo>
                  <a:pt x="1778440" y="64639"/>
                </a:lnTo>
                <a:lnTo>
                  <a:pt x="1778373" y="65498"/>
                </a:lnTo>
                <a:lnTo>
                  <a:pt x="1778321" y="66368"/>
                </a:lnTo>
                <a:lnTo>
                  <a:pt x="1778284" y="67249"/>
                </a:lnTo>
                <a:lnTo>
                  <a:pt x="1778262" y="68141"/>
                </a:lnTo>
                <a:lnTo>
                  <a:pt x="1778255" y="69044"/>
                </a:lnTo>
                <a:lnTo>
                  <a:pt x="1778255" y="89582"/>
                </a:lnTo>
                <a:lnTo>
                  <a:pt x="1778262" y="90472"/>
                </a:lnTo>
                <a:lnTo>
                  <a:pt x="1778284" y="91352"/>
                </a:lnTo>
                <a:lnTo>
                  <a:pt x="1778321" y="92222"/>
                </a:lnTo>
                <a:lnTo>
                  <a:pt x="1778373" y="93082"/>
                </a:lnTo>
                <a:lnTo>
                  <a:pt x="1778440" y="93932"/>
                </a:lnTo>
                <a:lnTo>
                  <a:pt x="1778521" y="94772"/>
                </a:lnTo>
                <a:lnTo>
                  <a:pt x="1778618" y="95601"/>
                </a:lnTo>
                <a:lnTo>
                  <a:pt x="1778729" y="96420"/>
                </a:lnTo>
                <a:lnTo>
                  <a:pt x="1778855" y="97229"/>
                </a:lnTo>
                <a:lnTo>
                  <a:pt x="1778995" y="98028"/>
                </a:lnTo>
                <a:lnTo>
                  <a:pt x="1779151" y="98817"/>
                </a:lnTo>
                <a:lnTo>
                  <a:pt x="1779321" y="99596"/>
                </a:lnTo>
                <a:lnTo>
                  <a:pt x="1779506" y="100364"/>
                </a:lnTo>
                <a:lnTo>
                  <a:pt x="1779706" y="101123"/>
                </a:lnTo>
                <a:lnTo>
                  <a:pt x="1779921" y="101871"/>
                </a:lnTo>
                <a:lnTo>
                  <a:pt x="1780150" y="102609"/>
                </a:lnTo>
                <a:lnTo>
                  <a:pt x="1780395" y="103337"/>
                </a:lnTo>
                <a:lnTo>
                  <a:pt x="1780654" y="104055"/>
                </a:lnTo>
                <a:lnTo>
                  <a:pt x="1780928" y="104762"/>
                </a:lnTo>
                <a:lnTo>
                  <a:pt x="1781216" y="105460"/>
                </a:lnTo>
                <a:lnTo>
                  <a:pt x="1781520" y="106147"/>
                </a:lnTo>
                <a:lnTo>
                  <a:pt x="1781838" y="106824"/>
                </a:lnTo>
                <a:lnTo>
                  <a:pt x="1782172" y="107491"/>
                </a:lnTo>
                <a:lnTo>
                  <a:pt x="1782520" y="108148"/>
                </a:lnTo>
                <a:lnTo>
                  <a:pt x="1782881" y="108793"/>
                </a:lnTo>
                <a:lnTo>
                  <a:pt x="1783254" y="109426"/>
                </a:lnTo>
                <a:lnTo>
                  <a:pt x="1783639" y="110046"/>
                </a:lnTo>
                <a:lnTo>
                  <a:pt x="1784036" y="110654"/>
                </a:lnTo>
                <a:lnTo>
                  <a:pt x="1784445" y="111249"/>
                </a:lnTo>
                <a:lnTo>
                  <a:pt x="1784865" y="111831"/>
                </a:lnTo>
                <a:lnTo>
                  <a:pt x="1785298" y="112401"/>
                </a:lnTo>
                <a:lnTo>
                  <a:pt x="1785742" y="112958"/>
                </a:lnTo>
                <a:lnTo>
                  <a:pt x="1786197" y="113502"/>
                </a:lnTo>
                <a:lnTo>
                  <a:pt x="1786665" y="114034"/>
                </a:lnTo>
                <a:lnTo>
                  <a:pt x="1787144" y="114554"/>
                </a:lnTo>
                <a:lnTo>
                  <a:pt x="1787635" y="115060"/>
                </a:lnTo>
                <a:lnTo>
                  <a:pt x="1788138" y="115554"/>
                </a:lnTo>
                <a:lnTo>
                  <a:pt x="1788653" y="116036"/>
                </a:lnTo>
                <a:lnTo>
                  <a:pt x="1789180" y="116504"/>
                </a:lnTo>
                <a:lnTo>
                  <a:pt x="1789718" y="116961"/>
                </a:lnTo>
                <a:lnTo>
                  <a:pt x="1790268" y="117404"/>
                </a:lnTo>
                <a:lnTo>
                  <a:pt x="1790830" y="117835"/>
                </a:lnTo>
                <a:lnTo>
                  <a:pt x="1791403" y="118254"/>
                </a:lnTo>
                <a:lnTo>
                  <a:pt x="1791989" y="118659"/>
                </a:lnTo>
                <a:lnTo>
                  <a:pt x="1792586" y="119052"/>
                </a:lnTo>
                <a:lnTo>
                  <a:pt x="1793195" y="119433"/>
                </a:lnTo>
                <a:lnTo>
                  <a:pt x="1793816" y="119801"/>
                </a:lnTo>
                <a:lnTo>
                  <a:pt x="1794448" y="120156"/>
                </a:lnTo>
                <a:lnTo>
                  <a:pt x="1795092" y="120498"/>
                </a:lnTo>
                <a:lnTo>
                  <a:pt x="1795744" y="120825"/>
                </a:lnTo>
                <a:lnTo>
                  <a:pt x="1796405" y="121137"/>
                </a:lnTo>
                <a:lnTo>
                  <a:pt x="1797075" y="121435"/>
                </a:lnTo>
                <a:lnTo>
                  <a:pt x="1797755" y="121718"/>
                </a:lnTo>
                <a:lnTo>
                  <a:pt x="1798443" y="121987"/>
                </a:lnTo>
                <a:lnTo>
                  <a:pt x="1799141" y="122241"/>
                </a:lnTo>
                <a:lnTo>
                  <a:pt x="1799847" y="122481"/>
                </a:lnTo>
                <a:lnTo>
                  <a:pt x="1800563" y="122706"/>
                </a:lnTo>
                <a:lnTo>
                  <a:pt x="1801288" y="122917"/>
                </a:lnTo>
                <a:lnTo>
                  <a:pt x="1802021" y="123113"/>
                </a:lnTo>
                <a:lnTo>
                  <a:pt x="1802764" y="123295"/>
                </a:lnTo>
                <a:lnTo>
                  <a:pt x="1803516" y="123462"/>
                </a:lnTo>
                <a:lnTo>
                  <a:pt x="1804277" y="123615"/>
                </a:lnTo>
                <a:lnTo>
                  <a:pt x="1805046" y="123753"/>
                </a:lnTo>
                <a:lnTo>
                  <a:pt x="1805825" y="123876"/>
                </a:lnTo>
                <a:lnTo>
                  <a:pt x="1806613" y="123985"/>
                </a:lnTo>
                <a:lnTo>
                  <a:pt x="1807410" y="124080"/>
                </a:lnTo>
                <a:lnTo>
                  <a:pt x="1808216" y="124160"/>
                </a:lnTo>
                <a:lnTo>
                  <a:pt x="1809032" y="124225"/>
                </a:lnTo>
                <a:lnTo>
                  <a:pt x="1809856" y="124276"/>
                </a:lnTo>
                <a:lnTo>
                  <a:pt x="1810689" y="124312"/>
                </a:lnTo>
                <a:lnTo>
                  <a:pt x="1811531" y="124334"/>
                </a:lnTo>
                <a:lnTo>
                  <a:pt x="1812383" y="124341"/>
                </a:lnTo>
                <a:lnTo>
                  <a:pt x="1813520" y="124330"/>
                </a:lnTo>
                <a:lnTo>
                  <a:pt x="1814642" y="124297"/>
                </a:lnTo>
                <a:lnTo>
                  <a:pt x="1815747" y="124241"/>
                </a:lnTo>
                <a:lnTo>
                  <a:pt x="1816837" y="124164"/>
                </a:lnTo>
                <a:lnTo>
                  <a:pt x="1817911" y="124064"/>
                </a:lnTo>
                <a:close/>
                <a:moveTo>
                  <a:pt x="1792195" y="65783"/>
                </a:moveTo>
                <a:lnTo>
                  <a:pt x="1792241" y="64968"/>
                </a:lnTo>
                <a:lnTo>
                  <a:pt x="1792305" y="64169"/>
                </a:lnTo>
                <a:lnTo>
                  <a:pt x="1792388" y="63386"/>
                </a:lnTo>
                <a:lnTo>
                  <a:pt x="1792489" y="62620"/>
                </a:lnTo>
                <a:lnTo>
                  <a:pt x="1792608" y="61869"/>
                </a:lnTo>
                <a:lnTo>
                  <a:pt x="1792746" y="61135"/>
                </a:lnTo>
                <a:lnTo>
                  <a:pt x="1792902" y="60417"/>
                </a:lnTo>
                <a:lnTo>
                  <a:pt x="1793077" y="59715"/>
                </a:lnTo>
                <a:lnTo>
                  <a:pt x="1793270" y="59029"/>
                </a:lnTo>
                <a:lnTo>
                  <a:pt x="1793481" y="58360"/>
                </a:lnTo>
                <a:lnTo>
                  <a:pt x="1793711" y="57706"/>
                </a:lnTo>
                <a:lnTo>
                  <a:pt x="1793959" y="57069"/>
                </a:lnTo>
                <a:lnTo>
                  <a:pt x="1794225" y="56448"/>
                </a:lnTo>
                <a:lnTo>
                  <a:pt x="1794510" y="55843"/>
                </a:lnTo>
                <a:lnTo>
                  <a:pt x="1794813" y="55255"/>
                </a:lnTo>
                <a:lnTo>
                  <a:pt x="1795135" y="54682"/>
                </a:lnTo>
                <a:lnTo>
                  <a:pt x="1795475" y="54126"/>
                </a:lnTo>
                <a:lnTo>
                  <a:pt x="1795833" y="53586"/>
                </a:lnTo>
                <a:lnTo>
                  <a:pt x="1796210" y="53062"/>
                </a:lnTo>
                <a:lnTo>
                  <a:pt x="1796605" y="52554"/>
                </a:lnTo>
                <a:lnTo>
                  <a:pt x="1797018" y="52062"/>
                </a:lnTo>
                <a:lnTo>
                  <a:pt x="1797450" y="51587"/>
                </a:lnTo>
                <a:lnTo>
                  <a:pt x="1797899" y="51129"/>
                </a:lnTo>
                <a:lnTo>
                  <a:pt x="1798362" y="50691"/>
                </a:lnTo>
                <a:lnTo>
                  <a:pt x="1798841" y="50272"/>
                </a:lnTo>
                <a:lnTo>
                  <a:pt x="1799335" y="49873"/>
                </a:lnTo>
                <a:lnTo>
                  <a:pt x="1799844" y="49493"/>
                </a:lnTo>
                <a:lnTo>
                  <a:pt x="1800369" y="49133"/>
                </a:lnTo>
                <a:lnTo>
                  <a:pt x="1800908" y="48792"/>
                </a:lnTo>
                <a:lnTo>
                  <a:pt x="1801462" y="48470"/>
                </a:lnTo>
                <a:lnTo>
                  <a:pt x="1802031" y="48168"/>
                </a:lnTo>
                <a:lnTo>
                  <a:pt x="1802616" y="47886"/>
                </a:lnTo>
                <a:lnTo>
                  <a:pt x="1803216" y="47623"/>
                </a:lnTo>
                <a:lnTo>
                  <a:pt x="1803830" y="47380"/>
                </a:lnTo>
                <a:lnTo>
                  <a:pt x="1804460" y="47156"/>
                </a:lnTo>
                <a:lnTo>
                  <a:pt x="1805105" y="46951"/>
                </a:lnTo>
                <a:lnTo>
                  <a:pt x="1805765" y="46766"/>
                </a:lnTo>
                <a:lnTo>
                  <a:pt x="1806440" y="46600"/>
                </a:lnTo>
                <a:lnTo>
                  <a:pt x="1807130" y="46454"/>
                </a:lnTo>
                <a:lnTo>
                  <a:pt x="1807835" y="46328"/>
                </a:lnTo>
                <a:lnTo>
                  <a:pt x="1808555" y="46221"/>
                </a:lnTo>
                <a:lnTo>
                  <a:pt x="1809290" y="46133"/>
                </a:lnTo>
                <a:lnTo>
                  <a:pt x="1810041" y="46065"/>
                </a:lnTo>
                <a:lnTo>
                  <a:pt x="1810806" y="46016"/>
                </a:lnTo>
                <a:lnTo>
                  <a:pt x="1811587" y="45987"/>
                </a:lnTo>
                <a:lnTo>
                  <a:pt x="1812383" y="45977"/>
                </a:lnTo>
                <a:lnTo>
                  <a:pt x="1813178" y="45987"/>
                </a:lnTo>
                <a:lnTo>
                  <a:pt x="1813958" y="46016"/>
                </a:lnTo>
                <a:lnTo>
                  <a:pt x="1814724" y="46065"/>
                </a:lnTo>
                <a:lnTo>
                  <a:pt x="1815474" y="46133"/>
                </a:lnTo>
                <a:lnTo>
                  <a:pt x="1816209" y="46221"/>
                </a:lnTo>
                <a:lnTo>
                  <a:pt x="1816929" y="46328"/>
                </a:lnTo>
                <a:lnTo>
                  <a:pt x="1817634" y="46454"/>
                </a:lnTo>
                <a:lnTo>
                  <a:pt x="1818324" y="46600"/>
                </a:lnTo>
                <a:lnTo>
                  <a:pt x="1818999" y="46766"/>
                </a:lnTo>
                <a:lnTo>
                  <a:pt x="1819658" y="46951"/>
                </a:lnTo>
                <a:lnTo>
                  <a:pt x="1820303" y="47156"/>
                </a:lnTo>
                <a:lnTo>
                  <a:pt x="1820933" y="47380"/>
                </a:lnTo>
                <a:lnTo>
                  <a:pt x="1821547" y="47623"/>
                </a:lnTo>
                <a:lnTo>
                  <a:pt x="1822146" y="47886"/>
                </a:lnTo>
                <a:lnTo>
                  <a:pt x="1822731" y="48168"/>
                </a:lnTo>
                <a:lnTo>
                  <a:pt x="1823300" y="48470"/>
                </a:lnTo>
                <a:lnTo>
                  <a:pt x="1823854" y="48792"/>
                </a:lnTo>
                <a:lnTo>
                  <a:pt x="1824393" y="49133"/>
                </a:lnTo>
                <a:lnTo>
                  <a:pt x="1824917" y="49493"/>
                </a:lnTo>
                <a:lnTo>
                  <a:pt x="1825426" y="49873"/>
                </a:lnTo>
                <a:lnTo>
                  <a:pt x="1825920" y="50272"/>
                </a:lnTo>
                <a:lnTo>
                  <a:pt x="1826398" y="50691"/>
                </a:lnTo>
                <a:lnTo>
                  <a:pt x="1826862" y="51129"/>
                </a:lnTo>
                <a:lnTo>
                  <a:pt x="1827311" y="51587"/>
                </a:lnTo>
                <a:lnTo>
                  <a:pt x="1827743" y="52062"/>
                </a:lnTo>
                <a:lnTo>
                  <a:pt x="1828156" y="52554"/>
                </a:lnTo>
                <a:lnTo>
                  <a:pt x="1828551" y="53062"/>
                </a:lnTo>
                <a:lnTo>
                  <a:pt x="1828928" y="53586"/>
                </a:lnTo>
                <a:lnTo>
                  <a:pt x="1829287" y="54126"/>
                </a:lnTo>
                <a:lnTo>
                  <a:pt x="1829627" y="54682"/>
                </a:lnTo>
                <a:lnTo>
                  <a:pt x="1829948" y="55255"/>
                </a:lnTo>
                <a:lnTo>
                  <a:pt x="1830252" y="55843"/>
                </a:lnTo>
                <a:lnTo>
                  <a:pt x="1830537" y="56448"/>
                </a:lnTo>
                <a:lnTo>
                  <a:pt x="1830803" y="57069"/>
                </a:lnTo>
                <a:lnTo>
                  <a:pt x="1831051" y="57706"/>
                </a:lnTo>
                <a:lnTo>
                  <a:pt x="1831281" y="58360"/>
                </a:lnTo>
                <a:lnTo>
                  <a:pt x="1831493" y="59029"/>
                </a:lnTo>
                <a:lnTo>
                  <a:pt x="1831686" y="59715"/>
                </a:lnTo>
                <a:lnTo>
                  <a:pt x="1831860" y="60417"/>
                </a:lnTo>
                <a:lnTo>
                  <a:pt x="1832016" y="61135"/>
                </a:lnTo>
                <a:lnTo>
                  <a:pt x="1832154" y="61869"/>
                </a:lnTo>
                <a:lnTo>
                  <a:pt x="1832274" y="62620"/>
                </a:lnTo>
                <a:lnTo>
                  <a:pt x="1832375" y="63386"/>
                </a:lnTo>
                <a:lnTo>
                  <a:pt x="1832458" y="64169"/>
                </a:lnTo>
                <a:lnTo>
                  <a:pt x="1832522" y="64968"/>
                </a:lnTo>
                <a:lnTo>
                  <a:pt x="1832568" y="65783"/>
                </a:lnTo>
                <a:lnTo>
                  <a:pt x="1832596" y="66615"/>
                </a:lnTo>
                <a:lnTo>
                  <a:pt x="1832605" y="67462"/>
                </a:lnTo>
                <a:lnTo>
                  <a:pt x="1832605" y="71886"/>
                </a:lnTo>
                <a:lnTo>
                  <a:pt x="1792158" y="71886"/>
                </a:lnTo>
                <a:lnTo>
                  <a:pt x="1792158" y="67462"/>
                </a:lnTo>
                <a:lnTo>
                  <a:pt x="1792167" y="66615"/>
                </a:lnTo>
                <a:lnTo>
                  <a:pt x="1792195" y="65783"/>
                </a:lnTo>
                <a:close/>
                <a:moveTo>
                  <a:pt x="1537148" y="123954"/>
                </a:moveTo>
                <a:lnTo>
                  <a:pt x="1538287" y="123783"/>
                </a:lnTo>
                <a:lnTo>
                  <a:pt x="1539406" y="123582"/>
                </a:lnTo>
                <a:lnTo>
                  <a:pt x="1540505" y="123350"/>
                </a:lnTo>
                <a:lnTo>
                  <a:pt x="1541583" y="123086"/>
                </a:lnTo>
                <a:lnTo>
                  <a:pt x="1542641" y="122792"/>
                </a:lnTo>
                <a:lnTo>
                  <a:pt x="1543678" y="122466"/>
                </a:lnTo>
                <a:lnTo>
                  <a:pt x="1544696" y="122110"/>
                </a:lnTo>
                <a:lnTo>
                  <a:pt x="1545693" y="121723"/>
                </a:lnTo>
                <a:lnTo>
                  <a:pt x="1546670" y="121304"/>
                </a:lnTo>
                <a:lnTo>
                  <a:pt x="1547626" y="120855"/>
                </a:lnTo>
                <a:lnTo>
                  <a:pt x="1548562" y="120375"/>
                </a:lnTo>
                <a:lnTo>
                  <a:pt x="1549478" y="119863"/>
                </a:lnTo>
                <a:lnTo>
                  <a:pt x="1550374" y="119321"/>
                </a:lnTo>
                <a:lnTo>
                  <a:pt x="1551249" y="118748"/>
                </a:lnTo>
                <a:lnTo>
                  <a:pt x="1552104" y="118143"/>
                </a:lnTo>
                <a:lnTo>
                  <a:pt x="1552939" y="117508"/>
                </a:lnTo>
                <a:lnTo>
                  <a:pt x="1553753" y="116842"/>
                </a:lnTo>
                <a:lnTo>
                  <a:pt x="1554547" y="116145"/>
                </a:lnTo>
                <a:lnTo>
                  <a:pt x="1555321" y="115416"/>
                </a:lnTo>
                <a:lnTo>
                  <a:pt x="1556069" y="114661"/>
                </a:lnTo>
                <a:lnTo>
                  <a:pt x="1556785" y="113884"/>
                </a:lnTo>
                <a:lnTo>
                  <a:pt x="1557469" y="113085"/>
                </a:lnTo>
                <a:lnTo>
                  <a:pt x="1558121" y="112263"/>
                </a:lnTo>
                <a:lnTo>
                  <a:pt x="1558741" y="111419"/>
                </a:lnTo>
                <a:lnTo>
                  <a:pt x="1559330" y="110553"/>
                </a:lnTo>
                <a:lnTo>
                  <a:pt x="1559887" y="109664"/>
                </a:lnTo>
                <a:lnTo>
                  <a:pt x="1560412" y="108754"/>
                </a:lnTo>
                <a:lnTo>
                  <a:pt x="1560905" y="107821"/>
                </a:lnTo>
                <a:lnTo>
                  <a:pt x="1561366" y="106866"/>
                </a:lnTo>
                <a:lnTo>
                  <a:pt x="1561796" y="105889"/>
                </a:lnTo>
                <a:lnTo>
                  <a:pt x="1562194" y="104889"/>
                </a:lnTo>
                <a:lnTo>
                  <a:pt x="1562560" y="103868"/>
                </a:lnTo>
                <a:lnTo>
                  <a:pt x="1562894" y="102824"/>
                </a:lnTo>
                <a:lnTo>
                  <a:pt x="1563196" y="101758"/>
                </a:lnTo>
                <a:lnTo>
                  <a:pt x="1563466" y="100670"/>
                </a:lnTo>
                <a:lnTo>
                  <a:pt x="1563705" y="99559"/>
                </a:lnTo>
                <a:lnTo>
                  <a:pt x="1563912" y="98426"/>
                </a:lnTo>
                <a:lnTo>
                  <a:pt x="1564087" y="97271"/>
                </a:lnTo>
                <a:lnTo>
                  <a:pt x="1564230" y="96094"/>
                </a:lnTo>
                <a:lnTo>
                  <a:pt x="1564341" y="94895"/>
                </a:lnTo>
                <a:lnTo>
                  <a:pt x="1564421" y="93673"/>
                </a:lnTo>
                <a:lnTo>
                  <a:pt x="1564469" y="92429"/>
                </a:lnTo>
                <a:lnTo>
                  <a:pt x="1564485" y="91163"/>
                </a:lnTo>
                <a:lnTo>
                  <a:pt x="1564485" y="35864"/>
                </a:lnTo>
                <a:lnTo>
                  <a:pt x="1550265" y="35864"/>
                </a:lnTo>
                <a:lnTo>
                  <a:pt x="1550265" y="91163"/>
                </a:lnTo>
                <a:lnTo>
                  <a:pt x="1550257" y="91947"/>
                </a:lnTo>
                <a:lnTo>
                  <a:pt x="1550230" y="92716"/>
                </a:lnTo>
                <a:lnTo>
                  <a:pt x="1550185" y="93473"/>
                </a:lnTo>
                <a:lnTo>
                  <a:pt x="1550123" y="94216"/>
                </a:lnTo>
                <a:lnTo>
                  <a:pt x="1550043" y="94945"/>
                </a:lnTo>
                <a:lnTo>
                  <a:pt x="1549945" y="95661"/>
                </a:lnTo>
                <a:lnTo>
                  <a:pt x="1549829" y="96364"/>
                </a:lnTo>
                <a:lnTo>
                  <a:pt x="1549695" y="97053"/>
                </a:lnTo>
                <a:lnTo>
                  <a:pt x="1549543" y="97729"/>
                </a:lnTo>
                <a:lnTo>
                  <a:pt x="1549374" y="98391"/>
                </a:lnTo>
                <a:lnTo>
                  <a:pt x="1549187" y="99040"/>
                </a:lnTo>
                <a:lnTo>
                  <a:pt x="1548982" y="99675"/>
                </a:lnTo>
                <a:lnTo>
                  <a:pt x="1548759" y="100297"/>
                </a:lnTo>
                <a:lnTo>
                  <a:pt x="1548518" y="100906"/>
                </a:lnTo>
                <a:lnTo>
                  <a:pt x="1548260" y="101501"/>
                </a:lnTo>
                <a:lnTo>
                  <a:pt x="1547983" y="102083"/>
                </a:lnTo>
                <a:lnTo>
                  <a:pt x="1547689" y="102651"/>
                </a:lnTo>
                <a:lnTo>
                  <a:pt x="1547377" y="103206"/>
                </a:lnTo>
                <a:lnTo>
                  <a:pt x="1547047" y="103747"/>
                </a:lnTo>
                <a:lnTo>
                  <a:pt x="1546699" y="104275"/>
                </a:lnTo>
                <a:lnTo>
                  <a:pt x="1546334" y="104790"/>
                </a:lnTo>
                <a:lnTo>
                  <a:pt x="1545951" y="105291"/>
                </a:lnTo>
                <a:lnTo>
                  <a:pt x="1545549" y="105779"/>
                </a:lnTo>
                <a:lnTo>
                  <a:pt x="1545130" y="106253"/>
                </a:lnTo>
                <a:lnTo>
                  <a:pt x="1544696" y="106710"/>
                </a:lnTo>
                <a:lnTo>
                  <a:pt x="1544249" y="107148"/>
                </a:lnTo>
                <a:lnTo>
                  <a:pt x="1543789" y="107567"/>
                </a:lnTo>
                <a:lnTo>
                  <a:pt x="1543316" y="107966"/>
                </a:lnTo>
                <a:lnTo>
                  <a:pt x="1542830" y="108346"/>
                </a:lnTo>
                <a:lnTo>
                  <a:pt x="1542331" y="108706"/>
                </a:lnTo>
                <a:lnTo>
                  <a:pt x="1541819" y="109047"/>
                </a:lnTo>
                <a:lnTo>
                  <a:pt x="1541294" y="109368"/>
                </a:lnTo>
                <a:lnTo>
                  <a:pt x="1540757" y="109670"/>
                </a:lnTo>
                <a:lnTo>
                  <a:pt x="1540207" y="109952"/>
                </a:lnTo>
                <a:lnTo>
                  <a:pt x="1539643" y="110215"/>
                </a:lnTo>
                <a:lnTo>
                  <a:pt x="1539067" y="110458"/>
                </a:lnTo>
                <a:lnTo>
                  <a:pt x="1538478" y="110682"/>
                </a:lnTo>
                <a:lnTo>
                  <a:pt x="1537876" y="110887"/>
                </a:lnTo>
                <a:lnTo>
                  <a:pt x="1537261" y="111072"/>
                </a:lnTo>
                <a:lnTo>
                  <a:pt x="1536634" y="111237"/>
                </a:lnTo>
                <a:lnTo>
                  <a:pt x="1535993" y="111383"/>
                </a:lnTo>
                <a:lnTo>
                  <a:pt x="1535339" y="111510"/>
                </a:lnTo>
                <a:lnTo>
                  <a:pt x="1534673" y="111617"/>
                </a:lnTo>
                <a:lnTo>
                  <a:pt x="1533994" y="111705"/>
                </a:lnTo>
                <a:lnTo>
                  <a:pt x="1533301" y="111773"/>
                </a:lnTo>
                <a:lnTo>
                  <a:pt x="1532596" y="111821"/>
                </a:lnTo>
                <a:lnTo>
                  <a:pt x="1531878" y="111851"/>
                </a:lnTo>
                <a:lnTo>
                  <a:pt x="1531148" y="111860"/>
                </a:lnTo>
                <a:lnTo>
                  <a:pt x="1530430" y="111851"/>
                </a:lnTo>
                <a:lnTo>
                  <a:pt x="1529725" y="111821"/>
                </a:lnTo>
                <a:lnTo>
                  <a:pt x="1529032" y="111773"/>
                </a:lnTo>
                <a:lnTo>
                  <a:pt x="1528352" y="111705"/>
                </a:lnTo>
                <a:lnTo>
                  <a:pt x="1527685" y="111617"/>
                </a:lnTo>
                <a:lnTo>
                  <a:pt x="1527030" y="111510"/>
                </a:lnTo>
                <a:lnTo>
                  <a:pt x="1526388" y="111383"/>
                </a:lnTo>
                <a:lnTo>
                  <a:pt x="1525758" y="111237"/>
                </a:lnTo>
                <a:lnTo>
                  <a:pt x="1525142" y="111072"/>
                </a:lnTo>
                <a:lnTo>
                  <a:pt x="1524537" y="110887"/>
                </a:lnTo>
                <a:lnTo>
                  <a:pt x="1523946" y="110682"/>
                </a:lnTo>
                <a:lnTo>
                  <a:pt x="1523367" y="110458"/>
                </a:lnTo>
                <a:lnTo>
                  <a:pt x="1522800" y="110215"/>
                </a:lnTo>
                <a:lnTo>
                  <a:pt x="1522246" y="109952"/>
                </a:lnTo>
                <a:lnTo>
                  <a:pt x="1521705" y="109670"/>
                </a:lnTo>
                <a:lnTo>
                  <a:pt x="1521176" y="109368"/>
                </a:lnTo>
                <a:lnTo>
                  <a:pt x="1520660" y="109047"/>
                </a:lnTo>
                <a:lnTo>
                  <a:pt x="1520157" y="108706"/>
                </a:lnTo>
                <a:lnTo>
                  <a:pt x="1519666" y="108346"/>
                </a:lnTo>
                <a:lnTo>
                  <a:pt x="1519188" y="107966"/>
                </a:lnTo>
                <a:lnTo>
                  <a:pt x="1518722" y="107567"/>
                </a:lnTo>
                <a:lnTo>
                  <a:pt x="1518269" y="107148"/>
                </a:lnTo>
                <a:lnTo>
                  <a:pt x="1517829" y="106710"/>
                </a:lnTo>
                <a:lnTo>
                  <a:pt x="1517401" y="106253"/>
                </a:lnTo>
                <a:lnTo>
                  <a:pt x="1516988" y="105779"/>
                </a:lnTo>
                <a:lnTo>
                  <a:pt x="1516593" y="105291"/>
                </a:lnTo>
                <a:lnTo>
                  <a:pt x="1516216" y="104790"/>
                </a:lnTo>
                <a:lnTo>
                  <a:pt x="1515856" y="104275"/>
                </a:lnTo>
                <a:lnTo>
                  <a:pt x="1515514" y="103747"/>
                </a:lnTo>
                <a:lnTo>
                  <a:pt x="1515189" y="103206"/>
                </a:lnTo>
                <a:lnTo>
                  <a:pt x="1514882" y="102651"/>
                </a:lnTo>
                <a:lnTo>
                  <a:pt x="1514592" y="102083"/>
                </a:lnTo>
                <a:lnTo>
                  <a:pt x="1514320" y="101501"/>
                </a:lnTo>
                <a:lnTo>
                  <a:pt x="1514066" y="100906"/>
                </a:lnTo>
                <a:lnTo>
                  <a:pt x="1513829" y="100297"/>
                </a:lnTo>
                <a:lnTo>
                  <a:pt x="1513609" y="99675"/>
                </a:lnTo>
                <a:lnTo>
                  <a:pt x="1513407" y="99040"/>
                </a:lnTo>
                <a:lnTo>
                  <a:pt x="1513223" y="98391"/>
                </a:lnTo>
                <a:lnTo>
                  <a:pt x="1513056" y="97729"/>
                </a:lnTo>
                <a:lnTo>
                  <a:pt x="1512907" y="97053"/>
                </a:lnTo>
                <a:lnTo>
                  <a:pt x="1512775" y="96364"/>
                </a:lnTo>
                <a:lnTo>
                  <a:pt x="1512661" y="95661"/>
                </a:lnTo>
                <a:lnTo>
                  <a:pt x="1512565" y="94945"/>
                </a:lnTo>
                <a:lnTo>
                  <a:pt x="1512486" y="94216"/>
                </a:lnTo>
                <a:lnTo>
                  <a:pt x="1512424" y="93473"/>
                </a:lnTo>
                <a:lnTo>
                  <a:pt x="1512381" y="92716"/>
                </a:lnTo>
                <a:lnTo>
                  <a:pt x="1512354" y="91947"/>
                </a:lnTo>
                <a:lnTo>
                  <a:pt x="1512345" y="91163"/>
                </a:lnTo>
                <a:lnTo>
                  <a:pt x="1512345" y="35864"/>
                </a:lnTo>
                <a:lnTo>
                  <a:pt x="1498126" y="35864"/>
                </a:lnTo>
                <a:lnTo>
                  <a:pt x="1498126" y="91163"/>
                </a:lnTo>
                <a:lnTo>
                  <a:pt x="1498142" y="92429"/>
                </a:lnTo>
                <a:lnTo>
                  <a:pt x="1498189" y="93673"/>
                </a:lnTo>
                <a:lnTo>
                  <a:pt x="1498267" y="94895"/>
                </a:lnTo>
                <a:lnTo>
                  <a:pt x="1498376" y="96094"/>
                </a:lnTo>
                <a:lnTo>
                  <a:pt x="1498517" y="97271"/>
                </a:lnTo>
                <a:lnTo>
                  <a:pt x="1498689" y="98426"/>
                </a:lnTo>
                <a:lnTo>
                  <a:pt x="1498892" y="99559"/>
                </a:lnTo>
                <a:lnTo>
                  <a:pt x="1499127" y="100670"/>
                </a:lnTo>
                <a:lnTo>
                  <a:pt x="1499393" y="101758"/>
                </a:lnTo>
                <a:lnTo>
                  <a:pt x="1499690" y="102824"/>
                </a:lnTo>
                <a:lnTo>
                  <a:pt x="1500018" y="103868"/>
                </a:lnTo>
                <a:lnTo>
                  <a:pt x="1500377" y="104889"/>
                </a:lnTo>
                <a:lnTo>
                  <a:pt x="1500768" y="105889"/>
                </a:lnTo>
                <a:lnTo>
                  <a:pt x="1501190" y="106866"/>
                </a:lnTo>
                <a:lnTo>
                  <a:pt x="1501644" y="107821"/>
                </a:lnTo>
                <a:lnTo>
                  <a:pt x="1502128" y="108754"/>
                </a:lnTo>
                <a:lnTo>
                  <a:pt x="1502644" y="109664"/>
                </a:lnTo>
                <a:lnTo>
                  <a:pt x="1503191" y="110553"/>
                </a:lnTo>
                <a:lnTo>
                  <a:pt x="1503770" y="111419"/>
                </a:lnTo>
                <a:lnTo>
                  <a:pt x="1504379" y="112263"/>
                </a:lnTo>
                <a:lnTo>
                  <a:pt x="1505020" y="113085"/>
                </a:lnTo>
                <a:lnTo>
                  <a:pt x="1505693" y="113884"/>
                </a:lnTo>
                <a:lnTo>
                  <a:pt x="1506396" y="114661"/>
                </a:lnTo>
                <a:lnTo>
                  <a:pt x="1507131" y="115416"/>
                </a:lnTo>
                <a:lnTo>
                  <a:pt x="1507892" y="116145"/>
                </a:lnTo>
                <a:lnTo>
                  <a:pt x="1508674" y="116842"/>
                </a:lnTo>
                <a:lnTo>
                  <a:pt x="1509476" y="117508"/>
                </a:lnTo>
                <a:lnTo>
                  <a:pt x="1510300" y="118143"/>
                </a:lnTo>
                <a:lnTo>
                  <a:pt x="1511144" y="118748"/>
                </a:lnTo>
                <a:lnTo>
                  <a:pt x="1512009" y="119321"/>
                </a:lnTo>
                <a:lnTo>
                  <a:pt x="1512895" y="119863"/>
                </a:lnTo>
                <a:lnTo>
                  <a:pt x="1513802" y="120375"/>
                </a:lnTo>
                <a:lnTo>
                  <a:pt x="1514730" y="120855"/>
                </a:lnTo>
                <a:lnTo>
                  <a:pt x="1515679" y="121304"/>
                </a:lnTo>
                <a:lnTo>
                  <a:pt x="1516648" y="121723"/>
                </a:lnTo>
                <a:lnTo>
                  <a:pt x="1517638" y="122110"/>
                </a:lnTo>
                <a:lnTo>
                  <a:pt x="1518650" y="122466"/>
                </a:lnTo>
                <a:lnTo>
                  <a:pt x="1519681" y="122792"/>
                </a:lnTo>
                <a:lnTo>
                  <a:pt x="1520734" y="123086"/>
                </a:lnTo>
                <a:lnTo>
                  <a:pt x="1521808" y="123350"/>
                </a:lnTo>
                <a:lnTo>
                  <a:pt x="1522902" y="123582"/>
                </a:lnTo>
                <a:lnTo>
                  <a:pt x="1524018" y="123783"/>
                </a:lnTo>
                <a:lnTo>
                  <a:pt x="1525154" y="123954"/>
                </a:lnTo>
                <a:lnTo>
                  <a:pt x="1526311" y="124093"/>
                </a:lnTo>
                <a:lnTo>
                  <a:pt x="1527489" y="124202"/>
                </a:lnTo>
                <a:lnTo>
                  <a:pt x="1528688" y="124279"/>
                </a:lnTo>
                <a:lnTo>
                  <a:pt x="1529907" y="124326"/>
                </a:lnTo>
                <a:lnTo>
                  <a:pt x="1531148" y="124341"/>
                </a:lnTo>
                <a:lnTo>
                  <a:pt x="1532388" y="124326"/>
                </a:lnTo>
                <a:lnTo>
                  <a:pt x="1533609" y="124279"/>
                </a:lnTo>
                <a:lnTo>
                  <a:pt x="1534809" y="124202"/>
                </a:lnTo>
                <a:lnTo>
                  <a:pt x="1535988" y="124093"/>
                </a:lnTo>
                <a:lnTo>
                  <a:pt x="1537148" y="123954"/>
                </a:lnTo>
                <a:close/>
                <a:moveTo>
                  <a:pt x="1098395" y="95903"/>
                </a:moveTo>
                <a:lnTo>
                  <a:pt x="1098395" y="83263"/>
                </a:lnTo>
                <a:lnTo>
                  <a:pt x="1030458" y="83263"/>
                </a:lnTo>
                <a:lnTo>
                  <a:pt x="1030458" y="95903"/>
                </a:lnTo>
                <a:lnTo>
                  <a:pt x="1098395" y="95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)-&gt;str:">
            <a:extLst xmlns:a="http://schemas.openxmlformats.org/drawingml/2006/main">
              <a:ext uri="{FF2B5EF4-FFF2-40B4-BE49-F238E27FC236}">
                <a16:creationId xmlns:a16="http://schemas.microsoft.com/office/drawing/2014/main" id="{6E3E6B39-6A3A-4F15-9634-7039B2B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90" y="3449983"/>
            <a:ext cx="789843" cy="151675"/>
          </a:xfrm>
          <a:custGeom xmlns:a="http://schemas.openxmlformats.org/drawingml/2006/main">
            <a:pathLst>
              <a:path w="789843" h="151675">
                <a:moveTo>
                  <a:pt x="778300" y="67572"/>
                </a:moveTo>
                <a:lnTo>
                  <a:pt x="778802" y="67534"/>
                </a:lnTo>
                <a:lnTo>
                  <a:pt x="779292" y="67484"/>
                </a:lnTo>
                <a:lnTo>
                  <a:pt x="779772" y="67424"/>
                </a:lnTo>
                <a:lnTo>
                  <a:pt x="780240" y="67353"/>
                </a:lnTo>
                <a:lnTo>
                  <a:pt x="780698" y="67271"/>
                </a:lnTo>
                <a:lnTo>
                  <a:pt x="781144" y="67177"/>
                </a:lnTo>
                <a:lnTo>
                  <a:pt x="781580" y="67073"/>
                </a:lnTo>
                <a:lnTo>
                  <a:pt x="782004" y="66958"/>
                </a:lnTo>
                <a:lnTo>
                  <a:pt x="782418" y="66832"/>
                </a:lnTo>
                <a:lnTo>
                  <a:pt x="782821" y="66695"/>
                </a:lnTo>
                <a:lnTo>
                  <a:pt x="783212" y="66547"/>
                </a:lnTo>
                <a:lnTo>
                  <a:pt x="783593" y="66388"/>
                </a:lnTo>
                <a:lnTo>
                  <a:pt x="783963" y="66218"/>
                </a:lnTo>
                <a:lnTo>
                  <a:pt x="784321" y="66037"/>
                </a:lnTo>
                <a:lnTo>
                  <a:pt x="784669" y="65845"/>
                </a:lnTo>
                <a:lnTo>
                  <a:pt x="785006" y="65642"/>
                </a:lnTo>
                <a:lnTo>
                  <a:pt x="785332" y="65428"/>
                </a:lnTo>
                <a:lnTo>
                  <a:pt x="785647" y="65204"/>
                </a:lnTo>
                <a:lnTo>
                  <a:pt x="785951" y="64968"/>
                </a:lnTo>
                <a:lnTo>
                  <a:pt x="786243" y="64721"/>
                </a:lnTo>
                <a:lnTo>
                  <a:pt x="786525" y="64463"/>
                </a:lnTo>
                <a:lnTo>
                  <a:pt x="786796" y="64196"/>
                </a:lnTo>
                <a:lnTo>
                  <a:pt x="787055" y="63921"/>
                </a:lnTo>
                <a:lnTo>
                  <a:pt x="787303" y="63639"/>
                </a:lnTo>
                <a:lnTo>
                  <a:pt x="787539" y="63348"/>
                </a:lnTo>
                <a:lnTo>
                  <a:pt x="787764" y="63050"/>
                </a:lnTo>
                <a:lnTo>
                  <a:pt x="787977" y="62745"/>
                </a:lnTo>
                <a:lnTo>
                  <a:pt x="788178" y="62432"/>
                </a:lnTo>
                <a:lnTo>
                  <a:pt x="788368" y="62111"/>
                </a:lnTo>
                <a:lnTo>
                  <a:pt x="788547" y="61782"/>
                </a:lnTo>
                <a:lnTo>
                  <a:pt x="788714" y="61446"/>
                </a:lnTo>
                <a:lnTo>
                  <a:pt x="788869" y="61102"/>
                </a:lnTo>
                <a:lnTo>
                  <a:pt x="789013" y="60750"/>
                </a:lnTo>
                <a:lnTo>
                  <a:pt x="789146" y="60391"/>
                </a:lnTo>
                <a:lnTo>
                  <a:pt x="789267" y="60024"/>
                </a:lnTo>
                <a:lnTo>
                  <a:pt x="789376" y="59649"/>
                </a:lnTo>
                <a:lnTo>
                  <a:pt x="789474" y="59267"/>
                </a:lnTo>
                <a:lnTo>
                  <a:pt x="789561" y="58877"/>
                </a:lnTo>
                <a:lnTo>
                  <a:pt x="789635" y="58479"/>
                </a:lnTo>
                <a:lnTo>
                  <a:pt x="789699" y="58074"/>
                </a:lnTo>
                <a:lnTo>
                  <a:pt x="789751" y="57660"/>
                </a:lnTo>
                <a:lnTo>
                  <a:pt x="789791" y="57240"/>
                </a:lnTo>
                <a:lnTo>
                  <a:pt x="789820" y="56811"/>
                </a:lnTo>
                <a:lnTo>
                  <a:pt x="789837" y="56375"/>
                </a:lnTo>
                <a:lnTo>
                  <a:pt x="789843" y="55931"/>
                </a:lnTo>
                <a:lnTo>
                  <a:pt x="789837" y="55487"/>
                </a:lnTo>
                <a:lnTo>
                  <a:pt x="789820" y="55051"/>
                </a:lnTo>
                <a:lnTo>
                  <a:pt x="789791" y="54623"/>
                </a:lnTo>
                <a:lnTo>
                  <a:pt x="789751" y="54202"/>
                </a:lnTo>
                <a:lnTo>
                  <a:pt x="789699" y="53788"/>
                </a:lnTo>
                <a:lnTo>
                  <a:pt x="789635" y="53383"/>
                </a:lnTo>
                <a:lnTo>
                  <a:pt x="789561" y="52985"/>
                </a:lnTo>
                <a:lnTo>
                  <a:pt x="789474" y="52595"/>
                </a:lnTo>
                <a:lnTo>
                  <a:pt x="789376" y="52213"/>
                </a:lnTo>
                <a:lnTo>
                  <a:pt x="789267" y="51838"/>
                </a:lnTo>
                <a:lnTo>
                  <a:pt x="789146" y="51471"/>
                </a:lnTo>
                <a:lnTo>
                  <a:pt x="789013" y="51112"/>
                </a:lnTo>
                <a:lnTo>
                  <a:pt x="788869" y="50760"/>
                </a:lnTo>
                <a:lnTo>
                  <a:pt x="788714" y="50416"/>
                </a:lnTo>
                <a:lnTo>
                  <a:pt x="788547" y="50080"/>
                </a:lnTo>
                <a:lnTo>
                  <a:pt x="788368" y="49751"/>
                </a:lnTo>
                <a:lnTo>
                  <a:pt x="788178" y="49430"/>
                </a:lnTo>
                <a:lnTo>
                  <a:pt x="787977" y="49117"/>
                </a:lnTo>
                <a:lnTo>
                  <a:pt x="787764" y="48812"/>
                </a:lnTo>
                <a:lnTo>
                  <a:pt x="787539" y="48514"/>
                </a:lnTo>
                <a:lnTo>
                  <a:pt x="787303" y="48224"/>
                </a:lnTo>
                <a:lnTo>
                  <a:pt x="787055" y="47941"/>
                </a:lnTo>
                <a:lnTo>
                  <a:pt x="786796" y="47666"/>
                </a:lnTo>
                <a:lnTo>
                  <a:pt x="786525" y="47399"/>
                </a:lnTo>
                <a:lnTo>
                  <a:pt x="786243" y="47142"/>
                </a:lnTo>
                <a:lnTo>
                  <a:pt x="785951" y="46895"/>
                </a:lnTo>
                <a:lnTo>
                  <a:pt x="785647" y="46659"/>
                </a:lnTo>
                <a:lnTo>
                  <a:pt x="785332" y="46434"/>
                </a:lnTo>
                <a:lnTo>
                  <a:pt x="785006" y="46220"/>
                </a:lnTo>
                <a:lnTo>
                  <a:pt x="784669" y="46017"/>
                </a:lnTo>
                <a:lnTo>
                  <a:pt x="784321" y="45825"/>
                </a:lnTo>
                <a:lnTo>
                  <a:pt x="783963" y="45644"/>
                </a:lnTo>
                <a:lnTo>
                  <a:pt x="783593" y="45473"/>
                </a:lnTo>
                <a:lnTo>
                  <a:pt x="783212" y="45314"/>
                </a:lnTo>
                <a:lnTo>
                  <a:pt x="782821" y="45166"/>
                </a:lnTo>
                <a:lnTo>
                  <a:pt x="782418" y="45029"/>
                </a:lnTo>
                <a:lnTo>
                  <a:pt x="782004" y="44903"/>
                </a:lnTo>
                <a:lnTo>
                  <a:pt x="781580" y="44788"/>
                </a:lnTo>
                <a:lnTo>
                  <a:pt x="781144" y="44683"/>
                </a:lnTo>
                <a:lnTo>
                  <a:pt x="780698" y="44590"/>
                </a:lnTo>
                <a:lnTo>
                  <a:pt x="780240" y="44508"/>
                </a:lnTo>
                <a:lnTo>
                  <a:pt x="779772" y="44436"/>
                </a:lnTo>
                <a:lnTo>
                  <a:pt x="779292" y="44376"/>
                </a:lnTo>
                <a:lnTo>
                  <a:pt x="778802" y="44327"/>
                </a:lnTo>
                <a:lnTo>
                  <a:pt x="778300" y="44288"/>
                </a:lnTo>
                <a:lnTo>
                  <a:pt x="777788" y="44261"/>
                </a:lnTo>
                <a:lnTo>
                  <a:pt x="777265" y="44244"/>
                </a:lnTo>
                <a:lnTo>
                  <a:pt x="776730" y="44239"/>
                </a:lnTo>
                <a:lnTo>
                  <a:pt x="776196" y="44244"/>
                </a:lnTo>
                <a:lnTo>
                  <a:pt x="775672" y="44261"/>
                </a:lnTo>
                <a:lnTo>
                  <a:pt x="775160" y="44288"/>
                </a:lnTo>
                <a:lnTo>
                  <a:pt x="774659" y="44327"/>
                </a:lnTo>
                <a:lnTo>
                  <a:pt x="774168" y="44376"/>
                </a:lnTo>
                <a:lnTo>
                  <a:pt x="773689" y="44436"/>
                </a:lnTo>
                <a:lnTo>
                  <a:pt x="773220" y="44508"/>
                </a:lnTo>
                <a:lnTo>
                  <a:pt x="772762" y="44590"/>
                </a:lnTo>
                <a:lnTo>
                  <a:pt x="772316" y="44683"/>
                </a:lnTo>
                <a:lnTo>
                  <a:pt x="771880" y="44788"/>
                </a:lnTo>
                <a:lnTo>
                  <a:pt x="771456" y="44903"/>
                </a:lnTo>
                <a:lnTo>
                  <a:pt x="771042" y="45029"/>
                </a:lnTo>
                <a:lnTo>
                  <a:pt x="770639" y="45166"/>
                </a:lnTo>
                <a:lnTo>
                  <a:pt x="770247" y="45314"/>
                </a:lnTo>
                <a:lnTo>
                  <a:pt x="769866" y="45473"/>
                </a:lnTo>
                <a:lnTo>
                  <a:pt x="769497" y="45644"/>
                </a:lnTo>
                <a:lnTo>
                  <a:pt x="769138" y="45825"/>
                </a:lnTo>
                <a:lnTo>
                  <a:pt x="768790" y="46017"/>
                </a:lnTo>
                <a:lnTo>
                  <a:pt x="768453" y="46220"/>
                </a:lnTo>
                <a:lnTo>
                  <a:pt x="768127" y="46434"/>
                </a:lnTo>
                <a:lnTo>
                  <a:pt x="767812" y="46659"/>
                </a:lnTo>
                <a:lnTo>
                  <a:pt x="767508" y="46895"/>
                </a:lnTo>
                <a:lnTo>
                  <a:pt x="767215" y="47142"/>
                </a:lnTo>
                <a:lnTo>
                  <a:pt x="766933" y="47399"/>
                </a:lnTo>
                <a:lnTo>
                  <a:pt x="766662" y="47666"/>
                </a:lnTo>
                <a:lnTo>
                  <a:pt x="766403" y="47941"/>
                </a:lnTo>
                <a:lnTo>
                  <a:pt x="766155" y="48224"/>
                </a:lnTo>
                <a:lnTo>
                  <a:pt x="765919" y="48514"/>
                </a:lnTo>
                <a:lnTo>
                  <a:pt x="765694" y="48812"/>
                </a:lnTo>
                <a:lnTo>
                  <a:pt x="765481" y="49117"/>
                </a:lnTo>
                <a:lnTo>
                  <a:pt x="765280" y="49430"/>
                </a:lnTo>
                <a:lnTo>
                  <a:pt x="765090" y="49751"/>
                </a:lnTo>
                <a:lnTo>
                  <a:pt x="764911" y="50080"/>
                </a:lnTo>
                <a:lnTo>
                  <a:pt x="764744" y="50416"/>
                </a:lnTo>
                <a:lnTo>
                  <a:pt x="764589" y="50760"/>
                </a:lnTo>
                <a:lnTo>
                  <a:pt x="764445" y="51112"/>
                </a:lnTo>
                <a:lnTo>
                  <a:pt x="764312" y="51471"/>
                </a:lnTo>
                <a:lnTo>
                  <a:pt x="764191" y="51838"/>
                </a:lnTo>
                <a:lnTo>
                  <a:pt x="764082" y="52213"/>
                </a:lnTo>
                <a:lnTo>
                  <a:pt x="763984" y="52595"/>
                </a:lnTo>
                <a:lnTo>
                  <a:pt x="763897" y="52985"/>
                </a:lnTo>
                <a:lnTo>
                  <a:pt x="763823" y="53383"/>
                </a:lnTo>
                <a:lnTo>
                  <a:pt x="763759" y="53788"/>
                </a:lnTo>
                <a:lnTo>
                  <a:pt x="763707" y="54202"/>
                </a:lnTo>
                <a:lnTo>
                  <a:pt x="763667" y="54623"/>
                </a:lnTo>
                <a:lnTo>
                  <a:pt x="763638" y="55051"/>
                </a:lnTo>
                <a:lnTo>
                  <a:pt x="763621" y="55487"/>
                </a:lnTo>
                <a:lnTo>
                  <a:pt x="763615" y="55931"/>
                </a:lnTo>
                <a:lnTo>
                  <a:pt x="763621" y="56375"/>
                </a:lnTo>
                <a:lnTo>
                  <a:pt x="763638" y="56811"/>
                </a:lnTo>
                <a:lnTo>
                  <a:pt x="763667" y="57240"/>
                </a:lnTo>
                <a:lnTo>
                  <a:pt x="763707" y="57660"/>
                </a:lnTo>
                <a:lnTo>
                  <a:pt x="763759" y="58074"/>
                </a:lnTo>
                <a:lnTo>
                  <a:pt x="763823" y="58479"/>
                </a:lnTo>
                <a:lnTo>
                  <a:pt x="763897" y="58877"/>
                </a:lnTo>
                <a:lnTo>
                  <a:pt x="763984" y="59267"/>
                </a:lnTo>
                <a:lnTo>
                  <a:pt x="764082" y="59649"/>
                </a:lnTo>
                <a:lnTo>
                  <a:pt x="764191" y="60024"/>
                </a:lnTo>
                <a:lnTo>
                  <a:pt x="764312" y="60391"/>
                </a:lnTo>
                <a:lnTo>
                  <a:pt x="764445" y="60750"/>
                </a:lnTo>
                <a:lnTo>
                  <a:pt x="764589" y="61102"/>
                </a:lnTo>
                <a:lnTo>
                  <a:pt x="764744" y="61446"/>
                </a:lnTo>
                <a:lnTo>
                  <a:pt x="764911" y="61782"/>
                </a:lnTo>
                <a:lnTo>
                  <a:pt x="765090" y="62111"/>
                </a:lnTo>
                <a:lnTo>
                  <a:pt x="765280" y="62432"/>
                </a:lnTo>
                <a:lnTo>
                  <a:pt x="765481" y="62745"/>
                </a:lnTo>
                <a:lnTo>
                  <a:pt x="765694" y="63050"/>
                </a:lnTo>
                <a:lnTo>
                  <a:pt x="765919" y="63348"/>
                </a:lnTo>
                <a:lnTo>
                  <a:pt x="766155" y="63639"/>
                </a:lnTo>
                <a:lnTo>
                  <a:pt x="766403" y="63921"/>
                </a:lnTo>
                <a:lnTo>
                  <a:pt x="766662" y="64196"/>
                </a:lnTo>
                <a:lnTo>
                  <a:pt x="766933" y="64463"/>
                </a:lnTo>
                <a:lnTo>
                  <a:pt x="767215" y="64721"/>
                </a:lnTo>
                <a:lnTo>
                  <a:pt x="767508" y="64968"/>
                </a:lnTo>
                <a:lnTo>
                  <a:pt x="767812" y="65204"/>
                </a:lnTo>
                <a:lnTo>
                  <a:pt x="768127" y="65428"/>
                </a:lnTo>
                <a:lnTo>
                  <a:pt x="768453" y="65642"/>
                </a:lnTo>
                <a:lnTo>
                  <a:pt x="768790" y="65845"/>
                </a:lnTo>
                <a:lnTo>
                  <a:pt x="769138" y="66037"/>
                </a:lnTo>
                <a:lnTo>
                  <a:pt x="769497" y="66218"/>
                </a:lnTo>
                <a:lnTo>
                  <a:pt x="769866" y="66388"/>
                </a:lnTo>
                <a:lnTo>
                  <a:pt x="770247" y="66547"/>
                </a:lnTo>
                <a:lnTo>
                  <a:pt x="770639" y="66695"/>
                </a:lnTo>
                <a:lnTo>
                  <a:pt x="771042" y="66832"/>
                </a:lnTo>
                <a:lnTo>
                  <a:pt x="771456" y="66958"/>
                </a:lnTo>
                <a:lnTo>
                  <a:pt x="771880" y="67073"/>
                </a:lnTo>
                <a:lnTo>
                  <a:pt x="772316" y="67177"/>
                </a:lnTo>
                <a:lnTo>
                  <a:pt x="772762" y="67271"/>
                </a:lnTo>
                <a:lnTo>
                  <a:pt x="773220" y="67353"/>
                </a:lnTo>
                <a:lnTo>
                  <a:pt x="773689" y="67424"/>
                </a:lnTo>
                <a:lnTo>
                  <a:pt x="774168" y="67484"/>
                </a:lnTo>
                <a:lnTo>
                  <a:pt x="774659" y="67534"/>
                </a:lnTo>
                <a:lnTo>
                  <a:pt x="775160" y="67572"/>
                </a:lnTo>
                <a:lnTo>
                  <a:pt x="775672" y="67600"/>
                </a:lnTo>
                <a:lnTo>
                  <a:pt x="776196" y="67616"/>
                </a:lnTo>
                <a:lnTo>
                  <a:pt x="776730" y="67622"/>
                </a:lnTo>
                <a:lnTo>
                  <a:pt x="777265" y="67616"/>
                </a:lnTo>
                <a:lnTo>
                  <a:pt x="777788" y="67600"/>
                </a:lnTo>
                <a:lnTo>
                  <a:pt x="778300" y="67572"/>
                </a:lnTo>
                <a:close/>
                <a:moveTo>
                  <a:pt x="5489" y="150239"/>
                </a:moveTo>
                <a:lnTo>
                  <a:pt x="7248" y="149683"/>
                </a:lnTo>
                <a:lnTo>
                  <a:pt x="8971" y="149089"/>
                </a:lnTo>
                <a:lnTo>
                  <a:pt x="10659" y="148456"/>
                </a:lnTo>
                <a:lnTo>
                  <a:pt x="12312" y="147786"/>
                </a:lnTo>
                <a:lnTo>
                  <a:pt x="13929" y="147076"/>
                </a:lnTo>
                <a:lnTo>
                  <a:pt x="15511" y="146329"/>
                </a:lnTo>
                <a:lnTo>
                  <a:pt x="17057" y="145543"/>
                </a:lnTo>
                <a:lnTo>
                  <a:pt x="18569" y="144718"/>
                </a:lnTo>
                <a:lnTo>
                  <a:pt x="20044" y="143855"/>
                </a:lnTo>
                <a:lnTo>
                  <a:pt x="21485" y="142954"/>
                </a:lnTo>
                <a:lnTo>
                  <a:pt x="22890" y="142014"/>
                </a:lnTo>
                <a:lnTo>
                  <a:pt x="24259" y="141036"/>
                </a:lnTo>
                <a:lnTo>
                  <a:pt x="25593" y="140020"/>
                </a:lnTo>
                <a:lnTo>
                  <a:pt x="26892" y="138965"/>
                </a:lnTo>
                <a:lnTo>
                  <a:pt x="28156" y="137872"/>
                </a:lnTo>
                <a:lnTo>
                  <a:pt x="29384" y="136740"/>
                </a:lnTo>
                <a:lnTo>
                  <a:pt x="30576" y="135570"/>
                </a:lnTo>
                <a:lnTo>
                  <a:pt x="31734" y="134362"/>
                </a:lnTo>
                <a:lnTo>
                  <a:pt x="32856" y="133115"/>
                </a:lnTo>
                <a:lnTo>
                  <a:pt x="33942" y="131829"/>
                </a:lnTo>
                <a:lnTo>
                  <a:pt x="34993" y="130506"/>
                </a:lnTo>
                <a:lnTo>
                  <a:pt x="36005" y="129148"/>
                </a:lnTo>
                <a:lnTo>
                  <a:pt x="36974" y="127763"/>
                </a:lnTo>
                <a:lnTo>
                  <a:pt x="37900" y="126348"/>
                </a:lnTo>
                <a:lnTo>
                  <a:pt x="38783" y="124905"/>
                </a:lnTo>
                <a:lnTo>
                  <a:pt x="39623" y="123434"/>
                </a:lnTo>
                <a:lnTo>
                  <a:pt x="40420" y="121934"/>
                </a:lnTo>
                <a:lnTo>
                  <a:pt x="41174" y="120406"/>
                </a:lnTo>
                <a:lnTo>
                  <a:pt x="41884" y="118849"/>
                </a:lnTo>
                <a:lnTo>
                  <a:pt x="42552" y="117263"/>
                </a:lnTo>
                <a:lnTo>
                  <a:pt x="43176" y="115649"/>
                </a:lnTo>
                <a:lnTo>
                  <a:pt x="43758" y="114006"/>
                </a:lnTo>
                <a:lnTo>
                  <a:pt x="44296" y="112335"/>
                </a:lnTo>
                <a:lnTo>
                  <a:pt x="44791" y="110636"/>
                </a:lnTo>
                <a:lnTo>
                  <a:pt x="45244" y="108908"/>
                </a:lnTo>
                <a:lnTo>
                  <a:pt x="45653" y="107151"/>
                </a:lnTo>
                <a:lnTo>
                  <a:pt x="46019" y="105366"/>
                </a:lnTo>
                <a:lnTo>
                  <a:pt x="46342" y="103552"/>
                </a:lnTo>
                <a:lnTo>
                  <a:pt x="46622" y="101710"/>
                </a:lnTo>
                <a:lnTo>
                  <a:pt x="46859" y="99839"/>
                </a:lnTo>
                <a:lnTo>
                  <a:pt x="47052" y="97939"/>
                </a:lnTo>
                <a:lnTo>
                  <a:pt x="47203" y="96012"/>
                </a:lnTo>
                <a:lnTo>
                  <a:pt x="47311" y="94055"/>
                </a:lnTo>
                <a:lnTo>
                  <a:pt x="47376" y="92070"/>
                </a:lnTo>
                <a:lnTo>
                  <a:pt x="47397" y="90057"/>
                </a:lnTo>
                <a:lnTo>
                  <a:pt x="47397" y="61619"/>
                </a:lnTo>
                <a:lnTo>
                  <a:pt x="47376" y="59605"/>
                </a:lnTo>
                <a:lnTo>
                  <a:pt x="47311" y="57620"/>
                </a:lnTo>
                <a:lnTo>
                  <a:pt x="47203" y="55664"/>
                </a:lnTo>
                <a:lnTo>
                  <a:pt x="47052" y="53736"/>
                </a:lnTo>
                <a:lnTo>
                  <a:pt x="46859" y="51837"/>
                </a:lnTo>
                <a:lnTo>
                  <a:pt x="46622" y="49966"/>
                </a:lnTo>
                <a:lnTo>
                  <a:pt x="46342" y="48124"/>
                </a:lnTo>
                <a:lnTo>
                  <a:pt x="46019" y="46310"/>
                </a:lnTo>
                <a:lnTo>
                  <a:pt x="45653" y="44525"/>
                </a:lnTo>
                <a:lnTo>
                  <a:pt x="45244" y="42768"/>
                </a:lnTo>
                <a:lnTo>
                  <a:pt x="44791" y="41040"/>
                </a:lnTo>
                <a:lnTo>
                  <a:pt x="44296" y="39341"/>
                </a:lnTo>
                <a:lnTo>
                  <a:pt x="43758" y="37670"/>
                </a:lnTo>
                <a:lnTo>
                  <a:pt x="43176" y="36027"/>
                </a:lnTo>
                <a:lnTo>
                  <a:pt x="42552" y="34413"/>
                </a:lnTo>
                <a:lnTo>
                  <a:pt x="41884" y="32828"/>
                </a:lnTo>
                <a:lnTo>
                  <a:pt x="41174" y="31271"/>
                </a:lnTo>
                <a:lnTo>
                  <a:pt x="40420" y="29743"/>
                </a:lnTo>
                <a:lnTo>
                  <a:pt x="39623" y="28243"/>
                </a:lnTo>
                <a:lnTo>
                  <a:pt x="38783" y="26772"/>
                </a:lnTo>
                <a:lnTo>
                  <a:pt x="37900" y="25329"/>
                </a:lnTo>
                <a:lnTo>
                  <a:pt x="36974" y="23915"/>
                </a:lnTo>
                <a:lnTo>
                  <a:pt x="36005" y="22529"/>
                </a:lnTo>
                <a:lnTo>
                  <a:pt x="34993" y="21172"/>
                </a:lnTo>
                <a:lnTo>
                  <a:pt x="33942" y="19848"/>
                </a:lnTo>
                <a:lnTo>
                  <a:pt x="32856" y="18563"/>
                </a:lnTo>
                <a:lnTo>
                  <a:pt x="31734" y="17316"/>
                </a:lnTo>
                <a:lnTo>
                  <a:pt x="30576" y="16107"/>
                </a:lnTo>
                <a:lnTo>
                  <a:pt x="29384" y="14937"/>
                </a:lnTo>
                <a:lnTo>
                  <a:pt x="28156" y="13805"/>
                </a:lnTo>
                <a:lnTo>
                  <a:pt x="26892" y="12712"/>
                </a:lnTo>
                <a:lnTo>
                  <a:pt x="25593" y="11657"/>
                </a:lnTo>
                <a:lnTo>
                  <a:pt x="24259" y="10640"/>
                </a:lnTo>
                <a:lnTo>
                  <a:pt x="22890" y="9662"/>
                </a:lnTo>
                <a:lnTo>
                  <a:pt x="21485" y="8722"/>
                </a:lnTo>
                <a:lnTo>
                  <a:pt x="20044" y="7821"/>
                </a:lnTo>
                <a:lnTo>
                  <a:pt x="18569" y="6958"/>
                </a:lnTo>
                <a:lnTo>
                  <a:pt x="17057" y="6133"/>
                </a:lnTo>
                <a:lnTo>
                  <a:pt x="15511" y="5347"/>
                </a:lnTo>
                <a:lnTo>
                  <a:pt x="13929" y="4599"/>
                </a:lnTo>
                <a:lnTo>
                  <a:pt x="12312" y="3890"/>
                </a:lnTo>
                <a:lnTo>
                  <a:pt x="10659" y="3219"/>
                </a:lnTo>
                <a:lnTo>
                  <a:pt x="8971" y="2587"/>
                </a:lnTo>
                <a:lnTo>
                  <a:pt x="7248" y="1992"/>
                </a:lnTo>
                <a:lnTo>
                  <a:pt x="5489" y="1437"/>
                </a:lnTo>
                <a:lnTo>
                  <a:pt x="3695" y="919"/>
                </a:lnTo>
                <a:lnTo>
                  <a:pt x="1865" y="440"/>
                </a:lnTo>
                <a:lnTo>
                  <a:pt x="0" y="0"/>
                </a:lnTo>
                <a:lnTo>
                  <a:pt x="0" y="13744"/>
                </a:lnTo>
                <a:lnTo>
                  <a:pt x="851" y="13949"/>
                </a:lnTo>
                <a:lnTo>
                  <a:pt x="1692" y="14169"/>
                </a:lnTo>
                <a:lnTo>
                  <a:pt x="2523" y="14403"/>
                </a:lnTo>
                <a:lnTo>
                  <a:pt x="3344" y="14653"/>
                </a:lnTo>
                <a:lnTo>
                  <a:pt x="4155" y="14917"/>
                </a:lnTo>
                <a:lnTo>
                  <a:pt x="4956" y="15196"/>
                </a:lnTo>
                <a:lnTo>
                  <a:pt x="5748" y="15490"/>
                </a:lnTo>
                <a:lnTo>
                  <a:pt x="6529" y="15798"/>
                </a:lnTo>
                <a:lnTo>
                  <a:pt x="7301" y="16122"/>
                </a:lnTo>
                <a:lnTo>
                  <a:pt x="8063" y="16460"/>
                </a:lnTo>
                <a:lnTo>
                  <a:pt x="8815" y="16813"/>
                </a:lnTo>
                <a:lnTo>
                  <a:pt x="9557" y="17181"/>
                </a:lnTo>
                <a:lnTo>
                  <a:pt x="10289" y="17564"/>
                </a:lnTo>
                <a:lnTo>
                  <a:pt x="11012" y="17961"/>
                </a:lnTo>
                <a:lnTo>
                  <a:pt x="11724" y="18373"/>
                </a:lnTo>
                <a:lnTo>
                  <a:pt x="12427" y="18801"/>
                </a:lnTo>
                <a:lnTo>
                  <a:pt x="13120" y="19242"/>
                </a:lnTo>
                <a:lnTo>
                  <a:pt x="13803" y="19699"/>
                </a:lnTo>
                <a:lnTo>
                  <a:pt x="14476" y="20171"/>
                </a:lnTo>
                <a:lnTo>
                  <a:pt x="15139" y="20657"/>
                </a:lnTo>
                <a:lnTo>
                  <a:pt x="15792" y="21158"/>
                </a:lnTo>
                <a:lnTo>
                  <a:pt x="16436" y="21675"/>
                </a:lnTo>
                <a:lnTo>
                  <a:pt x="17069" y="22205"/>
                </a:lnTo>
                <a:lnTo>
                  <a:pt x="17693" y="22751"/>
                </a:lnTo>
                <a:lnTo>
                  <a:pt x="18306" y="23310"/>
                </a:lnTo>
                <a:lnTo>
                  <a:pt x="18907" y="23879"/>
                </a:lnTo>
                <a:lnTo>
                  <a:pt x="19497" y="24460"/>
                </a:lnTo>
                <a:lnTo>
                  <a:pt x="20075" y="25053"/>
                </a:lnTo>
                <a:lnTo>
                  <a:pt x="20640" y="25656"/>
                </a:lnTo>
                <a:lnTo>
                  <a:pt x="21195" y="26271"/>
                </a:lnTo>
                <a:lnTo>
                  <a:pt x="21737" y="26897"/>
                </a:lnTo>
                <a:lnTo>
                  <a:pt x="22267" y="27534"/>
                </a:lnTo>
                <a:lnTo>
                  <a:pt x="22786" y="28183"/>
                </a:lnTo>
                <a:lnTo>
                  <a:pt x="23293" y="28842"/>
                </a:lnTo>
                <a:lnTo>
                  <a:pt x="23788" y="29513"/>
                </a:lnTo>
                <a:lnTo>
                  <a:pt x="24271" y="30196"/>
                </a:lnTo>
                <a:lnTo>
                  <a:pt x="24743" y="30889"/>
                </a:lnTo>
                <a:lnTo>
                  <a:pt x="25202" y="31594"/>
                </a:lnTo>
                <a:lnTo>
                  <a:pt x="25650" y="32310"/>
                </a:lnTo>
                <a:lnTo>
                  <a:pt x="26086" y="33037"/>
                </a:lnTo>
                <a:lnTo>
                  <a:pt x="26510" y="33776"/>
                </a:lnTo>
                <a:lnTo>
                  <a:pt x="26923" y="34526"/>
                </a:lnTo>
                <a:lnTo>
                  <a:pt x="27323" y="35287"/>
                </a:lnTo>
                <a:lnTo>
                  <a:pt x="27712" y="36059"/>
                </a:lnTo>
                <a:lnTo>
                  <a:pt x="28089" y="36842"/>
                </a:lnTo>
                <a:lnTo>
                  <a:pt x="28454" y="37637"/>
                </a:lnTo>
                <a:lnTo>
                  <a:pt x="28808" y="38443"/>
                </a:lnTo>
                <a:lnTo>
                  <a:pt x="29149" y="39260"/>
                </a:lnTo>
                <a:lnTo>
                  <a:pt x="29478" y="40088"/>
                </a:lnTo>
                <a:lnTo>
                  <a:pt x="29793" y="40924"/>
                </a:lnTo>
                <a:lnTo>
                  <a:pt x="30094" y="41770"/>
                </a:lnTo>
                <a:lnTo>
                  <a:pt x="30380" y="42625"/>
                </a:lnTo>
                <a:lnTo>
                  <a:pt x="30653" y="43488"/>
                </a:lnTo>
                <a:lnTo>
                  <a:pt x="30912" y="44361"/>
                </a:lnTo>
                <a:lnTo>
                  <a:pt x="31157" y="45243"/>
                </a:lnTo>
                <a:lnTo>
                  <a:pt x="31387" y="46133"/>
                </a:lnTo>
                <a:lnTo>
                  <a:pt x="31604" y="47033"/>
                </a:lnTo>
                <a:lnTo>
                  <a:pt x="31807" y="47942"/>
                </a:lnTo>
                <a:lnTo>
                  <a:pt x="31996" y="48860"/>
                </a:lnTo>
                <a:lnTo>
                  <a:pt x="32171" y="49787"/>
                </a:lnTo>
                <a:lnTo>
                  <a:pt x="32332" y="50723"/>
                </a:lnTo>
                <a:lnTo>
                  <a:pt x="32479" y="51669"/>
                </a:lnTo>
                <a:lnTo>
                  <a:pt x="32611" y="52623"/>
                </a:lnTo>
                <a:lnTo>
                  <a:pt x="32730" y="53586"/>
                </a:lnTo>
                <a:lnTo>
                  <a:pt x="32835" y="54559"/>
                </a:lnTo>
                <a:lnTo>
                  <a:pt x="32926" y="55540"/>
                </a:lnTo>
                <a:lnTo>
                  <a:pt x="33003" y="56530"/>
                </a:lnTo>
                <a:lnTo>
                  <a:pt x="33066" y="57530"/>
                </a:lnTo>
                <a:lnTo>
                  <a:pt x="33115" y="58538"/>
                </a:lnTo>
                <a:lnTo>
                  <a:pt x="33150" y="59556"/>
                </a:lnTo>
                <a:lnTo>
                  <a:pt x="33171" y="60583"/>
                </a:lnTo>
                <a:lnTo>
                  <a:pt x="33178" y="61619"/>
                </a:lnTo>
                <a:lnTo>
                  <a:pt x="33178" y="90057"/>
                </a:lnTo>
                <a:lnTo>
                  <a:pt x="33171" y="91080"/>
                </a:lnTo>
                <a:lnTo>
                  <a:pt x="33150" y="92094"/>
                </a:lnTo>
                <a:lnTo>
                  <a:pt x="33115" y="93101"/>
                </a:lnTo>
                <a:lnTo>
                  <a:pt x="33066" y="94099"/>
                </a:lnTo>
                <a:lnTo>
                  <a:pt x="33003" y="95089"/>
                </a:lnTo>
                <a:lnTo>
                  <a:pt x="32926" y="96071"/>
                </a:lnTo>
                <a:lnTo>
                  <a:pt x="32835" y="97044"/>
                </a:lnTo>
                <a:lnTo>
                  <a:pt x="32730" y="98010"/>
                </a:lnTo>
                <a:lnTo>
                  <a:pt x="32611" y="98967"/>
                </a:lnTo>
                <a:lnTo>
                  <a:pt x="32479" y="99916"/>
                </a:lnTo>
                <a:lnTo>
                  <a:pt x="32332" y="100856"/>
                </a:lnTo>
                <a:lnTo>
                  <a:pt x="32171" y="101789"/>
                </a:lnTo>
                <a:lnTo>
                  <a:pt x="31996" y="102713"/>
                </a:lnTo>
                <a:lnTo>
                  <a:pt x="31807" y="103629"/>
                </a:lnTo>
                <a:lnTo>
                  <a:pt x="31604" y="104536"/>
                </a:lnTo>
                <a:lnTo>
                  <a:pt x="31387" y="105436"/>
                </a:lnTo>
                <a:lnTo>
                  <a:pt x="31157" y="106327"/>
                </a:lnTo>
                <a:lnTo>
                  <a:pt x="30912" y="107210"/>
                </a:lnTo>
                <a:lnTo>
                  <a:pt x="30653" y="108085"/>
                </a:lnTo>
                <a:lnTo>
                  <a:pt x="30380" y="108951"/>
                </a:lnTo>
                <a:lnTo>
                  <a:pt x="30094" y="109810"/>
                </a:lnTo>
                <a:lnTo>
                  <a:pt x="29793" y="110660"/>
                </a:lnTo>
                <a:lnTo>
                  <a:pt x="29478" y="111502"/>
                </a:lnTo>
                <a:lnTo>
                  <a:pt x="29149" y="112335"/>
                </a:lnTo>
                <a:lnTo>
                  <a:pt x="28808" y="113159"/>
                </a:lnTo>
                <a:lnTo>
                  <a:pt x="28454" y="113971"/>
                </a:lnTo>
                <a:lnTo>
                  <a:pt x="28089" y="114772"/>
                </a:lnTo>
                <a:lnTo>
                  <a:pt x="27712" y="115561"/>
                </a:lnTo>
                <a:lnTo>
                  <a:pt x="27323" y="116339"/>
                </a:lnTo>
                <a:lnTo>
                  <a:pt x="26923" y="117105"/>
                </a:lnTo>
                <a:lnTo>
                  <a:pt x="26510" y="117860"/>
                </a:lnTo>
                <a:lnTo>
                  <a:pt x="26086" y="118603"/>
                </a:lnTo>
                <a:lnTo>
                  <a:pt x="25650" y="119335"/>
                </a:lnTo>
                <a:lnTo>
                  <a:pt x="25202" y="120055"/>
                </a:lnTo>
                <a:lnTo>
                  <a:pt x="24743" y="120763"/>
                </a:lnTo>
                <a:lnTo>
                  <a:pt x="24271" y="121460"/>
                </a:lnTo>
                <a:lnTo>
                  <a:pt x="23788" y="122146"/>
                </a:lnTo>
                <a:lnTo>
                  <a:pt x="23293" y="122820"/>
                </a:lnTo>
                <a:lnTo>
                  <a:pt x="22786" y="123482"/>
                </a:lnTo>
                <a:lnTo>
                  <a:pt x="22267" y="124133"/>
                </a:lnTo>
                <a:lnTo>
                  <a:pt x="21737" y="124773"/>
                </a:lnTo>
                <a:lnTo>
                  <a:pt x="21195" y="125401"/>
                </a:lnTo>
                <a:lnTo>
                  <a:pt x="20640" y="126017"/>
                </a:lnTo>
                <a:lnTo>
                  <a:pt x="20075" y="126622"/>
                </a:lnTo>
                <a:lnTo>
                  <a:pt x="19497" y="127216"/>
                </a:lnTo>
                <a:lnTo>
                  <a:pt x="18907" y="127797"/>
                </a:lnTo>
                <a:lnTo>
                  <a:pt x="18306" y="128368"/>
                </a:lnTo>
                <a:lnTo>
                  <a:pt x="17693" y="128927"/>
                </a:lnTo>
                <a:lnTo>
                  <a:pt x="17069" y="129472"/>
                </a:lnTo>
                <a:lnTo>
                  <a:pt x="16436" y="130003"/>
                </a:lnTo>
                <a:lnTo>
                  <a:pt x="15792" y="130519"/>
                </a:lnTo>
                <a:lnTo>
                  <a:pt x="15139" y="131020"/>
                </a:lnTo>
                <a:lnTo>
                  <a:pt x="14476" y="131506"/>
                </a:lnTo>
                <a:lnTo>
                  <a:pt x="13803" y="131977"/>
                </a:lnTo>
                <a:lnTo>
                  <a:pt x="13120" y="132434"/>
                </a:lnTo>
                <a:lnTo>
                  <a:pt x="12427" y="132876"/>
                </a:lnTo>
                <a:lnTo>
                  <a:pt x="11724" y="133303"/>
                </a:lnTo>
                <a:lnTo>
                  <a:pt x="11012" y="133715"/>
                </a:lnTo>
                <a:lnTo>
                  <a:pt x="10289" y="134113"/>
                </a:lnTo>
                <a:lnTo>
                  <a:pt x="9557" y="134495"/>
                </a:lnTo>
                <a:lnTo>
                  <a:pt x="8815" y="134863"/>
                </a:lnTo>
                <a:lnTo>
                  <a:pt x="8063" y="135216"/>
                </a:lnTo>
                <a:lnTo>
                  <a:pt x="7301" y="135554"/>
                </a:lnTo>
                <a:lnTo>
                  <a:pt x="6529" y="135877"/>
                </a:lnTo>
                <a:lnTo>
                  <a:pt x="5748" y="136186"/>
                </a:lnTo>
                <a:lnTo>
                  <a:pt x="4956" y="136480"/>
                </a:lnTo>
                <a:lnTo>
                  <a:pt x="4155" y="136759"/>
                </a:lnTo>
                <a:lnTo>
                  <a:pt x="3344" y="137023"/>
                </a:lnTo>
                <a:lnTo>
                  <a:pt x="2523" y="137272"/>
                </a:lnTo>
                <a:lnTo>
                  <a:pt x="1692" y="137507"/>
                </a:lnTo>
                <a:lnTo>
                  <a:pt x="851" y="137726"/>
                </a:lnTo>
                <a:lnTo>
                  <a:pt x="0" y="137931"/>
                </a:lnTo>
                <a:lnTo>
                  <a:pt x="0" y="151675"/>
                </a:lnTo>
                <a:lnTo>
                  <a:pt x="1865" y="151235"/>
                </a:lnTo>
                <a:lnTo>
                  <a:pt x="3695" y="150756"/>
                </a:lnTo>
                <a:lnTo>
                  <a:pt x="5489" y="150239"/>
                </a:lnTo>
                <a:close/>
                <a:moveTo>
                  <a:pt x="599615" y="119761"/>
                </a:moveTo>
                <a:lnTo>
                  <a:pt x="599262" y="119756"/>
                </a:lnTo>
                <a:lnTo>
                  <a:pt x="598915" y="119741"/>
                </a:lnTo>
                <a:lnTo>
                  <a:pt x="598574" y="119717"/>
                </a:lnTo>
                <a:lnTo>
                  <a:pt x="598239" y="119684"/>
                </a:lnTo>
                <a:lnTo>
                  <a:pt x="597910" y="119641"/>
                </a:lnTo>
                <a:lnTo>
                  <a:pt x="597586" y="119588"/>
                </a:lnTo>
                <a:lnTo>
                  <a:pt x="597268" y="119525"/>
                </a:lnTo>
                <a:lnTo>
                  <a:pt x="596955" y="119453"/>
                </a:lnTo>
                <a:lnTo>
                  <a:pt x="596649" y="119372"/>
                </a:lnTo>
                <a:lnTo>
                  <a:pt x="596348" y="119281"/>
                </a:lnTo>
                <a:lnTo>
                  <a:pt x="596053" y="119180"/>
                </a:lnTo>
                <a:lnTo>
                  <a:pt x="595764" y="119069"/>
                </a:lnTo>
                <a:lnTo>
                  <a:pt x="595480" y="118949"/>
                </a:lnTo>
                <a:lnTo>
                  <a:pt x="595203" y="118820"/>
                </a:lnTo>
                <a:lnTo>
                  <a:pt x="594931" y="118681"/>
                </a:lnTo>
                <a:lnTo>
                  <a:pt x="594664" y="118532"/>
                </a:lnTo>
                <a:lnTo>
                  <a:pt x="594404" y="118373"/>
                </a:lnTo>
                <a:lnTo>
                  <a:pt x="594149" y="118205"/>
                </a:lnTo>
                <a:lnTo>
                  <a:pt x="593900" y="118028"/>
                </a:lnTo>
                <a:lnTo>
                  <a:pt x="593657" y="117840"/>
                </a:lnTo>
                <a:lnTo>
                  <a:pt x="593419" y="117644"/>
                </a:lnTo>
                <a:lnTo>
                  <a:pt x="593188" y="117437"/>
                </a:lnTo>
                <a:lnTo>
                  <a:pt x="592962" y="117221"/>
                </a:lnTo>
                <a:lnTo>
                  <a:pt x="592741" y="116995"/>
                </a:lnTo>
                <a:lnTo>
                  <a:pt x="592529" y="116762"/>
                </a:lnTo>
                <a:lnTo>
                  <a:pt x="592325" y="116523"/>
                </a:lnTo>
                <a:lnTo>
                  <a:pt x="592131" y="116278"/>
                </a:lnTo>
                <a:lnTo>
                  <a:pt x="591945" y="116028"/>
                </a:lnTo>
                <a:lnTo>
                  <a:pt x="591769" y="115771"/>
                </a:lnTo>
                <a:lnTo>
                  <a:pt x="591601" y="115509"/>
                </a:lnTo>
                <a:lnTo>
                  <a:pt x="591443" y="115241"/>
                </a:lnTo>
                <a:lnTo>
                  <a:pt x="591294" y="114968"/>
                </a:lnTo>
                <a:lnTo>
                  <a:pt x="591153" y="114688"/>
                </a:lnTo>
                <a:lnTo>
                  <a:pt x="591022" y="114403"/>
                </a:lnTo>
                <a:lnTo>
                  <a:pt x="590900" y="114112"/>
                </a:lnTo>
                <a:lnTo>
                  <a:pt x="590787" y="113816"/>
                </a:lnTo>
                <a:lnTo>
                  <a:pt x="590683" y="113513"/>
                </a:lnTo>
                <a:lnTo>
                  <a:pt x="590588" y="113205"/>
                </a:lnTo>
                <a:lnTo>
                  <a:pt x="590502" y="112891"/>
                </a:lnTo>
                <a:lnTo>
                  <a:pt x="590425" y="112571"/>
                </a:lnTo>
                <a:lnTo>
                  <a:pt x="590357" y="112246"/>
                </a:lnTo>
                <a:lnTo>
                  <a:pt x="590298" y="111915"/>
                </a:lnTo>
                <a:lnTo>
                  <a:pt x="590248" y="111578"/>
                </a:lnTo>
                <a:lnTo>
                  <a:pt x="590208" y="111235"/>
                </a:lnTo>
                <a:lnTo>
                  <a:pt x="590176" y="110886"/>
                </a:lnTo>
                <a:lnTo>
                  <a:pt x="590153" y="110532"/>
                </a:lnTo>
                <a:lnTo>
                  <a:pt x="590140" y="110172"/>
                </a:lnTo>
                <a:lnTo>
                  <a:pt x="590135" y="109806"/>
                </a:lnTo>
                <a:lnTo>
                  <a:pt x="590135" y="58774"/>
                </a:lnTo>
                <a:lnTo>
                  <a:pt x="625685" y="58774"/>
                </a:lnTo>
                <a:lnTo>
                  <a:pt x="625685" y="45818"/>
                </a:lnTo>
                <a:lnTo>
                  <a:pt x="590135" y="45818"/>
                </a:lnTo>
                <a:lnTo>
                  <a:pt x="590135" y="21329"/>
                </a:lnTo>
                <a:lnTo>
                  <a:pt x="575916" y="21329"/>
                </a:lnTo>
                <a:lnTo>
                  <a:pt x="575916" y="45818"/>
                </a:lnTo>
                <a:lnTo>
                  <a:pt x="550952" y="45818"/>
                </a:lnTo>
                <a:lnTo>
                  <a:pt x="550952" y="58774"/>
                </a:lnTo>
                <a:lnTo>
                  <a:pt x="575916" y="58774"/>
                </a:lnTo>
                <a:lnTo>
                  <a:pt x="575916" y="109806"/>
                </a:lnTo>
                <a:lnTo>
                  <a:pt x="575927" y="110668"/>
                </a:lnTo>
                <a:lnTo>
                  <a:pt x="575961" y="111515"/>
                </a:lnTo>
                <a:lnTo>
                  <a:pt x="576017" y="112348"/>
                </a:lnTo>
                <a:lnTo>
                  <a:pt x="576096" y="113166"/>
                </a:lnTo>
                <a:lnTo>
                  <a:pt x="576197" y="113970"/>
                </a:lnTo>
                <a:lnTo>
                  <a:pt x="576321" y="114759"/>
                </a:lnTo>
                <a:lnTo>
                  <a:pt x="576467" y="115534"/>
                </a:lnTo>
                <a:lnTo>
                  <a:pt x="576636" y="116294"/>
                </a:lnTo>
                <a:lnTo>
                  <a:pt x="576827" y="117039"/>
                </a:lnTo>
                <a:lnTo>
                  <a:pt x="577041" y="117770"/>
                </a:lnTo>
                <a:lnTo>
                  <a:pt x="577277" y="118487"/>
                </a:lnTo>
                <a:lnTo>
                  <a:pt x="577536" y="119189"/>
                </a:lnTo>
                <a:lnTo>
                  <a:pt x="577817" y="119876"/>
                </a:lnTo>
                <a:lnTo>
                  <a:pt x="578120" y="120549"/>
                </a:lnTo>
                <a:lnTo>
                  <a:pt x="578447" y="121207"/>
                </a:lnTo>
                <a:lnTo>
                  <a:pt x="578795" y="121851"/>
                </a:lnTo>
                <a:lnTo>
                  <a:pt x="579166" y="122480"/>
                </a:lnTo>
                <a:lnTo>
                  <a:pt x="579560" y="123095"/>
                </a:lnTo>
                <a:lnTo>
                  <a:pt x="579976" y="123695"/>
                </a:lnTo>
                <a:lnTo>
                  <a:pt x="580415" y="124280"/>
                </a:lnTo>
                <a:lnTo>
                  <a:pt x="580876" y="124851"/>
                </a:lnTo>
                <a:lnTo>
                  <a:pt x="581359" y="125408"/>
                </a:lnTo>
                <a:lnTo>
                  <a:pt x="581865" y="125950"/>
                </a:lnTo>
                <a:lnTo>
                  <a:pt x="582394" y="126477"/>
                </a:lnTo>
                <a:lnTo>
                  <a:pt x="582941" y="126986"/>
                </a:lnTo>
                <a:lnTo>
                  <a:pt x="583503" y="127474"/>
                </a:lnTo>
                <a:lnTo>
                  <a:pt x="584080" y="127940"/>
                </a:lnTo>
                <a:lnTo>
                  <a:pt x="584672" y="128384"/>
                </a:lnTo>
                <a:lnTo>
                  <a:pt x="585278" y="128806"/>
                </a:lnTo>
                <a:lnTo>
                  <a:pt x="585900" y="129207"/>
                </a:lnTo>
                <a:lnTo>
                  <a:pt x="586536" y="129586"/>
                </a:lnTo>
                <a:lnTo>
                  <a:pt x="587187" y="129944"/>
                </a:lnTo>
                <a:lnTo>
                  <a:pt x="587852" y="130279"/>
                </a:lnTo>
                <a:lnTo>
                  <a:pt x="588533" y="130593"/>
                </a:lnTo>
                <a:lnTo>
                  <a:pt x="589228" y="130886"/>
                </a:lnTo>
                <a:lnTo>
                  <a:pt x="589938" y="131157"/>
                </a:lnTo>
                <a:lnTo>
                  <a:pt x="590663" y="131406"/>
                </a:lnTo>
                <a:lnTo>
                  <a:pt x="591403" y="131633"/>
                </a:lnTo>
                <a:lnTo>
                  <a:pt x="592157" y="131839"/>
                </a:lnTo>
                <a:lnTo>
                  <a:pt x="592927" y="132023"/>
                </a:lnTo>
                <a:lnTo>
                  <a:pt x="593711" y="132186"/>
                </a:lnTo>
                <a:lnTo>
                  <a:pt x="594510" y="132327"/>
                </a:lnTo>
                <a:lnTo>
                  <a:pt x="595324" y="132446"/>
                </a:lnTo>
                <a:lnTo>
                  <a:pt x="596152" y="132543"/>
                </a:lnTo>
                <a:lnTo>
                  <a:pt x="596996" y="132619"/>
                </a:lnTo>
                <a:lnTo>
                  <a:pt x="597854" y="132673"/>
                </a:lnTo>
                <a:lnTo>
                  <a:pt x="598727" y="132706"/>
                </a:lnTo>
                <a:lnTo>
                  <a:pt x="599615" y="132717"/>
                </a:lnTo>
                <a:lnTo>
                  <a:pt x="624895" y="132717"/>
                </a:lnTo>
                <a:lnTo>
                  <a:pt x="624895" y="119761"/>
                </a:lnTo>
                <a:lnTo>
                  <a:pt x="599615" y="119761"/>
                </a:lnTo>
                <a:close/>
                <a:moveTo>
                  <a:pt x="275881" y="38708"/>
                </a:moveTo>
                <a:lnTo>
                  <a:pt x="275881" y="52927"/>
                </a:lnTo>
                <a:lnTo>
                  <a:pt x="324860" y="77101"/>
                </a:lnTo>
                <a:lnTo>
                  <a:pt x="325083" y="77206"/>
                </a:lnTo>
                <a:lnTo>
                  <a:pt x="325307" y="77311"/>
                </a:lnTo>
                <a:lnTo>
                  <a:pt x="325531" y="77415"/>
                </a:lnTo>
                <a:lnTo>
                  <a:pt x="325755" y="77518"/>
                </a:lnTo>
                <a:lnTo>
                  <a:pt x="325979" y="77621"/>
                </a:lnTo>
                <a:lnTo>
                  <a:pt x="326202" y="77724"/>
                </a:lnTo>
                <a:lnTo>
                  <a:pt x="326426" y="77826"/>
                </a:lnTo>
                <a:lnTo>
                  <a:pt x="326650" y="77927"/>
                </a:lnTo>
                <a:lnTo>
                  <a:pt x="326874" y="78028"/>
                </a:lnTo>
                <a:lnTo>
                  <a:pt x="327098" y="78128"/>
                </a:lnTo>
                <a:lnTo>
                  <a:pt x="327321" y="78228"/>
                </a:lnTo>
                <a:lnTo>
                  <a:pt x="327545" y="78327"/>
                </a:lnTo>
                <a:lnTo>
                  <a:pt x="327769" y="78425"/>
                </a:lnTo>
                <a:lnTo>
                  <a:pt x="327993" y="78523"/>
                </a:lnTo>
                <a:lnTo>
                  <a:pt x="328217" y="78621"/>
                </a:lnTo>
                <a:lnTo>
                  <a:pt x="328440" y="78718"/>
                </a:lnTo>
                <a:lnTo>
                  <a:pt x="328664" y="78814"/>
                </a:lnTo>
                <a:lnTo>
                  <a:pt x="328888" y="78910"/>
                </a:lnTo>
                <a:lnTo>
                  <a:pt x="329112" y="79005"/>
                </a:lnTo>
                <a:lnTo>
                  <a:pt x="329336" y="79100"/>
                </a:lnTo>
                <a:lnTo>
                  <a:pt x="329559" y="79194"/>
                </a:lnTo>
                <a:lnTo>
                  <a:pt x="329783" y="79288"/>
                </a:lnTo>
                <a:lnTo>
                  <a:pt x="330007" y="79381"/>
                </a:lnTo>
                <a:lnTo>
                  <a:pt x="330231" y="79473"/>
                </a:lnTo>
                <a:lnTo>
                  <a:pt x="330452" y="79564"/>
                </a:lnTo>
                <a:lnTo>
                  <a:pt x="330670" y="79652"/>
                </a:lnTo>
                <a:lnTo>
                  <a:pt x="330883" y="79737"/>
                </a:lnTo>
                <a:lnTo>
                  <a:pt x="331091" y="79819"/>
                </a:lnTo>
                <a:lnTo>
                  <a:pt x="331295" y="79899"/>
                </a:lnTo>
                <a:lnTo>
                  <a:pt x="331495" y="79976"/>
                </a:lnTo>
                <a:lnTo>
                  <a:pt x="331690" y="80050"/>
                </a:lnTo>
                <a:lnTo>
                  <a:pt x="331881" y="80122"/>
                </a:lnTo>
                <a:lnTo>
                  <a:pt x="332067" y="80190"/>
                </a:lnTo>
                <a:lnTo>
                  <a:pt x="332250" y="80256"/>
                </a:lnTo>
                <a:lnTo>
                  <a:pt x="332427" y="80320"/>
                </a:lnTo>
                <a:lnTo>
                  <a:pt x="332601" y="80380"/>
                </a:lnTo>
                <a:lnTo>
                  <a:pt x="332770" y="80438"/>
                </a:lnTo>
                <a:lnTo>
                  <a:pt x="332934" y="80493"/>
                </a:lnTo>
                <a:lnTo>
                  <a:pt x="333094" y="80545"/>
                </a:lnTo>
                <a:lnTo>
                  <a:pt x="333250" y="80595"/>
                </a:lnTo>
                <a:lnTo>
                  <a:pt x="333402" y="80642"/>
                </a:lnTo>
                <a:lnTo>
                  <a:pt x="333549" y="80686"/>
                </a:lnTo>
                <a:lnTo>
                  <a:pt x="333691" y="80727"/>
                </a:lnTo>
                <a:lnTo>
                  <a:pt x="333830" y="80766"/>
                </a:lnTo>
                <a:lnTo>
                  <a:pt x="333964" y="80802"/>
                </a:lnTo>
                <a:lnTo>
                  <a:pt x="334093" y="80835"/>
                </a:lnTo>
                <a:lnTo>
                  <a:pt x="334218" y="80866"/>
                </a:lnTo>
                <a:lnTo>
                  <a:pt x="334339" y="80893"/>
                </a:lnTo>
                <a:lnTo>
                  <a:pt x="334231" y="80921"/>
                </a:lnTo>
                <a:lnTo>
                  <a:pt x="334119" y="80951"/>
                </a:lnTo>
                <a:lnTo>
                  <a:pt x="334002" y="80983"/>
                </a:lnTo>
                <a:lnTo>
                  <a:pt x="333880" y="81018"/>
                </a:lnTo>
                <a:lnTo>
                  <a:pt x="333754" y="81056"/>
                </a:lnTo>
                <a:lnTo>
                  <a:pt x="333623" y="81096"/>
                </a:lnTo>
                <a:lnTo>
                  <a:pt x="333488" y="81138"/>
                </a:lnTo>
                <a:lnTo>
                  <a:pt x="333347" y="81183"/>
                </a:lnTo>
                <a:lnTo>
                  <a:pt x="333202" y="81230"/>
                </a:lnTo>
                <a:lnTo>
                  <a:pt x="333053" y="81280"/>
                </a:lnTo>
                <a:lnTo>
                  <a:pt x="332898" y="81332"/>
                </a:lnTo>
                <a:lnTo>
                  <a:pt x="332739" y="81387"/>
                </a:lnTo>
                <a:lnTo>
                  <a:pt x="332576" y="81444"/>
                </a:lnTo>
                <a:lnTo>
                  <a:pt x="332407" y="81504"/>
                </a:lnTo>
                <a:lnTo>
                  <a:pt x="332234" y="81566"/>
                </a:lnTo>
                <a:lnTo>
                  <a:pt x="332057" y="81630"/>
                </a:lnTo>
                <a:lnTo>
                  <a:pt x="331874" y="81697"/>
                </a:lnTo>
                <a:lnTo>
                  <a:pt x="331687" y="81767"/>
                </a:lnTo>
                <a:lnTo>
                  <a:pt x="331496" y="81839"/>
                </a:lnTo>
                <a:lnTo>
                  <a:pt x="331299" y="81913"/>
                </a:lnTo>
                <a:lnTo>
                  <a:pt x="331098" y="81990"/>
                </a:lnTo>
                <a:lnTo>
                  <a:pt x="330893" y="82070"/>
                </a:lnTo>
                <a:lnTo>
                  <a:pt x="330682" y="82152"/>
                </a:lnTo>
                <a:lnTo>
                  <a:pt x="330467" y="82236"/>
                </a:lnTo>
                <a:lnTo>
                  <a:pt x="330249" y="82322"/>
                </a:lnTo>
                <a:lnTo>
                  <a:pt x="330030" y="82410"/>
                </a:lnTo>
                <a:lnTo>
                  <a:pt x="329809" y="82499"/>
                </a:lnTo>
                <a:lnTo>
                  <a:pt x="329587" y="82589"/>
                </a:lnTo>
                <a:lnTo>
                  <a:pt x="329364" y="82681"/>
                </a:lnTo>
                <a:lnTo>
                  <a:pt x="329139" y="82774"/>
                </a:lnTo>
                <a:lnTo>
                  <a:pt x="328913" y="82869"/>
                </a:lnTo>
                <a:lnTo>
                  <a:pt x="328686" y="82965"/>
                </a:lnTo>
                <a:lnTo>
                  <a:pt x="328457" y="83062"/>
                </a:lnTo>
                <a:lnTo>
                  <a:pt x="328227" y="83161"/>
                </a:lnTo>
                <a:lnTo>
                  <a:pt x="327995" y="83261"/>
                </a:lnTo>
                <a:lnTo>
                  <a:pt x="327762" y="83362"/>
                </a:lnTo>
                <a:lnTo>
                  <a:pt x="327528" y="83465"/>
                </a:lnTo>
                <a:lnTo>
                  <a:pt x="327292" y="83569"/>
                </a:lnTo>
                <a:lnTo>
                  <a:pt x="327055" y="83674"/>
                </a:lnTo>
                <a:lnTo>
                  <a:pt x="326817" y="83781"/>
                </a:lnTo>
                <a:lnTo>
                  <a:pt x="326577" y="83889"/>
                </a:lnTo>
                <a:lnTo>
                  <a:pt x="326336" y="83999"/>
                </a:lnTo>
                <a:lnTo>
                  <a:pt x="326093" y="84110"/>
                </a:lnTo>
                <a:lnTo>
                  <a:pt x="325849" y="84222"/>
                </a:lnTo>
                <a:lnTo>
                  <a:pt x="325604" y="84336"/>
                </a:lnTo>
                <a:lnTo>
                  <a:pt x="325357" y="84451"/>
                </a:lnTo>
                <a:lnTo>
                  <a:pt x="325109" y="84568"/>
                </a:lnTo>
                <a:lnTo>
                  <a:pt x="324860" y="84685"/>
                </a:lnTo>
                <a:lnTo>
                  <a:pt x="275881" y="108702"/>
                </a:lnTo>
                <a:lnTo>
                  <a:pt x="275881" y="122446"/>
                </a:lnTo>
                <a:lnTo>
                  <a:pt x="343818" y="88478"/>
                </a:lnTo>
                <a:lnTo>
                  <a:pt x="343818" y="72677"/>
                </a:lnTo>
                <a:lnTo>
                  <a:pt x="275881" y="38708"/>
                </a:lnTo>
                <a:close/>
                <a:moveTo>
                  <a:pt x="192601" y="74259"/>
                </a:moveTo>
                <a:lnTo>
                  <a:pt x="192601" y="86899"/>
                </a:lnTo>
                <a:lnTo>
                  <a:pt x="243161" y="86899"/>
                </a:lnTo>
                <a:lnTo>
                  <a:pt x="243161" y="74259"/>
                </a:lnTo>
                <a:lnTo>
                  <a:pt x="192601" y="74259"/>
                </a:lnTo>
                <a:close/>
                <a:moveTo>
                  <a:pt x="655072" y="45818"/>
                </a:moveTo>
                <a:lnTo>
                  <a:pt x="655072" y="132717"/>
                </a:lnTo>
                <a:lnTo>
                  <a:pt x="669291" y="132717"/>
                </a:lnTo>
                <a:lnTo>
                  <a:pt x="669291" y="77417"/>
                </a:lnTo>
                <a:lnTo>
                  <a:pt x="669300" y="76582"/>
                </a:lnTo>
                <a:lnTo>
                  <a:pt x="669325" y="75765"/>
                </a:lnTo>
                <a:lnTo>
                  <a:pt x="669368" y="74963"/>
                </a:lnTo>
                <a:lnTo>
                  <a:pt x="669427" y="74178"/>
                </a:lnTo>
                <a:lnTo>
                  <a:pt x="669504" y="73410"/>
                </a:lnTo>
                <a:lnTo>
                  <a:pt x="669597" y="72657"/>
                </a:lnTo>
                <a:lnTo>
                  <a:pt x="669708" y="71922"/>
                </a:lnTo>
                <a:lnTo>
                  <a:pt x="669836" y="71203"/>
                </a:lnTo>
                <a:lnTo>
                  <a:pt x="669980" y="70500"/>
                </a:lnTo>
                <a:lnTo>
                  <a:pt x="670142" y="69814"/>
                </a:lnTo>
                <a:lnTo>
                  <a:pt x="670320" y="69144"/>
                </a:lnTo>
                <a:lnTo>
                  <a:pt x="670516" y="68491"/>
                </a:lnTo>
                <a:lnTo>
                  <a:pt x="670729" y="67854"/>
                </a:lnTo>
                <a:lnTo>
                  <a:pt x="670958" y="67233"/>
                </a:lnTo>
                <a:lnTo>
                  <a:pt x="671205" y="66629"/>
                </a:lnTo>
                <a:lnTo>
                  <a:pt x="671469" y="66042"/>
                </a:lnTo>
                <a:lnTo>
                  <a:pt x="671749" y="65471"/>
                </a:lnTo>
                <a:lnTo>
                  <a:pt x="672047" y="64916"/>
                </a:lnTo>
                <a:lnTo>
                  <a:pt x="672362" y="64378"/>
                </a:lnTo>
                <a:lnTo>
                  <a:pt x="672693" y="63856"/>
                </a:lnTo>
                <a:lnTo>
                  <a:pt x="673042" y="63351"/>
                </a:lnTo>
                <a:lnTo>
                  <a:pt x="673408" y="62863"/>
                </a:lnTo>
                <a:lnTo>
                  <a:pt x="673790" y="62390"/>
                </a:lnTo>
                <a:lnTo>
                  <a:pt x="674190" y="61934"/>
                </a:lnTo>
                <a:lnTo>
                  <a:pt x="674606" y="61496"/>
                </a:lnTo>
                <a:lnTo>
                  <a:pt x="675037" y="61076"/>
                </a:lnTo>
                <a:lnTo>
                  <a:pt x="675484" y="60675"/>
                </a:lnTo>
                <a:lnTo>
                  <a:pt x="675946" y="60293"/>
                </a:lnTo>
                <a:lnTo>
                  <a:pt x="676423" y="59929"/>
                </a:lnTo>
                <a:lnTo>
                  <a:pt x="676916" y="59584"/>
                </a:lnTo>
                <a:lnTo>
                  <a:pt x="677424" y="59258"/>
                </a:lnTo>
                <a:lnTo>
                  <a:pt x="677947" y="58950"/>
                </a:lnTo>
                <a:lnTo>
                  <a:pt x="678486" y="58661"/>
                </a:lnTo>
                <a:lnTo>
                  <a:pt x="679040" y="58391"/>
                </a:lnTo>
                <a:lnTo>
                  <a:pt x="679610" y="58139"/>
                </a:lnTo>
                <a:lnTo>
                  <a:pt x="680194" y="57906"/>
                </a:lnTo>
                <a:lnTo>
                  <a:pt x="680794" y="57691"/>
                </a:lnTo>
                <a:lnTo>
                  <a:pt x="681410" y="57496"/>
                </a:lnTo>
                <a:lnTo>
                  <a:pt x="682041" y="57318"/>
                </a:lnTo>
                <a:lnTo>
                  <a:pt x="682687" y="57160"/>
                </a:lnTo>
                <a:lnTo>
                  <a:pt x="683349" y="57020"/>
                </a:lnTo>
                <a:lnTo>
                  <a:pt x="684025" y="56899"/>
                </a:lnTo>
                <a:lnTo>
                  <a:pt x="684718" y="56796"/>
                </a:lnTo>
                <a:lnTo>
                  <a:pt x="685425" y="56712"/>
                </a:lnTo>
                <a:lnTo>
                  <a:pt x="686148" y="56647"/>
                </a:lnTo>
                <a:lnTo>
                  <a:pt x="686887" y="56600"/>
                </a:lnTo>
                <a:lnTo>
                  <a:pt x="687640" y="56572"/>
                </a:lnTo>
                <a:lnTo>
                  <a:pt x="688409" y="56563"/>
                </a:lnTo>
                <a:lnTo>
                  <a:pt x="689152" y="56571"/>
                </a:lnTo>
                <a:lnTo>
                  <a:pt x="689881" y="56595"/>
                </a:lnTo>
                <a:lnTo>
                  <a:pt x="690594" y="56636"/>
                </a:lnTo>
                <a:lnTo>
                  <a:pt x="691293" y="56692"/>
                </a:lnTo>
                <a:lnTo>
                  <a:pt x="691977" y="56765"/>
                </a:lnTo>
                <a:lnTo>
                  <a:pt x="692646" y="56854"/>
                </a:lnTo>
                <a:lnTo>
                  <a:pt x="693300" y="56959"/>
                </a:lnTo>
                <a:lnTo>
                  <a:pt x="693940" y="57081"/>
                </a:lnTo>
                <a:lnTo>
                  <a:pt x="694564" y="57218"/>
                </a:lnTo>
                <a:lnTo>
                  <a:pt x="695174" y="57372"/>
                </a:lnTo>
                <a:lnTo>
                  <a:pt x="695769" y="57542"/>
                </a:lnTo>
                <a:lnTo>
                  <a:pt x="696349" y="57728"/>
                </a:lnTo>
                <a:lnTo>
                  <a:pt x="696915" y="57930"/>
                </a:lnTo>
                <a:lnTo>
                  <a:pt x="697465" y="58149"/>
                </a:lnTo>
                <a:lnTo>
                  <a:pt x="698001" y="58383"/>
                </a:lnTo>
                <a:lnTo>
                  <a:pt x="698522" y="58634"/>
                </a:lnTo>
                <a:lnTo>
                  <a:pt x="699028" y="58901"/>
                </a:lnTo>
                <a:lnTo>
                  <a:pt x="699519" y="59184"/>
                </a:lnTo>
                <a:lnTo>
                  <a:pt x="699996" y="59484"/>
                </a:lnTo>
                <a:lnTo>
                  <a:pt x="700457" y="59799"/>
                </a:lnTo>
                <a:lnTo>
                  <a:pt x="700904" y="60131"/>
                </a:lnTo>
                <a:lnTo>
                  <a:pt x="701336" y="60479"/>
                </a:lnTo>
                <a:lnTo>
                  <a:pt x="701753" y="60843"/>
                </a:lnTo>
                <a:lnTo>
                  <a:pt x="702156" y="61223"/>
                </a:lnTo>
                <a:lnTo>
                  <a:pt x="702543" y="61620"/>
                </a:lnTo>
                <a:lnTo>
                  <a:pt x="702913" y="62034"/>
                </a:lnTo>
                <a:lnTo>
                  <a:pt x="703267" y="62466"/>
                </a:lnTo>
                <a:lnTo>
                  <a:pt x="703604" y="62915"/>
                </a:lnTo>
                <a:lnTo>
                  <a:pt x="703925" y="63381"/>
                </a:lnTo>
                <a:lnTo>
                  <a:pt x="704229" y="63864"/>
                </a:lnTo>
                <a:lnTo>
                  <a:pt x="704517" y="64365"/>
                </a:lnTo>
                <a:lnTo>
                  <a:pt x="704789" y="64883"/>
                </a:lnTo>
                <a:lnTo>
                  <a:pt x="705044" y="65418"/>
                </a:lnTo>
                <a:lnTo>
                  <a:pt x="705283" y="65971"/>
                </a:lnTo>
                <a:lnTo>
                  <a:pt x="705505" y="66541"/>
                </a:lnTo>
                <a:lnTo>
                  <a:pt x="705711" y="67128"/>
                </a:lnTo>
                <a:lnTo>
                  <a:pt x="705900" y="67732"/>
                </a:lnTo>
                <a:lnTo>
                  <a:pt x="706073" y="68354"/>
                </a:lnTo>
                <a:lnTo>
                  <a:pt x="706229" y="68993"/>
                </a:lnTo>
                <a:lnTo>
                  <a:pt x="706369" y="69649"/>
                </a:lnTo>
                <a:lnTo>
                  <a:pt x="706492" y="70323"/>
                </a:lnTo>
                <a:lnTo>
                  <a:pt x="706599" y="71014"/>
                </a:lnTo>
                <a:lnTo>
                  <a:pt x="706690" y="71722"/>
                </a:lnTo>
                <a:lnTo>
                  <a:pt x="706764" y="72447"/>
                </a:lnTo>
                <a:lnTo>
                  <a:pt x="706821" y="73190"/>
                </a:lnTo>
                <a:lnTo>
                  <a:pt x="706863" y="73950"/>
                </a:lnTo>
                <a:lnTo>
                  <a:pt x="706887" y="74727"/>
                </a:lnTo>
                <a:lnTo>
                  <a:pt x="706896" y="75522"/>
                </a:lnTo>
                <a:lnTo>
                  <a:pt x="706896" y="82947"/>
                </a:lnTo>
                <a:lnTo>
                  <a:pt x="721115" y="82947"/>
                </a:lnTo>
                <a:lnTo>
                  <a:pt x="721115" y="75522"/>
                </a:lnTo>
                <a:lnTo>
                  <a:pt x="721102" y="74283"/>
                </a:lnTo>
                <a:lnTo>
                  <a:pt x="721064" y="73068"/>
                </a:lnTo>
                <a:lnTo>
                  <a:pt x="721000" y="71877"/>
                </a:lnTo>
                <a:lnTo>
                  <a:pt x="720911" y="70709"/>
                </a:lnTo>
                <a:lnTo>
                  <a:pt x="720796" y="69566"/>
                </a:lnTo>
                <a:lnTo>
                  <a:pt x="720655" y="68447"/>
                </a:lnTo>
                <a:lnTo>
                  <a:pt x="720490" y="67351"/>
                </a:lnTo>
                <a:lnTo>
                  <a:pt x="720298" y="66279"/>
                </a:lnTo>
                <a:lnTo>
                  <a:pt x="720081" y="65231"/>
                </a:lnTo>
                <a:lnTo>
                  <a:pt x="719839" y="64207"/>
                </a:lnTo>
                <a:lnTo>
                  <a:pt x="719571" y="63207"/>
                </a:lnTo>
                <a:lnTo>
                  <a:pt x="719278" y="62230"/>
                </a:lnTo>
                <a:lnTo>
                  <a:pt x="718959" y="61278"/>
                </a:lnTo>
                <a:lnTo>
                  <a:pt x="718614" y="60349"/>
                </a:lnTo>
                <a:lnTo>
                  <a:pt x="718244" y="59444"/>
                </a:lnTo>
                <a:lnTo>
                  <a:pt x="717849" y="58563"/>
                </a:lnTo>
                <a:lnTo>
                  <a:pt x="717428" y="57706"/>
                </a:lnTo>
                <a:lnTo>
                  <a:pt x="716981" y="56873"/>
                </a:lnTo>
                <a:lnTo>
                  <a:pt x="716509" y="56064"/>
                </a:lnTo>
                <a:lnTo>
                  <a:pt x="716012" y="55279"/>
                </a:lnTo>
                <a:lnTo>
                  <a:pt x="715489" y="54517"/>
                </a:lnTo>
                <a:lnTo>
                  <a:pt x="714940" y="53779"/>
                </a:lnTo>
                <a:lnTo>
                  <a:pt x="714366" y="53065"/>
                </a:lnTo>
                <a:lnTo>
                  <a:pt x="713766" y="52375"/>
                </a:lnTo>
                <a:lnTo>
                  <a:pt x="713143" y="51711"/>
                </a:lnTo>
                <a:lnTo>
                  <a:pt x="712499" y="51076"/>
                </a:lnTo>
                <a:lnTo>
                  <a:pt x="711832" y="50468"/>
                </a:lnTo>
                <a:lnTo>
                  <a:pt x="711144" y="49889"/>
                </a:lnTo>
                <a:lnTo>
                  <a:pt x="710435" y="49338"/>
                </a:lnTo>
                <a:lnTo>
                  <a:pt x="709703" y="48816"/>
                </a:lnTo>
                <a:lnTo>
                  <a:pt x="708950" y="48321"/>
                </a:lnTo>
                <a:lnTo>
                  <a:pt x="708176" y="47855"/>
                </a:lnTo>
                <a:lnTo>
                  <a:pt x="707379" y="47417"/>
                </a:lnTo>
                <a:lnTo>
                  <a:pt x="706561" y="47008"/>
                </a:lnTo>
                <a:lnTo>
                  <a:pt x="705722" y="46626"/>
                </a:lnTo>
                <a:lnTo>
                  <a:pt x="704860" y="46273"/>
                </a:lnTo>
                <a:lnTo>
                  <a:pt x="703977" y="45948"/>
                </a:lnTo>
                <a:lnTo>
                  <a:pt x="703072" y="45651"/>
                </a:lnTo>
                <a:lnTo>
                  <a:pt x="702146" y="45383"/>
                </a:lnTo>
                <a:lnTo>
                  <a:pt x="701198" y="45143"/>
                </a:lnTo>
                <a:lnTo>
                  <a:pt x="700228" y="44931"/>
                </a:lnTo>
                <a:lnTo>
                  <a:pt x="699237" y="44747"/>
                </a:lnTo>
                <a:lnTo>
                  <a:pt x="698224" y="44592"/>
                </a:lnTo>
                <a:lnTo>
                  <a:pt x="697189" y="44465"/>
                </a:lnTo>
                <a:lnTo>
                  <a:pt x="696132" y="44366"/>
                </a:lnTo>
                <a:lnTo>
                  <a:pt x="695054" y="44295"/>
                </a:lnTo>
                <a:lnTo>
                  <a:pt x="693955" y="44253"/>
                </a:lnTo>
                <a:lnTo>
                  <a:pt x="692833" y="44239"/>
                </a:lnTo>
                <a:lnTo>
                  <a:pt x="691920" y="44249"/>
                </a:lnTo>
                <a:lnTo>
                  <a:pt x="691023" y="44280"/>
                </a:lnTo>
                <a:lnTo>
                  <a:pt x="690144" y="44331"/>
                </a:lnTo>
                <a:lnTo>
                  <a:pt x="689281" y="44403"/>
                </a:lnTo>
                <a:lnTo>
                  <a:pt x="688434" y="44496"/>
                </a:lnTo>
                <a:lnTo>
                  <a:pt x="687605" y="44609"/>
                </a:lnTo>
                <a:lnTo>
                  <a:pt x="686792" y="44743"/>
                </a:lnTo>
                <a:lnTo>
                  <a:pt x="685996" y="44897"/>
                </a:lnTo>
                <a:lnTo>
                  <a:pt x="685217" y="45072"/>
                </a:lnTo>
                <a:lnTo>
                  <a:pt x="684454" y="45268"/>
                </a:lnTo>
                <a:lnTo>
                  <a:pt x="683708" y="45484"/>
                </a:lnTo>
                <a:lnTo>
                  <a:pt x="682979" y="45720"/>
                </a:lnTo>
                <a:lnTo>
                  <a:pt x="682266" y="45977"/>
                </a:lnTo>
                <a:lnTo>
                  <a:pt x="681571" y="46255"/>
                </a:lnTo>
                <a:lnTo>
                  <a:pt x="680892" y="46554"/>
                </a:lnTo>
                <a:lnTo>
                  <a:pt x="680229" y="46873"/>
                </a:lnTo>
                <a:lnTo>
                  <a:pt x="679584" y="47212"/>
                </a:lnTo>
                <a:lnTo>
                  <a:pt x="678955" y="47572"/>
                </a:lnTo>
                <a:lnTo>
                  <a:pt x="678343" y="47953"/>
                </a:lnTo>
                <a:lnTo>
                  <a:pt x="677747" y="48354"/>
                </a:lnTo>
                <a:lnTo>
                  <a:pt x="677169" y="48776"/>
                </a:lnTo>
                <a:lnTo>
                  <a:pt x="676607" y="49218"/>
                </a:lnTo>
                <a:lnTo>
                  <a:pt x="676061" y="49681"/>
                </a:lnTo>
                <a:lnTo>
                  <a:pt x="675533" y="50165"/>
                </a:lnTo>
                <a:lnTo>
                  <a:pt x="675024" y="50666"/>
                </a:lnTo>
                <a:lnTo>
                  <a:pt x="674536" y="51181"/>
                </a:lnTo>
                <a:lnTo>
                  <a:pt x="674070" y="51711"/>
                </a:lnTo>
                <a:lnTo>
                  <a:pt x="673626" y="52255"/>
                </a:lnTo>
                <a:lnTo>
                  <a:pt x="673203" y="52815"/>
                </a:lnTo>
                <a:lnTo>
                  <a:pt x="672802" y="53388"/>
                </a:lnTo>
                <a:lnTo>
                  <a:pt x="672423" y="53976"/>
                </a:lnTo>
                <a:lnTo>
                  <a:pt x="672065" y="54579"/>
                </a:lnTo>
                <a:lnTo>
                  <a:pt x="671729" y="55196"/>
                </a:lnTo>
                <a:lnTo>
                  <a:pt x="671415" y="55828"/>
                </a:lnTo>
                <a:lnTo>
                  <a:pt x="671123" y="56474"/>
                </a:lnTo>
                <a:lnTo>
                  <a:pt x="670852" y="57135"/>
                </a:lnTo>
                <a:lnTo>
                  <a:pt x="670602" y="57810"/>
                </a:lnTo>
                <a:lnTo>
                  <a:pt x="670375" y="58500"/>
                </a:lnTo>
                <a:lnTo>
                  <a:pt x="670169" y="59205"/>
                </a:lnTo>
                <a:lnTo>
                  <a:pt x="669985" y="59924"/>
                </a:lnTo>
                <a:lnTo>
                  <a:pt x="669822" y="60657"/>
                </a:lnTo>
                <a:lnTo>
                  <a:pt x="669681" y="61405"/>
                </a:lnTo>
                <a:lnTo>
                  <a:pt x="669562" y="62168"/>
                </a:lnTo>
                <a:lnTo>
                  <a:pt x="669532" y="62407"/>
                </a:lnTo>
                <a:lnTo>
                  <a:pt x="669291" y="62407"/>
                </a:lnTo>
                <a:lnTo>
                  <a:pt x="669291" y="45818"/>
                </a:lnTo>
                <a:lnTo>
                  <a:pt x="655072" y="45818"/>
                </a:lnTo>
                <a:close/>
                <a:moveTo>
                  <a:pt x="503136" y="133875"/>
                </a:moveTo>
                <a:lnTo>
                  <a:pt x="504267" y="133793"/>
                </a:lnTo>
                <a:lnTo>
                  <a:pt x="505376" y="133688"/>
                </a:lnTo>
                <a:lnTo>
                  <a:pt x="506462" y="133560"/>
                </a:lnTo>
                <a:lnTo>
                  <a:pt x="507525" y="133409"/>
                </a:lnTo>
                <a:lnTo>
                  <a:pt x="508566" y="133234"/>
                </a:lnTo>
                <a:lnTo>
                  <a:pt x="509583" y="133036"/>
                </a:lnTo>
                <a:lnTo>
                  <a:pt x="510578" y="132814"/>
                </a:lnTo>
                <a:lnTo>
                  <a:pt x="511550" y="132569"/>
                </a:lnTo>
                <a:lnTo>
                  <a:pt x="512500" y="132301"/>
                </a:lnTo>
                <a:lnTo>
                  <a:pt x="513426" y="132010"/>
                </a:lnTo>
                <a:lnTo>
                  <a:pt x="514330" y="131695"/>
                </a:lnTo>
                <a:lnTo>
                  <a:pt x="515211" y="131357"/>
                </a:lnTo>
                <a:lnTo>
                  <a:pt x="516070" y="130996"/>
                </a:lnTo>
                <a:lnTo>
                  <a:pt x="516905" y="130611"/>
                </a:lnTo>
                <a:lnTo>
                  <a:pt x="517718" y="130203"/>
                </a:lnTo>
                <a:lnTo>
                  <a:pt x="518508" y="129772"/>
                </a:lnTo>
                <a:lnTo>
                  <a:pt x="519275" y="129317"/>
                </a:lnTo>
                <a:lnTo>
                  <a:pt x="520020" y="128839"/>
                </a:lnTo>
                <a:lnTo>
                  <a:pt x="520742" y="128338"/>
                </a:lnTo>
                <a:lnTo>
                  <a:pt x="521440" y="127813"/>
                </a:lnTo>
                <a:lnTo>
                  <a:pt x="522117" y="127266"/>
                </a:lnTo>
                <a:lnTo>
                  <a:pt x="522768" y="126697"/>
                </a:lnTo>
                <a:lnTo>
                  <a:pt x="523391" y="126109"/>
                </a:lnTo>
                <a:lnTo>
                  <a:pt x="523987" y="125502"/>
                </a:lnTo>
                <a:lnTo>
                  <a:pt x="524555" y="124876"/>
                </a:lnTo>
                <a:lnTo>
                  <a:pt x="525095" y="124231"/>
                </a:lnTo>
                <a:lnTo>
                  <a:pt x="525608" y="123568"/>
                </a:lnTo>
                <a:lnTo>
                  <a:pt x="526093" y="122885"/>
                </a:lnTo>
                <a:lnTo>
                  <a:pt x="526550" y="122184"/>
                </a:lnTo>
                <a:lnTo>
                  <a:pt x="526979" y="121463"/>
                </a:lnTo>
                <a:lnTo>
                  <a:pt x="527381" y="120724"/>
                </a:lnTo>
                <a:lnTo>
                  <a:pt x="527755" y="119965"/>
                </a:lnTo>
                <a:lnTo>
                  <a:pt x="528102" y="119188"/>
                </a:lnTo>
                <a:lnTo>
                  <a:pt x="528420" y="118392"/>
                </a:lnTo>
                <a:lnTo>
                  <a:pt x="528711" y="117577"/>
                </a:lnTo>
                <a:lnTo>
                  <a:pt x="528974" y="116743"/>
                </a:lnTo>
                <a:lnTo>
                  <a:pt x="529210" y="115890"/>
                </a:lnTo>
                <a:lnTo>
                  <a:pt x="529418" y="115018"/>
                </a:lnTo>
                <a:lnTo>
                  <a:pt x="529598" y="114127"/>
                </a:lnTo>
                <a:lnTo>
                  <a:pt x="529750" y="113217"/>
                </a:lnTo>
                <a:lnTo>
                  <a:pt x="529875" y="112288"/>
                </a:lnTo>
                <a:lnTo>
                  <a:pt x="529972" y="111341"/>
                </a:lnTo>
                <a:lnTo>
                  <a:pt x="530041" y="110374"/>
                </a:lnTo>
                <a:lnTo>
                  <a:pt x="530083" y="109388"/>
                </a:lnTo>
                <a:lnTo>
                  <a:pt x="530096" y="108384"/>
                </a:lnTo>
                <a:lnTo>
                  <a:pt x="530087" y="107445"/>
                </a:lnTo>
                <a:lnTo>
                  <a:pt x="530058" y="106522"/>
                </a:lnTo>
                <a:lnTo>
                  <a:pt x="530010" y="105617"/>
                </a:lnTo>
                <a:lnTo>
                  <a:pt x="529943" y="104729"/>
                </a:lnTo>
                <a:lnTo>
                  <a:pt x="529856" y="103857"/>
                </a:lnTo>
                <a:lnTo>
                  <a:pt x="529751" y="103003"/>
                </a:lnTo>
                <a:lnTo>
                  <a:pt x="529626" y="102165"/>
                </a:lnTo>
                <a:lnTo>
                  <a:pt x="529482" y="101345"/>
                </a:lnTo>
                <a:lnTo>
                  <a:pt x="529319" y="100542"/>
                </a:lnTo>
                <a:lnTo>
                  <a:pt x="529136" y="99755"/>
                </a:lnTo>
                <a:lnTo>
                  <a:pt x="528935" y="98986"/>
                </a:lnTo>
                <a:lnTo>
                  <a:pt x="528714" y="98234"/>
                </a:lnTo>
                <a:lnTo>
                  <a:pt x="528474" y="97498"/>
                </a:lnTo>
                <a:lnTo>
                  <a:pt x="528215" y="96780"/>
                </a:lnTo>
                <a:lnTo>
                  <a:pt x="527936" y="96079"/>
                </a:lnTo>
                <a:lnTo>
                  <a:pt x="527639" y="95394"/>
                </a:lnTo>
                <a:lnTo>
                  <a:pt x="527322" y="94727"/>
                </a:lnTo>
                <a:lnTo>
                  <a:pt x="526986" y="94077"/>
                </a:lnTo>
                <a:lnTo>
                  <a:pt x="526630" y="93443"/>
                </a:lnTo>
                <a:lnTo>
                  <a:pt x="526256" y="92827"/>
                </a:lnTo>
                <a:lnTo>
                  <a:pt x="525862" y="92228"/>
                </a:lnTo>
                <a:lnTo>
                  <a:pt x="525449" y="91645"/>
                </a:lnTo>
                <a:lnTo>
                  <a:pt x="525017" y="91080"/>
                </a:lnTo>
                <a:lnTo>
                  <a:pt x="524566" y="90532"/>
                </a:lnTo>
                <a:lnTo>
                  <a:pt x="524096" y="90000"/>
                </a:lnTo>
                <a:lnTo>
                  <a:pt x="523606" y="89486"/>
                </a:lnTo>
                <a:lnTo>
                  <a:pt x="523098" y="88989"/>
                </a:lnTo>
                <a:lnTo>
                  <a:pt x="522570" y="88508"/>
                </a:lnTo>
                <a:lnTo>
                  <a:pt x="522023" y="88045"/>
                </a:lnTo>
                <a:lnTo>
                  <a:pt x="521456" y="87599"/>
                </a:lnTo>
                <a:lnTo>
                  <a:pt x="520871" y="87170"/>
                </a:lnTo>
                <a:lnTo>
                  <a:pt x="520266" y="86757"/>
                </a:lnTo>
                <a:lnTo>
                  <a:pt x="519642" y="86362"/>
                </a:lnTo>
                <a:lnTo>
                  <a:pt x="518999" y="85984"/>
                </a:lnTo>
                <a:lnTo>
                  <a:pt x="518336" y="85623"/>
                </a:lnTo>
                <a:lnTo>
                  <a:pt x="517655" y="85279"/>
                </a:lnTo>
                <a:lnTo>
                  <a:pt x="516954" y="84951"/>
                </a:lnTo>
                <a:lnTo>
                  <a:pt x="516234" y="84641"/>
                </a:lnTo>
                <a:lnTo>
                  <a:pt x="515495" y="84348"/>
                </a:lnTo>
                <a:lnTo>
                  <a:pt x="514736" y="84072"/>
                </a:lnTo>
                <a:lnTo>
                  <a:pt x="513959" y="83813"/>
                </a:lnTo>
                <a:lnTo>
                  <a:pt x="513162" y="83570"/>
                </a:lnTo>
                <a:lnTo>
                  <a:pt x="512346" y="83345"/>
                </a:lnTo>
                <a:lnTo>
                  <a:pt x="511510" y="83137"/>
                </a:lnTo>
                <a:lnTo>
                  <a:pt x="510656" y="82946"/>
                </a:lnTo>
                <a:lnTo>
                  <a:pt x="509782" y="82772"/>
                </a:lnTo>
                <a:lnTo>
                  <a:pt x="508889" y="82615"/>
                </a:lnTo>
                <a:lnTo>
                  <a:pt x="507977" y="82475"/>
                </a:lnTo>
                <a:lnTo>
                  <a:pt x="485542" y="79314"/>
                </a:lnTo>
                <a:lnTo>
                  <a:pt x="485203" y="79258"/>
                </a:lnTo>
                <a:lnTo>
                  <a:pt x="484871" y="79195"/>
                </a:lnTo>
                <a:lnTo>
                  <a:pt x="484546" y="79124"/>
                </a:lnTo>
                <a:lnTo>
                  <a:pt x="484227" y="79046"/>
                </a:lnTo>
                <a:lnTo>
                  <a:pt x="483916" y="78962"/>
                </a:lnTo>
                <a:lnTo>
                  <a:pt x="483611" y="78870"/>
                </a:lnTo>
                <a:lnTo>
                  <a:pt x="483313" y="78771"/>
                </a:lnTo>
                <a:lnTo>
                  <a:pt x="483023" y="78665"/>
                </a:lnTo>
                <a:lnTo>
                  <a:pt x="482738" y="78552"/>
                </a:lnTo>
                <a:lnTo>
                  <a:pt x="482461" y="78431"/>
                </a:lnTo>
                <a:lnTo>
                  <a:pt x="482191" y="78304"/>
                </a:lnTo>
                <a:lnTo>
                  <a:pt x="481927" y="78169"/>
                </a:lnTo>
                <a:lnTo>
                  <a:pt x="481671" y="78027"/>
                </a:lnTo>
                <a:lnTo>
                  <a:pt x="481421" y="77878"/>
                </a:lnTo>
                <a:lnTo>
                  <a:pt x="481178" y="77722"/>
                </a:lnTo>
                <a:lnTo>
                  <a:pt x="480942" y="77559"/>
                </a:lnTo>
                <a:lnTo>
                  <a:pt x="480713" y="77389"/>
                </a:lnTo>
                <a:lnTo>
                  <a:pt x="480490" y="77211"/>
                </a:lnTo>
                <a:lnTo>
                  <a:pt x="480275" y="77027"/>
                </a:lnTo>
                <a:lnTo>
                  <a:pt x="480066" y="76835"/>
                </a:lnTo>
                <a:lnTo>
                  <a:pt x="479864" y="76636"/>
                </a:lnTo>
                <a:lnTo>
                  <a:pt x="479669" y="76430"/>
                </a:lnTo>
                <a:lnTo>
                  <a:pt x="479481" y="76217"/>
                </a:lnTo>
                <a:lnTo>
                  <a:pt x="479300" y="75997"/>
                </a:lnTo>
                <a:lnTo>
                  <a:pt x="479126" y="75770"/>
                </a:lnTo>
                <a:lnTo>
                  <a:pt x="478959" y="75537"/>
                </a:lnTo>
                <a:lnTo>
                  <a:pt x="478800" y="75298"/>
                </a:lnTo>
                <a:lnTo>
                  <a:pt x="478648" y="75053"/>
                </a:lnTo>
                <a:lnTo>
                  <a:pt x="478504" y="74801"/>
                </a:lnTo>
                <a:lnTo>
                  <a:pt x="478367" y="74544"/>
                </a:lnTo>
                <a:lnTo>
                  <a:pt x="478237" y="74281"/>
                </a:lnTo>
                <a:lnTo>
                  <a:pt x="478115" y="74012"/>
                </a:lnTo>
                <a:lnTo>
                  <a:pt x="478000" y="73737"/>
                </a:lnTo>
                <a:lnTo>
                  <a:pt x="477893" y="73455"/>
                </a:lnTo>
                <a:lnTo>
                  <a:pt x="477793" y="73168"/>
                </a:lnTo>
                <a:lnTo>
                  <a:pt x="477700" y="72875"/>
                </a:lnTo>
                <a:lnTo>
                  <a:pt x="477615" y="72575"/>
                </a:lnTo>
                <a:lnTo>
                  <a:pt x="477537" y="72270"/>
                </a:lnTo>
                <a:lnTo>
                  <a:pt x="477467" y="71959"/>
                </a:lnTo>
                <a:lnTo>
                  <a:pt x="477404" y="71641"/>
                </a:lnTo>
                <a:lnTo>
                  <a:pt x="477348" y="71318"/>
                </a:lnTo>
                <a:lnTo>
                  <a:pt x="477300" y="70988"/>
                </a:lnTo>
                <a:lnTo>
                  <a:pt x="477259" y="70653"/>
                </a:lnTo>
                <a:lnTo>
                  <a:pt x="477226" y="70311"/>
                </a:lnTo>
                <a:lnTo>
                  <a:pt x="477200" y="69964"/>
                </a:lnTo>
                <a:lnTo>
                  <a:pt x="477181" y="69610"/>
                </a:lnTo>
                <a:lnTo>
                  <a:pt x="477170" y="69250"/>
                </a:lnTo>
                <a:lnTo>
                  <a:pt x="477167" y="68885"/>
                </a:lnTo>
                <a:lnTo>
                  <a:pt x="477174" y="68415"/>
                </a:lnTo>
                <a:lnTo>
                  <a:pt x="477195" y="67953"/>
                </a:lnTo>
                <a:lnTo>
                  <a:pt x="477231" y="67500"/>
                </a:lnTo>
                <a:lnTo>
                  <a:pt x="477281" y="67055"/>
                </a:lnTo>
                <a:lnTo>
                  <a:pt x="477345" y="66618"/>
                </a:lnTo>
                <a:lnTo>
                  <a:pt x="477423" y="66189"/>
                </a:lnTo>
                <a:lnTo>
                  <a:pt x="477516" y="65769"/>
                </a:lnTo>
                <a:lnTo>
                  <a:pt x="477623" y="65357"/>
                </a:lnTo>
                <a:lnTo>
                  <a:pt x="477744" y="64953"/>
                </a:lnTo>
                <a:lnTo>
                  <a:pt x="477880" y="64557"/>
                </a:lnTo>
                <a:lnTo>
                  <a:pt x="478030" y="64169"/>
                </a:lnTo>
                <a:lnTo>
                  <a:pt x="478194" y="63790"/>
                </a:lnTo>
                <a:lnTo>
                  <a:pt x="478372" y="63419"/>
                </a:lnTo>
                <a:lnTo>
                  <a:pt x="478564" y="63056"/>
                </a:lnTo>
                <a:lnTo>
                  <a:pt x="478771" y="62702"/>
                </a:lnTo>
                <a:lnTo>
                  <a:pt x="478992" y="62355"/>
                </a:lnTo>
                <a:lnTo>
                  <a:pt x="479228" y="62017"/>
                </a:lnTo>
                <a:lnTo>
                  <a:pt x="479477" y="61687"/>
                </a:lnTo>
                <a:lnTo>
                  <a:pt x="479741" y="61365"/>
                </a:lnTo>
                <a:lnTo>
                  <a:pt x="480019" y="61052"/>
                </a:lnTo>
                <a:lnTo>
                  <a:pt x="480312" y="60747"/>
                </a:lnTo>
                <a:lnTo>
                  <a:pt x="480619" y="60450"/>
                </a:lnTo>
                <a:lnTo>
                  <a:pt x="480939" y="60161"/>
                </a:lnTo>
                <a:lnTo>
                  <a:pt x="481275" y="59880"/>
                </a:lnTo>
                <a:lnTo>
                  <a:pt x="481622" y="59610"/>
                </a:lnTo>
                <a:lnTo>
                  <a:pt x="481981" y="59350"/>
                </a:lnTo>
                <a:lnTo>
                  <a:pt x="482351" y="59103"/>
                </a:lnTo>
                <a:lnTo>
                  <a:pt x="482732" y="58867"/>
                </a:lnTo>
                <a:lnTo>
                  <a:pt x="483124" y="58642"/>
                </a:lnTo>
                <a:lnTo>
                  <a:pt x="483526" y="58429"/>
                </a:lnTo>
                <a:lnTo>
                  <a:pt x="483940" y="58227"/>
                </a:lnTo>
                <a:lnTo>
                  <a:pt x="484365" y="58037"/>
                </a:lnTo>
                <a:lnTo>
                  <a:pt x="484800" y="57859"/>
                </a:lnTo>
                <a:lnTo>
                  <a:pt x="485247" y="57692"/>
                </a:lnTo>
                <a:lnTo>
                  <a:pt x="485704" y="57536"/>
                </a:lnTo>
                <a:lnTo>
                  <a:pt x="486173" y="57392"/>
                </a:lnTo>
                <a:lnTo>
                  <a:pt x="486652" y="57260"/>
                </a:lnTo>
                <a:lnTo>
                  <a:pt x="487143" y="57139"/>
                </a:lnTo>
                <a:lnTo>
                  <a:pt x="487644" y="57030"/>
                </a:lnTo>
                <a:lnTo>
                  <a:pt x="488157" y="56932"/>
                </a:lnTo>
                <a:lnTo>
                  <a:pt x="488680" y="56845"/>
                </a:lnTo>
                <a:lnTo>
                  <a:pt x="489215" y="56770"/>
                </a:lnTo>
                <a:lnTo>
                  <a:pt x="489760" y="56707"/>
                </a:lnTo>
                <a:lnTo>
                  <a:pt x="490316" y="56655"/>
                </a:lnTo>
                <a:lnTo>
                  <a:pt x="490884" y="56615"/>
                </a:lnTo>
                <a:lnTo>
                  <a:pt x="491462" y="56586"/>
                </a:lnTo>
                <a:lnTo>
                  <a:pt x="492051" y="56569"/>
                </a:lnTo>
                <a:lnTo>
                  <a:pt x="492651" y="56563"/>
                </a:lnTo>
                <a:lnTo>
                  <a:pt x="499604" y="56563"/>
                </a:lnTo>
                <a:lnTo>
                  <a:pt x="500140" y="56568"/>
                </a:lnTo>
                <a:lnTo>
                  <a:pt x="500667" y="56584"/>
                </a:lnTo>
                <a:lnTo>
                  <a:pt x="501185" y="56610"/>
                </a:lnTo>
                <a:lnTo>
                  <a:pt x="501696" y="56646"/>
                </a:lnTo>
                <a:lnTo>
                  <a:pt x="502197" y="56693"/>
                </a:lnTo>
                <a:lnTo>
                  <a:pt x="502690" y="56751"/>
                </a:lnTo>
                <a:lnTo>
                  <a:pt x="503175" y="56818"/>
                </a:lnTo>
                <a:lnTo>
                  <a:pt x="503651" y="56897"/>
                </a:lnTo>
                <a:lnTo>
                  <a:pt x="504118" y="56985"/>
                </a:lnTo>
                <a:lnTo>
                  <a:pt x="504577" y="57084"/>
                </a:lnTo>
                <a:lnTo>
                  <a:pt x="505028" y="57194"/>
                </a:lnTo>
                <a:lnTo>
                  <a:pt x="505470" y="57313"/>
                </a:lnTo>
                <a:lnTo>
                  <a:pt x="505903" y="57444"/>
                </a:lnTo>
                <a:lnTo>
                  <a:pt x="506328" y="57584"/>
                </a:lnTo>
                <a:lnTo>
                  <a:pt x="506745" y="57735"/>
                </a:lnTo>
                <a:lnTo>
                  <a:pt x="507153" y="57897"/>
                </a:lnTo>
                <a:lnTo>
                  <a:pt x="507552" y="58069"/>
                </a:lnTo>
                <a:lnTo>
                  <a:pt x="507943" y="58251"/>
                </a:lnTo>
                <a:lnTo>
                  <a:pt x="508326" y="58444"/>
                </a:lnTo>
                <a:lnTo>
                  <a:pt x="508700" y="58647"/>
                </a:lnTo>
                <a:lnTo>
                  <a:pt x="509065" y="58861"/>
                </a:lnTo>
                <a:lnTo>
                  <a:pt x="509422" y="59085"/>
                </a:lnTo>
                <a:lnTo>
                  <a:pt x="509771" y="59320"/>
                </a:lnTo>
                <a:lnTo>
                  <a:pt x="510111" y="59565"/>
                </a:lnTo>
                <a:lnTo>
                  <a:pt x="510440" y="59817"/>
                </a:lnTo>
                <a:lnTo>
                  <a:pt x="510756" y="60076"/>
                </a:lnTo>
                <a:lnTo>
                  <a:pt x="511060" y="60340"/>
                </a:lnTo>
                <a:lnTo>
                  <a:pt x="511350" y="60609"/>
                </a:lnTo>
                <a:lnTo>
                  <a:pt x="511628" y="60884"/>
                </a:lnTo>
                <a:lnTo>
                  <a:pt x="511893" y="61164"/>
                </a:lnTo>
                <a:lnTo>
                  <a:pt x="512145" y="61450"/>
                </a:lnTo>
                <a:lnTo>
                  <a:pt x="512384" y="61741"/>
                </a:lnTo>
                <a:lnTo>
                  <a:pt x="512610" y="62038"/>
                </a:lnTo>
                <a:lnTo>
                  <a:pt x="512823" y="62340"/>
                </a:lnTo>
                <a:lnTo>
                  <a:pt x="513024" y="62648"/>
                </a:lnTo>
                <a:lnTo>
                  <a:pt x="513211" y="62961"/>
                </a:lnTo>
                <a:lnTo>
                  <a:pt x="513386" y="63280"/>
                </a:lnTo>
                <a:lnTo>
                  <a:pt x="513547" y="63604"/>
                </a:lnTo>
                <a:lnTo>
                  <a:pt x="513696" y="63934"/>
                </a:lnTo>
                <a:lnTo>
                  <a:pt x="513832" y="64269"/>
                </a:lnTo>
                <a:lnTo>
                  <a:pt x="513955" y="64610"/>
                </a:lnTo>
                <a:lnTo>
                  <a:pt x="514065" y="64956"/>
                </a:lnTo>
                <a:lnTo>
                  <a:pt x="514162" y="65308"/>
                </a:lnTo>
                <a:lnTo>
                  <a:pt x="514247" y="65665"/>
                </a:lnTo>
                <a:lnTo>
                  <a:pt x="514318" y="66028"/>
                </a:lnTo>
                <a:lnTo>
                  <a:pt x="514377" y="66396"/>
                </a:lnTo>
                <a:lnTo>
                  <a:pt x="514422" y="66770"/>
                </a:lnTo>
                <a:lnTo>
                  <a:pt x="514455" y="67149"/>
                </a:lnTo>
                <a:lnTo>
                  <a:pt x="528833" y="67149"/>
                </a:lnTo>
                <a:lnTo>
                  <a:pt x="528768" y="66313"/>
                </a:lnTo>
                <a:lnTo>
                  <a:pt x="528677" y="65490"/>
                </a:lnTo>
                <a:lnTo>
                  <a:pt x="528560" y="64681"/>
                </a:lnTo>
                <a:lnTo>
                  <a:pt x="528419" y="63885"/>
                </a:lnTo>
                <a:lnTo>
                  <a:pt x="528251" y="63103"/>
                </a:lnTo>
                <a:lnTo>
                  <a:pt x="528058" y="62334"/>
                </a:lnTo>
                <a:lnTo>
                  <a:pt x="527840" y="61579"/>
                </a:lnTo>
                <a:lnTo>
                  <a:pt x="527596" y="60837"/>
                </a:lnTo>
                <a:lnTo>
                  <a:pt x="527326" y="60109"/>
                </a:lnTo>
                <a:lnTo>
                  <a:pt x="527031" y="59394"/>
                </a:lnTo>
                <a:lnTo>
                  <a:pt x="526711" y="58692"/>
                </a:lnTo>
                <a:lnTo>
                  <a:pt x="526365" y="58004"/>
                </a:lnTo>
                <a:lnTo>
                  <a:pt x="525993" y="57329"/>
                </a:lnTo>
                <a:lnTo>
                  <a:pt x="525596" y="56668"/>
                </a:lnTo>
                <a:lnTo>
                  <a:pt x="525173" y="56021"/>
                </a:lnTo>
                <a:lnTo>
                  <a:pt x="524725" y="55386"/>
                </a:lnTo>
                <a:lnTo>
                  <a:pt x="524252" y="54765"/>
                </a:lnTo>
                <a:lnTo>
                  <a:pt x="523752" y="54158"/>
                </a:lnTo>
                <a:lnTo>
                  <a:pt x="523228" y="53564"/>
                </a:lnTo>
                <a:lnTo>
                  <a:pt x="522678" y="52984"/>
                </a:lnTo>
                <a:lnTo>
                  <a:pt x="522102" y="52417"/>
                </a:lnTo>
                <a:lnTo>
                  <a:pt x="521501" y="51863"/>
                </a:lnTo>
                <a:lnTo>
                  <a:pt x="520874" y="51323"/>
                </a:lnTo>
                <a:lnTo>
                  <a:pt x="520222" y="50796"/>
                </a:lnTo>
                <a:lnTo>
                  <a:pt x="519549" y="50287"/>
                </a:lnTo>
                <a:lnTo>
                  <a:pt x="518859" y="49799"/>
                </a:lnTo>
                <a:lnTo>
                  <a:pt x="518154" y="49333"/>
                </a:lnTo>
                <a:lnTo>
                  <a:pt x="517432" y="48889"/>
                </a:lnTo>
                <a:lnTo>
                  <a:pt x="516695" y="48467"/>
                </a:lnTo>
                <a:lnTo>
                  <a:pt x="515941" y="48066"/>
                </a:lnTo>
                <a:lnTo>
                  <a:pt x="515171" y="47686"/>
                </a:lnTo>
                <a:lnTo>
                  <a:pt x="514384" y="47329"/>
                </a:lnTo>
                <a:lnTo>
                  <a:pt x="513582" y="46993"/>
                </a:lnTo>
                <a:lnTo>
                  <a:pt x="512763" y="46679"/>
                </a:lnTo>
                <a:lnTo>
                  <a:pt x="511928" y="46386"/>
                </a:lnTo>
                <a:lnTo>
                  <a:pt x="511077" y="46115"/>
                </a:lnTo>
                <a:lnTo>
                  <a:pt x="510210" y="45866"/>
                </a:lnTo>
                <a:lnTo>
                  <a:pt x="509327" y="45638"/>
                </a:lnTo>
                <a:lnTo>
                  <a:pt x="508427" y="45432"/>
                </a:lnTo>
                <a:lnTo>
                  <a:pt x="507512" y="45248"/>
                </a:lnTo>
                <a:lnTo>
                  <a:pt x="506580" y="45086"/>
                </a:lnTo>
                <a:lnTo>
                  <a:pt x="505632" y="44945"/>
                </a:lnTo>
                <a:lnTo>
                  <a:pt x="504668" y="44826"/>
                </a:lnTo>
                <a:lnTo>
                  <a:pt x="503687" y="44728"/>
                </a:lnTo>
                <a:lnTo>
                  <a:pt x="502691" y="44652"/>
                </a:lnTo>
                <a:lnTo>
                  <a:pt x="501678" y="44598"/>
                </a:lnTo>
                <a:lnTo>
                  <a:pt x="500649" y="44565"/>
                </a:lnTo>
                <a:lnTo>
                  <a:pt x="499604" y="44555"/>
                </a:lnTo>
                <a:lnTo>
                  <a:pt x="492651" y="44555"/>
                </a:lnTo>
                <a:lnTo>
                  <a:pt x="491516" y="44566"/>
                </a:lnTo>
                <a:lnTo>
                  <a:pt x="490401" y="44600"/>
                </a:lnTo>
                <a:lnTo>
                  <a:pt x="489307" y="44656"/>
                </a:lnTo>
                <a:lnTo>
                  <a:pt x="488234" y="44735"/>
                </a:lnTo>
                <a:lnTo>
                  <a:pt x="487181" y="44836"/>
                </a:lnTo>
                <a:lnTo>
                  <a:pt x="486148" y="44960"/>
                </a:lnTo>
                <a:lnTo>
                  <a:pt x="485137" y="45106"/>
                </a:lnTo>
                <a:lnTo>
                  <a:pt x="484145" y="45274"/>
                </a:lnTo>
                <a:lnTo>
                  <a:pt x="483175" y="45466"/>
                </a:lnTo>
                <a:lnTo>
                  <a:pt x="482225" y="45679"/>
                </a:lnTo>
                <a:lnTo>
                  <a:pt x="481295" y="45915"/>
                </a:lnTo>
                <a:lnTo>
                  <a:pt x="480386" y="46174"/>
                </a:lnTo>
                <a:lnTo>
                  <a:pt x="479498" y="46455"/>
                </a:lnTo>
                <a:lnTo>
                  <a:pt x="478630" y="46759"/>
                </a:lnTo>
                <a:lnTo>
                  <a:pt x="477783" y="47085"/>
                </a:lnTo>
                <a:lnTo>
                  <a:pt x="476956" y="47434"/>
                </a:lnTo>
                <a:lnTo>
                  <a:pt x="476150" y="47805"/>
                </a:lnTo>
                <a:lnTo>
                  <a:pt x="475365" y="48198"/>
                </a:lnTo>
                <a:lnTo>
                  <a:pt x="474600" y="48615"/>
                </a:lnTo>
                <a:lnTo>
                  <a:pt x="473856" y="49053"/>
                </a:lnTo>
                <a:lnTo>
                  <a:pt x="473132" y="49514"/>
                </a:lnTo>
                <a:lnTo>
                  <a:pt x="472429" y="49998"/>
                </a:lnTo>
                <a:lnTo>
                  <a:pt x="471746" y="50504"/>
                </a:lnTo>
                <a:lnTo>
                  <a:pt x="471084" y="51033"/>
                </a:lnTo>
                <a:lnTo>
                  <a:pt x="470446" y="51581"/>
                </a:lnTo>
                <a:lnTo>
                  <a:pt x="469835" y="52146"/>
                </a:lnTo>
                <a:lnTo>
                  <a:pt x="469251" y="52729"/>
                </a:lnTo>
                <a:lnTo>
                  <a:pt x="468694" y="53328"/>
                </a:lnTo>
                <a:lnTo>
                  <a:pt x="468165" y="53944"/>
                </a:lnTo>
                <a:lnTo>
                  <a:pt x="467662" y="54578"/>
                </a:lnTo>
                <a:lnTo>
                  <a:pt x="467187" y="55228"/>
                </a:lnTo>
                <a:lnTo>
                  <a:pt x="466739" y="55895"/>
                </a:lnTo>
                <a:lnTo>
                  <a:pt x="466318" y="56580"/>
                </a:lnTo>
                <a:lnTo>
                  <a:pt x="465925" y="57281"/>
                </a:lnTo>
                <a:lnTo>
                  <a:pt x="465558" y="57999"/>
                </a:lnTo>
                <a:lnTo>
                  <a:pt x="465218" y="58735"/>
                </a:lnTo>
                <a:lnTo>
                  <a:pt x="464906" y="59487"/>
                </a:lnTo>
                <a:lnTo>
                  <a:pt x="464621" y="60256"/>
                </a:lnTo>
                <a:lnTo>
                  <a:pt x="464363" y="61043"/>
                </a:lnTo>
                <a:lnTo>
                  <a:pt x="464132" y="61846"/>
                </a:lnTo>
                <a:lnTo>
                  <a:pt x="463929" y="62666"/>
                </a:lnTo>
                <a:lnTo>
                  <a:pt x="463752" y="63504"/>
                </a:lnTo>
                <a:lnTo>
                  <a:pt x="463603" y="64358"/>
                </a:lnTo>
                <a:lnTo>
                  <a:pt x="463481" y="65229"/>
                </a:lnTo>
                <a:lnTo>
                  <a:pt x="463385" y="66118"/>
                </a:lnTo>
                <a:lnTo>
                  <a:pt x="463318" y="67023"/>
                </a:lnTo>
                <a:lnTo>
                  <a:pt x="463277" y="67945"/>
                </a:lnTo>
                <a:lnTo>
                  <a:pt x="463263" y="68885"/>
                </a:lnTo>
                <a:lnTo>
                  <a:pt x="463272" y="69708"/>
                </a:lnTo>
                <a:lnTo>
                  <a:pt x="463297" y="70517"/>
                </a:lnTo>
                <a:lnTo>
                  <a:pt x="463340" y="71313"/>
                </a:lnTo>
                <a:lnTo>
                  <a:pt x="463399" y="72095"/>
                </a:lnTo>
                <a:lnTo>
                  <a:pt x="463476" y="72864"/>
                </a:lnTo>
                <a:lnTo>
                  <a:pt x="463569" y="73620"/>
                </a:lnTo>
                <a:lnTo>
                  <a:pt x="463680" y="74362"/>
                </a:lnTo>
                <a:lnTo>
                  <a:pt x="463808" y="75091"/>
                </a:lnTo>
                <a:lnTo>
                  <a:pt x="463952" y="75806"/>
                </a:lnTo>
                <a:lnTo>
                  <a:pt x="464114" y="76508"/>
                </a:lnTo>
                <a:lnTo>
                  <a:pt x="464292" y="77196"/>
                </a:lnTo>
                <a:lnTo>
                  <a:pt x="464488" y="77871"/>
                </a:lnTo>
                <a:lnTo>
                  <a:pt x="464701" y="78533"/>
                </a:lnTo>
                <a:lnTo>
                  <a:pt x="464930" y="79181"/>
                </a:lnTo>
                <a:lnTo>
                  <a:pt x="465177" y="79815"/>
                </a:lnTo>
                <a:lnTo>
                  <a:pt x="465441" y="80436"/>
                </a:lnTo>
                <a:lnTo>
                  <a:pt x="465721" y="81044"/>
                </a:lnTo>
                <a:lnTo>
                  <a:pt x="466019" y="81638"/>
                </a:lnTo>
                <a:lnTo>
                  <a:pt x="466334" y="82219"/>
                </a:lnTo>
                <a:lnTo>
                  <a:pt x="466665" y="82787"/>
                </a:lnTo>
                <a:lnTo>
                  <a:pt x="467014" y="83341"/>
                </a:lnTo>
                <a:lnTo>
                  <a:pt x="467380" y="83881"/>
                </a:lnTo>
                <a:lnTo>
                  <a:pt x="467762" y="84408"/>
                </a:lnTo>
                <a:lnTo>
                  <a:pt x="468162" y="84922"/>
                </a:lnTo>
                <a:lnTo>
                  <a:pt x="468577" y="85420"/>
                </a:lnTo>
                <a:lnTo>
                  <a:pt x="469006" y="85902"/>
                </a:lnTo>
                <a:lnTo>
                  <a:pt x="469449" y="86367"/>
                </a:lnTo>
                <a:lnTo>
                  <a:pt x="469905" y="86815"/>
                </a:lnTo>
                <a:lnTo>
                  <a:pt x="470375" y="87247"/>
                </a:lnTo>
                <a:lnTo>
                  <a:pt x="470858" y="87662"/>
                </a:lnTo>
                <a:lnTo>
                  <a:pt x="471356" y="88060"/>
                </a:lnTo>
                <a:lnTo>
                  <a:pt x="471867" y="88442"/>
                </a:lnTo>
                <a:lnTo>
                  <a:pt x="472392" y="88806"/>
                </a:lnTo>
                <a:lnTo>
                  <a:pt x="472930" y="89154"/>
                </a:lnTo>
                <a:lnTo>
                  <a:pt x="473482" y="89485"/>
                </a:lnTo>
                <a:lnTo>
                  <a:pt x="474048" y="89800"/>
                </a:lnTo>
                <a:lnTo>
                  <a:pt x="474628" y="90098"/>
                </a:lnTo>
                <a:lnTo>
                  <a:pt x="475221" y="90379"/>
                </a:lnTo>
                <a:lnTo>
                  <a:pt x="475828" y="90643"/>
                </a:lnTo>
                <a:lnTo>
                  <a:pt x="476449" y="90891"/>
                </a:lnTo>
                <a:lnTo>
                  <a:pt x="477083" y="91122"/>
                </a:lnTo>
                <a:lnTo>
                  <a:pt x="477732" y="91336"/>
                </a:lnTo>
                <a:lnTo>
                  <a:pt x="478394" y="91533"/>
                </a:lnTo>
                <a:lnTo>
                  <a:pt x="479069" y="91714"/>
                </a:lnTo>
                <a:lnTo>
                  <a:pt x="479758" y="91878"/>
                </a:lnTo>
                <a:lnTo>
                  <a:pt x="480462" y="92026"/>
                </a:lnTo>
                <a:lnTo>
                  <a:pt x="481178" y="92156"/>
                </a:lnTo>
                <a:lnTo>
                  <a:pt x="481909" y="92270"/>
                </a:lnTo>
                <a:lnTo>
                  <a:pt x="505923" y="95746"/>
                </a:lnTo>
                <a:lnTo>
                  <a:pt x="506353" y="95803"/>
                </a:lnTo>
                <a:lnTo>
                  <a:pt x="506773" y="95869"/>
                </a:lnTo>
                <a:lnTo>
                  <a:pt x="507185" y="95944"/>
                </a:lnTo>
                <a:lnTo>
                  <a:pt x="507587" y="96027"/>
                </a:lnTo>
                <a:lnTo>
                  <a:pt x="507979" y="96119"/>
                </a:lnTo>
                <a:lnTo>
                  <a:pt x="508362" y="96220"/>
                </a:lnTo>
                <a:lnTo>
                  <a:pt x="508736" y="96330"/>
                </a:lnTo>
                <a:lnTo>
                  <a:pt x="509101" y="96448"/>
                </a:lnTo>
                <a:lnTo>
                  <a:pt x="509456" y="96576"/>
                </a:lnTo>
                <a:lnTo>
                  <a:pt x="509802" y="96712"/>
                </a:lnTo>
                <a:lnTo>
                  <a:pt x="510138" y="96857"/>
                </a:lnTo>
                <a:lnTo>
                  <a:pt x="510466" y="97010"/>
                </a:lnTo>
                <a:lnTo>
                  <a:pt x="510784" y="97173"/>
                </a:lnTo>
                <a:lnTo>
                  <a:pt x="511092" y="97344"/>
                </a:lnTo>
                <a:lnTo>
                  <a:pt x="511391" y="97524"/>
                </a:lnTo>
                <a:lnTo>
                  <a:pt x="511681" y="97713"/>
                </a:lnTo>
                <a:lnTo>
                  <a:pt x="511962" y="97910"/>
                </a:lnTo>
                <a:lnTo>
                  <a:pt x="512233" y="98116"/>
                </a:lnTo>
                <a:lnTo>
                  <a:pt x="512495" y="98331"/>
                </a:lnTo>
                <a:lnTo>
                  <a:pt x="512747" y="98555"/>
                </a:lnTo>
                <a:lnTo>
                  <a:pt x="512991" y="98788"/>
                </a:lnTo>
                <a:lnTo>
                  <a:pt x="513224" y="99029"/>
                </a:lnTo>
                <a:lnTo>
                  <a:pt x="513449" y="99280"/>
                </a:lnTo>
                <a:lnTo>
                  <a:pt x="513664" y="99539"/>
                </a:lnTo>
                <a:lnTo>
                  <a:pt x="513871" y="99806"/>
                </a:lnTo>
                <a:lnTo>
                  <a:pt x="514068" y="100083"/>
                </a:lnTo>
                <a:lnTo>
                  <a:pt x="514257" y="100368"/>
                </a:lnTo>
                <a:lnTo>
                  <a:pt x="514437" y="100662"/>
                </a:lnTo>
                <a:lnTo>
                  <a:pt x="514608" y="100964"/>
                </a:lnTo>
                <a:lnTo>
                  <a:pt x="514771" y="101276"/>
                </a:lnTo>
                <a:lnTo>
                  <a:pt x="514924" y="101596"/>
                </a:lnTo>
                <a:lnTo>
                  <a:pt x="515069" y="101925"/>
                </a:lnTo>
                <a:lnTo>
                  <a:pt x="515205" y="102263"/>
                </a:lnTo>
                <a:lnTo>
                  <a:pt x="515333" y="102609"/>
                </a:lnTo>
                <a:lnTo>
                  <a:pt x="515451" y="102965"/>
                </a:lnTo>
                <a:lnTo>
                  <a:pt x="515561" y="103329"/>
                </a:lnTo>
                <a:lnTo>
                  <a:pt x="515662" y="103702"/>
                </a:lnTo>
                <a:lnTo>
                  <a:pt x="515754" y="104084"/>
                </a:lnTo>
                <a:lnTo>
                  <a:pt x="515838" y="104474"/>
                </a:lnTo>
                <a:lnTo>
                  <a:pt x="515912" y="104874"/>
                </a:lnTo>
                <a:lnTo>
                  <a:pt x="515978" y="105282"/>
                </a:lnTo>
                <a:lnTo>
                  <a:pt x="516035" y="105698"/>
                </a:lnTo>
                <a:lnTo>
                  <a:pt x="516083" y="106124"/>
                </a:lnTo>
                <a:lnTo>
                  <a:pt x="516123" y="106558"/>
                </a:lnTo>
                <a:lnTo>
                  <a:pt x="516154" y="107002"/>
                </a:lnTo>
                <a:lnTo>
                  <a:pt x="516176" y="107454"/>
                </a:lnTo>
                <a:lnTo>
                  <a:pt x="516189" y="107914"/>
                </a:lnTo>
                <a:lnTo>
                  <a:pt x="516193" y="108384"/>
                </a:lnTo>
                <a:lnTo>
                  <a:pt x="516186" y="108906"/>
                </a:lnTo>
                <a:lnTo>
                  <a:pt x="516163" y="109418"/>
                </a:lnTo>
                <a:lnTo>
                  <a:pt x="516125" y="109920"/>
                </a:lnTo>
                <a:lnTo>
                  <a:pt x="516072" y="110412"/>
                </a:lnTo>
                <a:lnTo>
                  <a:pt x="516005" y="110894"/>
                </a:lnTo>
                <a:lnTo>
                  <a:pt x="515922" y="111367"/>
                </a:lnTo>
                <a:lnTo>
                  <a:pt x="515823" y="111829"/>
                </a:lnTo>
                <a:lnTo>
                  <a:pt x="515710" y="112282"/>
                </a:lnTo>
                <a:lnTo>
                  <a:pt x="515582" y="112725"/>
                </a:lnTo>
                <a:lnTo>
                  <a:pt x="515439" y="113158"/>
                </a:lnTo>
                <a:lnTo>
                  <a:pt x="515280" y="113581"/>
                </a:lnTo>
                <a:lnTo>
                  <a:pt x="515107" y="113994"/>
                </a:lnTo>
                <a:lnTo>
                  <a:pt x="514918" y="114397"/>
                </a:lnTo>
                <a:lnTo>
                  <a:pt x="514714" y="114791"/>
                </a:lnTo>
                <a:lnTo>
                  <a:pt x="514495" y="115174"/>
                </a:lnTo>
                <a:lnTo>
                  <a:pt x="514261" y="115548"/>
                </a:lnTo>
                <a:lnTo>
                  <a:pt x="514012" y="115912"/>
                </a:lnTo>
                <a:lnTo>
                  <a:pt x="513748" y="116266"/>
                </a:lnTo>
                <a:lnTo>
                  <a:pt x="513469" y="116610"/>
                </a:lnTo>
                <a:lnTo>
                  <a:pt x="513175" y="116944"/>
                </a:lnTo>
                <a:lnTo>
                  <a:pt x="512865" y="117268"/>
                </a:lnTo>
                <a:lnTo>
                  <a:pt x="512541" y="117582"/>
                </a:lnTo>
                <a:lnTo>
                  <a:pt x="512201" y="117887"/>
                </a:lnTo>
                <a:lnTo>
                  <a:pt x="511846" y="118182"/>
                </a:lnTo>
                <a:lnTo>
                  <a:pt x="511478" y="118465"/>
                </a:lnTo>
                <a:lnTo>
                  <a:pt x="511098" y="118736"/>
                </a:lnTo>
                <a:lnTo>
                  <a:pt x="510705" y="118996"/>
                </a:lnTo>
                <a:lnTo>
                  <a:pt x="510300" y="119243"/>
                </a:lnTo>
                <a:lnTo>
                  <a:pt x="509882" y="119478"/>
                </a:lnTo>
                <a:lnTo>
                  <a:pt x="509452" y="119701"/>
                </a:lnTo>
                <a:lnTo>
                  <a:pt x="509010" y="119913"/>
                </a:lnTo>
                <a:lnTo>
                  <a:pt x="508555" y="120112"/>
                </a:lnTo>
                <a:lnTo>
                  <a:pt x="508089" y="120299"/>
                </a:lnTo>
                <a:lnTo>
                  <a:pt x="507609" y="120473"/>
                </a:lnTo>
                <a:lnTo>
                  <a:pt x="507118" y="120636"/>
                </a:lnTo>
                <a:lnTo>
                  <a:pt x="506614" y="120787"/>
                </a:lnTo>
                <a:lnTo>
                  <a:pt x="506097" y="120926"/>
                </a:lnTo>
                <a:lnTo>
                  <a:pt x="505569" y="121052"/>
                </a:lnTo>
                <a:lnTo>
                  <a:pt x="505028" y="121167"/>
                </a:lnTo>
                <a:lnTo>
                  <a:pt x="504475" y="121270"/>
                </a:lnTo>
                <a:lnTo>
                  <a:pt x="503909" y="121360"/>
                </a:lnTo>
                <a:lnTo>
                  <a:pt x="503331" y="121438"/>
                </a:lnTo>
                <a:lnTo>
                  <a:pt x="502741" y="121505"/>
                </a:lnTo>
                <a:lnTo>
                  <a:pt x="502138" y="121559"/>
                </a:lnTo>
                <a:lnTo>
                  <a:pt x="501523" y="121601"/>
                </a:lnTo>
                <a:lnTo>
                  <a:pt x="500896" y="121631"/>
                </a:lnTo>
                <a:lnTo>
                  <a:pt x="500256" y="121650"/>
                </a:lnTo>
                <a:lnTo>
                  <a:pt x="499604" y="121656"/>
                </a:lnTo>
                <a:lnTo>
                  <a:pt x="492651" y="121656"/>
                </a:lnTo>
                <a:lnTo>
                  <a:pt x="492012" y="121650"/>
                </a:lnTo>
                <a:lnTo>
                  <a:pt x="491385" y="121632"/>
                </a:lnTo>
                <a:lnTo>
                  <a:pt x="490770" y="121603"/>
                </a:lnTo>
                <a:lnTo>
                  <a:pt x="490167" y="121561"/>
                </a:lnTo>
                <a:lnTo>
                  <a:pt x="489577" y="121508"/>
                </a:lnTo>
                <a:lnTo>
                  <a:pt x="488998" y="121443"/>
                </a:lnTo>
                <a:lnTo>
                  <a:pt x="488431" y="121367"/>
                </a:lnTo>
                <a:lnTo>
                  <a:pt x="487877" y="121278"/>
                </a:lnTo>
                <a:lnTo>
                  <a:pt x="487334" y="121178"/>
                </a:lnTo>
                <a:lnTo>
                  <a:pt x="486804" y="121066"/>
                </a:lnTo>
                <a:lnTo>
                  <a:pt x="486285" y="120942"/>
                </a:lnTo>
                <a:lnTo>
                  <a:pt x="485779" y="120806"/>
                </a:lnTo>
                <a:lnTo>
                  <a:pt x="485284" y="120659"/>
                </a:lnTo>
                <a:lnTo>
                  <a:pt x="484802" y="120500"/>
                </a:lnTo>
                <a:lnTo>
                  <a:pt x="484332" y="120329"/>
                </a:lnTo>
                <a:lnTo>
                  <a:pt x="483874" y="120146"/>
                </a:lnTo>
                <a:lnTo>
                  <a:pt x="483428" y="119951"/>
                </a:lnTo>
                <a:lnTo>
                  <a:pt x="482994" y="119745"/>
                </a:lnTo>
                <a:lnTo>
                  <a:pt x="482572" y="119527"/>
                </a:lnTo>
                <a:lnTo>
                  <a:pt x="482162" y="119297"/>
                </a:lnTo>
                <a:lnTo>
                  <a:pt x="481764" y="119055"/>
                </a:lnTo>
                <a:lnTo>
                  <a:pt x="481378" y="118801"/>
                </a:lnTo>
                <a:lnTo>
                  <a:pt x="481005" y="118536"/>
                </a:lnTo>
                <a:lnTo>
                  <a:pt x="480643" y="118259"/>
                </a:lnTo>
                <a:lnTo>
                  <a:pt x="480295" y="117971"/>
                </a:lnTo>
                <a:lnTo>
                  <a:pt x="479962" y="117674"/>
                </a:lnTo>
                <a:lnTo>
                  <a:pt x="479643" y="117369"/>
                </a:lnTo>
                <a:lnTo>
                  <a:pt x="479340" y="117054"/>
                </a:lnTo>
                <a:lnTo>
                  <a:pt x="479051" y="116730"/>
                </a:lnTo>
                <a:lnTo>
                  <a:pt x="478777" y="116397"/>
                </a:lnTo>
                <a:lnTo>
                  <a:pt x="478518" y="116056"/>
                </a:lnTo>
                <a:lnTo>
                  <a:pt x="478274" y="115705"/>
                </a:lnTo>
                <a:lnTo>
                  <a:pt x="478044" y="115345"/>
                </a:lnTo>
                <a:lnTo>
                  <a:pt x="477829" y="114976"/>
                </a:lnTo>
                <a:lnTo>
                  <a:pt x="477630" y="114597"/>
                </a:lnTo>
                <a:lnTo>
                  <a:pt x="477444" y="114210"/>
                </a:lnTo>
                <a:lnTo>
                  <a:pt x="477274" y="113814"/>
                </a:lnTo>
                <a:lnTo>
                  <a:pt x="477119" y="113409"/>
                </a:lnTo>
                <a:lnTo>
                  <a:pt x="476978" y="112995"/>
                </a:lnTo>
                <a:lnTo>
                  <a:pt x="476852" y="112571"/>
                </a:lnTo>
                <a:lnTo>
                  <a:pt x="476741" y="112139"/>
                </a:lnTo>
                <a:lnTo>
                  <a:pt x="476645" y="111697"/>
                </a:lnTo>
                <a:lnTo>
                  <a:pt x="476563" y="111247"/>
                </a:lnTo>
                <a:lnTo>
                  <a:pt x="476497" y="110787"/>
                </a:lnTo>
                <a:lnTo>
                  <a:pt x="476445" y="110319"/>
                </a:lnTo>
                <a:lnTo>
                  <a:pt x="476408" y="109841"/>
                </a:lnTo>
                <a:lnTo>
                  <a:pt x="476386" y="109355"/>
                </a:lnTo>
                <a:lnTo>
                  <a:pt x="476378" y="108859"/>
                </a:lnTo>
                <a:lnTo>
                  <a:pt x="462159" y="108859"/>
                </a:lnTo>
                <a:lnTo>
                  <a:pt x="462165" y="109526"/>
                </a:lnTo>
                <a:lnTo>
                  <a:pt x="462184" y="110185"/>
                </a:lnTo>
                <a:lnTo>
                  <a:pt x="462215" y="110835"/>
                </a:lnTo>
                <a:lnTo>
                  <a:pt x="462258" y="111477"/>
                </a:lnTo>
                <a:lnTo>
                  <a:pt x="462313" y="112110"/>
                </a:lnTo>
                <a:lnTo>
                  <a:pt x="462381" y="112734"/>
                </a:lnTo>
                <a:lnTo>
                  <a:pt x="462461" y="113351"/>
                </a:lnTo>
                <a:lnTo>
                  <a:pt x="462554" y="113958"/>
                </a:lnTo>
                <a:lnTo>
                  <a:pt x="462659" y="114558"/>
                </a:lnTo>
                <a:lnTo>
                  <a:pt x="462776" y="115148"/>
                </a:lnTo>
                <a:lnTo>
                  <a:pt x="462906" y="115730"/>
                </a:lnTo>
                <a:lnTo>
                  <a:pt x="463048" y="116304"/>
                </a:lnTo>
                <a:lnTo>
                  <a:pt x="463202" y="116869"/>
                </a:lnTo>
                <a:lnTo>
                  <a:pt x="463368" y="117426"/>
                </a:lnTo>
                <a:lnTo>
                  <a:pt x="463547" y="117974"/>
                </a:lnTo>
                <a:lnTo>
                  <a:pt x="463739" y="118514"/>
                </a:lnTo>
                <a:lnTo>
                  <a:pt x="463942" y="119045"/>
                </a:lnTo>
                <a:lnTo>
                  <a:pt x="464158" y="119568"/>
                </a:lnTo>
                <a:lnTo>
                  <a:pt x="464386" y="120082"/>
                </a:lnTo>
                <a:lnTo>
                  <a:pt x="464627" y="120588"/>
                </a:lnTo>
                <a:lnTo>
                  <a:pt x="464880" y="121085"/>
                </a:lnTo>
                <a:lnTo>
                  <a:pt x="465145" y="121574"/>
                </a:lnTo>
                <a:lnTo>
                  <a:pt x="465423" y="122054"/>
                </a:lnTo>
                <a:lnTo>
                  <a:pt x="465713" y="122526"/>
                </a:lnTo>
                <a:lnTo>
                  <a:pt x="466015" y="122989"/>
                </a:lnTo>
                <a:lnTo>
                  <a:pt x="466328" y="123442"/>
                </a:lnTo>
                <a:lnTo>
                  <a:pt x="466654" y="123886"/>
                </a:lnTo>
                <a:lnTo>
                  <a:pt x="466990" y="124321"/>
                </a:lnTo>
                <a:lnTo>
                  <a:pt x="467338" y="124746"/>
                </a:lnTo>
                <a:lnTo>
                  <a:pt x="467698" y="125162"/>
                </a:lnTo>
                <a:lnTo>
                  <a:pt x="468069" y="125569"/>
                </a:lnTo>
                <a:lnTo>
                  <a:pt x="468452" y="125966"/>
                </a:lnTo>
                <a:lnTo>
                  <a:pt x="468846" y="126354"/>
                </a:lnTo>
                <a:lnTo>
                  <a:pt x="469252" y="126733"/>
                </a:lnTo>
                <a:lnTo>
                  <a:pt x="469669" y="127103"/>
                </a:lnTo>
                <a:lnTo>
                  <a:pt x="470097" y="127463"/>
                </a:lnTo>
                <a:lnTo>
                  <a:pt x="470538" y="127814"/>
                </a:lnTo>
                <a:lnTo>
                  <a:pt x="470989" y="128155"/>
                </a:lnTo>
                <a:lnTo>
                  <a:pt x="471453" y="128487"/>
                </a:lnTo>
                <a:lnTo>
                  <a:pt x="471927" y="128810"/>
                </a:lnTo>
                <a:lnTo>
                  <a:pt x="472414" y="129124"/>
                </a:lnTo>
                <a:lnTo>
                  <a:pt x="472911" y="129428"/>
                </a:lnTo>
                <a:lnTo>
                  <a:pt x="473421" y="129723"/>
                </a:lnTo>
                <a:lnTo>
                  <a:pt x="473941" y="130009"/>
                </a:lnTo>
                <a:lnTo>
                  <a:pt x="474474" y="130285"/>
                </a:lnTo>
                <a:lnTo>
                  <a:pt x="475017" y="130552"/>
                </a:lnTo>
                <a:lnTo>
                  <a:pt x="475573" y="130810"/>
                </a:lnTo>
                <a:lnTo>
                  <a:pt x="476140" y="131058"/>
                </a:lnTo>
                <a:lnTo>
                  <a:pt x="476717" y="131296"/>
                </a:lnTo>
                <a:lnTo>
                  <a:pt x="477304" y="131525"/>
                </a:lnTo>
                <a:lnTo>
                  <a:pt x="477901" y="131743"/>
                </a:lnTo>
                <a:lnTo>
                  <a:pt x="478507" y="131951"/>
                </a:lnTo>
                <a:lnTo>
                  <a:pt x="479123" y="132149"/>
                </a:lnTo>
                <a:lnTo>
                  <a:pt x="479749" y="132336"/>
                </a:lnTo>
                <a:lnTo>
                  <a:pt x="480384" y="132514"/>
                </a:lnTo>
                <a:lnTo>
                  <a:pt x="481029" y="132681"/>
                </a:lnTo>
                <a:lnTo>
                  <a:pt x="481683" y="132838"/>
                </a:lnTo>
                <a:lnTo>
                  <a:pt x="482347" y="132986"/>
                </a:lnTo>
                <a:lnTo>
                  <a:pt x="483021" y="133122"/>
                </a:lnTo>
                <a:lnTo>
                  <a:pt x="483704" y="133249"/>
                </a:lnTo>
                <a:lnTo>
                  <a:pt x="484397" y="133366"/>
                </a:lnTo>
                <a:lnTo>
                  <a:pt x="485099" y="133473"/>
                </a:lnTo>
                <a:lnTo>
                  <a:pt x="485811" y="133569"/>
                </a:lnTo>
                <a:lnTo>
                  <a:pt x="486533" y="133655"/>
                </a:lnTo>
                <a:lnTo>
                  <a:pt x="487264" y="133731"/>
                </a:lnTo>
                <a:lnTo>
                  <a:pt x="488005" y="133797"/>
                </a:lnTo>
                <a:lnTo>
                  <a:pt x="488755" y="133853"/>
                </a:lnTo>
                <a:lnTo>
                  <a:pt x="489515" y="133899"/>
                </a:lnTo>
                <a:lnTo>
                  <a:pt x="490285" y="133934"/>
                </a:lnTo>
                <a:lnTo>
                  <a:pt x="491064" y="133960"/>
                </a:lnTo>
                <a:lnTo>
                  <a:pt x="491853" y="133975"/>
                </a:lnTo>
                <a:lnTo>
                  <a:pt x="492651" y="133980"/>
                </a:lnTo>
                <a:lnTo>
                  <a:pt x="499604" y="133980"/>
                </a:lnTo>
                <a:lnTo>
                  <a:pt x="500804" y="133968"/>
                </a:lnTo>
                <a:lnTo>
                  <a:pt x="501981" y="133933"/>
                </a:lnTo>
                <a:lnTo>
                  <a:pt x="503136" y="133875"/>
                </a:lnTo>
                <a:close/>
                <a:moveTo>
                  <a:pt x="778802" y="134208"/>
                </a:moveTo>
                <a:lnTo>
                  <a:pt x="779292" y="134159"/>
                </a:lnTo>
                <a:lnTo>
                  <a:pt x="779772" y="134098"/>
                </a:lnTo>
                <a:lnTo>
                  <a:pt x="780240" y="134027"/>
                </a:lnTo>
                <a:lnTo>
                  <a:pt x="780698" y="133945"/>
                </a:lnTo>
                <a:lnTo>
                  <a:pt x="781144" y="133852"/>
                </a:lnTo>
                <a:lnTo>
                  <a:pt x="781580" y="133747"/>
                </a:lnTo>
                <a:lnTo>
                  <a:pt x="782004" y="133632"/>
                </a:lnTo>
                <a:lnTo>
                  <a:pt x="782418" y="133506"/>
                </a:lnTo>
                <a:lnTo>
                  <a:pt x="782821" y="133369"/>
                </a:lnTo>
                <a:lnTo>
                  <a:pt x="783212" y="133221"/>
                </a:lnTo>
                <a:lnTo>
                  <a:pt x="783593" y="133062"/>
                </a:lnTo>
                <a:lnTo>
                  <a:pt x="783963" y="132892"/>
                </a:lnTo>
                <a:lnTo>
                  <a:pt x="784321" y="132711"/>
                </a:lnTo>
                <a:lnTo>
                  <a:pt x="784669" y="132519"/>
                </a:lnTo>
                <a:lnTo>
                  <a:pt x="785006" y="132316"/>
                </a:lnTo>
                <a:lnTo>
                  <a:pt x="785332" y="132102"/>
                </a:lnTo>
                <a:lnTo>
                  <a:pt x="785647" y="131878"/>
                </a:lnTo>
                <a:lnTo>
                  <a:pt x="785951" y="131642"/>
                </a:lnTo>
                <a:lnTo>
                  <a:pt x="786243" y="131395"/>
                </a:lnTo>
                <a:lnTo>
                  <a:pt x="786525" y="131137"/>
                </a:lnTo>
                <a:lnTo>
                  <a:pt x="786796" y="130870"/>
                </a:lnTo>
                <a:lnTo>
                  <a:pt x="787055" y="130595"/>
                </a:lnTo>
                <a:lnTo>
                  <a:pt x="787303" y="130313"/>
                </a:lnTo>
                <a:lnTo>
                  <a:pt x="787539" y="130022"/>
                </a:lnTo>
                <a:lnTo>
                  <a:pt x="787764" y="129725"/>
                </a:lnTo>
                <a:lnTo>
                  <a:pt x="787977" y="129419"/>
                </a:lnTo>
                <a:lnTo>
                  <a:pt x="788178" y="129106"/>
                </a:lnTo>
                <a:lnTo>
                  <a:pt x="788368" y="128785"/>
                </a:lnTo>
                <a:lnTo>
                  <a:pt x="788547" y="128456"/>
                </a:lnTo>
                <a:lnTo>
                  <a:pt x="788714" y="128120"/>
                </a:lnTo>
                <a:lnTo>
                  <a:pt x="788869" y="127776"/>
                </a:lnTo>
                <a:lnTo>
                  <a:pt x="789013" y="127424"/>
                </a:lnTo>
                <a:lnTo>
                  <a:pt x="789146" y="127065"/>
                </a:lnTo>
                <a:lnTo>
                  <a:pt x="789267" y="126698"/>
                </a:lnTo>
                <a:lnTo>
                  <a:pt x="789376" y="126323"/>
                </a:lnTo>
                <a:lnTo>
                  <a:pt x="789474" y="125941"/>
                </a:lnTo>
                <a:lnTo>
                  <a:pt x="789561" y="125551"/>
                </a:lnTo>
                <a:lnTo>
                  <a:pt x="789635" y="125153"/>
                </a:lnTo>
                <a:lnTo>
                  <a:pt x="789699" y="124748"/>
                </a:lnTo>
                <a:lnTo>
                  <a:pt x="789751" y="124335"/>
                </a:lnTo>
                <a:lnTo>
                  <a:pt x="789791" y="123914"/>
                </a:lnTo>
                <a:lnTo>
                  <a:pt x="789820" y="123485"/>
                </a:lnTo>
                <a:lnTo>
                  <a:pt x="789837" y="123049"/>
                </a:lnTo>
                <a:lnTo>
                  <a:pt x="789843" y="122605"/>
                </a:lnTo>
                <a:lnTo>
                  <a:pt x="789837" y="122162"/>
                </a:lnTo>
                <a:lnTo>
                  <a:pt x="789820" y="121725"/>
                </a:lnTo>
                <a:lnTo>
                  <a:pt x="789791" y="121297"/>
                </a:lnTo>
                <a:lnTo>
                  <a:pt x="789751" y="120876"/>
                </a:lnTo>
                <a:lnTo>
                  <a:pt x="789699" y="120463"/>
                </a:lnTo>
                <a:lnTo>
                  <a:pt x="789635" y="120057"/>
                </a:lnTo>
                <a:lnTo>
                  <a:pt x="789561" y="119659"/>
                </a:lnTo>
                <a:lnTo>
                  <a:pt x="789474" y="119269"/>
                </a:lnTo>
                <a:lnTo>
                  <a:pt x="789376" y="118887"/>
                </a:lnTo>
                <a:lnTo>
                  <a:pt x="789267" y="118512"/>
                </a:lnTo>
                <a:lnTo>
                  <a:pt x="789146" y="118145"/>
                </a:lnTo>
                <a:lnTo>
                  <a:pt x="789013" y="117786"/>
                </a:lnTo>
                <a:lnTo>
                  <a:pt x="788869" y="117434"/>
                </a:lnTo>
                <a:lnTo>
                  <a:pt x="788714" y="117090"/>
                </a:lnTo>
                <a:lnTo>
                  <a:pt x="788547" y="116754"/>
                </a:lnTo>
                <a:lnTo>
                  <a:pt x="788368" y="116425"/>
                </a:lnTo>
                <a:lnTo>
                  <a:pt x="788178" y="116104"/>
                </a:lnTo>
                <a:lnTo>
                  <a:pt x="787977" y="115791"/>
                </a:lnTo>
                <a:lnTo>
                  <a:pt x="787764" y="115486"/>
                </a:lnTo>
                <a:lnTo>
                  <a:pt x="787539" y="115188"/>
                </a:lnTo>
                <a:lnTo>
                  <a:pt x="787303" y="114898"/>
                </a:lnTo>
                <a:lnTo>
                  <a:pt x="787055" y="114615"/>
                </a:lnTo>
                <a:lnTo>
                  <a:pt x="786796" y="114341"/>
                </a:lnTo>
                <a:lnTo>
                  <a:pt x="786525" y="114074"/>
                </a:lnTo>
                <a:lnTo>
                  <a:pt x="786243" y="113816"/>
                </a:lnTo>
                <a:lnTo>
                  <a:pt x="785951" y="113569"/>
                </a:lnTo>
                <a:lnTo>
                  <a:pt x="785647" y="113333"/>
                </a:lnTo>
                <a:lnTo>
                  <a:pt x="785332" y="113108"/>
                </a:lnTo>
                <a:lnTo>
                  <a:pt x="785006" y="112894"/>
                </a:lnTo>
                <a:lnTo>
                  <a:pt x="784669" y="112691"/>
                </a:lnTo>
                <a:lnTo>
                  <a:pt x="784321" y="112499"/>
                </a:lnTo>
                <a:lnTo>
                  <a:pt x="783963" y="112318"/>
                </a:lnTo>
                <a:lnTo>
                  <a:pt x="783593" y="112148"/>
                </a:lnTo>
                <a:lnTo>
                  <a:pt x="783212" y="111988"/>
                </a:lnTo>
                <a:lnTo>
                  <a:pt x="782821" y="111840"/>
                </a:lnTo>
                <a:lnTo>
                  <a:pt x="782418" y="111703"/>
                </a:lnTo>
                <a:lnTo>
                  <a:pt x="782004" y="111577"/>
                </a:lnTo>
                <a:lnTo>
                  <a:pt x="781580" y="111462"/>
                </a:lnTo>
                <a:lnTo>
                  <a:pt x="781144" y="111357"/>
                </a:lnTo>
                <a:lnTo>
                  <a:pt x="780698" y="111264"/>
                </a:lnTo>
                <a:lnTo>
                  <a:pt x="780240" y="111182"/>
                </a:lnTo>
                <a:lnTo>
                  <a:pt x="779772" y="111110"/>
                </a:lnTo>
                <a:lnTo>
                  <a:pt x="779292" y="111050"/>
                </a:lnTo>
                <a:lnTo>
                  <a:pt x="778802" y="111001"/>
                </a:lnTo>
                <a:lnTo>
                  <a:pt x="778300" y="110962"/>
                </a:lnTo>
                <a:lnTo>
                  <a:pt x="777788" y="110935"/>
                </a:lnTo>
                <a:lnTo>
                  <a:pt x="777265" y="110918"/>
                </a:lnTo>
                <a:lnTo>
                  <a:pt x="776730" y="110913"/>
                </a:lnTo>
                <a:lnTo>
                  <a:pt x="776196" y="110918"/>
                </a:lnTo>
                <a:lnTo>
                  <a:pt x="775672" y="110935"/>
                </a:lnTo>
                <a:lnTo>
                  <a:pt x="775160" y="110962"/>
                </a:lnTo>
                <a:lnTo>
                  <a:pt x="774659" y="111001"/>
                </a:lnTo>
                <a:lnTo>
                  <a:pt x="774168" y="111050"/>
                </a:lnTo>
                <a:lnTo>
                  <a:pt x="773689" y="111110"/>
                </a:lnTo>
                <a:lnTo>
                  <a:pt x="773220" y="111182"/>
                </a:lnTo>
                <a:lnTo>
                  <a:pt x="772762" y="111264"/>
                </a:lnTo>
                <a:lnTo>
                  <a:pt x="772316" y="111357"/>
                </a:lnTo>
                <a:lnTo>
                  <a:pt x="771880" y="111462"/>
                </a:lnTo>
                <a:lnTo>
                  <a:pt x="771456" y="111577"/>
                </a:lnTo>
                <a:lnTo>
                  <a:pt x="771042" y="111703"/>
                </a:lnTo>
                <a:lnTo>
                  <a:pt x="770639" y="111840"/>
                </a:lnTo>
                <a:lnTo>
                  <a:pt x="770247" y="111988"/>
                </a:lnTo>
                <a:lnTo>
                  <a:pt x="769866" y="112148"/>
                </a:lnTo>
                <a:lnTo>
                  <a:pt x="769497" y="112318"/>
                </a:lnTo>
                <a:lnTo>
                  <a:pt x="769138" y="112499"/>
                </a:lnTo>
                <a:lnTo>
                  <a:pt x="768790" y="112691"/>
                </a:lnTo>
                <a:lnTo>
                  <a:pt x="768453" y="112894"/>
                </a:lnTo>
                <a:lnTo>
                  <a:pt x="768127" y="113108"/>
                </a:lnTo>
                <a:lnTo>
                  <a:pt x="767812" y="113333"/>
                </a:lnTo>
                <a:lnTo>
                  <a:pt x="767508" y="113569"/>
                </a:lnTo>
                <a:lnTo>
                  <a:pt x="767215" y="113816"/>
                </a:lnTo>
                <a:lnTo>
                  <a:pt x="766933" y="114074"/>
                </a:lnTo>
                <a:lnTo>
                  <a:pt x="766662" y="114341"/>
                </a:lnTo>
                <a:lnTo>
                  <a:pt x="766403" y="114615"/>
                </a:lnTo>
                <a:lnTo>
                  <a:pt x="766155" y="114898"/>
                </a:lnTo>
                <a:lnTo>
                  <a:pt x="765919" y="115188"/>
                </a:lnTo>
                <a:lnTo>
                  <a:pt x="765694" y="115486"/>
                </a:lnTo>
                <a:lnTo>
                  <a:pt x="765481" y="115791"/>
                </a:lnTo>
                <a:lnTo>
                  <a:pt x="765280" y="116104"/>
                </a:lnTo>
                <a:lnTo>
                  <a:pt x="765090" y="116425"/>
                </a:lnTo>
                <a:lnTo>
                  <a:pt x="764911" y="116754"/>
                </a:lnTo>
                <a:lnTo>
                  <a:pt x="764744" y="117090"/>
                </a:lnTo>
                <a:lnTo>
                  <a:pt x="764589" y="117434"/>
                </a:lnTo>
                <a:lnTo>
                  <a:pt x="764445" y="117786"/>
                </a:lnTo>
                <a:lnTo>
                  <a:pt x="764312" y="118145"/>
                </a:lnTo>
                <a:lnTo>
                  <a:pt x="764191" y="118512"/>
                </a:lnTo>
                <a:lnTo>
                  <a:pt x="764082" y="118887"/>
                </a:lnTo>
                <a:lnTo>
                  <a:pt x="763984" y="119269"/>
                </a:lnTo>
                <a:lnTo>
                  <a:pt x="763897" y="119659"/>
                </a:lnTo>
                <a:lnTo>
                  <a:pt x="763823" y="120057"/>
                </a:lnTo>
                <a:lnTo>
                  <a:pt x="763759" y="120463"/>
                </a:lnTo>
                <a:lnTo>
                  <a:pt x="763707" y="120876"/>
                </a:lnTo>
                <a:lnTo>
                  <a:pt x="763667" y="121297"/>
                </a:lnTo>
                <a:lnTo>
                  <a:pt x="763638" y="121725"/>
                </a:lnTo>
                <a:lnTo>
                  <a:pt x="763621" y="122162"/>
                </a:lnTo>
                <a:lnTo>
                  <a:pt x="763615" y="122605"/>
                </a:lnTo>
                <a:lnTo>
                  <a:pt x="763621" y="123049"/>
                </a:lnTo>
                <a:lnTo>
                  <a:pt x="763638" y="123485"/>
                </a:lnTo>
                <a:lnTo>
                  <a:pt x="763667" y="123914"/>
                </a:lnTo>
                <a:lnTo>
                  <a:pt x="763707" y="124335"/>
                </a:lnTo>
                <a:lnTo>
                  <a:pt x="763759" y="124748"/>
                </a:lnTo>
                <a:lnTo>
                  <a:pt x="763823" y="125153"/>
                </a:lnTo>
                <a:lnTo>
                  <a:pt x="763897" y="125551"/>
                </a:lnTo>
                <a:lnTo>
                  <a:pt x="763984" y="125941"/>
                </a:lnTo>
                <a:lnTo>
                  <a:pt x="764082" y="126323"/>
                </a:lnTo>
                <a:lnTo>
                  <a:pt x="764191" y="126698"/>
                </a:lnTo>
                <a:lnTo>
                  <a:pt x="764312" y="127065"/>
                </a:lnTo>
                <a:lnTo>
                  <a:pt x="764445" y="127424"/>
                </a:lnTo>
                <a:lnTo>
                  <a:pt x="764589" y="127776"/>
                </a:lnTo>
                <a:lnTo>
                  <a:pt x="764744" y="128120"/>
                </a:lnTo>
                <a:lnTo>
                  <a:pt x="764911" y="128456"/>
                </a:lnTo>
                <a:lnTo>
                  <a:pt x="765090" y="128785"/>
                </a:lnTo>
                <a:lnTo>
                  <a:pt x="765280" y="129106"/>
                </a:lnTo>
                <a:lnTo>
                  <a:pt x="765481" y="129419"/>
                </a:lnTo>
                <a:lnTo>
                  <a:pt x="765694" y="129725"/>
                </a:lnTo>
                <a:lnTo>
                  <a:pt x="765919" y="130022"/>
                </a:lnTo>
                <a:lnTo>
                  <a:pt x="766155" y="130313"/>
                </a:lnTo>
                <a:lnTo>
                  <a:pt x="766403" y="130595"/>
                </a:lnTo>
                <a:lnTo>
                  <a:pt x="766662" y="130870"/>
                </a:lnTo>
                <a:lnTo>
                  <a:pt x="766933" y="131137"/>
                </a:lnTo>
                <a:lnTo>
                  <a:pt x="767215" y="131395"/>
                </a:lnTo>
                <a:lnTo>
                  <a:pt x="767508" y="131642"/>
                </a:lnTo>
                <a:lnTo>
                  <a:pt x="767812" y="131878"/>
                </a:lnTo>
                <a:lnTo>
                  <a:pt x="768127" y="132102"/>
                </a:lnTo>
                <a:lnTo>
                  <a:pt x="768453" y="132316"/>
                </a:lnTo>
                <a:lnTo>
                  <a:pt x="768790" y="132519"/>
                </a:lnTo>
                <a:lnTo>
                  <a:pt x="769138" y="132711"/>
                </a:lnTo>
                <a:lnTo>
                  <a:pt x="769497" y="132892"/>
                </a:lnTo>
                <a:lnTo>
                  <a:pt x="769866" y="133062"/>
                </a:lnTo>
                <a:lnTo>
                  <a:pt x="770247" y="133221"/>
                </a:lnTo>
                <a:lnTo>
                  <a:pt x="770639" y="133369"/>
                </a:lnTo>
                <a:lnTo>
                  <a:pt x="771042" y="133506"/>
                </a:lnTo>
                <a:lnTo>
                  <a:pt x="771456" y="133632"/>
                </a:lnTo>
                <a:lnTo>
                  <a:pt x="771880" y="133747"/>
                </a:lnTo>
                <a:lnTo>
                  <a:pt x="772316" y="133852"/>
                </a:lnTo>
                <a:lnTo>
                  <a:pt x="772762" y="133945"/>
                </a:lnTo>
                <a:lnTo>
                  <a:pt x="773220" y="134027"/>
                </a:lnTo>
                <a:lnTo>
                  <a:pt x="773689" y="134098"/>
                </a:lnTo>
                <a:lnTo>
                  <a:pt x="774168" y="134159"/>
                </a:lnTo>
                <a:lnTo>
                  <a:pt x="774659" y="134208"/>
                </a:lnTo>
                <a:lnTo>
                  <a:pt x="775160" y="134246"/>
                </a:lnTo>
                <a:lnTo>
                  <a:pt x="775672" y="134274"/>
                </a:lnTo>
                <a:lnTo>
                  <a:pt x="776196" y="134290"/>
                </a:lnTo>
                <a:lnTo>
                  <a:pt x="776730" y="134296"/>
                </a:lnTo>
                <a:lnTo>
                  <a:pt x="777265" y="134290"/>
                </a:lnTo>
                <a:lnTo>
                  <a:pt x="777788" y="134274"/>
                </a:lnTo>
                <a:lnTo>
                  <a:pt x="778300" y="134246"/>
                </a:lnTo>
                <a:lnTo>
                  <a:pt x="778802" y="134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D2BA6-59CF-4D7C-B53E-BB9D4F60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1" y="2261737"/>
            <a:ext cx="933830" cy="273547"/>
          </a:xfrm>
          <a:custGeom xmlns:a="http://schemas.openxmlformats.org/drawingml/2006/main">
            <a:pathLst>
              <a:path w="933830" h="273547" fill="none">
                <a:moveTo>
                  <a:pt x="0" y="273547"/>
                </a:moveTo>
                <a:lnTo>
                  <a:pt x="933830" y="273547"/>
                </a:lnTo>
                <a:lnTo>
                  <a:pt x="933830" y="0"/>
                </a:lnTo>
                <a:lnTo>
                  <a:pt x="0" y="0"/>
                </a:lnTo>
                <a:lnTo>
                  <a:pt x="0" y="2735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41" name="Text Header">
            <a:extLst xmlns:a="http://schemas.openxmlformats.org/drawingml/2006/main">
              <a:ext uri="{FF2B5EF4-FFF2-40B4-BE49-F238E27FC236}">
                <a16:creationId xmlns:a16="http://schemas.microsoft.com/office/drawing/2014/main" id="{D25C9310-B67E-4154-92E2-BBB4C580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84" y="2341857"/>
            <a:ext cx="587160" cy="125047"/>
          </a:xfrm>
          <a:custGeom xmlns:a="http://schemas.openxmlformats.org/drawingml/2006/main">
            <a:pathLst>
              <a:path w="587160" h="125047">
                <a:moveTo>
                  <a:pt x="101816" y="101989"/>
                </a:moveTo>
                <a:cubicBezTo>
                  <a:pt x="101816" y="106422"/>
                  <a:pt x="102004" y="109459"/>
                  <a:pt x="102378" y="111100"/>
                </a:cubicBezTo>
                <a:cubicBezTo>
                  <a:pt x="102752" y="112741"/>
                  <a:pt x="103515" y="114108"/>
                  <a:pt x="104666" y="115202"/>
                </a:cubicBezTo>
                <a:cubicBezTo>
                  <a:pt x="105818" y="116296"/>
                  <a:pt x="107919" y="117217"/>
                  <a:pt x="110970" y="117965"/>
                </a:cubicBezTo>
                <a:lnTo>
                  <a:pt x="110970" y="123665"/>
                </a:lnTo>
                <a:lnTo>
                  <a:pt x="65891" y="123665"/>
                </a:lnTo>
                <a:lnTo>
                  <a:pt x="65891" y="117965"/>
                </a:lnTo>
                <a:cubicBezTo>
                  <a:pt x="69231" y="117102"/>
                  <a:pt x="71390" y="116238"/>
                  <a:pt x="72368" y="115375"/>
                </a:cubicBezTo>
                <a:cubicBezTo>
                  <a:pt x="73347" y="114511"/>
                  <a:pt x="74038" y="113288"/>
                  <a:pt x="74441" y="111704"/>
                </a:cubicBezTo>
                <a:cubicBezTo>
                  <a:pt x="74844" y="110121"/>
                  <a:pt x="75045" y="106883"/>
                  <a:pt x="75045" y="101989"/>
                </a:cubicBezTo>
                <a:lnTo>
                  <a:pt x="75045" y="67359"/>
                </a:lnTo>
                <a:lnTo>
                  <a:pt x="36011" y="67359"/>
                </a:lnTo>
                <a:lnTo>
                  <a:pt x="36011" y="101989"/>
                </a:lnTo>
                <a:cubicBezTo>
                  <a:pt x="36011" y="104004"/>
                  <a:pt x="36069" y="105875"/>
                  <a:pt x="36184" y="107602"/>
                </a:cubicBezTo>
                <a:cubicBezTo>
                  <a:pt x="36299" y="109330"/>
                  <a:pt x="36530" y="110740"/>
                  <a:pt x="36875" y="111834"/>
                </a:cubicBezTo>
                <a:cubicBezTo>
                  <a:pt x="37220" y="112928"/>
                  <a:pt x="37724" y="113849"/>
                  <a:pt x="38386" y="114597"/>
                </a:cubicBezTo>
                <a:cubicBezTo>
                  <a:pt x="39048" y="115346"/>
                  <a:pt x="39955" y="115994"/>
                  <a:pt x="41107" y="116541"/>
                </a:cubicBezTo>
                <a:cubicBezTo>
                  <a:pt x="42258" y="117087"/>
                  <a:pt x="43669" y="117562"/>
                  <a:pt x="45338" y="117965"/>
                </a:cubicBezTo>
                <a:lnTo>
                  <a:pt x="45338" y="123665"/>
                </a:ln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71"/>
                  <a:pt x="5052" y="116109"/>
                </a:cubicBezTo>
                <a:cubicBezTo>
                  <a:pt x="6290" y="115447"/>
                  <a:pt x="7211" y="114526"/>
                  <a:pt x="7815" y="113345"/>
                </a:cubicBezTo>
                <a:cubicBezTo>
                  <a:pt x="8420" y="112165"/>
                  <a:pt x="8809" y="110668"/>
                  <a:pt x="8981" y="108855"/>
                </a:cubicBezTo>
                <a:cubicBezTo>
                  <a:pt x="9154" y="107041"/>
                  <a:pt x="9240" y="104753"/>
                  <a:pt x="9240" y="101989"/>
                </a:cubicBezTo>
                <a:lnTo>
                  <a:pt x="9240" y="27548"/>
                </a:lnTo>
                <a:cubicBezTo>
                  <a:pt x="9240" y="24842"/>
                  <a:pt x="9168" y="22568"/>
                  <a:pt x="9024" y="20726"/>
                </a:cubicBezTo>
                <a:cubicBezTo>
                  <a:pt x="8881" y="18884"/>
                  <a:pt x="8506" y="17387"/>
                  <a:pt x="7902" y="16235"/>
                </a:cubicBezTo>
                <a:cubicBezTo>
                  <a:pt x="7297" y="15084"/>
                  <a:pt x="6376" y="14148"/>
                  <a:pt x="5138" y="13429"/>
                </a:cubicBezTo>
                <a:cubicBezTo>
                  <a:pt x="3901" y="12709"/>
                  <a:pt x="2188" y="12061"/>
                  <a:pt x="0" y="11486"/>
                </a:cubicBezTo>
                <a:lnTo>
                  <a:pt x="0" y="5786"/>
                </a:lnTo>
                <a:lnTo>
                  <a:pt x="45338" y="5786"/>
                </a:lnTo>
                <a:lnTo>
                  <a:pt x="45338" y="11486"/>
                </a:lnTo>
                <a:cubicBezTo>
                  <a:pt x="42287" y="12349"/>
                  <a:pt x="40200" y="13299"/>
                  <a:pt x="39077" y="14335"/>
                </a:cubicBezTo>
                <a:cubicBezTo>
                  <a:pt x="37954" y="15372"/>
                  <a:pt x="37163" y="16739"/>
                  <a:pt x="36702" y="18438"/>
                </a:cubicBezTo>
                <a:cubicBezTo>
                  <a:pt x="36242" y="20136"/>
                  <a:pt x="36011" y="23202"/>
                  <a:pt x="36011" y="27635"/>
                </a:cubicBezTo>
                <a:lnTo>
                  <a:pt x="36011" y="56478"/>
                </a:lnTo>
                <a:lnTo>
                  <a:pt x="75045" y="56478"/>
                </a:lnTo>
                <a:lnTo>
                  <a:pt x="75045" y="27635"/>
                </a:lnTo>
                <a:cubicBezTo>
                  <a:pt x="75045" y="23259"/>
                  <a:pt x="74858" y="20222"/>
                  <a:pt x="74484" y="18524"/>
                </a:cubicBezTo>
                <a:cubicBezTo>
                  <a:pt x="74110" y="16825"/>
                  <a:pt x="73361" y="15444"/>
                  <a:pt x="72239" y="14379"/>
                </a:cubicBezTo>
                <a:cubicBezTo>
                  <a:pt x="71116" y="13314"/>
                  <a:pt x="69000" y="12349"/>
                  <a:pt x="65891" y="11486"/>
                </a:cubicBezTo>
                <a:lnTo>
                  <a:pt x="65891" y="5786"/>
                </a:lnTo>
                <a:lnTo>
                  <a:pt x="110970" y="5786"/>
                </a:lnTo>
                <a:lnTo>
                  <a:pt x="110970" y="11486"/>
                </a:lnTo>
                <a:cubicBezTo>
                  <a:pt x="108437" y="12177"/>
                  <a:pt x="106595" y="12911"/>
                  <a:pt x="105443" y="13688"/>
                </a:cubicBezTo>
                <a:cubicBezTo>
                  <a:pt x="104292" y="14465"/>
                  <a:pt x="103472" y="15458"/>
                  <a:pt x="102982" y="16667"/>
                </a:cubicBezTo>
                <a:cubicBezTo>
                  <a:pt x="102493" y="17876"/>
                  <a:pt x="102176" y="19229"/>
                  <a:pt x="102032" y="20726"/>
                </a:cubicBezTo>
                <a:cubicBezTo>
                  <a:pt x="101888" y="22223"/>
                  <a:pt x="101816" y="24526"/>
                  <a:pt x="101816" y="27635"/>
                </a:cubicBezTo>
                <a:lnTo>
                  <a:pt x="101816" y="101989"/>
                </a:lnTo>
                <a:close/>
                <a:moveTo>
                  <a:pt x="204985" y="107948"/>
                </a:moveTo>
                <a:cubicBezTo>
                  <a:pt x="199113" y="114166"/>
                  <a:pt x="193298" y="118570"/>
                  <a:pt x="187541" y="121161"/>
                </a:cubicBezTo>
                <a:cubicBezTo>
                  <a:pt x="181783" y="123751"/>
                  <a:pt x="175163" y="125047"/>
                  <a:pt x="167678" y="125047"/>
                </a:cubicBezTo>
                <a:cubicBezTo>
                  <a:pt x="154264" y="125047"/>
                  <a:pt x="144174" y="121377"/>
                  <a:pt x="137410" y="114036"/>
                </a:cubicBezTo>
                <a:cubicBezTo>
                  <a:pt x="130645" y="106696"/>
                  <a:pt x="127263" y="95800"/>
                  <a:pt x="127263" y="81350"/>
                </a:cubicBezTo>
                <a:cubicBezTo>
                  <a:pt x="127263" y="72023"/>
                  <a:pt x="129004" y="63977"/>
                  <a:pt x="132487" y="57212"/>
                </a:cubicBezTo>
                <a:cubicBezTo>
                  <a:pt x="135970" y="50448"/>
                  <a:pt x="140907" y="45324"/>
                  <a:pt x="147298" y="41841"/>
                </a:cubicBezTo>
                <a:cubicBezTo>
                  <a:pt x="153688" y="38357"/>
                  <a:pt x="161115" y="36616"/>
                  <a:pt x="169578" y="36616"/>
                </a:cubicBezTo>
                <a:cubicBezTo>
                  <a:pt x="174817" y="36616"/>
                  <a:pt x="179409" y="37220"/>
                  <a:pt x="183352" y="38429"/>
                </a:cubicBezTo>
                <a:cubicBezTo>
                  <a:pt x="187296" y="39638"/>
                  <a:pt x="190678" y="41322"/>
                  <a:pt x="193499" y="43481"/>
                </a:cubicBezTo>
                <a:cubicBezTo>
                  <a:pt x="196320" y="45640"/>
                  <a:pt x="198652" y="48246"/>
                  <a:pt x="200494" y="51297"/>
                </a:cubicBezTo>
                <a:cubicBezTo>
                  <a:pt x="202682" y="54924"/>
                  <a:pt x="204323" y="59069"/>
                  <a:pt x="205417" y="63732"/>
                </a:cubicBezTo>
                <a:cubicBezTo>
                  <a:pt x="206568" y="68511"/>
                  <a:pt x="207173" y="74297"/>
                  <a:pt x="207230" y="81090"/>
                </a:cubicBezTo>
                <a:lnTo>
                  <a:pt x="152479" y="81090"/>
                </a:lnTo>
                <a:cubicBezTo>
                  <a:pt x="152537" y="91511"/>
                  <a:pt x="154393" y="99183"/>
                  <a:pt x="158049" y="104105"/>
                </a:cubicBezTo>
                <a:cubicBezTo>
                  <a:pt x="161705" y="109027"/>
                  <a:pt x="167275" y="111489"/>
                  <a:pt x="174760" y="111489"/>
                </a:cubicBezTo>
                <a:cubicBezTo>
                  <a:pt x="179135" y="111489"/>
                  <a:pt x="183079" y="110668"/>
                  <a:pt x="186591" y="109027"/>
                </a:cubicBezTo>
                <a:cubicBezTo>
                  <a:pt x="190103" y="107387"/>
                  <a:pt x="193902" y="104494"/>
                  <a:pt x="197990" y="100348"/>
                </a:cubicBezTo>
                <a:lnTo>
                  <a:pt x="204985" y="107948"/>
                </a:lnTo>
                <a:moveTo>
                  <a:pt x="181668" y="71764"/>
                </a:moveTo>
                <a:cubicBezTo>
                  <a:pt x="181438" y="62955"/>
                  <a:pt x="180287" y="56392"/>
                  <a:pt x="178214" y="52074"/>
                </a:cubicBezTo>
                <a:cubicBezTo>
                  <a:pt x="176141" y="47756"/>
                  <a:pt x="172802" y="45597"/>
                  <a:pt x="168196" y="45597"/>
                </a:cubicBezTo>
                <a:cubicBezTo>
                  <a:pt x="163763" y="45597"/>
                  <a:pt x="160237" y="47843"/>
                  <a:pt x="157617" y="52333"/>
                </a:cubicBezTo>
                <a:cubicBezTo>
                  <a:pt x="154998" y="56824"/>
                  <a:pt x="153429" y="63301"/>
                  <a:pt x="152911" y="71764"/>
                </a:cubicBezTo>
                <a:lnTo>
                  <a:pt x="181668" y="71764"/>
                </a:lnTo>
                <a:close/>
                <a:moveTo>
                  <a:pt x="271782" y="112352"/>
                </a:moveTo>
                <a:lnTo>
                  <a:pt x="270487" y="111920"/>
                </a:lnTo>
                <a:cubicBezTo>
                  <a:pt x="265766" y="116526"/>
                  <a:pt x="261174" y="119865"/>
                  <a:pt x="256713" y="121938"/>
                </a:cubicBezTo>
                <a:cubicBezTo>
                  <a:pt x="252251" y="124011"/>
                  <a:pt x="247515" y="125047"/>
                  <a:pt x="242507" y="125047"/>
                </a:cubicBezTo>
                <a:cubicBezTo>
                  <a:pt x="237555" y="125047"/>
                  <a:pt x="233252" y="124140"/>
                  <a:pt x="229596" y="122327"/>
                </a:cubicBezTo>
                <a:cubicBezTo>
                  <a:pt x="225940" y="120513"/>
                  <a:pt x="223177" y="117994"/>
                  <a:pt x="221306" y="114770"/>
                </a:cubicBezTo>
                <a:cubicBezTo>
                  <a:pt x="219435" y="111546"/>
                  <a:pt x="218499" y="107833"/>
                  <a:pt x="218499" y="103630"/>
                </a:cubicBezTo>
                <a:cubicBezTo>
                  <a:pt x="218499" y="95167"/>
                  <a:pt x="222659" y="88503"/>
                  <a:pt x="230978" y="83638"/>
                </a:cubicBezTo>
                <a:cubicBezTo>
                  <a:pt x="239297" y="78773"/>
                  <a:pt x="251920" y="75707"/>
                  <a:pt x="268846" y="74441"/>
                </a:cubicBezTo>
                <a:lnTo>
                  <a:pt x="268846" y="66237"/>
                </a:lnTo>
                <a:cubicBezTo>
                  <a:pt x="268846" y="60883"/>
                  <a:pt x="268241" y="56752"/>
                  <a:pt x="267032" y="53844"/>
                </a:cubicBezTo>
                <a:cubicBezTo>
                  <a:pt x="265823" y="50937"/>
                  <a:pt x="264269" y="48893"/>
                  <a:pt x="262369" y="47713"/>
                </a:cubicBezTo>
                <a:cubicBezTo>
                  <a:pt x="260469" y="46533"/>
                  <a:pt x="258195" y="45943"/>
                  <a:pt x="255547" y="45943"/>
                </a:cubicBezTo>
                <a:cubicBezTo>
                  <a:pt x="252898" y="45943"/>
                  <a:pt x="250610" y="46403"/>
                  <a:pt x="248681" y="47324"/>
                </a:cubicBezTo>
                <a:cubicBezTo>
                  <a:pt x="246753" y="48246"/>
                  <a:pt x="245011" y="49987"/>
                  <a:pt x="243457" y="52549"/>
                </a:cubicBezTo>
                <a:cubicBezTo>
                  <a:pt x="241902" y="55111"/>
                  <a:pt x="240751" y="58666"/>
                  <a:pt x="240002" y="63214"/>
                </a:cubicBezTo>
                <a:lnTo>
                  <a:pt x="223681" y="63214"/>
                </a:lnTo>
                <a:lnTo>
                  <a:pt x="223681" y="47497"/>
                </a:lnTo>
                <a:cubicBezTo>
                  <a:pt x="228977" y="45137"/>
                  <a:pt x="233381" y="43323"/>
                  <a:pt x="236893" y="42056"/>
                </a:cubicBezTo>
                <a:cubicBezTo>
                  <a:pt x="240405" y="40790"/>
                  <a:pt x="243874" y="39739"/>
                  <a:pt x="247300" y="38904"/>
                </a:cubicBezTo>
                <a:cubicBezTo>
                  <a:pt x="250725" y="38070"/>
                  <a:pt x="253791" y="37480"/>
                  <a:pt x="256497" y="37134"/>
                </a:cubicBezTo>
                <a:cubicBezTo>
                  <a:pt x="259203" y="36789"/>
                  <a:pt x="261909" y="36616"/>
                  <a:pt x="264614" y="36616"/>
                </a:cubicBezTo>
                <a:cubicBezTo>
                  <a:pt x="271581" y="36616"/>
                  <a:pt x="277151" y="37537"/>
                  <a:pt x="281325" y="39379"/>
                </a:cubicBezTo>
                <a:cubicBezTo>
                  <a:pt x="285499" y="41222"/>
                  <a:pt x="288622" y="44215"/>
                  <a:pt x="290695" y="48361"/>
                </a:cubicBezTo>
                <a:cubicBezTo>
                  <a:pt x="292767" y="52506"/>
                  <a:pt x="293804" y="58234"/>
                  <a:pt x="293804" y="65546"/>
                </a:cubicBezTo>
                <a:lnTo>
                  <a:pt x="293804" y="99226"/>
                </a:lnTo>
                <a:cubicBezTo>
                  <a:pt x="293804" y="103025"/>
                  <a:pt x="293890" y="105962"/>
                  <a:pt x="294063" y="108034"/>
                </a:cubicBezTo>
                <a:cubicBezTo>
                  <a:pt x="294235" y="110107"/>
                  <a:pt x="294509" y="111647"/>
                  <a:pt x="294883" y="112654"/>
                </a:cubicBezTo>
                <a:cubicBezTo>
                  <a:pt x="295257" y="113662"/>
                  <a:pt x="295732" y="114468"/>
                  <a:pt x="296308" y="115072"/>
                </a:cubicBezTo>
                <a:cubicBezTo>
                  <a:pt x="296884" y="115677"/>
                  <a:pt x="297589" y="116166"/>
                  <a:pt x="298424" y="116541"/>
                </a:cubicBezTo>
                <a:cubicBezTo>
                  <a:pt x="299258" y="116915"/>
                  <a:pt x="300827" y="117390"/>
                  <a:pt x="303130" y="117965"/>
                </a:cubicBezTo>
                <a:lnTo>
                  <a:pt x="303130" y="123665"/>
                </a:lnTo>
                <a:lnTo>
                  <a:pt x="271005" y="123665"/>
                </a:lnTo>
                <a:lnTo>
                  <a:pt x="271782" y="112352"/>
                </a:lnTo>
                <a:moveTo>
                  <a:pt x="268932" y="82904"/>
                </a:moveTo>
                <a:cubicBezTo>
                  <a:pt x="260009" y="83134"/>
                  <a:pt x="253402" y="84804"/>
                  <a:pt x="249113" y="87913"/>
                </a:cubicBezTo>
                <a:cubicBezTo>
                  <a:pt x="244824" y="91022"/>
                  <a:pt x="242679" y="95570"/>
                  <a:pt x="242679" y="101557"/>
                </a:cubicBezTo>
                <a:cubicBezTo>
                  <a:pt x="242679" y="105127"/>
                  <a:pt x="243658" y="107847"/>
                  <a:pt x="245616" y="109718"/>
                </a:cubicBezTo>
                <a:cubicBezTo>
                  <a:pt x="247573" y="111589"/>
                  <a:pt x="250279" y="112525"/>
                  <a:pt x="253733" y="112525"/>
                </a:cubicBezTo>
                <a:cubicBezTo>
                  <a:pt x="256382" y="112525"/>
                  <a:pt x="258886" y="111820"/>
                  <a:pt x="261246" y="110409"/>
                </a:cubicBezTo>
                <a:cubicBezTo>
                  <a:pt x="263607" y="108999"/>
                  <a:pt x="265478" y="107113"/>
                  <a:pt x="266860" y="104753"/>
                </a:cubicBezTo>
                <a:cubicBezTo>
                  <a:pt x="268241" y="102392"/>
                  <a:pt x="268932" y="99888"/>
                  <a:pt x="268932" y="97239"/>
                </a:cubicBezTo>
                <a:lnTo>
                  <a:pt x="268932" y="82904"/>
                </a:lnTo>
                <a:close/>
                <a:moveTo>
                  <a:pt x="398788" y="98448"/>
                </a:moveTo>
                <a:cubicBezTo>
                  <a:pt x="398788" y="102824"/>
                  <a:pt x="398860" y="106019"/>
                  <a:pt x="399004" y="108034"/>
                </a:cubicBezTo>
                <a:cubicBezTo>
                  <a:pt x="399147" y="110049"/>
                  <a:pt x="399479" y="111661"/>
                  <a:pt x="399997" y="112870"/>
                </a:cubicBezTo>
                <a:cubicBezTo>
                  <a:pt x="400515" y="114079"/>
                  <a:pt x="401350" y="115072"/>
                  <a:pt x="402501" y="115850"/>
                </a:cubicBezTo>
                <a:cubicBezTo>
                  <a:pt x="403652" y="116627"/>
                  <a:pt x="405581" y="117303"/>
                  <a:pt x="408287" y="117879"/>
                </a:cubicBezTo>
                <a:lnTo>
                  <a:pt x="408287" y="123665"/>
                </a:lnTo>
                <a:lnTo>
                  <a:pt x="384798" y="124442"/>
                </a:lnTo>
                <a:lnTo>
                  <a:pt x="374348" y="124442"/>
                </a:lnTo>
                <a:lnTo>
                  <a:pt x="375125" y="112007"/>
                </a:lnTo>
                <a:lnTo>
                  <a:pt x="373830" y="111920"/>
                </a:lnTo>
                <a:cubicBezTo>
                  <a:pt x="369685" y="116123"/>
                  <a:pt x="365324" y="119362"/>
                  <a:pt x="360747" y="121636"/>
                </a:cubicBezTo>
                <a:cubicBezTo>
                  <a:pt x="356170" y="123910"/>
                  <a:pt x="351780" y="125047"/>
                  <a:pt x="347577" y="125047"/>
                </a:cubicBezTo>
                <a:cubicBezTo>
                  <a:pt x="337099" y="125047"/>
                  <a:pt x="329255" y="121449"/>
                  <a:pt x="324045" y="114252"/>
                </a:cubicBezTo>
                <a:cubicBezTo>
                  <a:pt x="318834" y="107056"/>
                  <a:pt x="316229" y="96232"/>
                  <a:pt x="316229" y="81781"/>
                </a:cubicBezTo>
                <a:cubicBezTo>
                  <a:pt x="316229" y="71994"/>
                  <a:pt x="317812" y="63747"/>
                  <a:pt x="320979" y="57040"/>
                </a:cubicBezTo>
                <a:cubicBezTo>
                  <a:pt x="324145" y="50333"/>
                  <a:pt x="328852" y="45252"/>
                  <a:pt x="335098" y="41797"/>
                </a:cubicBezTo>
                <a:cubicBezTo>
                  <a:pt x="341345" y="38343"/>
                  <a:pt x="348873" y="36616"/>
                  <a:pt x="357681" y="36616"/>
                </a:cubicBezTo>
                <a:cubicBezTo>
                  <a:pt x="360214" y="36616"/>
                  <a:pt x="362704" y="36774"/>
                  <a:pt x="365151" y="37091"/>
                </a:cubicBezTo>
                <a:cubicBezTo>
                  <a:pt x="367598" y="37408"/>
                  <a:pt x="370491" y="38026"/>
                  <a:pt x="373830" y="38948"/>
                </a:cubicBezTo>
                <a:lnTo>
                  <a:pt x="373830" y="31089"/>
                </a:lnTo>
                <a:cubicBezTo>
                  <a:pt x="373830" y="24929"/>
                  <a:pt x="373744" y="20568"/>
                  <a:pt x="373571" y="18006"/>
                </a:cubicBezTo>
                <a:cubicBezTo>
                  <a:pt x="373398" y="15444"/>
                  <a:pt x="373038" y="13486"/>
                  <a:pt x="372492" y="12133"/>
                </a:cubicBezTo>
                <a:cubicBezTo>
                  <a:pt x="371945" y="10780"/>
                  <a:pt x="371124" y="9730"/>
                  <a:pt x="370030" y="8981"/>
                </a:cubicBezTo>
                <a:cubicBezTo>
                  <a:pt x="368936" y="8233"/>
                  <a:pt x="366950" y="7571"/>
                  <a:pt x="364072" y="6995"/>
                </a:cubicBezTo>
                <a:lnTo>
                  <a:pt x="364072" y="1209"/>
                </a:lnTo>
                <a:lnTo>
                  <a:pt x="387993" y="0"/>
                </a:lnTo>
                <a:lnTo>
                  <a:pt x="398788" y="0"/>
                </a:lnTo>
                <a:lnTo>
                  <a:pt x="398788" y="98448"/>
                </a:lnTo>
                <a:moveTo>
                  <a:pt x="373830" y="66323"/>
                </a:moveTo>
                <a:cubicBezTo>
                  <a:pt x="373830" y="59299"/>
                  <a:pt x="372650" y="54089"/>
                  <a:pt x="370289" y="50692"/>
                </a:cubicBezTo>
                <a:cubicBezTo>
                  <a:pt x="367929" y="47296"/>
                  <a:pt x="364302" y="45597"/>
                  <a:pt x="359408" y="45597"/>
                </a:cubicBezTo>
                <a:cubicBezTo>
                  <a:pt x="355839" y="45597"/>
                  <a:pt x="352773" y="46878"/>
                  <a:pt x="350211" y="49440"/>
                </a:cubicBezTo>
                <a:cubicBezTo>
                  <a:pt x="347649" y="52002"/>
                  <a:pt x="345720" y="55701"/>
                  <a:pt x="344425" y="60537"/>
                </a:cubicBezTo>
                <a:cubicBezTo>
                  <a:pt x="343130" y="65373"/>
                  <a:pt x="342482" y="71102"/>
                  <a:pt x="342482" y="77722"/>
                </a:cubicBezTo>
                <a:cubicBezTo>
                  <a:pt x="342482" y="89064"/>
                  <a:pt x="343720" y="97527"/>
                  <a:pt x="346195" y="103112"/>
                </a:cubicBezTo>
                <a:cubicBezTo>
                  <a:pt x="348671" y="108696"/>
                  <a:pt x="352528" y="111489"/>
                  <a:pt x="357767" y="111489"/>
                </a:cubicBezTo>
                <a:cubicBezTo>
                  <a:pt x="360243" y="111489"/>
                  <a:pt x="362704" y="110870"/>
                  <a:pt x="365151" y="109632"/>
                </a:cubicBezTo>
                <a:cubicBezTo>
                  <a:pt x="367598" y="108394"/>
                  <a:pt x="369656" y="106494"/>
                  <a:pt x="371326" y="103932"/>
                </a:cubicBezTo>
                <a:cubicBezTo>
                  <a:pt x="372995" y="101370"/>
                  <a:pt x="373830" y="98420"/>
                  <a:pt x="373830" y="95081"/>
                </a:cubicBezTo>
                <a:lnTo>
                  <a:pt x="373830" y="66323"/>
                </a:lnTo>
                <a:close/>
                <a:moveTo>
                  <a:pt x="499106" y="107948"/>
                </a:moveTo>
                <a:cubicBezTo>
                  <a:pt x="493234" y="114166"/>
                  <a:pt x="487419" y="118570"/>
                  <a:pt x="481662" y="121161"/>
                </a:cubicBezTo>
                <a:cubicBezTo>
                  <a:pt x="475905" y="123751"/>
                  <a:pt x="469284" y="125047"/>
                  <a:pt x="461800" y="125047"/>
                </a:cubicBezTo>
                <a:cubicBezTo>
                  <a:pt x="448385" y="125047"/>
                  <a:pt x="438296" y="121377"/>
                  <a:pt x="431531" y="114036"/>
                </a:cubicBezTo>
                <a:cubicBezTo>
                  <a:pt x="424766" y="106696"/>
                  <a:pt x="421384" y="95800"/>
                  <a:pt x="421384" y="81350"/>
                </a:cubicBezTo>
                <a:cubicBezTo>
                  <a:pt x="421384" y="72023"/>
                  <a:pt x="423125" y="63977"/>
                  <a:pt x="426609" y="57212"/>
                </a:cubicBezTo>
                <a:cubicBezTo>
                  <a:pt x="430092" y="50448"/>
                  <a:pt x="435029" y="45324"/>
                  <a:pt x="441419" y="41841"/>
                </a:cubicBezTo>
                <a:cubicBezTo>
                  <a:pt x="447810" y="38357"/>
                  <a:pt x="455236" y="36616"/>
                  <a:pt x="463699" y="36616"/>
                </a:cubicBezTo>
                <a:cubicBezTo>
                  <a:pt x="468939" y="36616"/>
                  <a:pt x="473530" y="37220"/>
                  <a:pt x="477474" y="38429"/>
                </a:cubicBezTo>
                <a:cubicBezTo>
                  <a:pt x="481417" y="39638"/>
                  <a:pt x="484800" y="41322"/>
                  <a:pt x="487621" y="43481"/>
                </a:cubicBezTo>
                <a:cubicBezTo>
                  <a:pt x="490442" y="45640"/>
                  <a:pt x="492773" y="48246"/>
                  <a:pt x="494616" y="51297"/>
                </a:cubicBezTo>
                <a:cubicBezTo>
                  <a:pt x="496803" y="54924"/>
                  <a:pt x="498444" y="59069"/>
                  <a:pt x="499538" y="63732"/>
                </a:cubicBezTo>
                <a:cubicBezTo>
                  <a:pt x="500690" y="68511"/>
                  <a:pt x="501294" y="74297"/>
                  <a:pt x="501352" y="81090"/>
                </a:cubicBezTo>
                <a:lnTo>
                  <a:pt x="446601" y="81090"/>
                </a:lnTo>
                <a:cubicBezTo>
                  <a:pt x="446658" y="91511"/>
                  <a:pt x="448515" y="99183"/>
                  <a:pt x="452171" y="104105"/>
                </a:cubicBezTo>
                <a:cubicBezTo>
                  <a:pt x="455826" y="109027"/>
                  <a:pt x="461397" y="111489"/>
                  <a:pt x="468881" y="111489"/>
                </a:cubicBezTo>
                <a:cubicBezTo>
                  <a:pt x="473256" y="111489"/>
                  <a:pt x="477200" y="110668"/>
                  <a:pt x="480712" y="109027"/>
                </a:cubicBezTo>
                <a:cubicBezTo>
                  <a:pt x="484224" y="107387"/>
                  <a:pt x="488024" y="104494"/>
                  <a:pt x="492111" y="100348"/>
                </a:cubicBezTo>
                <a:lnTo>
                  <a:pt x="499106" y="107948"/>
                </a:lnTo>
                <a:moveTo>
                  <a:pt x="475790" y="71764"/>
                </a:moveTo>
                <a:cubicBezTo>
                  <a:pt x="475559" y="62955"/>
                  <a:pt x="474408" y="56392"/>
                  <a:pt x="472335" y="52074"/>
                </a:cubicBezTo>
                <a:cubicBezTo>
                  <a:pt x="470263" y="47756"/>
                  <a:pt x="466924" y="45597"/>
                  <a:pt x="462318" y="45597"/>
                </a:cubicBezTo>
                <a:cubicBezTo>
                  <a:pt x="457885" y="45597"/>
                  <a:pt x="454358" y="47843"/>
                  <a:pt x="451739" y="52333"/>
                </a:cubicBezTo>
                <a:cubicBezTo>
                  <a:pt x="449119" y="56824"/>
                  <a:pt x="447550" y="63301"/>
                  <a:pt x="447032" y="71764"/>
                </a:cubicBezTo>
                <a:lnTo>
                  <a:pt x="475790" y="71764"/>
                </a:lnTo>
                <a:close/>
                <a:moveTo>
                  <a:pt x="547608" y="50347"/>
                </a:moveTo>
                <a:lnTo>
                  <a:pt x="548731" y="50606"/>
                </a:lnTo>
                <a:cubicBezTo>
                  <a:pt x="552933" y="45655"/>
                  <a:pt x="557251" y="42085"/>
                  <a:pt x="561684" y="39898"/>
                </a:cubicBezTo>
                <a:cubicBezTo>
                  <a:pt x="566117" y="37710"/>
                  <a:pt x="570925" y="36616"/>
                  <a:pt x="576106" y="36616"/>
                </a:cubicBezTo>
                <a:cubicBezTo>
                  <a:pt x="579618" y="36616"/>
                  <a:pt x="583303" y="36990"/>
                  <a:pt x="587160" y="37739"/>
                </a:cubicBezTo>
                <a:lnTo>
                  <a:pt x="587160" y="61573"/>
                </a:lnTo>
                <a:lnTo>
                  <a:pt x="571529" y="61573"/>
                </a:lnTo>
                <a:cubicBezTo>
                  <a:pt x="570550" y="58234"/>
                  <a:pt x="569269" y="55672"/>
                  <a:pt x="567686" y="53888"/>
                </a:cubicBezTo>
                <a:cubicBezTo>
                  <a:pt x="566103" y="52103"/>
                  <a:pt x="563987" y="51210"/>
                  <a:pt x="561339" y="51210"/>
                </a:cubicBezTo>
                <a:cubicBezTo>
                  <a:pt x="560072" y="51210"/>
                  <a:pt x="558676" y="51599"/>
                  <a:pt x="557150" y="52376"/>
                </a:cubicBezTo>
                <a:cubicBezTo>
                  <a:pt x="555625" y="53154"/>
                  <a:pt x="554214" y="54247"/>
                  <a:pt x="552919" y="55658"/>
                </a:cubicBezTo>
                <a:cubicBezTo>
                  <a:pt x="551624" y="57068"/>
                  <a:pt x="550702" y="58508"/>
                  <a:pt x="550155" y="59976"/>
                </a:cubicBezTo>
                <a:cubicBezTo>
                  <a:pt x="549608" y="61444"/>
                  <a:pt x="549249" y="62926"/>
                  <a:pt x="549076" y="64423"/>
                </a:cubicBezTo>
                <a:cubicBezTo>
                  <a:pt x="548903" y="65920"/>
                  <a:pt x="548817" y="68165"/>
                  <a:pt x="548817" y="71159"/>
                </a:cubicBezTo>
                <a:lnTo>
                  <a:pt x="548817" y="98708"/>
                </a:lnTo>
                <a:cubicBezTo>
                  <a:pt x="548817" y="104177"/>
                  <a:pt x="549018" y="108005"/>
                  <a:pt x="549421" y="110193"/>
                </a:cubicBezTo>
                <a:cubicBezTo>
                  <a:pt x="549824" y="112381"/>
                  <a:pt x="550630" y="114094"/>
                  <a:pt x="551839" y="115332"/>
                </a:cubicBezTo>
                <a:cubicBezTo>
                  <a:pt x="553048" y="116569"/>
                  <a:pt x="555092" y="117447"/>
                  <a:pt x="557971" y="117965"/>
                </a:cubicBezTo>
                <a:lnTo>
                  <a:pt x="557971" y="123665"/>
                </a:lnTo>
                <a:lnTo>
                  <a:pt x="515396" y="123665"/>
                </a:lnTo>
                <a:lnTo>
                  <a:pt x="515396" y="117965"/>
                </a:lnTo>
                <a:cubicBezTo>
                  <a:pt x="518160" y="117217"/>
                  <a:pt x="520074" y="116238"/>
                  <a:pt x="521139" y="115029"/>
                </a:cubicBezTo>
                <a:cubicBezTo>
                  <a:pt x="522204" y="113820"/>
                  <a:pt x="522924" y="112179"/>
                  <a:pt x="523298" y="110107"/>
                </a:cubicBezTo>
                <a:cubicBezTo>
                  <a:pt x="523672" y="108034"/>
                  <a:pt x="523859" y="104263"/>
                  <a:pt x="523859" y="98794"/>
                </a:cubicBezTo>
                <a:lnTo>
                  <a:pt x="523859" y="63301"/>
                </a:lnTo>
                <a:cubicBezTo>
                  <a:pt x="523859" y="59040"/>
                  <a:pt x="523787" y="55888"/>
                  <a:pt x="523643" y="53844"/>
                </a:cubicBezTo>
                <a:cubicBezTo>
                  <a:pt x="523499" y="51801"/>
                  <a:pt x="523154" y="50160"/>
                  <a:pt x="522607" y="48922"/>
                </a:cubicBezTo>
                <a:cubicBezTo>
                  <a:pt x="522060" y="47684"/>
                  <a:pt x="521225" y="46677"/>
                  <a:pt x="520103" y="45899"/>
                </a:cubicBezTo>
                <a:cubicBezTo>
                  <a:pt x="518980" y="45122"/>
                  <a:pt x="517037" y="44446"/>
                  <a:pt x="514274" y="43870"/>
                </a:cubicBezTo>
                <a:lnTo>
                  <a:pt x="514274" y="37998"/>
                </a:lnTo>
                <a:lnTo>
                  <a:pt x="537936" y="37307"/>
                </a:lnTo>
                <a:lnTo>
                  <a:pt x="548817" y="37307"/>
                </a:lnTo>
                <a:lnTo>
                  <a:pt x="547608" y="50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BDB06-AD0F-4DE4-BED1-5463A14E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1" y="3836987"/>
            <a:ext cx="1082394" cy="266472"/>
          </a:xfrm>
          <a:custGeom xmlns:a="http://schemas.openxmlformats.org/drawingml/2006/main">
            <a:pathLst>
              <a:path w="1082394" h="266472" fill="none">
                <a:moveTo>
                  <a:pt x="0" y="266472"/>
                </a:moveTo>
                <a:lnTo>
                  <a:pt x="1082394" y="266472"/>
                </a:lnTo>
                <a:lnTo>
                  <a:pt x="1082394" y="0"/>
                </a:lnTo>
                <a:lnTo>
                  <a:pt x="0" y="0"/>
                </a:lnTo>
                <a:lnTo>
                  <a:pt x="0" y="2664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43" name="Text Comment">
            <a:extLst xmlns:a="http://schemas.openxmlformats.org/drawingml/2006/main">
              <a:ext uri="{FF2B5EF4-FFF2-40B4-BE49-F238E27FC236}">
                <a16:creationId xmlns:a16="http://schemas.microsoft.com/office/drawing/2014/main" id="{50C9B3A7-4468-49A0-9E9B-19E553E2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23" y="3918563"/>
            <a:ext cx="776544" cy="120643"/>
          </a:xfrm>
          <a:custGeom xmlns:a="http://schemas.openxmlformats.org/drawingml/2006/main">
            <a:pathLst>
              <a:path w="776544" h="120643">
                <a:moveTo>
                  <a:pt x="85149" y="4059"/>
                </a:moveTo>
                <a:lnTo>
                  <a:pt x="85149" y="29103"/>
                </a:lnTo>
                <a:lnTo>
                  <a:pt x="73405" y="29103"/>
                </a:lnTo>
                <a:cubicBezTo>
                  <a:pt x="72023" y="22597"/>
                  <a:pt x="69835" y="17804"/>
                  <a:pt x="66841" y="14724"/>
                </a:cubicBezTo>
                <a:cubicBezTo>
                  <a:pt x="63848" y="11644"/>
                  <a:pt x="59933" y="10104"/>
                  <a:pt x="55097" y="10104"/>
                </a:cubicBezTo>
                <a:cubicBezTo>
                  <a:pt x="46000" y="10104"/>
                  <a:pt x="39120" y="14465"/>
                  <a:pt x="34457" y="23187"/>
                </a:cubicBezTo>
                <a:cubicBezTo>
                  <a:pt x="29794" y="31909"/>
                  <a:pt x="27462" y="44849"/>
                  <a:pt x="27462" y="62005"/>
                </a:cubicBezTo>
                <a:cubicBezTo>
                  <a:pt x="27462" y="77953"/>
                  <a:pt x="29592" y="90029"/>
                  <a:pt x="33852" y="98233"/>
                </a:cubicBezTo>
                <a:cubicBezTo>
                  <a:pt x="38113" y="106437"/>
                  <a:pt x="44359" y="110539"/>
                  <a:pt x="52592" y="110539"/>
                </a:cubicBezTo>
                <a:cubicBezTo>
                  <a:pt x="56795" y="110539"/>
                  <a:pt x="60221" y="109833"/>
                  <a:pt x="62869" y="108423"/>
                </a:cubicBezTo>
                <a:cubicBezTo>
                  <a:pt x="65517" y="107012"/>
                  <a:pt x="67633" y="104897"/>
                  <a:pt x="69216" y="102076"/>
                </a:cubicBezTo>
                <a:cubicBezTo>
                  <a:pt x="70799" y="99254"/>
                  <a:pt x="72167" y="95282"/>
                  <a:pt x="73318" y="90158"/>
                </a:cubicBezTo>
                <a:lnTo>
                  <a:pt x="85149" y="90158"/>
                </a:lnTo>
                <a:lnTo>
                  <a:pt x="85149" y="116325"/>
                </a:lnTo>
                <a:cubicBezTo>
                  <a:pt x="78816" y="117822"/>
                  <a:pt x="73030" y="118915"/>
                  <a:pt x="67791" y="119606"/>
                </a:cubicBezTo>
                <a:cubicBezTo>
                  <a:pt x="62552" y="120297"/>
                  <a:pt x="57112" y="120643"/>
                  <a:pt x="51470" y="120643"/>
                </a:cubicBezTo>
                <a:cubicBezTo>
                  <a:pt x="39495" y="120643"/>
                  <a:pt x="29722" y="118484"/>
                  <a:pt x="22151" y="114166"/>
                </a:cubicBezTo>
                <a:cubicBezTo>
                  <a:pt x="14580" y="109848"/>
                  <a:pt x="8996" y="103328"/>
                  <a:pt x="5397" y="94606"/>
                </a:cubicBezTo>
                <a:cubicBezTo>
                  <a:pt x="1799" y="85883"/>
                  <a:pt x="0" y="74844"/>
                  <a:pt x="0" y="61487"/>
                </a:cubicBezTo>
                <a:cubicBezTo>
                  <a:pt x="0" y="48994"/>
                  <a:pt x="2116" y="38127"/>
                  <a:pt x="6347" y="28887"/>
                </a:cubicBezTo>
                <a:cubicBezTo>
                  <a:pt x="10579" y="19647"/>
                  <a:pt x="16811" y="12522"/>
                  <a:pt x="25044" y="7513"/>
                </a:cubicBezTo>
                <a:cubicBezTo>
                  <a:pt x="33277" y="2504"/>
                  <a:pt x="43122" y="0"/>
                  <a:pt x="54578" y="0"/>
                </a:cubicBezTo>
                <a:cubicBezTo>
                  <a:pt x="60393" y="0"/>
                  <a:pt x="65661" y="317"/>
                  <a:pt x="70382" y="950"/>
                </a:cubicBezTo>
                <a:cubicBezTo>
                  <a:pt x="75103" y="1583"/>
                  <a:pt x="80025" y="2620"/>
                  <a:pt x="85149" y="4059"/>
                </a:cubicBezTo>
                <a:close/>
                <a:moveTo>
                  <a:pt x="141758" y="120643"/>
                </a:moveTo>
                <a:cubicBezTo>
                  <a:pt x="133294" y="120643"/>
                  <a:pt x="125997" y="119160"/>
                  <a:pt x="119866" y="116195"/>
                </a:cubicBezTo>
                <a:cubicBezTo>
                  <a:pt x="113734" y="113230"/>
                  <a:pt x="108941" y="108480"/>
                  <a:pt x="105487" y="101946"/>
                </a:cubicBezTo>
                <a:cubicBezTo>
                  <a:pt x="102033" y="95412"/>
                  <a:pt x="100306" y="87107"/>
                  <a:pt x="100306" y="77032"/>
                </a:cubicBezTo>
                <a:cubicBezTo>
                  <a:pt x="100306" y="69317"/>
                  <a:pt x="101371" y="62639"/>
                  <a:pt x="103501" y="56996"/>
                </a:cubicBezTo>
                <a:cubicBezTo>
                  <a:pt x="105631" y="51354"/>
                  <a:pt x="108596" y="46691"/>
                  <a:pt x="112396" y="43006"/>
                </a:cubicBezTo>
                <a:cubicBezTo>
                  <a:pt x="116196" y="39322"/>
                  <a:pt x="120729" y="36602"/>
                  <a:pt x="125997" y="34846"/>
                </a:cubicBezTo>
                <a:cubicBezTo>
                  <a:pt x="131265" y="33090"/>
                  <a:pt x="136979" y="32212"/>
                  <a:pt x="143139" y="32212"/>
                </a:cubicBezTo>
                <a:cubicBezTo>
                  <a:pt x="157072" y="32212"/>
                  <a:pt x="167579" y="35882"/>
                  <a:pt x="174660" y="43222"/>
                </a:cubicBezTo>
                <a:cubicBezTo>
                  <a:pt x="181742" y="50563"/>
                  <a:pt x="185282" y="61314"/>
                  <a:pt x="185282" y="75477"/>
                </a:cubicBezTo>
                <a:cubicBezTo>
                  <a:pt x="185282" y="85495"/>
                  <a:pt x="183526" y="93886"/>
                  <a:pt x="180014" y="100651"/>
                </a:cubicBezTo>
                <a:cubicBezTo>
                  <a:pt x="176502" y="107415"/>
                  <a:pt x="171494" y="112439"/>
                  <a:pt x="164988" y="115720"/>
                </a:cubicBezTo>
                <a:cubicBezTo>
                  <a:pt x="158482" y="119002"/>
                  <a:pt x="150739" y="120643"/>
                  <a:pt x="141758" y="120643"/>
                </a:cubicBezTo>
                <a:moveTo>
                  <a:pt x="126559" y="75132"/>
                </a:moveTo>
                <a:cubicBezTo>
                  <a:pt x="126559" y="87337"/>
                  <a:pt x="127926" y="96477"/>
                  <a:pt x="130661" y="102550"/>
                </a:cubicBezTo>
                <a:cubicBezTo>
                  <a:pt x="133395" y="108624"/>
                  <a:pt x="137526" y="111661"/>
                  <a:pt x="143053" y="111661"/>
                </a:cubicBezTo>
                <a:cubicBezTo>
                  <a:pt x="146104" y="111661"/>
                  <a:pt x="148652" y="110884"/>
                  <a:pt x="150696" y="109330"/>
                </a:cubicBezTo>
                <a:cubicBezTo>
                  <a:pt x="152740" y="107775"/>
                  <a:pt x="154380" y="105530"/>
                  <a:pt x="155618" y="102594"/>
                </a:cubicBezTo>
                <a:cubicBezTo>
                  <a:pt x="156856" y="99657"/>
                  <a:pt x="157734" y="96131"/>
                  <a:pt x="158252" y="92015"/>
                </a:cubicBezTo>
                <a:cubicBezTo>
                  <a:pt x="158770" y="87898"/>
                  <a:pt x="159029" y="83278"/>
                  <a:pt x="159029" y="78154"/>
                </a:cubicBezTo>
                <a:cubicBezTo>
                  <a:pt x="159029" y="65776"/>
                  <a:pt x="157662" y="56522"/>
                  <a:pt x="154927" y="50390"/>
                </a:cubicBezTo>
                <a:cubicBezTo>
                  <a:pt x="152193" y="44259"/>
                  <a:pt x="148148" y="41193"/>
                  <a:pt x="142794" y="41193"/>
                </a:cubicBezTo>
                <a:cubicBezTo>
                  <a:pt x="138879" y="41193"/>
                  <a:pt x="135741" y="42431"/>
                  <a:pt x="133381" y="44906"/>
                </a:cubicBezTo>
                <a:cubicBezTo>
                  <a:pt x="131020" y="47382"/>
                  <a:pt x="129293" y="51095"/>
                  <a:pt x="128199" y="56047"/>
                </a:cubicBezTo>
                <a:cubicBezTo>
                  <a:pt x="127105" y="60998"/>
                  <a:pt x="126559" y="67359"/>
                  <a:pt x="126559" y="75132"/>
                </a:cubicBezTo>
                <a:close/>
                <a:moveTo>
                  <a:pt x="233341" y="45338"/>
                </a:moveTo>
                <a:lnTo>
                  <a:pt x="234377" y="45597"/>
                </a:lnTo>
                <a:cubicBezTo>
                  <a:pt x="239616" y="40704"/>
                  <a:pt x="244337" y="37249"/>
                  <a:pt x="248540" y="35234"/>
                </a:cubicBezTo>
                <a:cubicBezTo>
                  <a:pt x="252743" y="33219"/>
                  <a:pt x="257032" y="32212"/>
                  <a:pt x="261407" y="32212"/>
                </a:cubicBezTo>
                <a:cubicBezTo>
                  <a:pt x="265668" y="32212"/>
                  <a:pt x="269208" y="32759"/>
                  <a:pt x="272029" y="33852"/>
                </a:cubicBezTo>
                <a:cubicBezTo>
                  <a:pt x="274850" y="34946"/>
                  <a:pt x="277240" y="36544"/>
                  <a:pt x="279197" y="38645"/>
                </a:cubicBezTo>
                <a:cubicBezTo>
                  <a:pt x="281155" y="40747"/>
                  <a:pt x="282738" y="43496"/>
                  <a:pt x="283947" y="46893"/>
                </a:cubicBezTo>
                <a:cubicBezTo>
                  <a:pt x="289762" y="41481"/>
                  <a:pt x="294814" y="37681"/>
                  <a:pt x="299103" y="35493"/>
                </a:cubicBezTo>
                <a:cubicBezTo>
                  <a:pt x="303392" y="33306"/>
                  <a:pt x="307868" y="32212"/>
                  <a:pt x="312531" y="32212"/>
                </a:cubicBezTo>
                <a:cubicBezTo>
                  <a:pt x="317137" y="32212"/>
                  <a:pt x="320951" y="32816"/>
                  <a:pt x="323974" y="34025"/>
                </a:cubicBezTo>
                <a:cubicBezTo>
                  <a:pt x="326996" y="35234"/>
                  <a:pt x="329486" y="37105"/>
                  <a:pt x="331444" y="39638"/>
                </a:cubicBezTo>
                <a:cubicBezTo>
                  <a:pt x="333401" y="42172"/>
                  <a:pt x="334826" y="45338"/>
                  <a:pt x="335719" y="49138"/>
                </a:cubicBezTo>
                <a:cubicBezTo>
                  <a:pt x="336611" y="52938"/>
                  <a:pt x="337057" y="57486"/>
                  <a:pt x="337057" y="62782"/>
                </a:cubicBezTo>
                <a:lnTo>
                  <a:pt x="337057" y="94303"/>
                </a:lnTo>
                <a:cubicBezTo>
                  <a:pt x="337057" y="96836"/>
                  <a:pt x="337100" y="99211"/>
                  <a:pt x="337187" y="101428"/>
                </a:cubicBezTo>
                <a:cubicBezTo>
                  <a:pt x="337273" y="103644"/>
                  <a:pt x="337489" y="105415"/>
                  <a:pt x="337834" y="106739"/>
                </a:cubicBezTo>
                <a:cubicBezTo>
                  <a:pt x="338180" y="108063"/>
                  <a:pt x="338655" y="109143"/>
                  <a:pt x="339259" y="109977"/>
                </a:cubicBezTo>
                <a:cubicBezTo>
                  <a:pt x="339864" y="110812"/>
                  <a:pt x="340713" y="111517"/>
                  <a:pt x="341807" y="112093"/>
                </a:cubicBezTo>
                <a:cubicBezTo>
                  <a:pt x="342901" y="112669"/>
                  <a:pt x="344225" y="113158"/>
                  <a:pt x="345779" y="113561"/>
                </a:cubicBezTo>
                <a:lnTo>
                  <a:pt x="345779" y="119261"/>
                </a:lnTo>
                <a:lnTo>
                  <a:pt x="304155" y="119261"/>
                </a:lnTo>
                <a:lnTo>
                  <a:pt x="304155" y="113561"/>
                </a:lnTo>
                <a:cubicBezTo>
                  <a:pt x="306745" y="112928"/>
                  <a:pt x="308530" y="112007"/>
                  <a:pt x="309509" y="110798"/>
                </a:cubicBezTo>
                <a:cubicBezTo>
                  <a:pt x="310488" y="109589"/>
                  <a:pt x="311164" y="107919"/>
                  <a:pt x="311538" y="105789"/>
                </a:cubicBezTo>
                <a:cubicBezTo>
                  <a:pt x="311913" y="103659"/>
                  <a:pt x="312100" y="99859"/>
                  <a:pt x="312100" y="94390"/>
                </a:cubicBezTo>
                <a:lnTo>
                  <a:pt x="312100" y="71246"/>
                </a:lnTo>
                <a:cubicBezTo>
                  <a:pt x="312100" y="66064"/>
                  <a:pt x="311927" y="61847"/>
                  <a:pt x="311581" y="58594"/>
                </a:cubicBezTo>
                <a:cubicBezTo>
                  <a:pt x="311236" y="55341"/>
                  <a:pt x="310574" y="52794"/>
                  <a:pt x="309595" y="50951"/>
                </a:cubicBezTo>
                <a:cubicBezTo>
                  <a:pt x="308617" y="49109"/>
                  <a:pt x="307451" y="47785"/>
                  <a:pt x="306098" y="46979"/>
                </a:cubicBezTo>
                <a:cubicBezTo>
                  <a:pt x="304745" y="46173"/>
                  <a:pt x="302974" y="45770"/>
                  <a:pt x="300787" y="45770"/>
                </a:cubicBezTo>
                <a:cubicBezTo>
                  <a:pt x="299290" y="45770"/>
                  <a:pt x="297908" y="46000"/>
                  <a:pt x="296641" y="46461"/>
                </a:cubicBezTo>
                <a:cubicBezTo>
                  <a:pt x="295375" y="46921"/>
                  <a:pt x="294094" y="47627"/>
                  <a:pt x="292799" y="48577"/>
                </a:cubicBezTo>
                <a:cubicBezTo>
                  <a:pt x="291503" y="49526"/>
                  <a:pt x="290395" y="50491"/>
                  <a:pt x="289474" y="51470"/>
                </a:cubicBezTo>
                <a:cubicBezTo>
                  <a:pt x="288553" y="52448"/>
                  <a:pt x="287819" y="53542"/>
                  <a:pt x="287272" y="54751"/>
                </a:cubicBezTo>
                <a:cubicBezTo>
                  <a:pt x="286725" y="55960"/>
                  <a:pt x="286350" y="57313"/>
                  <a:pt x="286149" y="58810"/>
                </a:cubicBezTo>
                <a:cubicBezTo>
                  <a:pt x="285947" y="60307"/>
                  <a:pt x="285847" y="62754"/>
                  <a:pt x="285847" y="66150"/>
                </a:cubicBezTo>
                <a:lnTo>
                  <a:pt x="285847" y="94303"/>
                </a:lnTo>
                <a:cubicBezTo>
                  <a:pt x="285847" y="98218"/>
                  <a:pt x="285919" y="101212"/>
                  <a:pt x="286063" y="103285"/>
                </a:cubicBezTo>
                <a:cubicBezTo>
                  <a:pt x="286207" y="105357"/>
                  <a:pt x="286509" y="107027"/>
                  <a:pt x="286969" y="108293"/>
                </a:cubicBezTo>
                <a:cubicBezTo>
                  <a:pt x="287430" y="109560"/>
                  <a:pt x="288164" y="110611"/>
                  <a:pt x="289171" y="111445"/>
                </a:cubicBezTo>
                <a:cubicBezTo>
                  <a:pt x="290179" y="112280"/>
                  <a:pt x="291748" y="112985"/>
                  <a:pt x="293878" y="113561"/>
                </a:cubicBezTo>
                <a:lnTo>
                  <a:pt x="293878" y="119261"/>
                </a:lnTo>
                <a:lnTo>
                  <a:pt x="252771" y="119261"/>
                </a:lnTo>
                <a:lnTo>
                  <a:pt x="252771" y="113561"/>
                </a:lnTo>
                <a:cubicBezTo>
                  <a:pt x="255420" y="112928"/>
                  <a:pt x="257248" y="112007"/>
                  <a:pt x="258255" y="110798"/>
                </a:cubicBezTo>
                <a:cubicBezTo>
                  <a:pt x="259263" y="109589"/>
                  <a:pt x="259939" y="107933"/>
                  <a:pt x="260285" y="105832"/>
                </a:cubicBezTo>
                <a:cubicBezTo>
                  <a:pt x="260630" y="103731"/>
                  <a:pt x="260803" y="99917"/>
                  <a:pt x="260803" y="94390"/>
                </a:cubicBezTo>
                <a:lnTo>
                  <a:pt x="260803" y="71246"/>
                </a:lnTo>
                <a:cubicBezTo>
                  <a:pt x="260803" y="67446"/>
                  <a:pt x="260731" y="64236"/>
                  <a:pt x="260587" y="61617"/>
                </a:cubicBezTo>
                <a:cubicBezTo>
                  <a:pt x="260443" y="58997"/>
                  <a:pt x="260198" y="56881"/>
                  <a:pt x="259853" y="55269"/>
                </a:cubicBezTo>
                <a:cubicBezTo>
                  <a:pt x="259507" y="53657"/>
                  <a:pt x="259032" y="52247"/>
                  <a:pt x="258428" y="51038"/>
                </a:cubicBezTo>
                <a:cubicBezTo>
                  <a:pt x="257823" y="49829"/>
                  <a:pt x="257133" y="48850"/>
                  <a:pt x="256355" y="48102"/>
                </a:cubicBezTo>
                <a:cubicBezTo>
                  <a:pt x="255578" y="47353"/>
                  <a:pt x="254657" y="46777"/>
                  <a:pt x="253592" y="46374"/>
                </a:cubicBezTo>
                <a:cubicBezTo>
                  <a:pt x="252527" y="45971"/>
                  <a:pt x="251188" y="45770"/>
                  <a:pt x="249576" y="45770"/>
                </a:cubicBezTo>
                <a:cubicBezTo>
                  <a:pt x="247446" y="45770"/>
                  <a:pt x="245215" y="46432"/>
                  <a:pt x="242883" y="47756"/>
                </a:cubicBezTo>
                <a:cubicBezTo>
                  <a:pt x="240552" y="49080"/>
                  <a:pt x="238594" y="50923"/>
                  <a:pt x="237011" y="53283"/>
                </a:cubicBezTo>
                <a:cubicBezTo>
                  <a:pt x="235428" y="55644"/>
                  <a:pt x="234636" y="58177"/>
                  <a:pt x="234636" y="60883"/>
                </a:cubicBezTo>
                <a:lnTo>
                  <a:pt x="234636" y="94303"/>
                </a:lnTo>
                <a:cubicBezTo>
                  <a:pt x="234636" y="99715"/>
                  <a:pt x="234795" y="103500"/>
                  <a:pt x="235111" y="105659"/>
                </a:cubicBezTo>
                <a:cubicBezTo>
                  <a:pt x="235428" y="107818"/>
                  <a:pt x="236104" y="109517"/>
                  <a:pt x="237141" y="110755"/>
                </a:cubicBezTo>
                <a:cubicBezTo>
                  <a:pt x="238177" y="111992"/>
                  <a:pt x="239990" y="112928"/>
                  <a:pt x="242581" y="113561"/>
                </a:cubicBezTo>
                <a:lnTo>
                  <a:pt x="242581" y="119261"/>
                </a:lnTo>
                <a:lnTo>
                  <a:pt x="201216" y="119261"/>
                </a:lnTo>
                <a:lnTo>
                  <a:pt x="201216" y="113561"/>
                </a:lnTo>
                <a:cubicBezTo>
                  <a:pt x="203979" y="112813"/>
                  <a:pt x="205893" y="111834"/>
                  <a:pt x="206958" y="110625"/>
                </a:cubicBezTo>
                <a:cubicBezTo>
                  <a:pt x="208023" y="109416"/>
                  <a:pt x="208743" y="107775"/>
                  <a:pt x="209117" y="105703"/>
                </a:cubicBezTo>
                <a:cubicBezTo>
                  <a:pt x="209492" y="103630"/>
                  <a:pt x="209679" y="99859"/>
                  <a:pt x="209679" y="94390"/>
                </a:cubicBezTo>
                <a:lnTo>
                  <a:pt x="209679" y="58896"/>
                </a:lnTo>
                <a:cubicBezTo>
                  <a:pt x="209679" y="54636"/>
                  <a:pt x="209607" y="51484"/>
                  <a:pt x="209463" y="49440"/>
                </a:cubicBezTo>
                <a:cubicBezTo>
                  <a:pt x="209319" y="47396"/>
                  <a:pt x="208973" y="45756"/>
                  <a:pt x="208426" y="44518"/>
                </a:cubicBezTo>
                <a:cubicBezTo>
                  <a:pt x="207880" y="43280"/>
                  <a:pt x="207045" y="42272"/>
                  <a:pt x="205922" y="41495"/>
                </a:cubicBezTo>
                <a:cubicBezTo>
                  <a:pt x="204799" y="40718"/>
                  <a:pt x="202856" y="40041"/>
                  <a:pt x="200093" y="39466"/>
                </a:cubicBezTo>
                <a:lnTo>
                  <a:pt x="200093" y="33593"/>
                </a:lnTo>
                <a:lnTo>
                  <a:pt x="223755" y="32903"/>
                </a:lnTo>
                <a:lnTo>
                  <a:pt x="234636" y="32903"/>
                </a:lnTo>
                <a:lnTo>
                  <a:pt x="233341" y="45338"/>
                </a:lnTo>
                <a:close/>
                <a:moveTo>
                  <a:pt x="391102" y="45338"/>
                </a:moveTo>
                <a:lnTo>
                  <a:pt x="392138" y="45597"/>
                </a:lnTo>
                <a:cubicBezTo>
                  <a:pt x="397377" y="40704"/>
                  <a:pt x="402098" y="37249"/>
                  <a:pt x="406301" y="35234"/>
                </a:cubicBezTo>
                <a:cubicBezTo>
                  <a:pt x="410503" y="33219"/>
                  <a:pt x="414793" y="32212"/>
                  <a:pt x="419168" y="32212"/>
                </a:cubicBezTo>
                <a:cubicBezTo>
                  <a:pt x="423428" y="32212"/>
                  <a:pt x="426969" y="32759"/>
                  <a:pt x="429790" y="33852"/>
                </a:cubicBezTo>
                <a:cubicBezTo>
                  <a:pt x="432611" y="34946"/>
                  <a:pt x="435000" y="36544"/>
                  <a:pt x="436958" y="38645"/>
                </a:cubicBezTo>
                <a:cubicBezTo>
                  <a:pt x="438915" y="40747"/>
                  <a:pt x="440499" y="43496"/>
                  <a:pt x="441708" y="46893"/>
                </a:cubicBezTo>
                <a:cubicBezTo>
                  <a:pt x="447522" y="41481"/>
                  <a:pt x="452574" y="37681"/>
                  <a:pt x="456863" y="35493"/>
                </a:cubicBezTo>
                <a:cubicBezTo>
                  <a:pt x="461153" y="33306"/>
                  <a:pt x="465629" y="32212"/>
                  <a:pt x="470292" y="32212"/>
                </a:cubicBezTo>
                <a:cubicBezTo>
                  <a:pt x="474898" y="32212"/>
                  <a:pt x="478712" y="32816"/>
                  <a:pt x="481735" y="34025"/>
                </a:cubicBezTo>
                <a:cubicBezTo>
                  <a:pt x="484757" y="35234"/>
                  <a:pt x="487247" y="37105"/>
                  <a:pt x="489205" y="39638"/>
                </a:cubicBezTo>
                <a:cubicBezTo>
                  <a:pt x="491162" y="42172"/>
                  <a:pt x="492587" y="45338"/>
                  <a:pt x="493479" y="49138"/>
                </a:cubicBezTo>
                <a:cubicBezTo>
                  <a:pt x="494372" y="52938"/>
                  <a:pt x="494818" y="57486"/>
                  <a:pt x="494818" y="62782"/>
                </a:cubicBezTo>
                <a:lnTo>
                  <a:pt x="494818" y="94303"/>
                </a:lnTo>
                <a:cubicBezTo>
                  <a:pt x="494818" y="96836"/>
                  <a:pt x="494861" y="99211"/>
                  <a:pt x="494947" y="101428"/>
                </a:cubicBezTo>
                <a:cubicBezTo>
                  <a:pt x="495034" y="103644"/>
                  <a:pt x="495250" y="105415"/>
                  <a:pt x="495595" y="106739"/>
                </a:cubicBezTo>
                <a:cubicBezTo>
                  <a:pt x="495941" y="108063"/>
                  <a:pt x="496416" y="109143"/>
                  <a:pt x="497020" y="109977"/>
                </a:cubicBezTo>
                <a:cubicBezTo>
                  <a:pt x="497625" y="110812"/>
                  <a:pt x="498474" y="111517"/>
                  <a:pt x="499568" y="112093"/>
                </a:cubicBezTo>
                <a:cubicBezTo>
                  <a:pt x="500662" y="112669"/>
                  <a:pt x="501986" y="113158"/>
                  <a:pt x="503540" y="113561"/>
                </a:cubicBezTo>
                <a:lnTo>
                  <a:pt x="503540" y="119261"/>
                </a:lnTo>
                <a:lnTo>
                  <a:pt x="461915" y="119261"/>
                </a:lnTo>
                <a:lnTo>
                  <a:pt x="461915" y="113561"/>
                </a:lnTo>
                <a:cubicBezTo>
                  <a:pt x="464506" y="112928"/>
                  <a:pt x="466291" y="112007"/>
                  <a:pt x="467270" y="110798"/>
                </a:cubicBezTo>
                <a:cubicBezTo>
                  <a:pt x="468248" y="109589"/>
                  <a:pt x="468925" y="107919"/>
                  <a:pt x="469299" y="105789"/>
                </a:cubicBezTo>
                <a:cubicBezTo>
                  <a:pt x="469673" y="103659"/>
                  <a:pt x="469860" y="99859"/>
                  <a:pt x="469860" y="94390"/>
                </a:cubicBezTo>
                <a:lnTo>
                  <a:pt x="469860" y="71246"/>
                </a:lnTo>
                <a:cubicBezTo>
                  <a:pt x="469860" y="66064"/>
                  <a:pt x="469688" y="61847"/>
                  <a:pt x="469342" y="58594"/>
                </a:cubicBezTo>
                <a:cubicBezTo>
                  <a:pt x="468997" y="55341"/>
                  <a:pt x="468335" y="52794"/>
                  <a:pt x="467356" y="50951"/>
                </a:cubicBezTo>
                <a:cubicBezTo>
                  <a:pt x="466377" y="49109"/>
                  <a:pt x="465211" y="47785"/>
                  <a:pt x="463858" y="46979"/>
                </a:cubicBezTo>
                <a:cubicBezTo>
                  <a:pt x="462506" y="46173"/>
                  <a:pt x="460735" y="45770"/>
                  <a:pt x="458547" y="45770"/>
                </a:cubicBezTo>
                <a:cubicBezTo>
                  <a:pt x="457051" y="45770"/>
                  <a:pt x="455669" y="46000"/>
                  <a:pt x="454402" y="46461"/>
                </a:cubicBezTo>
                <a:cubicBezTo>
                  <a:pt x="453136" y="46921"/>
                  <a:pt x="451855" y="47627"/>
                  <a:pt x="450559" y="48577"/>
                </a:cubicBezTo>
                <a:cubicBezTo>
                  <a:pt x="449264" y="49526"/>
                  <a:pt x="448156" y="50491"/>
                  <a:pt x="447234" y="51470"/>
                </a:cubicBezTo>
                <a:cubicBezTo>
                  <a:pt x="446313" y="52448"/>
                  <a:pt x="445579" y="53542"/>
                  <a:pt x="445032" y="54751"/>
                </a:cubicBezTo>
                <a:cubicBezTo>
                  <a:pt x="444485" y="55960"/>
                  <a:pt x="444111" y="57313"/>
                  <a:pt x="443910" y="58810"/>
                </a:cubicBezTo>
                <a:cubicBezTo>
                  <a:pt x="443708" y="60307"/>
                  <a:pt x="443607" y="62754"/>
                  <a:pt x="443607" y="66150"/>
                </a:cubicBezTo>
                <a:lnTo>
                  <a:pt x="443607" y="94303"/>
                </a:lnTo>
                <a:cubicBezTo>
                  <a:pt x="443607" y="98218"/>
                  <a:pt x="443679" y="101212"/>
                  <a:pt x="443823" y="103285"/>
                </a:cubicBezTo>
                <a:cubicBezTo>
                  <a:pt x="443967" y="105357"/>
                  <a:pt x="444270" y="107027"/>
                  <a:pt x="444730" y="108293"/>
                </a:cubicBezTo>
                <a:cubicBezTo>
                  <a:pt x="445191" y="109560"/>
                  <a:pt x="445925" y="110611"/>
                  <a:pt x="446932" y="111445"/>
                </a:cubicBezTo>
                <a:cubicBezTo>
                  <a:pt x="447940" y="112280"/>
                  <a:pt x="449509" y="112985"/>
                  <a:pt x="451639" y="113561"/>
                </a:cubicBezTo>
                <a:lnTo>
                  <a:pt x="451639" y="119261"/>
                </a:lnTo>
                <a:lnTo>
                  <a:pt x="410532" y="119261"/>
                </a:lnTo>
                <a:lnTo>
                  <a:pt x="410532" y="113561"/>
                </a:lnTo>
                <a:cubicBezTo>
                  <a:pt x="413181" y="112928"/>
                  <a:pt x="415008" y="112007"/>
                  <a:pt x="416016" y="110798"/>
                </a:cubicBezTo>
                <a:cubicBezTo>
                  <a:pt x="417023" y="109589"/>
                  <a:pt x="417700" y="107933"/>
                  <a:pt x="418045" y="105832"/>
                </a:cubicBezTo>
                <a:cubicBezTo>
                  <a:pt x="418391" y="103731"/>
                  <a:pt x="418564" y="99917"/>
                  <a:pt x="418564" y="94390"/>
                </a:cubicBezTo>
                <a:lnTo>
                  <a:pt x="418564" y="71246"/>
                </a:lnTo>
                <a:cubicBezTo>
                  <a:pt x="418564" y="67446"/>
                  <a:pt x="418492" y="64236"/>
                  <a:pt x="418348" y="61617"/>
                </a:cubicBezTo>
                <a:cubicBezTo>
                  <a:pt x="418204" y="58997"/>
                  <a:pt x="417959" y="56881"/>
                  <a:pt x="417614" y="55269"/>
                </a:cubicBezTo>
                <a:cubicBezTo>
                  <a:pt x="417268" y="53657"/>
                  <a:pt x="416793" y="52247"/>
                  <a:pt x="416189" y="51038"/>
                </a:cubicBezTo>
                <a:cubicBezTo>
                  <a:pt x="415584" y="49829"/>
                  <a:pt x="414893" y="48850"/>
                  <a:pt x="414116" y="48102"/>
                </a:cubicBezTo>
                <a:cubicBezTo>
                  <a:pt x="413339" y="47353"/>
                  <a:pt x="412418" y="46777"/>
                  <a:pt x="411353" y="46374"/>
                </a:cubicBezTo>
                <a:cubicBezTo>
                  <a:pt x="410288" y="45971"/>
                  <a:pt x="408949" y="45770"/>
                  <a:pt x="407337" y="45770"/>
                </a:cubicBezTo>
                <a:cubicBezTo>
                  <a:pt x="405207" y="45770"/>
                  <a:pt x="402976" y="46432"/>
                  <a:pt x="400644" y="47756"/>
                </a:cubicBezTo>
                <a:cubicBezTo>
                  <a:pt x="398313" y="49080"/>
                  <a:pt x="396355" y="50923"/>
                  <a:pt x="394772" y="53283"/>
                </a:cubicBezTo>
                <a:cubicBezTo>
                  <a:pt x="393189" y="55644"/>
                  <a:pt x="392397" y="58177"/>
                  <a:pt x="392397" y="60883"/>
                </a:cubicBezTo>
                <a:lnTo>
                  <a:pt x="392397" y="94303"/>
                </a:lnTo>
                <a:cubicBezTo>
                  <a:pt x="392397" y="99715"/>
                  <a:pt x="392555" y="103500"/>
                  <a:pt x="392872" y="105659"/>
                </a:cubicBezTo>
                <a:cubicBezTo>
                  <a:pt x="393189" y="107818"/>
                  <a:pt x="393865" y="109517"/>
                  <a:pt x="394901" y="110755"/>
                </a:cubicBezTo>
                <a:cubicBezTo>
                  <a:pt x="395938" y="111992"/>
                  <a:pt x="397751" y="112928"/>
                  <a:pt x="400342" y="113561"/>
                </a:cubicBezTo>
                <a:lnTo>
                  <a:pt x="400342" y="119261"/>
                </a:lnTo>
                <a:lnTo>
                  <a:pt x="358976" y="119261"/>
                </a:lnTo>
                <a:lnTo>
                  <a:pt x="358976" y="113561"/>
                </a:lnTo>
                <a:cubicBezTo>
                  <a:pt x="361740" y="112813"/>
                  <a:pt x="363654" y="111834"/>
                  <a:pt x="364719" y="110625"/>
                </a:cubicBezTo>
                <a:cubicBezTo>
                  <a:pt x="365784" y="109416"/>
                  <a:pt x="366504" y="107775"/>
                  <a:pt x="366878" y="105703"/>
                </a:cubicBezTo>
                <a:cubicBezTo>
                  <a:pt x="367252" y="103630"/>
                  <a:pt x="367439" y="99859"/>
                  <a:pt x="367439" y="94390"/>
                </a:cubicBezTo>
                <a:lnTo>
                  <a:pt x="367439" y="58896"/>
                </a:lnTo>
                <a:cubicBezTo>
                  <a:pt x="367439" y="54636"/>
                  <a:pt x="367367" y="51484"/>
                  <a:pt x="367224" y="49440"/>
                </a:cubicBezTo>
                <a:cubicBezTo>
                  <a:pt x="367080" y="47396"/>
                  <a:pt x="366734" y="45756"/>
                  <a:pt x="366187" y="44518"/>
                </a:cubicBezTo>
                <a:cubicBezTo>
                  <a:pt x="365640" y="43280"/>
                  <a:pt x="364805" y="42272"/>
                  <a:pt x="363683" y="41495"/>
                </a:cubicBezTo>
                <a:cubicBezTo>
                  <a:pt x="362560" y="40718"/>
                  <a:pt x="360617" y="40041"/>
                  <a:pt x="357854" y="39466"/>
                </a:cubicBezTo>
                <a:lnTo>
                  <a:pt x="357854" y="33593"/>
                </a:lnTo>
                <a:lnTo>
                  <a:pt x="381516" y="32903"/>
                </a:lnTo>
                <a:lnTo>
                  <a:pt x="392397" y="32903"/>
                </a:lnTo>
                <a:lnTo>
                  <a:pt x="391102" y="45338"/>
                </a:lnTo>
                <a:close/>
                <a:moveTo>
                  <a:pt x="594891" y="103544"/>
                </a:moveTo>
                <a:cubicBezTo>
                  <a:pt x="589019" y="109761"/>
                  <a:pt x="583204" y="114166"/>
                  <a:pt x="577447" y="116756"/>
                </a:cubicBezTo>
                <a:cubicBezTo>
                  <a:pt x="571690" y="119347"/>
                  <a:pt x="565069" y="120643"/>
                  <a:pt x="557585" y="120643"/>
                </a:cubicBezTo>
                <a:cubicBezTo>
                  <a:pt x="544170" y="120643"/>
                  <a:pt x="534081" y="116972"/>
                  <a:pt x="527316" y="109632"/>
                </a:cubicBezTo>
                <a:cubicBezTo>
                  <a:pt x="520551" y="102291"/>
                  <a:pt x="517169" y="91396"/>
                  <a:pt x="517169" y="76945"/>
                </a:cubicBezTo>
                <a:cubicBezTo>
                  <a:pt x="517169" y="67619"/>
                  <a:pt x="518910" y="59573"/>
                  <a:pt x="522393" y="52808"/>
                </a:cubicBezTo>
                <a:cubicBezTo>
                  <a:pt x="525877" y="46043"/>
                  <a:pt x="530813" y="40919"/>
                  <a:pt x="537204" y="37436"/>
                </a:cubicBezTo>
                <a:cubicBezTo>
                  <a:pt x="543594" y="33953"/>
                  <a:pt x="551021" y="32212"/>
                  <a:pt x="559484" y="32212"/>
                </a:cubicBezTo>
                <a:cubicBezTo>
                  <a:pt x="564723" y="32212"/>
                  <a:pt x="569315" y="32816"/>
                  <a:pt x="573259" y="34025"/>
                </a:cubicBezTo>
                <a:cubicBezTo>
                  <a:pt x="577202" y="35234"/>
                  <a:pt x="580585" y="36918"/>
                  <a:pt x="583406" y="39077"/>
                </a:cubicBezTo>
                <a:cubicBezTo>
                  <a:pt x="586227" y="41236"/>
                  <a:pt x="588558" y="43841"/>
                  <a:pt x="590401" y="46893"/>
                </a:cubicBezTo>
                <a:cubicBezTo>
                  <a:pt x="592588" y="50520"/>
                  <a:pt x="594229" y="54665"/>
                  <a:pt x="595323" y="59328"/>
                </a:cubicBezTo>
                <a:cubicBezTo>
                  <a:pt x="596475" y="64107"/>
                  <a:pt x="597079" y="69893"/>
                  <a:pt x="597137" y="76686"/>
                </a:cubicBezTo>
                <a:lnTo>
                  <a:pt x="542385" y="76686"/>
                </a:lnTo>
                <a:cubicBezTo>
                  <a:pt x="542443" y="87107"/>
                  <a:pt x="544300" y="94778"/>
                  <a:pt x="547956" y="99701"/>
                </a:cubicBezTo>
                <a:cubicBezTo>
                  <a:pt x="551611" y="104623"/>
                  <a:pt x="557181" y="107084"/>
                  <a:pt x="564666" y="107084"/>
                </a:cubicBezTo>
                <a:cubicBezTo>
                  <a:pt x="569041" y="107084"/>
                  <a:pt x="572985" y="106264"/>
                  <a:pt x="576497" y="104623"/>
                </a:cubicBezTo>
                <a:cubicBezTo>
                  <a:pt x="580009" y="102982"/>
                  <a:pt x="583809" y="100089"/>
                  <a:pt x="587896" y="95944"/>
                </a:cubicBezTo>
                <a:lnTo>
                  <a:pt x="594891" y="103544"/>
                </a:lnTo>
                <a:moveTo>
                  <a:pt x="571575" y="67359"/>
                </a:moveTo>
                <a:cubicBezTo>
                  <a:pt x="571344" y="58551"/>
                  <a:pt x="570193" y="51988"/>
                  <a:pt x="568120" y="47670"/>
                </a:cubicBezTo>
                <a:cubicBezTo>
                  <a:pt x="566048" y="43352"/>
                  <a:pt x="562708" y="41193"/>
                  <a:pt x="558103" y="41193"/>
                </a:cubicBezTo>
                <a:cubicBezTo>
                  <a:pt x="553670" y="41193"/>
                  <a:pt x="550143" y="43438"/>
                  <a:pt x="547524" y="47929"/>
                </a:cubicBezTo>
                <a:cubicBezTo>
                  <a:pt x="544904" y="52419"/>
                  <a:pt x="543335" y="58896"/>
                  <a:pt x="542817" y="67359"/>
                </a:cubicBezTo>
                <a:lnTo>
                  <a:pt x="571575" y="67359"/>
                </a:lnTo>
                <a:close/>
                <a:moveTo>
                  <a:pt x="704522" y="119261"/>
                </a:moveTo>
                <a:lnTo>
                  <a:pt x="662639" y="119261"/>
                </a:lnTo>
                <a:lnTo>
                  <a:pt x="662639" y="113561"/>
                </a:lnTo>
                <a:cubicBezTo>
                  <a:pt x="665287" y="112928"/>
                  <a:pt x="667129" y="111992"/>
                  <a:pt x="668166" y="110755"/>
                </a:cubicBezTo>
                <a:cubicBezTo>
                  <a:pt x="669202" y="109517"/>
                  <a:pt x="669907" y="107847"/>
                  <a:pt x="670281" y="105746"/>
                </a:cubicBezTo>
                <a:cubicBezTo>
                  <a:pt x="670656" y="103644"/>
                  <a:pt x="670843" y="99859"/>
                  <a:pt x="670843" y="94390"/>
                </a:cubicBezTo>
                <a:lnTo>
                  <a:pt x="670843" y="71332"/>
                </a:lnTo>
                <a:cubicBezTo>
                  <a:pt x="670843" y="67244"/>
                  <a:pt x="670756" y="63891"/>
                  <a:pt x="670584" y="61271"/>
                </a:cubicBezTo>
                <a:cubicBezTo>
                  <a:pt x="670411" y="58652"/>
                  <a:pt x="670137" y="56507"/>
                  <a:pt x="669763" y="54838"/>
                </a:cubicBezTo>
                <a:cubicBezTo>
                  <a:pt x="669389" y="53168"/>
                  <a:pt x="668871" y="51772"/>
                  <a:pt x="668209" y="50649"/>
                </a:cubicBezTo>
                <a:cubicBezTo>
                  <a:pt x="667547" y="49526"/>
                  <a:pt x="666813" y="48605"/>
                  <a:pt x="666007" y="47886"/>
                </a:cubicBezTo>
                <a:cubicBezTo>
                  <a:pt x="665201" y="47166"/>
                  <a:pt x="664279" y="46633"/>
                  <a:pt x="663243" y="46288"/>
                </a:cubicBezTo>
                <a:cubicBezTo>
                  <a:pt x="662207" y="45943"/>
                  <a:pt x="660883" y="45770"/>
                  <a:pt x="659271" y="45770"/>
                </a:cubicBezTo>
                <a:cubicBezTo>
                  <a:pt x="657083" y="45770"/>
                  <a:pt x="654809" y="46446"/>
                  <a:pt x="652448" y="47799"/>
                </a:cubicBezTo>
                <a:cubicBezTo>
                  <a:pt x="650088" y="49152"/>
                  <a:pt x="648102" y="51023"/>
                  <a:pt x="646490" y="53413"/>
                </a:cubicBezTo>
                <a:cubicBezTo>
                  <a:pt x="644878" y="55802"/>
                  <a:pt x="644072" y="58349"/>
                  <a:pt x="644072" y="61055"/>
                </a:cubicBezTo>
                <a:lnTo>
                  <a:pt x="644072" y="94303"/>
                </a:lnTo>
                <a:cubicBezTo>
                  <a:pt x="644072" y="99773"/>
                  <a:pt x="644244" y="103572"/>
                  <a:pt x="644590" y="105703"/>
                </a:cubicBezTo>
                <a:cubicBezTo>
                  <a:pt x="644935" y="107833"/>
                  <a:pt x="645640" y="109517"/>
                  <a:pt x="646705" y="110755"/>
                </a:cubicBezTo>
                <a:cubicBezTo>
                  <a:pt x="647771" y="111992"/>
                  <a:pt x="649656" y="112928"/>
                  <a:pt x="652362" y="113561"/>
                </a:cubicBezTo>
                <a:lnTo>
                  <a:pt x="652362" y="119261"/>
                </a:lnTo>
                <a:lnTo>
                  <a:pt x="610651" y="119261"/>
                </a:lnTo>
                <a:lnTo>
                  <a:pt x="610651" y="113561"/>
                </a:lnTo>
                <a:cubicBezTo>
                  <a:pt x="613414" y="112813"/>
                  <a:pt x="615329" y="111834"/>
                  <a:pt x="616394" y="110625"/>
                </a:cubicBezTo>
                <a:cubicBezTo>
                  <a:pt x="617459" y="109416"/>
                  <a:pt x="618178" y="107775"/>
                  <a:pt x="618553" y="105703"/>
                </a:cubicBezTo>
                <a:cubicBezTo>
                  <a:pt x="618927" y="103630"/>
                  <a:pt x="619114" y="99859"/>
                  <a:pt x="619114" y="94390"/>
                </a:cubicBezTo>
                <a:lnTo>
                  <a:pt x="619114" y="58896"/>
                </a:lnTo>
                <a:cubicBezTo>
                  <a:pt x="619114" y="54636"/>
                  <a:pt x="619042" y="51484"/>
                  <a:pt x="618898" y="49440"/>
                </a:cubicBezTo>
                <a:cubicBezTo>
                  <a:pt x="618754" y="47396"/>
                  <a:pt x="618409" y="45756"/>
                  <a:pt x="617862" y="44518"/>
                </a:cubicBezTo>
                <a:cubicBezTo>
                  <a:pt x="617315" y="43280"/>
                  <a:pt x="616480" y="42272"/>
                  <a:pt x="615357" y="41495"/>
                </a:cubicBezTo>
                <a:cubicBezTo>
                  <a:pt x="614235" y="40718"/>
                  <a:pt x="612292" y="40041"/>
                  <a:pt x="609528" y="39466"/>
                </a:cubicBezTo>
                <a:lnTo>
                  <a:pt x="609528" y="33593"/>
                </a:lnTo>
                <a:lnTo>
                  <a:pt x="633190" y="32903"/>
                </a:lnTo>
                <a:lnTo>
                  <a:pt x="644072" y="32903"/>
                </a:lnTo>
                <a:lnTo>
                  <a:pt x="642776" y="45338"/>
                </a:lnTo>
                <a:lnTo>
                  <a:pt x="643812" y="45597"/>
                </a:lnTo>
                <a:cubicBezTo>
                  <a:pt x="647382" y="42431"/>
                  <a:pt x="650520" y="39941"/>
                  <a:pt x="653226" y="38127"/>
                </a:cubicBezTo>
                <a:cubicBezTo>
                  <a:pt x="655931" y="36314"/>
                  <a:pt x="658767" y="34874"/>
                  <a:pt x="661732" y="33809"/>
                </a:cubicBezTo>
                <a:cubicBezTo>
                  <a:pt x="664697" y="32744"/>
                  <a:pt x="667820" y="32212"/>
                  <a:pt x="671102" y="32212"/>
                </a:cubicBezTo>
                <a:cubicBezTo>
                  <a:pt x="675823" y="32212"/>
                  <a:pt x="679738" y="32888"/>
                  <a:pt x="682846" y="34241"/>
                </a:cubicBezTo>
                <a:cubicBezTo>
                  <a:pt x="685955" y="35594"/>
                  <a:pt x="688474" y="37566"/>
                  <a:pt x="690403" y="40157"/>
                </a:cubicBezTo>
                <a:cubicBezTo>
                  <a:pt x="692331" y="42747"/>
                  <a:pt x="693713" y="45914"/>
                  <a:pt x="694548" y="49656"/>
                </a:cubicBezTo>
                <a:cubicBezTo>
                  <a:pt x="695383" y="53398"/>
                  <a:pt x="695800" y="57745"/>
                  <a:pt x="695800" y="62696"/>
                </a:cubicBezTo>
                <a:lnTo>
                  <a:pt x="695800" y="94303"/>
                </a:lnTo>
                <a:cubicBezTo>
                  <a:pt x="695800" y="96836"/>
                  <a:pt x="695843" y="99211"/>
                  <a:pt x="695930" y="101428"/>
                </a:cubicBezTo>
                <a:cubicBezTo>
                  <a:pt x="696016" y="103644"/>
                  <a:pt x="696232" y="105415"/>
                  <a:pt x="696577" y="106739"/>
                </a:cubicBezTo>
                <a:cubicBezTo>
                  <a:pt x="696923" y="108063"/>
                  <a:pt x="697398" y="109143"/>
                  <a:pt x="698002" y="109977"/>
                </a:cubicBezTo>
                <a:cubicBezTo>
                  <a:pt x="698607" y="110812"/>
                  <a:pt x="699456" y="111517"/>
                  <a:pt x="700550" y="112093"/>
                </a:cubicBezTo>
                <a:cubicBezTo>
                  <a:pt x="701644" y="112669"/>
                  <a:pt x="702968" y="113158"/>
                  <a:pt x="704522" y="113561"/>
                </a:cubicBezTo>
                <a:lnTo>
                  <a:pt x="704522" y="119261"/>
                </a:lnTo>
                <a:close/>
                <a:moveTo>
                  <a:pt x="776544" y="108898"/>
                </a:moveTo>
                <a:cubicBezTo>
                  <a:pt x="771478" y="113216"/>
                  <a:pt x="766872" y="116253"/>
                  <a:pt x="762727" y="118009"/>
                </a:cubicBezTo>
                <a:cubicBezTo>
                  <a:pt x="758582" y="119765"/>
                  <a:pt x="754206" y="120643"/>
                  <a:pt x="749601" y="120643"/>
                </a:cubicBezTo>
                <a:cubicBezTo>
                  <a:pt x="741022" y="120643"/>
                  <a:pt x="734617" y="118325"/>
                  <a:pt x="730386" y="113691"/>
                </a:cubicBezTo>
                <a:cubicBezTo>
                  <a:pt x="726154" y="109056"/>
                  <a:pt x="724039" y="102047"/>
                  <a:pt x="724039" y="92662"/>
                </a:cubicBezTo>
                <a:lnTo>
                  <a:pt x="724039" y="44388"/>
                </a:lnTo>
                <a:lnTo>
                  <a:pt x="713244" y="44388"/>
                </a:lnTo>
                <a:lnTo>
                  <a:pt x="713244" y="38429"/>
                </a:lnTo>
                <a:cubicBezTo>
                  <a:pt x="716756" y="37854"/>
                  <a:pt x="719346" y="36990"/>
                  <a:pt x="721016" y="35839"/>
                </a:cubicBezTo>
                <a:cubicBezTo>
                  <a:pt x="722686" y="34687"/>
                  <a:pt x="723981" y="33147"/>
                  <a:pt x="724902" y="31219"/>
                </a:cubicBezTo>
                <a:cubicBezTo>
                  <a:pt x="725823" y="29290"/>
                  <a:pt x="726557" y="26771"/>
                  <a:pt x="727104" y="23662"/>
                </a:cubicBezTo>
                <a:cubicBezTo>
                  <a:pt x="727651" y="20553"/>
                  <a:pt x="728069" y="16667"/>
                  <a:pt x="728356" y="12004"/>
                </a:cubicBezTo>
                <a:lnTo>
                  <a:pt x="748996" y="12004"/>
                </a:lnTo>
                <a:lnTo>
                  <a:pt x="748996" y="33593"/>
                </a:lnTo>
                <a:lnTo>
                  <a:pt x="773608" y="33593"/>
                </a:lnTo>
                <a:lnTo>
                  <a:pt x="773608" y="44388"/>
                </a:lnTo>
                <a:lnTo>
                  <a:pt x="748996" y="44388"/>
                </a:lnTo>
                <a:lnTo>
                  <a:pt x="748996" y="83336"/>
                </a:lnTo>
                <a:cubicBezTo>
                  <a:pt x="748996" y="89841"/>
                  <a:pt x="749298" y="94649"/>
                  <a:pt x="749903" y="97758"/>
                </a:cubicBezTo>
                <a:cubicBezTo>
                  <a:pt x="750507" y="100867"/>
                  <a:pt x="751529" y="103155"/>
                  <a:pt x="752969" y="104623"/>
                </a:cubicBezTo>
                <a:cubicBezTo>
                  <a:pt x="754408" y="106091"/>
                  <a:pt x="756193" y="106825"/>
                  <a:pt x="758323" y="106825"/>
                </a:cubicBezTo>
                <a:cubicBezTo>
                  <a:pt x="759935" y="106825"/>
                  <a:pt x="761374" y="106681"/>
                  <a:pt x="762641" y="106393"/>
                </a:cubicBezTo>
                <a:cubicBezTo>
                  <a:pt x="763907" y="106106"/>
                  <a:pt x="765246" y="105587"/>
                  <a:pt x="766656" y="104839"/>
                </a:cubicBezTo>
                <a:cubicBezTo>
                  <a:pt x="768067" y="104091"/>
                  <a:pt x="769549" y="103025"/>
                  <a:pt x="771104" y="101644"/>
                </a:cubicBezTo>
                <a:lnTo>
                  <a:pt x="776544" y="1088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DC9BC-C149-4C3D-9E2B-5921ACD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2" y="1124713"/>
            <a:ext cx="369052" cy="3284914"/>
          </a:xfrm>
          <a:custGeom xmlns:a="http://schemas.openxmlformats.org/drawingml/2006/main">
            <a:pathLst>
              <a:path w="369052" h="3284914">
                <a:moveTo>
                  <a:pt x="0" y="3235785"/>
                </a:moveTo>
                <a:lnTo>
                  <a:pt x="245641" y="3235785"/>
                </a:lnTo>
                <a:lnTo>
                  <a:pt x="245641" y="3284914"/>
                </a:lnTo>
                <a:lnTo>
                  <a:pt x="363549" y="3225960"/>
                </a:lnTo>
                <a:lnTo>
                  <a:pt x="245641" y="3167006"/>
                </a:lnTo>
                <a:lnTo>
                  <a:pt x="245641" y="3216134"/>
                </a:lnTo>
                <a:lnTo>
                  <a:pt x="19651" y="3216134"/>
                </a:lnTo>
                <a:lnTo>
                  <a:pt x="19651" y="19651"/>
                </a:lnTo>
                <a:lnTo>
                  <a:pt x="369052" y="19651"/>
                </a:lnTo>
                <a:lnTo>
                  <a:pt x="369052" y="0"/>
                </a:lnTo>
                <a:lnTo>
                  <a:pt x="0" y="0"/>
                </a:lnTo>
                <a:lnTo>
                  <a:pt x="0" y="3235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B4E0B-B842-480A-89DC-AB2E5231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014" y="2790751"/>
            <a:ext cx="1003947" cy="353724"/>
          </a:xfrm>
          <a:custGeom xmlns:a="http://schemas.openxmlformats.org/drawingml/2006/main">
            <a:pathLst>
              <a:path w="1003947" h="353724">
                <a:moveTo>
                  <a:pt x="0" y="353724"/>
                </a:moveTo>
                <a:lnTo>
                  <a:pt x="0" y="0"/>
                </a:lnTo>
                <a:lnTo>
                  <a:pt x="1003947" y="0"/>
                </a:lnTo>
                <a:lnTo>
                  <a:pt x="1003947" y="353724"/>
                </a:lnTo>
                <a:lnTo>
                  <a:pt x="0" y="353724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F8670-D5BB-4636-AC26-A4600C33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000" y="2790751"/>
            <a:ext cx="1348139" cy="353724"/>
          </a:xfrm>
          <a:custGeom xmlns:a="http://schemas.openxmlformats.org/drawingml/2006/main">
            <a:pathLst>
              <a:path w="1348139" h="353724">
                <a:moveTo>
                  <a:pt x="0" y="353724"/>
                </a:moveTo>
                <a:lnTo>
                  <a:pt x="0" y="0"/>
                </a:lnTo>
                <a:lnTo>
                  <a:pt x="1348139" y="0"/>
                </a:lnTo>
                <a:lnTo>
                  <a:pt x="1348139" y="353724"/>
                </a:lnTo>
                <a:lnTo>
                  <a:pt x="0" y="353724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F6086-3935-4E06-94FD-4B0F99B1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000" y="2780926"/>
            <a:ext cx="10" cy="1434546"/>
          </a:xfrm>
          <a:custGeom xmlns:a="http://schemas.openxmlformats.org/drawingml/2006/main">
            <a:pathLst>
              <a:path w="1" h="1434546" fill="none">
                <a:moveTo>
                  <a:pt x="0" y="0"/>
                </a:moveTo>
                <a:lnTo>
                  <a:pt x="0" y="1434546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D59B8-F3EE-4BFA-A9BA-D7EB6108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189" y="3144475"/>
            <a:ext cx="2371914" cy="10"/>
          </a:xfrm>
          <a:custGeom xmlns:a="http://schemas.openxmlformats.org/drawingml/2006/main">
            <a:pathLst>
              <a:path w="2371914" h="1" fill="none">
                <a:moveTo>
                  <a:pt x="0" y="0"/>
                </a:moveTo>
                <a:lnTo>
                  <a:pt x="237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3E7A5-4C36-4ABD-AD45-46063C9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189" y="3498199"/>
            <a:ext cx="2371914" cy="10"/>
          </a:xfrm>
          <a:custGeom xmlns:a="http://schemas.openxmlformats.org/drawingml/2006/main">
            <a:pathLst>
              <a:path w="2371914" h="1" fill="none">
                <a:moveTo>
                  <a:pt x="0" y="0"/>
                </a:moveTo>
                <a:lnTo>
                  <a:pt x="237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8F05F-B7FE-485F-973B-B803FECB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189" y="3851922"/>
            <a:ext cx="2371914" cy="10"/>
          </a:xfrm>
          <a:custGeom xmlns:a="http://schemas.openxmlformats.org/drawingml/2006/main">
            <a:pathLst>
              <a:path w="2371914" h="1" fill="none">
                <a:moveTo>
                  <a:pt x="0" y="0"/>
                </a:moveTo>
                <a:lnTo>
                  <a:pt x="237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98A38-9DAE-4793-A25B-7E6F0F2C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014" y="2780926"/>
            <a:ext cx="10" cy="1434546"/>
          </a:xfrm>
          <a:custGeom xmlns:a="http://schemas.openxmlformats.org/drawingml/2006/main">
            <a:pathLst>
              <a:path w="1" h="1434546" fill="none">
                <a:moveTo>
                  <a:pt x="0" y="0"/>
                </a:moveTo>
                <a:lnTo>
                  <a:pt x="0" y="1434546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B999E-C6EA-4204-AB6E-EAD2708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276" y="2780926"/>
            <a:ext cx="10" cy="1434546"/>
          </a:xfrm>
          <a:custGeom xmlns:a="http://schemas.openxmlformats.org/drawingml/2006/main">
            <a:pathLst>
              <a:path w="1" h="1434546" fill="none">
                <a:moveTo>
                  <a:pt x="0" y="0"/>
                </a:moveTo>
                <a:lnTo>
                  <a:pt x="0" y="1434546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9C914-BAA9-439E-B7E5-B67A5B2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189" y="2790751"/>
            <a:ext cx="2371914" cy="10"/>
          </a:xfrm>
          <a:custGeom xmlns:a="http://schemas.openxmlformats.org/drawingml/2006/main">
            <a:pathLst>
              <a:path w="2371914" h="1" fill="none">
                <a:moveTo>
                  <a:pt x="0" y="0"/>
                </a:moveTo>
                <a:lnTo>
                  <a:pt x="237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BD4C0-2767-4A48-A760-18D8A0D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189" y="4205646"/>
            <a:ext cx="2371914" cy="10"/>
          </a:xfrm>
          <a:custGeom xmlns:a="http://schemas.openxmlformats.org/drawingml/2006/main">
            <a:pathLst>
              <a:path w="2371914" h="1" fill="none">
                <a:moveTo>
                  <a:pt x="0" y="0"/>
                </a:moveTo>
                <a:lnTo>
                  <a:pt x="237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55" name="Text Code">
            <a:extLst xmlns:a="http://schemas.openxmlformats.org/drawingml/2006/main">
              <a:ext uri="{FF2B5EF4-FFF2-40B4-BE49-F238E27FC236}">
                <a16:creationId xmlns:a16="http://schemas.microsoft.com/office/drawing/2014/main" id="{08EF91BE-678E-4520-BDE7-16038839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164" y="2911156"/>
            <a:ext cx="387555" cy="125047"/>
          </a:xfrm>
          <a:custGeom xmlns:a="http://schemas.openxmlformats.org/drawingml/2006/main">
            <a:pathLst>
              <a:path w="387555" h="125047">
                <a:moveTo>
                  <a:pt x="85149" y="8463"/>
                </a:moveTo>
                <a:lnTo>
                  <a:pt x="85149" y="33507"/>
                </a:lnTo>
                <a:lnTo>
                  <a:pt x="73405" y="33507"/>
                </a:lnTo>
                <a:cubicBezTo>
                  <a:pt x="72023" y="27001"/>
                  <a:pt x="69835" y="22208"/>
                  <a:pt x="66841" y="19128"/>
                </a:cubicBezTo>
                <a:cubicBezTo>
                  <a:pt x="63848" y="16048"/>
                  <a:pt x="59933" y="14508"/>
                  <a:pt x="55097" y="14508"/>
                </a:cubicBezTo>
                <a:cubicBezTo>
                  <a:pt x="46000" y="14508"/>
                  <a:pt x="39120" y="18869"/>
                  <a:pt x="34457" y="27591"/>
                </a:cubicBezTo>
                <a:cubicBezTo>
                  <a:pt x="29794" y="36314"/>
                  <a:pt x="27462" y="49253"/>
                  <a:pt x="27462" y="66410"/>
                </a:cubicBezTo>
                <a:cubicBezTo>
                  <a:pt x="27462" y="82357"/>
                  <a:pt x="29592" y="94433"/>
                  <a:pt x="33852" y="102637"/>
                </a:cubicBezTo>
                <a:cubicBezTo>
                  <a:pt x="38113" y="110841"/>
                  <a:pt x="44359" y="114943"/>
                  <a:pt x="52592" y="114943"/>
                </a:cubicBezTo>
                <a:cubicBezTo>
                  <a:pt x="56795" y="114943"/>
                  <a:pt x="60221" y="114238"/>
                  <a:pt x="62869" y="112827"/>
                </a:cubicBezTo>
                <a:cubicBezTo>
                  <a:pt x="65517" y="111417"/>
                  <a:pt x="67633" y="109301"/>
                  <a:pt x="69216" y="106480"/>
                </a:cubicBezTo>
                <a:cubicBezTo>
                  <a:pt x="70799" y="103659"/>
                  <a:pt x="72167" y="99686"/>
                  <a:pt x="73318" y="94562"/>
                </a:cubicBezTo>
                <a:lnTo>
                  <a:pt x="85149" y="94562"/>
                </a:lnTo>
                <a:lnTo>
                  <a:pt x="85149" y="120729"/>
                </a:lnTo>
                <a:cubicBezTo>
                  <a:pt x="78816" y="122226"/>
                  <a:pt x="73030" y="123320"/>
                  <a:pt x="67791" y="124011"/>
                </a:cubicBezTo>
                <a:cubicBezTo>
                  <a:pt x="62552" y="124701"/>
                  <a:pt x="57112" y="125047"/>
                  <a:pt x="51470" y="125047"/>
                </a:cubicBezTo>
                <a:cubicBezTo>
                  <a:pt x="39495" y="125047"/>
                  <a:pt x="29722" y="122888"/>
                  <a:pt x="22151" y="118570"/>
                </a:cubicBezTo>
                <a:cubicBezTo>
                  <a:pt x="14580" y="114252"/>
                  <a:pt x="8996" y="107732"/>
                  <a:pt x="5397" y="99010"/>
                </a:cubicBezTo>
                <a:cubicBezTo>
                  <a:pt x="1799" y="90288"/>
                  <a:pt x="0" y="79248"/>
                  <a:pt x="0" y="65891"/>
                </a:cubicBezTo>
                <a:cubicBezTo>
                  <a:pt x="0" y="53398"/>
                  <a:pt x="2116" y="42531"/>
                  <a:pt x="6347" y="33291"/>
                </a:cubicBezTo>
                <a:cubicBezTo>
                  <a:pt x="10579" y="24051"/>
                  <a:pt x="16811" y="16926"/>
                  <a:pt x="25044" y="11917"/>
                </a:cubicBezTo>
                <a:cubicBezTo>
                  <a:pt x="33277" y="6909"/>
                  <a:pt x="43122" y="4404"/>
                  <a:pt x="54578" y="4404"/>
                </a:cubicBezTo>
                <a:cubicBezTo>
                  <a:pt x="60393" y="4404"/>
                  <a:pt x="65661" y="4721"/>
                  <a:pt x="70382" y="5354"/>
                </a:cubicBezTo>
                <a:cubicBezTo>
                  <a:pt x="75103" y="5988"/>
                  <a:pt x="80025" y="7024"/>
                  <a:pt x="85149" y="8463"/>
                </a:cubicBezTo>
                <a:close/>
                <a:moveTo>
                  <a:pt x="141757" y="125047"/>
                </a:moveTo>
                <a:cubicBezTo>
                  <a:pt x="133294" y="125047"/>
                  <a:pt x="125997" y="123564"/>
                  <a:pt x="119866" y="120599"/>
                </a:cubicBezTo>
                <a:cubicBezTo>
                  <a:pt x="113734" y="117634"/>
                  <a:pt x="108941" y="112885"/>
                  <a:pt x="105487" y="106350"/>
                </a:cubicBezTo>
                <a:cubicBezTo>
                  <a:pt x="102033" y="99816"/>
                  <a:pt x="100306" y="91511"/>
                  <a:pt x="100306" y="81436"/>
                </a:cubicBezTo>
                <a:cubicBezTo>
                  <a:pt x="100306" y="73721"/>
                  <a:pt x="101371" y="67043"/>
                  <a:pt x="103501" y="61401"/>
                </a:cubicBezTo>
                <a:cubicBezTo>
                  <a:pt x="105631" y="55759"/>
                  <a:pt x="108596" y="51095"/>
                  <a:pt x="112396" y="47411"/>
                </a:cubicBezTo>
                <a:cubicBezTo>
                  <a:pt x="116195" y="43726"/>
                  <a:pt x="120729" y="41006"/>
                  <a:pt x="125997" y="39250"/>
                </a:cubicBezTo>
                <a:cubicBezTo>
                  <a:pt x="131265" y="37494"/>
                  <a:pt x="136979" y="36616"/>
                  <a:pt x="143139" y="36616"/>
                </a:cubicBezTo>
                <a:cubicBezTo>
                  <a:pt x="157072" y="36616"/>
                  <a:pt x="167579" y="40286"/>
                  <a:pt x="174660" y="47627"/>
                </a:cubicBezTo>
                <a:cubicBezTo>
                  <a:pt x="181741" y="54967"/>
                  <a:pt x="185282" y="65719"/>
                  <a:pt x="185282" y="79881"/>
                </a:cubicBezTo>
                <a:cubicBezTo>
                  <a:pt x="185282" y="89899"/>
                  <a:pt x="183526" y="98290"/>
                  <a:pt x="180014" y="105055"/>
                </a:cubicBezTo>
                <a:cubicBezTo>
                  <a:pt x="176502" y="111820"/>
                  <a:pt x="171494" y="116843"/>
                  <a:pt x="164988" y="120124"/>
                </a:cubicBezTo>
                <a:cubicBezTo>
                  <a:pt x="158482" y="123406"/>
                  <a:pt x="150739" y="125047"/>
                  <a:pt x="141757" y="125047"/>
                </a:cubicBezTo>
                <a:moveTo>
                  <a:pt x="126558" y="79536"/>
                </a:moveTo>
                <a:cubicBezTo>
                  <a:pt x="126558" y="91741"/>
                  <a:pt x="127926" y="100881"/>
                  <a:pt x="130660" y="106955"/>
                </a:cubicBezTo>
                <a:cubicBezTo>
                  <a:pt x="133395" y="113029"/>
                  <a:pt x="137526" y="116066"/>
                  <a:pt x="143053" y="116066"/>
                </a:cubicBezTo>
                <a:cubicBezTo>
                  <a:pt x="146104" y="116066"/>
                  <a:pt x="148652" y="115288"/>
                  <a:pt x="150696" y="113734"/>
                </a:cubicBezTo>
                <a:cubicBezTo>
                  <a:pt x="152739" y="112179"/>
                  <a:pt x="154380" y="109934"/>
                  <a:pt x="155618" y="106998"/>
                </a:cubicBezTo>
                <a:cubicBezTo>
                  <a:pt x="156856" y="104062"/>
                  <a:pt x="157734" y="100535"/>
                  <a:pt x="158252" y="96419"/>
                </a:cubicBezTo>
                <a:cubicBezTo>
                  <a:pt x="158770" y="92303"/>
                  <a:pt x="159029" y="87682"/>
                  <a:pt x="159029" y="82559"/>
                </a:cubicBezTo>
                <a:cubicBezTo>
                  <a:pt x="159029" y="70181"/>
                  <a:pt x="157662" y="60926"/>
                  <a:pt x="154927" y="54794"/>
                </a:cubicBezTo>
                <a:cubicBezTo>
                  <a:pt x="152192" y="48663"/>
                  <a:pt x="148148" y="45597"/>
                  <a:pt x="142794" y="45597"/>
                </a:cubicBezTo>
                <a:cubicBezTo>
                  <a:pt x="138879" y="45597"/>
                  <a:pt x="135741" y="46835"/>
                  <a:pt x="133381" y="49311"/>
                </a:cubicBezTo>
                <a:cubicBezTo>
                  <a:pt x="131020" y="51786"/>
                  <a:pt x="129293" y="55500"/>
                  <a:pt x="128199" y="60451"/>
                </a:cubicBezTo>
                <a:cubicBezTo>
                  <a:pt x="127105" y="65402"/>
                  <a:pt x="126558" y="71764"/>
                  <a:pt x="126558" y="79536"/>
                </a:cubicBezTo>
                <a:close/>
                <a:moveTo>
                  <a:pt x="284638" y="98448"/>
                </a:moveTo>
                <a:cubicBezTo>
                  <a:pt x="284638" y="102824"/>
                  <a:pt x="284710" y="106019"/>
                  <a:pt x="284854" y="108034"/>
                </a:cubicBezTo>
                <a:cubicBezTo>
                  <a:pt x="284998" y="110049"/>
                  <a:pt x="285329" y="111661"/>
                  <a:pt x="285847" y="112870"/>
                </a:cubicBezTo>
                <a:cubicBezTo>
                  <a:pt x="286365" y="114079"/>
                  <a:pt x="287200" y="115072"/>
                  <a:pt x="288352" y="115850"/>
                </a:cubicBezTo>
                <a:cubicBezTo>
                  <a:pt x="289503" y="116627"/>
                  <a:pt x="291432" y="117303"/>
                  <a:pt x="294138" y="117879"/>
                </a:cubicBezTo>
                <a:lnTo>
                  <a:pt x="294138" y="123665"/>
                </a:lnTo>
                <a:lnTo>
                  <a:pt x="270648" y="124442"/>
                </a:lnTo>
                <a:lnTo>
                  <a:pt x="260199" y="124442"/>
                </a:lnTo>
                <a:lnTo>
                  <a:pt x="260976" y="112007"/>
                </a:lnTo>
                <a:lnTo>
                  <a:pt x="259681" y="111920"/>
                </a:lnTo>
                <a:cubicBezTo>
                  <a:pt x="255535" y="116123"/>
                  <a:pt x="251174" y="119362"/>
                  <a:pt x="246597" y="121636"/>
                </a:cubicBezTo>
                <a:cubicBezTo>
                  <a:pt x="242020" y="123910"/>
                  <a:pt x="237631" y="125047"/>
                  <a:pt x="233428" y="125047"/>
                </a:cubicBezTo>
                <a:cubicBezTo>
                  <a:pt x="222950" y="125047"/>
                  <a:pt x="215105" y="121449"/>
                  <a:pt x="209895" y="114252"/>
                </a:cubicBezTo>
                <a:cubicBezTo>
                  <a:pt x="204685" y="107056"/>
                  <a:pt x="202080" y="96232"/>
                  <a:pt x="202080" y="81781"/>
                </a:cubicBezTo>
                <a:cubicBezTo>
                  <a:pt x="202080" y="71994"/>
                  <a:pt x="203663" y="63747"/>
                  <a:pt x="206829" y="57040"/>
                </a:cubicBezTo>
                <a:cubicBezTo>
                  <a:pt x="209996" y="50333"/>
                  <a:pt x="214702" y="45252"/>
                  <a:pt x="220949" y="41797"/>
                </a:cubicBezTo>
                <a:cubicBezTo>
                  <a:pt x="227196" y="38343"/>
                  <a:pt x="234723" y="36616"/>
                  <a:pt x="243532" y="36616"/>
                </a:cubicBezTo>
                <a:cubicBezTo>
                  <a:pt x="246065" y="36616"/>
                  <a:pt x="248555" y="36774"/>
                  <a:pt x="251002" y="37091"/>
                </a:cubicBezTo>
                <a:cubicBezTo>
                  <a:pt x="253448" y="37408"/>
                  <a:pt x="256341" y="38026"/>
                  <a:pt x="259681" y="38948"/>
                </a:cubicBezTo>
                <a:lnTo>
                  <a:pt x="259681" y="31089"/>
                </a:lnTo>
                <a:cubicBezTo>
                  <a:pt x="259681" y="24929"/>
                  <a:pt x="259594" y="20568"/>
                  <a:pt x="259422" y="18006"/>
                </a:cubicBezTo>
                <a:cubicBezTo>
                  <a:pt x="259249" y="15444"/>
                  <a:pt x="258889" y="13486"/>
                  <a:pt x="258342" y="12133"/>
                </a:cubicBezTo>
                <a:cubicBezTo>
                  <a:pt x="257795" y="10780"/>
                  <a:pt x="256975" y="9730"/>
                  <a:pt x="255881" y="8981"/>
                </a:cubicBezTo>
                <a:cubicBezTo>
                  <a:pt x="254787" y="8233"/>
                  <a:pt x="252801" y="7571"/>
                  <a:pt x="249922" y="6995"/>
                </a:cubicBezTo>
                <a:lnTo>
                  <a:pt x="249922" y="1209"/>
                </a:lnTo>
                <a:lnTo>
                  <a:pt x="273843" y="0"/>
                </a:lnTo>
                <a:lnTo>
                  <a:pt x="284638" y="0"/>
                </a:lnTo>
                <a:lnTo>
                  <a:pt x="284638" y="98448"/>
                </a:lnTo>
                <a:moveTo>
                  <a:pt x="259681" y="66323"/>
                </a:moveTo>
                <a:cubicBezTo>
                  <a:pt x="259681" y="59299"/>
                  <a:pt x="258500" y="54089"/>
                  <a:pt x="256140" y="50692"/>
                </a:cubicBezTo>
                <a:cubicBezTo>
                  <a:pt x="253780" y="47296"/>
                  <a:pt x="250152" y="45597"/>
                  <a:pt x="245259" y="45597"/>
                </a:cubicBezTo>
                <a:cubicBezTo>
                  <a:pt x="241689" y="45597"/>
                  <a:pt x="238624" y="46878"/>
                  <a:pt x="236062" y="49440"/>
                </a:cubicBezTo>
                <a:cubicBezTo>
                  <a:pt x="233500" y="52002"/>
                  <a:pt x="231571" y="55701"/>
                  <a:pt x="230276" y="60537"/>
                </a:cubicBezTo>
                <a:cubicBezTo>
                  <a:pt x="228980" y="65373"/>
                  <a:pt x="228333" y="71102"/>
                  <a:pt x="228333" y="77722"/>
                </a:cubicBezTo>
                <a:cubicBezTo>
                  <a:pt x="228333" y="89064"/>
                  <a:pt x="229570" y="97527"/>
                  <a:pt x="232046" y="103112"/>
                </a:cubicBezTo>
                <a:cubicBezTo>
                  <a:pt x="234522" y="108696"/>
                  <a:pt x="238379" y="111489"/>
                  <a:pt x="243618" y="111489"/>
                </a:cubicBezTo>
                <a:cubicBezTo>
                  <a:pt x="246094" y="111489"/>
                  <a:pt x="248555" y="110870"/>
                  <a:pt x="251002" y="109632"/>
                </a:cubicBezTo>
                <a:cubicBezTo>
                  <a:pt x="253448" y="108394"/>
                  <a:pt x="255507" y="106494"/>
                  <a:pt x="257176" y="103932"/>
                </a:cubicBezTo>
                <a:cubicBezTo>
                  <a:pt x="258846" y="101370"/>
                  <a:pt x="259681" y="98420"/>
                  <a:pt x="259681" y="95081"/>
                </a:cubicBezTo>
                <a:lnTo>
                  <a:pt x="259681" y="66323"/>
                </a:lnTo>
                <a:close/>
                <a:moveTo>
                  <a:pt x="385310" y="107948"/>
                </a:moveTo>
                <a:cubicBezTo>
                  <a:pt x="379438" y="114166"/>
                  <a:pt x="373623" y="118570"/>
                  <a:pt x="367866" y="121161"/>
                </a:cubicBezTo>
                <a:cubicBezTo>
                  <a:pt x="362108" y="123751"/>
                  <a:pt x="355487" y="125047"/>
                  <a:pt x="348003" y="125047"/>
                </a:cubicBezTo>
                <a:cubicBezTo>
                  <a:pt x="334589" y="125047"/>
                  <a:pt x="324499" y="121377"/>
                  <a:pt x="317735" y="114036"/>
                </a:cubicBezTo>
                <a:cubicBezTo>
                  <a:pt x="310970" y="106696"/>
                  <a:pt x="307587" y="95800"/>
                  <a:pt x="307587" y="81350"/>
                </a:cubicBezTo>
                <a:cubicBezTo>
                  <a:pt x="307587" y="72023"/>
                  <a:pt x="309329" y="63977"/>
                  <a:pt x="312812" y="57212"/>
                </a:cubicBezTo>
                <a:cubicBezTo>
                  <a:pt x="316295" y="50448"/>
                  <a:pt x="321232" y="45324"/>
                  <a:pt x="327623" y="41841"/>
                </a:cubicBezTo>
                <a:cubicBezTo>
                  <a:pt x="334013" y="38357"/>
                  <a:pt x="341440" y="36616"/>
                  <a:pt x="349903" y="36616"/>
                </a:cubicBezTo>
                <a:cubicBezTo>
                  <a:pt x="355142" y="36616"/>
                  <a:pt x="359733" y="37220"/>
                  <a:pt x="363677" y="38429"/>
                </a:cubicBezTo>
                <a:cubicBezTo>
                  <a:pt x="367621" y="39638"/>
                  <a:pt x="371003" y="41322"/>
                  <a:pt x="373824" y="43481"/>
                </a:cubicBezTo>
                <a:cubicBezTo>
                  <a:pt x="376645" y="45640"/>
                  <a:pt x="378977" y="48246"/>
                  <a:pt x="380819" y="51297"/>
                </a:cubicBezTo>
                <a:cubicBezTo>
                  <a:pt x="383007" y="54924"/>
                  <a:pt x="384648" y="59069"/>
                  <a:pt x="385742" y="63732"/>
                </a:cubicBezTo>
                <a:cubicBezTo>
                  <a:pt x="386893" y="68511"/>
                  <a:pt x="387498" y="74297"/>
                  <a:pt x="387555" y="81090"/>
                </a:cubicBezTo>
                <a:lnTo>
                  <a:pt x="332804" y="81090"/>
                </a:lnTo>
                <a:cubicBezTo>
                  <a:pt x="332862" y="91511"/>
                  <a:pt x="334718" y="99183"/>
                  <a:pt x="338374" y="104105"/>
                </a:cubicBezTo>
                <a:cubicBezTo>
                  <a:pt x="342030" y="109027"/>
                  <a:pt x="347600" y="111489"/>
                  <a:pt x="355084" y="111489"/>
                </a:cubicBezTo>
                <a:cubicBezTo>
                  <a:pt x="359460" y="111489"/>
                  <a:pt x="363404" y="110668"/>
                  <a:pt x="366916" y="109027"/>
                </a:cubicBezTo>
                <a:cubicBezTo>
                  <a:pt x="370427" y="107387"/>
                  <a:pt x="374227" y="104494"/>
                  <a:pt x="378315" y="100348"/>
                </a:cubicBezTo>
                <a:lnTo>
                  <a:pt x="385310" y="107948"/>
                </a:lnTo>
                <a:moveTo>
                  <a:pt x="361993" y="71764"/>
                </a:moveTo>
                <a:cubicBezTo>
                  <a:pt x="361763" y="62955"/>
                  <a:pt x="360611" y="56392"/>
                  <a:pt x="358539" y="52074"/>
                </a:cubicBezTo>
                <a:cubicBezTo>
                  <a:pt x="356466" y="47756"/>
                  <a:pt x="353127" y="45597"/>
                  <a:pt x="348521" y="45597"/>
                </a:cubicBezTo>
                <a:cubicBezTo>
                  <a:pt x="344088" y="45597"/>
                  <a:pt x="340562" y="47843"/>
                  <a:pt x="337942" y="52333"/>
                </a:cubicBezTo>
                <a:cubicBezTo>
                  <a:pt x="335323" y="56824"/>
                  <a:pt x="333754" y="63301"/>
                  <a:pt x="333236" y="71764"/>
                </a:cubicBezTo>
                <a:lnTo>
                  <a:pt x="361993" y="7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Comment">
            <a:extLst xmlns:a="http://schemas.openxmlformats.org/drawingml/2006/main">
              <a:ext uri="{FF2B5EF4-FFF2-40B4-BE49-F238E27FC236}">
                <a16:creationId xmlns:a16="http://schemas.microsoft.com/office/drawing/2014/main" id="{E88AD026-0B1C-4EFA-9DFD-F02A33EE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284" y="2915560"/>
            <a:ext cx="776545" cy="120643"/>
          </a:xfrm>
          <a:custGeom xmlns:a="http://schemas.openxmlformats.org/drawingml/2006/main">
            <a:pathLst>
              <a:path w="776545" h="120643">
                <a:moveTo>
                  <a:pt x="85149" y="4059"/>
                </a:moveTo>
                <a:lnTo>
                  <a:pt x="85149" y="29103"/>
                </a:lnTo>
                <a:lnTo>
                  <a:pt x="73405" y="29103"/>
                </a:lnTo>
                <a:cubicBezTo>
                  <a:pt x="72023" y="22597"/>
                  <a:pt x="69835" y="17804"/>
                  <a:pt x="66841" y="14724"/>
                </a:cubicBezTo>
                <a:cubicBezTo>
                  <a:pt x="63848" y="11644"/>
                  <a:pt x="59933" y="10104"/>
                  <a:pt x="55097" y="10104"/>
                </a:cubicBezTo>
                <a:cubicBezTo>
                  <a:pt x="46000" y="10104"/>
                  <a:pt x="39120" y="14465"/>
                  <a:pt x="34457" y="23187"/>
                </a:cubicBezTo>
                <a:cubicBezTo>
                  <a:pt x="29794" y="31909"/>
                  <a:pt x="27462" y="44849"/>
                  <a:pt x="27462" y="62005"/>
                </a:cubicBezTo>
                <a:cubicBezTo>
                  <a:pt x="27462" y="77953"/>
                  <a:pt x="29592" y="90029"/>
                  <a:pt x="33852" y="98233"/>
                </a:cubicBezTo>
                <a:cubicBezTo>
                  <a:pt x="38113" y="106437"/>
                  <a:pt x="44359" y="110539"/>
                  <a:pt x="52592" y="110539"/>
                </a:cubicBezTo>
                <a:cubicBezTo>
                  <a:pt x="56795" y="110539"/>
                  <a:pt x="60221" y="109833"/>
                  <a:pt x="62869" y="108423"/>
                </a:cubicBezTo>
                <a:cubicBezTo>
                  <a:pt x="65517" y="107012"/>
                  <a:pt x="67633" y="104897"/>
                  <a:pt x="69216" y="102076"/>
                </a:cubicBezTo>
                <a:cubicBezTo>
                  <a:pt x="70799" y="99254"/>
                  <a:pt x="72167" y="95282"/>
                  <a:pt x="73318" y="90158"/>
                </a:cubicBezTo>
                <a:lnTo>
                  <a:pt x="85149" y="90158"/>
                </a:lnTo>
                <a:lnTo>
                  <a:pt x="85149" y="116325"/>
                </a:lnTo>
                <a:cubicBezTo>
                  <a:pt x="78816" y="117822"/>
                  <a:pt x="73030" y="118915"/>
                  <a:pt x="67791" y="119606"/>
                </a:cubicBezTo>
                <a:cubicBezTo>
                  <a:pt x="62552" y="120297"/>
                  <a:pt x="57112" y="120643"/>
                  <a:pt x="51470" y="120643"/>
                </a:cubicBezTo>
                <a:cubicBezTo>
                  <a:pt x="39495" y="120643"/>
                  <a:pt x="29722" y="118484"/>
                  <a:pt x="22151" y="114166"/>
                </a:cubicBezTo>
                <a:cubicBezTo>
                  <a:pt x="14580" y="109848"/>
                  <a:pt x="8996" y="103328"/>
                  <a:pt x="5397" y="94606"/>
                </a:cubicBezTo>
                <a:cubicBezTo>
                  <a:pt x="1799" y="85883"/>
                  <a:pt x="0" y="74844"/>
                  <a:pt x="0" y="61487"/>
                </a:cubicBezTo>
                <a:cubicBezTo>
                  <a:pt x="0" y="48994"/>
                  <a:pt x="2116" y="38127"/>
                  <a:pt x="6347" y="28887"/>
                </a:cubicBezTo>
                <a:cubicBezTo>
                  <a:pt x="10579" y="19647"/>
                  <a:pt x="16811" y="12522"/>
                  <a:pt x="25044" y="7513"/>
                </a:cubicBezTo>
                <a:cubicBezTo>
                  <a:pt x="33277" y="2504"/>
                  <a:pt x="43122" y="0"/>
                  <a:pt x="54578" y="0"/>
                </a:cubicBezTo>
                <a:cubicBezTo>
                  <a:pt x="60393" y="0"/>
                  <a:pt x="65661" y="317"/>
                  <a:pt x="70382" y="950"/>
                </a:cubicBezTo>
                <a:cubicBezTo>
                  <a:pt x="75103" y="1583"/>
                  <a:pt x="80025" y="2620"/>
                  <a:pt x="85149" y="4059"/>
                </a:cubicBezTo>
                <a:close/>
                <a:moveTo>
                  <a:pt x="141758" y="120643"/>
                </a:moveTo>
                <a:cubicBezTo>
                  <a:pt x="133295" y="120643"/>
                  <a:pt x="125998" y="119160"/>
                  <a:pt x="119866" y="116195"/>
                </a:cubicBezTo>
                <a:cubicBezTo>
                  <a:pt x="113735" y="113230"/>
                  <a:pt x="108942" y="108480"/>
                  <a:pt x="105488" y="101946"/>
                </a:cubicBezTo>
                <a:cubicBezTo>
                  <a:pt x="102033" y="95412"/>
                  <a:pt x="100306" y="87107"/>
                  <a:pt x="100306" y="77032"/>
                </a:cubicBezTo>
                <a:cubicBezTo>
                  <a:pt x="100306" y="69317"/>
                  <a:pt x="101371" y="62639"/>
                  <a:pt x="103501" y="56996"/>
                </a:cubicBezTo>
                <a:cubicBezTo>
                  <a:pt x="105632" y="51354"/>
                  <a:pt x="108596" y="46691"/>
                  <a:pt x="112396" y="43006"/>
                </a:cubicBezTo>
                <a:cubicBezTo>
                  <a:pt x="116196" y="39322"/>
                  <a:pt x="120730" y="36602"/>
                  <a:pt x="125998" y="34846"/>
                </a:cubicBezTo>
                <a:cubicBezTo>
                  <a:pt x="131266" y="33090"/>
                  <a:pt x="136980" y="32212"/>
                  <a:pt x="143140" y="32212"/>
                </a:cubicBezTo>
                <a:cubicBezTo>
                  <a:pt x="157072" y="32212"/>
                  <a:pt x="167579" y="35882"/>
                  <a:pt x="174661" y="43222"/>
                </a:cubicBezTo>
                <a:cubicBezTo>
                  <a:pt x="181742" y="50563"/>
                  <a:pt x="185283" y="61314"/>
                  <a:pt x="185283" y="75477"/>
                </a:cubicBezTo>
                <a:cubicBezTo>
                  <a:pt x="185283" y="85495"/>
                  <a:pt x="183527" y="93886"/>
                  <a:pt x="180015" y="100651"/>
                </a:cubicBezTo>
                <a:cubicBezTo>
                  <a:pt x="176503" y="107415"/>
                  <a:pt x="171494" y="112439"/>
                  <a:pt x="164988" y="115720"/>
                </a:cubicBezTo>
                <a:cubicBezTo>
                  <a:pt x="158483" y="119002"/>
                  <a:pt x="150739" y="120643"/>
                  <a:pt x="141758" y="120643"/>
                </a:cubicBezTo>
                <a:moveTo>
                  <a:pt x="126559" y="75132"/>
                </a:moveTo>
                <a:cubicBezTo>
                  <a:pt x="126559" y="87337"/>
                  <a:pt x="127926" y="96477"/>
                  <a:pt x="130661" y="102550"/>
                </a:cubicBezTo>
                <a:cubicBezTo>
                  <a:pt x="133396" y="108624"/>
                  <a:pt x="137527" y="111661"/>
                  <a:pt x="143053" y="111661"/>
                </a:cubicBezTo>
                <a:cubicBezTo>
                  <a:pt x="146105" y="111661"/>
                  <a:pt x="148652" y="110884"/>
                  <a:pt x="150696" y="109330"/>
                </a:cubicBezTo>
                <a:cubicBezTo>
                  <a:pt x="152740" y="107775"/>
                  <a:pt x="154381" y="105530"/>
                  <a:pt x="155619" y="102594"/>
                </a:cubicBezTo>
                <a:cubicBezTo>
                  <a:pt x="156856" y="99657"/>
                  <a:pt x="157734" y="96131"/>
                  <a:pt x="158253" y="92015"/>
                </a:cubicBezTo>
                <a:cubicBezTo>
                  <a:pt x="158771" y="87898"/>
                  <a:pt x="159030" y="83278"/>
                  <a:pt x="159030" y="78154"/>
                </a:cubicBezTo>
                <a:cubicBezTo>
                  <a:pt x="159030" y="65776"/>
                  <a:pt x="157662" y="56522"/>
                  <a:pt x="154928" y="50390"/>
                </a:cubicBezTo>
                <a:cubicBezTo>
                  <a:pt x="152193" y="44259"/>
                  <a:pt x="148149" y="41193"/>
                  <a:pt x="142794" y="41193"/>
                </a:cubicBezTo>
                <a:cubicBezTo>
                  <a:pt x="138879" y="41193"/>
                  <a:pt x="135742" y="42431"/>
                  <a:pt x="133381" y="44906"/>
                </a:cubicBezTo>
                <a:cubicBezTo>
                  <a:pt x="131021" y="47382"/>
                  <a:pt x="129294" y="51095"/>
                  <a:pt x="128200" y="56047"/>
                </a:cubicBezTo>
                <a:cubicBezTo>
                  <a:pt x="127106" y="60998"/>
                  <a:pt x="126559" y="67359"/>
                  <a:pt x="126559" y="75132"/>
                </a:cubicBezTo>
                <a:close/>
                <a:moveTo>
                  <a:pt x="233342" y="45338"/>
                </a:moveTo>
                <a:lnTo>
                  <a:pt x="234378" y="45597"/>
                </a:lnTo>
                <a:cubicBezTo>
                  <a:pt x="239617" y="40704"/>
                  <a:pt x="244338" y="37249"/>
                  <a:pt x="248541" y="35234"/>
                </a:cubicBezTo>
                <a:cubicBezTo>
                  <a:pt x="252744" y="33219"/>
                  <a:pt x="257033" y="32212"/>
                  <a:pt x="261408" y="32212"/>
                </a:cubicBezTo>
                <a:cubicBezTo>
                  <a:pt x="265669" y="32212"/>
                  <a:pt x="269209" y="32759"/>
                  <a:pt x="272030" y="33852"/>
                </a:cubicBezTo>
                <a:cubicBezTo>
                  <a:pt x="274852" y="34946"/>
                  <a:pt x="277241" y="36544"/>
                  <a:pt x="279198" y="38645"/>
                </a:cubicBezTo>
                <a:cubicBezTo>
                  <a:pt x="281156" y="40747"/>
                  <a:pt x="282739" y="43496"/>
                  <a:pt x="283948" y="46893"/>
                </a:cubicBezTo>
                <a:cubicBezTo>
                  <a:pt x="289763" y="41481"/>
                  <a:pt x="294815" y="37681"/>
                  <a:pt x="299104" y="35493"/>
                </a:cubicBezTo>
                <a:cubicBezTo>
                  <a:pt x="303393" y="33306"/>
                  <a:pt x="307869" y="32212"/>
                  <a:pt x="312533" y="32212"/>
                </a:cubicBezTo>
                <a:cubicBezTo>
                  <a:pt x="317138" y="32212"/>
                  <a:pt x="320952" y="32816"/>
                  <a:pt x="323975" y="34025"/>
                </a:cubicBezTo>
                <a:cubicBezTo>
                  <a:pt x="326998" y="35234"/>
                  <a:pt x="329488" y="37105"/>
                  <a:pt x="331445" y="39638"/>
                </a:cubicBezTo>
                <a:cubicBezTo>
                  <a:pt x="333402" y="42172"/>
                  <a:pt x="334827" y="45338"/>
                  <a:pt x="335720" y="49138"/>
                </a:cubicBezTo>
                <a:cubicBezTo>
                  <a:pt x="336612" y="52938"/>
                  <a:pt x="337058" y="57486"/>
                  <a:pt x="337058" y="62782"/>
                </a:cubicBezTo>
                <a:lnTo>
                  <a:pt x="337058" y="94303"/>
                </a:lnTo>
                <a:cubicBezTo>
                  <a:pt x="337058" y="96836"/>
                  <a:pt x="337101" y="99211"/>
                  <a:pt x="337188" y="101428"/>
                </a:cubicBezTo>
                <a:cubicBezTo>
                  <a:pt x="337274" y="103644"/>
                  <a:pt x="337490" y="105415"/>
                  <a:pt x="337836" y="106739"/>
                </a:cubicBezTo>
                <a:cubicBezTo>
                  <a:pt x="338181" y="108063"/>
                  <a:pt x="338656" y="109143"/>
                  <a:pt x="339260" y="109977"/>
                </a:cubicBezTo>
                <a:cubicBezTo>
                  <a:pt x="339865" y="110812"/>
                  <a:pt x="340714" y="111517"/>
                  <a:pt x="341808" y="112093"/>
                </a:cubicBezTo>
                <a:cubicBezTo>
                  <a:pt x="342902" y="112669"/>
                  <a:pt x="344226" y="113158"/>
                  <a:pt x="345780" y="113561"/>
                </a:cubicBezTo>
                <a:lnTo>
                  <a:pt x="345780" y="119261"/>
                </a:lnTo>
                <a:lnTo>
                  <a:pt x="304156" y="119261"/>
                </a:lnTo>
                <a:lnTo>
                  <a:pt x="304156" y="113561"/>
                </a:lnTo>
                <a:cubicBezTo>
                  <a:pt x="306747" y="112928"/>
                  <a:pt x="308531" y="112007"/>
                  <a:pt x="309510" y="110798"/>
                </a:cubicBezTo>
                <a:cubicBezTo>
                  <a:pt x="310489" y="109589"/>
                  <a:pt x="311165" y="107919"/>
                  <a:pt x="311539" y="105789"/>
                </a:cubicBezTo>
                <a:cubicBezTo>
                  <a:pt x="311914" y="103659"/>
                  <a:pt x="312101" y="99859"/>
                  <a:pt x="312101" y="94390"/>
                </a:cubicBezTo>
                <a:lnTo>
                  <a:pt x="312101" y="71246"/>
                </a:lnTo>
                <a:cubicBezTo>
                  <a:pt x="312101" y="66064"/>
                  <a:pt x="311928" y="61847"/>
                  <a:pt x="311583" y="58594"/>
                </a:cubicBezTo>
                <a:cubicBezTo>
                  <a:pt x="311237" y="55341"/>
                  <a:pt x="310575" y="52794"/>
                  <a:pt x="309596" y="50951"/>
                </a:cubicBezTo>
                <a:cubicBezTo>
                  <a:pt x="308618" y="49109"/>
                  <a:pt x="307452" y="47785"/>
                  <a:pt x="306099" y="46979"/>
                </a:cubicBezTo>
                <a:cubicBezTo>
                  <a:pt x="304746" y="46173"/>
                  <a:pt x="302976" y="45770"/>
                  <a:pt x="300788" y="45770"/>
                </a:cubicBezTo>
                <a:cubicBezTo>
                  <a:pt x="299291" y="45770"/>
                  <a:pt x="297909" y="46000"/>
                  <a:pt x="296643" y="46461"/>
                </a:cubicBezTo>
                <a:cubicBezTo>
                  <a:pt x="295376" y="46921"/>
                  <a:pt x="294095" y="47627"/>
                  <a:pt x="292800" y="48577"/>
                </a:cubicBezTo>
                <a:cubicBezTo>
                  <a:pt x="291504" y="49526"/>
                  <a:pt x="290396" y="50491"/>
                  <a:pt x="289475" y="51470"/>
                </a:cubicBezTo>
                <a:cubicBezTo>
                  <a:pt x="288554" y="52448"/>
                  <a:pt x="287820" y="53542"/>
                  <a:pt x="287273" y="54751"/>
                </a:cubicBezTo>
                <a:cubicBezTo>
                  <a:pt x="286726" y="55960"/>
                  <a:pt x="286352" y="57313"/>
                  <a:pt x="286150" y="58810"/>
                </a:cubicBezTo>
                <a:cubicBezTo>
                  <a:pt x="285949" y="60307"/>
                  <a:pt x="285848" y="62754"/>
                  <a:pt x="285848" y="66150"/>
                </a:cubicBezTo>
                <a:lnTo>
                  <a:pt x="285848" y="94303"/>
                </a:lnTo>
                <a:cubicBezTo>
                  <a:pt x="285848" y="98218"/>
                  <a:pt x="285920" y="101212"/>
                  <a:pt x="286064" y="103285"/>
                </a:cubicBezTo>
                <a:cubicBezTo>
                  <a:pt x="286208" y="105357"/>
                  <a:pt x="286510" y="107027"/>
                  <a:pt x="286970" y="108293"/>
                </a:cubicBezTo>
                <a:cubicBezTo>
                  <a:pt x="287431" y="109560"/>
                  <a:pt x="288165" y="110611"/>
                  <a:pt x="289173" y="111445"/>
                </a:cubicBezTo>
                <a:cubicBezTo>
                  <a:pt x="290180" y="112280"/>
                  <a:pt x="291749" y="112985"/>
                  <a:pt x="293879" y="113561"/>
                </a:cubicBezTo>
                <a:lnTo>
                  <a:pt x="293879" y="119261"/>
                </a:lnTo>
                <a:lnTo>
                  <a:pt x="252773" y="119261"/>
                </a:lnTo>
                <a:lnTo>
                  <a:pt x="252773" y="113561"/>
                </a:lnTo>
                <a:cubicBezTo>
                  <a:pt x="255421" y="112928"/>
                  <a:pt x="257249" y="112007"/>
                  <a:pt x="258256" y="110798"/>
                </a:cubicBezTo>
                <a:cubicBezTo>
                  <a:pt x="259264" y="109589"/>
                  <a:pt x="259940" y="107933"/>
                  <a:pt x="260286" y="105832"/>
                </a:cubicBezTo>
                <a:cubicBezTo>
                  <a:pt x="260631" y="103731"/>
                  <a:pt x="260804" y="99917"/>
                  <a:pt x="260804" y="94390"/>
                </a:cubicBezTo>
                <a:lnTo>
                  <a:pt x="260804" y="71246"/>
                </a:lnTo>
                <a:cubicBezTo>
                  <a:pt x="260804" y="67446"/>
                  <a:pt x="260732" y="64236"/>
                  <a:pt x="260588" y="61617"/>
                </a:cubicBezTo>
                <a:cubicBezTo>
                  <a:pt x="260444" y="58997"/>
                  <a:pt x="260199" y="56881"/>
                  <a:pt x="259854" y="55269"/>
                </a:cubicBezTo>
                <a:cubicBezTo>
                  <a:pt x="259509" y="53657"/>
                  <a:pt x="259034" y="52247"/>
                  <a:pt x="258429" y="51038"/>
                </a:cubicBezTo>
                <a:cubicBezTo>
                  <a:pt x="257825" y="49829"/>
                  <a:pt x="257134" y="48850"/>
                  <a:pt x="256356" y="48102"/>
                </a:cubicBezTo>
                <a:cubicBezTo>
                  <a:pt x="255579" y="47353"/>
                  <a:pt x="254658" y="46777"/>
                  <a:pt x="253593" y="46374"/>
                </a:cubicBezTo>
                <a:cubicBezTo>
                  <a:pt x="252528" y="45971"/>
                  <a:pt x="251189" y="45770"/>
                  <a:pt x="249577" y="45770"/>
                </a:cubicBezTo>
                <a:cubicBezTo>
                  <a:pt x="247447" y="45770"/>
                  <a:pt x="245216" y="46432"/>
                  <a:pt x="242885" y="47756"/>
                </a:cubicBezTo>
                <a:cubicBezTo>
                  <a:pt x="240553" y="49080"/>
                  <a:pt x="238595" y="50923"/>
                  <a:pt x="237012" y="53283"/>
                </a:cubicBezTo>
                <a:cubicBezTo>
                  <a:pt x="235429" y="55644"/>
                  <a:pt x="234637" y="58177"/>
                  <a:pt x="234637" y="60883"/>
                </a:cubicBezTo>
                <a:lnTo>
                  <a:pt x="234637" y="94303"/>
                </a:lnTo>
                <a:cubicBezTo>
                  <a:pt x="234637" y="99715"/>
                  <a:pt x="234796" y="103500"/>
                  <a:pt x="235112" y="105659"/>
                </a:cubicBezTo>
                <a:cubicBezTo>
                  <a:pt x="235429" y="107818"/>
                  <a:pt x="236105" y="109517"/>
                  <a:pt x="237142" y="110755"/>
                </a:cubicBezTo>
                <a:cubicBezTo>
                  <a:pt x="238178" y="111992"/>
                  <a:pt x="239992" y="112928"/>
                  <a:pt x="242582" y="113561"/>
                </a:cubicBezTo>
                <a:lnTo>
                  <a:pt x="242582" y="119261"/>
                </a:lnTo>
                <a:lnTo>
                  <a:pt x="201217" y="119261"/>
                </a:lnTo>
                <a:lnTo>
                  <a:pt x="201217" y="113561"/>
                </a:lnTo>
                <a:cubicBezTo>
                  <a:pt x="203980" y="112813"/>
                  <a:pt x="205894" y="111834"/>
                  <a:pt x="206959" y="110625"/>
                </a:cubicBezTo>
                <a:cubicBezTo>
                  <a:pt x="208025" y="109416"/>
                  <a:pt x="208744" y="107775"/>
                  <a:pt x="209118" y="105703"/>
                </a:cubicBezTo>
                <a:cubicBezTo>
                  <a:pt x="209493" y="103630"/>
                  <a:pt x="209680" y="99859"/>
                  <a:pt x="209680" y="94390"/>
                </a:cubicBezTo>
                <a:lnTo>
                  <a:pt x="209680" y="58896"/>
                </a:lnTo>
                <a:cubicBezTo>
                  <a:pt x="209680" y="54636"/>
                  <a:pt x="209608" y="51484"/>
                  <a:pt x="209464" y="49440"/>
                </a:cubicBezTo>
                <a:cubicBezTo>
                  <a:pt x="209320" y="47396"/>
                  <a:pt x="208975" y="45756"/>
                  <a:pt x="208428" y="44518"/>
                </a:cubicBezTo>
                <a:cubicBezTo>
                  <a:pt x="207881" y="43280"/>
                  <a:pt x="207046" y="42272"/>
                  <a:pt x="205923" y="41495"/>
                </a:cubicBezTo>
                <a:cubicBezTo>
                  <a:pt x="204801" y="40718"/>
                  <a:pt x="202857" y="40041"/>
                  <a:pt x="200094" y="39466"/>
                </a:cubicBezTo>
                <a:lnTo>
                  <a:pt x="200094" y="33593"/>
                </a:lnTo>
                <a:lnTo>
                  <a:pt x="223756" y="32903"/>
                </a:lnTo>
                <a:lnTo>
                  <a:pt x="234637" y="32903"/>
                </a:lnTo>
                <a:lnTo>
                  <a:pt x="233342" y="45338"/>
                </a:lnTo>
                <a:close/>
                <a:moveTo>
                  <a:pt x="391103" y="45338"/>
                </a:moveTo>
                <a:lnTo>
                  <a:pt x="392139" y="45597"/>
                </a:lnTo>
                <a:cubicBezTo>
                  <a:pt x="397378" y="40704"/>
                  <a:pt x="402099" y="37249"/>
                  <a:pt x="406302" y="35234"/>
                </a:cubicBezTo>
                <a:cubicBezTo>
                  <a:pt x="410504" y="33219"/>
                  <a:pt x="414793" y="32212"/>
                  <a:pt x="419169" y="32212"/>
                </a:cubicBezTo>
                <a:cubicBezTo>
                  <a:pt x="423429" y="32212"/>
                  <a:pt x="426970" y="32759"/>
                  <a:pt x="429791" y="33852"/>
                </a:cubicBezTo>
                <a:cubicBezTo>
                  <a:pt x="432612" y="34946"/>
                  <a:pt x="435001" y="36544"/>
                  <a:pt x="436959" y="38645"/>
                </a:cubicBezTo>
                <a:cubicBezTo>
                  <a:pt x="438916" y="40747"/>
                  <a:pt x="440499" y="43496"/>
                  <a:pt x="441708" y="46893"/>
                </a:cubicBezTo>
                <a:cubicBezTo>
                  <a:pt x="447523" y="41481"/>
                  <a:pt x="452575" y="37681"/>
                  <a:pt x="456864" y="35493"/>
                </a:cubicBezTo>
                <a:cubicBezTo>
                  <a:pt x="461154" y="33306"/>
                  <a:pt x="465630" y="32212"/>
                  <a:pt x="470293" y="32212"/>
                </a:cubicBezTo>
                <a:cubicBezTo>
                  <a:pt x="474899" y="32212"/>
                  <a:pt x="478713" y="32816"/>
                  <a:pt x="481736" y="34025"/>
                </a:cubicBezTo>
                <a:cubicBezTo>
                  <a:pt x="484758" y="35234"/>
                  <a:pt x="487248" y="37105"/>
                  <a:pt x="489206" y="39638"/>
                </a:cubicBezTo>
                <a:cubicBezTo>
                  <a:pt x="491163" y="42172"/>
                  <a:pt x="492588" y="45338"/>
                  <a:pt x="493480" y="49138"/>
                </a:cubicBezTo>
                <a:cubicBezTo>
                  <a:pt x="494373" y="52938"/>
                  <a:pt x="494819" y="57486"/>
                  <a:pt x="494819" y="62782"/>
                </a:cubicBezTo>
                <a:lnTo>
                  <a:pt x="494819" y="94303"/>
                </a:lnTo>
                <a:cubicBezTo>
                  <a:pt x="494819" y="96836"/>
                  <a:pt x="494862" y="99211"/>
                  <a:pt x="494948" y="101428"/>
                </a:cubicBezTo>
                <a:cubicBezTo>
                  <a:pt x="495035" y="103644"/>
                  <a:pt x="495251" y="105415"/>
                  <a:pt x="495596" y="106739"/>
                </a:cubicBezTo>
                <a:cubicBezTo>
                  <a:pt x="495942" y="108063"/>
                  <a:pt x="496416" y="109143"/>
                  <a:pt x="497021" y="109977"/>
                </a:cubicBezTo>
                <a:cubicBezTo>
                  <a:pt x="497626" y="110812"/>
                  <a:pt x="498475" y="111517"/>
                  <a:pt x="499569" y="112093"/>
                </a:cubicBezTo>
                <a:cubicBezTo>
                  <a:pt x="500662" y="112669"/>
                  <a:pt x="501987" y="113158"/>
                  <a:pt x="503541" y="113561"/>
                </a:cubicBezTo>
                <a:lnTo>
                  <a:pt x="503541" y="119261"/>
                </a:lnTo>
                <a:lnTo>
                  <a:pt x="461916" y="119261"/>
                </a:lnTo>
                <a:lnTo>
                  <a:pt x="461916" y="113561"/>
                </a:lnTo>
                <a:cubicBezTo>
                  <a:pt x="464507" y="112928"/>
                  <a:pt x="466292" y="112007"/>
                  <a:pt x="467271" y="110798"/>
                </a:cubicBezTo>
                <a:cubicBezTo>
                  <a:pt x="468249" y="109589"/>
                  <a:pt x="468926" y="107919"/>
                  <a:pt x="469300" y="105789"/>
                </a:cubicBezTo>
                <a:cubicBezTo>
                  <a:pt x="469674" y="103659"/>
                  <a:pt x="469861" y="99859"/>
                  <a:pt x="469861" y="94390"/>
                </a:cubicBezTo>
                <a:lnTo>
                  <a:pt x="469861" y="71246"/>
                </a:lnTo>
                <a:cubicBezTo>
                  <a:pt x="469861" y="66064"/>
                  <a:pt x="469689" y="61847"/>
                  <a:pt x="469343" y="58594"/>
                </a:cubicBezTo>
                <a:cubicBezTo>
                  <a:pt x="468998" y="55341"/>
                  <a:pt x="468336" y="52794"/>
                  <a:pt x="467357" y="50951"/>
                </a:cubicBezTo>
                <a:cubicBezTo>
                  <a:pt x="466378" y="49109"/>
                  <a:pt x="465212" y="47785"/>
                  <a:pt x="463859" y="46979"/>
                </a:cubicBezTo>
                <a:cubicBezTo>
                  <a:pt x="462506" y="46173"/>
                  <a:pt x="460736" y="45770"/>
                  <a:pt x="458548" y="45770"/>
                </a:cubicBezTo>
                <a:cubicBezTo>
                  <a:pt x="457051" y="45770"/>
                  <a:pt x="455670" y="46000"/>
                  <a:pt x="454403" y="46461"/>
                </a:cubicBezTo>
                <a:cubicBezTo>
                  <a:pt x="453137" y="46921"/>
                  <a:pt x="451856" y="47627"/>
                  <a:pt x="450560" y="48577"/>
                </a:cubicBezTo>
                <a:cubicBezTo>
                  <a:pt x="449265" y="49526"/>
                  <a:pt x="448157" y="50491"/>
                  <a:pt x="447235" y="51470"/>
                </a:cubicBezTo>
                <a:cubicBezTo>
                  <a:pt x="446314" y="52448"/>
                  <a:pt x="445580" y="53542"/>
                  <a:pt x="445033" y="54751"/>
                </a:cubicBezTo>
                <a:cubicBezTo>
                  <a:pt x="444486" y="55960"/>
                  <a:pt x="444112" y="57313"/>
                  <a:pt x="443911" y="58810"/>
                </a:cubicBezTo>
                <a:cubicBezTo>
                  <a:pt x="443709" y="60307"/>
                  <a:pt x="443608" y="62754"/>
                  <a:pt x="443608" y="66150"/>
                </a:cubicBezTo>
                <a:lnTo>
                  <a:pt x="443608" y="94303"/>
                </a:lnTo>
                <a:cubicBezTo>
                  <a:pt x="443608" y="98218"/>
                  <a:pt x="443680" y="101212"/>
                  <a:pt x="443824" y="103285"/>
                </a:cubicBezTo>
                <a:cubicBezTo>
                  <a:pt x="443968" y="105357"/>
                  <a:pt x="444270" y="107027"/>
                  <a:pt x="444731" y="108293"/>
                </a:cubicBezTo>
                <a:cubicBezTo>
                  <a:pt x="445192" y="109560"/>
                  <a:pt x="445926" y="110611"/>
                  <a:pt x="446933" y="111445"/>
                </a:cubicBezTo>
                <a:cubicBezTo>
                  <a:pt x="447941" y="112280"/>
                  <a:pt x="449510" y="112985"/>
                  <a:pt x="451640" y="113561"/>
                </a:cubicBezTo>
                <a:lnTo>
                  <a:pt x="451640" y="119261"/>
                </a:lnTo>
                <a:lnTo>
                  <a:pt x="410533" y="119261"/>
                </a:lnTo>
                <a:lnTo>
                  <a:pt x="410533" y="113561"/>
                </a:lnTo>
                <a:cubicBezTo>
                  <a:pt x="413181" y="112928"/>
                  <a:pt x="415009" y="112007"/>
                  <a:pt x="416017" y="110798"/>
                </a:cubicBezTo>
                <a:cubicBezTo>
                  <a:pt x="417024" y="109589"/>
                  <a:pt x="417701" y="107933"/>
                  <a:pt x="418046" y="105832"/>
                </a:cubicBezTo>
                <a:cubicBezTo>
                  <a:pt x="418392" y="103731"/>
                  <a:pt x="418564" y="99917"/>
                  <a:pt x="418564" y="94390"/>
                </a:cubicBezTo>
                <a:lnTo>
                  <a:pt x="418564" y="71246"/>
                </a:lnTo>
                <a:cubicBezTo>
                  <a:pt x="418564" y="67446"/>
                  <a:pt x="418493" y="64236"/>
                  <a:pt x="418349" y="61617"/>
                </a:cubicBezTo>
                <a:cubicBezTo>
                  <a:pt x="418205" y="58997"/>
                  <a:pt x="417960" y="56881"/>
                  <a:pt x="417615" y="55269"/>
                </a:cubicBezTo>
                <a:cubicBezTo>
                  <a:pt x="417269" y="53657"/>
                  <a:pt x="416794" y="52247"/>
                  <a:pt x="416190" y="51038"/>
                </a:cubicBezTo>
                <a:cubicBezTo>
                  <a:pt x="415585" y="49829"/>
                  <a:pt x="414894" y="48850"/>
                  <a:pt x="414117" y="48102"/>
                </a:cubicBezTo>
                <a:cubicBezTo>
                  <a:pt x="413340" y="47353"/>
                  <a:pt x="412419" y="46777"/>
                  <a:pt x="411354" y="46374"/>
                </a:cubicBezTo>
                <a:cubicBezTo>
                  <a:pt x="410288" y="45971"/>
                  <a:pt x="408950" y="45770"/>
                  <a:pt x="407338" y="45770"/>
                </a:cubicBezTo>
                <a:cubicBezTo>
                  <a:pt x="405208" y="45770"/>
                  <a:pt x="402977" y="46432"/>
                  <a:pt x="400645" y="47756"/>
                </a:cubicBezTo>
                <a:cubicBezTo>
                  <a:pt x="398313" y="49080"/>
                  <a:pt x="396356" y="50923"/>
                  <a:pt x="394773" y="53283"/>
                </a:cubicBezTo>
                <a:cubicBezTo>
                  <a:pt x="393190" y="55644"/>
                  <a:pt x="392398" y="58177"/>
                  <a:pt x="392398" y="60883"/>
                </a:cubicBezTo>
                <a:lnTo>
                  <a:pt x="392398" y="94303"/>
                </a:lnTo>
                <a:cubicBezTo>
                  <a:pt x="392398" y="99715"/>
                  <a:pt x="392556" y="103500"/>
                  <a:pt x="392873" y="105659"/>
                </a:cubicBezTo>
                <a:cubicBezTo>
                  <a:pt x="393190" y="107818"/>
                  <a:pt x="393866" y="109517"/>
                  <a:pt x="394902" y="110755"/>
                </a:cubicBezTo>
                <a:cubicBezTo>
                  <a:pt x="395939" y="111992"/>
                  <a:pt x="397752" y="112928"/>
                  <a:pt x="400343" y="113561"/>
                </a:cubicBezTo>
                <a:lnTo>
                  <a:pt x="400343" y="119261"/>
                </a:lnTo>
                <a:lnTo>
                  <a:pt x="358977" y="119261"/>
                </a:lnTo>
                <a:lnTo>
                  <a:pt x="358977" y="113561"/>
                </a:lnTo>
                <a:cubicBezTo>
                  <a:pt x="361741" y="112813"/>
                  <a:pt x="363655" y="111834"/>
                  <a:pt x="364720" y="110625"/>
                </a:cubicBezTo>
                <a:cubicBezTo>
                  <a:pt x="365785" y="109416"/>
                  <a:pt x="366505" y="107775"/>
                  <a:pt x="366879" y="105703"/>
                </a:cubicBezTo>
                <a:cubicBezTo>
                  <a:pt x="367253" y="103630"/>
                  <a:pt x="367440" y="99859"/>
                  <a:pt x="367440" y="94390"/>
                </a:cubicBezTo>
                <a:lnTo>
                  <a:pt x="367440" y="58896"/>
                </a:lnTo>
                <a:cubicBezTo>
                  <a:pt x="367440" y="54636"/>
                  <a:pt x="367368" y="51484"/>
                  <a:pt x="367224" y="49440"/>
                </a:cubicBezTo>
                <a:cubicBezTo>
                  <a:pt x="367081" y="47396"/>
                  <a:pt x="366735" y="45756"/>
                  <a:pt x="366188" y="44518"/>
                </a:cubicBezTo>
                <a:cubicBezTo>
                  <a:pt x="365641" y="43280"/>
                  <a:pt x="364806" y="42272"/>
                  <a:pt x="363684" y="41495"/>
                </a:cubicBezTo>
                <a:cubicBezTo>
                  <a:pt x="362561" y="40718"/>
                  <a:pt x="360618" y="40041"/>
                  <a:pt x="357855" y="39466"/>
                </a:cubicBezTo>
                <a:lnTo>
                  <a:pt x="357855" y="33593"/>
                </a:lnTo>
                <a:lnTo>
                  <a:pt x="381517" y="32903"/>
                </a:lnTo>
                <a:lnTo>
                  <a:pt x="392398" y="32903"/>
                </a:lnTo>
                <a:lnTo>
                  <a:pt x="391103" y="45338"/>
                </a:lnTo>
                <a:close/>
                <a:moveTo>
                  <a:pt x="594892" y="103544"/>
                </a:moveTo>
                <a:cubicBezTo>
                  <a:pt x="589020" y="109761"/>
                  <a:pt x="583205" y="114166"/>
                  <a:pt x="577448" y="116756"/>
                </a:cubicBezTo>
                <a:cubicBezTo>
                  <a:pt x="571691" y="119347"/>
                  <a:pt x="565070" y="120643"/>
                  <a:pt x="557586" y="120643"/>
                </a:cubicBezTo>
                <a:cubicBezTo>
                  <a:pt x="544171" y="120643"/>
                  <a:pt x="534082" y="116972"/>
                  <a:pt x="527317" y="109632"/>
                </a:cubicBezTo>
                <a:cubicBezTo>
                  <a:pt x="520552" y="102291"/>
                  <a:pt x="517170" y="91396"/>
                  <a:pt x="517170" y="76945"/>
                </a:cubicBezTo>
                <a:cubicBezTo>
                  <a:pt x="517170" y="67619"/>
                  <a:pt x="518911" y="59573"/>
                  <a:pt x="522395" y="52808"/>
                </a:cubicBezTo>
                <a:cubicBezTo>
                  <a:pt x="525878" y="46043"/>
                  <a:pt x="530815" y="40919"/>
                  <a:pt x="537205" y="37436"/>
                </a:cubicBezTo>
                <a:cubicBezTo>
                  <a:pt x="543596" y="33953"/>
                  <a:pt x="551022" y="32212"/>
                  <a:pt x="559485" y="32212"/>
                </a:cubicBezTo>
                <a:cubicBezTo>
                  <a:pt x="564725" y="32212"/>
                  <a:pt x="569316" y="32816"/>
                  <a:pt x="573260" y="34025"/>
                </a:cubicBezTo>
                <a:cubicBezTo>
                  <a:pt x="577203" y="35234"/>
                  <a:pt x="580586" y="36918"/>
                  <a:pt x="583407" y="39077"/>
                </a:cubicBezTo>
                <a:cubicBezTo>
                  <a:pt x="586228" y="41236"/>
                  <a:pt x="588559" y="43841"/>
                  <a:pt x="590402" y="46893"/>
                </a:cubicBezTo>
                <a:cubicBezTo>
                  <a:pt x="592589" y="50520"/>
                  <a:pt x="594230" y="54665"/>
                  <a:pt x="595324" y="59328"/>
                </a:cubicBezTo>
                <a:cubicBezTo>
                  <a:pt x="596476" y="64107"/>
                  <a:pt x="597080" y="69893"/>
                  <a:pt x="597138" y="76686"/>
                </a:cubicBezTo>
                <a:lnTo>
                  <a:pt x="542387" y="76686"/>
                </a:lnTo>
                <a:cubicBezTo>
                  <a:pt x="542444" y="87107"/>
                  <a:pt x="544301" y="94778"/>
                  <a:pt x="547957" y="99701"/>
                </a:cubicBezTo>
                <a:cubicBezTo>
                  <a:pt x="551612" y="104623"/>
                  <a:pt x="557183" y="107084"/>
                  <a:pt x="564667" y="107084"/>
                </a:cubicBezTo>
                <a:cubicBezTo>
                  <a:pt x="569042" y="107084"/>
                  <a:pt x="572986" y="106264"/>
                  <a:pt x="576498" y="104623"/>
                </a:cubicBezTo>
                <a:cubicBezTo>
                  <a:pt x="580010" y="102982"/>
                  <a:pt x="583810" y="100089"/>
                  <a:pt x="587897" y="95944"/>
                </a:cubicBezTo>
                <a:lnTo>
                  <a:pt x="594892" y="103544"/>
                </a:lnTo>
                <a:moveTo>
                  <a:pt x="571576" y="67359"/>
                </a:moveTo>
                <a:cubicBezTo>
                  <a:pt x="571345" y="58551"/>
                  <a:pt x="570194" y="51988"/>
                  <a:pt x="568121" y="47670"/>
                </a:cubicBezTo>
                <a:cubicBezTo>
                  <a:pt x="566049" y="43352"/>
                  <a:pt x="562710" y="41193"/>
                  <a:pt x="558104" y="41193"/>
                </a:cubicBezTo>
                <a:cubicBezTo>
                  <a:pt x="553671" y="41193"/>
                  <a:pt x="550144" y="43438"/>
                  <a:pt x="547525" y="47929"/>
                </a:cubicBezTo>
                <a:cubicBezTo>
                  <a:pt x="544905" y="52419"/>
                  <a:pt x="543336" y="58896"/>
                  <a:pt x="542818" y="67359"/>
                </a:cubicBezTo>
                <a:lnTo>
                  <a:pt x="571576" y="67359"/>
                </a:lnTo>
                <a:close/>
                <a:moveTo>
                  <a:pt x="704523" y="119261"/>
                </a:moveTo>
                <a:lnTo>
                  <a:pt x="662639" y="119261"/>
                </a:lnTo>
                <a:lnTo>
                  <a:pt x="662639" y="113561"/>
                </a:lnTo>
                <a:cubicBezTo>
                  <a:pt x="665288" y="112928"/>
                  <a:pt x="667130" y="111992"/>
                  <a:pt x="668166" y="110755"/>
                </a:cubicBezTo>
                <a:cubicBezTo>
                  <a:pt x="669202" y="109517"/>
                  <a:pt x="669908" y="107847"/>
                  <a:pt x="670282" y="105746"/>
                </a:cubicBezTo>
                <a:cubicBezTo>
                  <a:pt x="670656" y="103644"/>
                  <a:pt x="670843" y="99859"/>
                  <a:pt x="670843" y="94390"/>
                </a:cubicBezTo>
                <a:lnTo>
                  <a:pt x="670843" y="71332"/>
                </a:lnTo>
                <a:cubicBezTo>
                  <a:pt x="670843" y="67244"/>
                  <a:pt x="670757" y="63891"/>
                  <a:pt x="670584" y="61271"/>
                </a:cubicBezTo>
                <a:cubicBezTo>
                  <a:pt x="670412" y="58652"/>
                  <a:pt x="670138" y="56507"/>
                  <a:pt x="669764" y="54838"/>
                </a:cubicBezTo>
                <a:cubicBezTo>
                  <a:pt x="669390" y="53168"/>
                  <a:pt x="668871" y="51772"/>
                  <a:pt x="668209" y="50649"/>
                </a:cubicBezTo>
                <a:cubicBezTo>
                  <a:pt x="667547" y="49526"/>
                  <a:pt x="666813" y="48605"/>
                  <a:pt x="666007" y="47886"/>
                </a:cubicBezTo>
                <a:cubicBezTo>
                  <a:pt x="665201" y="47166"/>
                  <a:pt x="664280" y="46633"/>
                  <a:pt x="663244" y="46288"/>
                </a:cubicBezTo>
                <a:cubicBezTo>
                  <a:pt x="662207" y="45943"/>
                  <a:pt x="660883" y="45770"/>
                  <a:pt x="659271" y="45770"/>
                </a:cubicBezTo>
                <a:cubicBezTo>
                  <a:pt x="657084" y="45770"/>
                  <a:pt x="654809" y="46446"/>
                  <a:pt x="652449" y="47799"/>
                </a:cubicBezTo>
                <a:cubicBezTo>
                  <a:pt x="650089" y="49152"/>
                  <a:pt x="648102" y="51023"/>
                  <a:pt x="646490" y="53413"/>
                </a:cubicBezTo>
                <a:cubicBezTo>
                  <a:pt x="644878" y="55802"/>
                  <a:pt x="644072" y="58349"/>
                  <a:pt x="644072" y="61055"/>
                </a:cubicBezTo>
                <a:lnTo>
                  <a:pt x="644072" y="94303"/>
                </a:lnTo>
                <a:cubicBezTo>
                  <a:pt x="644072" y="99773"/>
                  <a:pt x="644245" y="103572"/>
                  <a:pt x="644590" y="105703"/>
                </a:cubicBezTo>
                <a:cubicBezTo>
                  <a:pt x="644936" y="107833"/>
                  <a:pt x="645641" y="109517"/>
                  <a:pt x="646706" y="110755"/>
                </a:cubicBezTo>
                <a:cubicBezTo>
                  <a:pt x="647771" y="111992"/>
                  <a:pt x="649657" y="112928"/>
                  <a:pt x="652363" y="113561"/>
                </a:cubicBezTo>
                <a:lnTo>
                  <a:pt x="652363" y="119261"/>
                </a:lnTo>
                <a:lnTo>
                  <a:pt x="610652" y="119261"/>
                </a:lnTo>
                <a:lnTo>
                  <a:pt x="610652" y="113561"/>
                </a:lnTo>
                <a:cubicBezTo>
                  <a:pt x="613415" y="112813"/>
                  <a:pt x="615329" y="111834"/>
                  <a:pt x="616394" y="110625"/>
                </a:cubicBezTo>
                <a:cubicBezTo>
                  <a:pt x="617459" y="109416"/>
                  <a:pt x="618179" y="107775"/>
                  <a:pt x="618553" y="105703"/>
                </a:cubicBezTo>
                <a:cubicBezTo>
                  <a:pt x="618928" y="103630"/>
                  <a:pt x="619115" y="99859"/>
                  <a:pt x="619115" y="94390"/>
                </a:cubicBezTo>
                <a:lnTo>
                  <a:pt x="619115" y="58896"/>
                </a:lnTo>
                <a:cubicBezTo>
                  <a:pt x="619115" y="54636"/>
                  <a:pt x="619043" y="51484"/>
                  <a:pt x="618899" y="49440"/>
                </a:cubicBezTo>
                <a:cubicBezTo>
                  <a:pt x="618755" y="47396"/>
                  <a:pt x="618409" y="45756"/>
                  <a:pt x="617862" y="44518"/>
                </a:cubicBezTo>
                <a:cubicBezTo>
                  <a:pt x="617316" y="43280"/>
                  <a:pt x="616481" y="42272"/>
                  <a:pt x="615358" y="41495"/>
                </a:cubicBezTo>
                <a:cubicBezTo>
                  <a:pt x="614235" y="40718"/>
                  <a:pt x="612292" y="40041"/>
                  <a:pt x="609529" y="39466"/>
                </a:cubicBezTo>
                <a:lnTo>
                  <a:pt x="609529" y="33593"/>
                </a:lnTo>
                <a:lnTo>
                  <a:pt x="633191" y="32903"/>
                </a:lnTo>
                <a:lnTo>
                  <a:pt x="644072" y="32903"/>
                </a:lnTo>
                <a:lnTo>
                  <a:pt x="642777" y="45338"/>
                </a:lnTo>
                <a:lnTo>
                  <a:pt x="643813" y="45597"/>
                </a:lnTo>
                <a:cubicBezTo>
                  <a:pt x="647383" y="42431"/>
                  <a:pt x="650520" y="39941"/>
                  <a:pt x="653226" y="38127"/>
                </a:cubicBezTo>
                <a:cubicBezTo>
                  <a:pt x="655932" y="36314"/>
                  <a:pt x="658768" y="34874"/>
                  <a:pt x="661732" y="33809"/>
                </a:cubicBezTo>
                <a:cubicBezTo>
                  <a:pt x="664697" y="32744"/>
                  <a:pt x="667821" y="32212"/>
                  <a:pt x="671102" y="32212"/>
                </a:cubicBezTo>
                <a:cubicBezTo>
                  <a:pt x="675823" y="32212"/>
                  <a:pt x="679738" y="32888"/>
                  <a:pt x="682847" y="34241"/>
                </a:cubicBezTo>
                <a:cubicBezTo>
                  <a:pt x="685956" y="35594"/>
                  <a:pt x="688475" y="37566"/>
                  <a:pt x="690403" y="40157"/>
                </a:cubicBezTo>
                <a:cubicBezTo>
                  <a:pt x="692332" y="42747"/>
                  <a:pt x="693714" y="45914"/>
                  <a:pt x="694549" y="49656"/>
                </a:cubicBezTo>
                <a:cubicBezTo>
                  <a:pt x="695383" y="53398"/>
                  <a:pt x="695801" y="57745"/>
                  <a:pt x="695801" y="62696"/>
                </a:cubicBezTo>
                <a:lnTo>
                  <a:pt x="695801" y="94303"/>
                </a:lnTo>
                <a:cubicBezTo>
                  <a:pt x="695801" y="96836"/>
                  <a:pt x="695844" y="99211"/>
                  <a:pt x="695930" y="101428"/>
                </a:cubicBezTo>
                <a:cubicBezTo>
                  <a:pt x="696017" y="103644"/>
                  <a:pt x="696233" y="105415"/>
                  <a:pt x="696578" y="106739"/>
                </a:cubicBezTo>
                <a:cubicBezTo>
                  <a:pt x="696924" y="108063"/>
                  <a:pt x="697398" y="109143"/>
                  <a:pt x="698003" y="109977"/>
                </a:cubicBezTo>
                <a:cubicBezTo>
                  <a:pt x="698607" y="110812"/>
                  <a:pt x="699457" y="111517"/>
                  <a:pt x="700551" y="112093"/>
                </a:cubicBezTo>
                <a:cubicBezTo>
                  <a:pt x="701644" y="112669"/>
                  <a:pt x="702969" y="113158"/>
                  <a:pt x="704523" y="113561"/>
                </a:cubicBezTo>
                <a:lnTo>
                  <a:pt x="704523" y="119261"/>
                </a:lnTo>
                <a:close/>
                <a:moveTo>
                  <a:pt x="776545" y="108898"/>
                </a:moveTo>
                <a:cubicBezTo>
                  <a:pt x="771479" y="113216"/>
                  <a:pt x="766873" y="116253"/>
                  <a:pt x="762728" y="118009"/>
                </a:cubicBezTo>
                <a:cubicBezTo>
                  <a:pt x="758583" y="119765"/>
                  <a:pt x="754207" y="120643"/>
                  <a:pt x="749602" y="120643"/>
                </a:cubicBezTo>
                <a:cubicBezTo>
                  <a:pt x="741023" y="120643"/>
                  <a:pt x="734618" y="118325"/>
                  <a:pt x="730387" y="113691"/>
                </a:cubicBezTo>
                <a:cubicBezTo>
                  <a:pt x="726155" y="109056"/>
                  <a:pt x="724040" y="102047"/>
                  <a:pt x="724040" y="92662"/>
                </a:cubicBezTo>
                <a:lnTo>
                  <a:pt x="724040" y="44388"/>
                </a:lnTo>
                <a:lnTo>
                  <a:pt x="713245" y="44388"/>
                </a:lnTo>
                <a:lnTo>
                  <a:pt x="713245" y="38429"/>
                </a:lnTo>
                <a:cubicBezTo>
                  <a:pt x="716757" y="37854"/>
                  <a:pt x="719347" y="36990"/>
                  <a:pt x="721017" y="35839"/>
                </a:cubicBezTo>
                <a:cubicBezTo>
                  <a:pt x="722687" y="34687"/>
                  <a:pt x="723982" y="33147"/>
                  <a:pt x="724903" y="31219"/>
                </a:cubicBezTo>
                <a:cubicBezTo>
                  <a:pt x="725824" y="29290"/>
                  <a:pt x="726558" y="26771"/>
                  <a:pt x="727105" y="23662"/>
                </a:cubicBezTo>
                <a:cubicBezTo>
                  <a:pt x="727652" y="20553"/>
                  <a:pt x="728070" y="16667"/>
                  <a:pt x="728357" y="12004"/>
                </a:cubicBezTo>
                <a:lnTo>
                  <a:pt x="748997" y="12004"/>
                </a:lnTo>
                <a:lnTo>
                  <a:pt x="748997" y="33593"/>
                </a:lnTo>
                <a:lnTo>
                  <a:pt x="773609" y="33593"/>
                </a:lnTo>
                <a:lnTo>
                  <a:pt x="773609" y="44388"/>
                </a:lnTo>
                <a:lnTo>
                  <a:pt x="748997" y="44388"/>
                </a:lnTo>
                <a:lnTo>
                  <a:pt x="748997" y="83336"/>
                </a:lnTo>
                <a:cubicBezTo>
                  <a:pt x="748997" y="89841"/>
                  <a:pt x="749299" y="94649"/>
                  <a:pt x="749904" y="97758"/>
                </a:cubicBezTo>
                <a:cubicBezTo>
                  <a:pt x="750508" y="100867"/>
                  <a:pt x="751530" y="103155"/>
                  <a:pt x="752970" y="104623"/>
                </a:cubicBezTo>
                <a:cubicBezTo>
                  <a:pt x="754409" y="106091"/>
                  <a:pt x="756194" y="106825"/>
                  <a:pt x="758324" y="106825"/>
                </a:cubicBezTo>
                <a:cubicBezTo>
                  <a:pt x="759936" y="106825"/>
                  <a:pt x="761375" y="106681"/>
                  <a:pt x="762642" y="106393"/>
                </a:cubicBezTo>
                <a:cubicBezTo>
                  <a:pt x="763908" y="106106"/>
                  <a:pt x="765247" y="105587"/>
                  <a:pt x="766657" y="104839"/>
                </a:cubicBezTo>
                <a:cubicBezTo>
                  <a:pt x="768068" y="104091"/>
                  <a:pt x="769550" y="103025"/>
                  <a:pt x="771105" y="101644"/>
                </a:cubicBezTo>
                <a:lnTo>
                  <a:pt x="776545" y="1088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CodeA">
            <a:extLst xmlns:a="http://schemas.openxmlformats.org/drawingml/2006/main">
              <a:ext uri="{FF2B5EF4-FFF2-40B4-BE49-F238E27FC236}">
                <a16:creationId xmlns:a16="http://schemas.microsoft.com/office/drawing/2014/main" id="{B7E00D14-A88C-4290-8593-A2CC7C42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990" y="3250592"/>
            <a:ext cx="611588" cy="132646"/>
          </a:xfrm>
          <a:custGeom xmlns:a="http://schemas.openxmlformats.org/drawingml/2006/main">
            <a:pathLst>
              <a:path w="611588" h="132646">
                <a:moveTo>
                  <a:pt x="41071" y="132576"/>
                </a:moveTo>
                <a:lnTo>
                  <a:pt x="42005" y="132521"/>
                </a:lnTo>
                <a:lnTo>
                  <a:pt x="42928" y="132451"/>
                </a:lnTo>
                <a:lnTo>
                  <a:pt x="43840" y="132365"/>
                </a:lnTo>
                <a:lnTo>
                  <a:pt x="44741" y="132263"/>
                </a:lnTo>
                <a:lnTo>
                  <a:pt x="45630" y="132145"/>
                </a:lnTo>
                <a:lnTo>
                  <a:pt x="46509" y="132012"/>
                </a:lnTo>
                <a:lnTo>
                  <a:pt x="47377" y="131863"/>
                </a:lnTo>
                <a:lnTo>
                  <a:pt x="48234" y="131699"/>
                </a:lnTo>
                <a:lnTo>
                  <a:pt x="49079" y="131519"/>
                </a:lnTo>
                <a:lnTo>
                  <a:pt x="49914" y="131323"/>
                </a:lnTo>
                <a:lnTo>
                  <a:pt x="50737" y="131112"/>
                </a:lnTo>
                <a:lnTo>
                  <a:pt x="51550" y="130885"/>
                </a:lnTo>
                <a:lnTo>
                  <a:pt x="52351" y="130642"/>
                </a:lnTo>
                <a:lnTo>
                  <a:pt x="53141" y="130384"/>
                </a:lnTo>
                <a:lnTo>
                  <a:pt x="53921" y="130110"/>
                </a:lnTo>
                <a:lnTo>
                  <a:pt x="54689" y="129820"/>
                </a:lnTo>
                <a:lnTo>
                  <a:pt x="55446" y="129515"/>
                </a:lnTo>
                <a:lnTo>
                  <a:pt x="56192" y="129194"/>
                </a:lnTo>
                <a:lnTo>
                  <a:pt x="56928" y="128857"/>
                </a:lnTo>
                <a:lnTo>
                  <a:pt x="57652" y="128505"/>
                </a:lnTo>
                <a:lnTo>
                  <a:pt x="58365" y="128137"/>
                </a:lnTo>
                <a:lnTo>
                  <a:pt x="59065" y="127754"/>
                </a:lnTo>
                <a:lnTo>
                  <a:pt x="59753" y="127358"/>
                </a:lnTo>
                <a:lnTo>
                  <a:pt x="60426" y="126949"/>
                </a:lnTo>
                <a:lnTo>
                  <a:pt x="61087" y="126526"/>
                </a:lnTo>
                <a:lnTo>
                  <a:pt x="61733" y="126089"/>
                </a:lnTo>
                <a:lnTo>
                  <a:pt x="62367" y="125639"/>
                </a:lnTo>
                <a:lnTo>
                  <a:pt x="62986" y="125175"/>
                </a:lnTo>
                <a:lnTo>
                  <a:pt x="63592" y="124698"/>
                </a:lnTo>
                <a:lnTo>
                  <a:pt x="64185" y="124207"/>
                </a:lnTo>
                <a:lnTo>
                  <a:pt x="64764" y="123703"/>
                </a:lnTo>
                <a:lnTo>
                  <a:pt x="65330" y="123186"/>
                </a:lnTo>
                <a:lnTo>
                  <a:pt x="65882" y="122654"/>
                </a:lnTo>
                <a:lnTo>
                  <a:pt x="66421" y="122110"/>
                </a:lnTo>
                <a:lnTo>
                  <a:pt x="66946" y="121552"/>
                </a:lnTo>
                <a:lnTo>
                  <a:pt x="67457" y="120980"/>
                </a:lnTo>
                <a:lnTo>
                  <a:pt x="67955" y="120395"/>
                </a:lnTo>
                <a:lnTo>
                  <a:pt x="68440" y="119796"/>
                </a:lnTo>
                <a:lnTo>
                  <a:pt x="68911" y="119184"/>
                </a:lnTo>
                <a:lnTo>
                  <a:pt x="69368" y="118558"/>
                </a:lnTo>
                <a:lnTo>
                  <a:pt x="69812" y="117919"/>
                </a:lnTo>
                <a:lnTo>
                  <a:pt x="70243" y="117266"/>
                </a:lnTo>
                <a:lnTo>
                  <a:pt x="70660" y="116599"/>
                </a:lnTo>
                <a:lnTo>
                  <a:pt x="71063" y="115920"/>
                </a:lnTo>
                <a:lnTo>
                  <a:pt x="71453" y="115226"/>
                </a:lnTo>
                <a:lnTo>
                  <a:pt x="71829" y="114521"/>
                </a:lnTo>
                <a:lnTo>
                  <a:pt x="72188" y="113806"/>
                </a:lnTo>
                <a:lnTo>
                  <a:pt x="72531" y="113080"/>
                </a:lnTo>
                <a:lnTo>
                  <a:pt x="72859" y="112345"/>
                </a:lnTo>
                <a:lnTo>
                  <a:pt x="73170" y="111599"/>
                </a:lnTo>
                <a:lnTo>
                  <a:pt x="73465" y="110843"/>
                </a:lnTo>
                <a:lnTo>
                  <a:pt x="73745" y="110077"/>
                </a:lnTo>
                <a:lnTo>
                  <a:pt x="74008" y="109301"/>
                </a:lnTo>
                <a:lnTo>
                  <a:pt x="74256" y="108515"/>
                </a:lnTo>
                <a:lnTo>
                  <a:pt x="74487" y="107719"/>
                </a:lnTo>
                <a:lnTo>
                  <a:pt x="74703" y="106912"/>
                </a:lnTo>
                <a:lnTo>
                  <a:pt x="74902" y="106096"/>
                </a:lnTo>
                <a:lnTo>
                  <a:pt x="75086" y="105269"/>
                </a:lnTo>
                <a:lnTo>
                  <a:pt x="75254" y="104432"/>
                </a:lnTo>
                <a:lnTo>
                  <a:pt x="75405" y="103585"/>
                </a:lnTo>
                <a:lnTo>
                  <a:pt x="75541" y="102728"/>
                </a:lnTo>
                <a:lnTo>
                  <a:pt x="75661" y="101861"/>
                </a:lnTo>
                <a:lnTo>
                  <a:pt x="75765" y="100984"/>
                </a:lnTo>
                <a:lnTo>
                  <a:pt x="75852" y="100096"/>
                </a:lnTo>
                <a:lnTo>
                  <a:pt x="75924" y="99199"/>
                </a:lnTo>
                <a:lnTo>
                  <a:pt x="75980" y="98291"/>
                </a:lnTo>
                <a:lnTo>
                  <a:pt x="76020" y="97373"/>
                </a:lnTo>
                <a:lnTo>
                  <a:pt x="76044" y="96445"/>
                </a:lnTo>
                <a:lnTo>
                  <a:pt x="76052" y="95507"/>
                </a:lnTo>
                <a:lnTo>
                  <a:pt x="60135" y="95507"/>
                </a:lnTo>
                <a:lnTo>
                  <a:pt x="60125" y="96412"/>
                </a:lnTo>
                <a:lnTo>
                  <a:pt x="60095" y="97299"/>
                </a:lnTo>
                <a:lnTo>
                  <a:pt x="60045" y="98169"/>
                </a:lnTo>
                <a:lnTo>
                  <a:pt x="59975" y="99022"/>
                </a:lnTo>
                <a:lnTo>
                  <a:pt x="59886" y="99857"/>
                </a:lnTo>
                <a:lnTo>
                  <a:pt x="59776" y="100674"/>
                </a:lnTo>
                <a:lnTo>
                  <a:pt x="59646" y="101474"/>
                </a:lnTo>
                <a:lnTo>
                  <a:pt x="59496" y="102257"/>
                </a:lnTo>
                <a:lnTo>
                  <a:pt x="59327" y="103022"/>
                </a:lnTo>
                <a:lnTo>
                  <a:pt x="59137" y="103769"/>
                </a:lnTo>
                <a:lnTo>
                  <a:pt x="58928" y="104500"/>
                </a:lnTo>
                <a:lnTo>
                  <a:pt x="58698" y="105212"/>
                </a:lnTo>
                <a:lnTo>
                  <a:pt x="58449" y="105907"/>
                </a:lnTo>
                <a:lnTo>
                  <a:pt x="58179" y="106585"/>
                </a:lnTo>
                <a:lnTo>
                  <a:pt x="57890" y="107245"/>
                </a:lnTo>
                <a:lnTo>
                  <a:pt x="57580" y="107887"/>
                </a:lnTo>
                <a:lnTo>
                  <a:pt x="57251" y="108512"/>
                </a:lnTo>
                <a:lnTo>
                  <a:pt x="56902" y="109120"/>
                </a:lnTo>
                <a:lnTo>
                  <a:pt x="56532" y="109710"/>
                </a:lnTo>
                <a:lnTo>
                  <a:pt x="56143" y="110283"/>
                </a:lnTo>
                <a:lnTo>
                  <a:pt x="55734" y="110838"/>
                </a:lnTo>
                <a:lnTo>
                  <a:pt x="55305" y="111375"/>
                </a:lnTo>
                <a:lnTo>
                  <a:pt x="54856" y="111895"/>
                </a:lnTo>
                <a:lnTo>
                  <a:pt x="54387" y="112398"/>
                </a:lnTo>
                <a:lnTo>
                  <a:pt x="53900" y="112881"/>
                </a:lnTo>
                <a:lnTo>
                  <a:pt x="53396" y="113344"/>
                </a:lnTo>
                <a:lnTo>
                  <a:pt x="52877" y="113786"/>
                </a:lnTo>
                <a:lnTo>
                  <a:pt x="52341" y="114208"/>
                </a:lnTo>
                <a:lnTo>
                  <a:pt x="51788" y="114609"/>
                </a:lnTo>
                <a:lnTo>
                  <a:pt x="51220" y="114990"/>
                </a:lnTo>
                <a:lnTo>
                  <a:pt x="50635" y="115350"/>
                </a:lnTo>
                <a:lnTo>
                  <a:pt x="50034" y="115689"/>
                </a:lnTo>
                <a:lnTo>
                  <a:pt x="49416" y="116008"/>
                </a:lnTo>
                <a:lnTo>
                  <a:pt x="48783" y="116306"/>
                </a:lnTo>
                <a:lnTo>
                  <a:pt x="48133" y="116584"/>
                </a:lnTo>
                <a:lnTo>
                  <a:pt x="47467" y="116841"/>
                </a:lnTo>
                <a:lnTo>
                  <a:pt x="46784" y="117077"/>
                </a:lnTo>
                <a:lnTo>
                  <a:pt x="46085" y="117293"/>
                </a:lnTo>
                <a:lnTo>
                  <a:pt x="45370" y="117489"/>
                </a:lnTo>
                <a:lnTo>
                  <a:pt x="44639" y="117663"/>
                </a:lnTo>
                <a:lnTo>
                  <a:pt x="43892" y="117818"/>
                </a:lnTo>
                <a:lnTo>
                  <a:pt x="43128" y="117951"/>
                </a:lnTo>
                <a:lnTo>
                  <a:pt x="42348" y="118065"/>
                </a:lnTo>
                <a:lnTo>
                  <a:pt x="41551" y="118157"/>
                </a:lnTo>
                <a:lnTo>
                  <a:pt x="40738" y="118229"/>
                </a:lnTo>
                <a:lnTo>
                  <a:pt x="39910" y="118281"/>
                </a:lnTo>
                <a:lnTo>
                  <a:pt x="39064" y="118311"/>
                </a:lnTo>
                <a:lnTo>
                  <a:pt x="38203" y="118322"/>
                </a:lnTo>
                <a:lnTo>
                  <a:pt x="37341" y="118311"/>
                </a:lnTo>
                <a:lnTo>
                  <a:pt x="36495" y="118281"/>
                </a:lnTo>
                <a:lnTo>
                  <a:pt x="35664" y="118229"/>
                </a:lnTo>
                <a:lnTo>
                  <a:pt x="34849" y="118157"/>
                </a:lnTo>
                <a:lnTo>
                  <a:pt x="34050" y="118065"/>
                </a:lnTo>
                <a:lnTo>
                  <a:pt x="33267" y="117951"/>
                </a:lnTo>
                <a:lnTo>
                  <a:pt x="32499" y="117818"/>
                </a:lnTo>
                <a:lnTo>
                  <a:pt x="31747" y="117663"/>
                </a:lnTo>
                <a:lnTo>
                  <a:pt x="31010" y="117489"/>
                </a:lnTo>
                <a:lnTo>
                  <a:pt x="30290" y="117293"/>
                </a:lnTo>
                <a:lnTo>
                  <a:pt x="29584" y="117077"/>
                </a:lnTo>
                <a:lnTo>
                  <a:pt x="28895" y="116841"/>
                </a:lnTo>
                <a:lnTo>
                  <a:pt x="28221" y="116584"/>
                </a:lnTo>
                <a:lnTo>
                  <a:pt x="27563" y="116306"/>
                </a:lnTo>
                <a:lnTo>
                  <a:pt x="26921" y="116008"/>
                </a:lnTo>
                <a:lnTo>
                  <a:pt x="26294" y="115689"/>
                </a:lnTo>
                <a:lnTo>
                  <a:pt x="25683" y="115350"/>
                </a:lnTo>
                <a:lnTo>
                  <a:pt x="25087" y="114990"/>
                </a:lnTo>
                <a:lnTo>
                  <a:pt x="24507" y="114609"/>
                </a:lnTo>
                <a:lnTo>
                  <a:pt x="23943" y="114208"/>
                </a:lnTo>
                <a:lnTo>
                  <a:pt x="23395" y="113786"/>
                </a:lnTo>
                <a:lnTo>
                  <a:pt x="22862" y="113344"/>
                </a:lnTo>
                <a:lnTo>
                  <a:pt x="22345" y="112881"/>
                </a:lnTo>
                <a:lnTo>
                  <a:pt x="21843" y="112398"/>
                </a:lnTo>
                <a:lnTo>
                  <a:pt x="21360" y="111895"/>
                </a:lnTo>
                <a:lnTo>
                  <a:pt x="20897" y="111375"/>
                </a:lnTo>
                <a:lnTo>
                  <a:pt x="20455" y="110838"/>
                </a:lnTo>
                <a:lnTo>
                  <a:pt x="20033" y="110283"/>
                </a:lnTo>
                <a:lnTo>
                  <a:pt x="19632" y="109710"/>
                </a:lnTo>
                <a:lnTo>
                  <a:pt x="19252" y="109120"/>
                </a:lnTo>
                <a:lnTo>
                  <a:pt x="18892" y="108512"/>
                </a:lnTo>
                <a:lnTo>
                  <a:pt x="18552" y="107887"/>
                </a:lnTo>
                <a:lnTo>
                  <a:pt x="18234" y="107245"/>
                </a:lnTo>
                <a:lnTo>
                  <a:pt x="17935" y="106585"/>
                </a:lnTo>
                <a:lnTo>
                  <a:pt x="17658" y="105907"/>
                </a:lnTo>
                <a:lnTo>
                  <a:pt x="17401" y="105212"/>
                </a:lnTo>
                <a:lnTo>
                  <a:pt x="17164" y="104500"/>
                </a:lnTo>
                <a:lnTo>
                  <a:pt x="16948" y="103769"/>
                </a:lnTo>
                <a:lnTo>
                  <a:pt x="16753" y="103022"/>
                </a:lnTo>
                <a:lnTo>
                  <a:pt x="16578" y="102257"/>
                </a:lnTo>
                <a:lnTo>
                  <a:pt x="16424" y="101474"/>
                </a:lnTo>
                <a:lnTo>
                  <a:pt x="16290" y="100674"/>
                </a:lnTo>
                <a:lnTo>
                  <a:pt x="16177" y="99857"/>
                </a:lnTo>
                <a:lnTo>
                  <a:pt x="16084" y="99022"/>
                </a:lnTo>
                <a:lnTo>
                  <a:pt x="16012" y="98169"/>
                </a:lnTo>
                <a:lnTo>
                  <a:pt x="15961" y="97299"/>
                </a:lnTo>
                <a:lnTo>
                  <a:pt x="15930" y="96412"/>
                </a:lnTo>
                <a:lnTo>
                  <a:pt x="15920" y="95507"/>
                </a:lnTo>
                <a:lnTo>
                  <a:pt x="15920" y="37142"/>
                </a:lnTo>
                <a:lnTo>
                  <a:pt x="15930" y="36237"/>
                </a:lnTo>
                <a:lnTo>
                  <a:pt x="15961" y="35350"/>
                </a:lnTo>
                <a:lnTo>
                  <a:pt x="16012" y="34480"/>
                </a:lnTo>
                <a:lnTo>
                  <a:pt x="16084" y="33627"/>
                </a:lnTo>
                <a:lnTo>
                  <a:pt x="16177" y="32792"/>
                </a:lnTo>
                <a:lnTo>
                  <a:pt x="16290" y="31975"/>
                </a:lnTo>
                <a:lnTo>
                  <a:pt x="16424" y="31175"/>
                </a:lnTo>
                <a:lnTo>
                  <a:pt x="16578" y="30392"/>
                </a:lnTo>
                <a:lnTo>
                  <a:pt x="16753" y="29627"/>
                </a:lnTo>
                <a:lnTo>
                  <a:pt x="16948" y="28880"/>
                </a:lnTo>
                <a:lnTo>
                  <a:pt x="17164" y="28150"/>
                </a:lnTo>
                <a:lnTo>
                  <a:pt x="17401" y="27438"/>
                </a:lnTo>
                <a:lnTo>
                  <a:pt x="17658" y="26743"/>
                </a:lnTo>
                <a:lnTo>
                  <a:pt x="17935" y="26065"/>
                </a:lnTo>
                <a:lnTo>
                  <a:pt x="18234" y="25405"/>
                </a:lnTo>
                <a:lnTo>
                  <a:pt x="18552" y="24763"/>
                </a:lnTo>
                <a:lnTo>
                  <a:pt x="18892" y="24138"/>
                </a:lnTo>
                <a:lnTo>
                  <a:pt x="19252" y="23531"/>
                </a:lnTo>
                <a:lnTo>
                  <a:pt x="19632" y="22941"/>
                </a:lnTo>
                <a:lnTo>
                  <a:pt x="20033" y="22368"/>
                </a:lnTo>
                <a:lnTo>
                  <a:pt x="20455" y="21813"/>
                </a:lnTo>
                <a:lnTo>
                  <a:pt x="20897" y="21276"/>
                </a:lnTo>
                <a:lnTo>
                  <a:pt x="21360" y="20756"/>
                </a:lnTo>
                <a:lnTo>
                  <a:pt x="21843" y="20254"/>
                </a:lnTo>
                <a:lnTo>
                  <a:pt x="22345" y="19770"/>
                </a:lnTo>
                <a:lnTo>
                  <a:pt x="22862" y="19307"/>
                </a:lnTo>
                <a:lnTo>
                  <a:pt x="23395" y="18865"/>
                </a:lnTo>
                <a:lnTo>
                  <a:pt x="23943" y="18443"/>
                </a:lnTo>
                <a:lnTo>
                  <a:pt x="24507" y="18042"/>
                </a:lnTo>
                <a:lnTo>
                  <a:pt x="25087" y="17661"/>
                </a:lnTo>
                <a:lnTo>
                  <a:pt x="25683" y="17301"/>
                </a:lnTo>
                <a:lnTo>
                  <a:pt x="26294" y="16961"/>
                </a:lnTo>
                <a:lnTo>
                  <a:pt x="26921" y="16642"/>
                </a:lnTo>
                <a:lnTo>
                  <a:pt x="27563" y="16344"/>
                </a:lnTo>
                <a:lnTo>
                  <a:pt x="28221" y="16066"/>
                </a:lnTo>
                <a:lnTo>
                  <a:pt x="28895" y="15809"/>
                </a:lnTo>
                <a:lnTo>
                  <a:pt x="29584" y="15572"/>
                </a:lnTo>
                <a:lnTo>
                  <a:pt x="30290" y="15356"/>
                </a:lnTo>
                <a:lnTo>
                  <a:pt x="31010" y="15161"/>
                </a:lnTo>
                <a:lnTo>
                  <a:pt x="31747" y="14986"/>
                </a:lnTo>
                <a:lnTo>
                  <a:pt x="32499" y="14832"/>
                </a:lnTo>
                <a:lnTo>
                  <a:pt x="33267" y="14698"/>
                </a:lnTo>
                <a:lnTo>
                  <a:pt x="34050" y="14585"/>
                </a:lnTo>
                <a:lnTo>
                  <a:pt x="34849" y="14492"/>
                </a:lnTo>
                <a:lnTo>
                  <a:pt x="35664" y="14420"/>
                </a:lnTo>
                <a:lnTo>
                  <a:pt x="36495" y="14369"/>
                </a:lnTo>
                <a:lnTo>
                  <a:pt x="37341" y="14338"/>
                </a:lnTo>
                <a:lnTo>
                  <a:pt x="38203" y="14327"/>
                </a:lnTo>
                <a:lnTo>
                  <a:pt x="39064" y="14338"/>
                </a:lnTo>
                <a:lnTo>
                  <a:pt x="39910" y="14369"/>
                </a:lnTo>
                <a:lnTo>
                  <a:pt x="40738" y="14420"/>
                </a:lnTo>
                <a:lnTo>
                  <a:pt x="41551" y="14492"/>
                </a:lnTo>
                <a:lnTo>
                  <a:pt x="42348" y="14585"/>
                </a:lnTo>
                <a:lnTo>
                  <a:pt x="43128" y="14698"/>
                </a:lnTo>
                <a:lnTo>
                  <a:pt x="43892" y="14832"/>
                </a:lnTo>
                <a:lnTo>
                  <a:pt x="44639" y="14986"/>
                </a:lnTo>
                <a:lnTo>
                  <a:pt x="45370" y="15161"/>
                </a:lnTo>
                <a:lnTo>
                  <a:pt x="46085" y="15356"/>
                </a:lnTo>
                <a:lnTo>
                  <a:pt x="46784" y="15572"/>
                </a:lnTo>
                <a:lnTo>
                  <a:pt x="47467" y="15809"/>
                </a:lnTo>
                <a:lnTo>
                  <a:pt x="48133" y="16066"/>
                </a:lnTo>
                <a:lnTo>
                  <a:pt x="48783" y="16344"/>
                </a:lnTo>
                <a:lnTo>
                  <a:pt x="49416" y="16642"/>
                </a:lnTo>
                <a:lnTo>
                  <a:pt x="50034" y="16961"/>
                </a:lnTo>
                <a:lnTo>
                  <a:pt x="50635" y="17301"/>
                </a:lnTo>
                <a:lnTo>
                  <a:pt x="51220" y="17661"/>
                </a:lnTo>
                <a:lnTo>
                  <a:pt x="51788" y="18042"/>
                </a:lnTo>
                <a:lnTo>
                  <a:pt x="52341" y="18443"/>
                </a:lnTo>
                <a:lnTo>
                  <a:pt x="52877" y="18865"/>
                </a:lnTo>
                <a:lnTo>
                  <a:pt x="53396" y="19307"/>
                </a:lnTo>
                <a:lnTo>
                  <a:pt x="53900" y="19770"/>
                </a:lnTo>
                <a:lnTo>
                  <a:pt x="54387" y="20254"/>
                </a:lnTo>
                <a:lnTo>
                  <a:pt x="54856" y="20756"/>
                </a:lnTo>
                <a:lnTo>
                  <a:pt x="55305" y="21276"/>
                </a:lnTo>
                <a:lnTo>
                  <a:pt x="55734" y="21813"/>
                </a:lnTo>
                <a:lnTo>
                  <a:pt x="56143" y="22368"/>
                </a:lnTo>
                <a:lnTo>
                  <a:pt x="56532" y="22941"/>
                </a:lnTo>
                <a:lnTo>
                  <a:pt x="56902" y="23531"/>
                </a:lnTo>
                <a:lnTo>
                  <a:pt x="57251" y="24138"/>
                </a:lnTo>
                <a:lnTo>
                  <a:pt x="57580" y="24763"/>
                </a:lnTo>
                <a:lnTo>
                  <a:pt x="57890" y="25405"/>
                </a:lnTo>
                <a:lnTo>
                  <a:pt x="58179" y="26065"/>
                </a:lnTo>
                <a:lnTo>
                  <a:pt x="58449" y="26743"/>
                </a:lnTo>
                <a:lnTo>
                  <a:pt x="58698" y="27438"/>
                </a:lnTo>
                <a:lnTo>
                  <a:pt x="58928" y="28150"/>
                </a:lnTo>
                <a:lnTo>
                  <a:pt x="59137" y="28880"/>
                </a:lnTo>
                <a:lnTo>
                  <a:pt x="59327" y="29627"/>
                </a:lnTo>
                <a:lnTo>
                  <a:pt x="59496" y="30392"/>
                </a:lnTo>
                <a:lnTo>
                  <a:pt x="59646" y="31175"/>
                </a:lnTo>
                <a:lnTo>
                  <a:pt x="59776" y="31975"/>
                </a:lnTo>
                <a:lnTo>
                  <a:pt x="59886" y="32792"/>
                </a:lnTo>
                <a:lnTo>
                  <a:pt x="59975" y="33627"/>
                </a:lnTo>
                <a:lnTo>
                  <a:pt x="60045" y="34480"/>
                </a:lnTo>
                <a:lnTo>
                  <a:pt x="60095" y="35350"/>
                </a:lnTo>
                <a:lnTo>
                  <a:pt x="60125" y="36237"/>
                </a:lnTo>
                <a:lnTo>
                  <a:pt x="60135" y="37142"/>
                </a:lnTo>
                <a:lnTo>
                  <a:pt x="76052" y="37142"/>
                </a:lnTo>
                <a:lnTo>
                  <a:pt x="76044" y="36190"/>
                </a:lnTo>
                <a:lnTo>
                  <a:pt x="76020" y="35248"/>
                </a:lnTo>
                <a:lnTo>
                  <a:pt x="75980" y="34318"/>
                </a:lnTo>
                <a:lnTo>
                  <a:pt x="75924" y="33398"/>
                </a:lnTo>
                <a:lnTo>
                  <a:pt x="75852" y="32490"/>
                </a:lnTo>
                <a:lnTo>
                  <a:pt x="75765" y="31593"/>
                </a:lnTo>
                <a:lnTo>
                  <a:pt x="75661" y="30707"/>
                </a:lnTo>
                <a:lnTo>
                  <a:pt x="75541" y="29832"/>
                </a:lnTo>
                <a:lnTo>
                  <a:pt x="75405" y="28968"/>
                </a:lnTo>
                <a:lnTo>
                  <a:pt x="75254" y="28115"/>
                </a:lnTo>
                <a:lnTo>
                  <a:pt x="75086" y="27273"/>
                </a:lnTo>
                <a:lnTo>
                  <a:pt x="74902" y="26442"/>
                </a:lnTo>
                <a:lnTo>
                  <a:pt x="74703" y="25622"/>
                </a:lnTo>
                <a:lnTo>
                  <a:pt x="74487" y="24813"/>
                </a:lnTo>
                <a:lnTo>
                  <a:pt x="74256" y="24016"/>
                </a:lnTo>
                <a:lnTo>
                  <a:pt x="74008" y="23229"/>
                </a:lnTo>
                <a:lnTo>
                  <a:pt x="73745" y="22453"/>
                </a:lnTo>
                <a:lnTo>
                  <a:pt x="73465" y="21689"/>
                </a:lnTo>
                <a:lnTo>
                  <a:pt x="73170" y="20935"/>
                </a:lnTo>
                <a:lnTo>
                  <a:pt x="72859" y="20193"/>
                </a:lnTo>
                <a:lnTo>
                  <a:pt x="72531" y="19461"/>
                </a:lnTo>
                <a:lnTo>
                  <a:pt x="72188" y="18741"/>
                </a:lnTo>
                <a:lnTo>
                  <a:pt x="71829" y="18032"/>
                </a:lnTo>
                <a:lnTo>
                  <a:pt x="71453" y="17334"/>
                </a:lnTo>
                <a:lnTo>
                  <a:pt x="71063" y="16648"/>
                </a:lnTo>
                <a:lnTo>
                  <a:pt x="70660" y="15975"/>
                </a:lnTo>
                <a:lnTo>
                  <a:pt x="70243" y="15315"/>
                </a:lnTo>
                <a:lnTo>
                  <a:pt x="69812" y="14669"/>
                </a:lnTo>
                <a:lnTo>
                  <a:pt x="69368" y="14035"/>
                </a:lnTo>
                <a:lnTo>
                  <a:pt x="68911" y="13415"/>
                </a:lnTo>
                <a:lnTo>
                  <a:pt x="68440" y="12809"/>
                </a:lnTo>
                <a:lnTo>
                  <a:pt x="67955" y="12215"/>
                </a:lnTo>
                <a:lnTo>
                  <a:pt x="67457" y="11634"/>
                </a:lnTo>
                <a:lnTo>
                  <a:pt x="66946" y="11067"/>
                </a:lnTo>
                <a:lnTo>
                  <a:pt x="66421" y="10513"/>
                </a:lnTo>
                <a:lnTo>
                  <a:pt x="65882" y="9972"/>
                </a:lnTo>
                <a:lnTo>
                  <a:pt x="65330" y="9445"/>
                </a:lnTo>
                <a:lnTo>
                  <a:pt x="64764" y="8930"/>
                </a:lnTo>
                <a:lnTo>
                  <a:pt x="64185" y="8429"/>
                </a:lnTo>
                <a:lnTo>
                  <a:pt x="63592" y="7941"/>
                </a:lnTo>
                <a:lnTo>
                  <a:pt x="62986" y="7466"/>
                </a:lnTo>
                <a:lnTo>
                  <a:pt x="62367" y="7005"/>
                </a:lnTo>
                <a:lnTo>
                  <a:pt x="61733" y="6556"/>
                </a:lnTo>
                <a:lnTo>
                  <a:pt x="61087" y="6121"/>
                </a:lnTo>
                <a:lnTo>
                  <a:pt x="60426" y="5699"/>
                </a:lnTo>
                <a:lnTo>
                  <a:pt x="59753" y="5290"/>
                </a:lnTo>
                <a:lnTo>
                  <a:pt x="59065" y="4895"/>
                </a:lnTo>
                <a:lnTo>
                  <a:pt x="58365" y="4512"/>
                </a:lnTo>
                <a:lnTo>
                  <a:pt x="57652" y="4144"/>
                </a:lnTo>
                <a:lnTo>
                  <a:pt x="56928" y="3792"/>
                </a:lnTo>
                <a:lnTo>
                  <a:pt x="56192" y="3455"/>
                </a:lnTo>
                <a:lnTo>
                  <a:pt x="55446" y="3133"/>
                </a:lnTo>
                <a:lnTo>
                  <a:pt x="54689" y="2828"/>
                </a:lnTo>
                <a:lnTo>
                  <a:pt x="53921" y="2538"/>
                </a:lnTo>
                <a:lnTo>
                  <a:pt x="53141" y="2264"/>
                </a:lnTo>
                <a:lnTo>
                  <a:pt x="52351" y="2005"/>
                </a:lnTo>
                <a:lnTo>
                  <a:pt x="51550" y="1763"/>
                </a:lnTo>
                <a:lnTo>
                  <a:pt x="50737" y="1535"/>
                </a:lnTo>
                <a:lnTo>
                  <a:pt x="49914" y="1324"/>
                </a:lnTo>
                <a:lnTo>
                  <a:pt x="49079" y="1128"/>
                </a:lnTo>
                <a:lnTo>
                  <a:pt x="48234" y="948"/>
                </a:lnTo>
                <a:lnTo>
                  <a:pt x="47377" y="783"/>
                </a:lnTo>
                <a:lnTo>
                  <a:pt x="46509" y="635"/>
                </a:lnTo>
                <a:lnTo>
                  <a:pt x="45630" y="501"/>
                </a:lnTo>
                <a:lnTo>
                  <a:pt x="44741" y="384"/>
                </a:lnTo>
                <a:lnTo>
                  <a:pt x="43840" y="282"/>
                </a:lnTo>
                <a:lnTo>
                  <a:pt x="42928" y="196"/>
                </a:lnTo>
                <a:lnTo>
                  <a:pt x="42005" y="125"/>
                </a:lnTo>
                <a:lnTo>
                  <a:pt x="41071" y="71"/>
                </a:lnTo>
                <a:lnTo>
                  <a:pt x="40126" y="31"/>
                </a:lnTo>
                <a:lnTo>
                  <a:pt x="39170" y="8"/>
                </a:lnTo>
                <a:lnTo>
                  <a:pt x="38203" y="0"/>
                </a:lnTo>
                <a:lnTo>
                  <a:pt x="37235" y="8"/>
                </a:lnTo>
                <a:lnTo>
                  <a:pt x="36279" y="31"/>
                </a:lnTo>
                <a:lnTo>
                  <a:pt x="35333" y="69"/>
                </a:lnTo>
                <a:lnTo>
                  <a:pt x="34398" y="123"/>
                </a:lnTo>
                <a:lnTo>
                  <a:pt x="33474" y="192"/>
                </a:lnTo>
                <a:lnTo>
                  <a:pt x="32560" y="276"/>
                </a:lnTo>
                <a:lnTo>
                  <a:pt x="31657" y="376"/>
                </a:lnTo>
                <a:lnTo>
                  <a:pt x="30765" y="491"/>
                </a:lnTo>
                <a:lnTo>
                  <a:pt x="29884" y="622"/>
                </a:lnTo>
                <a:lnTo>
                  <a:pt x="29013" y="768"/>
                </a:lnTo>
                <a:lnTo>
                  <a:pt x="28153" y="929"/>
                </a:lnTo>
                <a:lnTo>
                  <a:pt x="27304" y="1106"/>
                </a:lnTo>
                <a:lnTo>
                  <a:pt x="26466" y="1298"/>
                </a:lnTo>
                <a:lnTo>
                  <a:pt x="25638" y="1505"/>
                </a:lnTo>
                <a:lnTo>
                  <a:pt x="24821" y="1728"/>
                </a:lnTo>
                <a:lnTo>
                  <a:pt x="24015" y="1966"/>
                </a:lnTo>
                <a:lnTo>
                  <a:pt x="23219" y="2219"/>
                </a:lnTo>
                <a:lnTo>
                  <a:pt x="22435" y="2488"/>
                </a:lnTo>
                <a:lnTo>
                  <a:pt x="21661" y="2772"/>
                </a:lnTo>
                <a:lnTo>
                  <a:pt x="20897" y="3072"/>
                </a:lnTo>
                <a:lnTo>
                  <a:pt x="20145" y="3386"/>
                </a:lnTo>
                <a:lnTo>
                  <a:pt x="19403" y="3717"/>
                </a:lnTo>
                <a:lnTo>
                  <a:pt x="18672" y="4062"/>
                </a:lnTo>
                <a:lnTo>
                  <a:pt x="17952" y="4423"/>
                </a:lnTo>
                <a:lnTo>
                  <a:pt x="17244" y="4798"/>
                </a:lnTo>
                <a:lnTo>
                  <a:pt x="16549" y="5187"/>
                </a:lnTo>
                <a:lnTo>
                  <a:pt x="15868" y="5589"/>
                </a:lnTo>
                <a:lnTo>
                  <a:pt x="15201" y="6005"/>
                </a:lnTo>
                <a:lnTo>
                  <a:pt x="14547" y="6434"/>
                </a:lnTo>
                <a:lnTo>
                  <a:pt x="13907" y="6877"/>
                </a:lnTo>
                <a:lnTo>
                  <a:pt x="13280" y="7333"/>
                </a:lnTo>
                <a:lnTo>
                  <a:pt x="12666" y="7803"/>
                </a:lnTo>
                <a:lnTo>
                  <a:pt x="12066" y="8286"/>
                </a:lnTo>
                <a:lnTo>
                  <a:pt x="11480" y="8783"/>
                </a:lnTo>
                <a:lnTo>
                  <a:pt x="10907" y="9293"/>
                </a:lnTo>
                <a:lnTo>
                  <a:pt x="10347" y="9817"/>
                </a:lnTo>
                <a:lnTo>
                  <a:pt x="9802" y="10355"/>
                </a:lnTo>
                <a:lnTo>
                  <a:pt x="9269" y="10905"/>
                </a:lnTo>
                <a:lnTo>
                  <a:pt x="8750" y="11470"/>
                </a:lnTo>
                <a:lnTo>
                  <a:pt x="8245" y="12048"/>
                </a:lnTo>
                <a:lnTo>
                  <a:pt x="7753" y="12639"/>
                </a:lnTo>
                <a:lnTo>
                  <a:pt x="7275" y="13244"/>
                </a:lnTo>
                <a:lnTo>
                  <a:pt x="6810" y="13863"/>
                </a:lnTo>
                <a:lnTo>
                  <a:pt x="6358" y="14495"/>
                </a:lnTo>
                <a:lnTo>
                  <a:pt x="5920" y="15140"/>
                </a:lnTo>
                <a:lnTo>
                  <a:pt x="5496" y="15800"/>
                </a:lnTo>
                <a:lnTo>
                  <a:pt x="5085" y="16472"/>
                </a:lnTo>
                <a:lnTo>
                  <a:pt x="4688" y="17158"/>
                </a:lnTo>
                <a:lnTo>
                  <a:pt x="4305" y="17857"/>
                </a:lnTo>
                <a:lnTo>
                  <a:pt x="3939" y="18567"/>
                </a:lnTo>
                <a:lnTo>
                  <a:pt x="3589" y="19289"/>
                </a:lnTo>
                <a:lnTo>
                  <a:pt x="3255" y="20022"/>
                </a:lnTo>
                <a:lnTo>
                  <a:pt x="2938" y="20767"/>
                </a:lnTo>
                <a:lnTo>
                  <a:pt x="2637" y="21524"/>
                </a:lnTo>
                <a:lnTo>
                  <a:pt x="2352" y="22293"/>
                </a:lnTo>
                <a:lnTo>
                  <a:pt x="2083" y="23073"/>
                </a:lnTo>
                <a:lnTo>
                  <a:pt x="1831" y="23865"/>
                </a:lnTo>
                <a:lnTo>
                  <a:pt x="1595" y="24668"/>
                </a:lnTo>
                <a:lnTo>
                  <a:pt x="1375" y="25483"/>
                </a:lnTo>
                <a:lnTo>
                  <a:pt x="1172" y="26310"/>
                </a:lnTo>
                <a:lnTo>
                  <a:pt x="985" y="27149"/>
                </a:lnTo>
                <a:lnTo>
                  <a:pt x="814" y="27999"/>
                </a:lnTo>
                <a:lnTo>
                  <a:pt x="659" y="28861"/>
                </a:lnTo>
                <a:lnTo>
                  <a:pt x="521" y="29734"/>
                </a:lnTo>
                <a:lnTo>
                  <a:pt x="399" y="30619"/>
                </a:lnTo>
                <a:lnTo>
                  <a:pt x="293" y="31516"/>
                </a:lnTo>
                <a:lnTo>
                  <a:pt x="203" y="32425"/>
                </a:lnTo>
                <a:lnTo>
                  <a:pt x="130" y="33345"/>
                </a:lnTo>
                <a:lnTo>
                  <a:pt x="73" y="34277"/>
                </a:lnTo>
                <a:lnTo>
                  <a:pt x="33" y="35220"/>
                </a:lnTo>
                <a:lnTo>
                  <a:pt x="8" y="36175"/>
                </a:lnTo>
                <a:lnTo>
                  <a:pt x="0" y="37142"/>
                </a:lnTo>
                <a:lnTo>
                  <a:pt x="0" y="95507"/>
                </a:lnTo>
                <a:lnTo>
                  <a:pt x="8" y="96460"/>
                </a:lnTo>
                <a:lnTo>
                  <a:pt x="33" y="97401"/>
                </a:lnTo>
                <a:lnTo>
                  <a:pt x="73" y="98333"/>
                </a:lnTo>
                <a:lnTo>
                  <a:pt x="130" y="99253"/>
                </a:lnTo>
                <a:lnTo>
                  <a:pt x="203" y="100163"/>
                </a:lnTo>
                <a:lnTo>
                  <a:pt x="293" y="101062"/>
                </a:lnTo>
                <a:lnTo>
                  <a:pt x="399" y="101950"/>
                </a:lnTo>
                <a:lnTo>
                  <a:pt x="521" y="102827"/>
                </a:lnTo>
                <a:lnTo>
                  <a:pt x="659" y="103694"/>
                </a:lnTo>
                <a:lnTo>
                  <a:pt x="814" y="104550"/>
                </a:lnTo>
                <a:lnTo>
                  <a:pt x="985" y="105395"/>
                </a:lnTo>
                <a:lnTo>
                  <a:pt x="1172" y="106229"/>
                </a:lnTo>
                <a:lnTo>
                  <a:pt x="1375" y="107053"/>
                </a:lnTo>
                <a:lnTo>
                  <a:pt x="1595" y="107866"/>
                </a:lnTo>
                <a:lnTo>
                  <a:pt x="1831" y="108668"/>
                </a:lnTo>
                <a:lnTo>
                  <a:pt x="2083" y="109460"/>
                </a:lnTo>
                <a:lnTo>
                  <a:pt x="2352" y="110240"/>
                </a:lnTo>
                <a:lnTo>
                  <a:pt x="2637" y="111010"/>
                </a:lnTo>
                <a:lnTo>
                  <a:pt x="2938" y="111770"/>
                </a:lnTo>
                <a:lnTo>
                  <a:pt x="3255" y="112518"/>
                </a:lnTo>
                <a:lnTo>
                  <a:pt x="3589" y="113256"/>
                </a:lnTo>
                <a:lnTo>
                  <a:pt x="3939" y="113983"/>
                </a:lnTo>
                <a:lnTo>
                  <a:pt x="4305" y="114699"/>
                </a:lnTo>
                <a:lnTo>
                  <a:pt x="4688" y="115404"/>
                </a:lnTo>
                <a:lnTo>
                  <a:pt x="5085" y="116098"/>
                </a:lnTo>
                <a:lnTo>
                  <a:pt x="5496" y="116777"/>
                </a:lnTo>
                <a:lnTo>
                  <a:pt x="5920" y="117442"/>
                </a:lnTo>
                <a:lnTo>
                  <a:pt x="6358" y="118094"/>
                </a:lnTo>
                <a:lnTo>
                  <a:pt x="6810" y="118732"/>
                </a:lnTo>
                <a:lnTo>
                  <a:pt x="7275" y="119356"/>
                </a:lnTo>
                <a:lnTo>
                  <a:pt x="7753" y="119966"/>
                </a:lnTo>
                <a:lnTo>
                  <a:pt x="8245" y="120563"/>
                </a:lnTo>
                <a:lnTo>
                  <a:pt x="8750" y="121145"/>
                </a:lnTo>
                <a:lnTo>
                  <a:pt x="9269" y="121714"/>
                </a:lnTo>
                <a:lnTo>
                  <a:pt x="9802" y="122269"/>
                </a:lnTo>
                <a:lnTo>
                  <a:pt x="10347" y="122810"/>
                </a:lnTo>
                <a:lnTo>
                  <a:pt x="10907" y="123338"/>
                </a:lnTo>
                <a:lnTo>
                  <a:pt x="11480" y="123851"/>
                </a:lnTo>
                <a:lnTo>
                  <a:pt x="12066" y="124351"/>
                </a:lnTo>
                <a:lnTo>
                  <a:pt x="12666" y="124837"/>
                </a:lnTo>
                <a:lnTo>
                  <a:pt x="13280" y="125309"/>
                </a:lnTo>
                <a:lnTo>
                  <a:pt x="13907" y="125767"/>
                </a:lnTo>
                <a:lnTo>
                  <a:pt x="14547" y="126211"/>
                </a:lnTo>
                <a:lnTo>
                  <a:pt x="15201" y="126642"/>
                </a:lnTo>
                <a:lnTo>
                  <a:pt x="15868" y="127059"/>
                </a:lnTo>
                <a:lnTo>
                  <a:pt x="16549" y="127462"/>
                </a:lnTo>
                <a:lnTo>
                  <a:pt x="17244" y="127851"/>
                </a:lnTo>
                <a:lnTo>
                  <a:pt x="17952" y="128226"/>
                </a:lnTo>
                <a:lnTo>
                  <a:pt x="18672" y="128587"/>
                </a:lnTo>
                <a:lnTo>
                  <a:pt x="19403" y="128932"/>
                </a:lnTo>
                <a:lnTo>
                  <a:pt x="20145" y="129262"/>
                </a:lnTo>
                <a:lnTo>
                  <a:pt x="20897" y="129577"/>
                </a:lnTo>
                <a:lnTo>
                  <a:pt x="21661" y="129876"/>
                </a:lnTo>
                <a:lnTo>
                  <a:pt x="22435" y="130160"/>
                </a:lnTo>
                <a:lnTo>
                  <a:pt x="23219" y="130428"/>
                </a:lnTo>
                <a:lnTo>
                  <a:pt x="24015" y="130682"/>
                </a:lnTo>
                <a:lnTo>
                  <a:pt x="24821" y="130920"/>
                </a:lnTo>
                <a:lnTo>
                  <a:pt x="25638" y="131142"/>
                </a:lnTo>
                <a:lnTo>
                  <a:pt x="26466" y="131349"/>
                </a:lnTo>
                <a:lnTo>
                  <a:pt x="27304" y="131541"/>
                </a:lnTo>
                <a:lnTo>
                  <a:pt x="28153" y="131718"/>
                </a:lnTo>
                <a:lnTo>
                  <a:pt x="29013" y="131879"/>
                </a:lnTo>
                <a:lnTo>
                  <a:pt x="29884" y="132025"/>
                </a:lnTo>
                <a:lnTo>
                  <a:pt x="30765" y="132155"/>
                </a:lnTo>
                <a:lnTo>
                  <a:pt x="31657" y="132270"/>
                </a:lnTo>
                <a:lnTo>
                  <a:pt x="32560" y="132370"/>
                </a:lnTo>
                <a:lnTo>
                  <a:pt x="33474" y="132455"/>
                </a:lnTo>
                <a:lnTo>
                  <a:pt x="34398" y="132524"/>
                </a:lnTo>
                <a:lnTo>
                  <a:pt x="35333" y="132577"/>
                </a:lnTo>
                <a:lnTo>
                  <a:pt x="36279" y="132616"/>
                </a:lnTo>
                <a:lnTo>
                  <a:pt x="37235" y="132639"/>
                </a:lnTo>
                <a:lnTo>
                  <a:pt x="38203" y="132646"/>
                </a:lnTo>
                <a:lnTo>
                  <a:pt x="39170" y="132639"/>
                </a:lnTo>
                <a:lnTo>
                  <a:pt x="40126" y="132615"/>
                </a:lnTo>
                <a:lnTo>
                  <a:pt x="41071" y="132576"/>
                </a:lnTo>
                <a:close/>
                <a:moveTo>
                  <a:pt x="587003" y="96567"/>
                </a:moveTo>
                <a:lnTo>
                  <a:pt x="595493" y="130879"/>
                </a:lnTo>
                <a:lnTo>
                  <a:pt x="611588" y="130879"/>
                </a:lnTo>
                <a:lnTo>
                  <a:pt x="578160" y="1770"/>
                </a:lnTo>
                <a:lnTo>
                  <a:pt x="556762" y="1770"/>
                </a:lnTo>
                <a:lnTo>
                  <a:pt x="523157" y="130879"/>
                </a:lnTo>
                <a:lnTo>
                  <a:pt x="539428" y="130879"/>
                </a:lnTo>
                <a:lnTo>
                  <a:pt x="547918" y="96567"/>
                </a:lnTo>
                <a:lnTo>
                  <a:pt x="587003" y="96567"/>
                </a:lnTo>
                <a:close/>
                <a:moveTo>
                  <a:pt x="561470" y="41322"/>
                </a:moveTo>
                <a:lnTo>
                  <a:pt x="561694" y="40424"/>
                </a:lnTo>
                <a:lnTo>
                  <a:pt x="561915" y="39539"/>
                </a:lnTo>
                <a:lnTo>
                  <a:pt x="562132" y="38666"/>
                </a:lnTo>
                <a:lnTo>
                  <a:pt x="562344" y="37805"/>
                </a:lnTo>
                <a:lnTo>
                  <a:pt x="562551" y="36956"/>
                </a:lnTo>
                <a:lnTo>
                  <a:pt x="562755" y="36119"/>
                </a:lnTo>
                <a:lnTo>
                  <a:pt x="562954" y="35295"/>
                </a:lnTo>
                <a:lnTo>
                  <a:pt x="563149" y="34483"/>
                </a:lnTo>
                <a:lnTo>
                  <a:pt x="563340" y="33684"/>
                </a:lnTo>
                <a:lnTo>
                  <a:pt x="563526" y="32896"/>
                </a:lnTo>
                <a:lnTo>
                  <a:pt x="563708" y="32121"/>
                </a:lnTo>
                <a:lnTo>
                  <a:pt x="563886" y="31359"/>
                </a:lnTo>
                <a:lnTo>
                  <a:pt x="564059" y="30608"/>
                </a:lnTo>
                <a:lnTo>
                  <a:pt x="564228" y="29870"/>
                </a:lnTo>
                <a:lnTo>
                  <a:pt x="564393" y="29144"/>
                </a:lnTo>
                <a:lnTo>
                  <a:pt x="564554" y="28431"/>
                </a:lnTo>
                <a:lnTo>
                  <a:pt x="564710" y="27729"/>
                </a:lnTo>
                <a:lnTo>
                  <a:pt x="564862" y="27040"/>
                </a:lnTo>
                <a:lnTo>
                  <a:pt x="565010" y="26364"/>
                </a:lnTo>
                <a:lnTo>
                  <a:pt x="565153" y="25699"/>
                </a:lnTo>
                <a:lnTo>
                  <a:pt x="565292" y="25047"/>
                </a:lnTo>
                <a:lnTo>
                  <a:pt x="565427" y="24407"/>
                </a:lnTo>
                <a:lnTo>
                  <a:pt x="565558" y="23782"/>
                </a:lnTo>
                <a:lnTo>
                  <a:pt x="565684" y="23176"/>
                </a:lnTo>
                <a:lnTo>
                  <a:pt x="565806" y="22589"/>
                </a:lnTo>
                <a:lnTo>
                  <a:pt x="565924" y="22019"/>
                </a:lnTo>
                <a:lnTo>
                  <a:pt x="566037" y="21469"/>
                </a:lnTo>
                <a:lnTo>
                  <a:pt x="566146" y="20936"/>
                </a:lnTo>
                <a:lnTo>
                  <a:pt x="566251" y="20422"/>
                </a:lnTo>
                <a:lnTo>
                  <a:pt x="566351" y="19927"/>
                </a:lnTo>
                <a:lnTo>
                  <a:pt x="566447" y="19449"/>
                </a:lnTo>
                <a:lnTo>
                  <a:pt x="566539" y="18991"/>
                </a:lnTo>
                <a:lnTo>
                  <a:pt x="566627" y="18550"/>
                </a:lnTo>
                <a:lnTo>
                  <a:pt x="566710" y="18128"/>
                </a:lnTo>
                <a:lnTo>
                  <a:pt x="566789" y="17725"/>
                </a:lnTo>
                <a:lnTo>
                  <a:pt x="566863" y="17340"/>
                </a:lnTo>
                <a:lnTo>
                  <a:pt x="566934" y="16973"/>
                </a:lnTo>
                <a:lnTo>
                  <a:pt x="567000" y="16625"/>
                </a:lnTo>
                <a:lnTo>
                  <a:pt x="567061" y="16295"/>
                </a:lnTo>
                <a:lnTo>
                  <a:pt x="567119" y="15984"/>
                </a:lnTo>
                <a:lnTo>
                  <a:pt x="567172" y="15691"/>
                </a:lnTo>
                <a:lnTo>
                  <a:pt x="567221" y="15417"/>
                </a:lnTo>
                <a:lnTo>
                  <a:pt x="567265" y="15161"/>
                </a:lnTo>
                <a:lnTo>
                  <a:pt x="567305" y="14923"/>
                </a:lnTo>
                <a:lnTo>
                  <a:pt x="567341" y="14704"/>
                </a:lnTo>
                <a:lnTo>
                  <a:pt x="567373" y="14503"/>
                </a:lnTo>
                <a:lnTo>
                  <a:pt x="567405" y="14704"/>
                </a:lnTo>
                <a:lnTo>
                  <a:pt x="567440" y="14923"/>
                </a:lnTo>
                <a:lnTo>
                  <a:pt x="567481" y="15161"/>
                </a:lnTo>
                <a:lnTo>
                  <a:pt x="567525" y="15417"/>
                </a:lnTo>
                <a:lnTo>
                  <a:pt x="567574" y="15691"/>
                </a:lnTo>
                <a:lnTo>
                  <a:pt x="567627" y="15984"/>
                </a:lnTo>
                <a:lnTo>
                  <a:pt x="567685" y="16295"/>
                </a:lnTo>
                <a:lnTo>
                  <a:pt x="567746" y="16625"/>
                </a:lnTo>
                <a:lnTo>
                  <a:pt x="567812" y="16973"/>
                </a:lnTo>
                <a:lnTo>
                  <a:pt x="567883" y="17340"/>
                </a:lnTo>
                <a:lnTo>
                  <a:pt x="567957" y="17725"/>
                </a:lnTo>
                <a:lnTo>
                  <a:pt x="568036" y="18128"/>
                </a:lnTo>
                <a:lnTo>
                  <a:pt x="568119" y="18550"/>
                </a:lnTo>
                <a:lnTo>
                  <a:pt x="568207" y="18991"/>
                </a:lnTo>
                <a:lnTo>
                  <a:pt x="568299" y="19449"/>
                </a:lnTo>
                <a:lnTo>
                  <a:pt x="568395" y="19927"/>
                </a:lnTo>
                <a:lnTo>
                  <a:pt x="568495" y="20422"/>
                </a:lnTo>
                <a:lnTo>
                  <a:pt x="568600" y="20936"/>
                </a:lnTo>
                <a:lnTo>
                  <a:pt x="568709" y="21469"/>
                </a:lnTo>
                <a:lnTo>
                  <a:pt x="568822" y="22019"/>
                </a:lnTo>
                <a:lnTo>
                  <a:pt x="568940" y="22589"/>
                </a:lnTo>
                <a:lnTo>
                  <a:pt x="569062" y="23176"/>
                </a:lnTo>
                <a:lnTo>
                  <a:pt x="569188" y="23782"/>
                </a:lnTo>
                <a:lnTo>
                  <a:pt x="569319" y="24407"/>
                </a:lnTo>
                <a:lnTo>
                  <a:pt x="569454" y="25047"/>
                </a:lnTo>
                <a:lnTo>
                  <a:pt x="569593" y="25700"/>
                </a:lnTo>
                <a:lnTo>
                  <a:pt x="569736" y="26366"/>
                </a:lnTo>
                <a:lnTo>
                  <a:pt x="569884" y="27045"/>
                </a:lnTo>
                <a:lnTo>
                  <a:pt x="570036" y="27737"/>
                </a:lnTo>
                <a:lnTo>
                  <a:pt x="570192" y="28442"/>
                </a:lnTo>
                <a:lnTo>
                  <a:pt x="570353" y="29159"/>
                </a:lnTo>
                <a:lnTo>
                  <a:pt x="570518" y="29890"/>
                </a:lnTo>
                <a:lnTo>
                  <a:pt x="570687" y="30633"/>
                </a:lnTo>
                <a:lnTo>
                  <a:pt x="570860" y="31390"/>
                </a:lnTo>
                <a:lnTo>
                  <a:pt x="571038" y="32159"/>
                </a:lnTo>
                <a:lnTo>
                  <a:pt x="571220" y="32941"/>
                </a:lnTo>
                <a:lnTo>
                  <a:pt x="571406" y="33736"/>
                </a:lnTo>
                <a:lnTo>
                  <a:pt x="571597" y="34544"/>
                </a:lnTo>
                <a:lnTo>
                  <a:pt x="571792" y="35365"/>
                </a:lnTo>
                <a:lnTo>
                  <a:pt x="571991" y="36199"/>
                </a:lnTo>
                <a:lnTo>
                  <a:pt x="572195" y="37045"/>
                </a:lnTo>
                <a:lnTo>
                  <a:pt x="572402" y="37905"/>
                </a:lnTo>
                <a:lnTo>
                  <a:pt x="572614" y="38777"/>
                </a:lnTo>
                <a:lnTo>
                  <a:pt x="572831" y="39663"/>
                </a:lnTo>
                <a:lnTo>
                  <a:pt x="573051" y="40561"/>
                </a:lnTo>
                <a:lnTo>
                  <a:pt x="573276" y="41472"/>
                </a:lnTo>
                <a:lnTo>
                  <a:pt x="573506" y="42396"/>
                </a:lnTo>
                <a:lnTo>
                  <a:pt x="573739" y="43333"/>
                </a:lnTo>
                <a:lnTo>
                  <a:pt x="583643" y="83125"/>
                </a:lnTo>
                <a:lnTo>
                  <a:pt x="551100" y="83125"/>
                </a:lnTo>
                <a:lnTo>
                  <a:pt x="561007" y="43155"/>
                </a:lnTo>
                <a:lnTo>
                  <a:pt x="561240" y="42232"/>
                </a:lnTo>
                <a:lnTo>
                  <a:pt x="561470" y="41322"/>
                </a:lnTo>
                <a:close/>
                <a:moveTo>
                  <a:pt x="269613" y="49870"/>
                </a:moveTo>
                <a:lnTo>
                  <a:pt x="269420" y="49071"/>
                </a:lnTo>
                <a:lnTo>
                  <a:pt x="269200" y="48288"/>
                </a:lnTo>
                <a:lnTo>
                  <a:pt x="268955" y="47520"/>
                </a:lnTo>
                <a:lnTo>
                  <a:pt x="268684" y="46768"/>
                </a:lnTo>
                <a:lnTo>
                  <a:pt x="268388" y="46030"/>
                </a:lnTo>
                <a:lnTo>
                  <a:pt x="268065" y="45308"/>
                </a:lnTo>
                <a:lnTo>
                  <a:pt x="267717" y="44602"/>
                </a:lnTo>
                <a:lnTo>
                  <a:pt x="267343" y="43911"/>
                </a:lnTo>
                <a:lnTo>
                  <a:pt x="266943" y="43235"/>
                </a:lnTo>
                <a:lnTo>
                  <a:pt x="266517" y="42574"/>
                </a:lnTo>
                <a:lnTo>
                  <a:pt x="266066" y="41929"/>
                </a:lnTo>
                <a:lnTo>
                  <a:pt x="265589" y="41300"/>
                </a:lnTo>
                <a:lnTo>
                  <a:pt x="265086" y="40685"/>
                </a:lnTo>
                <a:lnTo>
                  <a:pt x="264557" y="40086"/>
                </a:lnTo>
                <a:lnTo>
                  <a:pt x="264002" y="39502"/>
                </a:lnTo>
                <a:lnTo>
                  <a:pt x="263422" y="38934"/>
                </a:lnTo>
                <a:lnTo>
                  <a:pt x="262816" y="38381"/>
                </a:lnTo>
                <a:lnTo>
                  <a:pt x="262189" y="37847"/>
                </a:lnTo>
                <a:lnTo>
                  <a:pt x="261546" y="37336"/>
                </a:lnTo>
                <a:lnTo>
                  <a:pt x="260887" y="36847"/>
                </a:lnTo>
                <a:lnTo>
                  <a:pt x="260212" y="36381"/>
                </a:lnTo>
                <a:lnTo>
                  <a:pt x="259522" y="35938"/>
                </a:lnTo>
                <a:lnTo>
                  <a:pt x="258815" y="35518"/>
                </a:lnTo>
                <a:lnTo>
                  <a:pt x="258092" y="35120"/>
                </a:lnTo>
                <a:lnTo>
                  <a:pt x="257353" y="34745"/>
                </a:lnTo>
                <a:lnTo>
                  <a:pt x="256599" y="34393"/>
                </a:lnTo>
                <a:lnTo>
                  <a:pt x="255828" y="34063"/>
                </a:lnTo>
                <a:lnTo>
                  <a:pt x="255042" y="33757"/>
                </a:lnTo>
                <a:lnTo>
                  <a:pt x="254239" y="33473"/>
                </a:lnTo>
                <a:lnTo>
                  <a:pt x="253421" y="33211"/>
                </a:lnTo>
                <a:lnTo>
                  <a:pt x="252586" y="32973"/>
                </a:lnTo>
                <a:lnTo>
                  <a:pt x="251736" y="32757"/>
                </a:lnTo>
                <a:lnTo>
                  <a:pt x="250869" y="32564"/>
                </a:lnTo>
                <a:lnTo>
                  <a:pt x="249987" y="32393"/>
                </a:lnTo>
                <a:lnTo>
                  <a:pt x="249089" y="32246"/>
                </a:lnTo>
                <a:lnTo>
                  <a:pt x="248174" y="32121"/>
                </a:lnTo>
                <a:lnTo>
                  <a:pt x="247244" y="32018"/>
                </a:lnTo>
                <a:lnTo>
                  <a:pt x="246298" y="31939"/>
                </a:lnTo>
                <a:lnTo>
                  <a:pt x="245336" y="31882"/>
                </a:lnTo>
                <a:lnTo>
                  <a:pt x="244358" y="31848"/>
                </a:lnTo>
                <a:lnTo>
                  <a:pt x="243363" y="31837"/>
                </a:lnTo>
                <a:lnTo>
                  <a:pt x="242150" y="31853"/>
                </a:lnTo>
                <a:lnTo>
                  <a:pt x="240958" y="31904"/>
                </a:lnTo>
                <a:lnTo>
                  <a:pt x="239787" y="31989"/>
                </a:lnTo>
                <a:lnTo>
                  <a:pt x="238637" y="32107"/>
                </a:lnTo>
                <a:lnTo>
                  <a:pt x="237507" y="32259"/>
                </a:lnTo>
                <a:lnTo>
                  <a:pt x="236399" y="32445"/>
                </a:lnTo>
                <a:lnTo>
                  <a:pt x="235311" y="32664"/>
                </a:lnTo>
                <a:lnTo>
                  <a:pt x="234245" y="32918"/>
                </a:lnTo>
                <a:lnTo>
                  <a:pt x="233199" y="33205"/>
                </a:lnTo>
                <a:lnTo>
                  <a:pt x="232174" y="33526"/>
                </a:lnTo>
                <a:lnTo>
                  <a:pt x="231170" y="33880"/>
                </a:lnTo>
                <a:lnTo>
                  <a:pt x="230186" y="34269"/>
                </a:lnTo>
                <a:lnTo>
                  <a:pt x="229224" y="34691"/>
                </a:lnTo>
                <a:lnTo>
                  <a:pt x="228283" y="35147"/>
                </a:lnTo>
                <a:lnTo>
                  <a:pt x="227362" y="35637"/>
                </a:lnTo>
                <a:lnTo>
                  <a:pt x="226462" y="36160"/>
                </a:lnTo>
                <a:lnTo>
                  <a:pt x="225584" y="36718"/>
                </a:lnTo>
                <a:lnTo>
                  <a:pt x="224726" y="37309"/>
                </a:lnTo>
                <a:lnTo>
                  <a:pt x="223889" y="37934"/>
                </a:lnTo>
                <a:lnTo>
                  <a:pt x="223073" y="38593"/>
                </a:lnTo>
                <a:lnTo>
                  <a:pt x="222277" y="39285"/>
                </a:lnTo>
                <a:lnTo>
                  <a:pt x="221503" y="40011"/>
                </a:lnTo>
                <a:lnTo>
                  <a:pt x="220750" y="40771"/>
                </a:lnTo>
                <a:lnTo>
                  <a:pt x="220017" y="41565"/>
                </a:lnTo>
                <a:lnTo>
                  <a:pt x="219310" y="42388"/>
                </a:lnTo>
                <a:lnTo>
                  <a:pt x="218633" y="43235"/>
                </a:lnTo>
                <a:lnTo>
                  <a:pt x="217986" y="44107"/>
                </a:lnTo>
                <a:lnTo>
                  <a:pt x="217369" y="45004"/>
                </a:lnTo>
                <a:lnTo>
                  <a:pt x="216782" y="45925"/>
                </a:lnTo>
                <a:lnTo>
                  <a:pt x="216226" y="46871"/>
                </a:lnTo>
                <a:lnTo>
                  <a:pt x="215699" y="47841"/>
                </a:lnTo>
                <a:lnTo>
                  <a:pt x="215203" y="48836"/>
                </a:lnTo>
                <a:lnTo>
                  <a:pt x="214736" y="49855"/>
                </a:lnTo>
                <a:lnTo>
                  <a:pt x="214300" y="50899"/>
                </a:lnTo>
                <a:lnTo>
                  <a:pt x="213894" y="51967"/>
                </a:lnTo>
                <a:lnTo>
                  <a:pt x="213518" y="53060"/>
                </a:lnTo>
                <a:lnTo>
                  <a:pt x="213172" y="54178"/>
                </a:lnTo>
                <a:lnTo>
                  <a:pt x="212856" y="55320"/>
                </a:lnTo>
                <a:lnTo>
                  <a:pt x="212570" y="56487"/>
                </a:lnTo>
                <a:lnTo>
                  <a:pt x="212314" y="57678"/>
                </a:lnTo>
                <a:lnTo>
                  <a:pt x="212089" y="58894"/>
                </a:lnTo>
                <a:lnTo>
                  <a:pt x="211893" y="60135"/>
                </a:lnTo>
                <a:lnTo>
                  <a:pt x="211728" y="61400"/>
                </a:lnTo>
                <a:lnTo>
                  <a:pt x="211592" y="62689"/>
                </a:lnTo>
                <a:lnTo>
                  <a:pt x="211487" y="64004"/>
                </a:lnTo>
                <a:lnTo>
                  <a:pt x="211412" y="65342"/>
                </a:lnTo>
                <a:lnTo>
                  <a:pt x="211367" y="66706"/>
                </a:lnTo>
                <a:lnTo>
                  <a:pt x="211351" y="68094"/>
                </a:lnTo>
                <a:lnTo>
                  <a:pt x="211351" y="96567"/>
                </a:lnTo>
                <a:lnTo>
                  <a:pt x="211367" y="97941"/>
                </a:lnTo>
                <a:lnTo>
                  <a:pt x="211412" y="99290"/>
                </a:lnTo>
                <a:lnTo>
                  <a:pt x="211488" y="100616"/>
                </a:lnTo>
                <a:lnTo>
                  <a:pt x="211595" y="101917"/>
                </a:lnTo>
                <a:lnTo>
                  <a:pt x="211731" y="103195"/>
                </a:lnTo>
                <a:lnTo>
                  <a:pt x="211899" y="104449"/>
                </a:lnTo>
                <a:lnTo>
                  <a:pt x="212096" y="105678"/>
                </a:lnTo>
                <a:lnTo>
                  <a:pt x="212324" y="106884"/>
                </a:lnTo>
                <a:lnTo>
                  <a:pt x="212583" y="108066"/>
                </a:lnTo>
                <a:lnTo>
                  <a:pt x="212871" y="109224"/>
                </a:lnTo>
                <a:lnTo>
                  <a:pt x="213191" y="110358"/>
                </a:lnTo>
                <a:lnTo>
                  <a:pt x="213540" y="111468"/>
                </a:lnTo>
                <a:lnTo>
                  <a:pt x="213920" y="112554"/>
                </a:lnTo>
                <a:lnTo>
                  <a:pt x="214330" y="113616"/>
                </a:lnTo>
                <a:lnTo>
                  <a:pt x="214771" y="114654"/>
                </a:lnTo>
                <a:lnTo>
                  <a:pt x="215242" y="115668"/>
                </a:lnTo>
                <a:lnTo>
                  <a:pt x="215744" y="116659"/>
                </a:lnTo>
                <a:lnTo>
                  <a:pt x="216276" y="117625"/>
                </a:lnTo>
                <a:lnTo>
                  <a:pt x="216838" y="118567"/>
                </a:lnTo>
                <a:lnTo>
                  <a:pt x="217431" y="119486"/>
                </a:lnTo>
                <a:lnTo>
                  <a:pt x="218054" y="120380"/>
                </a:lnTo>
                <a:lnTo>
                  <a:pt x="218708" y="121251"/>
                </a:lnTo>
                <a:lnTo>
                  <a:pt x="219392" y="122098"/>
                </a:lnTo>
                <a:lnTo>
                  <a:pt x="220106" y="122920"/>
                </a:lnTo>
                <a:lnTo>
                  <a:pt x="220846" y="123714"/>
                </a:lnTo>
                <a:lnTo>
                  <a:pt x="221605" y="124474"/>
                </a:lnTo>
                <a:lnTo>
                  <a:pt x="222385" y="125200"/>
                </a:lnTo>
                <a:lnTo>
                  <a:pt x="223184" y="125892"/>
                </a:lnTo>
                <a:lnTo>
                  <a:pt x="224003" y="126551"/>
                </a:lnTo>
                <a:lnTo>
                  <a:pt x="224843" y="127175"/>
                </a:lnTo>
                <a:lnTo>
                  <a:pt x="225702" y="127766"/>
                </a:lnTo>
                <a:lnTo>
                  <a:pt x="226581" y="128324"/>
                </a:lnTo>
                <a:lnTo>
                  <a:pt x="227480" y="128847"/>
                </a:lnTo>
                <a:lnTo>
                  <a:pt x="228399" y="129337"/>
                </a:lnTo>
                <a:lnTo>
                  <a:pt x="229339" y="129793"/>
                </a:lnTo>
                <a:lnTo>
                  <a:pt x="230298" y="130215"/>
                </a:lnTo>
                <a:lnTo>
                  <a:pt x="231277" y="130603"/>
                </a:lnTo>
                <a:lnTo>
                  <a:pt x="232276" y="130958"/>
                </a:lnTo>
                <a:lnTo>
                  <a:pt x="233295" y="131279"/>
                </a:lnTo>
                <a:lnTo>
                  <a:pt x="234334" y="131566"/>
                </a:lnTo>
                <a:lnTo>
                  <a:pt x="235392" y="131819"/>
                </a:lnTo>
                <a:lnTo>
                  <a:pt x="236471" y="132038"/>
                </a:lnTo>
                <a:lnTo>
                  <a:pt x="237570" y="132224"/>
                </a:lnTo>
                <a:lnTo>
                  <a:pt x="238689" y="132376"/>
                </a:lnTo>
                <a:lnTo>
                  <a:pt x="239828" y="132494"/>
                </a:lnTo>
                <a:lnTo>
                  <a:pt x="240986" y="132579"/>
                </a:lnTo>
                <a:lnTo>
                  <a:pt x="242165" y="132629"/>
                </a:lnTo>
                <a:lnTo>
                  <a:pt x="243363" y="132646"/>
                </a:lnTo>
                <a:lnTo>
                  <a:pt x="244357" y="132635"/>
                </a:lnTo>
                <a:lnTo>
                  <a:pt x="245335" y="132602"/>
                </a:lnTo>
                <a:lnTo>
                  <a:pt x="246295" y="132545"/>
                </a:lnTo>
                <a:lnTo>
                  <a:pt x="247239" y="132467"/>
                </a:lnTo>
                <a:lnTo>
                  <a:pt x="248167" y="132366"/>
                </a:lnTo>
                <a:lnTo>
                  <a:pt x="249078" y="132243"/>
                </a:lnTo>
                <a:lnTo>
                  <a:pt x="249972" y="132097"/>
                </a:lnTo>
                <a:lnTo>
                  <a:pt x="250850" y="131929"/>
                </a:lnTo>
                <a:lnTo>
                  <a:pt x="251711" y="131739"/>
                </a:lnTo>
                <a:lnTo>
                  <a:pt x="252556" y="131526"/>
                </a:lnTo>
                <a:lnTo>
                  <a:pt x="253384" y="131290"/>
                </a:lnTo>
                <a:lnTo>
                  <a:pt x="254195" y="131033"/>
                </a:lnTo>
                <a:lnTo>
                  <a:pt x="254990" y="130752"/>
                </a:lnTo>
                <a:lnTo>
                  <a:pt x="255769" y="130450"/>
                </a:lnTo>
                <a:lnTo>
                  <a:pt x="256530" y="130125"/>
                </a:lnTo>
                <a:lnTo>
                  <a:pt x="257276" y="129777"/>
                </a:lnTo>
                <a:lnTo>
                  <a:pt x="258004" y="129408"/>
                </a:lnTo>
                <a:lnTo>
                  <a:pt x="258716" y="129015"/>
                </a:lnTo>
                <a:lnTo>
                  <a:pt x="259412" y="128601"/>
                </a:lnTo>
                <a:lnTo>
                  <a:pt x="260090" y="128164"/>
                </a:lnTo>
                <a:lnTo>
                  <a:pt x="260753" y="127704"/>
                </a:lnTo>
                <a:lnTo>
                  <a:pt x="261398" y="127222"/>
                </a:lnTo>
                <a:lnTo>
                  <a:pt x="262028" y="126718"/>
                </a:lnTo>
                <a:lnTo>
                  <a:pt x="262640" y="126191"/>
                </a:lnTo>
                <a:lnTo>
                  <a:pt x="263232" y="125645"/>
                </a:lnTo>
                <a:lnTo>
                  <a:pt x="263798" y="125083"/>
                </a:lnTo>
                <a:lnTo>
                  <a:pt x="264340" y="124504"/>
                </a:lnTo>
                <a:lnTo>
                  <a:pt x="264856" y="123909"/>
                </a:lnTo>
                <a:lnTo>
                  <a:pt x="265347" y="123298"/>
                </a:lnTo>
                <a:lnTo>
                  <a:pt x="265813" y="122670"/>
                </a:lnTo>
                <a:lnTo>
                  <a:pt x="266253" y="122027"/>
                </a:lnTo>
                <a:lnTo>
                  <a:pt x="266669" y="121367"/>
                </a:lnTo>
                <a:lnTo>
                  <a:pt x="267059" y="120690"/>
                </a:lnTo>
                <a:lnTo>
                  <a:pt x="267424" y="119998"/>
                </a:lnTo>
                <a:lnTo>
                  <a:pt x="267764" y="119289"/>
                </a:lnTo>
                <a:lnTo>
                  <a:pt x="268079" y="118564"/>
                </a:lnTo>
                <a:lnTo>
                  <a:pt x="268368" y="117822"/>
                </a:lnTo>
                <a:lnTo>
                  <a:pt x="268633" y="117065"/>
                </a:lnTo>
                <a:lnTo>
                  <a:pt x="268872" y="116291"/>
                </a:lnTo>
                <a:lnTo>
                  <a:pt x="269086" y="115501"/>
                </a:lnTo>
                <a:lnTo>
                  <a:pt x="269275" y="114694"/>
                </a:lnTo>
                <a:lnTo>
                  <a:pt x="269438" y="113871"/>
                </a:lnTo>
                <a:lnTo>
                  <a:pt x="269577" y="113032"/>
                </a:lnTo>
                <a:lnTo>
                  <a:pt x="269673" y="112309"/>
                </a:lnTo>
                <a:lnTo>
                  <a:pt x="269892" y="112309"/>
                </a:lnTo>
                <a:lnTo>
                  <a:pt x="269892" y="130879"/>
                </a:lnTo>
                <a:lnTo>
                  <a:pt x="285809" y="130879"/>
                </a:lnTo>
                <a:lnTo>
                  <a:pt x="285809" y="1770"/>
                </a:lnTo>
                <a:lnTo>
                  <a:pt x="269892" y="1770"/>
                </a:lnTo>
                <a:lnTo>
                  <a:pt x="269892" y="30066"/>
                </a:lnTo>
                <a:lnTo>
                  <a:pt x="270245" y="52174"/>
                </a:lnTo>
                <a:lnTo>
                  <a:pt x="270013" y="52174"/>
                </a:lnTo>
                <a:lnTo>
                  <a:pt x="269923" y="51513"/>
                </a:lnTo>
                <a:lnTo>
                  <a:pt x="269781" y="50684"/>
                </a:lnTo>
                <a:lnTo>
                  <a:pt x="269613" y="49870"/>
                </a:lnTo>
                <a:close/>
                <a:moveTo>
                  <a:pt x="246218" y="118770"/>
                </a:moveTo>
                <a:lnTo>
                  <a:pt x="245431" y="118706"/>
                </a:lnTo>
                <a:lnTo>
                  <a:pt x="244660" y="118623"/>
                </a:lnTo>
                <a:lnTo>
                  <a:pt x="243904" y="118522"/>
                </a:lnTo>
                <a:lnTo>
                  <a:pt x="243164" y="118402"/>
                </a:lnTo>
                <a:lnTo>
                  <a:pt x="242439" y="118264"/>
                </a:lnTo>
                <a:lnTo>
                  <a:pt x="241729" y="118107"/>
                </a:lnTo>
                <a:lnTo>
                  <a:pt x="241035" y="117932"/>
                </a:lnTo>
                <a:lnTo>
                  <a:pt x="240356" y="117739"/>
                </a:lnTo>
                <a:lnTo>
                  <a:pt x="239693" y="117527"/>
                </a:lnTo>
                <a:lnTo>
                  <a:pt x="239044" y="117297"/>
                </a:lnTo>
                <a:lnTo>
                  <a:pt x="238411" y="117048"/>
                </a:lnTo>
                <a:lnTo>
                  <a:pt x="237794" y="116781"/>
                </a:lnTo>
                <a:lnTo>
                  <a:pt x="237192" y="116495"/>
                </a:lnTo>
                <a:lnTo>
                  <a:pt x="236605" y="116191"/>
                </a:lnTo>
                <a:lnTo>
                  <a:pt x="236034" y="115869"/>
                </a:lnTo>
                <a:lnTo>
                  <a:pt x="235478" y="115528"/>
                </a:lnTo>
                <a:lnTo>
                  <a:pt x="234937" y="115169"/>
                </a:lnTo>
                <a:lnTo>
                  <a:pt x="234411" y="114791"/>
                </a:lnTo>
                <a:lnTo>
                  <a:pt x="233901" y="114395"/>
                </a:lnTo>
                <a:lnTo>
                  <a:pt x="233407" y="113981"/>
                </a:lnTo>
                <a:lnTo>
                  <a:pt x="232928" y="113548"/>
                </a:lnTo>
                <a:lnTo>
                  <a:pt x="232466" y="113094"/>
                </a:lnTo>
                <a:lnTo>
                  <a:pt x="232024" y="112618"/>
                </a:lnTo>
                <a:lnTo>
                  <a:pt x="231601" y="112118"/>
                </a:lnTo>
                <a:lnTo>
                  <a:pt x="231198" y="111597"/>
                </a:lnTo>
                <a:lnTo>
                  <a:pt x="230815" y="111052"/>
                </a:lnTo>
                <a:lnTo>
                  <a:pt x="230452" y="110485"/>
                </a:lnTo>
                <a:lnTo>
                  <a:pt x="230108" y="109895"/>
                </a:lnTo>
                <a:lnTo>
                  <a:pt x="229784" y="109282"/>
                </a:lnTo>
                <a:lnTo>
                  <a:pt x="229479" y="108647"/>
                </a:lnTo>
                <a:lnTo>
                  <a:pt x="229194" y="107988"/>
                </a:lnTo>
                <a:lnTo>
                  <a:pt x="228929" y="107308"/>
                </a:lnTo>
                <a:lnTo>
                  <a:pt x="228683" y="106604"/>
                </a:lnTo>
                <a:lnTo>
                  <a:pt x="228457" y="105878"/>
                </a:lnTo>
                <a:lnTo>
                  <a:pt x="228251" y="105129"/>
                </a:lnTo>
                <a:lnTo>
                  <a:pt x="228064" y="104357"/>
                </a:lnTo>
                <a:lnTo>
                  <a:pt x="227897" y="103563"/>
                </a:lnTo>
                <a:lnTo>
                  <a:pt x="227750" y="102745"/>
                </a:lnTo>
                <a:lnTo>
                  <a:pt x="227622" y="101906"/>
                </a:lnTo>
                <a:lnTo>
                  <a:pt x="227514" y="101043"/>
                </a:lnTo>
                <a:lnTo>
                  <a:pt x="227426" y="100158"/>
                </a:lnTo>
                <a:lnTo>
                  <a:pt x="227357" y="99250"/>
                </a:lnTo>
                <a:lnTo>
                  <a:pt x="227308" y="98319"/>
                </a:lnTo>
                <a:lnTo>
                  <a:pt x="227278" y="97366"/>
                </a:lnTo>
                <a:lnTo>
                  <a:pt x="227268" y="96389"/>
                </a:lnTo>
                <a:lnTo>
                  <a:pt x="227268" y="68094"/>
                </a:lnTo>
                <a:lnTo>
                  <a:pt x="227278" y="67103"/>
                </a:lnTo>
                <a:lnTo>
                  <a:pt x="227308" y="66136"/>
                </a:lnTo>
                <a:lnTo>
                  <a:pt x="227357" y="65193"/>
                </a:lnTo>
                <a:lnTo>
                  <a:pt x="227426" y="64273"/>
                </a:lnTo>
                <a:lnTo>
                  <a:pt x="227514" y="63377"/>
                </a:lnTo>
                <a:lnTo>
                  <a:pt x="227622" y="62505"/>
                </a:lnTo>
                <a:lnTo>
                  <a:pt x="227750" y="61657"/>
                </a:lnTo>
                <a:lnTo>
                  <a:pt x="227897" y="60832"/>
                </a:lnTo>
                <a:lnTo>
                  <a:pt x="228064" y="60030"/>
                </a:lnTo>
                <a:lnTo>
                  <a:pt x="228251" y="59253"/>
                </a:lnTo>
                <a:lnTo>
                  <a:pt x="228457" y="58499"/>
                </a:lnTo>
                <a:lnTo>
                  <a:pt x="228683" y="57768"/>
                </a:lnTo>
                <a:lnTo>
                  <a:pt x="228929" y="57062"/>
                </a:lnTo>
                <a:lnTo>
                  <a:pt x="229194" y="56379"/>
                </a:lnTo>
                <a:lnTo>
                  <a:pt x="229479" y="55719"/>
                </a:lnTo>
                <a:lnTo>
                  <a:pt x="229784" y="55083"/>
                </a:lnTo>
                <a:lnTo>
                  <a:pt x="230108" y="54471"/>
                </a:lnTo>
                <a:lnTo>
                  <a:pt x="230452" y="53883"/>
                </a:lnTo>
                <a:lnTo>
                  <a:pt x="230815" y="53318"/>
                </a:lnTo>
                <a:lnTo>
                  <a:pt x="231198" y="52777"/>
                </a:lnTo>
                <a:lnTo>
                  <a:pt x="231601" y="52259"/>
                </a:lnTo>
                <a:lnTo>
                  <a:pt x="232024" y="51766"/>
                </a:lnTo>
                <a:lnTo>
                  <a:pt x="232466" y="51295"/>
                </a:lnTo>
                <a:lnTo>
                  <a:pt x="232928" y="50849"/>
                </a:lnTo>
                <a:lnTo>
                  <a:pt x="233407" y="50423"/>
                </a:lnTo>
                <a:lnTo>
                  <a:pt x="233901" y="50016"/>
                </a:lnTo>
                <a:lnTo>
                  <a:pt x="234411" y="49626"/>
                </a:lnTo>
                <a:lnTo>
                  <a:pt x="234937" y="49255"/>
                </a:lnTo>
                <a:lnTo>
                  <a:pt x="235478" y="48902"/>
                </a:lnTo>
                <a:lnTo>
                  <a:pt x="236034" y="48567"/>
                </a:lnTo>
                <a:lnTo>
                  <a:pt x="236605" y="48250"/>
                </a:lnTo>
                <a:lnTo>
                  <a:pt x="237192" y="47951"/>
                </a:lnTo>
                <a:lnTo>
                  <a:pt x="237794" y="47670"/>
                </a:lnTo>
                <a:lnTo>
                  <a:pt x="238411" y="47407"/>
                </a:lnTo>
                <a:lnTo>
                  <a:pt x="239044" y="47163"/>
                </a:lnTo>
                <a:lnTo>
                  <a:pt x="239693" y="46936"/>
                </a:lnTo>
                <a:lnTo>
                  <a:pt x="240356" y="46728"/>
                </a:lnTo>
                <a:lnTo>
                  <a:pt x="241035" y="46538"/>
                </a:lnTo>
                <a:lnTo>
                  <a:pt x="241729" y="46366"/>
                </a:lnTo>
                <a:lnTo>
                  <a:pt x="242439" y="46212"/>
                </a:lnTo>
                <a:lnTo>
                  <a:pt x="243164" y="46076"/>
                </a:lnTo>
                <a:lnTo>
                  <a:pt x="243904" y="45958"/>
                </a:lnTo>
                <a:lnTo>
                  <a:pt x="244660" y="45859"/>
                </a:lnTo>
                <a:lnTo>
                  <a:pt x="245431" y="45777"/>
                </a:lnTo>
                <a:lnTo>
                  <a:pt x="246218" y="45714"/>
                </a:lnTo>
                <a:lnTo>
                  <a:pt x="247019" y="45668"/>
                </a:lnTo>
                <a:lnTo>
                  <a:pt x="247837" y="45641"/>
                </a:lnTo>
                <a:lnTo>
                  <a:pt x="248669" y="45632"/>
                </a:lnTo>
                <a:lnTo>
                  <a:pt x="249487" y="45643"/>
                </a:lnTo>
                <a:lnTo>
                  <a:pt x="250290" y="45675"/>
                </a:lnTo>
                <a:lnTo>
                  <a:pt x="251079" y="45729"/>
                </a:lnTo>
                <a:lnTo>
                  <a:pt x="251853" y="45804"/>
                </a:lnTo>
                <a:lnTo>
                  <a:pt x="252612" y="45901"/>
                </a:lnTo>
                <a:lnTo>
                  <a:pt x="253356" y="46019"/>
                </a:lnTo>
                <a:lnTo>
                  <a:pt x="254085" y="46159"/>
                </a:lnTo>
                <a:lnTo>
                  <a:pt x="254800" y="46320"/>
                </a:lnTo>
                <a:lnTo>
                  <a:pt x="255500" y="46503"/>
                </a:lnTo>
                <a:lnTo>
                  <a:pt x="256186" y="46707"/>
                </a:lnTo>
                <a:lnTo>
                  <a:pt x="256856" y="46933"/>
                </a:lnTo>
                <a:lnTo>
                  <a:pt x="257512" y="47180"/>
                </a:lnTo>
                <a:lnTo>
                  <a:pt x="258153" y="47449"/>
                </a:lnTo>
                <a:lnTo>
                  <a:pt x="258779" y="47739"/>
                </a:lnTo>
                <a:lnTo>
                  <a:pt x="259391" y="48051"/>
                </a:lnTo>
                <a:lnTo>
                  <a:pt x="259988" y="48384"/>
                </a:lnTo>
                <a:lnTo>
                  <a:pt x="260570" y="48738"/>
                </a:lnTo>
                <a:lnTo>
                  <a:pt x="261138" y="49115"/>
                </a:lnTo>
                <a:lnTo>
                  <a:pt x="261690" y="49512"/>
                </a:lnTo>
                <a:lnTo>
                  <a:pt x="262228" y="49931"/>
                </a:lnTo>
                <a:lnTo>
                  <a:pt x="262751" y="50372"/>
                </a:lnTo>
                <a:lnTo>
                  <a:pt x="263260" y="50834"/>
                </a:lnTo>
                <a:lnTo>
                  <a:pt x="263753" y="51318"/>
                </a:lnTo>
                <a:lnTo>
                  <a:pt x="264232" y="51823"/>
                </a:lnTo>
                <a:lnTo>
                  <a:pt x="264694" y="52347"/>
                </a:lnTo>
                <a:lnTo>
                  <a:pt x="265136" y="52888"/>
                </a:lnTo>
                <a:lnTo>
                  <a:pt x="265559" y="53445"/>
                </a:lnTo>
                <a:lnTo>
                  <a:pt x="265962" y="54018"/>
                </a:lnTo>
                <a:lnTo>
                  <a:pt x="266345" y="54609"/>
                </a:lnTo>
                <a:lnTo>
                  <a:pt x="266708" y="55216"/>
                </a:lnTo>
                <a:lnTo>
                  <a:pt x="267052" y="55839"/>
                </a:lnTo>
                <a:lnTo>
                  <a:pt x="267376" y="56479"/>
                </a:lnTo>
                <a:lnTo>
                  <a:pt x="267681" y="57136"/>
                </a:lnTo>
                <a:lnTo>
                  <a:pt x="267966" y="57809"/>
                </a:lnTo>
                <a:lnTo>
                  <a:pt x="268231" y="58499"/>
                </a:lnTo>
                <a:lnTo>
                  <a:pt x="268477" y="59205"/>
                </a:lnTo>
                <a:lnTo>
                  <a:pt x="268703" y="59928"/>
                </a:lnTo>
                <a:lnTo>
                  <a:pt x="268909" y="60668"/>
                </a:lnTo>
                <a:lnTo>
                  <a:pt x="269096" y="61424"/>
                </a:lnTo>
                <a:lnTo>
                  <a:pt x="269263" y="62197"/>
                </a:lnTo>
                <a:lnTo>
                  <a:pt x="269410" y="62986"/>
                </a:lnTo>
                <a:lnTo>
                  <a:pt x="269538" y="63792"/>
                </a:lnTo>
                <a:lnTo>
                  <a:pt x="269646" y="64615"/>
                </a:lnTo>
                <a:lnTo>
                  <a:pt x="269734" y="65454"/>
                </a:lnTo>
                <a:lnTo>
                  <a:pt x="269803" y="66309"/>
                </a:lnTo>
                <a:lnTo>
                  <a:pt x="269852" y="67182"/>
                </a:lnTo>
                <a:lnTo>
                  <a:pt x="269882" y="68071"/>
                </a:lnTo>
                <a:lnTo>
                  <a:pt x="269892" y="68976"/>
                </a:lnTo>
                <a:lnTo>
                  <a:pt x="269892" y="95507"/>
                </a:lnTo>
                <a:lnTo>
                  <a:pt x="269882" y="96412"/>
                </a:lnTo>
                <a:lnTo>
                  <a:pt x="269852" y="97301"/>
                </a:lnTo>
                <a:lnTo>
                  <a:pt x="269803" y="98174"/>
                </a:lnTo>
                <a:lnTo>
                  <a:pt x="269734" y="99029"/>
                </a:lnTo>
                <a:lnTo>
                  <a:pt x="269646" y="99868"/>
                </a:lnTo>
                <a:lnTo>
                  <a:pt x="269538" y="100691"/>
                </a:lnTo>
                <a:lnTo>
                  <a:pt x="269410" y="101497"/>
                </a:lnTo>
                <a:lnTo>
                  <a:pt x="269263" y="102286"/>
                </a:lnTo>
                <a:lnTo>
                  <a:pt x="269096" y="103059"/>
                </a:lnTo>
                <a:lnTo>
                  <a:pt x="268909" y="103815"/>
                </a:lnTo>
                <a:lnTo>
                  <a:pt x="268703" y="104555"/>
                </a:lnTo>
                <a:lnTo>
                  <a:pt x="268477" y="105278"/>
                </a:lnTo>
                <a:lnTo>
                  <a:pt x="268231" y="105985"/>
                </a:lnTo>
                <a:lnTo>
                  <a:pt x="267966" y="106675"/>
                </a:lnTo>
                <a:lnTo>
                  <a:pt x="267681" y="107348"/>
                </a:lnTo>
                <a:lnTo>
                  <a:pt x="267376" y="108005"/>
                </a:lnTo>
                <a:lnTo>
                  <a:pt x="267052" y="108645"/>
                </a:lnTo>
                <a:lnTo>
                  <a:pt x="266708" y="109269"/>
                </a:lnTo>
                <a:lnTo>
                  <a:pt x="266345" y="109876"/>
                </a:lnTo>
                <a:lnTo>
                  <a:pt x="265962" y="110466"/>
                </a:lnTo>
                <a:lnTo>
                  <a:pt x="265559" y="111040"/>
                </a:lnTo>
                <a:lnTo>
                  <a:pt x="265136" y="111598"/>
                </a:lnTo>
                <a:lnTo>
                  <a:pt x="264694" y="112138"/>
                </a:lnTo>
                <a:lnTo>
                  <a:pt x="264232" y="112663"/>
                </a:lnTo>
                <a:lnTo>
                  <a:pt x="263753" y="113168"/>
                </a:lnTo>
                <a:lnTo>
                  <a:pt x="263260" y="113651"/>
                </a:lnTo>
                <a:lnTo>
                  <a:pt x="262751" y="114113"/>
                </a:lnTo>
                <a:lnTo>
                  <a:pt x="262228" y="114554"/>
                </a:lnTo>
                <a:lnTo>
                  <a:pt x="261690" y="114973"/>
                </a:lnTo>
                <a:lnTo>
                  <a:pt x="261138" y="115371"/>
                </a:lnTo>
                <a:lnTo>
                  <a:pt x="260570" y="115747"/>
                </a:lnTo>
                <a:lnTo>
                  <a:pt x="259988" y="116102"/>
                </a:lnTo>
                <a:lnTo>
                  <a:pt x="259391" y="116435"/>
                </a:lnTo>
                <a:lnTo>
                  <a:pt x="258779" y="116747"/>
                </a:lnTo>
                <a:lnTo>
                  <a:pt x="258153" y="117037"/>
                </a:lnTo>
                <a:lnTo>
                  <a:pt x="257512" y="117306"/>
                </a:lnTo>
                <a:lnTo>
                  <a:pt x="256856" y="117553"/>
                </a:lnTo>
                <a:lnTo>
                  <a:pt x="256186" y="117779"/>
                </a:lnTo>
                <a:lnTo>
                  <a:pt x="255500" y="117983"/>
                </a:lnTo>
                <a:lnTo>
                  <a:pt x="254800" y="118165"/>
                </a:lnTo>
                <a:lnTo>
                  <a:pt x="254085" y="118327"/>
                </a:lnTo>
                <a:lnTo>
                  <a:pt x="253356" y="118466"/>
                </a:lnTo>
                <a:lnTo>
                  <a:pt x="252612" y="118585"/>
                </a:lnTo>
                <a:lnTo>
                  <a:pt x="251853" y="118681"/>
                </a:lnTo>
                <a:lnTo>
                  <a:pt x="251079" y="118757"/>
                </a:lnTo>
                <a:lnTo>
                  <a:pt x="250290" y="118810"/>
                </a:lnTo>
                <a:lnTo>
                  <a:pt x="249487" y="118843"/>
                </a:lnTo>
                <a:lnTo>
                  <a:pt x="248669" y="118853"/>
                </a:lnTo>
                <a:lnTo>
                  <a:pt x="247837" y="118844"/>
                </a:lnTo>
                <a:lnTo>
                  <a:pt x="247019" y="118816"/>
                </a:lnTo>
                <a:lnTo>
                  <a:pt x="246218" y="118770"/>
                </a:lnTo>
                <a:close/>
                <a:moveTo>
                  <a:pt x="145775" y="132221"/>
                </a:moveTo>
                <a:lnTo>
                  <a:pt x="146710" y="132165"/>
                </a:lnTo>
                <a:lnTo>
                  <a:pt x="147634" y="132093"/>
                </a:lnTo>
                <a:lnTo>
                  <a:pt x="148548" y="132005"/>
                </a:lnTo>
                <a:lnTo>
                  <a:pt x="149450" y="131902"/>
                </a:lnTo>
                <a:lnTo>
                  <a:pt x="150342" y="131782"/>
                </a:lnTo>
                <a:lnTo>
                  <a:pt x="151224" y="131646"/>
                </a:lnTo>
                <a:lnTo>
                  <a:pt x="152094" y="131494"/>
                </a:lnTo>
                <a:lnTo>
                  <a:pt x="152954" y="131327"/>
                </a:lnTo>
                <a:lnTo>
                  <a:pt x="153803" y="131143"/>
                </a:lnTo>
                <a:lnTo>
                  <a:pt x="154641" y="130944"/>
                </a:lnTo>
                <a:lnTo>
                  <a:pt x="155469" y="130728"/>
                </a:lnTo>
                <a:lnTo>
                  <a:pt x="156286" y="130497"/>
                </a:lnTo>
                <a:lnTo>
                  <a:pt x="157092" y="130249"/>
                </a:lnTo>
                <a:lnTo>
                  <a:pt x="157887" y="129986"/>
                </a:lnTo>
                <a:lnTo>
                  <a:pt x="158672" y="129706"/>
                </a:lnTo>
                <a:lnTo>
                  <a:pt x="159445" y="129411"/>
                </a:lnTo>
                <a:lnTo>
                  <a:pt x="160209" y="129099"/>
                </a:lnTo>
                <a:lnTo>
                  <a:pt x="160961" y="128772"/>
                </a:lnTo>
                <a:lnTo>
                  <a:pt x="161702" y="128429"/>
                </a:lnTo>
                <a:lnTo>
                  <a:pt x="162433" y="128069"/>
                </a:lnTo>
                <a:lnTo>
                  <a:pt x="163153" y="127694"/>
                </a:lnTo>
                <a:lnTo>
                  <a:pt x="163862" y="127304"/>
                </a:lnTo>
                <a:lnTo>
                  <a:pt x="164556" y="126899"/>
                </a:lnTo>
                <a:lnTo>
                  <a:pt x="165237" y="126480"/>
                </a:lnTo>
                <a:lnTo>
                  <a:pt x="165905" y="126046"/>
                </a:lnTo>
                <a:lnTo>
                  <a:pt x="166559" y="125598"/>
                </a:lnTo>
                <a:lnTo>
                  <a:pt x="167200" y="125135"/>
                </a:lnTo>
                <a:lnTo>
                  <a:pt x="167827" y="124658"/>
                </a:lnTo>
                <a:lnTo>
                  <a:pt x="168440" y="124167"/>
                </a:lnTo>
                <a:lnTo>
                  <a:pt x="169040" y="123661"/>
                </a:lnTo>
                <a:lnTo>
                  <a:pt x="169627" y="123141"/>
                </a:lnTo>
                <a:lnTo>
                  <a:pt x="170200" y="122606"/>
                </a:lnTo>
                <a:lnTo>
                  <a:pt x="170760" y="122057"/>
                </a:lnTo>
                <a:lnTo>
                  <a:pt x="171306" y="121493"/>
                </a:lnTo>
                <a:lnTo>
                  <a:pt x="171838" y="120915"/>
                </a:lnTo>
                <a:lnTo>
                  <a:pt x="172357" y="120323"/>
                </a:lnTo>
                <a:lnTo>
                  <a:pt x="172863" y="119716"/>
                </a:lnTo>
                <a:lnTo>
                  <a:pt x="173355" y="119094"/>
                </a:lnTo>
                <a:lnTo>
                  <a:pt x="173833" y="118459"/>
                </a:lnTo>
                <a:lnTo>
                  <a:pt x="174298" y="117808"/>
                </a:lnTo>
                <a:lnTo>
                  <a:pt x="174750" y="117144"/>
                </a:lnTo>
                <a:lnTo>
                  <a:pt x="175187" y="116465"/>
                </a:lnTo>
                <a:lnTo>
                  <a:pt x="175612" y="115771"/>
                </a:lnTo>
                <a:lnTo>
                  <a:pt x="176023" y="115063"/>
                </a:lnTo>
                <a:lnTo>
                  <a:pt x="176420" y="114341"/>
                </a:lnTo>
                <a:lnTo>
                  <a:pt x="176803" y="113606"/>
                </a:lnTo>
                <a:lnTo>
                  <a:pt x="177169" y="112858"/>
                </a:lnTo>
                <a:lnTo>
                  <a:pt x="177519" y="112099"/>
                </a:lnTo>
                <a:lnTo>
                  <a:pt x="177853" y="111327"/>
                </a:lnTo>
                <a:lnTo>
                  <a:pt x="178170" y="110544"/>
                </a:lnTo>
                <a:lnTo>
                  <a:pt x="178471" y="109748"/>
                </a:lnTo>
                <a:lnTo>
                  <a:pt x="178756" y="108941"/>
                </a:lnTo>
                <a:lnTo>
                  <a:pt x="179024" y="108122"/>
                </a:lnTo>
                <a:lnTo>
                  <a:pt x="179277" y="107290"/>
                </a:lnTo>
                <a:lnTo>
                  <a:pt x="179513" y="106447"/>
                </a:lnTo>
                <a:lnTo>
                  <a:pt x="179732" y="105592"/>
                </a:lnTo>
                <a:lnTo>
                  <a:pt x="179936" y="104724"/>
                </a:lnTo>
                <a:lnTo>
                  <a:pt x="180123" y="103845"/>
                </a:lnTo>
                <a:lnTo>
                  <a:pt x="180294" y="102954"/>
                </a:lnTo>
                <a:lnTo>
                  <a:pt x="180449" y="102051"/>
                </a:lnTo>
                <a:lnTo>
                  <a:pt x="180587" y="101135"/>
                </a:lnTo>
                <a:lnTo>
                  <a:pt x="180709" y="100208"/>
                </a:lnTo>
                <a:lnTo>
                  <a:pt x="180815" y="99269"/>
                </a:lnTo>
                <a:lnTo>
                  <a:pt x="180904" y="98318"/>
                </a:lnTo>
                <a:lnTo>
                  <a:pt x="180978" y="97355"/>
                </a:lnTo>
                <a:lnTo>
                  <a:pt x="181035" y="96380"/>
                </a:lnTo>
                <a:lnTo>
                  <a:pt x="181075" y="95393"/>
                </a:lnTo>
                <a:lnTo>
                  <a:pt x="181100" y="94394"/>
                </a:lnTo>
                <a:lnTo>
                  <a:pt x="181108" y="93383"/>
                </a:lnTo>
                <a:lnTo>
                  <a:pt x="181108" y="71100"/>
                </a:lnTo>
                <a:lnTo>
                  <a:pt x="181100" y="70075"/>
                </a:lnTo>
                <a:lnTo>
                  <a:pt x="181075" y="69062"/>
                </a:lnTo>
                <a:lnTo>
                  <a:pt x="181035" y="68063"/>
                </a:lnTo>
                <a:lnTo>
                  <a:pt x="180978" y="67076"/>
                </a:lnTo>
                <a:lnTo>
                  <a:pt x="180904" y="66102"/>
                </a:lnTo>
                <a:lnTo>
                  <a:pt x="180815" y="65141"/>
                </a:lnTo>
                <a:lnTo>
                  <a:pt x="180709" y="64193"/>
                </a:lnTo>
                <a:lnTo>
                  <a:pt x="180587" y="63258"/>
                </a:lnTo>
                <a:lnTo>
                  <a:pt x="180449" y="62336"/>
                </a:lnTo>
                <a:lnTo>
                  <a:pt x="180294" y="61427"/>
                </a:lnTo>
                <a:lnTo>
                  <a:pt x="180123" y="60531"/>
                </a:lnTo>
                <a:lnTo>
                  <a:pt x="179936" y="59647"/>
                </a:lnTo>
                <a:lnTo>
                  <a:pt x="179732" y="58777"/>
                </a:lnTo>
                <a:lnTo>
                  <a:pt x="179513" y="57919"/>
                </a:lnTo>
                <a:lnTo>
                  <a:pt x="179277" y="57074"/>
                </a:lnTo>
                <a:lnTo>
                  <a:pt x="179024" y="56243"/>
                </a:lnTo>
                <a:lnTo>
                  <a:pt x="178756" y="55424"/>
                </a:lnTo>
                <a:lnTo>
                  <a:pt x="178471" y="54618"/>
                </a:lnTo>
                <a:lnTo>
                  <a:pt x="178170" y="53825"/>
                </a:lnTo>
                <a:lnTo>
                  <a:pt x="177853" y="53044"/>
                </a:lnTo>
                <a:lnTo>
                  <a:pt x="177519" y="52277"/>
                </a:lnTo>
                <a:lnTo>
                  <a:pt x="177169" y="51523"/>
                </a:lnTo>
                <a:lnTo>
                  <a:pt x="176803" y="50781"/>
                </a:lnTo>
                <a:lnTo>
                  <a:pt x="176420" y="50053"/>
                </a:lnTo>
                <a:lnTo>
                  <a:pt x="176023" y="49338"/>
                </a:lnTo>
                <a:lnTo>
                  <a:pt x="175612" y="48637"/>
                </a:lnTo>
                <a:lnTo>
                  <a:pt x="175189" y="47950"/>
                </a:lnTo>
                <a:lnTo>
                  <a:pt x="174752" y="47277"/>
                </a:lnTo>
                <a:lnTo>
                  <a:pt x="174302" y="46619"/>
                </a:lnTo>
                <a:lnTo>
                  <a:pt x="173839" y="45974"/>
                </a:lnTo>
                <a:lnTo>
                  <a:pt x="173362" y="45344"/>
                </a:lnTo>
                <a:lnTo>
                  <a:pt x="172873" y="44728"/>
                </a:lnTo>
                <a:lnTo>
                  <a:pt x="172370" y="44126"/>
                </a:lnTo>
                <a:lnTo>
                  <a:pt x="171854" y="43538"/>
                </a:lnTo>
                <a:lnTo>
                  <a:pt x="171324" y="42964"/>
                </a:lnTo>
                <a:lnTo>
                  <a:pt x="170782" y="42404"/>
                </a:lnTo>
                <a:lnTo>
                  <a:pt x="170226" y="41858"/>
                </a:lnTo>
                <a:lnTo>
                  <a:pt x="169657" y="41327"/>
                </a:lnTo>
                <a:lnTo>
                  <a:pt x="169075" y="40809"/>
                </a:lnTo>
                <a:lnTo>
                  <a:pt x="168480" y="40306"/>
                </a:lnTo>
                <a:lnTo>
                  <a:pt x="167872" y="39817"/>
                </a:lnTo>
                <a:lnTo>
                  <a:pt x="167250" y="39342"/>
                </a:lnTo>
                <a:lnTo>
                  <a:pt x="166615" y="38881"/>
                </a:lnTo>
                <a:lnTo>
                  <a:pt x="165967" y="38434"/>
                </a:lnTo>
                <a:lnTo>
                  <a:pt x="165306" y="38002"/>
                </a:lnTo>
                <a:lnTo>
                  <a:pt x="164631" y="37583"/>
                </a:lnTo>
                <a:lnTo>
                  <a:pt x="163943" y="37179"/>
                </a:lnTo>
                <a:lnTo>
                  <a:pt x="163242" y="36789"/>
                </a:lnTo>
                <a:lnTo>
                  <a:pt x="162529" y="36413"/>
                </a:lnTo>
                <a:lnTo>
                  <a:pt x="161805" y="36054"/>
                </a:lnTo>
                <a:lnTo>
                  <a:pt x="161068" y="35711"/>
                </a:lnTo>
                <a:lnTo>
                  <a:pt x="160320" y="35384"/>
                </a:lnTo>
                <a:lnTo>
                  <a:pt x="159560" y="35072"/>
                </a:lnTo>
                <a:lnTo>
                  <a:pt x="158789" y="34777"/>
                </a:lnTo>
                <a:lnTo>
                  <a:pt x="158005" y="34497"/>
                </a:lnTo>
                <a:lnTo>
                  <a:pt x="157211" y="34234"/>
                </a:lnTo>
                <a:lnTo>
                  <a:pt x="156404" y="33986"/>
                </a:lnTo>
                <a:lnTo>
                  <a:pt x="155586" y="33755"/>
                </a:lnTo>
                <a:lnTo>
                  <a:pt x="154756" y="33539"/>
                </a:lnTo>
                <a:lnTo>
                  <a:pt x="153914" y="33340"/>
                </a:lnTo>
                <a:lnTo>
                  <a:pt x="153061" y="33156"/>
                </a:lnTo>
                <a:lnTo>
                  <a:pt x="152196" y="32988"/>
                </a:lnTo>
                <a:lnTo>
                  <a:pt x="151320" y="32837"/>
                </a:lnTo>
                <a:lnTo>
                  <a:pt x="150431" y="32701"/>
                </a:lnTo>
                <a:lnTo>
                  <a:pt x="149531" y="32581"/>
                </a:lnTo>
                <a:lnTo>
                  <a:pt x="148620" y="32477"/>
                </a:lnTo>
                <a:lnTo>
                  <a:pt x="147697" y="32390"/>
                </a:lnTo>
                <a:lnTo>
                  <a:pt x="146762" y="32318"/>
                </a:lnTo>
                <a:lnTo>
                  <a:pt x="145815" y="32262"/>
                </a:lnTo>
                <a:lnTo>
                  <a:pt x="144857" y="32222"/>
                </a:lnTo>
                <a:lnTo>
                  <a:pt x="143887" y="32198"/>
                </a:lnTo>
                <a:lnTo>
                  <a:pt x="142905" y="32190"/>
                </a:lnTo>
                <a:lnTo>
                  <a:pt x="141938" y="32198"/>
                </a:lnTo>
                <a:lnTo>
                  <a:pt x="140981" y="32222"/>
                </a:lnTo>
                <a:lnTo>
                  <a:pt x="140035" y="32262"/>
                </a:lnTo>
                <a:lnTo>
                  <a:pt x="139100" y="32318"/>
                </a:lnTo>
                <a:lnTo>
                  <a:pt x="138175" y="32390"/>
                </a:lnTo>
                <a:lnTo>
                  <a:pt x="137261" y="32477"/>
                </a:lnTo>
                <a:lnTo>
                  <a:pt x="136358" y="32581"/>
                </a:lnTo>
                <a:lnTo>
                  <a:pt x="135466" y="32701"/>
                </a:lnTo>
                <a:lnTo>
                  <a:pt x="134584" y="32837"/>
                </a:lnTo>
                <a:lnTo>
                  <a:pt x="133714" y="32988"/>
                </a:lnTo>
                <a:lnTo>
                  <a:pt x="132854" y="33156"/>
                </a:lnTo>
                <a:lnTo>
                  <a:pt x="132004" y="33340"/>
                </a:lnTo>
                <a:lnTo>
                  <a:pt x="131166" y="33539"/>
                </a:lnTo>
                <a:lnTo>
                  <a:pt x="130338" y="33755"/>
                </a:lnTo>
                <a:lnTo>
                  <a:pt x="129521" y="33986"/>
                </a:lnTo>
                <a:lnTo>
                  <a:pt x="128715" y="34234"/>
                </a:lnTo>
                <a:lnTo>
                  <a:pt x="127919" y="34497"/>
                </a:lnTo>
                <a:lnTo>
                  <a:pt x="127134" y="34777"/>
                </a:lnTo>
                <a:lnTo>
                  <a:pt x="126360" y="35072"/>
                </a:lnTo>
                <a:lnTo>
                  <a:pt x="125597" y="35384"/>
                </a:lnTo>
                <a:lnTo>
                  <a:pt x="124844" y="35711"/>
                </a:lnTo>
                <a:lnTo>
                  <a:pt x="124103" y="36054"/>
                </a:lnTo>
                <a:lnTo>
                  <a:pt x="123372" y="36413"/>
                </a:lnTo>
                <a:lnTo>
                  <a:pt x="122651" y="36789"/>
                </a:lnTo>
                <a:lnTo>
                  <a:pt x="121943" y="37179"/>
                </a:lnTo>
                <a:lnTo>
                  <a:pt x="121249" y="37583"/>
                </a:lnTo>
                <a:lnTo>
                  <a:pt x="120568" y="38002"/>
                </a:lnTo>
                <a:lnTo>
                  <a:pt x="119901" y="38434"/>
                </a:lnTo>
                <a:lnTo>
                  <a:pt x="119247" y="38881"/>
                </a:lnTo>
                <a:lnTo>
                  <a:pt x="118606" y="39342"/>
                </a:lnTo>
                <a:lnTo>
                  <a:pt x="117979" y="39817"/>
                </a:lnTo>
                <a:lnTo>
                  <a:pt x="117366" y="40306"/>
                </a:lnTo>
                <a:lnTo>
                  <a:pt x="116766" y="40809"/>
                </a:lnTo>
                <a:lnTo>
                  <a:pt x="116179" y="41327"/>
                </a:lnTo>
                <a:lnTo>
                  <a:pt x="115606" y="41858"/>
                </a:lnTo>
                <a:lnTo>
                  <a:pt x="115047" y="42404"/>
                </a:lnTo>
                <a:lnTo>
                  <a:pt x="114501" y="42964"/>
                </a:lnTo>
                <a:lnTo>
                  <a:pt x="113969" y="43538"/>
                </a:lnTo>
                <a:lnTo>
                  <a:pt x="113450" y="44126"/>
                </a:lnTo>
                <a:lnTo>
                  <a:pt x="112944" y="44728"/>
                </a:lnTo>
                <a:lnTo>
                  <a:pt x="112453" y="45344"/>
                </a:lnTo>
                <a:lnTo>
                  <a:pt x="111974" y="45974"/>
                </a:lnTo>
                <a:lnTo>
                  <a:pt x="111509" y="46619"/>
                </a:lnTo>
                <a:lnTo>
                  <a:pt x="111058" y="47277"/>
                </a:lnTo>
                <a:lnTo>
                  <a:pt x="110620" y="47950"/>
                </a:lnTo>
                <a:lnTo>
                  <a:pt x="110196" y="48637"/>
                </a:lnTo>
                <a:lnTo>
                  <a:pt x="109785" y="49338"/>
                </a:lnTo>
                <a:lnTo>
                  <a:pt x="109387" y="50053"/>
                </a:lnTo>
                <a:lnTo>
                  <a:pt x="109005" y="50781"/>
                </a:lnTo>
                <a:lnTo>
                  <a:pt x="108639" y="51523"/>
                </a:lnTo>
                <a:lnTo>
                  <a:pt x="108289" y="52277"/>
                </a:lnTo>
                <a:lnTo>
                  <a:pt x="107956" y="53044"/>
                </a:lnTo>
                <a:lnTo>
                  <a:pt x="107639" y="53825"/>
                </a:lnTo>
                <a:lnTo>
                  <a:pt x="107338" y="54618"/>
                </a:lnTo>
                <a:lnTo>
                  <a:pt x="107053" y="55424"/>
                </a:lnTo>
                <a:lnTo>
                  <a:pt x="106784" y="56243"/>
                </a:lnTo>
                <a:lnTo>
                  <a:pt x="106532" y="57074"/>
                </a:lnTo>
                <a:lnTo>
                  <a:pt x="106296" y="57919"/>
                </a:lnTo>
                <a:lnTo>
                  <a:pt x="106077" y="58777"/>
                </a:lnTo>
                <a:lnTo>
                  <a:pt x="105874" y="59647"/>
                </a:lnTo>
                <a:lnTo>
                  <a:pt x="105686" y="60531"/>
                </a:lnTo>
                <a:lnTo>
                  <a:pt x="105516" y="61427"/>
                </a:lnTo>
                <a:lnTo>
                  <a:pt x="105361" y="62336"/>
                </a:lnTo>
                <a:lnTo>
                  <a:pt x="105223" y="63258"/>
                </a:lnTo>
                <a:lnTo>
                  <a:pt x="105101" y="64193"/>
                </a:lnTo>
                <a:lnTo>
                  <a:pt x="104995" y="65141"/>
                </a:lnTo>
                <a:lnTo>
                  <a:pt x="104906" y="66102"/>
                </a:lnTo>
                <a:lnTo>
                  <a:pt x="104832" y="67076"/>
                </a:lnTo>
                <a:lnTo>
                  <a:pt x="104775" y="68063"/>
                </a:lnTo>
                <a:lnTo>
                  <a:pt x="104735" y="69062"/>
                </a:lnTo>
                <a:lnTo>
                  <a:pt x="104710" y="70075"/>
                </a:lnTo>
                <a:lnTo>
                  <a:pt x="104702" y="71100"/>
                </a:lnTo>
                <a:lnTo>
                  <a:pt x="104702" y="93383"/>
                </a:lnTo>
                <a:lnTo>
                  <a:pt x="104710" y="94394"/>
                </a:lnTo>
                <a:lnTo>
                  <a:pt x="104735" y="95393"/>
                </a:lnTo>
                <a:lnTo>
                  <a:pt x="104775" y="96380"/>
                </a:lnTo>
                <a:lnTo>
                  <a:pt x="104832" y="97355"/>
                </a:lnTo>
                <a:lnTo>
                  <a:pt x="104906" y="98318"/>
                </a:lnTo>
                <a:lnTo>
                  <a:pt x="104995" y="99269"/>
                </a:lnTo>
                <a:lnTo>
                  <a:pt x="105101" y="100208"/>
                </a:lnTo>
                <a:lnTo>
                  <a:pt x="105223" y="101135"/>
                </a:lnTo>
                <a:lnTo>
                  <a:pt x="105361" y="102051"/>
                </a:lnTo>
                <a:lnTo>
                  <a:pt x="105516" y="102954"/>
                </a:lnTo>
                <a:lnTo>
                  <a:pt x="105686" y="103845"/>
                </a:lnTo>
                <a:lnTo>
                  <a:pt x="105874" y="104724"/>
                </a:lnTo>
                <a:lnTo>
                  <a:pt x="106077" y="105592"/>
                </a:lnTo>
                <a:lnTo>
                  <a:pt x="106296" y="106447"/>
                </a:lnTo>
                <a:lnTo>
                  <a:pt x="106532" y="107290"/>
                </a:lnTo>
                <a:lnTo>
                  <a:pt x="106784" y="108122"/>
                </a:lnTo>
                <a:lnTo>
                  <a:pt x="107053" y="108941"/>
                </a:lnTo>
                <a:lnTo>
                  <a:pt x="107338" y="109748"/>
                </a:lnTo>
                <a:lnTo>
                  <a:pt x="107639" y="110544"/>
                </a:lnTo>
                <a:lnTo>
                  <a:pt x="107956" y="111327"/>
                </a:lnTo>
                <a:lnTo>
                  <a:pt x="108289" y="112099"/>
                </a:lnTo>
                <a:lnTo>
                  <a:pt x="108639" y="112858"/>
                </a:lnTo>
                <a:lnTo>
                  <a:pt x="109005" y="113606"/>
                </a:lnTo>
                <a:lnTo>
                  <a:pt x="109387" y="114341"/>
                </a:lnTo>
                <a:lnTo>
                  <a:pt x="109785" y="115063"/>
                </a:lnTo>
                <a:lnTo>
                  <a:pt x="110196" y="115771"/>
                </a:lnTo>
                <a:lnTo>
                  <a:pt x="110620" y="116465"/>
                </a:lnTo>
                <a:lnTo>
                  <a:pt x="111058" y="117144"/>
                </a:lnTo>
                <a:lnTo>
                  <a:pt x="111509" y="117808"/>
                </a:lnTo>
                <a:lnTo>
                  <a:pt x="111974" y="118459"/>
                </a:lnTo>
                <a:lnTo>
                  <a:pt x="112453" y="119094"/>
                </a:lnTo>
                <a:lnTo>
                  <a:pt x="112944" y="119716"/>
                </a:lnTo>
                <a:lnTo>
                  <a:pt x="113450" y="120323"/>
                </a:lnTo>
                <a:lnTo>
                  <a:pt x="113969" y="120915"/>
                </a:lnTo>
                <a:lnTo>
                  <a:pt x="114501" y="121493"/>
                </a:lnTo>
                <a:lnTo>
                  <a:pt x="115047" y="122057"/>
                </a:lnTo>
                <a:lnTo>
                  <a:pt x="115606" y="122606"/>
                </a:lnTo>
                <a:lnTo>
                  <a:pt x="116179" y="123141"/>
                </a:lnTo>
                <a:lnTo>
                  <a:pt x="116766" y="123661"/>
                </a:lnTo>
                <a:lnTo>
                  <a:pt x="117366" y="124167"/>
                </a:lnTo>
                <a:lnTo>
                  <a:pt x="117979" y="124658"/>
                </a:lnTo>
                <a:lnTo>
                  <a:pt x="118606" y="125135"/>
                </a:lnTo>
                <a:lnTo>
                  <a:pt x="119247" y="125598"/>
                </a:lnTo>
                <a:lnTo>
                  <a:pt x="119901" y="126046"/>
                </a:lnTo>
                <a:lnTo>
                  <a:pt x="120568" y="126480"/>
                </a:lnTo>
                <a:lnTo>
                  <a:pt x="121249" y="126899"/>
                </a:lnTo>
                <a:lnTo>
                  <a:pt x="121943" y="127304"/>
                </a:lnTo>
                <a:lnTo>
                  <a:pt x="122651" y="127694"/>
                </a:lnTo>
                <a:lnTo>
                  <a:pt x="123372" y="128069"/>
                </a:lnTo>
                <a:lnTo>
                  <a:pt x="124103" y="128429"/>
                </a:lnTo>
                <a:lnTo>
                  <a:pt x="124844" y="128772"/>
                </a:lnTo>
                <a:lnTo>
                  <a:pt x="125597" y="129099"/>
                </a:lnTo>
                <a:lnTo>
                  <a:pt x="126360" y="129411"/>
                </a:lnTo>
                <a:lnTo>
                  <a:pt x="127134" y="129706"/>
                </a:lnTo>
                <a:lnTo>
                  <a:pt x="127919" y="129986"/>
                </a:lnTo>
                <a:lnTo>
                  <a:pt x="128715" y="130249"/>
                </a:lnTo>
                <a:lnTo>
                  <a:pt x="129521" y="130497"/>
                </a:lnTo>
                <a:lnTo>
                  <a:pt x="130338" y="130728"/>
                </a:lnTo>
                <a:lnTo>
                  <a:pt x="131166" y="130944"/>
                </a:lnTo>
                <a:lnTo>
                  <a:pt x="132004" y="131143"/>
                </a:lnTo>
                <a:lnTo>
                  <a:pt x="132854" y="131327"/>
                </a:lnTo>
                <a:lnTo>
                  <a:pt x="133714" y="131494"/>
                </a:lnTo>
                <a:lnTo>
                  <a:pt x="134584" y="131646"/>
                </a:lnTo>
                <a:lnTo>
                  <a:pt x="135466" y="131782"/>
                </a:lnTo>
                <a:lnTo>
                  <a:pt x="136358" y="131902"/>
                </a:lnTo>
                <a:lnTo>
                  <a:pt x="137261" y="132005"/>
                </a:lnTo>
                <a:lnTo>
                  <a:pt x="138175" y="132093"/>
                </a:lnTo>
                <a:lnTo>
                  <a:pt x="139100" y="132165"/>
                </a:lnTo>
                <a:lnTo>
                  <a:pt x="140035" y="132221"/>
                </a:lnTo>
                <a:lnTo>
                  <a:pt x="140981" y="132261"/>
                </a:lnTo>
                <a:lnTo>
                  <a:pt x="141938" y="132285"/>
                </a:lnTo>
                <a:lnTo>
                  <a:pt x="142905" y="132293"/>
                </a:lnTo>
                <a:lnTo>
                  <a:pt x="143872" y="132285"/>
                </a:lnTo>
                <a:lnTo>
                  <a:pt x="144829" y="132261"/>
                </a:lnTo>
                <a:lnTo>
                  <a:pt x="145775" y="132221"/>
                </a:lnTo>
                <a:close/>
                <a:moveTo>
                  <a:pt x="140407" y="118052"/>
                </a:moveTo>
                <a:lnTo>
                  <a:pt x="139604" y="117981"/>
                </a:lnTo>
                <a:lnTo>
                  <a:pt x="138815" y="117890"/>
                </a:lnTo>
                <a:lnTo>
                  <a:pt x="138041" y="117779"/>
                </a:lnTo>
                <a:lnTo>
                  <a:pt x="137282" y="117647"/>
                </a:lnTo>
                <a:lnTo>
                  <a:pt x="136538" y="117495"/>
                </a:lnTo>
                <a:lnTo>
                  <a:pt x="135808" y="117323"/>
                </a:lnTo>
                <a:lnTo>
                  <a:pt x="135093" y="117131"/>
                </a:lnTo>
                <a:lnTo>
                  <a:pt x="134393" y="116918"/>
                </a:lnTo>
                <a:lnTo>
                  <a:pt x="133708" y="116685"/>
                </a:lnTo>
                <a:lnTo>
                  <a:pt x="133037" y="116432"/>
                </a:lnTo>
                <a:lnTo>
                  <a:pt x="132381" y="116158"/>
                </a:lnTo>
                <a:lnTo>
                  <a:pt x="131740" y="115864"/>
                </a:lnTo>
                <a:lnTo>
                  <a:pt x="131114" y="115550"/>
                </a:lnTo>
                <a:lnTo>
                  <a:pt x="130502" y="115216"/>
                </a:lnTo>
                <a:lnTo>
                  <a:pt x="129905" y="114862"/>
                </a:lnTo>
                <a:lnTo>
                  <a:pt x="129322" y="114487"/>
                </a:lnTo>
                <a:lnTo>
                  <a:pt x="128755" y="114092"/>
                </a:lnTo>
                <a:lnTo>
                  <a:pt x="128202" y="113676"/>
                </a:lnTo>
                <a:lnTo>
                  <a:pt x="127664" y="113241"/>
                </a:lnTo>
                <a:lnTo>
                  <a:pt x="127141" y="112785"/>
                </a:lnTo>
                <a:lnTo>
                  <a:pt x="126632" y="112309"/>
                </a:lnTo>
                <a:lnTo>
                  <a:pt x="126141" y="111813"/>
                </a:lnTo>
                <a:lnTo>
                  <a:pt x="125672" y="111298"/>
                </a:lnTo>
                <a:lnTo>
                  <a:pt x="125223" y="110764"/>
                </a:lnTo>
                <a:lnTo>
                  <a:pt x="124795" y="110211"/>
                </a:lnTo>
                <a:lnTo>
                  <a:pt x="124388" y="109639"/>
                </a:lnTo>
                <a:lnTo>
                  <a:pt x="124001" y="109048"/>
                </a:lnTo>
                <a:lnTo>
                  <a:pt x="123636" y="108438"/>
                </a:lnTo>
                <a:lnTo>
                  <a:pt x="123292" y="107808"/>
                </a:lnTo>
                <a:lnTo>
                  <a:pt x="122968" y="107160"/>
                </a:lnTo>
                <a:lnTo>
                  <a:pt x="122665" y="106493"/>
                </a:lnTo>
                <a:lnTo>
                  <a:pt x="122383" y="105807"/>
                </a:lnTo>
                <a:lnTo>
                  <a:pt x="122122" y="105101"/>
                </a:lnTo>
                <a:lnTo>
                  <a:pt x="121882" y="104377"/>
                </a:lnTo>
                <a:lnTo>
                  <a:pt x="121663" y="103634"/>
                </a:lnTo>
                <a:lnTo>
                  <a:pt x="121465" y="102871"/>
                </a:lnTo>
                <a:lnTo>
                  <a:pt x="121287" y="102090"/>
                </a:lnTo>
                <a:lnTo>
                  <a:pt x="121131" y="101289"/>
                </a:lnTo>
                <a:lnTo>
                  <a:pt x="120995" y="100470"/>
                </a:lnTo>
                <a:lnTo>
                  <a:pt x="120880" y="99631"/>
                </a:lnTo>
                <a:lnTo>
                  <a:pt x="120786" y="98774"/>
                </a:lnTo>
                <a:lnTo>
                  <a:pt x="120713" y="97897"/>
                </a:lnTo>
                <a:lnTo>
                  <a:pt x="120661" y="97002"/>
                </a:lnTo>
                <a:lnTo>
                  <a:pt x="120630" y="96087"/>
                </a:lnTo>
                <a:lnTo>
                  <a:pt x="120619" y="95153"/>
                </a:lnTo>
                <a:lnTo>
                  <a:pt x="120619" y="69330"/>
                </a:lnTo>
                <a:lnTo>
                  <a:pt x="120630" y="68396"/>
                </a:lnTo>
                <a:lnTo>
                  <a:pt x="120661" y="67481"/>
                </a:lnTo>
                <a:lnTo>
                  <a:pt x="120713" y="66586"/>
                </a:lnTo>
                <a:lnTo>
                  <a:pt x="120786" y="65709"/>
                </a:lnTo>
                <a:lnTo>
                  <a:pt x="120880" y="64852"/>
                </a:lnTo>
                <a:lnTo>
                  <a:pt x="120995" y="64013"/>
                </a:lnTo>
                <a:lnTo>
                  <a:pt x="121131" y="63194"/>
                </a:lnTo>
                <a:lnTo>
                  <a:pt x="121287" y="62393"/>
                </a:lnTo>
                <a:lnTo>
                  <a:pt x="121465" y="61612"/>
                </a:lnTo>
                <a:lnTo>
                  <a:pt x="121663" y="60850"/>
                </a:lnTo>
                <a:lnTo>
                  <a:pt x="121882" y="60106"/>
                </a:lnTo>
                <a:lnTo>
                  <a:pt x="122122" y="59382"/>
                </a:lnTo>
                <a:lnTo>
                  <a:pt x="122383" y="58677"/>
                </a:lnTo>
                <a:lnTo>
                  <a:pt x="122665" y="57991"/>
                </a:lnTo>
                <a:lnTo>
                  <a:pt x="122968" y="57324"/>
                </a:lnTo>
                <a:lnTo>
                  <a:pt x="123292" y="56676"/>
                </a:lnTo>
                <a:lnTo>
                  <a:pt x="123636" y="56047"/>
                </a:lnTo>
                <a:lnTo>
                  <a:pt x="124001" y="55437"/>
                </a:lnTo>
                <a:lnTo>
                  <a:pt x="124388" y="54846"/>
                </a:lnTo>
                <a:lnTo>
                  <a:pt x="124795" y="54274"/>
                </a:lnTo>
                <a:lnTo>
                  <a:pt x="125223" y="53721"/>
                </a:lnTo>
                <a:lnTo>
                  <a:pt x="125672" y="53187"/>
                </a:lnTo>
                <a:lnTo>
                  <a:pt x="126141" y="52672"/>
                </a:lnTo>
                <a:lnTo>
                  <a:pt x="126632" y="52177"/>
                </a:lnTo>
                <a:lnTo>
                  <a:pt x="127141" y="51700"/>
                </a:lnTo>
                <a:lnTo>
                  <a:pt x="127664" y="51244"/>
                </a:lnTo>
                <a:lnTo>
                  <a:pt x="128202" y="50808"/>
                </a:lnTo>
                <a:lnTo>
                  <a:pt x="128755" y="50393"/>
                </a:lnTo>
                <a:lnTo>
                  <a:pt x="129322" y="49998"/>
                </a:lnTo>
                <a:lnTo>
                  <a:pt x="129905" y="49623"/>
                </a:lnTo>
                <a:lnTo>
                  <a:pt x="130502" y="49268"/>
                </a:lnTo>
                <a:lnTo>
                  <a:pt x="131114" y="48934"/>
                </a:lnTo>
                <a:lnTo>
                  <a:pt x="131740" y="48620"/>
                </a:lnTo>
                <a:lnTo>
                  <a:pt x="132381" y="48326"/>
                </a:lnTo>
                <a:lnTo>
                  <a:pt x="133037" y="48052"/>
                </a:lnTo>
                <a:lnTo>
                  <a:pt x="133708" y="47799"/>
                </a:lnTo>
                <a:lnTo>
                  <a:pt x="134393" y="47566"/>
                </a:lnTo>
                <a:lnTo>
                  <a:pt x="135093" y="47353"/>
                </a:lnTo>
                <a:lnTo>
                  <a:pt x="135808" y="47160"/>
                </a:lnTo>
                <a:lnTo>
                  <a:pt x="136538" y="46988"/>
                </a:lnTo>
                <a:lnTo>
                  <a:pt x="137282" y="46836"/>
                </a:lnTo>
                <a:lnTo>
                  <a:pt x="138041" y="46704"/>
                </a:lnTo>
                <a:lnTo>
                  <a:pt x="138815" y="46593"/>
                </a:lnTo>
                <a:lnTo>
                  <a:pt x="139604" y="46501"/>
                </a:lnTo>
                <a:lnTo>
                  <a:pt x="140407" y="46431"/>
                </a:lnTo>
                <a:lnTo>
                  <a:pt x="141225" y="46380"/>
                </a:lnTo>
                <a:lnTo>
                  <a:pt x="142058" y="46349"/>
                </a:lnTo>
                <a:lnTo>
                  <a:pt x="142905" y="46339"/>
                </a:lnTo>
                <a:lnTo>
                  <a:pt x="143767" y="46349"/>
                </a:lnTo>
                <a:lnTo>
                  <a:pt x="144613" y="46380"/>
                </a:lnTo>
                <a:lnTo>
                  <a:pt x="145443" y="46431"/>
                </a:lnTo>
                <a:lnTo>
                  <a:pt x="146258" y="46501"/>
                </a:lnTo>
                <a:lnTo>
                  <a:pt x="147056" y="46593"/>
                </a:lnTo>
                <a:lnTo>
                  <a:pt x="147840" y="46704"/>
                </a:lnTo>
                <a:lnTo>
                  <a:pt x="148607" y="46836"/>
                </a:lnTo>
                <a:lnTo>
                  <a:pt x="149359" y="46988"/>
                </a:lnTo>
                <a:lnTo>
                  <a:pt x="150096" y="47160"/>
                </a:lnTo>
                <a:lnTo>
                  <a:pt x="150816" y="47353"/>
                </a:lnTo>
                <a:lnTo>
                  <a:pt x="151521" y="47566"/>
                </a:lnTo>
                <a:lnTo>
                  <a:pt x="152211" y="47799"/>
                </a:lnTo>
                <a:lnTo>
                  <a:pt x="152885" y="48052"/>
                </a:lnTo>
                <a:lnTo>
                  <a:pt x="153543" y="48326"/>
                </a:lnTo>
                <a:lnTo>
                  <a:pt x="154185" y="48620"/>
                </a:lnTo>
                <a:lnTo>
                  <a:pt x="154812" y="48934"/>
                </a:lnTo>
                <a:lnTo>
                  <a:pt x="155423" y="49268"/>
                </a:lnTo>
                <a:lnTo>
                  <a:pt x="156018" y="49623"/>
                </a:lnTo>
                <a:lnTo>
                  <a:pt x="156598" y="49998"/>
                </a:lnTo>
                <a:lnTo>
                  <a:pt x="157162" y="50393"/>
                </a:lnTo>
                <a:lnTo>
                  <a:pt x="157710" y="50808"/>
                </a:lnTo>
                <a:lnTo>
                  <a:pt x="158243" y="51244"/>
                </a:lnTo>
                <a:lnTo>
                  <a:pt x="158760" y="51700"/>
                </a:lnTo>
                <a:lnTo>
                  <a:pt x="159262" y="52177"/>
                </a:lnTo>
                <a:lnTo>
                  <a:pt x="159745" y="52672"/>
                </a:lnTo>
                <a:lnTo>
                  <a:pt x="160208" y="53187"/>
                </a:lnTo>
                <a:lnTo>
                  <a:pt x="160651" y="53721"/>
                </a:lnTo>
                <a:lnTo>
                  <a:pt x="161073" y="54274"/>
                </a:lnTo>
                <a:lnTo>
                  <a:pt x="161474" y="54846"/>
                </a:lnTo>
                <a:lnTo>
                  <a:pt x="161855" y="55437"/>
                </a:lnTo>
                <a:lnTo>
                  <a:pt x="162215" y="56047"/>
                </a:lnTo>
                <a:lnTo>
                  <a:pt x="162554" y="56676"/>
                </a:lnTo>
                <a:lnTo>
                  <a:pt x="162873" y="57324"/>
                </a:lnTo>
                <a:lnTo>
                  <a:pt x="163172" y="57991"/>
                </a:lnTo>
                <a:lnTo>
                  <a:pt x="163449" y="58677"/>
                </a:lnTo>
                <a:lnTo>
                  <a:pt x="163707" y="59382"/>
                </a:lnTo>
                <a:lnTo>
                  <a:pt x="163943" y="60106"/>
                </a:lnTo>
                <a:lnTo>
                  <a:pt x="164159" y="60850"/>
                </a:lnTo>
                <a:lnTo>
                  <a:pt x="164355" y="61612"/>
                </a:lnTo>
                <a:lnTo>
                  <a:pt x="164530" y="62393"/>
                </a:lnTo>
                <a:lnTo>
                  <a:pt x="164684" y="63194"/>
                </a:lnTo>
                <a:lnTo>
                  <a:pt x="164818" y="64013"/>
                </a:lnTo>
                <a:lnTo>
                  <a:pt x="164931" y="64852"/>
                </a:lnTo>
                <a:lnTo>
                  <a:pt x="165024" y="65709"/>
                </a:lnTo>
                <a:lnTo>
                  <a:pt x="165096" y="66586"/>
                </a:lnTo>
                <a:lnTo>
                  <a:pt x="165147" y="67481"/>
                </a:lnTo>
                <a:lnTo>
                  <a:pt x="165178" y="68396"/>
                </a:lnTo>
                <a:lnTo>
                  <a:pt x="165188" y="69330"/>
                </a:lnTo>
                <a:lnTo>
                  <a:pt x="165188" y="95153"/>
                </a:lnTo>
                <a:lnTo>
                  <a:pt x="165178" y="96087"/>
                </a:lnTo>
                <a:lnTo>
                  <a:pt x="165147" y="97002"/>
                </a:lnTo>
                <a:lnTo>
                  <a:pt x="165096" y="97897"/>
                </a:lnTo>
                <a:lnTo>
                  <a:pt x="165024" y="98774"/>
                </a:lnTo>
                <a:lnTo>
                  <a:pt x="164931" y="99631"/>
                </a:lnTo>
                <a:lnTo>
                  <a:pt x="164818" y="100470"/>
                </a:lnTo>
                <a:lnTo>
                  <a:pt x="164684" y="101289"/>
                </a:lnTo>
                <a:lnTo>
                  <a:pt x="164530" y="102090"/>
                </a:lnTo>
                <a:lnTo>
                  <a:pt x="164355" y="102871"/>
                </a:lnTo>
                <a:lnTo>
                  <a:pt x="164159" y="103634"/>
                </a:lnTo>
                <a:lnTo>
                  <a:pt x="163943" y="104377"/>
                </a:lnTo>
                <a:lnTo>
                  <a:pt x="163707" y="105101"/>
                </a:lnTo>
                <a:lnTo>
                  <a:pt x="163449" y="105807"/>
                </a:lnTo>
                <a:lnTo>
                  <a:pt x="163172" y="106493"/>
                </a:lnTo>
                <a:lnTo>
                  <a:pt x="162873" y="107160"/>
                </a:lnTo>
                <a:lnTo>
                  <a:pt x="162554" y="107808"/>
                </a:lnTo>
                <a:lnTo>
                  <a:pt x="162215" y="108438"/>
                </a:lnTo>
                <a:lnTo>
                  <a:pt x="161855" y="109048"/>
                </a:lnTo>
                <a:lnTo>
                  <a:pt x="161474" y="109639"/>
                </a:lnTo>
                <a:lnTo>
                  <a:pt x="161073" y="110211"/>
                </a:lnTo>
                <a:lnTo>
                  <a:pt x="160651" y="110764"/>
                </a:lnTo>
                <a:lnTo>
                  <a:pt x="160208" y="111298"/>
                </a:lnTo>
                <a:lnTo>
                  <a:pt x="159745" y="111813"/>
                </a:lnTo>
                <a:lnTo>
                  <a:pt x="159262" y="112309"/>
                </a:lnTo>
                <a:lnTo>
                  <a:pt x="158760" y="112785"/>
                </a:lnTo>
                <a:lnTo>
                  <a:pt x="158243" y="113241"/>
                </a:lnTo>
                <a:lnTo>
                  <a:pt x="157710" y="113676"/>
                </a:lnTo>
                <a:lnTo>
                  <a:pt x="157162" y="114092"/>
                </a:lnTo>
                <a:lnTo>
                  <a:pt x="156598" y="114487"/>
                </a:lnTo>
                <a:lnTo>
                  <a:pt x="156018" y="114862"/>
                </a:lnTo>
                <a:lnTo>
                  <a:pt x="155423" y="115216"/>
                </a:lnTo>
                <a:lnTo>
                  <a:pt x="154812" y="115550"/>
                </a:lnTo>
                <a:lnTo>
                  <a:pt x="154185" y="115864"/>
                </a:lnTo>
                <a:lnTo>
                  <a:pt x="153543" y="116158"/>
                </a:lnTo>
                <a:lnTo>
                  <a:pt x="152885" y="116432"/>
                </a:lnTo>
                <a:lnTo>
                  <a:pt x="152211" y="116685"/>
                </a:lnTo>
                <a:lnTo>
                  <a:pt x="151521" y="116918"/>
                </a:lnTo>
                <a:lnTo>
                  <a:pt x="150816" y="117131"/>
                </a:lnTo>
                <a:lnTo>
                  <a:pt x="150096" y="117323"/>
                </a:lnTo>
                <a:lnTo>
                  <a:pt x="149359" y="117495"/>
                </a:lnTo>
                <a:lnTo>
                  <a:pt x="148607" y="117647"/>
                </a:lnTo>
                <a:lnTo>
                  <a:pt x="147840" y="117779"/>
                </a:lnTo>
                <a:lnTo>
                  <a:pt x="147056" y="117890"/>
                </a:lnTo>
                <a:lnTo>
                  <a:pt x="146258" y="117981"/>
                </a:lnTo>
                <a:lnTo>
                  <a:pt x="145443" y="118052"/>
                </a:lnTo>
                <a:lnTo>
                  <a:pt x="144613" y="118103"/>
                </a:lnTo>
                <a:lnTo>
                  <a:pt x="143767" y="118133"/>
                </a:lnTo>
                <a:lnTo>
                  <a:pt x="142905" y="118144"/>
                </a:lnTo>
                <a:lnTo>
                  <a:pt x="142058" y="118133"/>
                </a:lnTo>
                <a:lnTo>
                  <a:pt x="141225" y="118103"/>
                </a:lnTo>
                <a:lnTo>
                  <a:pt x="140407" y="118052"/>
                </a:lnTo>
                <a:close/>
                <a:moveTo>
                  <a:pt x="358905" y="132534"/>
                </a:moveTo>
                <a:lnTo>
                  <a:pt x="360125" y="132447"/>
                </a:lnTo>
                <a:lnTo>
                  <a:pt x="361327" y="132335"/>
                </a:lnTo>
                <a:lnTo>
                  <a:pt x="362511" y="132199"/>
                </a:lnTo>
                <a:lnTo>
                  <a:pt x="363678" y="132037"/>
                </a:lnTo>
                <a:lnTo>
                  <a:pt x="364826" y="131851"/>
                </a:lnTo>
                <a:lnTo>
                  <a:pt x="365957" y="131639"/>
                </a:lnTo>
                <a:lnTo>
                  <a:pt x="367070" y="131403"/>
                </a:lnTo>
                <a:lnTo>
                  <a:pt x="368165" y="131142"/>
                </a:lnTo>
                <a:lnTo>
                  <a:pt x="369243" y="130856"/>
                </a:lnTo>
                <a:lnTo>
                  <a:pt x="370302" y="130545"/>
                </a:lnTo>
                <a:lnTo>
                  <a:pt x="371344" y="130209"/>
                </a:lnTo>
                <a:lnTo>
                  <a:pt x="372368" y="129849"/>
                </a:lnTo>
                <a:lnTo>
                  <a:pt x="373374" y="129463"/>
                </a:lnTo>
                <a:lnTo>
                  <a:pt x="374362" y="129053"/>
                </a:lnTo>
                <a:lnTo>
                  <a:pt x="375333" y="128618"/>
                </a:lnTo>
                <a:lnTo>
                  <a:pt x="376286" y="128157"/>
                </a:lnTo>
                <a:lnTo>
                  <a:pt x="377221" y="127673"/>
                </a:lnTo>
                <a:lnTo>
                  <a:pt x="378138" y="127163"/>
                </a:lnTo>
                <a:lnTo>
                  <a:pt x="379037" y="126628"/>
                </a:lnTo>
                <a:lnTo>
                  <a:pt x="379919" y="126068"/>
                </a:lnTo>
                <a:lnTo>
                  <a:pt x="380782" y="125484"/>
                </a:lnTo>
                <a:lnTo>
                  <a:pt x="381622" y="124878"/>
                </a:lnTo>
                <a:lnTo>
                  <a:pt x="382432" y="124255"/>
                </a:lnTo>
                <a:lnTo>
                  <a:pt x="383212" y="123615"/>
                </a:lnTo>
                <a:lnTo>
                  <a:pt x="383962" y="122957"/>
                </a:lnTo>
                <a:lnTo>
                  <a:pt x="384681" y="122281"/>
                </a:lnTo>
                <a:lnTo>
                  <a:pt x="385371" y="121588"/>
                </a:lnTo>
                <a:lnTo>
                  <a:pt x="386030" y="120877"/>
                </a:lnTo>
                <a:lnTo>
                  <a:pt x="386659" y="120149"/>
                </a:lnTo>
                <a:lnTo>
                  <a:pt x="387258" y="119403"/>
                </a:lnTo>
                <a:lnTo>
                  <a:pt x="387827" y="118640"/>
                </a:lnTo>
                <a:lnTo>
                  <a:pt x="388366" y="117860"/>
                </a:lnTo>
                <a:lnTo>
                  <a:pt x="388875" y="117061"/>
                </a:lnTo>
                <a:lnTo>
                  <a:pt x="389354" y="116246"/>
                </a:lnTo>
                <a:lnTo>
                  <a:pt x="389802" y="115413"/>
                </a:lnTo>
                <a:lnTo>
                  <a:pt x="390221" y="114562"/>
                </a:lnTo>
                <a:lnTo>
                  <a:pt x="390609" y="113694"/>
                </a:lnTo>
                <a:lnTo>
                  <a:pt x="390967" y="112808"/>
                </a:lnTo>
                <a:lnTo>
                  <a:pt x="391296" y="111905"/>
                </a:lnTo>
                <a:lnTo>
                  <a:pt x="391594" y="110984"/>
                </a:lnTo>
                <a:lnTo>
                  <a:pt x="391862" y="110046"/>
                </a:lnTo>
                <a:lnTo>
                  <a:pt x="392099" y="109090"/>
                </a:lnTo>
                <a:lnTo>
                  <a:pt x="392307" y="108117"/>
                </a:lnTo>
                <a:lnTo>
                  <a:pt x="392485" y="107126"/>
                </a:lnTo>
                <a:lnTo>
                  <a:pt x="392632" y="106118"/>
                </a:lnTo>
                <a:lnTo>
                  <a:pt x="376715" y="106118"/>
                </a:lnTo>
                <a:lnTo>
                  <a:pt x="376604" y="106600"/>
                </a:lnTo>
                <a:lnTo>
                  <a:pt x="376478" y="107074"/>
                </a:lnTo>
                <a:lnTo>
                  <a:pt x="376335" y="107540"/>
                </a:lnTo>
                <a:lnTo>
                  <a:pt x="376177" y="107998"/>
                </a:lnTo>
                <a:lnTo>
                  <a:pt x="376004" y="108447"/>
                </a:lnTo>
                <a:lnTo>
                  <a:pt x="375814" y="108888"/>
                </a:lnTo>
                <a:lnTo>
                  <a:pt x="375609" y="109320"/>
                </a:lnTo>
                <a:lnTo>
                  <a:pt x="375389" y="109744"/>
                </a:lnTo>
                <a:lnTo>
                  <a:pt x="375152" y="110160"/>
                </a:lnTo>
                <a:lnTo>
                  <a:pt x="374900" y="110568"/>
                </a:lnTo>
                <a:lnTo>
                  <a:pt x="374633" y="110967"/>
                </a:lnTo>
                <a:lnTo>
                  <a:pt x="374349" y="111358"/>
                </a:lnTo>
                <a:lnTo>
                  <a:pt x="374050" y="111741"/>
                </a:lnTo>
                <a:lnTo>
                  <a:pt x="373736" y="112116"/>
                </a:lnTo>
                <a:lnTo>
                  <a:pt x="373405" y="112482"/>
                </a:lnTo>
                <a:lnTo>
                  <a:pt x="373060" y="112840"/>
                </a:lnTo>
                <a:lnTo>
                  <a:pt x="372698" y="113189"/>
                </a:lnTo>
                <a:lnTo>
                  <a:pt x="372321" y="113531"/>
                </a:lnTo>
                <a:lnTo>
                  <a:pt x="371928" y="113864"/>
                </a:lnTo>
                <a:lnTo>
                  <a:pt x="371519" y="114188"/>
                </a:lnTo>
                <a:lnTo>
                  <a:pt x="371095" y="114505"/>
                </a:lnTo>
                <a:lnTo>
                  <a:pt x="370655" y="114813"/>
                </a:lnTo>
                <a:lnTo>
                  <a:pt x="370200" y="115113"/>
                </a:lnTo>
                <a:lnTo>
                  <a:pt x="369728" y="115404"/>
                </a:lnTo>
                <a:lnTo>
                  <a:pt x="369244" y="115686"/>
                </a:lnTo>
                <a:lnTo>
                  <a:pt x="368749" y="115955"/>
                </a:lnTo>
                <a:lnTo>
                  <a:pt x="368244" y="116213"/>
                </a:lnTo>
                <a:lnTo>
                  <a:pt x="367727" y="116458"/>
                </a:lnTo>
                <a:lnTo>
                  <a:pt x="367200" y="116692"/>
                </a:lnTo>
                <a:lnTo>
                  <a:pt x="366662" y="116913"/>
                </a:lnTo>
                <a:lnTo>
                  <a:pt x="366113" y="117123"/>
                </a:lnTo>
                <a:lnTo>
                  <a:pt x="365554" y="117320"/>
                </a:lnTo>
                <a:lnTo>
                  <a:pt x="364984" y="117506"/>
                </a:lnTo>
                <a:lnTo>
                  <a:pt x="364403" y="117680"/>
                </a:lnTo>
                <a:lnTo>
                  <a:pt x="363811" y="117841"/>
                </a:lnTo>
                <a:lnTo>
                  <a:pt x="363208" y="117991"/>
                </a:lnTo>
                <a:lnTo>
                  <a:pt x="362595" y="118129"/>
                </a:lnTo>
                <a:lnTo>
                  <a:pt x="361971" y="118255"/>
                </a:lnTo>
                <a:lnTo>
                  <a:pt x="361336" y="118368"/>
                </a:lnTo>
                <a:lnTo>
                  <a:pt x="360691" y="118470"/>
                </a:lnTo>
                <a:lnTo>
                  <a:pt x="360035" y="118560"/>
                </a:lnTo>
                <a:lnTo>
                  <a:pt x="359367" y="118638"/>
                </a:lnTo>
                <a:lnTo>
                  <a:pt x="358690" y="118704"/>
                </a:lnTo>
                <a:lnTo>
                  <a:pt x="358001" y="118758"/>
                </a:lnTo>
                <a:lnTo>
                  <a:pt x="357302" y="118799"/>
                </a:lnTo>
                <a:lnTo>
                  <a:pt x="356592" y="118829"/>
                </a:lnTo>
                <a:lnTo>
                  <a:pt x="355871" y="118847"/>
                </a:lnTo>
                <a:lnTo>
                  <a:pt x="355139" y="118853"/>
                </a:lnTo>
                <a:lnTo>
                  <a:pt x="354292" y="118842"/>
                </a:lnTo>
                <a:lnTo>
                  <a:pt x="353458" y="118810"/>
                </a:lnTo>
                <a:lnTo>
                  <a:pt x="352638" y="118755"/>
                </a:lnTo>
                <a:lnTo>
                  <a:pt x="351833" y="118679"/>
                </a:lnTo>
                <a:lnTo>
                  <a:pt x="351042" y="118581"/>
                </a:lnTo>
                <a:lnTo>
                  <a:pt x="350265" y="118461"/>
                </a:lnTo>
                <a:lnTo>
                  <a:pt x="349502" y="118319"/>
                </a:lnTo>
                <a:lnTo>
                  <a:pt x="348753" y="118156"/>
                </a:lnTo>
                <a:lnTo>
                  <a:pt x="348018" y="117970"/>
                </a:lnTo>
                <a:lnTo>
                  <a:pt x="347297" y="117763"/>
                </a:lnTo>
                <a:lnTo>
                  <a:pt x="346591" y="117534"/>
                </a:lnTo>
                <a:lnTo>
                  <a:pt x="345898" y="117283"/>
                </a:lnTo>
                <a:lnTo>
                  <a:pt x="345220" y="117011"/>
                </a:lnTo>
                <a:lnTo>
                  <a:pt x="344556" y="116716"/>
                </a:lnTo>
                <a:lnTo>
                  <a:pt x="343906" y="116400"/>
                </a:lnTo>
                <a:lnTo>
                  <a:pt x="343270" y="116062"/>
                </a:lnTo>
                <a:lnTo>
                  <a:pt x="342648" y="115702"/>
                </a:lnTo>
                <a:lnTo>
                  <a:pt x="342040" y="115321"/>
                </a:lnTo>
                <a:lnTo>
                  <a:pt x="341447" y="114918"/>
                </a:lnTo>
                <a:lnTo>
                  <a:pt x="340867" y="114492"/>
                </a:lnTo>
                <a:lnTo>
                  <a:pt x="340302" y="114045"/>
                </a:lnTo>
                <a:lnTo>
                  <a:pt x="339751" y="113576"/>
                </a:lnTo>
                <a:lnTo>
                  <a:pt x="339214" y="113086"/>
                </a:lnTo>
                <a:lnTo>
                  <a:pt x="338691" y="112573"/>
                </a:lnTo>
                <a:lnTo>
                  <a:pt x="338186" y="112042"/>
                </a:lnTo>
                <a:lnTo>
                  <a:pt x="337702" y="111496"/>
                </a:lnTo>
                <a:lnTo>
                  <a:pt x="337240" y="110933"/>
                </a:lnTo>
                <a:lnTo>
                  <a:pt x="336799" y="110355"/>
                </a:lnTo>
                <a:lnTo>
                  <a:pt x="336380" y="109761"/>
                </a:lnTo>
                <a:lnTo>
                  <a:pt x="335982" y="109152"/>
                </a:lnTo>
                <a:lnTo>
                  <a:pt x="335606" y="108527"/>
                </a:lnTo>
                <a:lnTo>
                  <a:pt x="335251" y="107886"/>
                </a:lnTo>
                <a:lnTo>
                  <a:pt x="334918" y="107230"/>
                </a:lnTo>
                <a:lnTo>
                  <a:pt x="334607" y="106558"/>
                </a:lnTo>
                <a:lnTo>
                  <a:pt x="334316" y="105870"/>
                </a:lnTo>
                <a:lnTo>
                  <a:pt x="334048" y="105167"/>
                </a:lnTo>
                <a:lnTo>
                  <a:pt x="333800" y="104448"/>
                </a:lnTo>
                <a:lnTo>
                  <a:pt x="333575" y="103713"/>
                </a:lnTo>
                <a:lnTo>
                  <a:pt x="333370" y="102963"/>
                </a:lnTo>
                <a:lnTo>
                  <a:pt x="333188" y="102197"/>
                </a:lnTo>
                <a:lnTo>
                  <a:pt x="333027" y="101416"/>
                </a:lnTo>
                <a:lnTo>
                  <a:pt x="332887" y="100619"/>
                </a:lnTo>
                <a:lnTo>
                  <a:pt x="332769" y="99806"/>
                </a:lnTo>
                <a:lnTo>
                  <a:pt x="332672" y="98977"/>
                </a:lnTo>
                <a:lnTo>
                  <a:pt x="332597" y="98133"/>
                </a:lnTo>
                <a:lnTo>
                  <a:pt x="332543" y="97273"/>
                </a:lnTo>
                <a:lnTo>
                  <a:pt x="332511" y="96398"/>
                </a:lnTo>
                <a:lnTo>
                  <a:pt x="332500" y="95507"/>
                </a:lnTo>
                <a:lnTo>
                  <a:pt x="332500" y="86310"/>
                </a:lnTo>
                <a:lnTo>
                  <a:pt x="393342" y="86310"/>
                </a:lnTo>
                <a:lnTo>
                  <a:pt x="393342" y="68976"/>
                </a:lnTo>
                <a:lnTo>
                  <a:pt x="393334" y="68038"/>
                </a:lnTo>
                <a:lnTo>
                  <a:pt x="393309" y="67110"/>
                </a:lnTo>
                <a:lnTo>
                  <a:pt x="393267" y="66193"/>
                </a:lnTo>
                <a:lnTo>
                  <a:pt x="393209" y="65287"/>
                </a:lnTo>
                <a:lnTo>
                  <a:pt x="393135" y="64391"/>
                </a:lnTo>
                <a:lnTo>
                  <a:pt x="393044" y="63505"/>
                </a:lnTo>
                <a:lnTo>
                  <a:pt x="392936" y="62629"/>
                </a:lnTo>
                <a:lnTo>
                  <a:pt x="392811" y="61764"/>
                </a:lnTo>
                <a:lnTo>
                  <a:pt x="392670" y="60910"/>
                </a:lnTo>
                <a:lnTo>
                  <a:pt x="392513" y="60066"/>
                </a:lnTo>
                <a:lnTo>
                  <a:pt x="392339" y="59232"/>
                </a:lnTo>
                <a:lnTo>
                  <a:pt x="392148" y="58409"/>
                </a:lnTo>
                <a:lnTo>
                  <a:pt x="391941" y="57597"/>
                </a:lnTo>
                <a:lnTo>
                  <a:pt x="391717" y="56794"/>
                </a:lnTo>
                <a:lnTo>
                  <a:pt x="391476" y="56002"/>
                </a:lnTo>
                <a:lnTo>
                  <a:pt x="391219" y="55221"/>
                </a:lnTo>
                <a:lnTo>
                  <a:pt x="390945" y="54450"/>
                </a:lnTo>
                <a:lnTo>
                  <a:pt x="390655" y="53690"/>
                </a:lnTo>
                <a:lnTo>
                  <a:pt x="390348" y="52939"/>
                </a:lnTo>
                <a:lnTo>
                  <a:pt x="390025" y="52200"/>
                </a:lnTo>
                <a:lnTo>
                  <a:pt x="389685" y="51471"/>
                </a:lnTo>
                <a:lnTo>
                  <a:pt x="389328" y="50752"/>
                </a:lnTo>
                <a:lnTo>
                  <a:pt x="388955" y="50044"/>
                </a:lnTo>
                <a:lnTo>
                  <a:pt x="388565" y="49346"/>
                </a:lnTo>
                <a:lnTo>
                  <a:pt x="388161" y="48659"/>
                </a:lnTo>
                <a:lnTo>
                  <a:pt x="387743" y="47986"/>
                </a:lnTo>
                <a:lnTo>
                  <a:pt x="387312" y="47326"/>
                </a:lnTo>
                <a:lnTo>
                  <a:pt x="386868" y="46678"/>
                </a:lnTo>
                <a:lnTo>
                  <a:pt x="386411" y="46044"/>
                </a:lnTo>
                <a:lnTo>
                  <a:pt x="385941" y="45422"/>
                </a:lnTo>
                <a:lnTo>
                  <a:pt x="385457" y="44813"/>
                </a:lnTo>
                <a:lnTo>
                  <a:pt x="384960" y="44217"/>
                </a:lnTo>
                <a:lnTo>
                  <a:pt x="384450" y="43634"/>
                </a:lnTo>
                <a:lnTo>
                  <a:pt x="383926" y="43064"/>
                </a:lnTo>
                <a:lnTo>
                  <a:pt x="383390" y="42506"/>
                </a:lnTo>
                <a:lnTo>
                  <a:pt x="382840" y="41962"/>
                </a:lnTo>
                <a:lnTo>
                  <a:pt x="382277" y="41431"/>
                </a:lnTo>
                <a:lnTo>
                  <a:pt x="381701" y="40912"/>
                </a:lnTo>
                <a:lnTo>
                  <a:pt x="381111" y="40406"/>
                </a:lnTo>
                <a:lnTo>
                  <a:pt x="380509" y="39913"/>
                </a:lnTo>
                <a:lnTo>
                  <a:pt x="379893" y="39434"/>
                </a:lnTo>
                <a:lnTo>
                  <a:pt x="379264" y="38966"/>
                </a:lnTo>
                <a:lnTo>
                  <a:pt x="378622" y="38512"/>
                </a:lnTo>
                <a:lnTo>
                  <a:pt x="377966" y="38071"/>
                </a:lnTo>
                <a:lnTo>
                  <a:pt x="377298" y="37643"/>
                </a:lnTo>
                <a:lnTo>
                  <a:pt x="376616" y="37227"/>
                </a:lnTo>
                <a:lnTo>
                  <a:pt x="375921" y="36825"/>
                </a:lnTo>
                <a:lnTo>
                  <a:pt x="375212" y="36435"/>
                </a:lnTo>
                <a:lnTo>
                  <a:pt x="374492" y="36060"/>
                </a:lnTo>
                <a:lnTo>
                  <a:pt x="373763" y="35701"/>
                </a:lnTo>
                <a:lnTo>
                  <a:pt x="373022" y="35357"/>
                </a:lnTo>
                <a:lnTo>
                  <a:pt x="372272" y="35030"/>
                </a:lnTo>
                <a:lnTo>
                  <a:pt x="371512" y="34719"/>
                </a:lnTo>
                <a:lnTo>
                  <a:pt x="370741" y="34423"/>
                </a:lnTo>
                <a:lnTo>
                  <a:pt x="369961" y="34144"/>
                </a:lnTo>
                <a:lnTo>
                  <a:pt x="369170" y="33880"/>
                </a:lnTo>
                <a:lnTo>
                  <a:pt x="368369" y="33633"/>
                </a:lnTo>
                <a:lnTo>
                  <a:pt x="367558" y="33401"/>
                </a:lnTo>
                <a:lnTo>
                  <a:pt x="366737" y="33186"/>
                </a:lnTo>
                <a:lnTo>
                  <a:pt x="365906" y="32986"/>
                </a:lnTo>
                <a:lnTo>
                  <a:pt x="365064" y="32803"/>
                </a:lnTo>
                <a:lnTo>
                  <a:pt x="364213" y="32635"/>
                </a:lnTo>
                <a:lnTo>
                  <a:pt x="363351" y="32483"/>
                </a:lnTo>
                <a:lnTo>
                  <a:pt x="362479" y="32347"/>
                </a:lnTo>
                <a:lnTo>
                  <a:pt x="361597" y="32228"/>
                </a:lnTo>
                <a:lnTo>
                  <a:pt x="360705" y="32124"/>
                </a:lnTo>
                <a:lnTo>
                  <a:pt x="359803" y="32036"/>
                </a:lnTo>
                <a:lnTo>
                  <a:pt x="358890" y="31964"/>
                </a:lnTo>
                <a:lnTo>
                  <a:pt x="357968" y="31908"/>
                </a:lnTo>
                <a:lnTo>
                  <a:pt x="357035" y="31868"/>
                </a:lnTo>
                <a:lnTo>
                  <a:pt x="356092" y="31845"/>
                </a:lnTo>
                <a:lnTo>
                  <a:pt x="355139" y="31837"/>
                </a:lnTo>
                <a:lnTo>
                  <a:pt x="354186" y="31845"/>
                </a:lnTo>
                <a:lnTo>
                  <a:pt x="353243" y="31869"/>
                </a:lnTo>
                <a:lnTo>
                  <a:pt x="352311" y="31910"/>
                </a:lnTo>
                <a:lnTo>
                  <a:pt x="351388" y="31967"/>
                </a:lnTo>
                <a:lnTo>
                  <a:pt x="350476" y="32040"/>
                </a:lnTo>
                <a:lnTo>
                  <a:pt x="349573" y="32130"/>
                </a:lnTo>
                <a:lnTo>
                  <a:pt x="348681" y="32235"/>
                </a:lnTo>
                <a:lnTo>
                  <a:pt x="347799" y="32357"/>
                </a:lnTo>
                <a:lnTo>
                  <a:pt x="346927" y="32496"/>
                </a:lnTo>
                <a:lnTo>
                  <a:pt x="346065" y="32650"/>
                </a:lnTo>
                <a:lnTo>
                  <a:pt x="345214" y="32821"/>
                </a:lnTo>
                <a:lnTo>
                  <a:pt x="344372" y="33008"/>
                </a:lnTo>
                <a:lnTo>
                  <a:pt x="343541" y="33212"/>
                </a:lnTo>
                <a:lnTo>
                  <a:pt x="342719" y="33432"/>
                </a:lnTo>
                <a:lnTo>
                  <a:pt x="341908" y="33668"/>
                </a:lnTo>
                <a:lnTo>
                  <a:pt x="341107" y="33920"/>
                </a:lnTo>
                <a:lnTo>
                  <a:pt x="340316" y="34188"/>
                </a:lnTo>
                <a:lnTo>
                  <a:pt x="339536" y="34473"/>
                </a:lnTo>
                <a:lnTo>
                  <a:pt x="338765" y="34774"/>
                </a:lnTo>
                <a:lnTo>
                  <a:pt x="338004" y="35092"/>
                </a:lnTo>
                <a:lnTo>
                  <a:pt x="337254" y="35426"/>
                </a:lnTo>
                <a:lnTo>
                  <a:pt x="336514" y="35775"/>
                </a:lnTo>
                <a:lnTo>
                  <a:pt x="335784" y="36142"/>
                </a:lnTo>
                <a:lnTo>
                  <a:pt x="335064" y="36524"/>
                </a:lnTo>
                <a:lnTo>
                  <a:pt x="334356" y="36921"/>
                </a:lnTo>
                <a:lnTo>
                  <a:pt x="333661" y="37333"/>
                </a:lnTo>
                <a:lnTo>
                  <a:pt x="332979" y="37758"/>
                </a:lnTo>
                <a:lnTo>
                  <a:pt x="332310" y="38196"/>
                </a:lnTo>
                <a:lnTo>
                  <a:pt x="331655" y="38649"/>
                </a:lnTo>
                <a:lnTo>
                  <a:pt x="331013" y="39116"/>
                </a:lnTo>
                <a:lnTo>
                  <a:pt x="330384" y="39596"/>
                </a:lnTo>
                <a:lnTo>
                  <a:pt x="329768" y="40090"/>
                </a:lnTo>
                <a:lnTo>
                  <a:pt x="329166" y="40598"/>
                </a:lnTo>
                <a:lnTo>
                  <a:pt x="328576" y="41120"/>
                </a:lnTo>
                <a:lnTo>
                  <a:pt x="328000" y="41655"/>
                </a:lnTo>
                <a:lnTo>
                  <a:pt x="327437" y="42205"/>
                </a:lnTo>
                <a:lnTo>
                  <a:pt x="326887" y="42768"/>
                </a:lnTo>
                <a:lnTo>
                  <a:pt x="326351" y="43345"/>
                </a:lnTo>
                <a:lnTo>
                  <a:pt x="325827" y="43936"/>
                </a:lnTo>
                <a:lnTo>
                  <a:pt x="325317" y="44541"/>
                </a:lnTo>
                <a:lnTo>
                  <a:pt x="324820" y="45160"/>
                </a:lnTo>
                <a:lnTo>
                  <a:pt x="324336" y="45792"/>
                </a:lnTo>
                <a:lnTo>
                  <a:pt x="323866" y="46438"/>
                </a:lnTo>
                <a:lnTo>
                  <a:pt x="323408" y="47099"/>
                </a:lnTo>
                <a:lnTo>
                  <a:pt x="322964" y="47773"/>
                </a:lnTo>
                <a:lnTo>
                  <a:pt x="322533" y="48460"/>
                </a:lnTo>
                <a:lnTo>
                  <a:pt x="322115" y="49162"/>
                </a:lnTo>
                <a:lnTo>
                  <a:pt x="321711" y="49877"/>
                </a:lnTo>
                <a:lnTo>
                  <a:pt x="321321" y="50606"/>
                </a:lnTo>
                <a:lnTo>
                  <a:pt x="320948" y="51346"/>
                </a:lnTo>
                <a:lnTo>
                  <a:pt x="320592" y="52099"/>
                </a:lnTo>
                <a:lnTo>
                  <a:pt x="320252" y="52864"/>
                </a:lnTo>
                <a:lnTo>
                  <a:pt x="319929" y="53642"/>
                </a:lnTo>
                <a:lnTo>
                  <a:pt x="319622" y="54431"/>
                </a:lnTo>
                <a:lnTo>
                  <a:pt x="319332" y="55233"/>
                </a:lnTo>
                <a:lnTo>
                  <a:pt x="319058" y="56047"/>
                </a:lnTo>
                <a:lnTo>
                  <a:pt x="318801" y="56874"/>
                </a:lnTo>
                <a:lnTo>
                  <a:pt x="318561" y="57713"/>
                </a:lnTo>
                <a:lnTo>
                  <a:pt x="318337" y="58564"/>
                </a:lnTo>
                <a:lnTo>
                  <a:pt x="318130" y="59427"/>
                </a:lnTo>
                <a:lnTo>
                  <a:pt x="317939" y="60303"/>
                </a:lnTo>
                <a:lnTo>
                  <a:pt x="317765" y="61191"/>
                </a:lnTo>
                <a:lnTo>
                  <a:pt x="317608" y="62091"/>
                </a:lnTo>
                <a:lnTo>
                  <a:pt x="317467" y="63004"/>
                </a:lnTo>
                <a:lnTo>
                  <a:pt x="317343" y="63929"/>
                </a:lnTo>
                <a:lnTo>
                  <a:pt x="317235" y="64866"/>
                </a:lnTo>
                <a:lnTo>
                  <a:pt x="317144" y="65815"/>
                </a:lnTo>
                <a:lnTo>
                  <a:pt x="317069" y="66777"/>
                </a:lnTo>
                <a:lnTo>
                  <a:pt x="317011" y="67751"/>
                </a:lnTo>
                <a:lnTo>
                  <a:pt x="316970" y="68737"/>
                </a:lnTo>
                <a:lnTo>
                  <a:pt x="316945" y="69736"/>
                </a:lnTo>
                <a:lnTo>
                  <a:pt x="316937" y="70746"/>
                </a:lnTo>
                <a:lnTo>
                  <a:pt x="316937" y="93737"/>
                </a:lnTo>
                <a:lnTo>
                  <a:pt x="316945" y="94733"/>
                </a:lnTo>
                <a:lnTo>
                  <a:pt x="316970" y="95718"/>
                </a:lnTo>
                <a:lnTo>
                  <a:pt x="317011" y="96692"/>
                </a:lnTo>
                <a:lnTo>
                  <a:pt x="317069" y="97655"/>
                </a:lnTo>
                <a:lnTo>
                  <a:pt x="317144" y="98606"/>
                </a:lnTo>
                <a:lnTo>
                  <a:pt x="317235" y="99546"/>
                </a:lnTo>
                <a:lnTo>
                  <a:pt x="317343" y="100474"/>
                </a:lnTo>
                <a:lnTo>
                  <a:pt x="317467" y="101392"/>
                </a:lnTo>
                <a:lnTo>
                  <a:pt x="317608" y="102297"/>
                </a:lnTo>
                <a:lnTo>
                  <a:pt x="317765" y="103192"/>
                </a:lnTo>
                <a:lnTo>
                  <a:pt x="317939" y="104075"/>
                </a:lnTo>
                <a:lnTo>
                  <a:pt x="318130" y="104946"/>
                </a:lnTo>
                <a:lnTo>
                  <a:pt x="318337" y="105807"/>
                </a:lnTo>
                <a:lnTo>
                  <a:pt x="318561" y="106655"/>
                </a:lnTo>
                <a:lnTo>
                  <a:pt x="318801" y="107493"/>
                </a:lnTo>
                <a:lnTo>
                  <a:pt x="319058" y="108319"/>
                </a:lnTo>
                <a:lnTo>
                  <a:pt x="319332" y="109134"/>
                </a:lnTo>
                <a:lnTo>
                  <a:pt x="319622" y="109937"/>
                </a:lnTo>
                <a:lnTo>
                  <a:pt x="319929" y="110729"/>
                </a:lnTo>
                <a:lnTo>
                  <a:pt x="320252" y="111510"/>
                </a:lnTo>
                <a:lnTo>
                  <a:pt x="320592" y="112279"/>
                </a:lnTo>
                <a:lnTo>
                  <a:pt x="320948" y="113037"/>
                </a:lnTo>
                <a:lnTo>
                  <a:pt x="321321" y="113784"/>
                </a:lnTo>
                <a:lnTo>
                  <a:pt x="321711" y="114519"/>
                </a:lnTo>
                <a:lnTo>
                  <a:pt x="322115" y="115242"/>
                </a:lnTo>
                <a:lnTo>
                  <a:pt x="322533" y="115950"/>
                </a:lnTo>
                <a:lnTo>
                  <a:pt x="322964" y="116644"/>
                </a:lnTo>
                <a:lnTo>
                  <a:pt x="323408" y="117324"/>
                </a:lnTo>
                <a:lnTo>
                  <a:pt x="323866" y="117990"/>
                </a:lnTo>
                <a:lnTo>
                  <a:pt x="324336" y="118642"/>
                </a:lnTo>
                <a:lnTo>
                  <a:pt x="324820" y="119280"/>
                </a:lnTo>
                <a:lnTo>
                  <a:pt x="325317" y="119904"/>
                </a:lnTo>
                <a:lnTo>
                  <a:pt x="325827" y="120513"/>
                </a:lnTo>
                <a:lnTo>
                  <a:pt x="326351" y="121109"/>
                </a:lnTo>
                <a:lnTo>
                  <a:pt x="326887" y="121690"/>
                </a:lnTo>
                <a:lnTo>
                  <a:pt x="327437" y="122257"/>
                </a:lnTo>
                <a:lnTo>
                  <a:pt x="328000" y="122810"/>
                </a:lnTo>
                <a:lnTo>
                  <a:pt x="328576" y="123349"/>
                </a:lnTo>
                <a:lnTo>
                  <a:pt x="329166" y="123874"/>
                </a:lnTo>
                <a:lnTo>
                  <a:pt x="329768" y="124384"/>
                </a:lnTo>
                <a:lnTo>
                  <a:pt x="330384" y="124881"/>
                </a:lnTo>
                <a:lnTo>
                  <a:pt x="331013" y="125363"/>
                </a:lnTo>
                <a:lnTo>
                  <a:pt x="331655" y="125832"/>
                </a:lnTo>
                <a:lnTo>
                  <a:pt x="332310" y="126286"/>
                </a:lnTo>
                <a:lnTo>
                  <a:pt x="332979" y="126726"/>
                </a:lnTo>
                <a:lnTo>
                  <a:pt x="333661" y="127152"/>
                </a:lnTo>
                <a:lnTo>
                  <a:pt x="334356" y="127564"/>
                </a:lnTo>
                <a:lnTo>
                  <a:pt x="335064" y="127961"/>
                </a:lnTo>
                <a:lnTo>
                  <a:pt x="335784" y="128344"/>
                </a:lnTo>
                <a:lnTo>
                  <a:pt x="336514" y="128710"/>
                </a:lnTo>
                <a:lnTo>
                  <a:pt x="337254" y="129059"/>
                </a:lnTo>
                <a:lnTo>
                  <a:pt x="338004" y="129393"/>
                </a:lnTo>
                <a:lnTo>
                  <a:pt x="338765" y="129710"/>
                </a:lnTo>
                <a:lnTo>
                  <a:pt x="339536" y="130011"/>
                </a:lnTo>
                <a:lnTo>
                  <a:pt x="340316" y="130296"/>
                </a:lnTo>
                <a:lnTo>
                  <a:pt x="341107" y="130564"/>
                </a:lnTo>
                <a:lnTo>
                  <a:pt x="341908" y="130816"/>
                </a:lnTo>
                <a:lnTo>
                  <a:pt x="342719" y="131052"/>
                </a:lnTo>
                <a:lnTo>
                  <a:pt x="343541" y="131272"/>
                </a:lnTo>
                <a:lnTo>
                  <a:pt x="344372" y="131475"/>
                </a:lnTo>
                <a:lnTo>
                  <a:pt x="345214" y="131662"/>
                </a:lnTo>
                <a:lnTo>
                  <a:pt x="346065" y="131833"/>
                </a:lnTo>
                <a:lnTo>
                  <a:pt x="346927" y="131988"/>
                </a:lnTo>
                <a:lnTo>
                  <a:pt x="347799" y="132126"/>
                </a:lnTo>
                <a:lnTo>
                  <a:pt x="348681" y="132248"/>
                </a:lnTo>
                <a:lnTo>
                  <a:pt x="349573" y="132354"/>
                </a:lnTo>
                <a:lnTo>
                  <a:pt x="350476" y="132443"/>
                </a:lnTo>
                <a:lnTo>
                  <a:pt x="351388" y="132516"/>
                </a:lnTo>
                <a:lnTo>
                  <a:pt x="352311" y="132573"/>
                </a:lnTo>
                <a:lnTo>
                  <a:pt x="353243" y="132614"/>
                </a:lnTo>
                <a:lnTo>
                  <a:pt x="354186" y="132638"/>
                </a:lnTo>
                <a:lnTo>
                  <a:pt x="355139" y="132646"/>
                </a:lnTo>
                <a:lnTo>
                  <a:pt x="356412" y="132634"/>
                </a:lnTo>
                <a:lnTo>
                  <a:pt x="357668" y="132597"/>
                </a:lnTo>
                <a:lnTo>
                  <a:pt x="358905" y="132534"/>
                </a:lnTo>
                <a:close/>
                <a:moveTo>
                  <a:pt x="332510" y="68027"/>
                </a:moveTo>
                <a:lnTo>
                  <a:pt x="332541" y="67097"/>
                </a:lnTo>
                <a:lnTo>
                  <a:pt x="332592" y="66184"/>
                </a:lnTo>
                <a:lnTo>
                  <a:pt x="332664" y="65290"/>
                </a:lnTo>
                <a:lnTo>
                  <a:pt x="332757" y="64413"/>
                </a:lnTo>
                <a:lnTo>
                  <a:pt x="332870" y="63555"/>
                </a:lnTo>
                <a:lnTo>
                  <a:pt x="333004" y="62715"/>
                </a:lnTo>
                <a:lnTo>
                  <a:pt x="333158" y="61893"/>
                </a:lnTo>
                <a:lnTo>
                  <a:pt x="333333" y="61089"/>
                </a:lnTo>
                <a:lnTo>
                  <a:pt x="333528" y="60304"/>
                </a:lnTo>
                <a:lnTo>
                  <a:pt x="333744" y="59536"/>
                </a:lnTo>
                <a:lnTo>
                  <a:pt x="333981" y="58786"/>
                </a:lnTo>
                <a:lnTo>
                  <a:pt x="334238" y="58055"/>
                </a:lnTo>
                <a:lnTo>
                  <a:pt x="334516" y="57342"/>
                </a:lnTo>
                <a:lnTo>
                  <a:pt x="334814" y="56647"/>
                </a:lnTo>
                <a:lnTo>
                  <a:pt x="335133" y="55969"/>
                </a:lnTo>
                <a:lnTo>
                  <a:pt x="335472" y="55311"/>
                </a:lnTo>
                <a:lnTo>
                  <a:pt x="335832" y="54670"/>
                </a:lnTo>
                <a:lnTo>
                  <a:pt x="336212" y="54047"/>
                </a:lnTo>
                <a:lnTo>
                  <a:pt x="336614" y="53442"/>
                </a:lnTo>
                <a:lnTo>
                  <a:pt x="337035" y="52856"/>
                </a:lnTo>
                <a:lnTo>
                  <a:pt x="337477" y="52288"/>
                </a:lnTo>
                <a:lnTo>
                  <a:pt x="337940" y="51737"/>
                </a:lnTo>
                <a:lnTo>
                  <a:pt x="338424" y="51205"/>
                </a:lnTo>
                <a:lnTo>
                  <a:pt x="338926" y="50693"/>
                </a:lnTo>
                <a:lnTo>
                  <a:pt x="339445" y="50202"/>
                </a:lnTo>
                <a:lnTo>
                  <a:pt x="339981" y="49733"/>
                </a:lnTo>
                <a:lnTo>
                  <a:pt x="340534" y="49286"/>
                </a:lnTo>
                <a:lnTo>
                  <a:pt x="341104" y="48861"/>
                </a:lnTo>
                <a:lnTo>
                  <a:pt x="341691" y="48458"/>
                </a:lnTo>
                <a:lnTo>
                  <a:pt x="342294" y="48076"/>
                </a:lnTo>
                <a:lnTo>
                  <a:pt x="342915" y="47716"/>
                </a:lnTo>
                <a:lnTo>
                  <a:pt x="343552" y="47378"/>
                </a:lnTo>
                <a:lnTo>
                  <a:pt x="344206" y="47062"/>
                </a:lnTo>
                <a:lnTo>
                  <a:pt x="344878" y="46768"/>
                </a:lnTo>
                <a:lnTo>
                  <a:pt x="345566" y="46495"/>
                </a:lnTo>
                <a:lnTo>
                  <a:pt x="346271" y="46244"/>
                </a:lnTo>
                <a:lnTo>
                  <a:pt x="346992" y="46015"/>
                </a:lnTo>
                <a:lnTo>
                  <a:pt x="347731" y="45808"/>
                </a:lnTo>
                <a:lnTo>
                  <a:pt x="348487" y="45623"/>
                </a:lnTo>
                <a:lnTo>
                  <a:pt x="349259" y="45459"/>
                </a:lnTo>
                <a:lnTo>
                  <a:pt x="350049" y="45318"/>
                </a:lnTo>
                <a:lnTo>
                  <a:pt x="350855" y="45198"/>
                </a:lnTo>
                <a:lnTo>
                  <a:pt x="351678" y="45100"/>
                </a:lnTo>
                <a:lnTo>
                  <a:pt x="352518" y="45023"/>
                </a:lnTo>
                <a:lnTo>
                  <a:pt x="353375" y="44969"/>
                </a:lnTo>
                <a:lnTo>
                  <a:pt x="354249" y="44936"/>
                </a:lnTo>
                <a:lnTo>
                  <a:pt x="355139" y="44925"/>
                </a:lnTo>
                <a:lnTo>
                  <a:pt x="356030" y="44936"/>
                </a:lnTo>
                <a:lnTo>
                  <a:pt x="356903" y="44969"/>
                </a:lnTo>
                <a:lnTo>
                  <a:pt x="357760" y="45023"/>
                </a:lnTo>
                <a:lnTo>
                  <a:pt x="358600" y="45100"/>
                </a:lnTo>
                <a:lnTo>
                  <a:pt x="359423" y="45198"/>
                </a:lnTo>
                <a:lnTo>
                  <a:pt x="360229" y="45318"/>
                </a:lnTo>
                <a:lnTo>
                  <a:pt x="361018" y="45459"/>
                </a:lnTo>
                <a:lnTo>
                  <a:pt x="361790" y="45623"/>
                </a:lnTo>
                <a:lnTo>
                  <a:pt x="362545" y="45808"/>
                </a:lnTo>
                <a:lnTo>
                  <a:pt x="363284" y="46015"/>
                </a:lnTo>
                <a:lnTo>
                  <a:pt x="364006" y="46244"/>
                </a:lnTo>
                <a:lnTo>
                  <a:pt x="364710" y="46495"/>
                </a:lnTo>
                <a:lnTo>
                  <a:pt x="365398" y="46768"/>
                </a:lnTo>
                <a:lnTo>
                  <a:pt x="366069" y="47062"/>
                </a:lnTo>
                <a:lnTo>
                  <a:pt x="366723" y="47378"/>
                </a:lnTo>
                <a:lnTo>
                  <a:pt x="367360" y="47716"/>
                </a:lnTo>
                <a:lnTo>
                  <a:pt x="367980" y="48076"/>
                </a:lnTo>
                <a:lnTo>
                  <a:pt x="368584" y="48458"/>
                </a:lnTo>
                <a:lnTo>
                  <a:pt x="369170" y="48861"/>
                </a:lnTo>
                <a:lnTo>
                  <a:pt x="369740" y="49286"/>
                </a:lnTo>
                <a:lnTo>
                  <a:pt x="370293" y="49733"/>
                </a:lnTo>
                <a:lnTo>
                  <a:pt x="370829" y="50202"/>
                </a:lnTo>
                <a:lnTo>
                  <a:pt x="371348" y="50693"/>
                </a:lnTo>
                <a:lnTo>
                  <a:pt x="371850" y="51205"/>
                </a:lnTo>
                <a:lnTo>
                  <a:pt x="372333" y="51737"/>
                </a:lnTo>
                <a:lnTo>
                  <a:pt x="372796" y="52288"/>
                </a:lnTo>
                <a:lnTo>
                  <a:pt x="373239" y="52856"/>
                </a:lnTo>
                <a:lnTo>
                  <a:pt x="373660" y="53442"/>
                </a:lnTo>
                <a:lnTo>
                  <a:pt x="374062" y="54047"/>
                </a:lnTo>
                <a:lnTo>
                  <a:pt x="374442" y="54670"/>
                </a:lnTo>
                <a:lnTo>
                  <a:pt x="374803" y="55311"/>
                </a:lnTo>
                <a:lnTo>
                  <a:pt x="375142" y="55969"/>
                </a:lnTo>
                <a:lnTo>
                  <a:pt x="375461" y="56647"/>
                </a:lnTo>
                <a:lnTo>
                  <a:pt x="375759" y="57342"/>
                </a:lnTo>
                <a:lnTo>
                  <a:pt x="376037" y="58055"/>
                </a:lnTo>
                <a:lnTo>
                  <a:pt x="376294" y="58786"/>
                </a:lnTo>
                <a:lnTo>
                  <a:pt x="376531" y="59536"/>
                </a:lnTo>
                <a:lnTo>
                  <a:pt x="376747" y="60304"/>
                </a:lnTo>
                <a:lnTo>
                  <a:pt x="376943" y="61089"/>
                </a:lnTo>
                <a:lnTo>
                  <a:pt x="377117" y="61893"/>
                </a:lnTo>
                <a:lnTo>
                  <a:pt x="377272" y="62715"/>
                </a:lnTo>
                <a:lnTo>
                  <a:pt x="377406" y="63555"/>
                </a:lnTo>
                <a:lnTo>
                  <a:pt x="377519" y="64413"/>
                </a:lnTo>
                <a:lnTo>
                  <a:pt x="377611" y="65290"/>
                </a:lnTo>
                <a:lnTo>
                  <a:pt x="377683" y="66184"/>
                </a:lnTo>
                <a:lnTo>
                  <a:pt x="377735" y="67097"/>
                </a:lnTo>
                <a:lnTo>
                  <a:pt x="377766" y="68027"/>
                </a:lnTo>
                <a:lnTo>
                  <a:pt x="377776" y="68976"/>
                </a:lnTo>
                <a:lnTo>
                  <a:pt x="377776" y="73928"/>
                </a:lnTo>
                <a:lnTo>
                  <a:pt x="332500" y="73928"/>
                </a:lnTo>
                <a:lnTo>
                  <a:pt x="332500" y="68976"/>
                </a:lnTo>
                <a:lnTo>
                  <a:pt x="332510" y="68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CommentA">
            <a:extLst xmlns:a="http://schemas.openxmlformats.org/drawingml/2006/main">
              <a:ext uri="{FF2B5EF4-FFF2-40B4-BE49-F238E27FC236}">
                <a16:creationId xmlns:a16="http://schemas.microsoft.com/office/drawing/2014/main" id="{08271B28-D842-4A2B-8B33-AB1ECDE9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415" y="3257490"/>
            <a:ext cx="922160" cy="135124"/>
          </a:xfrm>
          <a:custGeom xmlns:a="http://schemas.openxmlformats.org/drawingml/2006/main">
            <a:pathLst>
              <a:path w="922160" h="135124">
                <a:moveTo>
                  <a:pt x="108593" y="42094"/>
                </a:moveTo>
                <a:cubicBezTo>
                  <a:pt x="103465" y="13796"/>
                  <a:pt x="87195" y="0"/>
                  <a:pt x="58896" y="0"/>
                </a:cubicBezTo>
                <a:cubicBezTo>
                  <a:pt x="41563" y="0"/>
                  <a:pt x="27591" y="5484"/>
                  <a:pt x="18041" y="16095"/>
                </a:cubicBezTo>
                <a:cubicBezTo>
                  <a:pt x="6369" y="28830"/>
                  <a:pt x="0" y="47222"/>
                  <a:pt x="0" y="68094"/>
                </a:cubicBezTo>
                <a:cubicBezTo>
                  <a:pt x="0" y="89316"/>
                  <a:pt x="6544" y="107532"/>
                  <a:pt x="18572" y="120089"/>
                </a:cubicBezTo>
                <a:cubicBezTo>
                  <a:pt x="28652" y="130347"/>
                  <a:pt x="41387" y="135124"/>
                  <a:pt x="58189" y="135124"/>
                </a:cubicBezTo>
                <a:cubicBezTo>
                  <a:pt x="89670" y="135124"/>
                  <a:pt x="107357" y="118144"/>
                  <a:pt x="111246" y="84010"/>
                </a:cubicBezTo>
                <a:lnTo>
                  <a:pt x="94268" y="84010"/>
                </a:lnTo>
                <a:cubicBezTo>
                  <a:pt x="92854" y="92854"/>
                  <a:pt x="91084" y="98867"/>
                  <a:pt x="88431" y="103994"/>
                </a:cubicBezTo>
                <a:cubicBezTo>
                  <a:pt x="83125" y="114608"/>
                  <a:pt x="72160" y="120621"/>
                  <a:pt x="58365" y="120621"/>
                </a:cubicBezTo>
                <a:cubicBezTo>
                  <a:pt x="32719" y="120621"/>
                  <a:pt x="16449" y="100105"/>
                  <a:pt x="16449" y="67915"/>
                </a:cubicBezTo>
                <a:cubicBezTo>
                  <a:pt x="16449" y="34843"/>
                  <a:pt x="31837" y="14503"/>
                  <a:pt x="56951" y="14503"/>
                </a:cubicBezTo>
                <a:cubicBezTo>
                  <a:pt x="67386" y="14503"/>
                  <a:pt x="77113" y="17509"/>
                  <a:pt x="82418" y="22639"/>
                </a:cubicBezTo>
                <a:cubicBezTo>
                  <a:pt x="87195" y="27060"/>
                  <a:pt x="89848" y="32365"/>
                  <a:pt x="91791" y="42094"/>
                </a:cubicBezTo>
                <a:lnTo>
                  <a:pt x="108593" y="42094"/>
                </a:lnTo>
                <a:close/>
                <a:moveTo>
                  <a:pt x="167312" y="35728"/>
                </a:moveTo>
                <a:cubicBezTo>
                  <a:pt x="141137" y="35728"/>
                  <a:pt x="125574" y="54298"/>
                  <a:pt x="125574" y="85425"/>
                </a:cubicBezTo>
                <a:cubicBezTo>
                  <a:pt x="125574" y="116729"/>
                  <a:pt x="141137" y="135124"/>
                  <a:pt x="167490" y="135124"/>
                </a:cubicBezTo>
                <a:cubicBezTo>
                  <a:pt x="193664" y="135124"/>
                  <a:pt x="209406" y="116554"/>
                  <a:pt x="209406" y="86132"/>
                </a:cubicBezTo>
                <a:cubicBezTo>
                  <a:pt x="209406" y="53944"/>
                  <a:pt x="194196" y="35728"/>
                  <a:pt x="167312" y="35728"/>
                </a:cubicBezTo>
                <a:moveTo>
                  <a:pt x="167490" y="49346"/>
                </a:moveTo>
                <a:cubicBezTo>
                  <a:pt x="184114" y="49346"/>
                  <a:pt x="194018" y="62963"/>
                  <a:pt x="194018" y="85956"/>
                </a:cubicBezTo>
                <a:cubicBezTo>
                  <a:pt x="194018" y="107886"/>
                  <a:pt x="183760" y="121506"/>
                  <a:pt x="167490" y="121506"/>
                </a:cubicBezTo>
                <a:cubicBezTo>
                  <a:pt x="151041" y="121506"/>
                  <a:pt x="140959" y="107886"/>
                  <a:pt x="140959" y="85425"/>
                </a:cubicBezTo>
                <a:cubicBezTo>
                  <a:pt x="140959" y="62963"/>
                  <a:pt x="151041" y="49346"/>
                  <a:pt x="167490" y="49346"/>
                </a:cubicBezTo>
                <a:close/>
                <a:moveTo>
                  <a:pt x="229921" y="38381"/>
                </a:moveTo>
                <a:lnTo>
                  <a:pt x="229921" y="131054"/>
                </a:lnTo>
                <a:lnTo>
                  <a:pt x="244777" y="131054"/>
                </a:lnTo>
                <a:lnTo>
                  <a:pt x="244777" y="72868"/>
                </a:lnTo>
                <a:cubicBezTo>
                  <a:pt x="244777" y="59425"/>
                  <a:pt x="254506" y="48639"/>
                  <a:pt x="266531" y="48639"/>
                </a:cubicBezTo>
                <a:cubicBezTo>
                  <a:pt x="277496" y="48639"/>
                  <a:pt x="283687" y="55358"/>
                  <a:pt x="283687" y="67208"/>
                </a:cubicBezTo>
                <a:lnTo>
                  <a:pt x="283687" y="131054"/>
                </a:lnTo>
                <a:lnTo>
                  <a:pt x="298543" y="131054"/>
                </a:lnTo>
                <a:lnTo>
                  <a:pt x="298543" y="72868"/>
                </a:lnTo>
                <a:cubicBezTo>
                  <a:pt x="298543" y="59425"/>
                  <a:pt x="308272" y="48639"/>
                  <a:pt x="320298" y="48639"/>
                </a:cubicBezTo>
                <a:cubicBezTo>
                  <a:pt x="331087" y="48639"/>
                  <a:pt x="337453" y="55536"/>
                  <a:pt x="337453" y="67208"/>
                </a:cubicBezTo>
                <a:lnTo>
                  <a:pt x="337453" y="131054"/>
                </a:lnTo>
                <a:lnTo>
                  <a:pt x="352310" y="131054"/>
                </a:lnTo>
                <a:lnTo>
                  <a:pt x="352310" y="61549"/>
                </a:lnTo>
                <a:cubicBezTo>
                  <a:pt x="352310" y="44923"/>
                  <a:pt x="342759" y="35728"/>
                  <a:pt x="325428" y="35728"/>
                </a:cubicBezTo>
                <a:cubicBezTo>
                  <a:pt x="313046" y="35728"/>
                  <a:pt x="305617" y="39441"/>
                  <a:pt x="296951" y="49875"/>
                </a:cubicBezTo>
                <a:cubicBezTo>
                  <a:pt x="291470" y="39970"/>
                  <a:pt x="284041" y="35728"/>
                  <a:pt x="272015" y="35728"/>
                </a:cubicBezTo>
                <a:cubicBezTo>
                  <a:pt x="259634" y="35728"/>
                  <a:pt x="251322" y="40324"/>
                  <a:pt x="243539" y="51467"/>
                </a:cubicBezTo>
                <a:lnTo>
                  <a:pt x="243539" y="38381"/>
                </a:lnTo>
                <a:lnTo>
                  <a:pt x="229921" y="38381"/>
                </a:lnTo>
                <a:close/>
                <a:moveTo>
                  <a:pt x="378662" y="38381"/>
                </a:moveTo>
                <a:lnTo>
                  <a:pt x="378662" y="131054"/>
                </a:lnTo>
                <a:lnTo>
                  <a:pt x="393518" y="131054"/>
                </a:lnTo>
                <a:lnTo>
                  <a:pt x="393518" y="72868"/>
                </a:lnTo>
                <a:cubicBezTo>
                  <a:pt x="393518" y="59425"/>
                  <a:pt x="403247" y="48639"/>
                  <a:pt x="415273" y="48639"/>
                </a:cubicBezTo>
                <a:cubicBezTo>
                  <a:pt x="426237" y="48639"/>
                  <a:pt x="432428" y="55358"/>
                  <a:pt x="432428" y="67208"/>
                </a:cubicBezTo>
                <a:lnTo>
                  <a:pt x="432428" y="131054"/>
                </a:lnTo>
                <a:lnTo>
                  <a:pt x="447285" y="131054"/>
                </a:lnTo>
                <a:lnTo>
                  <a:pt x="447285" y="72868"/>
                </a:lnTo>
                <a:cubicBezTo>
                  <a:pt x="447285" y="59425"/>
                  <a:pt x="457013" y="48639"/>
                  <a:pt x="469039" y="48639"/>
                </a:cubicBezTo>
                <a:cubicBezTo>
                  <a:pt x="479828" y="48639"/>
                  <a:pt x="486194" y="55536"/>
                  <a:pt x="486194" y="67208"/>
                </a:cubicBezTo>
                <a:lnTo>
                  <a:pt x="486194" y="131054"/>
                </a:lnTo>
                <a:lnTo>
                  <a:pt x="501051" y="131054"/>
                </a:lnTo>
                <a:lnTo>
                  <a:pt x="501051" y="61549"/>
                </a:lnTo>
                <a:cubicBezTo>
                  <a:pt x="501051" y="44923"/>
                  <a:pt x="491500" y="35728"/>
                  <a:pt x="474169" y="35728"/>
                </a:cubicBezTo>
                <a:cubicBezTo>
                  <a:pt x="461787" y="35728"/>
                  <a:pt x="454358" y="39441"/>
                  <a:pt x="445692" y="49875"/>
                </a:cubicBezTo>
                <a:cubicBezTo>
                  <a:pt x="440211" y="39970"/>
                  <a:pt x="432782" y="35728"/>
                  <a:pt x="420756" y="35728"/>
                </a:cubicBezTo>
                <a:cubicBezTo>
                  <a:pt x="408375" y="35728"/>
                  <a:pt x="400063" y="40324"/>
                  <a:pt x="392280" y="51467"/>
                </a:cubicBezTo>
                <a:lnTo>
                  <a:pt x="392280" y="38381"/>
                </a:lnTo>
                <a:lnTo>
                  <a:pt x="378662" y="38381"/>
                </a:lnTo>
                <a:close/>
                <a:moveTo>
                  <a:pt x="605400" y="89670"/>
                </a:moveTo>
                <a:cubicBezTo>
                  <a:pt x="605400" y="75520"/>
                  <a:pt x="604336" y="67030"/>
                  <a:pt x="601684" y="60135"/>
                </a:cubicBezTo>
                <a:cubicBezTo>
                  <a:pt x="595671" y="44923"/>
                  <a:pt x="581522" y="35728"/>
                  <a:pt x="564191" y="35728"/>
                </a:cubicBezTo>
                <a:cubicBezTo>
                  <a:pt x="538367" y="35728"/>
                  <a:pt x="521743" y="55358"/>
                  <a:pt x="521743" y="85956"/>
                </a:cubicBezTo>
                <a:cubicBezTo>
                  <a:pt x="521743" y="116554"/>
                  <a:pt x="537660" y="135124"/>
                  <a:pt x="563837" y="135124"/>
                </a:cubicBezTo>
                <a:cubicBezTo>
                  <a:pt x="585060" y="135124"/>
                  <a:pt x="599738" y="123096"/>
                  <a:pt x="603454" y="102934"/>
                </a:cubicBezTo>
                <a:lnTo>
                  <a:pt x="588598" y="102934"/>
                </a:lnTo>
                <a:cubicBezTo>
                  <a:pt x="584528" y="115137"/>
                  <a:pt x="576216" y="121506"/>
                  <a:pt x="564366" y="121506"/>
                </a:cubicBezTo>
                <a:cubicBezTo>
                  <a:pt x="554993" y="121506"/>
                  <a:pt x="547035" y="117261"/>
                  <a:pt x="542083" y="109478"/>
                </a:cubicBezTo>
                <a:cubicBezTo>
                  <a:pt x="538545" y="104172"/>
                  <a:pt x="537306" y="98867"/>
                  <a:pt x="537131" y="89670"/>
                </a:cubicBezTo>
                <a:lnTo>
                  <a:pt x="605400" y="89670"/>
                </a:lnTo>
                <a:moveTo>
                  <a:pt x="537484" y="77644"/>
                </a:moveTo>
                <a:cubicBezTo>
                  <a:pt x="538720" y="60489"/>
                  <a:pt x="549156" y="49346"/>
                  <a:pt x="564012" y="49346"/>
                </a:cubicBezTo>
                <a:cubicBezTo>
                  <a:pt x="579047" y="49346"/>
                  <a:pt x="589480" y="61018"/>
                  <a:pt x="589480" y="77644"/>
                </a:cubicBezTo>
                <a:lnTo>
                  <a:pt x="537484" y="77644"/>
                </a:lnTo>
                <a:close/>
                <a:moveTo>
                  <a:pt x="625915" y="38381"/>
                </a:moveTo>
                <a:lnTo>
                  <a:pt x="625915" y="131054"/>
                </a:lnTo>
                <a:lnTo>
                  <a:pt x="640771" y="131054"/>
                </a:lnTo>
                <a:lnTo>
                  <a:pt x="640771" y="79944"/>
                </a:lnTo>
                <a:cubicBezTo>
                  <a:pt x="640771" y="61018"/>
                  <a:pt x="650676" y="48639"/>
                  <a:pt x="665885" y="48639"/>
                </a:cubicBezTo>
                <a:cubicBezTo>
                  <a:pt x="677560" y="48639"/>
                  <a:pt x="684987" y="55712"/>
                  <a:pt x="684987" y="66855"/>
                </a:cubicBezTo>
                <a:lnTo>
                  <a:pt x="684987" y="131054"/>
                </a:lnTo>
                <a:lnTo>
                  <a:pt x="699668" y="131054"/>
                </a:lnTo>
                <a:lnTo>
                  <a:pt x="699668" y="61018"/>
                </a:lnTo>
                <a:cubicBezTo>
                  <a:pt x="699668" y="45632"/>
                  <a:pt x="688171" y="35728"/>
                  <a:pt x="670309" y="35728"/>
                </a:cubicBezTo>
                <a:cubicBezTo>
                  <a:pt x="656513" y="35728"/>
                  <a:pt x="647669" y="41034"/>
                  <a:pt x="639533" y="53944"/>
                </a:cubicBezTo>
                <a:lnTo>
                  <a:pt x="639533" y="38381"/>
                </a:lnTo>
                <a:lnTo>
                  <a:pt x="625915" y="38381"/>
                </a:lnTo>
                <a:close/>
                <a:moveTo>
                  <a:pt x="757325" y="38381"/>
                </a:moveTo>
                <a:lnTo>
                  <a:pt x="742115" y="38381"/>
                </a:lnTo>
                <a:lnTo>
                  <a:pt x="742115" y="12911"/>
                </a:lnTo>
                <a:lnTo>
                  <a:pt x="727434" y="12911"/>
                </a:lnTo>
                <a:lnTo>
                  <a:pt x="727434" y="38381"/>
                </a:lnTo>
                <a:lnTo>
                  <a:pt x="714877" y="38381"/>
                </a:lnTo>
                <a:lnTo>
                  <a:pt x="714877" y="50406"/>
                </a:lnTo>
                <a:lnTo>
                  <a:pt x="727434" y="50406"/>
                </a:lnTo>
                <a:lnTo>
                  <a:pt x="727434" y="120443"/>
                </a:lnTo>
                <a:cubicBezTo>
                  <a:pt x="727434" y="129994"/>
                  <a:pt x="733800" y="135124"/>
                  <a:pt x="745297" y="135124"/>
                </a:cubicBezTo>
                <a:cubicBezTo>
                  <a:pt x="749188" y="135124"/>
                  <a:pt x="752373" y="134770"/>
                  <a:pt x="757325" y="133885"/>
                </a:cubicBezTo>
                <a:lnTo>
                  <a:pt x="757325" y="121506"/>
                </a:lnTo>
                <a:cubicBezTo>
                  <a:pt x="755201" y="122035"/>
                  <a:pt x="753255" y="122213"/>
                  <a:pt x="750249" y="122213"/>
                </a:cubicBezTo>
                <a:cubicBezTo>
                  <a:pt x="743882" y="122213"/>
                  <a:pt x="742115" y="120443"/>
                  <a:pt x="742115" y="113899"/>
                </a:cubicBezTo>
                <a:lnTo>
                  <a:pt x="742115" y="50406"/>
                </a:lnTo>
                <a:lnTo>
                  <a:pt x="757325" y="50406"/>
                </a:lnTo>
                <a:lnTo>
                  <a:pt x="757325" y="38381"/>
                </a:lnTo>
                <a:close/>
                <a:moveTo>
                  <a:pt x="890502" y="92322"/>
                </a:moveTo>
                <a:lnTo>
                  <a:pt x="903766" y="131054"/>
                </a:lnTo>
                <a:lnTo>
                  <a:pt x="922160" y="131054"/>
                </a:lnTo>
                <a:lnTo>
                  <a:pt x="876882" y="2124"/>
                </a:lnTo>
                <a:lnTo>
                  <a:pt x="855659" y="2124"/>
                </a:lnTo>
                <a:lnTo>
                  <a:pt x="809676" y="131054"/>
                </a:lnTo>
                <a:lnTo>
                  <a:pt x="827185" y="131054"/>
                </a:lnTo>
                <a:lnTo>
                  <a:pt x="840803" y="92322"/>
                </a:lnTo>
                <a:lnTo>
                  <a:pt x="890502" y="92322"/>
                </a:lnTo>
                <a:moveTo>
                  <a:pt x="885903" y="78527"/>
                </a:moveTo>
                <a:lnTo>
                  <a:pt x="844870" y="78527"/>
                </a:lnTo>
                <a:lnTo>
                  <a:pt x="866095" y="19808"/>
                </a:lnTo>
                <a:lnTo>
                  <a:pt x="885903" y="78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CodeB">
            <a:extLst xmlns:a="http://schemas.openxmlformats.org/drawingml/2006/main">
              <a:ext uri="{FF2B5EF4-FFF2-40B4-BE49-F238E27FC236}">
                <a16:creationId xmlns:a16="http://schemas.microsoft.com/office/drawing/2014/main" id="{FF0DC4FC-8178-4B2A-B9C1-E6BBC3B2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990" y="3604316"/>
            <a:ext cx="608050" cy="132646"/>
          </a:xfrm>
          <a:custGeom xmlns:a="http://schemas.openxmlformats.org/drawingml/2006/main">
            <a:pathLst>
              <a:path w="608050" h="132646">
                <a:moveTo>
                  <a:pt x="41071" y="132576"/>
                </a:moveTo>
                <a:lnTo>
                  <a:pt x="42005" y="132521"/>
                </a:lnTo>
                <a:lnTo>
                  <a:pt x="42928" y="132451"/>
                </a:lnTo>
                <a:lnTo>
                  <a:pt x="43840" y="132365"/>
                </a:lnTo>
                <a:lnTo>
                  <a:pt x="44741" y="132263"/>
                </a:lnTo>
                <a:lnTo>
                  <a:pt x="45630" y="132145"/>
                </a:lnTo>
                <a:lnTo>
                  <a:pt x="46509" y="132012"/>
                </a:lnTo>
                <a:lnTo>
                  <a:pt x="47377" y="131863"/>
                </a:lnTo>
                <a:lnTo>
                  <a:pt x="48234" y="131699"/>
                </a:lnTo>
                <a:lnTo>
                  <a:pt x="49079" y="131519"/>
                </a:lnTo>
                <a:lnTo>
                  <a:pt x="49914" y="131323"/>
                </a:lnTo>
                <a:lnTo>
                  <a:pt x="50737" y="131112"/>
                </a:lnTo>
                <a:lnTo>
                  <a:pt x="51550" y="130885"/>
                </a:lnTo>
                <a:lnTo>
                  <a:pt x="52351" y="130642"/>
                </a:lnTo>
                <a:lnTo>
                  <a:pt x="53141" y="130384"/>
                </a:lnTo>
                <a:lnTo>
                  <a:pt x="53921" y="130110"/>
                </a:lnTo>
                <a:lnTo>
                  <a:pt x="54689" y="129820"/>
                </a:lnTo>
                <a:lnTo>
                  <a:pt x="55446" y="129515"/>
                </a:lnTo>
                <a:lnTo>
                  <a:pt x="56192" y="129194"/>
                </a:lnTo>
                <a:lnTo>
                  <a:pt x="56928" y="128857"/>
                </a:lnTo>
                <a:lnTo>
                  <a:pt x="57652" y="128505"/>
                </a:lnTo>
                <a:lnTo>
                  <a:pt x="58365" y="128137"/>
                </a:lnTo>
                <a:lnTo>
                  <a:pt x="59065" y="127754"/>
                </a:lnTo>
                <a:lnTo>
                  <a:pt x="59753" y="127358"/>
                </a:lnTo>
                <a:lnTo>
                  <a:pt x="60426" y="126949"/>
                </a:lnTo>
                <a:lnTo>
                  <a:pt x="61087" y="126526"/>
                </a:lnTo>
                <a:lnTo>
                  <a:pt x="61733" y="126089"/>
                </a:lnTo>
                <a:lnTo>
                  <a:pt x="62367" y="125639"/>
                </a:lnTo>
                <a:lnTo>
                  <a:pt x="62986" y="125175"/>
                </a:lnTo>
                <a:lnTo>
                  <a:pt x="63592" y="124698"/>
                </a:lnTo>
                <a:lnTo>
                  <a:pt x="64185" y="124207"/>
                </a:lnTo>
                <a:lnTo>
                  <a:pt x="64764" y="123703"/>
                </a:lnTo>
                <a:lnTo>
                  <a:pt x="65330" y="123186"/>
                </a:lnTo>
                <a:lnTo>
                  <a:pt x="65882" y="122654"/>
                </a:lnTo>
                <a:lnTo>
                  <a:pt x="66421" y="122110"/>
                </a:lnTo>
                <a:lnTo>
                  <a:pt x="66946" y="121552"/>
                </a:lnTo>
                <a:lnTo>
                  <a:pt x="67457" y="120980"/>
                </a:lnTo>
                <a:lnTo>
                  <a:pt x="67955" y="120395"/>
                </a:lnTo>
                <a:lnTo>
                  <a:pt x="68440" y="119796"/>
                </a:lnTo>
                <a:lnTo>
                  <a:pt x="68911" y="119184"/>
                </a:lnTo>
                <a:lnTo>
                  <a:pt x="69368" y="118558"/>
                </a:lnTo>
                <a:lnTo>
                  <a:pt x="69812" y="117919"/>
                </a:lnTo>
                <a:lnTo>
                  <a:pt x="70243" y="117266"/>
                </a:lnTo>
                <a:lnTo>
                  <a:pt x="70660" y="116599"/>
                </a:lnTo>
                <a:lnTo>
                  <a:pt x="71063" y="115920"/>
                </a:lnTo>
                <a:lnTo>
                  <a:pt x="71453" y="115226"/>
                </a:lnTo>
                <a:lnTo>
                  <a:pt x="71829" y="114521"/>
                </a:lnTo>
                <a:lnTo>
                  <a:pt x="72188" y="113806"/>
                </a:lnTo>
                <a:lnTo>
                  <a:pt x="72531" y="113080"/>
                </a:lnTo>
                <a:lnTo>
                  <a:pt x="72859" y="112345"/>
                </a:lnTo>
                <a:lnTo>
                  <a:pt x="73170" y="111599"/>
                </a:lnTo>
                <a:lnTo>
                  <a:pt x="73465" y="110843"/>
                </a:lnTo>
                <a:lnTo>
                  <a:pt x="73745" y="110077"/>
                </a:lnTo>
                <a:lnTo>
                  <a:pt x="74008" y="109301"/>
                </a:lnTo>
                <a:lnTo>
                  <a:pt x="74256" y="108515"/>
                </a:lnTo>
                <a:lnTo>
                  <a:pt x="74487" y="107719"/>
                </a:lnTo>
                <a:lnTo>
                  <a:pt x="74703" y="106912"/>
                </a:lnTo>
                <a:lnTo>
                  <a:pt x="74902" y="106096"/>
                </a:lnTo>
                <a:lnTo>
                  <a:pt x="75086" y="105269"/>
                </a:lnTo>
                <a:lnTo>
                  <a:pt x="75254" y="104432"/>
                </a:lnTo>
                <a:lnTo>
                  <a:pt x="75405" y="103585"/>
                </a:lnTo>
                <a:lnTo>
                  <a:pt x="75541" y="102728"/>
                </a:lnTo>
                <a:lnTo>
                  <a:pt x="75661" y="101861"/>
                </a:lnTo>
                <a:lnTo>
                  <a:pt x="75765" y="100984"/>
                </a:lnTo>
                <a:lnTo>
                  <a:pt x="75852" y="100096"/>
                </a:lnTo>
                <a:lnTo>
                  <a:pt x="75924" y="99199"/>
                </a:lnTo>
                <a:lnTo>
                  <a:pt x="75980" y="98291"/>
                </a:lnTo>
                <a:lnTo>
                  <a:pt x="76020" y="97373"/>
                </a:lnTo>
                <a:lnTo>
                  <a:pt x="76044" y="96445"/>
                </a:lnTo>
                <a:lnTo>
                  <a:pt x="76052" y="95507"/>
                </a:lnTo>
                <a:lnTo>
                  <a:pt x="60135" y="95507"/>
                </a:lnTo>
                <a:lnTo>
                  <a:pt x="60125" y="96412"/>
                </a:lnTo>
                <a:lnTo>
                  <a:pt x="60095" y="97299"/>
                </a:lnTo>
                <a:lnTo>
                  <a:pt x="60045" y="98169"/>
                </a:lnTo>
                <a:lnTo>
                  <a:pt x="59975" y="99022"/>
                </a:lnTo>
                <a:lnTo>
                  <a:pt x="59886" y="99857"/>
                </a:lnTo>
                <a:lnTo>
                  <a:pt x="59776" y="100674"/>
                </a:lnTo>
                <a:lnTo>
                  <a:pt x="59646" y="101474"/>
                </a:lnTo>
                <a:lnTo>
                  <a:pt x="59496" y="102257"/>
                </a:lnTo>
                <a:lnTo>
                  <a:pt x="59327" y="103022"/>
                </a:lnTo>
                <a:lnTo>
                  <a:pt x="59137" y="103769"/>
                </a:lnTo>
                <a:lnTo>
                  <a:pt x="58928" y="104500"/>
                </a:lnTo>
                <a:lnTo>
                  <a:pt x="58698" y="105212"/>
                </a:lnTo>
                <a:lnTo>
                  <a:pt x="58449" y="105907"/>
                </a:lnTo>
                <a:lnTo>
                  <a:pt x="58179" y="106585"/>
                </a:lnTo>
                <a:lnTo>
                  <a:pt x="57890" y="107245"/>
                </a:lnTo>
                <a:lnTo>
                  <a:pt x="57580" y="107887"/>
                </a:lnTo>
                <a:lnTo>
                  <a:pt x="57251" y="108512"/>
                </a:lnTo>
                <a:lnTo>
                  <a:pt x="56902" y="109120"/>
                </a:lnTo>
                <a:lnTo>
                  <a:pt x="56532" y="109710"/>
                </a:lnTo>
                <a:lnTo>
                  <a:pt x="56143" y="110283"/>
                </a:lnTo>
                <a:lnTo>
                  <a:pt x="55734" y="110838"/>
                </a:lnTo>
                <a:lnTo>
                  <a:pt x="55305" y="111375"/>
                </a:lnTo>
                <a:lnTo>
                  <a:pt x="54856" y="111895"/>
                </a:lnTo>
                <a:lnTo>
                  <a:pt x="54387" y="112398"/>
                </a:lnTo>
                <a:lnTo>
                  <a:pt x="53900" y="112881"/>
                </a:lnTo>
                <a:lnTo>
                  <a:pt x="53396" y="113344"/>
                </a:lnTo>
                <a:lnTo>
                  <a:pt x="52877" y="113786"/>
                </a:lnTo>
                <a:lnTo>
                  <a:pt x="52341" y="114208"/>
                </a:lnTo>
                <a:lnTo>
                  <a:pt x="51788" y="114609"/>
                </a:lnTo>
                <a:lnTo>
                  <a:pt x="51220" y="114990"/>
                </a:lnTo>
                <a:lnTo>
                  <a:pt x="50635" y="115350"/>
                </a:lnTo>
                <a:lnTo>
                  <a:pt x="50034" y="115689"/>
                </a:lnTo>
                <a:lnTo>
                  <a:pt x="49416" y="116008"/>
                </a:lnTo>
                <a:lnTo>
                  <a:pt x="48783" y="116306"/>
                </a:lnTo>
                <a:lnTo>
                  <a:pt x="48133" y="116584"/>
                </a:lnTo>
                <a:lnTo>
                  <a:pt x="47467" y="116841"/>
                </a:lnTo>
                <a:lnTo>
                  <a:pt x="46784" y="117077"/>
                </a:lnTo>
                <a:lnTo>
                  <a:pt x="46085" y="117293"/>
                </a:lnTo>
                <a:lnTo>
                  <a:pt x="45370" y="117489"/>
                </a:lnTo>
                <a:lnTo>
                  <a:pt x="44639" y="117663"/>
                </a:lnTo>
                <a:lnTo>
                  <a:pt x="43892" y="117818"/>
                </a:lnTo>
                <a:lnTo>
                  <a:pt x="43128" y="117951"/>
                </a:lnTo>
                <a:lnTo>
                  <a:pt x="42348" y="118065"/>
                </a:lnTo>
                <a:lnTo>
                  <a:pt x="41551" y="118157"/>
                </a:lnTo>
                <a:lnTo>
                  <a:pt x="40738" y="118229"/>
                </a:lnTo>
                <a:lnTo>
                  <a:pt x="39910" y="118281"/>
                </a:lnTo>
                <a:lnTo>
                  <a:pt x="39064" y="118311"/>
                </a:lnTo>
                <a:lnTo>
                  <a:pt x="38203" y="118322"/>
                </a:lnTo>
                <a:lnTo>
                  <a:pt x="37341" y="118311"/>
                </a:lnTo>
                <a:lnTo>
                  <a:pt x="36495" y="118281"/>
                </a:lnTo>
                <a:lnTo>
                  <a:pt x="35664" y="118229"/>
                </a:lnTo>
                <a:lnTo>
                  <a:pt x="34849" y="118157"/>
                </a:lnTo>
                <a:lnTo>
                  <a:pt x="34050" y="118065"/>
                </a:lnTo>
                <a:lnTo>
                  <a:pt x="33267" y="117951"/>
                </a:lnTo>
                <a:lnTo>
                  <a:pt x="32499" y="117818"/>
                </a:lnTo>
                <a:lnTo>
                  <a:pt x="31747" y="117663"/>
                </a:lnTo>
                <a:lnTo>
                  <a:pt x="31010" y="117489"/>
                </a:lnTo>
                <a:lnTo>
                  <a:pt x="30290" y="117293"/>
                </a:lnTo>
                <a:lnTo>
                  <a:pt x="29584" y="117077"/>
                </a:lnTo>
                <a:lnTo>
                  <a:pt x="28895" y="116841"/>
                </a:lnTo>
                <a:lnTo>
                  <a:pt x="28221" y="116584"/>
                </a:lnTo>
                <a:lnTo>
                  <a:pt x="27563" y="116306"/>
                </a:lnTo>
                <a:lnTo>
                  <a:pt x="26921" y="116008"/>
                </a:lnTo>
                <a:lnTo>
                  <a:pt x="26294" y="115689"/>
                </a:lnTo>
                <a:lnTo>
                  <a:pt x="25683" y="115350"/>
                </a:lnTo>
                <a:lnTo>
                  <a:pt x="25087" y="114990"/>
                </a:lnTo>
                <a:lnTo>
                  <a:pt x="24507" y="114609"/>
                </a:lnTo>
                <a:lnTo>
                  <a:pt x="23943" y="114208"/>
                </a:lnTo>
                <a:lnTo>
                  <a:pt x="23395" y="113786"/>
                </a:lnTo>
                <a:lnTo>
                  <a:pt x="22862" y="113344"/>
                </a:lnTo>
                <a:lnTo>
                  <a:pt x="22345" y="112881"/>
                </a:lnTo>
                <a:lnTo>
                  <a:pt x="21843" y="112398"/>
                </a:lnTo>
                <a:lnTo>
                  <a:pt x="21360" y="111895"/>
                </a:lnTo>
                <a:lnTo>
                  <a:pt x="20897" y="111375"/>
                </a:lnTo>
                <a:lnTo>
                  <a:pt x="20455" y="110838"/>
                </a:lnTo>
                <a:lnTo>
                  <a:pt x="20033" y="110283"/>
                </a:lnTo>
                <a:lnTo>
                  <a:pt x="19632" y="109710"/>
                </a:lnTo>
                <a:lnTo>
                  <a:pt x="19252" y="109120"/>
                </a:lnTo>
                <a:lnTo>
                  <a:pt x="18892" y="108512"/>
                </a:lnTo>
                <a:lnTo>
                  <a:pt x="18552" y="107887"/>
                </a:lnTo>
                <a:lnTo>
                  <a:pt x="18234" y="107245"/>
                </a:lnTo>
                <a:lnTo>
                  <a:pt x="17935" y="106585"/>
                </a:lnTo>
                <a:lnTo>
                  <a:pt x="17658" y="105907"/>
                </a:lnTo>
                <a:lnTo>
                  <a:pt x="17401" y="105212"/>
                </a:lnTo>
                <a:lnTo>
                  <a:pt x="17164" y="104500"/>
                </a:lnTo>
                <a:lnTo>
                  <a:pt x="16948" y="103769"/>
                </a:lnTo>
                <a:lnTo>
                  <a:pt x="16753" y="103022"/>
                </a:lnTo>
                <a:lnTo>
                  <a:pt x="16578" y="102257"/>
                </a:lnTo>
                <a:lnTo>
                  <a:pt x="16424" y="101474"/>
                </a:lnTo>
                <a:lnTo>
                  <a:pt x="16290" y="100674"/>
                </a:lnTo>
                <a:lnTo>
                  <a:pt x="16177" y="99857"/>
                </a:lnTo>
                <a:lnTo>
                  <a:pt x="16084" y="99022"/>
                </a:lnTo>
                <a:lnTo>
                  <a:pt x="16012" y="98169"/>
                </a:lnTo>
                <a:lnTo>
                  <a:pt x="15961" y="97299"/>
                </a:lnTo>
                <a:lnTo>
                  <a:pt x="15930" y="96412"/>
                </a:lnTo>
                <a:lnTo>
                  <a:pt x="15920" y="95507"/>
                </a:lnTo>
                <a:lnTo>
                  <a:pt x="15920" y="37142"/>
                </a:lnTo>
                <a:lnTo>
                  <a:pt x="15930" y="36237"/>
                </a:lnTo>
                <a:lnTo>
                  <a:pt x="15961" y="35350"/>
                </a:lnTo>
                <a:lnTo>
                  <a:pt x="16012" y="34480"/>
                </a:lnTo>
                <a:lnTo>
                  <a:pt x="16084" y="33627"/>
                </a:lnTo>
                <a:lnTo>
                  <a:pt x="16177" y="32792"/>
                </a:lnTo>
                <a:lnTo>
                  <a:pt x="16290" y="31975"/>
                </a:lnTo>
                <a:lnTo>
                  <a:pt x="16424" y="31175"/>
                </a:lnTo>
                <a:lnTo>
                  <a:pt x="16578" y="30392"/>
                </a:lnTo>
                <a:lnTo>
                  <a:pt x="16753" y="29627"/>
                </a:lnTo>
                <a:lnTo>
                  <a:pt x="16948" y="28880"/>
                </a:lnTo>
                <a:lnTo>
                  <a:pt x="17164" y="28150"/>
                </a:lnTo>
                <a:lnTo>
                  <a:pt x="17401" y="27438"/>
                </a:lnTo>
                <a:lnTo>
                  <a:pt x="17658" y="26743"/>
                </a:lnTo>
                <a:lnTo>
                  <a:pt x="17935" y="26065"/>
                </a:lnTo>
                <a:lnTo>
                  <a:pt x="18234" y="25405"/>
                </a:lnTo>
                <a:lnTo>
                  <a:pt x="18552" y="24763"/>
                </a:lnTo>
                <a:lnTo>
                  <a:pt x="18892" y="24138"/>
                </a:lnTo>
                <a:lnTo>
                  <a:pt x="19252" y="23531"/>
                </a:lnTo>
                <a:lnTo>
                  <a:pt x="19632" y="22941"/>
                </a:lnTo>
                <a:lnTo>
                  <a:pt x="20033" y="22368"/>
                </a:lnTo>
                <a:lnTo>
                  <a:pt x="20455" y="21813"/>
                </a:lnTo>
                <a:lnTo>
                  <a:pt x="20897" y="21276"/>
                </a:lnTo>
                <a:lnTo>
                  <a:pt x="21360" y="20756"/>
                </a:lnTo>
                <a:lnTo>
                  <a:pt x="21843" y="20254"/>
                </a:lnTo>
                <a:lnTo>
                  <a:pt x="22345" y="19770"/>
                </a:lnTo>
                <a:lnTo>
                  <a:pt x="22862" y="19307"/>
                </a:lnTo>
                <a:lnTo>
                  <a:pt x="23395" y="18865"/>
                </a:lnTo>
                <a:lnTo>
                  <a:pt x="23943" y="18443"/>
                </a:lnTo>
                <a:lnTo>
                  <a:pt x="24507" y="18042"/>
                </a:lnTo>
                <a:lnTo>
                  <a:pt x="25087" y="17661"/>
                </a:lnTo>
                <a:lnTo>
                  <a:pt x="25683" y="17301"/>
                </a:lnTo>
                <a:lnTo>
                  <a:pt x="26294" y="16961"/>
                </a:lnTo>
                <a:lnTo>
                  <a:pt x="26921" y="16642"/>
                </a:lnTo>
                <a:lnTo>
                  <a:pt x="27563" y="16344"/>
                </a:lnTo>
                <a:lnTo>
                  <a:pt x="28221" y="16066"/>
                </a:lnTo>
                <a:lnTo>
                  <a:pt x="28895" y="15809"/>
                </a:lnTo>
                <a:lnTo>
                  <a:pt x="29584" y="15572"/>
                </a:lnTo>
                <a:lnTo>
                  <a:pt x="30290" y="15356"/>
                </a:lnTo>
                <a:lnTo>
                  <a:pt x="31010" y="15161"/>
                </a:lnTo>
                <a:lnTo>
                  <a:pt x="31747" y="14986"/>
                </a:lnTo>
                <a:lnTo>
                  <a:pt x="32499" y="14832"/>
                </a:lnTo>
                <a:lnTo>
                  <a:pt x="33267" y="14698"/>
                </a:lnTo>
                <a:lnTo>
                  <a:pt x="34050" y="14585"/>
                </a:lnTo>
                <a:lnTo>
                  <a:pt x="34849" y="14492"/>
                </a:lnTo>
                <a:lnTo>
                  <a:pt x="35664" y="14420"/>
                </a:lnTo>
                <a:lnTo>
                  <a:pt x="36495" y="14369"/>
                </a:lnTo>
                <a:lnTo>
                  <a:pt x="37341" y="14338"/>
                </a:lnTo>
                <a:lnTo>
                  <a:pt x="38203" y="14327"/>
                </a:lnTo>
                <a:lnTo>
                  <a:pt x="39064" y="14338"/>
                </a:lnTo>
                <a:lnTo>
                  <a:pt x="39910" y="14369"/>
                </a:lnTo>
                <a:lnTo>
                  <a:pt x="40738" y="14420"/>
                </a:lnTo>
                <a:lnTo>
                  <a:pt x="41551" y="14492"/>
                </a:lnTo>
                <a:lnTo>
                  <a:pt x="42348" y="14585"/>
                </a:lnTo>
                <a:lnTo>
                  <a:pt x="43128" y="14698"/>
                </a:lnTo>
                <a:lnTo>
                  <a:pt x="43892" y="14832"/>
                </a:lnTo>
                <a:lnTo>
                  <a:pt x="44639" y="14986"/>
                </a:lnTo>
                <a:lnTo>
                  <a:pt x="45370" y="15161"/>
                </a:lnTo>
                <a:lnTo>
                  <a:pt x="46085" y="15356"/>
                </a:lnTo>
                <a:lnTo>
                  <a:pt x="46784" y="15572"/>
                </a:lnTo>
                <a:lnTo>
                  <a:pt x="47467" y="15809"/>
                </a:lnTo>
                <a:lnTo>
                  <a:pt x="48133" y="16066"/>
                </a:lnTo>
                <a:lnTo>
                  <a:pt x="48783" y="16344"/>
                </a:lnTo>
                <a:lnTo>
                  <a:pt x="49416" y="16642"/>
                </a:lnTo>
                <a:lnTo>
                  <a:pt x="50034" y="16961"/>
                </a:lnTo>
                <a:lnTo>
                  <a:pt x="50635" y="17301"/>
                </a:lnTo>
                <a:lnTo>
                  <a:pt x="51220" y="17661"/>
                </a:lnTo>
                <a:lnTo>
                  <a:pt x="51788" y="18042"/>
                </a:lnTo>
                <a:lnTo>
                  <a:pt x="52341" y="18443"/>
                </a:lnTo>
                <a:lnTo>
                  <a:pt x="52877" y="18865"/>
                </a:lnTo>
                <a:lnTo>
                  <a:pt x="53396" y="19307"/>
                </a:lnTo>
                <a:lnTo>
                  <a:pt x="53900" y="19770"/>
                </a:lnTo>
                <a:lnTo>
                  <a:pt x="54387" y="20254"/>
                </a:lnTo>
                <a:lnTo>
                  <a:pt x="54856" y="20756"/>
                </a:lnTo>
                <a:lnTo>
                  <a:pt x="55305" y="21276"/>
                </a:lnTo>
                <a:lnTo>
                  <a:pt x="55734" y="21813"/>
                </a:lnTo>
                <a:lnTo>
                  <a:pt x="56143" y="22368"/>
                </a:lnTo>
                <a:lnTo>
                  <a:pt x="56532" y="22941"/>
                </a:lnTo>
                <a:lnTo>
                  <a:pt x="56902" y="23531"/>
                </a:lnTo>
                <a:lnTo>
                  <a:pt x="57251" y="24138"/>
                </a:lnTo>
                <a:lnTo>
                  <a:pt x="57580" y="24763"/>
                </a:lnTo>
                <a:lnTo>
                  <a:pt x="57890" y="25405"/>
                </a:lnTo>
                <a:lnTo>
                  <a:pt x="58179" y="26065"/>
                </a:lnTo>
                <a:lnTo>
                  <a:pt x="58449" y="26743"/>
                </a:lnTo>
                <a:lnTo>
                  <a:pt x="58698" y="27438"/>
                </a:lnTo>
                <a:lnTo>
                  <a:pt x="58928" y="28150"/>
                </a:lnTo>
                <a:lnTo>
                  <a:pt x="59137" y="28880"/>
                </a:lnTo>
                <a:lnTo>
                  <a:pt x="59327" y="29627"/>
                </a:lnTo>
                <a:lnTo>
                  <a:pt x="59496" y="30392"/>
                </a:lnTo>
                <a:lnTo>
                  <a:pt x="59646" y="31175"/>
                </a:lnTo>
                <a:lnTo>
                  <a:pt x="59776" y="31975"/>
                </a:lnTo>
                <a:lnTo>
                  <a:pt x="59886" y="32792"/>
                </a:lnTo>
                <a:lnTo>
                  <a:pt x="59975" y="33627"/>
                </a:lnTo>
                <a:lnTo>
                  <a:pt x="60045" y="34480"/>
                </a:lnTo>
                <a:lnTo>
                  <a:pt x="60095" y="35350"/>
                </a:lnTo>
                <a:lnTo>
                  <a:pt x="60125" y="36237"/>
                </a:lnTo>
                <a:lnTo>
                  <a:pt x="60135" y="37142"/>
                </a:lnTo>
                <a:lnTo>
                  <a:pt x="76052" y="37142"/>
                </a:lnTo>
                <a:lnTo>
                  <a:pt x="76044" y="36190"/>
                </a:lnTo>
                <a:lnTo>
                  <a:pt x="76020" y="35248"/>
                </a:lnTo>
                <a:lnTo>
                  <a:pt x="75980" y="34318"/>
                </a:lnTo>
                <a:lnTo>
                  <a:pt x="75924" y="33398"/>
                </a:lnTo>
                <a:lnTo>
                  <a:pt x="75852" y="32490"/>
                </a:lnTo>
                <a:lnTo>
                  <a:pt x="75765" y="31593"/>
                </a:lnTo>
                <a:lnTo>
                  <a:pt x="75661" y="30707"/>
                </a:lnTo>
                <a:lnTo>
                  <a:pt x="75541" y="29832"/>
                </a:lnTo>
                <a:lnTo>
                  <a:pt x="75405" y="28968"/>
                </a:lnTo>
                <a:lnTo>
                  <a:pt x="75254" y="28115"/>
                </a:lnTo>
                <a:lnTo>
                  <a:pt x="75086" y="27273"/>
                </a:lnTo>
                <a:lnTo>
                  <a:pt x="74902" y="26442"/>
                </a:lnTo>
                <a:lnTo>
                  <a:pt x="74703" y="25622"/>
                </a:lnTo>
                <a:lnTo>
                  <a:pt x="74487" y="24813"/>
                </a:lnTo>
                <a:lnTo>
                  <a:pt x="74256" y="24016"/>
                </a:lnTo>
                <a:lnTo>
                  <a:pt x="74008" y="23229"/>
                </a:lnTo>
                <a:lnTo>
                  <a:pt x="73745" y="22453"/>
                </a:lnTo>
                <a:lnTo>
                  <a:pt x="73465" y="21689"/>
                </a:lnTo>
                <a:lnTo>
                  <a:pt x="73170" y="20935"/>
                </a:lnTo>
                <a:lnTo>
                  <a:pt x="72859" y="20193"/>
                </a:lnTo>
                <a:lnTo>
                  <a:pt x="72531" y="19461"/>
                </a:lnTo>
                <a:lnTo>
                  <a:pt x="72188" y="18741"/>
                </a:lnTo>
                <a:lnTo>
                  <a:pt x="71829" y="18032"/>
                </a:lnTo>
                <a:lnTo>
                  <a:pt x="71453" y="17334"/>
                </a:lnTo>
                <a:lnTo>
                  <a:pt x="71063" y="16648"/>
                </a:lnTo>
                <a:lnTo>
                  <a:pt x="70660" y="15975"/>
                </a:lnTo>
                <a:lnTo>
                  <a:pt x="70243" y="15315"/>
                </a:lnTo>
                <a:lnTo>
                  <a:pt x="69812" y="14669"/>
                </a:lnTo>
                <a:lnTo>
                  <a:pt x="69368" y="14035"/>
                </a:lnTo>
                <a:lnTo>
                  <a:pt x="68911" y="13415"/>
                </a:lnTo>
                <a:lnTo>
                  <a:pt x="68440" y="12809"/>
                </a:lnTo>
                <a:lnTo>
                  <a:pt x="67955" y="12215"/>
                </a:lnTo>
                <a:lnTo>
                  <a:pt x="67457" y="11634"/>
                </a:lnTo>
                <a:lnTo>
                  <a:pt x="66946" y="11067"/>
                </a:lnTo>
                <a:lnTo>
                  <a:pt x="66421" y="10513"/>
                </a:lnTo>
                <a:lnTo>
                  <a:pt x="65882" y="9972"/>
                </a:lnTo>
                <a:lnTo>
                  <a:pt x="65330" y="9445"/>
                </a:lnTo>
                <a:lnTo>
                  <a:pt x="64764" y="8930"/>
                </a:lnTo>
                <a:lnTo>
                  <a:pt x="64185" y="8429"/>
                </a:lnTo>
                <a:lnTo>
                  <a:pt x="63592" y="7941"/>
                </a:lnTo>
                <a:lnTo>
                  <a:pt x="62986" y="7466"/>
                </a:lnTo>
                <a:lnTo>
                  <a:pt x="62367" y="7005"/>
                </a:lnTo>
                <a:lnTo>
                  <a:pt x="61733" y="6556"/>
                </a:lnTo>
                <a:lnTo>
                  <a:pt x="61087" y="6121"/>
                </a:lnTo>
                <a:lnTo>
                  <a:pt x="60426" y="5699"/>
                </a:lnTo>
                <a:lnTo>
                  <a:pt x="59753" y="5290"/>
                </a:lnTo>
                <a:lnTo>
                  <a:pt x="59065" y="4895"/>
                </a:lnTo>
                <a:lnTo>
                  <a:pt x="58365" y="4512"/>
                </a:lnTo>
                <a:lnTo>
                  <a:pt x="57652" y="4144"/>
                </a:lnTo>
                <a:lnTo>
                  <a:pt x="56928" y="3792"/>
                </a:lnTo>
                <a:lnTo>
                  <a:pt x="56192" y="3455"/>
                </a:lnTo>
                <a:lnTo>
                  <a:pt x="55446" y="3133"/>
                </a:lnTo>
                <a:lnTo>
                  <a:pt x="54689" y="2828"/>
                </a:lnTo>
                <a:lnTo>
                  <a:pt x="53921" y="2538"/>
                </a:lnTo>
                <a:lnTo>
                  <a:pt x="53141" y="2264"/>
                </a:lnTo>
                <a:lnTo>
                  <a:pt x="52351" y="2005"/>
                </a:lnTo>
                <a:lnTo>
                  <a:pt x="51550" y="1763"/>
                </a:lnTo>
                <a:lnTo>
                  <a:pt x="50737" y="1535"/>
                </a:lnTo>
                <a:lnTo>
                  <a:pt x="49914" y="1324"/>
                </a:lnTo>
                <a:lnTo>
                  <a:pt x="49079" y="1128"/>
                </a:lnTo>
                <a:lnTo>
                  <a:pt x="48234" y="948"/>
                </a:lnTo>
                <a:lnTo>
                  <a:pt x="47377" y="783"/>
                </a:lnTo>
                <a:lnTo>
                  <a:pt x="46509" y="635"/>
                </a:lnTo>
                <a:lnTo>
                  <a:pt x="45630" y="501"/>
                </a:lnTo>
                <a:lnTo>
                  <a:pt x="44741" y="384"/>
                </a:lnTo>
                <a:lnTo>
                  <a:pt x="43840" y="282"/>
                </a:lnTo>
                <a:lnTo>
                  <a:pt x="42928" y="196"/>
                </a:lnTo>
                <a:lnTo>
                  <a:pt x="42005" y="125"/>
                </a:lnTo>
                <a:lnTo>
                  <a:pt x="41071" y="71"/>
                </a:lnTo>
                <a:lnTo>
                  <a:pt x="40126" y="31"/>
                </a:lnTo>
                <a:lnTo>
                  <a:pt x="39170" y="8"/>
                </a:lnTo>
                <a:lnTo>
                  <a:pt x="38203" y="0"/>
                </a:lnTo>
                <a:lnTo>
                  <a:pt x="37235" y="8"/>
                </a:lnTo>
                <a:lnTo>
                  <a:pt x="36279" y="31"/>
                </a:lnTo>
                <a:lnTo>
                  <a:pt x="35333" y="69"/>
                </a:lnTo>
                <a:lnTo>
                  <a:pt x="34398" y="123"/>
                </a:lnTo>
                <a:lnTo>
                  <a:pt x="33474" y="192"/>
                </a:lnTo>
                <a:lnTo>
                  <a:pt x="32560" y="276"/>
                </a:lnTo>
                <a:lnTo>
                  <a:pt x="31657" y="376"/>
                </a:lnTo>
                <a:lnTo>
                  <a:pt x="30765" y="491"/>
                </a:lnTo>
                <a:lnTo>
                  <a:pt x="29884" y="622"/>
                </a:lnTo>
                <a:lnTo>
                  <a:pt x="29013" y="768"/>
                </a:lnTo>
                <a:lnTo>
                  <a:pt x="28153" y="929"/>
                </a:lnTo>
                <a:lnTo>
                  <a:pt x="27304" y="1106"/>
                </a:lnTo>
                <a:lnTo>
                  <a:pt x="26466" y="1298"/>
                </a:lnTo>
                <a:lnTo>
                  <a:pt x="25638" y="1505"/>
                </a:lnTo>
                <a:lnTo>
                  <a:pt x="24821" y="1728"/>
                </a:lnTo>
                <a:lnTo>
                  <a:pt x="24015" y="1966"/>
                </a:lnTo>
                <a:lnTo>
                  <a:pt x="23219" y="2219"/>
                </a:lnTo>
                <a:lnTo>
                  <a:pt x="22435" y="2488"/>
                </a:lnTo>
                <a:lnTo>
                  <a:pt x="21661" y="2772"/>
                </a:lnTo>
                <a:lnTo>
                  <a:pt x="20897" y="3072"/>
                </a:lnTo>
                <a:lnTo>
                  <a:pt x="20145" y="3386"/>
                </a:lnTo>
                <a:lnTo>
                  <a:pt x="19403" y="3717"/>
                </a:lnTo>
                <a:lnTo>
                  <a:pt x="18672" y="4062"/>
                </a:lnTo>
                <a:lnTo>
                  <a:pt x="17952" y="4423"/>
                </a:lnTo>
                <a:lnTo>
                  <a:pt x="17244" y="4798"/>
                </a:lnTo>
                <a:lnTo>
                  <a:pt x="16549" y="5187"/>
                </a:lnTo>
                <a:lnTo>
                  <a:pt x="15868" y="5589"/>
                </a:lnTo>
                <a:lnTo>
                  <a:pt x="15201" y="6005"/>
                </a:lnTo>
                <a:lnTo>
                  <a:pt x="14547" y="6434"/>
                </a:lnTo>
                <a:lnTo>
                  <a:pt x="13907" y="6877"/>
                </a:lnTo>
                <a:lnTo>
                  <a:pt x="13280" y="7333"/>
                </a:lnTo>
                <a:lnTo>
                  <a:pt x="12666" y="7803"/>
                </a:lnTo>
                <a:lnTo>
                  <a:pt x="12066" y="8286"/>
                </a:lnTo>
                <a:lnTo>
                  <a:pt x="11480" y="8783"/>
                </a:lnTo>
                <a:lnTo>
                  <a:pt x="10907" y="9293"/>
                </a:lnTo>
                <a:lnTo>
                  <a:pt x="10347" y="9817"/>
                </a:lnTo>
                <a:lnTo>
                  <a:pt x="9802" y="10355"/>
                </a:lnTo>
                <a:lnTo>
                  <a:pt x="9269" y="10905"/>
                </a:lnTo>
                <a:lnTo>
                  <a:pt x="8750" y="11470"/>
                </a:lnTo>
                <a:lnTo>
                  <a:pt x="8245" y="12048"/>
                </a:lnTo>
                <a:lnTo>
                  <a:pt x="7753" y="12639"/>
                </a:lnTo>
                <a:lnTo>
                  <a:pt x="7275" y="13244"/>
                </a:lnTo>
                <a:lnTo>
                  <a:pt x="6810" y="13863"/>
                </a:lnTo>
                <a:lnTo>
                  <a:pt x="6358" y="14495"/>
                </a:lnTo>
                <a:lnTo>
                  <a:pt x="5920" y="15140"/>
                </a:lnTo>
                <a:lnTo>
                  <a:pt x="5496" y="15800"/>
                </a:lnTo>
                <a:lnTo>
                  <a:pt x="5085" y="16472"/>
                </a:lnTo>
                <a:lnTo>
                  <a:pt x="4688" y="17158"/>
                </a:lnTo>
                <a:lnTo>
                  <a:pt x="4305" y="17857"/>
                </a:lnTo>
                <a:lnTo>
                  <a:pt x="3939" y="18567"/>
                </a:lnTo>
                <a:lnTo>
                  <a:pt x="3589" y="19289"/>
                </a:lnTo>
                <a:lnTo>
                  <a:pt x="3255" y="20022"/>
                </a:lnTo>
                <a:lnTo>
                  <a:pt x="2938" y="20767"/>
                </a:lnTo>
                <a:lnTo>
                  <a:pt x="2637" y="21524"/>
                </a:lnTo>
                <a:lnTo>
                  <a:pt x="2352" y="22293"/>
                </a:lnTo>
                <a:lnTo>
                  <a:pt x="2083" y="23073"/>
                </a:lnTo>
                <a:lnTo>
                  <a:pt x="1831" y="23865"/>
                </a:lnTo>
                <a:lnTo>
                  <a:pt x="1595" y="24668"/>
                </a:lnTo>
                <a:lnTo>
                  <a:pt x="1375" y="25483"/>
                </a:lnTo>
                <a:lnTo>
                  <a:pt x="1172" y="26310"/>
                </a:lnTo>
                <a:lnTo>
                  <a:pt x="985" y="27149"/>
                </a:lnTo>
                <a:lnTo>
                  <a:pt x="814" y="27999"/>
                </a:lnTo>
                <a:lnTo>
                  <a:pt x="659" y="28861"/>
                </a:lnTo>
                <a:lnTo>
                  <a:pt x="521" y="29734"/>
                </a:lnTo>
                <a:lnTo>
                  <a:pt x="399" y="30619"/>
                </a:lnTo>
                <a:lnTo>
                  <a:pt x="293" y="31516"/>
                </a:lnTo>
                <a:lnTo>
                  <a:pt x="203" y="32425"/>
                </a:lnTo>
                <a:lnTo>
                  <a:pt x="130" y="33345"/>
                </a:lnTo>
                <a:lnTo>
                  <a:pt x="73" y="34277"/>
                </a:lnTo>
                <a:lnTo>
                  <a:pt x="33" y="35220"/>
                </a:lnTo>
                <a:lnTo>
                  <a:pt x="8" y="36175"/>
                </a:lnTo>
                <a:lnTo>
                  <a:pt x="0" y="37142"/>
                </a:lnTo>
                <a:lnTo>
                  <a:pt x="0" y="95507"/>
                </a:lnTo>
                <a:lnTo>
                  <a:pt x="8" y="96460"/>
                </a:lnTo>
                <a:lnTo>
                  <a:pt x="33" y="97401"/>
                </a:lnTo>
                <a:lnTo>
                  <a:pt x="73" y="98333"/>
                </a:lnTo>
                <a:lnTo>
                  <a:pt x="130" y="99253"/>
                </a:lnTo>
                <a:lnTo>
                  <a:pt x="203" y="100163"/>
                </a:lnTo>
                <a:lnTo>
                  <a:pt x="293" y="101062"/>
                </a:lnTo>
                <a:lnTo>
                  <a:pt x="399" y="101950"/>
                </a:lnTo>
                <a:lnTo>
                  <a:pt x="521" y="102827"/>
                </a:lnTo>
                <a:lnTo>
                  <a:pt x="659" y="103694"/>
                </a:lnTo>
                <a:lnTo>
                  <a:pt x="814" y="104550"/>
                </a:lnTo>
                <a:lnTo>
                  <a:pt x="985" y="105395"/>
                </a:lnTo>
                <a:lnTo>
                  <a:pt x="1172" y="106229"/>
                </a:lnTo>
                <a:lnTo>
                  <a:pt x="1375" y="107053"/>
                </a:lnTo>
                <a:lnTo>
                  <a:pt x="1595" y="107866"/>
                </a:lnTo>
                <a:lnTo>
                  <a:pt x="1831" y="108668"/>
                </a:lnTo>
                <a:lnTo>
                  <a:pt x="2083" y="109460"/>
                </a:lnTo>
                <a:lnTo>
                  <a:pt x="2352" y="110240"/>
                </a:lnTo>
                <a:lnTo>
                  <a:pt x="2637" y="111010"/>
                </a:lnTo>
                <a:lnTo>
                  <a:pt x="2938" y="111770"/>
                </a:lnTo>
                <a:lnTo>
                  <a:pt x="3255" y="112518"/>
                </a:lnTo>
                <a:lnTo>
                  <a:pt x="3589" y="113256"/>
                </a:lnTo>
                <a:lnTo>
                  <a:pt x="3939" y="113983"/>
                </a:lnTo>
                <a:lnTo>
                  <a:pt x="4305" y="114699"/>
                </a:lnTo>
                <a:lnTo>
                  <a:pt x="4688" y="115404"/>
                </a:lnTo>
                <a:lnTo>
                  <a:pt x="5085" y="116098"/>
                </a:lnTo>
                <a:lnTo>
                  <a:pt x="5496" y="116777"/>
                </a:lnTo>
                <a:lnTo>
                  <a:pt x="5920" y="117442"/>
                </a:lnTo>
                <a:lnTo>
                  <a:pt x="6358" y="118094"/>
                </a:lnTo>
                <a:lnTo>
                  <a:pt x="6810" y="118732"/>
                </a:lnTo>
                <a:lnTo>
                  <a:pt x="7275" y="119356"/>
                </a:lnTo>
                <a:lnTo>
                  <a:pt x="7753" y="119966"/>
                </a:lnTo>
                <a:lnTo>
                  <a:pt x="8245" y="120563"/>
                </a:lnTo>
                <a:lnTo>
                  <a:pt x="8750" y="121145"/>
                </a:lnTo>
                <a:lnTo>
                  <a:pt x="9269" y="121714"/>
                </a:lnTo>
                <a:lnTo>
                  <a:pt x="9802" y="122269"/>
                </a:lnTo>
                <a:lnTo>
                  <a:pt x="10347" y="122810"/>
                </a:lnTo>
                <a:lnTo>
                  <a:pt x="10907" y="123338"/>
                </a:lnTo>
                <a:lnTo>
                  <a:pt x="11480" y="123851"/>
                </a:lnTo>
                <a:lnTo>
                  <a:pt x="12066" y="124351"/>
                </a:lnTo>
                <a:lnTo>
                  <a:pt x="12666" y="124837"/>
                </a:lnTo>
                <a:lnTo>
                  <a:pt x="13280" y="125309"/>
                </a:lnTo>
                <a:lnTo>
                  <a:pt x="13907" y="125767"/>
                </a:lnTo>
                <a:lnTo>
                  <a:pt x="14547" y="126211"/>
                </a:lnTo>
                <a:lnTo>
                  <a:pt x="15201" y="126642"/>
                </a:lnTo>
                <a:lnTo>
                  <a:pt x="15868" y="127059"/>
                </a:lnTo>
                <a:lnTo>
                  <a:pt x="16549" y="127462"/>
                </a:lnTo>
                <a:lnTo>
                  <a:pt x="17244" y="127851"/>
                </a:lnTo>
                <a:lnTo>
                  <a:pt x="17952" y="128226"/>
                </a:lnTo>
                <a:lnTo>
                  <a:pt x="18672" y="128587"/>
                </a:lnTo>
                <a:lnTo>
                  <a:pt x="19403" y="128932"/>
                </a:lnTo>
                <a:lnTo>
                  <a:pt x="20145" y="129262"/>
                </a:lnTo>
                <a:lnTo>
                  <a:pt x="20897" y="129577"/>
                </a:lnTo>
                <a:lnTo>
                  <a:pt x="21661" y="129876"/>
                </a:lnTo>
                <a:lnTo>
                  <a:pt x="22435" y="130160"/>
                </a:lnTo>
                <a:lnTo>
                  <a:pt x="23219" y="130428"/>
                </a:lnTo>
                <a:lnTo>
                  <a:pt x="24015" y="130682"/>
                </a:lnTo>
                <a:lnTo>
                  <a:pt x="24821" y="130920"/>
                </a:lnTo>
                <a:lnTo>
                  <a:pt x="25638" y="131142"/>
                </a:lnTo>
                <a:lnTo>
                  <a:pt x="26466" y="131349"/>
                </a:lnTo>
                <a:lnTo>
                  <a:pt x="27304" y="131541"/>
                </a:lnTo>
                <a:lnTo>
                  <a:pt x="28153" y="131718"/>
                </a:lnTo>
                <a:lnTo>
                  <a:pt x="29013" y="131879"/>
                </a:lnTo>
                <a:lnTo>
                  <a:pt x="29884" y="132025"/>
                </a:lnTo>
                <a:lnTo>
                  <a:pt x="30765" y="132155"/>
                </a:lnTo>
                <a:lnTo>
                  <a:pt x="31657" y="132270"/>
                </a:lnTo>
                <a:lnTo>
                  <a:pt x="32560" y="132370"/>
                </a:lnTo>
                <a:lnTo>
                  <a:pt x="33474" y="132455"/>
                </a:lnTo>
                <a:lnTo>
                  <a:pt x="34398" y="132524"/>
                </a:lnTo>
                <a:lnTo>
                  <a:pt x="35333" y="132577"/>
                </a:lnTo>
                <a:lnTo>
                  <a:pt x="36279" y="132616"/>
                </a:lnTo>
                <a:lnTo>
                  <a:pt x="37235" y="132639"/>
                </a:lnTo>
                <a:lnTo>
                  <a:pt x="38203" y="132646"/>
                </a:lnTo>
                <a:lnTo>
                  <a:pt x="39170" y="132639"/>
                </a:lnTo>
                <a:lnTo>
                  <a:pt x="40126" y="132615"/>
                </a:lnTo>
                <a:lnTo>
                  <a:pt x="41071" y="132576"/>
                </a:lnTo>
                <a:close/>
                <a:moveTo>
                  <a:pt x="571977" y="130849"/>
                </a:moveTo>
                <a:lnTo>
                  <a:pt x="572936" y="130811"/>
                </a:lnTo>
                <a:lnTo>
                  <a:pt x="573882" y="130758"/>
                </a:lnTo>
                <a:lnTo>
                  <a:pt x="574817" y="130691"/>
                </a:lnTo>
                <a:lnTo>
                  <a:pt x="575741" y="130608"/>
                </a:lnTo>
                <a:lnTo>
                  <a:pt x="576652" y="130510"/>
                </a:lnTo>
                <a:lnTo>
                  <a:pt x="577552" y="130397"/>
                </a:lnTo>
                <a:lnTo>
                  <a:pt x="578440" y="130270"/>
                </a:lnTo>
                <a:lnTo>
                  <a:pt x="579317" y="130127"/>
                </a:lnTo>
                <a:lnTo>
                  <a:pt x="580182" y="129969"/>
                </a:lnTo>
                <a:lnTo>
                  <a:pt x="581035" y="129796"/>
                </a:lnTo>
                <a:lnTo>
                  <a:pt x="581877" y="129608"/>
                </a:lnTo>
                <a:lnTo>
                  <a:pt x="582707" y="129405"/>
                </a:lnTo>
                <a:lnTo>
                  <a:pt x="583525" y="129187"/>
                </a:lnTo>
                <a:lnTo>
                  <a:pt x="584331" y="128954"/>
                </a:lnTo>
                <a:lnTo>
                  <a:pt x="585126" y="128705"/>
                </a:lnTo>
                <a:lnTo>
                  <a:pt x="585909" y="128442"/>
                </a:lnTo>
                <a:lnTo>
                  <a:pt x="586681" y="128164"/>
                </a:lnTo>
                <a:lnTo>
                  <a:pt x="587441" y="127871"/>
                </a:lnTo>
                <a:lnTo>
                  <a:pt x="588189" y="127562"/>
                </a:lnTo>
                <a:lnTo>
                  <a:pt x="588925" y="127239"/>
                </a:lnTo>
                <a:lnTo>
                  <a:pt x="589650" y="126901"/>
                </a:lnTo>
                <a:lnTo>
                  <a:pt x="590363" y="126547"/>
                </a:lnTo>
                <a:lnTo>
                  <a:pt x="591064" y="126180"/>
                </a:lnTo>
                <a:lnTo>
                  <a:pt x="591751" y="125799"/>
                </a:lnTo>
                <a:lnTo>
                  <a:pt x="592425" y="125404"/>
                </a:lnTo>
                <a:lnTo>
                  <a:pt x="593085" y="124997"/>
                </a:lnTo>
                <a:lnTo>
                  <a:pt x="593732" y="124576"/>
                </a:lnTo>
                <a:lnTo>
                  <a:pt x="594365" y="124143"/>
                </a:lnTo>
                <a:lnTo>
                  <a:pt x="594985" y="123696"/>
                </a:lnTo>
                <a:lnTo>
                  <a:pt x="595591" y="123235"/>
                </a:lnTo>
                <a:lnTo>
                  <a:pt x="596183" y="122762"/>
                </a:lnTo>
                <a:lnTo>
                  <a:pt x="596763" y="122275"/>
                </a:lnTo>
                <a:lnTo>
                  <a:pt x="597328" y="121776"/>
                </a:lnTo>
                <a:lnTo>
                  <a:pt x="597880" y="121263"/>
                </a:lnTo>
                <a:lnTo>
                  <a:pt x="598419" y="120736"/>
                </a:lnTo>
                <a:lnTo>
                  <a:pt x="598944" y="120197"/>
                </a:lnTo>
                <a:lnTo>
                  <a:pt x="599456" y="119644"/>
                </a:lnTo>
                <a:lnTo>
                  <a:pt x="599954" y="119079"/>
                </a:lnTo>
                <a:lnTo>
                  <a:pt x="600438" y="118499"/>
                </a:lnTo>
                <a:lnTo>
                  <a:pt x="600909" y="117907"/>
                </a:lnTo>
                <a:lnTo>
                  <a:pt x="601367" y="117302"/>
                </a:lnTo>
                <a:lnTo>
                  <a:pt x="601811" y="116683"/>
                </a:lnTo>
                <a:lnTo>
                  <a:pt x="602241" y="116051"/>
                </a:lnTo>
                <a:lnTo>
                  <a:pt x="602658" y="115406"/>
                </a:lnTo>
                <a:lnTo>
                  <a:pt x="603062" y="114748"/>
                </a:lnTo>
                <a:lnTo>
                  <a:pt x="603452" y="114077"/>
                </a:lnTo>
                <a:lnTo>
                  <a:pt x="603827" y="113394"/>
                </a:lnTo>
                <a:lnTo>
                  <a:pt x="604186" y="112701"/>
                </a:lnTo>
                <a:lnTo>
                  <a:pt x="604530" y="111998"/>
                </a:lnTo>
                <a:lnTo>
                  <a:pt x="604857" y="111286"/>
                </a:lnTo>
                <a:lnTo>
                  <a:pt x="605168" y="110564"/>
                </a:lnTo>
                <a:lnTo>
                  <a:pt x="605464" y="109832"/>
                </a:lnTo>
                <a:lnTo>
                  <a:pt x="605743" y="109090"/>
                </a:lnTo>
                <a:lnTo>
                  <a:pt x="606007" y="108338"/>
                </a:lnTo>
                <a:lnTo>
                  <a:pt x="606254" y="107576"/>
                </a:lnTo>
                <a:lnTo>
                  <a:pt x="606486" y="106805"/>
                </a:lnTo>
                <a:lnTo>
                  <a:pt x="606701" y="106024"/>
                </a:lnTo>
                <a:lnTo>
                  <a:pt x="606901" y="105233"/>
                </a:lnTo>
                <a:lnTo>
                  <a:pt x="607084" y="104432"/>
                </a:lnTo>
                <a:lnTo>
                  <a:pt x="607252" y="103622"/>
                </a:lnTo>
                <a:lnTo>
                  <a:pt x="607404" y="102801"/>
                </a:lnTo>
                <a:lnTo>
                  <a:pt x="607539" y="101971"/>
                </a:lnTo>
                <a:lnTo>
                  <a:pt x="607659" y="101131"/>
                </a:lnTo>
                <a:lnTo>
                  <a:pt x="607763" y="100281"/>
                </a:lnTo>
                <a:lnTo>
                  <a:pt x="607851" y="99421"/>
                </a:lnTo>
                <a:lnTo>
                  <a:pt x="607923" y="98552"/>
                </a:lnTo>
                <a:lnTo>
                  <a:pt x="607979" y="97672"/>
                </a:lnTo>
                <a:lnTo>
                  <a:pt x="608018" y="96783"/>
                </a:lnTo>
                <a:lnTo>
                  <a:pt x="608042" y="95884"/>
                </a:lnTo>
                <a:lnTo>
                  <a:pt x="608050" y="94975"/>
                </a:lnTo>
                <a:lnTo>
                  <a:pt x="608045" y="94300"/>
                </a:lnTo>
                <a:lnTo>
                  <a:pt x="608028" y="93629"/>
                </a:lnTo>
                <a:lnTo>
                  <a:pt x="607999" y="92962"/>
                </a:lnTo>
                <a:lnTo>
                  <a:pt x="607959" y="92301"/>
                </a:lnTo>
                <a:lnTo>
                  <a:pt x="607908" y="91644"/>
                </a:lnTo>
                <a:lnTo>
                  <a:pt x="607846" y="90991"/>
                </a:lnTo>
                <a:lnTo>
                  <a:pt x="607772" y="90343"/>
                </a:lnTo>
                <a:lnTo>
                  <a:pt x="607687" y="89700"/>
                </a:lnTo>
                <a:lnTo>
                  <a:pt x="607590" y="89061"/>
                </a:lnTo>
                <a:lnTo>
                  <a:pt x="607482" y="88427"/>
                </a:lnTo>
                <a:lnTo>
                  <a:pt x="607363" y="87798"/>
                </a:lnTo>
                <a:lnTo>
                  <a:pt x="607232" y="87173"/>
                </a:lnTo>
                <a:lnTo>
                  <a:pt x="607090" y="86552"/>
                </a:lnTo>
                <a:lnTo>
                  <a:pt x="606937" y="85937"/>
                </a:lnTo>
                <a:lnTo>
                  <a:pt x="606772" y="85326"/>
                </a:lnTo>
                <a:lnTo>
                  <a:pt x="606596" y="84719"/>
                </a:lnTo>
                <a:lnTo>
                  <a:pt x="606408" y="84117"/>
                </a:lnTo>
                <a:lnTo>
                  <a:pt x="606209" y="83520"/>
                </a:lnTo>
                <a:lnTo>
                  <a:pt x="605999" y="82927"/>
                </a:lnTo>
                <a:lnTo>
                  <a:pt x="605777" y="82339"/>
                </a:lnTo>
                <a:lnTo>
                  <a:pt x="605544" y="81755"/>
                </a:lnTo>
                <a:lnTo>
                  <a:pt x="605300" y="81177"/>
                </a:lnTo>
                <a:lnTo>
                  <a:pt x="605044" y="80602"/>
                </a:lnTo>
                <a:lnTo>
                  <a:pt x="604777" y="80033"/>
                </a:lnTo>
                <a:lnTo>
                  <a:pt x="604500" y="79469"/>
                </a:lnTo>
                <a:lnTo>
                  <a:pt x="604215" y="78914"/>
                </a:lnTo>
                <a:lnTo>
                  <a:pt x="603920" y="78367"/>
                </a:lnTo>
                <a:lnTo>
                  <a:pt x="603618" y="77828"/>
                </a:lnTo>
                <a:lnTo>
                  <a:pt x="603307" y="77298"/>
                </a:lnTo>
                <a:lnTo>
                  <a:pt x="602987" y="76776"/>
                </a:lnTo>
                <a:lnTo>
                  <a:pt x="602658" y="76263"/>
                </a:lnTo>
                <a:lnTo>
                  <a:pt x="602321" y="75757"/>
                </a:lnTo>
                <a:lnTo>
                  <a:pt x="601975" y="75260"/>
                </a:lnTo>
                <a:lnTo>
                  <a:pt x="601621" y="74771"/>
                </a:lnTo>
                <a:lnTo>
                  <a:pt x="601258" y="74291"/>
                </a:lnTo>
                <a:lnTo>
                  <a:pt x="600887" y="73819"/>
                </a:lnTo>
                <a:lnTo>
                  <a:pt x="600507" y="73355"/>
                </a:lnTo>
                <a:lnTo>
                  <a:pt x="600118" y="72899"/>
                </a:lnTo>
                <a:lnTo>
                  <a:pt x="599721" y="72452"/>
                </a:lnTo>
                <a:lnTo>
                  <a:pt x="599315" y="72013"/>
                </a:lnTo>
                <a:lnTo>
                  <a:pt x="598900" y="71583"/>
                </a:lnTo>
                <a:lnTo>
                  <a:pt x="598477" y="71160"/>
                </a:lnTo>
                <a:lnTo>
                  <a:pt x="598045" y="70746"/>
                </a:lnTo>
                <a:lnTo>
                  <a:pt x="597605" y="70340"/>
                </a:lnTo>
                <a:lnTo>
                  <a:pt x="597156" y="69943"/>
                </a:lnTo>
                <a:lnTo>
                  <a:pt x="596699" y="69554"/>
                </a:lnTo>
                <a:lnTo>
                  <a:pt x="596233" y="69173"/>
                </a:lnTo>
                <a:lnTo>
                  <a:pt x="595758" y="68801"/>
                </a:lnTo>
                <a:lnTo>
                  <a:pt x="595276" y="68438"/>
                </a:lnTo>
                <a:lnTo>
                  <a:pt x="594787" y="68088"/>
                </a:lnTo>
                <a:lnTo>
                  <a:pt x="594292" y="67750"/>
                </a:lnTo>
                <a:lnTo>
                  <a:pt x="593790" y="67425"/>
                </a:lnTo>
                <a:lnTo>
                  <a:pt x="593282" y="67111"/>
                </a:lnTo>
                <a:lnTo>
                  <a:pt x="592768" y="66810"/>
                </a:lnTo>
                <a:lnTo>
                  <a:pt x="592247" y="66522"/>
                </a:lnTo>
                <a:lnTo>
                  <a:pt x="591719" y="66245"/>
                </a:lnTo>
                <a:lnTo>
                  <a:pt x="591186" y="65981"/>
                </a:lnTo>
                <a:lnTo>
                  <a:pt x="590645" y="65729"/>
                </a:lnTo>
                <a:lnTo>
                  <a:pt x="590099" y="65490"/>
                </a:lnTo>
                <a:lnTo>
                  <a:pt x="589545" y="65263"/>
                </a:lnTo>
                <a:lnTo>
                  <a:pt x="588986" y="65048"/>
                </a:lnTo>
                <a:lnTo>
                  <a:pt x="588420" y="64845"/>
                </a:lnTo>
                <a:lnTo>
                  <a:pt x="587847" y="64655"/>
                </a:lnTo>
                <a:lnTo>
                  <a:pt x="587268" y="64477"/>
                </a:lnTo>
                <a:lnTo>
                  <a:pt x="586683" y="64311"/>
                </a:lnTo>
                <a:lnTo>
                  <a:pt x="586091" y="64157"/>
                </a:lnTo>
                <a:lnTo>
                  <a:pt x="585493" y="64016"/>
                </a:lnTo>
                <a:lnTo>
                  <a:pt x="584888" y="63887"/>
                </a:lnTo>
                <a:lnTo>
                  <a:pt x="584277" y="63771"/>
                </a:lnTo>
                <a:lnTo>
                  <a:pt x="583659" y="63667"/>
                </a:lnTo>
                <a:lnTo>
                  <a:pt x="583035" y="63575"/>
                </a:lnTo>
                <a:lnTo>
                  <a:pt x="582405" y="63495"/>
                </a:lnTo>
                <a:lnTo>
                  <a:pt x="582405" y="62963"/>
                </a:lnTo>
                <a:lnTo>
                  <a:pt x="582962" y="62841"/>
                </a:lnTo>
                <a:lnTo>
                  <a:pt x="583514" y="62709"/>
                </a:lnTo>
                <a:lnTo>
                  <a:pt x="584060" y="62568"/>
                </a:lnTo>
                <a:lnTo>
                  <a:pt x="584601" y="62418"/>
                </a:lnTo>
                <a:lnTo>
                  <a:pt x="585136" y="62259"/>
                </a:lnTo>
                <a:lnTo>
                  <a:pt x="585666" y="62090"/>
                </a:lnTo>
                <a:lnTo>
                  <a:pt x="586190" y="61913"/>
                </a:lnTo>
                <a:lnTo>
                  <a:pt x="586709" y="61726"/>
                </a:lnTo>
                <a:lnTo>
                  <a:pt x="587222" y="61530"/>
                </a:lnTo>
                <a:lnTo>
                  <a:pt x="587730" y="61324"/>
                </a:lnTo>
                <a:lnTo>
                  <a:pt x="588232" y="61110"/>
                </a:lnTo>
                <a:lnTo>
                  <a:pt x="588728" y="60886"/>
                </a:lnTo>
                <a:lnTo>
                  <a:pt x="589219" y="60653"/>
                </a:lnTo>
                <a:lnTo>
                  <a:pt x="589705" y="60411"/>
                </a:lnTo>
                <a:lnTo>
                  <a:pt x="590185" y="60159"/>
                </a:lnTo>
                <a:lnTo>
                  <a:pt x="590659" y="59899"/>
                </a:lnTo>
                <a:lnTo>
                  <a:pt x="591128" y="59629"/>
                </a:lnTo>
                <a:lnTo>
                  <a:pt x="591591" y="59350"/>
                </a:lnTo>
                <a:lnTo>
                  <a:pt x="592049" y="59062"/>
                </a:lnTo>
                <a:lnTo>
                  <a:pt x="592501" y="58764"/>
                </a:lnTo>
                <a:lnTo>
                  <a:pt x="592948" y="58458"/>
                </a:lnTo>
                <a:lnTo>
                  <a:pt x="593389" y="58142"/>
                </a:lnTo>
                <a:lnTo>
                  <a:pt x="593825" y="57817"/>
                </a:lnTo>
                <a:lnTo>
                  <a:pt x="594255" y="57482"/>
                </a:lnTo>
                <a:lnTo>
                  <a:pt x="594678" y="57140"/>
                </a:lnTo>
                <a:lnTo>
                  <a:pt x="595094" y="56792"/>
                </a:lnTo>
                <a:lnTo>
                  <a:pt x="595501" y="56437"/>
                </a:lnTo>
                <a:lnTo>
                  <a:pt x="595901" y="56077"/>
                </a:lnTo>
                <a:lnTo>
                  <a:pt x="596292" y="55710"/>
                </a:lnTo>
                <a:lnTo>
                  <a:pt x="596676" y="55337"/>
                </a:lnTo>
                <a:lnTo>
                  <a:pt x="597051" y="54958"/>
                </a:lnTo>
                <a:lnTo>
                  <a:pt x="597419" y="54573"/>
                </a:lnTo>
                <a:lnTo>
                  <a:pt x="597779" y="54182"/>
                </a:lnTo>
                <a:lnTo>
                  <a:pt x="598130" y="53784"/>
                </a:lnTo>
                <a:lnTo>
                  <a:pt x="598474" y="53381"/>
                </a:lnTo>
                <a:lnTo>
                  <a:pt x="598809" y="52971"/>
                </a:lnTo>
                <a:lnTo>
                  <a:pt x="599137" y="52556"/>
                </a:lnTo>
                <a:lnTo>
                  <a:pt x="599457" y="52134"/>
                </a:lnTo>
                <a:lnTo>
                  <a:pt x="599768" y="51706"/>
                </a:lnTo>
                <a:lnTo>
                  <a:pt x="600072" y="51272"/>
                </a:lnTo>
                <a:lnTo>
                  <a:pt x="600368" y="50831"/>
                </a:lnTo>
                <a:lnTo>
                  <a:pt x="600655" y="50385"/>
                </a:lnTo>
                <a:lnTo>
                  <a:pt x="600935" y="49933"/>
                </a:lnTo>
                <a:lnTo>
                  <a:pt x="601206" y="49474"/>
                </a:lnTo>
                <a:lnTo>
                  <a:pt x="601470" y="49009"/>
                </a:lnTo>
                <a:lnTo>
                  <a:pt x="601726" y="48538"/>
                </a:lnTo>
                <a:lnTo>
                  <a:pt x="601973" y="48061"/>
                </a:lnTo>
                <a:lnTo>
                  <a:pt x="602213" y="47578"/>
                </a:lnTo>
                <a:lnTo>
                  <a:pt x="602444" y="47090"/>
                </a:lnTo>
                <a:lnTo>
                  <a:pt x="602665" y="46600"/>
                </a:lnTo>
                <a:lnTo>
                  <a:pt x="602877" y="46108"/>
                </a:lnTo>
                <a:lnTo>
                  <a:pt x="603078" y="45613"/>
                </a:lnTo>
                <a:lnTo>
                  <a:pt x="603270" y="45115"/>
                </a:lnTo>
                <a:lnTo>
                  <a:pt x="603452" y="44615"/>
                </a:lnTo>
                <a:lnTo>
                  <a:pt x="603624" y="44113"/>
                </a:lnTo>
                <a:lnTo>
                  <a:pt x="603786" y="43608"/>
                </a:lnTo>
                <a:lnTo>
                  <a:pt x="603938" y="43101"/>
                </a:lnTo>
                <a:lnTo>
                  <a:pt x="604081" y="42591"/>
                </a:lnTo>
                <a:lnTo>
                  <a:pt x="604213" y="42079"/>
                </a:lnTo>
                <a:lnTo>
                  <a:pt x="604336" y="41564"/>
                </a:lnTo>
                <a:lnTo>
                  <a:pt x="604449" y="41047"/>
                </a:lnTo>
                <a:lnTo>
                  <a:pt x="604553" y="40527"/>
                </a:lnTo>
                <a:lnTo>
                  <a:pt x="604646" y="40005"/>
                </a:lnTo>
                <a:lnTo>
                  <a:pt x="604730" y="39481"/>
                </a:lnTo>
                <a:lnTo>
                  <a:pt x="604803" y="38954"/>
                </a:lnTo>
                <a:lnTo>
                  <a:pt x="604867" y="38424"/>
                </a:lnTo>
                <a:lnTo>
                  <a:pt x="604921" y="37893"/>
                </a:lnTo>
                <a:lnTo>
                  <a:pt x="604965" y="37358"/>
                </a:lnTo>
                <a:lnTo>
                  <a:pt x="605000" y="36821"/>
                </a:lnTo>
                <a:lnTo>
                  <a:pt x="605024" y="36282"/>
                </a:lnTo>
                <a:lnTo>
                  <a:pt x="605039" y="35741"/>
                </a:lnTo>
                <a:lnTo>
                  <a:pt x="605044" y="35196"/>
                </a:lnTo>
                <a:lnTo>
                  <a:pt x="605036" y="34332"/>
                </a:lnTo>
                <a:lnTo>
                  <a:pt x="605013" y="33477"/>
                </a:lnTo>
                <a:lnTo>
                  <a:pt x="604974" y="32633"/>
                </a:lnTo>
                <a:lnTo>
                  <a:pt x="604919" y="31799"/>
                </a:lnTo>
                <a:lnTo>
                  <a:pt x="604848" y="30975"/>
                </a:lnTo>
                <a:lnTo>
                  <a:pt x="604762" y="30161"/>
                </a:lnTo>
                <a:lnTo>
                  <a:pt x="604660" y="29357"/>
                </a:lnTo>
                <a:lnTo>
                  <a:pt x="604543" y="28564"/>
                </a:lnTo>
                <a:lnTo>
                  <a:pt x="604410" y="27780"/>
                </a:lnTo>
                <a:lnTo>
                  <a:pt x="604261" y="27007"/>
                </a:lnTo>
                <a:lnTo>
                  <a:pt x="604097" y="26244"/>
                </a:lnTo>
                <a:lnTo>
                  <a:pt x="603917" y="25491"/>
                </a:lnTo>
                <a:lnTo>
                  <a:pt x="603721" y="24748"/>
                </a:lnTo>
                <a:lnTo>
                  <a:pt x="603510" y="24015"/>
                </a:lnTo>
                <a:lnTo>
                  <a:pt x="603283" y="23292"/>
                </a:lnTo>
                <a:lnTo>
                  <a:pt x="603040" y="22580"/>
                </a:lnTo>
                <a:lnTo>
                  <a:pt x="602781" y="21877"/>
                </a:lnTo>
                <a:lnTo>
                  <a:pt x="602507" y="21185"/>
                </a:lnTo>
                <a:lnTo>
                  <a:pt x="602218" y="20503"/>
                </a:lnTo>
                <a:lnTo>
                  <a:pt x="601912" y="19831"/>
                </a:lnTo>
                <a:lnTo>
                  <a:pt x="601591" y="19169"/>
                </a:lnTo>
                <a:lnTo>
                  <a:pt x="601255" y="18518"/>
                </a:lnTo>
                <a:lnTo>
                  <a:pt x="600903" y="17876"/>
                </a:lnTo>
                <a:lnTo>
                  <a:pt x="600535" y="17245"/>
                </a:lnTo>
                <a:lnTo>
                  <a:pt x="600152" y="16624"/>
                </a:lnTo>
                <a:lnTo>
                  <a:pt x="599756" y="16017"/>
                </a:lnTo>
                <a:lnTo>
                  <a:pt x="599346" y="15421"/>
                </a:lnTo>
                <a:lnTo>
                  <a:pt x="598923" y="14838"/>
                </a:lnTo>
                <a:lnTo>
                  <a:pt x="598487" y="14267"/>
                </a:lnTo>
                <a:lnTo>
                  <a:pt x="598037" y="13708"/>
                </a:lnTo>
                <a:lnTo>
                  <a:pt x="597573" y="13161"/>
                </a:lnTo>
                <a:lnTo>
                  <a:pt x="597096" y="12627"/>
                </a:lnTo>
                <a:lnTo>
                  <a:pt x="596605" y="12105"/>
                </a:lnTo>
                <a:lnTo>
                  <a:pt x="596101" y="11596"/>
                </a:lnTo>
                <a:lnTo>
                  <a:pt x="595583" y="11098"/>
                </a:lnTo>
                <a:lnTo>
                  <a:pt x="595052" y="10613"/>
                </a:lnTo>
                <a:lnTo>
                  <a:pt x="594507" y="10141"/>
                </a:lnTo>
                <a:lnTo>
                  <a:pt x="593949" y="9680"/>
                </a:lnTo>
                <a:lnTo>
                  <a:pt x="593378" y="9232"/>
                </a:lnTo>
                <a:lnTo>
                  <a:pt x="592792" y="8796"/>
                </a:lnTo>
                <a:lnTo>
                  <a:pt x="592194" y="8372"/>
                </a:lnTo>
                <a:lnTo>
                  <a:pt x="591581" y="7961"/>
                </a:lnTo>
                <a:lnTo>
                  <a:pt x="590956" y="7562"/>
                </a:lnTo>
                <a:lnTo>
                  <a:pt x="590316" y="7175"/>
                </a:lnTo>
                <a:lnTo>
                  <a:pt x="589663" y="6801"/>
                </a:lnTo>
                <a:lnTo>
                  <a:pt x="588997" y="6438"/>
                </a:lnTo>
                <a:lnTo>
                  <a:pt x="588317" y="6089"/>
                </a:lnTo>
                <a:lnTo>
                  <a:pt x="587624" y="5751"/>
                </a:lnTo>
                <a:lnTo>
                  <a:pt x="586918" y="5426"/>
                </a:lnTo>
                <a:lnTo>
                  <a:pt x="586200" y="5115"/>
                </a:lnTo>
                <a:lnTo>
                  <a:pt x="585470" y="4818"/>
                </a:lnTo>
                <a:lnTo>
                  <a:pt x="584728" y="4535"/>
                </a:lnTo>
                <a:lnTo>
                  <a:pt x="583974" y="4265"/>
                </a:lnTo>
                <a:lnTo>
                  <a:pt x="583208" y="4009"/>
                </a:lnTo>
                <a:lnTo>
                  <a:pt x="582430" y="3768"/>
                </a:lnTo>
                <a:lnTo>
                  <a:pt x="581640" y="3539"/>
                </a:lnTo>
                <a:lnTo>
                  <a:pt x="580838" y="3325"/>
                </a:lnTo>
                <a:lnTo>
                  <a:pt x="580024" y="3125"/>
                </a:lnTo>
                <a:lnTo>
                  <a:pt x="579199" y="2938"/>
                </a:lnTo>
                <a:lnTo>
                  <a:pt x="578361" y="2765"/>
                </a:lnTo>
                <a:lnTo>
                  <a:pt x="577511" y="2607"/>
                </a:lnTo>
                <a:lnTo>
                  <a:pt x="576649" y="2461"/>
                </a:lnTo>
                <a:lnTo>
                  <a:pt x="575775" y="2330"/>
                </a:lnTo>
                <a:lnTo>
                  <a:pt x="574890" y="2213"/>
                </a:lnTo>
                <a:lnTo>
                  <a:pt x="573992" y="2109"/>
                </a:lnTo>
                <a:lnTo>
                  <a:pt x="573082" y="2019"/>
                </a:lnTo>
                <a:lnTo>
                  <a:pt x="572161" y="1943"/>
                </a:lnTo>
                <a:lnTo>
                  <a:pt x="571227" y="1881"/>
                </a:lnTo>
                <a:lnTo>
                  <a:pt x="570282" y="1833"/>
                </a:lnTo>
                <a:lnTo>
                  <a:pt x="569324" y="1798"/>
                </a:lnTo>
                <a:lnTo>
                  <a:pt x="568354" y="1777"/>
                </a:lnTo>
                <a:lnTo>
                  <a:pt x="567373" y="1770"/>
                </a:lnTo>
                <a:lnTo>
                  <a:pt x="530762" y="1770"/>
                </a:lnTo>
                <a:lnTo>
                  <a:pt x="530762" y="130879"/>
                </a:lnTo>
                <a:lnTo>
                  <a:pt x="570026" y="130879"/>
                </a:lnTo>
                <a:lnTo>
                  <a:pt x="571007" y="130871"/>
                </a:lnTo>
                <a:lnTo>
                  <a:pt x="571977" y="130849"/>
                </a:lnTo>
                <a:close/>
                <a:moveTo>
                  <a:pt x="569176" y="70580"/>
                </a:moveTo>
                <a:lnTo>
                  <a:pt x="570080" y="70614"/>
                </a:lnTo>
                <a:lnTo>
                  <a:pt x="570968" y="70672"/>
                </a:lnTo>
                <a:lnTo>
                  <a:pt x="571840" y="70752"/>
                </a:lnTo>
                <a:lnTo>
                  <a:pt x="572695" y="70856"/>
                </a:lnTo>
                <a:lnTo>
                  <a:pt x="573534" y="70983"/>
                </a:lnTo>
                <a:lnTo>
                  <a:pt x="574357" y="71133"/>
                </a:lnTo>
                <a:lnTo>
                  <a:pt x="575163" y="71305"/>
                </a:lnTo>
                <a:lnTo>
                  <a:pt x="575953" y="71501"/>
                </a:lnTo>
                <a:lnTo>
                  <a:pt x="576727" y="71720"/>
                </a:lnTo>
                <a:lnTo>
                  <a:pt x="577485" y="71962"/>
                </a:lnTo>
                <a:lnTo>
                  <a:pt x="578226" y="72227"/>
                </a:lnTo>
                <a:lnTo>
                  <a:pt x="578952" y="72514"/>
                </a:lnTo>
                <a:lnTo>
                  <a:pt x="579660" y="72825"/>
                </a:lnTo>
                <a:lnTo>
                  <a:pt x="580353" y="73159"/>
                </a:lnTo>
                <a:lnTo>
                  <a:pt x="581029" y="73516"/>
                </a:lnTo>
                <a:lnTo>
                  <a:pt x="581689" y="73896"/>
                </a:lnTo>
                <a:lnTo>
                  <a:pt x="582333" y="74300"/>
                </a:lnTo>
                <a:lnTo>
                  <a:pt x="582960" y="74726"/>
                </a:lnTo>
                <a:lnTo>
                  <a:pt x="583572" y="75175"/>
                </a:lnTo>
                <a:lnTo>
                  <a:pt x="584167" y="75647"/>
                </a:lnTo>
                <a:lnTo>
                  <a:pt x="584745" y="76142"/>
                </a:lnTo>
                <a:lnTo>
                  <a:pt x="585308" y="76660"/>
                </a:lnTo>
                <a:lnTo>
                  <a:pt x="585854" y="77202"/>
                </a:lnTo>
                <a:lnTo>
                  <a:pt x="586380" y="77761"/>
                </a:lnTo>
                <a:lnTo>
                  <a:pt x="586885" y="78334"/>
                </a:lnTo>
                <a:lnTo>
                  <a:pt x="587367" y="78922"/>
                </a:lnTo>
                <a:lnTo>
                  <a:pt x="587826" y="79523"/>
                </a:lnTo>
                <a:lnTo>
                  <a:pt x="588263" y="80137"/>
                </a:lnTo>
                <a:lnTo>
                  <a:pt x="588678" y="80766"/>
                </a:lnTo>
                <a:lnTo>
                  <a:pt x="589070" y="81408"/>
                </a:lnTo>
                <a:lnTo>
                  <a:pt x="589440" y="82065"/>
                </a:lnTo>
                <a:lnTo>
                  <a:pt x="589787" y="82735"/>
                </a:lnTo>
                <a:lnTo>
                  <a:pt x="590112" y="83419"/>
                </a:lnTo>
                <a:lnTo>
                  <a:pt x="590415" y="84117"/>
                </a:lnTo>
                <a:lnTo>
                  <a:pt x="590695" y="84828"/>
                </a:lnTo>
                <a:lnTo>
                  <a:pt x="590953" y="85554"/>
                </a:lnTo>
                <a:lnTo>
                  <a:pt x="591188" y="86293"/>
                </a:lnTo>
                <a:lnTo>
                  <a:pt x="591401" y="87046"/>
                </a:lnTo>
                <a:lnTo>
                  <a:pt x="591592" y="87813"/>
                </a:lnTo>
                <a:lnTo>
                  <a:pt x="591760" y="88594"/>
                </a:lnTo>
                <a:lnTo>
                  <a:pt x="591905" y="89388"/>
                </a:lnTo>
                <a:lnTo>
                  <a:pt x="592029" y="90197"/>
                </a:lnTo>
                <a:lnTo>
                  <a:pt x="592130" y="91019"/>
                </a:lnTo>
                <a:lnTo>
                  <a:pt x="592208" y="91855"/>
                </a:lnTo>
                <a:lnTo>
                  <a:pt x="592264" y="92705"/>
                </a:lnTo>
                <a:lnTo>
                  <a:pt x="592298" y="93569"/>
                </a:lnTo>
                <a:lnTo>
                  <a:pt x="592309" y="94446"/>
                </a:lnTo>
                <a:lnTo>
                  <a:pt x="592298" y="95294"/>
                </a:lnTo>
                <a:lnTo>
                  <a:pt x="592264" y="96126"/>
                </a:lnTo>
                <a:lnTo>
                  <a:pt x="592208" y="96943"/>
                </a:lnTo>
                <a:lnTo>
                  <a:pt x="592130" y="97745"/>
                </a:lnTo>
                <a:lnTo>
                  <a:pt x="592029" y="98532"/>
                </a:lnTo>
                <a:lnTo>
                  <a:pt x="591905" y="99304"/>
                </a:lnTo>
                <a:lnTo>
                  <a:pt x="591760" y="100062"/>
                </a:lnTo>
                <a:lnTo>
                  <a:pt x="591592" y="100804"/>
                </a:lnTo>
                <a:lnTo>
                  <a:pt x="591401" y="101531"/>
                </a:lnTo>
                <a:lnTo>
                  <a:pt x="591188" y="102242"/>
                </a:lnTo>
                <a:lnTo>
                  <a:pt x="590953" y="102939"/>
                </a:lnTo>
                <a:lnTo>
                  <a:pt x="590695" y="103621"/>
                </a:lnTo>
                <a:lnTo>
                  <a:pt x="590415" y="104288"/>
                </a:lnTo>
                <a:lnTo>
                  <a:pt x="590112" y="104940"/>
                </a:lnTo>
                <a:lnTo>
                  <a:pt x="589787" y="105577"/>
                </a:lnTo>
                <a:lnTo>
                  <a:pt x="589440" y="106198"/>
                </a:lnTo>
                <a:lnTo>
                  <a:pt x="589070" y="106805"/>
                </a:lnTo>
                <a:lnTo>
                  <a:pt x="588678" y="107397"/>
                </a:lnTo>
                <a:lnTo>
                  <a:pt x="588263" y="107973"/>
                </a:lnTo>
                <a:lnTo>
                  <a:pt x="587826" y="108535"/>
                </a:lnTo>
                <a:lnTo>
                  <a:pt x="587367" y="109081"/>
                </a:lnTo>
                <a:lnTo>
                  <a:pt x="586885" y="109613"/>
                </a:lnTo>
                <a:lnTo>
                  <a:pt x="586380" y="110129"/>
                </a:lnTo>
                <a:lnTo>
                  <a:pt x="585854" y="110630"/>
                </a:lnTo>
                <a:lnTo>
                  <a:pt x="585308" y="111114"/>
                </a:lnTo>
                <a:lnTo>
                  <a:pt x="584745" y="111577"/>
                </a:lnTo>
                <a:lnTo>
                  <a:pt x="584167" y="112019"/>
                </a:lnTo>
                <a:lnTo>
                  <a:pt x="583572" y="112440"/>
                </a:lnTo>
                <a:lnTo>
                  <a:pt x="582960" y="112841"/>
                </a:lnTo>
                <a:lnTo>
                  <a:pt x="582333" y="113222"/>
                </a:lnTo>
                <a:lnTo>
                  <a:pt x="581689" y="113582"/>
                </a:lnTo>
                <a:lnTo>
                  <a:pt x="581029" y="113921"/>
                </a:lnTo>
                <a:lnTo>
                  <a:pt x="580353" y="114240"/>
                </a:lnTo>
                <a:lnTo>
                  <a:pt x="579660" y="114538"/>
                </a:lnTo>
                <a:lnTo>
                  <a:pt x="578952" y="114816"/>
                </a:lnTo>
                <a:lnTo>
                  <a:pt x="578226" y="115073"/>
                </a:lnTo>
                <a:lnTo>
                  <a:pt x="577485" y="115310"/>
                </a:lnTo>
                <a:lnTo>
                  <a:pt x="576727" y="115526"/>
                </a:lnTo>
                <a:lnTo>
                  <a:pt x="575953" y="115721"/>
                </a:lnTo>
                <a:lnTo>
                  <a:pt x="575163" y="115896"/>
                </a:lnTo>
                <a:lnTo>
                  <a:pt x="574357" y="116050"/>
                </a:lnTo>
                <a:lnTo>
                  <a:pt x="573534" y="116184"/>
                </a:lnTo>
                <a:lnTo>
                  <a:pt x="572695" y="116297"/>
                </a:lnTo>
                <a:lnTo>
                  <a:pt x="571840" y="116389"/>
                </a:lnTo>
                <a:lnTo>
                  <a:pt x="570968" y="116461"/>
                </a:lnTo>
                <a:lnTo>
                  <a:pt x="570080" y="116513"/>
                </a:lnTo>
                <a:lnTo>
                  <a:pt x="569176" y="116544"/>
                </a:lnTo>
                <a:lnTo>
                  <a:pt x="568255" y="116554"/>
                </a:lnTo>
                <a:lnTo>
                  <a:pt x="546326" y="116554"/>
                </a:lnTo>
                <a:lnTo>
                  <a:pt x="546326" y="70568"/>
                </a:lnTo>
                <a:lnTo>
                  <a:pt x="568255" y="70568"/>
                </a:lnTo>
                <a:lnTo>
                  <a:pt x="569176" y="70580"/>
                </a:lnTo>
                <a:close/>
                <a:moveTo>
                  <a:pt x="568220" y="16105"/>
                </a:moveTo>
                <a:lnTo>
                  <a:pt x="569052" y="16133"/>
                </a:lnTo>
                <a:lnTo>
                  <a:pt x="569868" y="16181"/>
                </a:lnTo>
                <a:lnTo>
                  <a:pt x="570669" y="16247"/>
                </a:lnTo>
                <a:lnTo>
                  <a:pt x="571455" y="16333"/>
                </a:lnTo>
                <a:lnTo>
                  <a:pt x="572225" y="16438"/>
                </a:lnTo>
                <a:lnTo>
                  <a:pt x="572980" y="16562"/>
                </a:lnTo>
                <a:lnTo>
                  <a:pt x="573720" y="16704"/>
                </a:lnTo>
                <a:lnTo>
                  <a:pt x="574444" y="16866"/>
                </a:lnTo>
                <a:lnTo>
                  <a:pt x="575153" y="17047"/>
                </a:lnTo>
                <a:lnTo>
                  <a:pt x="575847" y="17247"/>
                </a:lnTo>
                <a:lnTo>
                  <a:pt x="576525" y="17466"/>
                </a:lnTo>
                <a:lnTo>
                  <a:pt x="577188" y="17704"/>
                </a:lnTo>
                <a:lnTo>
                  <a:pt x="577835" y="17961"/>
                </a:lnTo>
                <a:lnTo>
                  <a:pt x="578467" y="18237"/>
                </a:lnTo>
                <a:lnTo>
                  <a:pt x="579084" y="18532"/>
                </a:lnTo>
                <a:lnTo>
                  <a:pt x="579686" y="18846"/>
                </a:lnTo>
                <a:lnTo>
                  <a:pt x="580272" y="19180"/>
                </a:lnTo>
                <a:lnTo>
                  <a:pt x="580842" y="19532"/>
                </a:lnTo>
                <a:lnTo>
                  <a:pt x="581398" y="19903"/>
                </a:lnTo>
                <a:lnTo>
                  <a:pt x="581938" y="20294"/>
                </a:lnTo>
                <a:lnTo>
                  <a:pt x="582462" y="20703"/>
                </a:lnTo>
                <a:lnTo>
                  <a:pt x="582971" y="21131"/>
                </a:lnTo>
                <a:lnTo>
                  <a:pt x="583465" y="21579"/>
                </a:lnTo>
                <a:lnTo>
                  <a:pt x="583942" y="22042"/>
                </a:lnTo>
                <a:lnTo>
                  <a:pt x="584398" y="22519"/>
                </a:lnTo>
                <a:lnTo>
                  <a:pt x="584833" y="23010"/>
                </a:lnTo>
                <a:lnTo>
                  <a:pt x="585249" y="23514"/>
                </a:lnTo>
                <a:lnTo>
                  <a:pt x="585644" y="24032"/>
                </a:lnTo>
                <a:lnTo>
                  <a:pt x="586019" y="24563"/>
                </a:lnTo>
                <a:lnTo>
                  <a:pt x="586374" y="25107"/>
                </a:lnTo>
                <a:lnTo>
                  <a:pt x="586708" y="25666"/>
                </a:lnTo>
                <a:lnTo>
                  <a:pt x="587022" y="26237"/>
                </a:lnTo>
                <a:lnTo>
                  <a:pt x="587316" y="26822"/>
                </a:lnTo>
                <a:lnTo>
                  <a:pt x="587590" y="27421"/>
                </a:lnTo>
                <a:lnTo>
                  <a:pt x="587843" y="28033"/>
                </a:lnTo>
                <a:lnTo>
                  <a:pt x="588076" y="28659"/>
                </a:lnTo>
                <a:lnTo>
                  <a:pt x="588289" y="29298"/>
                </a:lnTo>
                <a:lnTo>
                  <a:pt x="588482" y="29951"/>
                </a:lnTo>
                <a:lnTo>
                  <a:pt x="588654" y="30618"/>
                </a:lnTo>
                <a:lnTo>
                  <a:pt x="588806" y="31297"/>
                </a:lnTo>
                <a:lnTo>
                  <a:pt x="588938" y="31991"/>
                </a:lnTo>
                <a:lnTo>
                  <a:pt x="589049" y="32698"/>
                </a:lnTo>
                <a:lnTo>
                  <a:pt x="589140" y="33418"/>
                </a:lnTo>
                <a:lnTo>
                  <a:pt x="589211" y="34152"/>
                </a:lnTo>
                <a:lnTo>
                  <a:pt x="589262" y="34900"/>
                </a:lnTo>
                <a:lnTo>
                  <a:pt x="589292" y="35661"/>
                </a:lnTo>
                <a:lnTo>
                  <a:pt x="589303" y="36435"/>
                </a:lnTo>
                <a:lnTo>
                  <a:pt x="589292" y="37209"/>
                </a:lnTo>
                <a:lnTo>
                  <a:pt x="589261" y="37970"/>
                </a:lnTo>
                <a:lnTo>
                  <a:pt x="589210" y="38717"/>
                </a:lnTo>
                <a:lnTo>
                  <a:pt x="589138" y="39451"/>
                </a:lnTo>
                <a:lnTo>
                  <a:pt x="589045" y="40172"/>
                </a:lnTo>
                <a:lnTo>
                  <a:pt x="588932" y="40878"/>
                </a:lnTo>
                <a:lnTo>
                  <a:pt x="588798" y="41572"/>
                </a:lnTo>
                <a:lnTo>
                  <a:pt x="588644" y="42251"/>
                </a:lnTo>
                <a:lnTo>
                  <a:pt x="588469" y="42918"/>
                </a:lnTo>
                <a:lnTo>
                  <a:pt x="588274" y="43570"/>
                </a:lnTo>
                <a:lnTo>
                  <a:pt x="588058" y="44210"/>
                </a:lnTo>
                <a:lnTo>
                  <a:pt x="587821" y="44835"/>
                </a:lnTo>
                <a:lnTo>
                  <a:pt x="587564" y="45448"/>
                </a:lnTo>
                <a:lnTo>
                  <a:pt x="587286" y="46047"/>
                </a:lnTo>
                <a:lnTo>
                  <a:pt x="586988" y="46632"/>
                </a:lnTo>
                <a:lnTo>
                  <a:pt x="586669" y="47204"/>
                </a:lnTo>
                <a:lnTo>
                  <a:pt x="586329" y="47762"/>
                </a:lnTo>
                <a:lnTo>
                  <a:pt x="585969" y="48307"/>
                </a:lnTo>
                <a:lnTo>
                  <a:pt x="585588" y="48838"/>
                </a:lnTo>
                <a:lnTo>
                  <a:pt x="585187" y="49355"/>
                </a:lnTo>
                <a:lnTo>
                  <a:pt x="584765" y="49860"/>
                </a:lnTo>
                <a:lnTo>
                  <a:pt x="584323" y="50350"/>
                </a:lnTo>
                <a:lnTo>
                  <a:pt x="583860" y="50828"/>
                </a:lnTo>
                <a:lnTo>
                  <a:pt x="583376" y="51291"/>
                </a:lnTo>
                <a:lnTo>
                  <a:pt x="582875" y="51739"/>
                </a:lnTo>
                <a:lnTo>
                  <a:pt x="582359" y="52167"/>
                </a:lnTo>
                <a:lnTo>
                  <a:pt x="581828" y="52576"/>
                </a:lnTo>
                <a:lnTo>
                  <a:pt x="581281" y="52966"/>
                </a:lnTo>
                <a:lnTo>
                  <a:pt x="580720" y="53337"/>
                </a:lnTo>
                <a:lnTo>
                  <a:pt x="580144" y="53689"/>
                </a:lnTo>
                <a:lnTo>
                  <a:pt x="579552" y="54022"/>
                </a:lnTo>
                <a:lnTo>
                  <a:pt x="578946" y="54336"/>
                </a:lnTo>
                <a:lnTo>
                  <a:pt x="578324" y="54631"/>
                </a:lnTo>
                <a:lnTo>
                  <a:pt x="577687" y="54907"/>
                </a:lnTo>
                <a:lnTo>
                  <a:pt x="577036" y="55164"/>
                </a:lnTo>
                <a:lnTo>
                  <a:pt x="576369" y="55402"/>
                </a:lnTo>
                <a:lnTo>
                  <a:pt x="575687" y="55621"/>
                </a:lnTo>
                <a:lnTo>
                  <a:pt x="574991" y="55821"/>
                </a:lnTo>
                <a:lnTo>
                  <a:pt x="574279" y="56002"/>
                </a:lnTo>
                <a:lnTo>
                  <a:pt x="573552" y="56163"/>
                </a:lnTo>
                <a:lnTo>
                  <a:pt x="572810" y="56306"/>
                </a:lnTo>
                <a:lnTo>
                  <a:pt x="572053" y="56430"/>
                </a:lnTo>
                <a:lnTo>
                  <a:pt x="571281" y="56535"/>
                </a:lnTo>
                <a:lnTo>
                  <a:pt x="570494" y="56620"/>
                </a:lnTo>
                <a:lnTo>
                  <a:pt x="569692" y="56687"/>
                </a:lnTo>
                <a:lnTo>
                  <a:pt x="568874" y="56734"/>
                </a:lnTo>
                <a:lnTo>
                  <a:pt x="568042" y="56763"/>
                </a:lnTo>
                <a:lnTo>
                  <a:pt x="567195" y="56772"/>
                </a:lnTo>
                <a:lnTo>
                  <a:pt x="546326" y="56772"/>
                </a:lnTo>
                <a:lnTo>
                  <a:pt x="546326" y="16095"/>
                </a:lnTo>
                <a:lnTo>
                  <a:pt x="567373" y="16095"/>
                </a:lnTo>
                <a:lnTo>
                  <a:pt x="568220" y="16105"/>
                </a:lnTo>
                <a:close/>
                <a:moveTo>
                  <a:pt x="269613" y="49870"/>
                </a:moveTo>
                <a:lnTo>
                  <a:pt x="269420" y="49071"/>
                </a:lnTo>
                <a:lnTo>
                  <a:pt x="269200" y="48288"/>
                </a:lnTo>
                <a:lnTo>
                  <a:pt x="268955" y="47520"/>
                </a:lnTo>
                <a:lnTo>
                  <a:pt x="268684" y="46768"/>
                </a:lnTo>
                <a:lnTo>
                  <a:pt x="268388" y="46030"/>
                </a:lnTo>
                <a:lnTo>
                  <a:pt x="268065" y="45308"/>
                </a:lnTo>
                <a:lnTo>
                  <a:pt x="267717" y="44602"/>
                </a:lnTo>
                <a:lnTo>
                  <a:pt x="267343" y="43911"/>
                </a:lnTo>
                <a:lnTo>
                  <a:pt x="266943" y="43235"/>
                </a:lnTo>
                <a:lnTo>
                  <a:pt x="266517" y="42574"/>
                </a:lnTo>
                <a:lnTo>
                  <a:pt x="266066" y="41929"/>
                </a:lnTo>
                <a:lnTo>
                  <a:pt x="265589" y="41300"/>
                </a:lnTo>
                <a:lnTo>
                  <a:pt x="265086" y="40685"/>
                </a:lnTo>
                <a:lnTo>
                  <a:pt x="264557" y="40086"/>
                </a:lnTo>
                <a:lnTo>
                  <a:pt x="264002" y="39502"/>
                </a:lnTo>
                <a:lnTo>
                  <a:pt x="263422" y="38934"/>
                </a:lnTo>
                <a:lnTo>
                  <a:pt x="262816" y="38381"/>
                </a:lnTo>
                <a:lnTo>
                  <a:pt x="262189" y="37847"/>
                </a:lnTo>
                <a:lnTo>
                  <a:pt x="261546" y="37336"/>
                </a:lnTo>
                <a:lnTo>
                  <a:pt x="260887" y="36847"/>
                </a:lnTo>
                <a:lnTo>
                  <a:pt x="260212" y="36381"/>
                </a:lnTo>
                <a:lnTo>
                  <a:pt x="259522" y="35938"/>
                </a:lnTo>
                <a:lnTo>
                  <a:pt x="258815" y="35518"/>
                </a:lnTo>
                <a:lnTo>
                  <a:pt x="258092" y="35120"/>
                </a:lnTo>
                <a:lnTo>
                  <a:pt x="257353" y="34745"/>
                </a:lnTo>
                <a:lnTo>
                  <a:pt x="256599" y="34393"/>
                </a:lnTo>
                <a:lnTo>
                  <a:pt x="255828" y="34063"/>
                </a:lnTo>
                <a:lnTo>
                  <a:pt x="255042" y="33757"/>
                </a:lnTo>
                <a:lnTo>
                  <a:pt x="254239" y="33473"/>
                </a:lnTo>
                <a:lnTo>
                  <a:pt x="253421" y="33211"/>
                </a:lnTo>
                <a:lnTo>
                  <a:pt x="252586" y="32973"/>
                </a:lnTo>
                <a:lnTo>
                  <a:pt x="251736" y="32757"/>
                </a:lnTo>
                <a:lnTo>
                  <a:pt x="250869" y="32564"/>
                </a:lnTo>
                <a:lnTo>
                  <a:pt x="249987" y="32393"/>
                </a:lnTo>
                <a:lnTo>
                  <a:pt x="249089" y="32246"/>
                </a:lnTo>
                <a:lnTo>
                  <a:pt x="248174" y="32121"/>
                </a:lnTo>
                <a:lnTo>
                  <a:pt x="247244" y="32018"/>
                </a:lnTo>
                <a:lnTo>
                  <a:pt x="246298" y="31939"/>
                </a:lnTo>
                <a:lnTo>
                  <a:pt x="245336" y="31882"/>
                </a:lnTo>
                <a:lnTo>
                  <a:pt x="244358" y="31848"/>
                </a:lnTo>
                <a:lnTo>
                  <a:pt x="243363" y="31837"/>
                </a:lnTo>
                <a:lnTo>
                  <a:pt x="242150" y="31853"/>
                </a:lnTo>
                <a:lnTo>
                  <a:pt x="240958" y="31904"/>
                </a:lnTo>
                <a:lnTo>
                  <a:pt x="239787" y="31989"/>
                </a:lnTo>
                <a:lnTo>
                  <a:pt x="238637" y="32107"/>
                </a:lnTo>
                <a:lnTo>
                  <a:pt x="237507" y="32259"/>
                </a:lnTo>
                <a:lnTo>
                  <a:pt x="236399" y="32445"/>
                </a:lnTo>
                <a:lnTo>
                  <a:pt x="235311" y="32664"/>
                </a:lnTo>
                <a:lnTo>
                  <a:pt x="234245" y="32918"/>
                </a:lnTo>
                <a:lnTo>
                  <a:pt x="233199" y="33205"/>
                </a:lnTo>
                <a:lnTo>
                  <a:pt x="232174" y="33526"/>
                </a:lnTo>
                <a:lnTo>
                  <a:pt x="231170" y="33880"/>
                </a:lnTo>
                <a:lnTo>
                  <a:pt x="230186" y="34269"/>
                </a:lnTo>
                <a:lnTo>
                  <a:pt x="229224" y="34691"/>
                </a:lnTo>
                <a:lnTo>
                  <a:pt x="228283" y="35147"/>
                </a:lnTo>
                <a:lnTo>
                  <a:pt x="227362" y="35637"/>
                </a:lnTo>
                <a:lnTo>
                  <a:pt x="226462" y="36160"/>
                </a:lnTo>
                <a:lnTo>
                  <a:pt x="225584" y="36718"/>
                </a:lnTo>
                <a:lnTo>
                  <a:pt x="224726" y="37309"/>
                </a:lnTo>
                <a:lnTo>
                  <a:pt x="223889" y="37934"/>
                </a:lnTo>
                <a:lnTo>
                  <a:pt x="223073" y="38593"/>
                </a:lnTo>
                <a:lnTo>
                  <a:pt x="222277" y="39285"/>
                </a:lnTo>
                <a:lnTo>
                  <a:pt x="221503" y="40011"/>
                </a:lnTo>
                <a:lnTo>
                  <a:pt x="220750" y="40771"/>
                </a:lnTo>
                <a:lnTo>
                  <a:pt x="220017" y="41565"/>
                </a:lnTo>
                <a:lnTo>
                  <a:pt x="219310" y="42388"/>
                </a:lnTo>
                <a:lnTo>
                  <a:pt x="218633" y="43235"/>
                </a:lnTo>
                <a:lnTo>
                  <a:pt x="217986" y="44107"/>
                </a:lnTo>
                <a:lnTo>
                  <a:pt x="217369" y="45004"/>
                </a:lnTo>
                <a:lnTo>
                  <a:pt x="216782" y="45925"/>
                </a:lnTo>
                <a:lnTo>
                  <a:pt x="216226" y="46871"/>
                </a:lnTo>
                <a:lnTo>
                  <a:pt x="215699" y="47841"/>
                </a:lnTo>
                <a:lnTo>
                  <a:pt x="215203" y="48836"/>
                </a:lnTo>
                <a:lnTo>
                  <a:pt x="214736" y="49855"/>
                </a:lnTo>
                <a:lnTo>
                  <a:pt x="214300" y="50899"/>
                </a:lnTo>
                <a:lnTo>
                  <a:pt x="213894" y="51967"/>
                </a:lnTo>
                <a:lnTo>
                  <a:pt x="213518" y="53060"/>
                </a:lnTo>
                <a:lnTo>
                  <a:pt x="213172" y="54178"/>
                </a:lnTo>
                <a:lnTo>
                  <a:pt x="212856" y="55320"/>
                </a:lnTo>
                <a:lnTo>
                  <a:pt x="212570" y="56487"/>
                </a:lnTo>
                <a:lnTo>
                  <a:pt x="212314" y="57678"/>
                </a:lnTo>
                <a:lnTo>
                  <a:pt x="212089" y="58894"/>
                </a:lnTo>
                <a:lnTo>
                  <a:pt x="211893" y="60135"/>
                </a:lnTo>
                <a:lnTo>
                  <a:pt x="211728" y="61400"/>
                </a:lnTo>
                <a:lnTo>
                  <a:pt x="211592" y="62689"/>
                </a:lnTo>
                <a:lnTo>
                  <a:pt x="211487" y="64004"/>
                </a:lnTo>
                <a:lnTo>
                  <a:pt x="211412" y="65342"/>
                </a:lnTo>
                <a:lnTo>
                  <a:pt x="211367" y="66706"/>
                </a:lnTo>
                <a:lnTo>
                  <a:pt x="211351" y="68094"/>
                </a:lnTo>
                <a:lnTo>
                  <a:pt x="211351" y="96567"/>
                </a:lnTo>
                <a:lnTo>
                  <a:pt x="211367" y="97941"/>
                </a:lnTo>
                <a:lnTo>
                  <a:pt x="211412" y="99290"/>
                </a:lnTo>
                <a:lnTo>
                  <a:pt x="211488" y="100616"/>
                </a:lnTo>
                <a:lnTo>
                  <a:pt x="211595" y="101917"/>
                </a:lnTo>
                <a:lnTo>
                  <a:pt x="211731" y="103195"/>
                </a:lnTo>
                <a:lnTo>
                  <a:pt x="211899" y="104449"/>
                </a:lnTo>
                <a:lnTo>
                  <a:pt x="212096" y="105678"/>
                </a:lnTo>
                <a:lnTo>
                  <a:pt x="212324" y="106884"/>
                </a:lnTo>
                <a:lnTo>
                  <a:pt x="212583" y="108066"/>
                </a:lnTo>
                <a:lnTo>
                  <a:pt x="212871" y="109224"/>
                </a:lnTo>
                <a:lnTo>
                  <a:pt x="213191" y="110358"/>
                </a:lnTo>
                <a:lnTo>
                  <a:pt x="213540" y="111468"/>
                </a:lnTo>
                <a:lnTo>
                  <a:pt x="213920" y="112554"/>
                </a:lnTo>
                <a:lnTo>
                  <a:pt x="214330" y="113616"/>
                </a:lnTo>
                <a:lnTo>
                  <a:pt x="214771" y="114654"/>
                </a:lnTo>
                <a:lnTo>
                  <a:pt x="215242" y="115668"/>
                </a:lnTo>
                <a:lnTo>
                  <a:pt x="215744" y="116659"/>
                </a:lnTo>
                <a:lnTo>
                  <a:pt x="216276" y="117625"/>
                </a:lnTo>
                <a:lnTo>
                  <a:pt x="216838" y="118567"/>
                </a:lnTo>
                <a:lnTo>
                  <a:pt x="217431" y="119486"/>
                </a:lnTo>
                <a:lnTo>
                  <a:pt x="218054" y="120380"/>
                </a:lnTo>
                <a:lnTo>
                  <a:pt x="218708" y="121251"/>
                </a:lnTo>
                <a:lnTo>
                  <a:pt x="219392" y="122098"/>
                </a:lnTo>
                <a:lnTo>
                  <a:pt x="220106" y="122920"/>
                </a:lnTo>
                <a:lnTo>
                  <a:pt x="220846" y="123714"/>
                </a:lnTo>
                <a:lnTo>
                  <a:pt x="221605" y="124474"/>
                </a:lnTo>
                <a:lnTo>
                  <a:pt x="222385" y="125200"/>
                </a:lnTo>
                <a:lnTo>
                  <a:pt x="223184" y="125892"/>
                </a:lnTo>
                <a:lnTo>
                  <a:pt x="224003" y="126551"/>
                </a:lnTo>
                <a:lnTo>
                  <a:pt x="224843" y="127175"/>
                </a:lnTo>
                <a:lnTo>
                  <a:pt x="225702" y="127766"/>
                </a:lnTo>
                <a:lnTo>
                  <a:pt x="226581" y="128324"/>
                </a:lnTo>
                <a:lnTo>
                  <a:pt x="227480" y="128847"/>
                </a:lnTo>
                <a:lnTo>
                  <a:pt x="228399" y="129337"/>
                </a:lnTo>
                <a:lnTo>
                  <a:pt x="229339" y="129793"/>
                </a:lnTo>
                <a:lnTo>
                  <a:pt x="230298" y="130215"/>
                </a:lnTo>
                <a:lnTo>
                  <a:pt x="231277" y="130603"/>
                </a:lnTo>
                <a:lnTo>
                  <a:pt x="232276" y="130958"/>
                </a:lnTo>
                <a:lnTo>
                  <a:pt x="233295" y="131279"/>
                </a:lnTo>
                <a:lnTo>
                  <a:pt x="234334" y="131566"/>
                </a:lnTo>
                <a:lnTo>
                  <a:pt x="235392" y="131819"/>
                </a:lnTo>
                <a:lnTo>
                  <a:pt x="236471" y="132038"/>
                </a:lnTo>
                <a:lnTo>
                  <a:pt x="237570" y="132224"/>
                </a:lnTo>
                <a:lnTo>
                  <a:pt x="238689" y="132376"/>
                </a:lnTo>
                <a:lnTo>
                  <a:pt x="239828" y="132494"/>
                </a:lnTo>
                <a:lnTo>
                  <a:pt x="240986" y="132579"/>
                </a:lnTo>
                <a:lnTo>
                  <a:pt x="242165" y="132629"/>
                </a:lnTo>
                <a:lnTo>
                  <a:pt x="243363" y="132646"/>
                </a:lnTo>
                <a:lnTo>
                  <a:pt x="244357" y="132635"/>
                </a:lnTo>
                <a:lnTo>
                  <a:pt x="245335" y="132602"/>
                </a:lnTo>
                <a:lnTo>
                  <a:pt x="246295" y="132545"/>
                </a:lnTo>
                <a:lnTo>
                  <a:pt x="247239" y="132467"/>
                </a:lnTo>
                <a:lnTo>
                  <a:pt x="248167" y="132366"/>
                </a:lnTo>
                <a:lnTo>
                  <a:pt x="249078" y="132243"/>
                </a:lnTo>
                <a:lnTo>
                  <a:pt x="249972" y="132097"/>
                </a:lnTo>
                <a:lnTo>
                  <a:pt x="250850" y="131929"/>
                </a:lnTo>
                <a:lnTo>
                  <a:pt x="251711" y="131739"/>
                </a:lnTo>
                <a:lnTo>
                  <a:pt x="252556" y="131526"/>
                </a:lnTo>
                <a:lnTo>
                  <a:pt x="253384" y="131290"/>
                </a:lnTo>
                <a:lnTo>
                  <a:pt x="254195" y="131033"/>
                </a:lnTo>
                <a:lnTo>
                  <a:pt x="254990" y="130752"/>
                </a:lnTo>
                <a:lnTo>
                  <a:pt x="255769" y="130450"/>
                </a:lnTo>
                <a:lnTo>
                  <a:pt x="256530" y="130125"/>
                </a:lnTo>
                <a:lnTo>
                  <a:pt x="257276" y="129777"/>
                </a:lnTo>
                <a:lnTo>
                  <a:pt x="258004" y="129408"/>
                </a:lnTo>
                <a:lnTo>
                  <a:pt x="258716" y="129015"/>
                </a:lnTo>
                <a:lnTo>
                  <a:pt x="259412" y="128601"/>
                </a:lnTo>
                <a:lnTo>
                  <a:pt x="260090" y="128164"/>
                </a:lnTo>
                <a:lnTo>
                  <a:pt x="260753" y="127704"/>
                </a:lnTo>
                <a:lnTo>
                  <a:pt x="261398" y="127222"/>
                </a:lnTo>
                <a:lnTo>
                  <a:pt x="262028" y="126718"/>
                </a:lnTo>
                <a:lnTo>
                  <a:pt x="262640" y="126191"/>
                </a:lnTo>
                <a:lnTo>
                  <a:pt x="263232" y="125645"/>
                </a:lnTo>
                <a:lnTo>
                  <a:pt x="263798" y="125083"/>
                </a:lnTo>
                <a:lnTo>
                  <a:pt x="264340" y="124504"/>
                </a:lnTo>
                <a:lnTo>
                  <a:pt x="264856" y="123909"/>
                </a:lnTo>
                <a:lnTo>
                  <a:pt x="265347" y="123298"/>
                </a:lnTo>
                <a:lnTo>
                  <a:pt x="265813" y="122670"/>
                </a:lnTo>
                <a:lnTo>
                  <a:pt x="266253" y="122027"/>
                </a:lnTo>
                <a:lnTo>
                  <a:pt x="266669" y="121367"/>
                </a:lnTo>
                <a:lnTo>
                  <a:pt x="267059" y="120690"/>
                </a:lnTo>
                <a:lnTo>
                  <a:pt x="267424" y="119998"/>
                </a:lnTo>
                <a:lnTo>
                  <a:pt x="267764" y="119289"/>
                </a:lnTo>
                <a:lnTo>
                  <a:pt x="268079" y="118564"/>
                </a:lnTo>
                <a:lnTo>
                  <a:pt x="268368" y="117822"/>
                </a:lnTo>
                <a:lnTo>
                  <a:pt x="268633" y="117065"/>
                </a:lnTo>
                <a:lnTo>
                  <a:pt x="268872" y="116291"/>
                </a:lnTo>
                <a:lnTo>
                  <a:pt x="269086" y="115501"/>
                </a:lnTo>
                <a:lnTo>
                  <a:pt x="269275" y="114694"/>
                </a:lnTo>
                <a:lnTo>
                  <a:pt x="269438" y="113871"/>
                </a:lnTo>
                <a:lnTo>
                  <a:pt x="269577" y="113032"/>
                </a:lnTo>
                <a:lnTo>
                  <a:pt x="269673" y="112309"/>
                </a:lnTo>
                <a:lnTo>
                  <a:pt x="269892" y="112309"/>
                </a:lnTo>
                <a:lnTo>
                  <a:pt x="269892" y="130879"/>
                </a:lnTo>
                <a:lnTo>
                  <a:pt x="285809" y="130879"/>
                </a:lnTo>
                <a:lnTo>
                  <a:pt x="285809" y="1770"/>
                </a:lnTo>
                <a:lnTo>
                  <a:pt x="269892" y="1770"/>
                </a:lnTo>
                <a:lnTo>
                  <a:pt x="269892" y="30066"/>
                </a:lnTo>
                <a:lnTo>
                  <a:pt x="270245" y="52174"/>
                </a:lnTo>
                <a:lnTo>
                  <a:pt x="270013" y="52174"/>
                </a:lnTo>
                <a:lnTo>
                  <a:pt x="269923" y="51513"/>
                </a:lnTo>
                <a:lnTo>
                  <a:pt x="269781" y="50684"/>
                </a:lnTo>
                <a:lnTo>
                  <a:pt x="269613" y="49870"/>
                </a:lnTo>
                <a:close/>
                <a:moveTo>
                  <a:pt x="246218" y="118770"/>
                </a:moveTo>
                <a:lnTo>
                  <a:pt x="245431" y="118706"/>
                </a:lnTo>
                <a:lnTo>
                  <a:pt x="244660" y="118623"/>
                </a:lnTo>
                <a:lnTo>
                  <a:pt x="243904" y="118522"/>
                </a:lnTo>
                <a:lnTo>
                  <a:pt x="243164" y="118402"/>
                </a:lnTo>
                <a:lnTo>
                  <a:pt x="242439" y="118264"/>
                </a:lnTo>
                <a:lnTo>
                  <a:pt x="241729" y="118107"/>
                </a:lnTo>
                <a:lnTo>
                  <a:pt x="241035" y="117932"/>
                </a:lnTo>
                <a:lnTo>
                  <a:pt x="240356" y="117739"/>
                </a:lnTo>
                <a:lnTo>
                  <a:pt x="239693" y="117527"/>
                </a:lnTo>
                <a:lnTo>
                  <a:pt x="239044" y="117297"/>
                </a:lnTo>
                <a:lnTo>
                  <a:pt x="238411" y="117048"/>
                </a:lnTo>
                <a:lnTo>
                  <a:pt x="237794" y="116781"/>
                </a:lnTo>
                <a:lnTo>
                  <a:pt x="237192" y="116495"/>
                </a:lnTo>
                <a:lnTo>
                  <a:pt x="236605" y="116191"/>
                </a:lnTo>
                <a:lnTo>
                  <a:pt x="236034" y="115869"/>
                </a:lnTo>
                <a:lnTo>
                  <a:pt x="235478" y="115528"/>
                </a:lnTo>
                <a:lnTo>
                  <a:pt x="234937" y="115169"/>
                </a:lnTo>
                <a:lnTo>
                  <a:pt x="234411" y="114791"/>
                </a:lnTo>
                <a:lnTo>
                  <a:pt x="233901" y="114395"/>
                </a:lnTo>
                <a:lnTo>
                  <a:pt x="233407" y="113981"/>
                </a:lnTo>
                <a:lnTo>
                  <a:pt x="232928" y="113548"/>
                </a:lnTo>
                <a:lnTo>
                  <a:pt x="232466" y="113094"/>
                </a:lnTo>
                <a:lnTo>
                  <a:pt x="232024" y="112618"/>
                </a:lnTo>
                <a:lnTo>
                  <a:pt x="231601" y="112118"/>
                </a:lnTo>
                <a:lnTo>
                  <a:pt x="231198" y="111597"/>
                </a:lnTo>
                <a:lnTo>
                  <a:pt x="230815" y="111052"/>
                </a:lnTo>
                <a:lnTo>
                  <a:pt x="230452" y="110485"/>
                </a:lnTo>
                <a:lnTo>
                  <a:pt x="230108" y="109895"/>
                </a:lnTo>
                <a:lnTo>
                  <a:pt x="229784" y="109282"/>
                </a:lnTo>
                <a:lnTo>
                  <a:pt x="229479" y="108647"/>
                </a:lnTo>
                <a:lnTo>
                  <a:pt x="229194" y="107988"/>
                </a:lnTo>
                <a:lnTo>
                  <a:pt x="228929" y="107308"/>
                </a:lnTo>
                <a:lnTo>
                  <a:pt x="228683" y="106604"/>
                </a:lnTo>
                <a:lnTo>
                  <a:pt x="228457" y="105878"/>
                </a:lnTo>
                <a:lnTo>
                  <a:pt x="228251" y="105129"/>
                </a:lnTo>
                <a:lnTo>
                  <a:pt x="228064" y="104357"/>
                </a:lnTo>
                <a:lnTo>
                  <a:pt x="227897" y="103563"/>
                </a:lnTo>
                <a:lnTo>
                  <a:pt x="227750" y="102745"/>
                </a:lnTo>
                <a:lnTo>
                  <a:pt x="227622" y="101906"/>
                </a:lnTo>
                <a:lnTo>
                  <a:pt x="227514" y="101043"/>
                </a:lnTo>
                <a:lnTo>
                  <a:pt x="227426" y="100158"/>
                </a:lnTo>
                <a:lnTo>
                  <a:pt x="227357" y="99250"/>
                </a:lnTo>
                <a:lnTo>
                  <a:pt x="227308" y="98319"/>
                </a:lnTo>
                <a:lnTo>
                  <a:pt x="227278" y="97366"/>
                </a:lnTo>
                <a:lnTo>
                  <a:pt x="227268" y="96389"/>
                </a:lnTo>
                <a:lnTo>
                  <a:pt x="227268" y="68094"/>
                </a:lnTo>
                <a:lnTo>
                  <a:pt x="227278" y="67103"/>
                </a:lnTo>
                <a:lnTo>
                  <a:pt x="227308" y="66136"/>
                </a:lnTo>
                <a:lnTo>
                  <a:pt x="227357" y="65193"/>
                </a:lnTo>
                <a:lnTo>
                  <a:pt x="227426" y="64273"/>
                </a:lnTo>
                <a:lnTo>
                  <a:pt x="227514" y="63377"/>
                </a:lnTo>
                <a:lnTo>
                  <a:pt x="227622" y="62505"/>
                </a:lnTo>
                <a:lnTo>
                  <a:pt x="227750" y="61657"/>
                </a:lnTo>
                <a:lnTo>
                  <a:pt x="227897" y="60832"/>
                </a:lnTo>
                <a:lnTo>
                  <a:pt x="228064" y="60030"/>
                </a:lnTo>
                <a:lnTo>
                  <a:pt x="228251" y="59253"/>
                </a:lnTo>
                <a:lnTo>
                  <a:pt x="228457" y="58499"/>
                </a:lnTo>
                <a:lnTo>
                  <a:pt x="228683" y="57768"/>
                </a:lnTo>
                <a:lnTo>
                  <a:pt x="228929" y="57062"/>
                </a:lnTo>
                <a:lnTo>
                  <a:pt x="229194" y="56379"/>
                </a:lnTo>
                <a:lnTo>
                  <a:pt x="229479" y="55719"/>
                </a:lnTo>
                <a:lnTo>
                  <a:pt x="229784" y="55083"/>
                </a:lnTo>
                <a:lnTo>
                  <a:pt x="230108" y="54471"/>
                </a:lnTo>
                <a:lnTo>
                  <a:pt x="230452" y="53883"/>
                </a:lnTo>
                <a:lnTo>
                  <a:pt x="230815" y="53318"/>
                </a:lnTo>
                <a:lnTo>
                  <a:pt x="231198" y="52777"/>
                </a:lnTo>
                <a:lnTo>
                  <a:pt x="231601" y="52259"/>
                </a:lnTo>
                <a:lnTo>
                  <a:pt x="232024" y="51766"/>
                </a:lnTo>
                <a:lnTo>
                  <a:pt x="232466" y="51295"/>
                </a:lnTo>
                <a:lnTo>
                  <a:pt x="232928" y="50849"/>
                </a:lnTo>
                <a:lnTo>
                  <a:pt x="233407" y="50423"/>
                </a:lnTo>
                <a:lnTo>
                  <a:pt x="233901" y="50016"/>
                </a:lnTo>
                <a:lnTo>
                  <a:pt x="234411" y="49626"/>
                </a:lnTo>
                <a:lnTo>
                  <a:pt x="234937" y="49255"/>
                </a:lnTo>
                <a:lnTo>
                  <a:pt x="235478" y="48902"/>
                </a:lnTo>
                <a:lnTo>
                  <a:pt x="236034" y="48567"/>
                </a:lnTo>
                <a:lnTo>
                  <a:pt x="236605" y="48250"/>
                </a:lnTo>
                <a:lnTo>
                  <a:pt x="237192" y="47951"/>
                </a:lnTo>
                <a:lnTo>
                  <a:pt x="237794" y="47670"/>
                </a:lnTo>
                <a:lnTo>
                  <a:pt x="238411" y="47407"/>
                </a:lnTo>
                <a:lnTo>
                  <a:pt x="239044" y="47163"/>
                </a:lnTo>
                <a:lnTo>
                  <a:pt x="239693" y="46936"/>
                </a:lnTo>
                <a:lnTo>
                  <a:pt x="240356" y="46728"/>
                </a:lnTo>
                <a:lnTo>
                  <a:pt x="241035" y="46538"/>
                </a:lnTo>
                <a:lnTo>
                  <a:pt x="241729" y="46366"/>
                </a:lnTo>
                <a:lnTo>
                  <a:pt x="242439" y="46212"/>
                </a:lnTo>
                <a:lnTo>
                  <a:pt x="243164" y="46076"/>
                </a:lnTo>
                <a:lnTo>
                  <a:pt x="243904" y="45958"/>
                </a:lnTo>
                <a:lnTo>
                  <a:pt x="244660" y="45859"/>
                </a:lnTo>
                <a:lnTo>
                  <a:pt x="245431" y="45777"/>
                </a:lnTo>
                <a:lnTo>
                  <a:pt x="246218" y="45714"/>
                </a:lnTo>
                <a:lnTo>
                  <a:pt x="247019" y="45668"/>
                </a:lnTo>
                <a:lnTo>
                  <a:pt x="247837" y="45641"/>
                </a:lnTo>
                <a:lnTo>
                  <a:pt x="248669" y="45632"/>
                </a:lnTo>
                <a:lnTo>
                  <a:pt x="249487" y="45643"/>
                </a:lnTo>
                <a:lnTo>
                  <a:pt x="250290" y="45675"/>
                </a:lnTo>
                <a:lnTo>
                  <a:pt x="251079" y="45729"/>
                </a:lnTo>
                <a:lnTo>
                  <a:pt x="251853" y="45804"/>
                </a:lnTo>
                <a:lnTo>
                  <a:pt x="252612" y="45901"/>
                </a:lnTo>
                <a:lnTo>
                  <a:pt x="253356" y="46019"/>
                </a:lnTo>
                <a:lnTo>
                  <a:pt x="254085" y="46159"/>
                </a:lnTo>
                <a:lnTo>
                  <a:pt x="254800" y="46320"/>
                </a:lnTo>
                <a:lnTo>
                  <a:pt x="255500" y="46503"/>
                </a:lnTo>
                <a:lnTo>
                  <a:pt x="256186" y="46707"/>
                </a:lnTo>
                <a:lnTo>
                  <a:pt x="256856" y="46933"/>
                </a:lnTo>
                <a:lnTo>
                  <a:pt x="257512" y="47180"/>
                </a:lnTo>
                <a:lnTo>
                  <a:pt x="258153" y="47449"/>
                </a:lnTo>
                <a:lnTo>
                  <a:pt x="258779" y="47739"/>
                </a:lnTo>
                <a:lnTo>
                  <a:pt x="259391" y="48051"/>
                </a:lnTo>
                <a:lnTo>
                  <a:pt x="259988" y="48384"/>
                </a:lnTo>
                <a:lnTo>
                  <a:pt x="260570" y="48738"/>
                </a:lnTo>
                <a:lnTo>
                  <a:pt x="261138" y="49115"/>
                </a:lnTo>
                <a:lnTo>
                  <a:pt x="261690" y="49512"/>
                </a:lnTo>
                <a:lnTo>
                  <a:pt x="262228" y="49931"/>
                </a:lnTo>
                <a:lnTo>
                  <a:pt x="262751" y="50372"/>
                </a:lnTo>
                <a:lnTo>
                  <a:pt x="263260" y="50834"/>
                </a:lnTo>
                <a:lnTo>
                  <a:pt x="263753" y="51318"/>
                </a:lnTo>
                <a:lnTo>
                  <a:pt x="264232" y="51823"/>
                </a:lnTo>
                <a:lnTo>
                  <a:pt x="264694" y="52347"/>
                </a:lnTo>
                <a:lnTo>
                  <a:pt x="265136" y="52888"/>
                </a:lnTo>
                <a:lnTo>
                  <a:pt x="265559" y="53445"/>
                </a:lnTo>
                <a:lnTo>
                  <a:pt x="265962" y="54018"/>
                </a:lnTo>
                <a:lnTo>
                  <a:pt x="266345" y="54609"/>
                </a:lnTo>
                <a:lnTo>
                  <a:pt x="266708" y="55216"/>
                </a:lnTo>
                <a:lnTo>
                  <a:pt x="267052" y="55839"/>
                </a:lnTo>
                <a:lnTo>
                  <a:pt x="267376" y="56479"/>
                </a:lnTo>
                <a:lnTo>
                  <a:pt x="267681" y="57136"/>
                </a:lnTo>
                <a:lnTo>
                  <a:pt x="267966" y="57809"/>
                </a:lnTo>
                <a:lnTo>
                  <a:pt x="268231" y="58499"/>
                </a:lnTo>
                <a:lnTo>
                  <a:pt x="268477" y="59205"/>
                </a:lnTo>
                <a:lnTo>
                  <a:pt x="268703" y="59928"/>
                </a:lnTo>
                <a:lnTo>
                  <a:pt x="268909" y="60668"/>
                </a:lnTo>
                <a:lnTo>
                  <a:pt x="269096" y="61424"/>
                </a:lnTo>
                <a:lnTo>
                  <a:pt x="269263" y="62197"/>
                </a:lnTo>
                <a:lnTo>
                  <a:pt x="269410" y="62986"/>
                </a:lnTo>
                <a:lnTo>
                  <a:pt x="269538" y="63792"/>
                </a:lnTo>
                <a:lnTo>
                  <a:pt x="269646" y="64615"/>
                </a:lnTo>
                <a:lnTo>
                  <a:pt x="269734" y="65454"/>
                </a:lnTo>
                <a:lnTo>
                  <a:pt x="269803" y="66309"/>
                </a:lnTo>
                <a:lnTo>
                  <a:pt x="269852" y="67182"/>
                </a:lnTo>
                <a:lnTo>
                  <a:pt x="269882" y="68071"/>
                </a:lnTo>
                <a:lnTo>
                  <a:pt x="269892" y="68976"/>
                </a:lnTo>
                <a:lnTo>
                  <a:pt x="269892" y="95507"/>
                </a:lnTo>
                <a:lnTo>
                  <a:pt x="269882" y="96412"/>
                </a:lnTo>
                <a:lnTo>
                  <a:pt x="269852" y="97301"/>
                </a:lnTo>
                <a:lnTo>
                  <a:pt x="269803" y="98174"/>
                </a:lnTo>
                <a:lnTo>
                  <a:pt x="269734" y="99029"/>
                </a:lnTo>
                <a:lnTo>
                  <a:pt x="269646" y="99868"/>
                </a:lnTo>
                <a:lnTo>
                  <a:pt x="269538" y="100691"/>
                </a:lnTo>
                <a:lnTo>
                  <a:pt x="269410" y="101497"/>
                </a:lnTo>
                <a:lnTo>
                  <a:pt x="269263" y="102286"/>
                </a:lnTo>
                <a:lnTo>
                  <a:pt x="269096" y="103059"/>
                </a:lnTo>
                <a:lnTo>
                  <a:pt x="268909" y="103815"/>
                </a:lnTo>
                <a:lnTo>
                  <a:pt x="268703" y="104555"/>
                </a:lnTo>
                <a:lnTo>
                  <a:pt x="268477" y="105278"/>
                </a:lnTo>
                <a:lnTo>
                  <a:pt x="268231" y="105985"/>
                </a:lnTo>
                <a:lnTo>
                  <a:pt x="267966" y="106675"/>
                </a:lnTo>
                <a:lnTo>
                  <a:pt x="267681" y="107348"/>
                </a:lnTo>
                <a:lnTo>
                  <a:pt x="267376" y="108005"/>
                </a:lnTo>
                <a:lnTo>
                  <a:pt x="267052" y="108645"/>
                </a:lnTo>
                <a:lnTo>
                  <a:pt x="266708" y="109269"/>
                </a:lnTo>
                <a:lnTo>
                  <a:pt x="266345" y="109876"/>
                </a:lnTo>
                <a:lnTo>
                  <a:pt x="265962" y="110466"/>
                </a:lnTo>
                <a:lnTo>
                  <a:pt x="265559" y="111040"/>
                </a:lnTo>
                <a:lnTo>
                  <a:pt x="265136" y="111598"/>
                </a:lnTo>
                <a:lnTo>
                  <a:pt x="264694" y="112138"/>
                </a:lnTo>
                <a:lnTo>
                  <a:pt x="264232" y="112663"/>
                </a:lnTo>
                <a:lnTo>
                  <a:pt x="263753" y="113168"/>
                </a:lnTo>
                <a:lnTo>
                  <a:pt x="263260" y="113651"/>
                </a:lnTo>
                <a:lnTo>
                  <a:pt x="262751" y="114113"/>
                </a:lnTo>
                <a:lnTo>
                  <a:pt x="262228" y="114554"/>
                </a:lnTo>
                <a:lnTo>
                  <a:pt x="261690" y="114973"/>
                </a:lnTo>
                <a:lnTo>
                  <a:pt x="261138" y="115371"/>
                </a:lnTo>
                <a:lnTo>
                  <a:pt x="260570" y="115747"/>
                </a:lnTo>
                <a:lnTo>
                  <a:pt x="259988" y="116102"/>
                </a:lnTo>
                <a:lnTo>
                  <a:pt x="259391" y="116435"/>
                </a:lnTo>
                <a:lnTo>
                  <a:pt x="258779" y="116747"/>
                </a:lnTo>
                <a:lnTo>
                  <a:pt x="258153" y="117037"/>
                </a:lnTo>
                <a:lnTo>
                  <a:pt x="257512" y="117306"/>
                </a:lnTo>
                <a:lnTo>
                  <a:pt x="256856" y="117553"/>
                </a:lnTo>
                <a:lnTo>
                  <a:pt x="256186" y="117779"/>
                </a:lnTo>
                <a:lnTo>
                  <a:pt x="255500" y="117983"/>
                </a:lnTo>
                <a:lnTo>
                  <a:pt x="254800" y="118165"/>
                </a:lnTo>
                <a:lnTo>
                  <a:pt x="254085" y="118327"/>
                </a:lnTo>
                <a:lnTo>
                  <a:pt x="253356" y="118466"/>
                </a:lnTo>
                <a:lnTo>
                  <a:pt x="252612" y="118585"/>
                </a:lnTo>
                <a:lnTo>
                  <a:pt x="251853" y="118681"/>
                </a:lnTo>
                <a:lnTo>
                  <a:pt x="251079" y="118757"/>
                </a:lnTo>
                <a:lnTo>
                  <a:pt x="250290" y="118810"/>
                </a:lnTo>
                <a:lnTo>
                  <a:pt x="249487" y="118843"/>
                </a:lnTo>
                <a:lnTo>
                  <a:pt x="248669" y="118853"/>
                </a:lnTo>
                <a:lnTo>
                  <a:pt x="247837" y="118844"/>
                </a:lnTo>
                <a:lnTo>
                  <a:pt x="247019" y="118816"/>
                </a:lnTo>
                <a:lnTo>
                  <a:pt x="246218" y="118770"/>
                </a:lnTo>
                <a:close/>
                <a:moveTo>
                  <a:pt x="145775" y="132221"/>
                </a:moveTo>
                <a:lnTo>
                  <a:pt x="146710" y="132165"/>
                </a:lnTo>
                <a:lnTo>
                  <a:pt x="147634" y="132093"/>
                </a:lnTo>
                <a:lnTo>
                  <a:pt x="148548" y="132005"/>
                </a:lnTo>
                <a:lnTo>
                  <a:pt x="149450" y="131902"/>
                </a:lnTo>
                <a:lnTo>
                  <a:pt x="150342" y="131782"/>
                </a:lnTo>
                <a:lnTo>
                  <a:pt x="151224" y="131646"/>
                </a:lnTo>
                <a:lnTo>
                  <a:pt x="152094" y="131494"/>
                </a:lnTo>
                <a:lnTo>
                  <a:pt x="152954" y="131327"/>
                </a:lnTo>
                <a:lnTo>
                  <a:pt x="153803" y="131143"/>
                </a:lnTo>
                <a:lnTo>
                  <a:pt x="154641" y="130944"/>
                </a:lnTo>
                <a:lnTo>
                  <a:pt x="155469" y="130728"/>
                </a:lnTo>
                <a:lnTo>
                  <a:pt x="156286" y="130497"/>
                </a:lnTo>
                <a:lnTo>
                  <a:pt x="157092" y="130249"/>
                </a:lnTo>
                <a:lnTo>
                  <a:pt x="157887" y="129986"/>
                </a:lnTo>
                <a:lnTo>
                  <a:pt x="158672" y="129706"/>
                </a:lnTo>
                <a:lnTo>
                  <a:pt x="159445" y="129411"/>
                </a:lnTo>
                <a:lnTo>
                  <a:pt x="160209" y="129099"/>
                </a:lnTo>
                <a:lnTo>
                  <a:pt x="160961" y="128772"/>
                </a:lnTo>
                <a:lnTo>
                  <a:pt x="161702" y="128429"/>
                </a:lnTo>
                <a:lnTo>
                  <a:pt x="162433" y="128069"/>
                </a:lnTo>
                <a:lnTo>
                  <a:pt x="163153" y="127694"/>
                </a:lnTo>
                <a:lnTo>
                  <a:pt x="163862" y="127304"/>
                </a:lnTo>
                <a:lnTo>
                  <a:pt x="164556" y="126899"/>
                </a:lnTo>
                <a:lnTo>
                  <a:pt x="165237" y="126480"/>
                </a:lnTo>
                <a:lnTo>
                  <a:pt x="165905" y="126046"/>
                </a:lnTo>
                <a:lnTo>
                  <a:pt x="166559" y="125598"/>
                </a:lnTo>
                <a:lnTo>
                  <a:pt x="167200" y="125135"/>
                </a:lnTo>
                <a:lnTo>
                  <a:pt x="167827" y="124658"/>
                </a:lnTo>
                <a:lnTo>
                  <a:pt x="168440" y="124167"/>
                </a:lnTo>
                <a:lnTo>
                  <a:pt x="169040" y="123661"/>
                </a:lnTo>
                <a:lnTo>
                  <a:pt x="169627" y="123141"/>
                </a:lnTo>
                <a:lnTo>
                  <a:pt x="170200" y="122606"/>
                </a:lnTo>
                <a:lnTo>
                  <a:pt x="170760" y="122057"/>
                </a:lnTo>
                <a:lnTo>
                  <a:pt x="171306" y="121493"/>
                </a:lnTo>
                <a:lnTo>
                  <a:pt x="171838" y="120915"/>
                </a:lnTo>
                <a:lnTo>
                  <a:pt x="172357" y="120323"/>
                </a:lnTo>
                <a:lnTo>
                  <a:pt x="172863" y="119716"/>
                </a:lnTo>
                <a:lnTo>
                  <a:pt x="173355" y="119094"/>
                </a:lnTo>
                <a:lnTo>
                  <a:pt x="173833" y="118459"/>
                </a:lnTo>
                <a:lnTo>
                  <a:pt x="174298" y="117808"/>
                </a:lnTo>
                <a:lnTo>
                  <a:pt x="174750" y="117144"/>
                </a:lnTo>
                <a:lnTo>
                  <a:pt x="175187" y="116465"/>
                </a:lnTo>
                <a:lnTo>
                  <a:pt x="175612" y="115771"/>
                </a:lnTo>
                <a:lnTo>
                  <a:pt x="176023" y="115063"/>
                </a:lnTo>
                <a:lnTo>
                  <a:pt x="176420" y="114341"/>
                </a:lnTo>
                <a:lnTo>
                  <a:pt x="176803" y="113606"/>
                </a:lnTo>
                <a:lnTo>
                  <a:pt x="177169" y="112858"/>
                </a:lnTo>
                <a:lnTo>
                  <a:pt x="177519" y="112099"/>
                </a:lnTo>
                <a:lnTo>
                  <a:pt x="177853" y="111327"/>
                </a:lnTo>
                <a:lnTo>
                  <a:pt x="178170" y="110544"/>
                </a:lnTo>
                <a:lnTo>
                  <a:pt x="178471" y="109748"/>
                </a:lnTo>
                <a:lnTo>
                  <a:pt x="178756" y="108941"/>
                </a:lnTo>
                <a:lnTo>
                  <a:pt x="179024" y="108122"/>
                </a:lnTo>
                <a:lnTo>
                  <a:pt x="179277" y="107290"/>
                </a:lnTo>
                <a:lnTo>
                  <a:pt x="179513" y="106447"/>
                </a:lnTo>
                <a:lnTo>
                  <a:pt x="179732" y="105592"/>
                </a:lnTo>
                <a:lnTo>
                  <a:pt x="179936" y="104724"/>
                </a:lnTo>
                <a:lnTo>
                  <a:pt x="180123" y="103845"/>
                </a:lnTo>
                <a:lnTo>
                  <a:pt x="180294" y="102954"/>
                </a:lnTo>
                <a:lnTo>
                  <a:pt x="180449" y="102051"/>
                </a:lnTo>
                <a:lnTo>
                  <a:pt x="180587" y="101135"/>
                </a:lnTo>
                <a:lnTo>
                  <a:pt x="180709" y="100208"/>
                </a:lnTo>
                <a:lnTo>
                  <a:pt x="180815" y="99269"/>
                </a:lnTo>
                <a:lnTo>
                  <a:pt x="180904" y="98318"/>
                </a:lnTo>
                <a:lnTo>
                  <a:pt x="180978" y="97355"/>
                </a:lnTo>
                <a:lnTo>
                  <a:pt x="181035" y="96380"/>
                </a:lnTo>
                <a:lnTo>
                  <a:pt x="181075" y="95393"/>
                </a:lnTo>
                <a:lnTo>
                  <a:pt x="181100" y="94394"/>
                </a:lnTo>
                <a:lnTo>
                  <a:pt x="181108" y="93383"/>
                </a:lnTo>
                <a:lnTo>
                  <a:pt x="181108" y="71100"/>
                </a:lnTo>
                <a:lnTo>
                  <a:pt x="181100" y="70075"/>
                </a:lnTo>
                <a:lnTo>
                  <a:pt x="181075" y="69062"/>
                </a:lnTo>
                <a:lnTo>
                  <a:pt x="181035" y="68063"/>
                </a:lnTo>
                <a:lnTo>
                  <a:pt x="180978" y="67076"/>
                </a:lnTo>
                <a:lnTo>
                  <a:pt x="180904" y="66102"/>
                </a:lnTo>
                <a:lnTo>
                  <a:pt x="180815" y="65141"/>
                </a:lnTo>
                <a:lnTo>
                  <a:pt x="180709" y="64193"/>
                </a:lnTo>
                <a:lnTo>
                  <a:pt x="180587" y="63258"/>
                </a:lnTo>
                <a:lnTo>
                  <a:pt x="180449" y="62336"/>
                </a:lnTo>
                <a:lnTo>
                  <a:pt x="180294" y="61427"/>
                </a:lnTo>
                <a:lnTo>
                  <a:pt x="180123" y="60531"/>
                </a:lnTo>
                <a:lnTo>
                  <a:pt x="179936" y="59647"/>
                </a:lnTo>
                <a:lnTo>
                  <a:pt x="179732" y="58777"/>
                </a:lnTo>
                <a:lnTo>
                  <a:pt x="179513" y="57919"/>
                </a:lnTo>
                <a:lnTo>
                  <a:pt x="179277" y="57074"/>
                </a:lnTo>
                <a:lnTo>
                  <a:pt x="179024" y="56243"/>
                </a:lnTo>
                <a:lnTo>
                  <a:pt x="178756" y="55424"/>
                </a:lnTo>
                <a:lnTo>
                  <a:pt x="178471" y="54618"/>
                </a:lnTo>
                <a:lnTo>
                  <a:pt x="178170" y="53825"/>
                </a:lnTo>
                <a:lnTo>
                  <a:pt x="177853" y="53044"/>
                </a:lnTo>
                <a:lnTo>
                  <a:pt x="177519" y="52277"/>
                </a:lnTo>
                <a:lnTo>
                  <a:pt x="177169" y="51523"/>
                </a:lnTo>
                <a:lnTo>
                  <a:pt x="176803" y="50781"/>
                </a:lnTo>
                <a:lnTo>
                  <a:pt x="176420" y="50053"/>
                </a:lnTo>
                <a:lnTo>
                  <a:pt x="176023" y="49338"/>
                </a:lnTo>
                <a:lnTo>
                  <a:pt x="175612" y="48637"/>
                </a:lnTo>
                <a:lnTo>
                  <a:pt x="175189" y="47950"/>
                </a:lnTo>
                <a:lnTo>
                  <a:pt x="174752" y="47277"/>
                </a:lnTo>
                <a:lnTo>
                  <a:pt x="174302" y="46619"/>
                </a:lnTo>
                <a:lnTo>
                  <a:pt x="173839" y="45974"/>
                </a:lnTo>
                <a:lnTo>
                  <a:pt x="173362" y="45344"/>
                </a:lnTo>
                <a:lnTo>
                  <a:pt x="172873" y="44728"/>
                </a:lnTo>
                <a:lnTo>
                  <a:pt x="172370" y="44126"/>
                </a:lnTo>
                <a:lnTo>
                  <a:pt x="171854" y="43538"/>
                </a:lnTo>
                <a:lnTo>
                  <a:pt x="171324" y="42964"/>
                </a:lnTo>
                <a:lnTo>
                  <a:pt x="170782" y="42404"/>
                </a:lnTo>
                <a:lnTo>
                  <a:pt x="170226" y="41858"/>
                </a:lnTo>
                <a:lnTo>
                  <a:pt x="169657" y="41327"/>
                </a:lnTo>
                <a:lnTo>
                  <a:pt x="169075" y="40809"/>
                </a:lnTo>
                <a:lnTo>
                  <a:pt x="168480" y="40306"/>
                </a:lnTo>
                <a:lnTo>
                  <a:pt x="167872" y="39817"/>
                </a:lnTo>
                <a:lnTo>
                  <a:pt x="167250" y="39342"/>
                </a:lnTo>
                <a:lnTo>
                  <a:pt x="166615" y="38881"/>
                </a:lnTo>
                <a:lnTo>
                  <a:pt x="165967" y="38434"/>
                </a:lnTo>
                <a:lnTo>
                  <a:pt x="165306" y="38002"/>
                </a:lnTo>
                <a:lnTo>
                  <a:pt x="164631" y="37583"/>
                </a:lnTo>
                <a:lnTo>
                  <a:pt x="163943" y="37179"/>
                </a:lnTo>
                <a:lnTo>
                  <a:pt x="163242" y="36789"/>
                </a:lnTo>
                <a:lnTo>
                  <a:pt x="162529" y="36413"/>
                </a:lnTo>
                <a:lnTo>
                  <a:pt x="161805" y="36054"/>
                </a:lnTo>
                <a:lnTo>
                  <a:pt x="161068" y="35711"/>
                </a:lnTo>
                <a:lnTo>
                  <a:pt x="160320" y="35384"/>
                </a:lnTo>
                <a:lnTo>
                  <a:pt x="159560" y="35072"/>
                </a:lnTo>
                <a:lnTo>
                  <a:pt x="158789" y="34777"/>
                </a:lnTo>
                <a:lnTo>
                  <a:pt x="158005" y="34497"/>
                </a:lnTo>
                <a:lnTo>
                  <a:pt x="157211" y="34234"/>
                </a:lnTo>
                <a:lnTo>
                  <a:pt x="156404" y="33986"/>
                </a:lnTo>
                <a:lnTo>
                  <a:pt x="155586" y="33755"/>
                </a:lnTo>
                <a:lnTo>
                  <a:pt x="154756" y="33539"/>
                </a:lnTo>
                <a:lnTo>
                  <a:pt x="153914" y="33340"/>
                </a:lnTo>
                <a:lnTo>
                  <a:pt x="153061" y="33156"/>
                </a:lnTo>
                <a:lnTo>
                  <a:pt x="152196" y="32988"/>
                </a:lnTo>
                <a:lnTo>
                  <a:pt x="151320" y="32837"/>
                </a:lnTo>
                <a:lnTo>
                  <a:pt x="150431" y="32701"/>
                </a:lnTo>
                <a:lnTo>
                  <a:pt x="149531" y="32581"/>
                </a:lnTo>
                <a:lnTo>
                  <a:pt x="148620" y="32477"/>
                </a:lnTo>
                <a:lnTo>
                  <a:pt x="147697" y="32390"/>
                </a:lnTo>
                <a:lnTo>
                  <a:pt x="146762" y="32318"/>
                </a:lnTo>
                <a:lnTo>
                  <a:pt x="145815" y="32262"/>
                </a:lnTo>
                <a:lnTo>
                  <a:pt x="144857" y="32222"/>
                </a:lnTo>
                <a:lnTo>
                  <a:pt x="143887" y="32198"/>
                </a:lnTo>
                <a:lnTo>
                  <a:pt x="142905" y="32190"/>
                </a:lnTo>
                <a:lnTo>
                  <a:pt x="141938" y="32198"/>
                </a:lnTo>
                <a:lnTo>
                  <a:pt x="140981" y="32222"/>
                </a:lnTo>
                <a:lnTo>
                  <a:pt x="140035" y="32262"/>
                </a:lnTo>
                <a:lnTo>
                  <a:pt x="139100" y="32318"/>
                </a:lnTo>
                <a:lnTo>
                  <a:pt x="138175" y="32390"/>
                </a:lnTo>
                <a:lnTo>
                  <a:pt x="137261" y="32477"/>
                </a:lnTo>
                <a:lnTo>
                  <a:pt x="136358" y="32581"/>
                </a:lnTo>
                <a:lnTo>
                  <a:pt x="135466" y="32701"/>
                </a:lnTo>
                <a:lnTo>
                  <a:pt x="134584" y="32837"/>
                </a:lnTo>
                <a:lnTo>
                  <a:pt x="133714" y="32988"/>
                </a:lnTo>
                <a:lnTo>
                  <a:pt x="132854" y="33156"/>
                </a:lnTo>
                <a:lnTo>
                  <a:pt x="132004" y="33340"/>
                </a:lnTo>
                <a:lnTo>
                  <a:pt x="131166" y="33539"/>
                </a:lnTo>
                <a:lnTo>
                  <a:pt x="130338" y="33755"/>
                </a:lnTo>
                <a:lnTo>
                  <a:pt x="129521" y="33986"/>
                </a:lnTo>
                <a:lnTo>
                  <a:pt x="128715" y="34234"/>
                </a:lnTo>
                <a:lnTo>
                  <a:pt x="127919" y="34497"/>
                </a:lnTo>
                <a:lnTo>
                  <a:pt x="127134" y="34777"/>
                </a:lnTo>
                <a:lnTo>
                  <a:pt x="126360" y="35072"/>
                </a:lnTo>
                <a:lnTo>
                  <a:pt x="125597" y="35384"/>
                </a:lnTo>
                <a:lnTo>
                  <a:pt x="124844" y="35711"/>
                </a:lnTo>
                <a:lnTo>
                  <a:pt x="124103" y="36054"/>
                </a:lnTo>
                <a:lnTo>
                  <a:pt x="123372" y="36413"/>
                </a:lnTo>
                <a:lnTo>
                  <a:pt x="122651" y="36789"/>
                </a:lnTo>
                <a:lnTo>
                  <a:pt x="121943" y="37179"/>
                </a:lnTo>
                <a:lnTo>
                  <a:pt x="121249" y="37583"/>
                </a:lnTo>
                <a:lnTo>
                  <a:pt x="120568" y="38002"/>
                </a:lnTo>
                <a:lnTo>
                  <a:pt x="119901" y="38434"/>
                </a:lnTo>
                <a:lnTo>
                  <a:pt x="119247" y="38881"/>
                </a:lnTo>
                <a:lnTo>
                  <a:pt x="118606" y="39342"/>
                </a:lnTo>
                <a:lnTo>
                  <a:pt x="117979" y="39817"/>
                </a:lnTo>
                <a:lnTo>
                  <a:pt x="117366" y="40306"/>
                </a:lnTo>
                <a:lnTo>
                  <a:pt x="116766" y="40809"/>
                </a:lnTo>
                <a:lnTo>
                  <a:pt x="116179" y="41327"/>
                </a:lnTo>
                <a:lnTo>
                  <a:pt x="115606" y="41858"/>
                </a:lnTo>
                <a:lnTo>
                  <a:pt x="115047" y="42404"/>
                </a:lnTo>
                <a:lnTo>
                  <a:pt x="114501" y="42964"/>
                </a:lnTo>
                <a:lnTo>
                  <a:pt x="113969" y="43538"/>
                </a:lnTo>
                <a:lnTo>
                  <a:pt x="113450" y="44126"/>
                </a:lnTo>
                <a:lnTo>
                  <a:pt x="112944" y="44728"/>
                </a:lnTo>
                <a:lnTo>
                  <a:pt x="112453" y="45344"/>
                </a:lnTo>
                <a:lnTo>
                  <a:pt x="111974" y="45974"/>
                </a:lnTo>
                <a:lnTo>
                  <a:pt x="111509" y="46619"/>
                </a:lnTo>
                <a:lnTo>
                  <a:pt x="111058" y="47277"/>
                </a:lnTo>
                <a:lnTo>
                  <a:pt x="110620" y="47950"/>
                </a:lnTo>
                <a:lnTo>
                  <a:pt x="110196" y="48637"/>
                </a:lnTo>
                <a:lnTo>
                  <a:pt x="109785" y="49338"/>
                </a:lnTo>
                <a:lnTo>
                  <a:pt x="109387" y="50053"/>
                </a:lnTo>
                <a:lnTo>
                  <a:pt x="109005" y="50781"/>
                </a:lnTo>
                <a:lnTo>
                  <a:pt x="108639" y="51523"/>
                </a:lnTo>
                <a:lnTo>
                  <a:pt x="108289" y="52277"/>
                </a:lnTo>
                <a:lnTo>
                  <a:pt x="107956" y="53044"/>
                </a:lnTo>
                <a:lnTo>
                  <a:pt x="107639" y="53825"/>
                </a:lnTo>
                <a:lnTo>
                  <a:pt x="107338" y="54618"/>
                </a:lnTo>
                <a:lnTo>
                  <a:pt x="107053" y="55424"/>
                </a:lnTo>
                <a:lnTo>
                  <a:pt x="106784" y="56243"/>
                </a:lnTo>
                <a:lnTo>
                  <a:pt x="106532" y="57074"/>
                </a:lnTo>
                <a:lnTo>
                  <a:pt x="106296" y="57919"/>
                </a:lnTo>
                <a:lnTo>
                  <a:pt x="106077" y="58777"/>
                </a:lnTo>
                <a:lnTo>
                  <a:pt x="105874" y="59647"/>
                </a:lnTo>
                <a:lnTo>
                  <a:pt x="105686" y="60531"/>
                </a:lnTo>
                <a:lnTo>
                  <a:pt x="105516" y="61427"/>
                </a:lnTo>
                <a:lnTo>
                  <a:pt x="105361" y="62336"/>
                </a:lnTo>
                <a:lnTo>
                  <a:pt x="105223" y="63258"/>
                </a:lnTo>
                <a:lnTo>
                  <a:pt x="105101" y="64193"/>
                </a:lnTo>
                <a:lnTo>
                  <a:pt x="104995" y="65141"/>
                </a:lnTo>
                <a:lnTo>
                  <a:pt x="104906" y="66102"/>
                </a:lnTo>
                <a:lnTo>
                  <a:pt x="104832" y="67076"/>
                </a:lnTo>
                <a:lnTo>
                  <a:pt x="104775" y="68063"/>
                </a:lnTo>
                <a:lnTo>
                  <a:pt x="104735" y="69062"/>
                </a:lnTo>
                <a:lnTo>
                  <a:pt x="104710" y="70075"/>
                </a:lnTo>
                <a:lnTo>
                  <a:pt x="104702" y="71100"/>
                </a:lnTo>
                <a:lnTo>
                  <a:pt x="104702" y="93383"/>
                </a:lnTo>
                <a:lnTo>
                  <a:pt x="104710" y="94394"/>
                </a:lnTo>
                <a:lnTo>
                  <a:pt x="104735" y="95393"/>
                </a:lnTo>
                <a:lnTo>
                  <a:pt x="104775" y="96380"/>
                </a:lnTo>
                <a:lnTo>
                  <a:pt x="104832" y="97355"/>
                </a:lnTo>
                <a:lnTo>
                  <a:pt x="104906" y="98318"/>
                </a:lnTo>
                <a:lnTo>
                  <a:pt x="104995" y="99269"/>
                </a:lnTo>
                <a:lnTo>
                  <a:pt x="105101" y="100208"/>
                </a:lnTo>
                <a:lnTo>
                  <a:pt x="105223" y="101135"/>
                </a:lnTo>
                <a:lnTo>
                  <a:pt x="105361" y="102051"/>
                </a:lnTo>
                <a:lnTo>
                  <a:pt x="105516" y="102954"/>
                </a:lnTo>
                <a:lnTo>
                  <a:pt x="105686" y="103845"/>
                </a:lnTo>
                <a:lnTo>
                  <a:pt x="105874" y="104724"/>
                </a:lnTo>
                <a:lnTo>
                  <a:pt x="106077" y="105592"/>
                </a:lnTo>
                <a:lnTo>
                  <a:pt x="106296" y="106447"/>
                </a:lnTo>
                <a:lnTo>
                  <a:pt x="106532" y="107290"/>
                </a:lnTo>
                <a:lnTo>
                  <a:pt x="106784" y="108122"/>
                </a:lnTo>
                <a:lnTo>
                  <a:pt x="107053" y="108941"/>
                </a:lnTo>
                <a:lnTo>
                  <a:pt x="107338" y="109748"/>
                </a:lnTo>
                <a:lnTo>
                  <a:pt x="107639" y="110544"/>
                </a:lnTo>
                <a:lnTo>
                  <a:pt x="107956" y="111327"/>
                </a:lnTo>
                <a:lnTo>
                  <a:pt x="108289" y="112099"/>
                </a:lnTo>
                <a:lnTo>
                  <a:pt x="108639" y="112858"/>
                </a:lnTo>
                <a:lnTo>
                  <a:pt x="109005" y="113606"/>
                </a:lnTo>
                <a:lnTo>
                  <a:pt x="109387" y="114341"/>
                </a:lnTo>
                <a:lnTo>
                  <a:pt x="109785" y="115063"/>
                </a:lnTo>
                <a:lnTo>
                  <a:pt x="110196" y="115771"/>
                </a:lnTo>
                <a:lnTo>
                  <a:pt x="110620" y="116465"/>
                </a:lnTo>
                <a:lnTo>
                  <a:pt x="111058" y="117144"/>
                </a:lnTo>
                <a:lnTo>
                  <a:pt x="111509" y="117808"/>
                </a:lnTo>
                <a:lnTo>
                  <a:pt x="111974" y="118459"/>
                </a:lnTo>
                <a:lnTo>
                  <a:pt x="112453" y="119094"/>
                </a:lnTo>
                <a:lnTo>
                  <a:pt x="112944" y="119716"/>
                </a:lnTo>
                <a:lnTo>
                  <a:pt x="113450" y="120323"/>
                </a:lnTo>
                <a:lnTo>
                  <a:pt x="113969" y="120915"/>
                </a:lnTo>
                <a:lnTo>
                  <a:pt x="114501" y="121493"/>
                </a:lnTo>
                <a:lnTo>
                  <a:pt x="115047" y="122057"/>
                </a:lnTo>
                <a:lnTo>
                  <a:pt x="115606" y="122606"/>
                </a:lnTo>
                <a:lnTo>
                  <a:pt x="116179" y="123141"/>
                </a:lnTo>
                <a:lnTo>
                  <a:pt x="116766" y="123661"/>
                </a:lnTo>
                <a:lnTo>
                  <a:pt x="117366" y="124167"/>
                </a:lnTo>
                <a:lnTo>
                  <a:pt x="117979" y="124658"/>
                </a:lnTo>
                <a:lnTo>
                  <a:pt x="118606" y="125135"/>
                </a:lnTo>
                <a:lnTo>
                  <a:pt x="119247" y="125598"/>
                </a:lnTo>
                <a:lnTo>
                  <a:pt x="119901" y="126046"/>
                </a:lnTo>
                <a:lnTo>
                  <a:pt x="120568" y="126480"/>
                </a:lnTo>
                <a:lnTo>
                  <a:pt x="121249" y="126899"/>
                </a:lnTo>
                <a:lnTo>
                  <a:pt x="121943" y="127304"/>
                </a:lnTo>
                <a:lnTo>
                  <a:pt x="122651" y="127694"/>
                </a:lnTo>
                <a:lnTo>
                  <a:pt x="123372" y="128069"/>
                </a:lnTo>
                <a:lnTo>
                  <a:pt x="124103" y="128429"/>
                </a:lnTo>
                <a:lnTo>
                  <a:pt x="124844" y="128772"/>
                </a:lnTo>
                <a:lnTo>
                  <a:pt x="125597" y="129099"/>
                </a:lnTo>
                <a:lnTo>
                  <a:pt x="126360" y="129411"/>
                </a:lnTo>
                <a:lnTo>
                  <a:pt x="127134" y="129706"/>
                </a:lnTo>
                <a:lnTo>
                  <a:pt x="127919" y="129986"/>
                </a:lnTo>
                <a:lnTo>
                  <a:pt x="128715" y="130249"/>
                </a:lnTo>
                <a:lnTo>
                  <a:pt x="129521" y="130497"/>
                </a:lnTo>
                <a:lnTo>
                  <a:pt x="130338" y="130728"/>
                </a:lnTo>
                <a:lnTo>
                  <a:pt x="131166" y="130944"/>
                </a:lnTo>
                <a:lnTo>
                  <a:pt x="132004" y="131143"/>
                </a:lnTo>
                <a:lnTo>
                  <a:pt x="132854" y="131327"/>
                </a:lnTo>
                <a:lnTo>
                  <a:pt x="133714" y="131494"/>
                </a:lnTo>
                <a:lnTo>
                  <a:pt x="134584" y="131646"/>
                </a:lnTo>
                <a:lnTo>
                  <a:pt x="135466" y="131782"/>
                </a:lnTo>
                <a:lnTo>
                  <a:pt x="136358" y="131902"/>
                </a:lnTo>
                <a:lnTo>
                  <a:pt x="137261" y="132005"/>
                </a:lnTo>
                <a:lnTo>
                  <a:pt x="138175" y="132093"/>
                </a:lnTo>
                <a:lnTo>
                  <a:pt x="139100" y="132165"/>
                </a:lnTo>
                <a:lnTo>
                  <a:pt x="140035" y="132221"/>
                </a:lnTo>
                <a:lnTo>
                  <a:pt x="140981" y="132261"/>
                </a:lnTo>
                <a:lnTo>
                  <a:pt x="141938" y="132285"/>
                </a:lnTo>
                <a:lnTo>
                  <a:pt x="142905" y="132293"/>
                </a:lnTo>
                <a:lnTo>
                  <a:pt x="143872" y="132285"/>
                </a:lnTo>
                <a:lnTo>
                  <a:pt x="144829" y="132261"/>
                </a:lnTo>
                <a:lnTo>
                  <a:pt x="145775" y="132221"/>
                </a:lnTo>
                <a:close/>
                <a:moveTo>
                  <a:pt x="140407" y="118052"/>
                </a:moveTo>
                <a:lnTo>
                  <a:pt x="139604" y="117981"/>
                </a:lnTo>
                <a:lnTo>
                  <a:pt x="138815" y="117890"/>
                </a:lnTo>
                <a:lnTo>
                  <a:pt x="138041" y="117779"/>
                </a:lnTo>
                <a:lnTo>
                  <a:pt x="137282" y="117647"/>
                </a:lnTo>
                <a:lnTo>
                  <a:pt x="136538" y="117495"/>
                </a:lnTo>
                <a:lnTo>
                  <a:pt x="135808" y="117323"/>
                </a:lnTo>
                <a:lnTo>
                  <a:pt x="135093" y="117131"/>
                </a:lnTo>
                <a:lnTo>
                  <a:pt x="134393" y="116918"/>
                </a:lnTo>
                <a:lnTo>
                  <a:pt x="133708" y="116685"/>
                </a:lnTo>
                <a:lnTo>
                  <a:pt x="133037" y="116432"/>
                </a:lnTo>
                <a:lnTo>
                  <a:pt x="132381" y="116158"/>
                </a:lnTo>
                <a:lnTo>
                  <a:pt x="131740" y="115864"/>
                </a:lnTo>
                <a:lnTo>
                  <a:pt x="131114" y="115550"/>
                </a:lnTo>
                <a:lnTo>
                  <a:pt x="130502" y="115216"/>
                </a:lnTo>
                <a:lnTo>
                  <a:pt x="129905" y="114862"/>
                </a:lnTo>
                <a:lnTo>
                  <a:pt x="129322" y="114487"/>
                </a:lnTo>
                <a:lnTo>
                  <a:pt x="128755" y="114092"/>
                </a:lnTo>
                <a:lnTo>
                  <a:pt x="128202" y="113676"/>
                </a:lnTo>
                <a:lnTo>
                  <a:pt x="127664" y="113241"/>
                </a:lnTo>
                <a:lnTo>
                  <a:pt x="127141" y="112785"/>
                </a:lnTo>
                <a:lnTo>
                  <a:pt x="126632" y="112309"/>
                </a:lnTo>
                <a:lnTo>
                  <a:pt x="126141" y="111813"/>
                </a:lnTo>
                <a:lnTo>
                  <a:pt x="125672" y="111298"/>
                </a:lnTo>
                <a:lnTo>
                  <a:pt x="125223" y="110764"/>
                </a:lnTo>
                <a:lnTo>
                  <a:pt x="124795" y="110211"/>
                </a:lnTo>
                <a:lnTo>
                  <a:pt x="124388" y="109639"/>
                </a:lnTo>
                <a:lnTo>
                  <a:pt x="124001" y="109048"/>
                </a:lnTo>
                <a:lnTo>
                  <a:pt x="123636" y="108438"/>
                </a:lnTo>
                <a:lnTo>
                  <a:pt x="123292" y="107808"/>
                </a:lnTo>
                <a:lnTo>
                  <a:pt x="122968" y="107160"/>
                </a:lnTo>
                <a:lnTo>
                  <a:pt x="122665" y="106493"/>
                </a:lnTo>
                <a:lnTo>
                  <a:pt x="122383" y="105807"/>
                </a:lnTo>
                <a:lnTo>
                  <a:pt x="122122" y="105101"/>
                </a:lnTo>
                <a:lnTo>
                  <a:pt x="121882" y="104377"/>
                </a:lnTo>
                <a:lnTo>
                  <a:pt x="121663" y="103634"/>
                </a:lnTo>
                <a:lnTo>
                  <a:pt x="121465" y="102871"/>
                </a:lnTo>
                <a:lnTo>
                  <a:pt x="121287" y="102090"/>
                </a:lnTo>
                <a:lnTo>
                  <a:pt x="121131" y="101289"/>
                </a:lnTo>
                <a:lnTo>
                  <a:pt x="120995" y="100470"/>
                </a:lnTo>
                <a:lnTo>
                  <a:pt x="120880" y="99631"/>
                </a:lnTo>
                <a:lnTo>
                  <a:pt x="120786" y="98774"/>
                </a:lnTo>
                <a:lnTo>
                  <a:pt x="120713" y="97897"/>
                </a:lnTo>
                <a:lnTo>
                  <a:pt x="120661" y="97002"/>
                </a:lnTo>
                <a:lnTo>
                  <a:pt x="120630" y="96087"/>
                </a:lnTo>
                <a:lnTo>
                  <a:pt x="120619" y="95153"/>
                </a:lnTo>
                <a:lnTo>
                  <a:pt x="120619" y="69330"/>
                </a:lnTo>
                <a:lnTo>
                  <a:pt x="120630" y="68396"/>
                </a:lnTo>
                <a:lnTo>
                  <a:pt x="120661" y="67481"/>
                </a:lnTo>
                <a:lnTo>
                  <a:pt x="120713" y="66586"/>
                </a:lnTo>
                <a:lnTo>
                  <a:pt x="120786" y="65709"/>
                </a:lnTo>
                <a:lnTo>
                  <a:pt x="120880" y="64852"/>
                </a:lnTo>
                <a:lnTo>
                  <a:pt x="120995" y="64013"/>
                </a:lnTo>
                <a:lnTo>
                  <a:pt x="121131" y="63194"/>
                </a:lnTo>
                <a:lnTo>
                  <a:pt x="121287" y="62393"/>
                </a:lnTo>
                <a:lnTo>
                  <a:pt x="121465" y="61612"/>
                </a:lnTo>
                <a:lnTo>
                  <a:pt x="121663" y="60850"/>
                </a:lnTo>
                <a:lnTo>
                  <a:pt x="121882" y="60106"/>
                </a:lnTo>
                <a:lnTo>
                  <a:pt x="122122" y="59382"/>
                </a:lnTo>
                <a:lnTo>
                  <a:pt x="122383" y="58677"/>
                </a:lnTo>
                <a:lnTo>
                  <a:pt x="122665" y="57991"/>
                </a:lnTo>
                <a:lnTo>
                  <a:pt x="122968" y="57324"/>
                </a:lnTo>
                <a:lnTo>
                  <a:pt x="123292" y="56676"/>
                </a:lnTo>
                <a:lnTo>
                  <a:pt x="123636" y="56047"/>
                </a:lnTo>
                <a:lnTo>
                  <a:pt x="124001" y="55437"/>
                </a:lnTo>
                <a:lnTo>
                  <a:pt x="124388" y="54846"/>
                </a:lnTo>
                <a:lnTo>
                  <a:pt x="124795" y="54274"/>
                </a:lnTo>
                <a:lnTo>
                  <a:pt x="125223" y="53721"/>
                </a:lnTo>
                <a:lnTo>
                  <a:pt x="125672" y="53187"/>
                </a:lnTo>
                <a:lnTo>
                  <a:pt x="126141" y="52672"/>
                </a:lnTo>
                <a:lnTo>
                  <a:pt x="126632" y="52177"/>
                </a:lnTo>
                <a:lnTo>
                  <a:pt x="127141" y="51700"/>
                </a:lnTo>
                <a:lnTo>
                  <a:pt x="127664" y="51244"/>
                </a:lnTo>
                <a:lnTo>
                  <a:pt x="128202" y="50808"/>
                </a:lnTo>
                <a:lnTo>
                  <a:pt x="128755" y="50393"/>
                </a:lnTo>
                <a:lnTo>
                  <a:pt x="129322" y="49998"/>
                </a:lnTo>
                <a:lnTo>
                  <a:pt x="129905" y="49623"/>
                </a:lnTo>
                <a:lnTo>
                  <a:pt x="130502" y="49268"/>
                </a:lnTo>
                <a:lnTo>
                  <a:pt x="131114" y="48934"/>
                </a:lnTo>
                <a:lnTo>
                  <a:pt x="131740" y="48620"/>
                </a:lnTo>
                <a:lnTo>
                  <a:pt x="132381" y="48326"/>
                </a:lnTo>
                <a:lnTo>
                  <a:pt x="133037" y="48052"/>
                </a:lnTo>
                <a:lnTo>
                  <a:pt x="133708" y="47799"/>
                </a:lnTo>
                <a:lnTo>
                  <a:pt x="134393" y="47566"/>
                </a:lnTo>
                <a:lnTo>
                  <a:pt x="135093" y="47353"/>
                </a:lnTo>
                <a:lnTo>
                  <a:pt x="135808" y="47160"/>
                </a:lnTo>
                <a:lnTo>
                  <a:pt x="136538" y="46988"/>
                </a:lnTo>
                <a:lnTo>
                  <a:pt x="137282" y="46836"/>
                </a:lnTo>
                <a:lnTo>
                  <a:pt x="138041" y="46704"/>
                </a:lnTo>
                <a:lnTo>
                  <a:pt x="138815" y="46593"/>
                </a:lnTo>
                <a:lnTo>
                  <a:pt x="139604" y="46501"/>
                </a:lnTo>
                <a:lnTo>
                  <a:pt x="140407" y="46431"/>
                </a:lnTo>
                <a:lnTo>
                  <a:pt x="141225" y="46380"/>
                </a:lnTo>
                <a:lnTo>
                  <a:pt x="142058" y="46349"/>
                </a:lnTo>
                <a:lnTo>
                  <a:pt x="142905" y="46339"/>
                </a:lnTo>
                <a:lnTo>
                  <a:pt x="143767" y="46349"/>
                </a:lnTo>
                <a:lnTo>
                  <a:pt x="144613" y="46380"/>
                </a:lnTo>
                <a:lnTo>
                  <a:pt x="145443" y="46431"/>
                </a:lnTo>
                <a:lnTo>
                  <a:pt x="146258" y="46501"/>
                </a:lnTo>
                <a:lnTo>
                  <a:pt x="147056" y="46593"/>
                </a:lnTo>
                <a:lnTo>
                  <a:pt x="147840" y="46704"/>
                </a:lnTo>
                <a:lnTo>
                  <a:pt x="148607" y="46836"/>
                </a:lnTo>
                <a:lnTo>
                  <a:pt x="149359" y="46988"/>
                </a:lnTo>
                <a:lnTo>
                  <a:pt x="150096" y="47160"/>
                </a:lnTo>
                <a:lnTo>
                  <a:pt x="150816" y="47353"/>
                </a:lnTo>
                <a:lnTo>
                  <a:pt x="151521" y="47566"/>
                </a:lnTo>
                <a:lnTo>
                  <a:pt x="152211" y="47799"/>
                </a:lnTo>
                <a:lnTo>
                  <a:pt x="152885" y="48052"/>
                </a:lnTo>
                <a:lnTo>
                  <a:pt x="153543" y="48326"/>
                </a:lnTo>
                <a:lnTo>
                  <a:pt x="154185" y="48620"/>
                </a:lnTo>
                <a:lnTo>
                  <a:pt x="154812" y="48934"/>
                </a:lnTo>
                <a:lnTo>
                  <a:pt x="155423" y="49268"/>
                </a:lnTo>
                <a:lnTo>
                  <a:pt x="156018" y="49623"/>
                </a:lnTo>
                <a:lnTo>
                  <a:pt x="156598" y="49998"/>
                </a:lnTo>
                <a:lnTo>
                  <a:pt x="157162" y="50393"/>
                </a:lnTo>
                <a:lnTo>
                  <a:pt x="157710" y="50808"/>
                </a:lnTo>
                <a:lnTo>
                  <a:pt x="158243" y="51244"/>
                </a:lnTo>
                <a:lnTo>
                  <a:pt x="158760" y="51700"/>
                </a:lnTo>
                <a:lnTo>
                  <a:pt x="159262" y="52177"/>
                </a:lnTo>
                <a:lnTo>
                  <a:pt x="159745" y="52672"/>
                </a:lnTo>
                <a:lnTo>
                  <a:pt x="160208" y="53187"/>
                </a:lnTo>
                <a:lnTo>
                  <a:pt x="160651" y="53721"/>
                </a:lnTo>
                <a:lnTo>
                  <a:pt x="161073" y="54274"/>
                </a:lnTo>
                <a:lnTo>
                  <a:pt x="161474" y="54846"/>
                </a:lnTo>
                <a:lnTo>
                  <a:pt x="161855" y="55437"/>
                </a:lnTo>
                <a:lnTo>
                  <a:pt x="162215" y="56047"/>
                </a:lnTo>
                <a:lnTo>
                  <a:pt x="162554" y="56676"/>
                </a:lnTo>
                <a:lnTo>
                  <a:pt x="162873" y="57324"/>
                </a:lnTo>
                <a:lnTo>
                  <a:pt x="163172" y="57991"/>
                </a:lnTo>
                <a:lnTo>
                  <a:pt x="163449" y="58677"/>
                </a:lnTo>
                <a:lnTo>
                  <a:pt x="163707" y="59382"/>
                </a:lnTo>
                <a:lnTo>
                  <a:pt x="163943" y="60106"/>
                </a:lnTo>
                <a:lnTo>
                  <a:pt x="164159" y="60850"/>
                </a:lnTo>
                <a:lnTo>
                  <a:pt x="164355" y="61612"/>
                </a:lnTo>
                <a:lnTo>
                  <a:pt x="164530" y="62393"/>
                </a:lnTo>
                <a:lnTo>
                  <a:pt x="164684" y="63194"/>
                </a:lnTo>
                <a:lnTo>
                  <a:pt x="164818" y="64013"/>
                </a:lnTo>
                <a:lnTo>
                  <a:pt x="164931" y="64852"/>
                </a:lnTo>
                <a:lnTo>
                  <a:pt x="165024" y="65709"/>
                </a:lnTo>
                <a:lnTo>
                  <a:pt x="165096" y="66586"/>
                </a:lnTo>
                <a:lnTo>
                  <a:pt x="165147" y="67481"/>
                </a:lnTo>
                <a:lnTo>
                  <a:pt x="165178" y="68396"/>
                </a:lnTo>
                <a:lnTo>
                  <a:pt x="165188" y="69330"/>
                </a:lnTo>
                <a:lnTo>
                  <a:pt x="165188" y="95153"/>
                </a:lnTo>
                <a:lnTo>
                  <a:pt x="165178" y="96087"/>
                </a:lnTo>
                <a:lnTo>
                  <a:pt x="165147" y="97002"/>
                </a:lnTo>
                <a:lnTo>
                  <a:pt x="165096" y="97897"/>
                </a:lnTo>
                <a:lnTo>
                  <a:pt x="165024" y="98774"/>
                </a:lnTo>
                <a:lnTo>
                  <a:pt x="164931" y="99631"/>
                </a:lnTo>
                <a:lnTo>
                  <a:pt x="164818" y="100470"/>
                </a:lnTo>
                <a:lnTo>
                  <a:pt x="164684" y="101289"/>
                </a:lnTo>
                <a:lnTo>
                  <a:pt x="164530" y="102090"/>
                </a:lnTo>
                <a:lnTo>
                  <a:pt x="164355" y="102871"/>
                </a:lnTo>
                <a:lnTo>
                  <a:pt x="164159" y="103634"/>
                </a:lnTo>
                <a:lnTo>
                  <a:pt x="163943" y="104377"/>
                </a:lnTo>
                <a:lnTo>
                  <a:pt x="163707" y="105101"/>
                </a:lnTo>
                <a:lnTo>
                  <a:pt x="163449" y="105807"/>
                </a:lnTo>
                <a:lnTo>
                  <a:pt x="163172" y="106493"/>
                </a:lnTo>
                <a:lnTo>
                  <a:pt x="162873" y="107160"/>
                </a:lnTo>
                <a:lnTo>
                  <a:pt x="162554" y="107808"/>
                </a:lnTo>
                <a:lnTo>
                  <a:pt x="162215" y="108438"/>
                </a:lnTo>
                <a:lnTo>
                  <a:pt x="161855" y="109048"/>
                </a:lnTo>
                <a:lnTo>
                  <a:pt x="161474" y="109639"/>
                </a:lnTo>
                <a:lnTo>
                  <a:pt x="161073" y="110211"/>
                </a:lnTo>
                <a:lnTo>
                  <a:pt x="160651" y="110764"/>
                </a:lnTo>
                <a:lnTo>
                  <a:pt x="160208" y="111298"/>
                </a:lnTo>
                <a:lnTo>
                  <a:pt x="159745" y="111813"/>
                </a:lnTo>
                <a:lnTo>
                  <a:pt x="159262" y="112309"/>
                </a:lnTo>
                <a:lnTo>
                  <a:pt x="158760" y="112785"/>
                </a:lnTo>
                <a:lnTo>
                  <a:pt x="158243" y="113241"/>
                </a:lnTo>
                <a:lnTo>
                  <a:pt x="157710" y="113676"/>
                </a:lnTo>
                <a:lnTo>
                  <a:pt x="157162" y="114092"/>
                </a:lnTo>
                <a:lnTo>
                  <a:pt x="156598" y="114487"/>
                </a:lnTo>
                <a:lnTo>
                  <a:pt x="156018" y="114862"/>
                </a:lnTo>
                <a:lnTo>
                  <a:pt x="155423" y="115216"/>
                </a:lnTo>
                <a:lnTo>
                  <a:pt x="154812" y="115550"/>
                </a:lnTo>
                <a:lnTo>
                  <a:pt x="154185" y="115864"/>
                </a:lnTo>
                <a:lnTo>
                  <a:pt x="153543" y="116158"/>
                </a:lnTo>
                <a:lnTo>
                  <a:pt x="152885" y="116432"/>
                </a:lnTo>
                <a:lnTo>
                  <a:pt x="152211" y="116685"/>
                </a:lnTo>
                <a:lnTo>
                  <a:pt x="151521" y="116918"/>
                </a:lnTo>
                <a:lnTo>
                  <a:pt x="150816" y="117131"/>
                </a:lnTo>
                <a:lnTo>
                  <a:pt x="150096" y="117323"/>
                </a:lnTo>
                <a:lnTo>
                  <a:pt x="149359" y="117495"/>
                </a:lnTo>
                <a:lnTo>
                  <a:pt x="148607" y="117647"/>
                </a:lnTo>
                <a:lnTo>
                  <a:pt x="147840" y="117779"/>
                </a:lnTo>
                <a:lnTo>
                  <a:pt x="147056" y="117890"/>
                </a:lnTo>
                <a:lnTo>
                  <a:pt x="146258" y="117981"/>
                </a:lnTo>
                <a:lnTo>
                  <a:pt x="145443" y="118052"/>
                </a:lnTo>
                <a:lnTo>
                  <a:pt x="144613" y="118103"/>
                </a:lnTo>
                <a:lnTo>
                  <a:pt x="143767" y="118133"/>
                </a:lnTo>
                <a:lnTo>
                  <a:pt x="142905" y="118144"/>
                </a:lnTo>
                <a:lnTo>
                  <a:pt x="142058" y="118133"/>
                </a:lnTo>
                <a:lnTo>
                  <a:pt x="141225" y="118103"/>
                </a:lnTo>
                <a:lnTo>
                  <a:pt x="140407" y="118052"/>
                </a:lnTo>
                <a:close/>
                <a:moveTo>
                  <a:pt x="358905" y="132534"/>
                </a:moveTo>
                <a:lnTo>
                  <a:pt x="360125" y="132447"/>
                </a:lnTo>
                <a:lnTo>
                  <a:pt x="361327" y="132335"/>
                </a:lnTo>
                <a:lnTo>
                  <a:pt x="362511" y="132199"/>
                </a:lnTo>
                <a:lnTo>
                  <a:pt x="363678" y="132037"/>
                </a:lnTo>
                <a:lnTo>
                  <a:pt x="364826" y="131851"/>
                </a:lnTo>
                <a:lnTo>
                  <a:pt x="365957" y="131639"/>
                </a:lnTo>
                <a:lnTo>
                  <a:pt x="367070" y="131403"/>
                </a:lnTo>
                <a:lnTo>
                  <a:pt x="368165" y="131142"/>
                </a:lnTo>
                <a:lnTo>
                  <a:pt x="369243" y="130856"/>
                </a:lnTo>
                <a:lnTo>
                  <a:pt x="370302" y="130545"/>
                </a:lnTo>
                <a:lnTo>
                  <a:pt x="371344" y="130209"/>
                </a:lnTo>
                <a:lnTo>
                  <a:pt x="372368" y="129849"/>
                </a:lnTo>
                <a:lnTo>
                  <a:pt x="373374" y="129463"/>
                </a:lnTo>
                <a:lnTo>
                  <a:pt x="374362" y="129053"/>
                </a:lnTo>
                <a:lnTo>
                  <a:pt x="375333" y="128618"/>
                </a:lnTo>
                <a:lnTo>
                  <a:pt x="376286" y="128157"/>
                </a:lnTo>
                <a:lnTo>
                  <a:pt x="377221" y="127673"/>
                </a:lnTo>
                <a:lnTo>
                  <a:pt x="378138" y="127163"/>
                </a:lnTo>
                <a:lnTo>
                  <a:pt x="379037" y="126628"/>
                </a:lnTo>
                <a:lnTo>
                  <a:pt x="379919" y="126068"/>
                </a:lnTo>
                <a:lnTo>
                  <a:pt x="380782" y="125484"/>
                </a:lnTo>
                <a:lnTo>
                  <a:pt x="381622" y="124878"/>
                </a:lnTo>
                <a:lnTo>
                  <a:pt x="382432" y="124255"/>
                </a:lnTo>
                <a:lnTo>
                  <a:pt x="383212" y="123615"/>
                </a:lnTo>
                <a:lnTo>
                  <a:pt x="383962" y="122957"/>
                </a:lnTo>
                <a:lnTo>
                  <a:pt x="384681" y="122281"/>
                </a:lnTo>
                <a:lnTo>
                  <a:pt x="385371" y="121588"/>
                </a:lnTo>
                <a:lnTo>
                  <a:pt x="386030" y="120877"/>
                </a:lnTo>
                <a:lnTo>
                  <a:pt x="386659" y="120149"/>
                </a:lnTo>
                <a:lnTo>
                  <a:pt x="387258" y="119403"/>
                </a:lnTo>
                <a:lnTo>
                  <a:pt x="387827" y="118640"/>
                </a:lnTo>
                <a:lnTo>
                  <a:pt x="388366" y="117860"/>
                </a:lnTo>
                <a:lnTo>
                  <a:pt x="388875" y="117061"/>
                </a:lnTo>
                <a:lnTo>
                  <a:pt x="389354" y="116246"/>
                </a:lnTo>
                <a:lnTo>
                  <a:pt x="389802" y="115413"/>
                </a:lnTo>
                <a:lnTo>
                  <a:pt x="390221" y="114562"/>
                </a:lnTo>
                <a:lnTo>
                  <a:pt x="390609" y="113694"/>
                </a:lnTo>
                <a:lnTo>
                  <a:pt x="390967" y="112808"/>
                </a:lnTo>
                <a:lnTo>
                  <a:pt x="391296" y="111905"/>
                </a:lnTo>
                <a:lnTo>
                  <a:pt x="391594" y="110984"/>
                </a:lnTo>
                <a:lnTo>
                  <a:pt x="391862" y="110046"/>
                </a:lnTo>
                <a:lnTo>
                  <a:pt x="392099" y="109090"/>
                </a:lnTo>
                <a:lnTo>
                  <a:pt x="392307" y="108117"/>
                </a:lnTo>
                <a:lnTo>
                  <a:pt x="392485" y="107126"/>
                </a:lnTo>
                <a:lnTo>
                  <a:pt x="392632" y="106118"/>
                </a:lnTo>
                <a:lnTo>
                  <a:pt x="376715" y="106118"/>
                </a:lnTo>
                <a:lnTo>
                  <a:pt x="376604" y="106600"/>
                </a:lnTo>
                <a:lnTo>
                  <a:pt x="376478" y="107074"/>
                </a:lnTo>
                <a:lnTo>
                  <a:pt x="376335" y="107540"/>
                </a:lnTo>
                <a:lnTo>
                  <a:pt x="376177" y="107998"/>
                </a:lnTo>
                <a:lnTo>
                  <a:pt x="376004" y="108447"/>
                </a:lnTo>
                <a:lnTo>
                  <a:pt x="375814" y="108888"/>
                </a:lnTo>
                <a:lnTo>
                  <a:pt x="375609" y="109320"/>
                </a:lnTo>
                <a:lnTo>
                  <a:pt x="375389" y="109744"/>
                </a:lnTo>
                <a:lnTo>
                  <a:pt x="375152" y="110160"/>
                </a:lnTo>
                <a:lnTo>
                  <a:pt x="374900" y="110568"/>
                </a:lnTo>
                <a:lnTo>
                  <a:pt x="374633" y="110967"/>
                </a:lnTo>
                <a:lnTo>
                  <a:pt x="374349" y="111358"/>
                </a:lnTo>
                <a:lnTo>
                  <a:pt x="374050" y="111741"/>
                </a:lnTo>
                <a:lnTo>
                  <a:pt x="373736" y="112116"/>
                </a:lnTo>
                <a:lnTo>
                  <a:pt x="373405" y="112482"/>
                </a:lnTo>
                <a:lnTo>
                  <a:pt x="373060" y="112840"/>
                </a:lnTo>
                <a:lnTo>
                  <a:pt x="372698" y="113189"/>
                </a:lnTo>
                <a:lnTo>
                  <a:pt x="372321" y="113531"/>
                </a:lnTo>
                <a:lnTo>
                  <a:pt x="371928" y="113864"/>
                </a:lnTo>
                <a:lnTo>
                  <a:pt x="371519" y="114188"/>
                </a:lnTo>
                <a:lnTo>
                  <a:pt x="371095" y="114505"/>
                </a:lnTo>
                <a:lnTo>
                  <a:pt x="370655" y="114813"/>
                </a:lnTo>
                <a:lnTo>
                  <a:pt x="370200" y="115113"/>
                </a:lnTo>
                <a:lnTo>
                  <a:pt x="369728" y="115404"/>
                </a:lnTo>
                <a:lnTo>
                  <a:pt x="369244" y="115686"/>
                </a:lnTo>
                <a:lnTo>
                  <a:pt x="368749" y="115955"/>
                </a:lnTo>
                <a:lnTo>
                  <a:pt x="368244" y="116213"/>
                </a:lnTo>
                <a:lnTo>
                  <a:pt x="367727" y="116458"/>
                </a:lnTo>
                <a:lnTo>
                  <a:pt x="367200" y="116692"/>
                </a:lnTo>
                <a:lnTo>
                  <a:pt x="366662" y="116913"/>
                </a:lnTo>
                <a:lnTo>
                  <a:pt x="366113" y="117123"/>
                </a:lnTo>
                <a:lnTo>
                  <a:pt x="365554" y="117320"/>
                </a:lnTo>
                <a:lnTo>
                  <a:pt x="364984" y="117506"/>
                </a:lnTo>
                <a:lnTo>
                  <a:pt x="364403" y="117680"/>
                </a:lnTo>
                <a:lnTo>
                  <a:pt x="363811" y="117841"/>
                </a:lnTo>
                <a:lnTo>
                  <a:pt x="363208" y="117991"/>
                </a:lnTo>
                <a:lnTo>
                  <a:pt x="362595" y="118129"/>
                </a:lnTo>
                <a:lnTo>
                  <a:pt x="361971" y="118255"/>
                </a:lnTo>
                <a:lnTo>
                  <a:pt x="361336" y="118368"/>
                </a:lnTo>
                <a:lnTo>
                  <a:pt x="360691" y="118470"/>
                </a:lnTo>
                <a:lnTo>
                  <a:pt x="360035" y="118560"/>
                </a:lnTo>
                <a:lnTo>
                  <a:pt x="359367" y="118638"/>
                </a:lnTo>
                <a:lnTo>
                  <a:pt x="358690" y="118704"/>
                </a:lnTo>
                <a:lnTo>
                  <a:pt x="358001" y="118758"/>
                </a:lnTo>
                <a:lnTo>
                  <a:pt x="357302" y="118799"/>
                </a:lnTo>
                <a:lnTo>
                  <a:pt x="356592" y="118829"/>
                </a:lnTo>
                <a:lnTo>
                  <a:pt x="355871" y="118847"/>
                </a:lnTo>
                <a:lnTo>
                  <a:pt x="355139" y="118853"/>
                </a:lnTo>
                <a:lnTo>
                  <a:pt x="354292" y="118842"/>
                </a:lnTo>
                <a:lnTo>
                  <a:pt x="353458" y="118810"/>
                </a:lnTo>
                <a:lnTo>
                  <a:pt x="352638" y="118755"/>
                </a:lnTo>
                <a:lnTo>
                  <a:pt x="351833" y="118679"/>
                </a:lnTo>
                <a:lnTo>
                  <a:pt x="351042" y="118581"/>
                </a:lnTo>
                <a:lnTo>
                  <a:pt x="350265" y="118461"/>
                </a:lnTo>
                <a:lnTo>
                  <a:pt x="349502" y="118319"/>
                </a:lnTo>
                <a:lnTo>
                  <a:pt x="348753" y="118156"/>
                </a:lnTo>
                <a:lnTo>
                  <a:pt x="348018" y="117970"/>
                </a:lnTo>
                <a:lnTo>
                  <a:pt x="347297" y="117763"/>
                </a:lnTo>
                <a:lnTo>
                  <a:pt x="346591" y="117534"/>
                </a:lnTo>
                <a:lnTo>
                  <a:pt x="345898" y="117283"/>
                </a:lnTo>
                <a:lnTo>
                  <a:pt x="345220" y="117011"/>
                </a:lnTo>
                <a:lnTo>
                  <a:pt x="344556" y="116716"/>
                </a:lnTo>
                <a:lnTo>
                  <a:pt x="343906" y="116400"/>
                </a:lnTo>
                <a:lnTo>
                  <a:pt x="343270" y="116062"/>
                </a:lnTo>
                <a:lnTo>
                  <a:pt x="342648" y="115702"/>
                </a:lnTo>
                <a:lnTo>
                  <a:pt x="342040" y="115321"/>
                </a:lnTo>
                <a:lnTo>
                  <a:pt x="341447" y="114918"/>
                </a:lnTo>
                <a:lnTo>
                  <a:pt x="340867" y="114492"/>
                </a:lnTo>
                <a:lnTo>
                  <a:pt x="340302" y="114045"/>
                </a:lnTo>
                <a:lnTo>
                  <a:pt x="339751" y="113576"/>
                </a:lnTo>
                <a:lnTo>
                  <a:pt x="339214" y="113086"/>
                </a:lnTo>
                <a:lnTo>
                  <a:pt x="338691" y="112573"/>
                </a:lnTo>
                <a:lnTo>
                  <a:pt x="338186" y="112042"/>
                </a:lnTo>
                <a:lnTo>
                  <a:pt x="337702" y="111496"/>
                </a:lnTo>
                <a:lnTo>
                  <a:pt x="337240" y="110933"/>
                </a:lnTo>
                <a:lnTo>
                  <a:pt x="336799" y="110355"/>
                </a:lnTo>
                <a:lnTo>
                  <a:pt x="336380" y="109761"/>
                </a:lnTo>
                <a:lnTo>
                  <a:pt x="335982" y="109152"/>
                </a:lnTo>
                <a:lnTo>
                  <a:pt x="335606" y="108527"/>
                </a:lnTo>
                <a:lnTo>
                  <a:pt x="335251" y="107886"/>
                </a:lnTo>
                <a:lnTo>
                  <a:pt x="334918" y="107230"/>
                </a:lnTo>
                <a:lnTo>
                  <a:pt x="334607" y="106558"/>
                </a:lnTo>
                <a:lnTo>
                  <a:pt x="334316" y="105870"/>
                </a:lnTo>
                <a:lnTo>
                  <a:pt x="334048" y="105167"/>
                </a:lnTo>
                <a:lnTo>
                  <a:pt x="333800" y="104448"/>
                </a:lnTo>
                <a:lnTo>
                  <a:pt x="333575" y="103713"/>
                </a:lnTo>
                <a:lnTo>
                  <a:pt x="333370" y="102963"/>
                </a:lnTo>
                <a:lnTo>
                  <a:pt x="333188" y="102197"/>
                </a:lnTo>
                <a:lnTo>
                  <a:pt x="333027" y="101416"/>
                </a:lnTo>
                <a:lnTo>
                  <a:pt x="332887" y="100619"/>
                </a:lnTo>
                <a:lnTo>
                  <a:pt x="332769" y="99806"/>
                </a:lnTo>
                <a:lnTo>
                  <a:pt x="332672" y="98977"/>
                </a:lnTo>
                <a:lnTo>
                  <a:pt x="332597" y="98133"/>
                </a:lnTo>
                <a:lnTo>
                  <a:pt x="332543" y="97273"/>
                </a:lnTo>
                <a:lnTo>
                  <a:pt x="332511" y="96398"/>
                </a:lnTo>
                <a:lnTo>
                  <a:pt x="332500" y="95507"/>
                </a:lnTo>
                <a:lnTo>
                  <a:pt x="332500" y="86310"/>
                </a:lnTo>
                <a:lnTo>
                  <a:pt x="393342" y="86310"/>
                </a:lnTo>
                <a:lnTo>
                  <a:pt x="393342" y="68976"/>
                </a:lnTo>
                <a:lnTo>
                  <a:pt x="393334" y="68038"/>
                </a:lnTo>
                <a:lnTo>
                  <a:pt x="393309" y="67110"/>
                </a:lnTo>
                <a:lnTo>
                  <a:pt x="393267" y="66193"/>
                </a:lnTo>
                <a:lnTo>
                  <a:pt x="393209" y="65287"/>
                </a:lnTo>
                <a:lnTo>
                  <a:pt x="393135" y="64391"/>
                </a:lnTo>
                <a:lnTo>
                  <a:pt x="393044" y="63505"/>
                </a:lnTo>
                <a:lnTo>
                  <a:pt x="392936" y="62629"/>
                </a:lnTo>
                <a:lnTo>
                  <a:pt x="392811" y="61764"/>
                </a:lnTo>
                <a:lnTo>
                  <a:pt x="392670" y="60910"/>
                </a:lnTo>
                <a:lnTo>
                  <a:pt x="392513" y="60066"/>
                </a:lnTo>
                <a:lnTo>
                  <a:pt x="392339" y="59232"/>
                </a:lnTo>
                <a:lnTo>
                  <a:pt x="392148" y="58409"/>
                </a:lnTo>
                <a:lnTo>
                  <a:pt x="391941" y="57597"/>
                </a:lnTo>
                <a:lnTo>
                  <a:pt x="391717" y="56794"/>
                </a:lnTo>
                <a:lnTo>
                  <a:pt x="391476" y="56002"/>
                </a:lnTo>
                <a:lnTo>
                  <a:pt x="391219" y="55221"/>
                </a:lnTo>
                <a:lnTo>
                  <a:pt x="390945" y="54450"/>
                </a:lnTo>
                <a:lnTo>
                  <a:pt x="390655" y="53690"/>
                </a:lnTo>
                <a:lnTo>
                  <a:pt x="390348" y="52939"/>
                </a:lnTo>
                <a:lnTo>
                  <a:pt x="390025" y="52200"/>
                </a:lnTo>
                <a:lnTo>
                  <a:pt x="389685" y="51471"/>
                </a:lnTo>
                <a:lnTo>
                  <a:pt x="389328" y="50752"/>
                </a:lnTo>
                <a:lnTo>
                  <a:pt x="388955" y="50044"/>
                </a:lnTo>
                <a:lnTo>
                  <a:pt x="388565" y="49346"/>
                </a:lnTo>
                <a:lnTo>
                  <a:pt x="388161" y="48659"/>
                </a:lnTo>
                <a:lnTo>
                  <a:pt x="387743" y="47986"/>
                </a:lnTo>
                <a:lnTo>
                  <a:pt x="387312" y="47326"/>
                </a:lnTo>
                <a:lnTo>
                  <a:pt x="386868" y="46678"/>
                </a:lnTo>
                <a:lnTo>
                  <a:pt x="386411" y="46044"/>
                </a:lnTo>
                <a:lnTo>
                  <a:pt x="385941" y="45422"/>
                </a:lnTo>
                <a:lnTo>
                  <a:pt x="385457" y="44813"/>
                </a:lnTo>
                <a:lnTo>
                  <a:pt x="384960" y="44217"/>
                </a:lnTo>
                <a:lnTo>
                  <a:pt x="384450" y="43634"/>
                </a:lnTo>
                <a:lnTo>
                  <a:pt x="383926" y="43064"/>
                </a:lnTo>
                <a:lnTo>
                  <a:pt x="383390" y="42506"/>
                </a:lnTo>
                <a:lnTo>
                  <a:pt x="382840" y="41962"/>
                </a:lnTo>
                <a:lnTo>
                  <a:pt x="382277" y="41431"/>
                </a:lnTo>
                <a:lnTo>
                  <a:pt x="381701" y="40912"/>
                </a:lnTo>
                <a:lnTo>
                  <a:pt x="381111" y="40406"/>
                </a:lnTo>
                <a:lnTo>
                  <a:pt x="380509" y="39913"/>
                </a:lnTo>
                <a:lnTo>
                  <a:pt x="379893" y="39434"/>
                </a:lnTo>
                <a:lnTo>
                  <a:pt x="379264" y="38966"/>
                </a:lnTo>
                <a:lnTo>
                  <a:pt x="378622" y="38512"/>
                </a:lnTo>
                <a:lnTo>
                  <a:pt x="377966" y="38071"/>
                </a:lnTo>
                <a:lnTo>
                  <a:pt x="377298" y="37643"/>
                </a:lnTo>
                <a:lnTo>
                  <a:pt x="376616" y="37227"/>
                </a:lnTo>
                <a:lnTo>
                  <a:pt x="375921" y="36825"/>
                </a:lnTo>
                <a:lnTo>
                  <a:pt x="375212" y="36435"/>
                </a:lnTo>
                <a:lnTo>
                  <a:pt x="374492" y="36060"/>
                </a:lnTo>
                <a:lnTo>
                  <a:pt x="373763" y="35701"/>
                </a:lnTo>
                <a:lnTo>
                  <a:pt x="373022" y="35357"/>
                </a:lnTo>
                <a:lnTo>
                  <a:pt x="372272" y="35030"/>
                </a:lnTo>
                <a:lnTo>
                  <a:pt x="371512" y="34719"/>
                </a:lnTo>
                <a:lnTo>
                  <a:pt x="370741" y="34423"/>
                </a:lnTo>
                <a:lnTo>
                  <a:pt x="369961" y="34144"/>
                </a:lnTo>
                <a:lnTo>
                  <a:pt x="369170" y="33880"/>
                </a:lnTo>
                <a:lnTo>
                  <a:pt x="368369" y="33633"/>
                </a:lnTo>
                <a:lnTo>
                  <a:pt x="367558" y="33401"/>
                </a:lnTo>
                <a:lnTo>
                  <a:pt x="366737" y="33186"/>
                </a:lnTo>
                <a:lnTo>
                  <a:pt x="365906" y="32986"/>
                </a:lnTo>
                <a:lnTo>
                  <a:pt x="365064" y="32803"/>
                </a:lnTo>
                <a:lnTo>
                  <a:pt x="364213" y="32635"/>
                </a:lnTo>
                <a:lnTo>
                  <a:pt x="363351" y="32483"/>
                </a:lnTo>
                <a:lnTo>
                  <a:pt x="362479" y="32347"/>
                </a:lnTo>
                <a:lnTo>
                  <a:pt x="361597" y="32228"/>
                </a:lnTo>
                <a:lnTo>
                  <a:pt x="360705" y="32124"/>
                </a:lnTo>
                <a:lnTo>
                  <a:pt x="359803" y="32036"/>
                </a:lnTo>
                <a:lnTo>
                  <a:pt x="358890" y="31964"/>
                </a:lnTo>
                <a:lnTo>
                  <a:pt x="357968" y="31908"/>
                </a:lnTo>
                <a:lnTo>
                  <a:pt x="357035" y="31868"/>
                </a:lnTo>
                <a:lnTo>
                  <a:pt x="356092" y="31845"/>
                </a:lnTo>
                <a:lnTo>
                  <a:pt x="355139" y="31837"/>
                </a:lnTo>
                <a:lnTo>
                  <a:pt x="354186" y="31845"/>
                </a:lnTo>
                <a:lnTo>
                  <a:pt x="353243" y="31869"/>
                </a:lnTo>
                <a:lnTo>
                  <a:pt x="352311" y="31910"/>
                </a:lnTo>
                <a:lnTo>
                  <a:pt x="351388" y="31967"/>
                </a:lnTo>
                <a:lnTo>
                  <a:pt x="350476" y="32040"/>
                </a:lnTo>
                <a:lnTo>
                  <a:pt x="349573" y="32130"/>
                </a:lnTo>
                <a:lnTo>
                  <a:pt x="348681" y="32235"/>
                </a:lnTo>
                <a:lnTo>
                  <a:pt x="347799" y="32357"/>
                </a:lnTo>
                <a:lnTo>
                  <a:pt x="346927" y="32496"/>
                </a:lnTo>
                <a:lnTo>
                  <a:pt x="346065" y="32650"/>
                </a:lnTo>
                <a:lnTo>
                  <a:pt x="345214" y="32821"/>
                </a:lnTo>
                <a:lnTo>
                  <a:pt x="344372" y="33008"/>
                </a:lnTo>
                <a:lnTo>
                  <a:pt x="343541" y="33212"/>
                </a:lnTo>
                <a:lnTo>
                  <a:pt x="342719" y="33432"/>
                </a:lnTo>
                <a:lnTo>
                  <a:pt x="341908" y="33668"/>
                </a:lnTo>
                <a:lnTo>
                  <a:pt x="341107" y="33920"/>
                </a:lnTo>
                <a:lnTo>
                  <a:pt x="340316" y="34188"/>
                </a:lnTo>
                <a:lnTo>
                  <a:pt x="339536" y="34473"/>
                </a:lnTo>
                <a:lnTo>
                  <a:pt x="338765" y="34774"/>
                </a:lnTo>
                <a:lnTo>
                  <a:pt x="338004" y="35092"/>
                </a:lnTo>
                <a:lnTo>
                  <a:pt x="337254" y="35426"/>
                </a:lnTo>
                <a:lnTo>
                  <a:pt x="336514" y="35775"/>
                </a:lnTo>
                <a:lnTo>
                  <a:pt x="335784" y="36142"/>
                </a:lnTo>
                <a:lnTo>
                  <a:pt x="335064" y="36524"/>
                </a:lnTo>
                <a:lnTo>
                  <a:pt x="334356" y="36921"/>
                </a:lnTo>
                <a:lnTo>
                  <a:pt x="333661" y="37333"/>
                </a:lnTo>
                <a:lnTo>
                  <a:pt x="332979" y="37758"/>
                </a:lnTo>
                <a:lnTo>
                  <a:pt x="332310" y="38196"/>
                </a:lnTo>
                <a:lnTo>
                  <a:pt x="331655" y="38649"/>
                </a:lnTo>
                <a:lnTo>
                  <a:pt x="331013" y="39116"/>
                </a:lnTo>
                <a:lnTo>
                  <a:pt x="330384" y="39596"/>
                </a:lnTo>
                <a:lnTo>
                  <a:pt x="329768" y="40090"/>
                </a:lnTo>
                <a:lnTo>
                  <a:pt x="329166" y="40598"/>
                </a:lnTo>
                <a:lnTo>
                  <a:pt x="328576" y="41120"/>
                </a:lnTo>
                <a:lnTo>
                  <a:pt x="328000" y="41655"/>
                </a:lnTo>
                <a:lnTo>
                  <a:pt x="327437" y="42205"/>
                </a:lnTo>
                <a:lnTo>
                  <a:pt x="326887" y="42768"/>
                </a:lnTo>
                <a:lnTo>
                  <a:pt x="326351" y="43345"/>
                </a:lnTo>
                <a:lnTo>
                  <a:pt x="325827" y="43936"/>
                </a:lnTo>
                <a:lnTo>
                  <a:pt x="325317" y="44541"/>
                </a:lnTo>
                <a:lnTo>
                  <a:pt x="324820" y="45160"/>
                </a:lnTo>
                <a:lnTo>
                  <a:pt x="324336" y="45792"/>
                </a:lnTo>
                <a:lnTo>
                  <a:pt x="323866" y="46438"/>
                </a:lnTo>
                <a:lnTo>
                  <a:pt x="323408" y="47099"/>
                </a:lnTo>
                <a:lnTo>
                  <a:pt x="322964" y="47773"/>
                </a:lnTo>
                <a:lnTo>
                  <a:pt x="322533" y="48460"/>
                </a:lnTo>
                <a:lnTo>
                  <a:pt x="322115" y="49162"/>
                </a:lnTo>
                <a:lnTo>
                  <a:pt x="321711" y="49877"/>
                </a:lnTo>
                <a:lnTo>
                  <a:pt x="321321" y="50606"/>
                </a:lnTo>
                <a:lnTo>
                  <a:pt x="320948" y="51346"/>
                </a:lnTo>
                <a:lnTo>
                  <a:pt x="320592" y="52099"/>
                </a:lnTo>
                <a:lnTo>
                  <a:pt x="320252" y="52864"/>
                </a:lnTo>
                <a:lnTo>
                  <a:pt x="319929" y="53642"/>
                </a:lnTo>
                <a:lnTo>
                  <a:pt x="319622" y="54431"/>
                </a:lnTo>
                <a:lnTo>
                  <a:pt x="319332" y="55233"/>
                </a:lnTo>
                <a:lnTo>
                  <a:pt x="319058" y="56047"/>
                </a:lnTo>
                <a:lnTo>
                  <a:pt x="318801" y="56874"/>
                </a:lnTo>
                <a:lnTo>
                  <a:pt x="318561" y="57713"/>
                </a:lnTo>
                <a:lnTo>
                  <a:pt x="318337" y="58564"/>
                </a:lnTo>
                <a:lnTo>
                  <a:pt x="318130" y="59427"/>
                </a:lnTo>
                <a:lnTo>
                  <a:pt x="317939" y="60303"/>
                </a:lnTo>
                <a:lnTo>
                  <a:pt x="317765" y="61191"/>
                </a:lnTo>
                <a:lnTo>
                  <a:pt x="317608" y="62091"/>
                </a:lnTo>
                <a:lnTo>
                  <a:pt x="317467" y="63004"/>
                </a:lnTo>
                <a:lnTo>
                  <a:pt x="317343" y="63929"/>
                </a:lnTo>
                <a:lnTo>
                  <a:pt x="317235" y="64866"/>
                </a:lnTo>
                <a:lnTo>
                  <a:pt x="317144" y="65815"/>
                </a:lnTo>
                <a:lnTo>
                  <a:pt x="317069" y="66777"/>
                </a:lnTo>
                <a:lnTo>
                  <a:pt x="317011" y="67751"/>
                </a:lnTo>
                <a:lnTo>
                  <a:pt x="316970" y="68737"/>
                </a:lnTo>
                <a:lnTo>
                  <a:pt x="316945" y="69736"/>
                </a:lnTo>
                <a:lnTo>
                  <a:pt x="316937" y="70746"/>
                </a:lnTo>
                <a:lnTo>
                  <a:pt x="316937" y="93737"/>
                </a:lnTo>
                <a:lnTo>
                  <a:pt x="316945" y="94733"/>
                </a:lnTo>
                <a:lnTo>
                  <a:pt x="316970" y="95718"/>
                </a:lnTo>
                <a:lnTo>
                  <a:pt x="317011" y="96692"/>
                </a:lnTo>
                <a:lnTo>
                  <a:pt x="317069" y="97655"/>
                </a:lnTo>
                <a:lnTo>
                  <a:pt x="317144" y="98606"/>
                </a:lnTo>
                <a:lnTo>
                  <a:pt x="317235" y="99546"/>
                </a:lnTo>
                <a:lnTo>
                  <a:pt x="317343" y="100474"/>
                </a:lnTo>
                <a:lnTo>
                  <a:pt x="317467" y="101392"/>
                </a:lnTo>
                <a:lnTo>
                  <a:pt x="317608" y="102297"/>
                </a:lnTo>
                <a:lnTo>
                  <a:pt x="317765" y="103192"/>
                </a:lnTo>
                <a:lnTo>
                  <a:pt x="317939" y="104075"/>
                </a:lnTo>
                <a:lnTo>
                  <a:pt x="318130" y="104946"/>
                </a:lnTo>
                <a:lnTo>
                  <a:pt x="318337" y="105807"/>
                </a:lnTo>
                <a:lnTo>
                  <a:pt x="318561" y="106655"/>
                </a:lnTo>
                <a:lnTo>
                  <a:pt x="318801" y="107493"/>
                </a:lnTo>
                <a:lnTo>
                  <a:pt x="319058" y="108319"/>
                </a:lnTo>
                <a:lnTo>
                  <a:pt x="319332" y="109134"/>
                </a:lnTo>
                <a:lnTo>
                  <a:pt x="319622" y="109937"/>
                </a:lnTo>
                <a:lnTo>
                  <a:pt x="319929" y="110729"/>
                </a:lnTo>
                <a:lnTo>
                  <a:pt x="320252" y="111510"/>
                </a:lnTo>
                <a:lnTo>
                  <a:pt x="320592" y="112279"/>
                </a:lnTo>
                <a:lnTo>
                  <a:pt x="320948" y="113037"/>
                </a:lnTo>
                <a:lnTo>
                  <a:pt x="321321" y="113784"/>
                </a:lnTo>
                <a:lnTo>
                  <a:pt x="321711" y="114519"/>
                </a:lnTo>
                <a:lnTo>
                  <a:pt x="322115" y="115242"/>
                </a:lnTo>
                <a:lnTo>
                  <a:pt x="322533" y="115950"/>
                </a:lnTo>
                <a:lnTo>
                  <a:pt x="322964" y="116644"/>
                </a:lnTo>
                <a:lnTo>
                  <a:pt x="323408" y="117324"/>
                </a:lnTo>
                <a:lnTo>
                  <a:pt x="323866" y="117990"/>
                </a:lnTo>
                <a:lnTo>
                  <a:pt x="324336" y="118642"/>
                </a:lnTo>
                <a:lnTo>
                  <a:pt x="324820" y="119280"/>
                </a:lnTo>
                <a:lnTo>
                  <a:pt x="325317" y="119904"/>
                </a:lnTo>
                <a:lnTo>
                  <a:pt x="325827" y="120513"/>
                </a:lnTo>
                <a:lnTo>
                  <a:pt x="326351" y="121109"/>
                </a:lnTo>
                <a:lnTo>
                  <a:pt x="326887" y="121690"/>
                </a:lnTo>
                <a:lnTo>
                  <a:pt x="327437" y="122257"/>
                </a:lnTo>
                <a:lnTo>
                  <a:pt x="328000" y="122810"/>
                </a:lnTo>
                <a:lnTo>
                  <a:pt x="328576" y="123349"/>
                </a:lnTo>
                <a:lnTo>
                  <a:pt x="329166" y="123874"/>
                </a:lnTo>
                <a:lnTo>
                  <a:pt x="329768" y="124384"/>
                </a:lnTo>
                <a:lnTo>
                  <a:pt x="330384" y="124881"/>
                </a:lnTo>
                <a:lnTo>
                  <a:pt x="331013" y="125363"/>
                </a:lnTo>
                <a:lnTo>
                  <a:pt x="331655" y="125832"/>
                </a:lnTo>
                <a:lnTo>
                  <a:pt x="332310" y="126286"/>
                </a:lnTo>
                <a:lnTo>
                  <a:pt x="332979" y="126726"/>
                </a:lnTo>
                <a:lnTo>
                  <a:pt x="333661" y="127152"/>
                </a:lnTo>
                <a:lnTo>
                  <a:pt x="334356" y="127564"/>
                </a:lnTo>
                <a:lnTo>
                  <a:pt x="335064" y="127961"/>
                </a:lnTo>
                <a:lnTo>
                  <a:pt x="335784" y="128344"/>
                </a:lnTo>
                <a:lnTo>
                  <a:pt x="336514" y="128710"/>
                </a:lnTo>
                <a:lnTo>
                  <a:pt x="337254" y="129059"/>
                </a:lnTo>
                <a:lnTo>
                  <a:pt x="338004" y="129393"/>
                </a:lnTo>
                <a:lnTo>
                  <a:pt x="338765" y="129710"/>
                </a:lnTo>
                <a:lnTo>
                  <a:pt x="339536" y="130011"/>
                </a:lnTo>
                <a:lnTo>
                  <a:pt x="340316" y="130296"/>
                </a:lnTo>
                <a:lnTo>
                  <a:pt x="341107" y="130564"/>
                </a:lnTo>
                <a:lnTo>
                  <a:pt x="341908" y="130816"/>
                </a:lnTo>
                <a:lnTo>
                  <a:pt x="342719" y="131052"/>
                </a:lnTo>
                <a:lnTo>
                  <a:pt x="343541" y="131272"/>
                </a:lnTo>
                <a:lnTo>
                  <a:pt x="344372" y="131475"/>
                </a:lnTo>
                <a:lnTo>
                  <a:pt x="345214" y="131662"/>
                </a:lnTo>
                <a:lnTo>
                  <a:pt x="346065" y="131833"/>
                </a:lnTo>
                <a:lnTo>
                  <a:pt x="346927" y="131988"/>
                </a:lnTo>
                <a:lnTo>
                  <a:pt x="347799" y="132126"/>
                </a:lnTo>
                <a:lnTo>
                  <a:pt x="348681" y="132248"/>
                </a:lnTo>
                <a:lnTo>
                  <a:pt x="349573" y="132354"/>
                </a:lnTo>
                <a:lnTo>
                  <a:pt x="350476" y="132443"/>
                </a:lnTo>
                <a:lnTo>
                  <a:pt x="351388" y="132516"/>
                </a:lnTo>
                <a:lnTo>
                  <a:pt x="352311" y="132573"/>
                </a:lnTo>
                <a:lnTo>
                  <a:pt x="353243" y="132614"/>
                </a:lnTo>
                <a:lnTo>
                  <a:pt x="354186" y="132638"/>
                </a:lnTo>
                <a:lnTo>
                  <a:pt x="355139" y="132646"/>
                </a:lnTo>
                <a:lnTo>
                  <a:pt x="356412" y="132634"/>
                </a:lnTo>
                <a:lnTo>
                  <a:pt x="357668" y="132597"/>
                </a:lnTo>
                <a:lnTo>
                  <a:pt x="358905" y="132534"/>
                </a:lnTo>
                <a:close/>
                <a:moveTo>
                  <a:pt x="332510" y="68027"/>
                </a:moveTo>
                <a:lnTo>
                  <a:pt x="332541" y="67097"/>
                </a:lnTo>
                <a:lnTo>
                  <a:pt x="332592" y="66184"/>
                </a:lnTo>
                <a:lnTo>
                  <a:pt x="332664" y="65290"/>
                </a:lnTo>
                <a:lnTo>
                  <a:pt x="332757" y="64413"/>
                </a:lnTo>
                <a:lnTo>
                  <a:pt x="332870" y="63555"/>
                </a:lnTo>
                <a:lnTo>
                  <a:pt x="333004" y="62715"/>
                </a:lnTo>
                <a:lnTo>
                  <a:pt x="333158" y="61893"/>
                </a:lnTo>
                <a:lnTo>
                  <a:pt x="333333" y="61089"/>
                </a:lnTo>
                <a:lnTo>
                  <a:pt x="333528" y="60304"/>
                </a:lnTo>
                <a:lnTo>
                  <a:pt x="333744" y="59536"/>
                </a:lnTo>
                <a:lnTo>
                  <a:pt x="333981" y="58786"/>
                </a:lnTo>
                <a:lnTo>
                  <a:pt x="334238" y="58055"/>
                </a:lnTo>
                <a:lnTo>
                  <a:pt x="334516" y="57342"/>
                </a:lnTo>
                <a:lnTo>
                  <a:pt x="334814" y="56647"/>
                </a:lnTo>
                <a:lnTo>
                  <a:pt x="335133" y="55969"/>
                </a:lnTo>
                <a:lnTo>
                  <a:pt x="335472" y="55311"/>
                </a:lnTo>
                <a:lnTo>
                  <a:pt x="335832" y="54670"/>
                </a:lnTo>
                <a:lnTo>
                  <a:pt x="336212" y="54047"/>
                </a:lnTo>
                <a:lnTo>
                  <a:pt x="336614" y="53442"/>
                </a:lnTo>
                <a:lnTo>
                  <a:pt x="337035" y="52856"/>
                </a:lnTo>
                <a:lnTo>
                  <a:pt x="337477" y="52288"/>
                </a:lnTo>
                <a:lnTo>
                  <a:pt x="337940" y="51737"/>
                </a:lnTo>
                <a:lnTo>
                  <a:pt x="338424" y="51205"/>
                </a:lnTo>
                <a:lnTo>
                  <a:pt x="338926" y="50693"/>
                </a:lnTo>
                <a:lnTo>
                  <a:pt x="339445" y="50202"/>
                </a:lnTo>
                <a:lnTo>
                  <a:pt x="339981" y="49733"/>
                </a:lnTo>
                <a:lnTo>
                  <a:pt x="340534" y="49286"/>
                </a:lnTo>
                <a:lnTo>
                  <a:pt x="341104" y="48861"/>
                </a:lnTo>
                <a:lnTo>
                  <a:pt x="341691" y="48458"/>
                </a:lnTo>
                <a:lnTo>
                  <a:pt x="342294" y="48076"/>
                </a:lnTo>
                <a:lnTo>
                  <a:pt x="342915" y="47716"/>
                </a:lnTo>
                <a:lnTo>
                  <a:pt x="343552" y="47378"/>
                </a:lnTo>
                <a:lnTo>
                  <a:pt x="344206" y="47062"/>
                </a:lnTo>
                <a:lnTo>
                  <a:pt x="344878" y="46768"/>
                </a:lnTo>
                <a:lnTo>
                  <a:pt x="345566" y="46495"/>
                </a:lnTo>
                <a:lnTo>
                  <a:pt x="346271" y="46244"/>
                </a:lnTo>
                <a:lnTo>
                  <a:pt x="346992" y="46015"/>
                </a:lnTo>
                <a:lnTo>
                  <a:pt x="347731" y="45808"/>
                </a:lnTo>
                <a:lnTo>
                  <a:pt x="348487" y="45623"/>
                </a:lnTo>
                <a:lnTo>
                  <a:pt x="349259" y="45459"/>
                </a:lnTo>
                <a:lnTo>
                  <a:pt x="350049" y="45318"/>
                </a:lnTo>
                <a:lnTo>
                  <a:pt x="350855" y="45198"/>
                </a:lnTo>
                <a:lnTo>
                  <a:pt x="351678" y="45100"/>
                </a:lnTo>
                <a:lnTo>
                  <a:pt x="352518" y="45023"/>
                </a:lnTo>
                <a:lnTo>
                  <a:pt x="353375" y="44969"/>
                </a:lnTo>
                <a:lnTo>
                  <a:pt x="354249" y="44936"/>
                </a:lnTo>
                <a:lnTo>
                  <a:pt x="355139" y="44925"/>
                </a:lnTo>
                <a:lnTo>
                  <a:pt x="356030" y="44936"/>
                </a:lnTo>
                <a:lnTo>
                  <a:pt x="356903" y="44969"/>
                </a:lnTo>
                <a:lnTo>
                  <a:pt x="357760" y="45023"/>
                </a:lnTo>
                <a:lnTo>
                  <a:pt x="358600" y="45100"/>
                </a:lnTo>
                <a:lnTo>
                  <a:pt x="359423" y="45198"/>
                </a:lnTo>
                <a:lnTo>
                  <a:pt x="360229" y="45318"/>
                </a:lnTo>
                <a:lnTo>
                  <a:pt x="361018" y="45459"/>
                </a:lnTo>
                <a:lnTo>
                  <a:pt x="361790" y="45623"/>
                </a:lnTo>
                <a:lnTo>
                  <a:pt x="362545" y="45808"/>
                </a:lnTo>
                <a:lnTo>
                  <a:pt x="363284" y="46015"/>
                </a:lnTo>
                <a:lnTo>
                  <a:pt x="364006" y="46244"/>
                </a:lnTo>
                <a:lnTo>
                  <a:pt x="364710" y="46495"/>
                </a:lnTo>
                <a:lnTo>
                  <a:pt x="365398" y="46768"/>
                </a:lnTo>
                <a:lnTo>
                  <a:pt x="366069" y="47062"/>
                </a:lnTo>
                <a:lnTo>
                  <a:pt x="366723" y="47378"/>
                </a:lnTo>
                <a:lnTo>
                  <a:pt x="367360" y="47716"/>
                </a:lnTo>
                <a:lnTo>
                  <a:pt x="367980" y="48076"/>
                </a:lnTo>
                <a:lnTo>
                  <a:pt x="368584" y="48458"/>
                </a:lnTo>
                <a:lnTo>
                  <a:pt x="369170" y="48861"/>
                </a:lnTo>
                <a:lnTo>
                  <a:pt x="369740" y="49286"/>
                </a:lnTo>
                <a:lnTo>
                  <a:pt x="370293" y="49733"/>
                </a:lnTo>
                <a:lnTo>
                  <a:pt x="370829" y="50202"/>
                </a:lnTo>
                <a:lnTo>
                  <a:pt x="371348" y="50693"/>
                </a:lnTo>
                <a:lnTo>
                  <a:pt x="371850" y="51205"/>
                </a:lnTo>
                <a:lnTo>
                  <a:pt x="372333" y="51737"/>
                </a:lnTo>
                <a:lnTo>
                  <a:pt x="372796" y="52288"/>
                </a:lnTo>
                <a:lnTo>
                  <a:pt x="373239" y="52856"/>
                </a:lnTo>
                <a:lnTo>
                  <a:pt x="373660" y="53442"/>
                </a:lnTo>
                <a:lnTo>
                  <a:pt x="374062" y="54047"/>
                </a:lnTo>
                <a:lnTo>
                  <a:pt x="374442" y="54670"/>
                </a:lnTo>
                <a:lnTo>
                  <a:pt x="374803" y="55311"/>
                </a:lnTo>
                <a:lnTo>
                  <a:pt x="375142" y="55969"/>
                </a:lnTo>
                <a:lnTo>
                  <a:pt x="375461" y="56647"/>
                </a:lnTo>
                <a:lnTo>
                  <a:pt x="375759" y="57342"/>
                </a:lnTo>
                <a:lnTo>
                  <a:pt x="376037" y="58055"/>
                </a:lnTo>
                <a:lnTo>
                  <a:pt x="376294" y="58786"/>
                </a:lnTo>
                <a:lnTo>
                  <a:pt x="376531" y="59536"/>
                </a:lnTo>
                <a:lnTo>
                  <a:pt x="376747" y="60304"/>
                </a:lnTo>
                <a:lnTo>
                  <a:pt x="376943" y="61089"/>
                </a:lnTo>
                <a:lnTo>
                  <a:pt x="377117" y="61893"/>
                </a:lnTo>
                <a:lnTo>
                  <a:pt x="377272" y="62715"/>
                </a:lnTo>
                <a:lnTo>
                  <a:pt x="377406" y="63555"/>
                </a:lnTo>
                <a:lnTo>
                  <a:pt x="377519" y="64413"/>
                </a:lnTo>
                <a:lnTo>
                  <a:pt x="377611" y="65290"/>
                </a:lnTo>
                <a:lnTo>
                  <a:pt x="377683" y="66184"/>
                </a:lnTo>
                <a:lnTo>
                  <a:pt x="377735" y="67097"/>
                </a:lnTo>
                <a:lnTo>
                  <a:pt x="377766" y="68027"/>
                </a:lnTo>
                <a:lnTo>
                  <a:pt x="377776" y="68976"/>
                </a:lnTo>
                <a:lnTo>
                  <a:pt x="377776" y="73928"/>
                </a:lnTo>
                <a:lnTo>
                  <a:pt x="332500" y="73928"/>
                </a:lnTo>
                <a:lnTo>
                  <a:pt x="332500" y="68976"/>
                </a:lnTo>
                <a:lnTo>
                  <a:pt x="332510" y="680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CommentB">
            <a:extLst xmlns:a="http://schemas.openxmlformats.org/drawingml/2006/main">
              <a:ext uri="{FF2B5EF4-FFF2-40B4-BE49-F238E27FC236}">
                <a16:creationId xmlns:a16="http://schemas.microsoft.com/office/drawing/2014/main" id="{5075A5B6-42A7-4F4D-B13B-D85BD1B4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415" y="3611214"/>
            <a:ext cx="916855" cy="135124"/>
          </a:xfrm>
          <a:custGeom xmlns:a="http://schemas.openxmlformats.org/drawingml/2006/main">
            <a:pathLst>
              <a:path w="916855" h="135124">
                <a:moveTo>
                  <a:pt x="108593" y="42094"/>
                </a:moveTo>
                <a:cubicBezTo>
                  <a:pt x="103465" y="13796"/>
                  <a:pt x="87195" y="0"/>
                  <a:pt x="58896" y="0"/>
                </a:cubicBezTo>
                <a:cubicBezTo>
                  <a:pt x="41563" y="0"/>
                  <a:pt x="27591" y="5484"/>
                  <a:pt x="18041" y="16095"/>
                </a:cubicBezTo>
                <a:cubicBezTo>
                  <a:pt x="6369" y="28830"/>
                  <a:pt x="0" y="47222"/>
                  <a:pt x="0" y="68094"/>
                </a:cubicBezTo>
                <a:cubicBezTo>
                  <a:pt x="0" y="89316"/>
                  <a:pt x="6544" y="107532"/>
                  <a:pt x="18572" y="120089"/>
                </a:cubicBezTo>
                <a:cubicBezTo>
                  <a:pt x="28652" y="130347"/>
                  <a:pt x="41387" y="135124"/>
                  <a:pt x="58189" y="135124"/>
                </a:cubicBezTo>
                <a:cubicBezTo>
                  <a:pt x="89670" y="135124"/>
                  <a:pt x="107357" y="118144"/>
                  <a:pt x="111246" y="84010"/>
                </a:cubicBezTo>
                <a:lnTo>
                  <a:pt x="94268" y="84010"/>
                </a:lnTo>
                <a:cubicBezTo>
                  <a:pt x="92854" y="92854"/>
                  <a:pt x="91084" y="98867"/>
                  <a:pt x="88431" y="103994"/>
                </a:cubicBezTo>
                <a:cubicBezTo>
                  <a:pt x="83125" y="114608"/>
                  <a:pt x="72160" y="120621"/>
                  <a:pt x="58365" y="120621"/>
                </a:cubicBezTo>
                <a:cubicBezTo>
                  <a:pt x="32719" y="120621"/>
                  <a:pt x="16449" y="100105"/>
                  <a:pt x="16449" y="67915"/>
                </a:cubicBezTo>
                <a:cubicBezTo>
                  <a:pt x="16449" y="34843"/>
                  <a:pt x="31837" y="14503"/>
                  <a:pt x="56951" y="14503"/>
                </a:cubicBezTo>
                <a:cubicBezTo>
                  <a:pt x="67386" y="14503"/>
                  <a:pt x="77113" y="17509"/>
                  <a:pt x="82418" y="22639"/>
                </a:cubicBezTo>
                <a:cubicBezTo>
                  <a:pt x="87195" y="27060"/>
                  <a:pt x="89848" y="32365"/>
                  <a:pt x="91791" y="42094"/>
                </a:cubicBezTo>
                <a:lnTo>
                  <a:pt x="108593" y="42094"/>
                </a:lnTo>
                <a:close/>
                <a:moveTo>
                  <a:pt x="167312" y="35728"/>
                </a:moveTo>
                <a:cubicBezTo>
                  <a:pt x="141137" y="35728"/>
                  <a:pt x="125574" y="54298"/>
                  <a:pt x="125574" y="85425"/>
                </a:cubicBezTo>
                <a:cubicBezTo>
                  <a:pt x="125574" y="116729"/>
                  <a:pt x="141137" y="135124"/>
                  <a:pt x="167490" y="135124"/>
                </a:cubicBezTo>
                <a:cubicBezTo>
                  <a:pt x="193664" y="135124"/>
                  <a:pt x="209406" y="116554"/>
                  <a:pt x="209406" y="86132"/>
                </a:cubicBezTo>
                <a:cubicBezTo>
                  <a:pt x="209406" y="53944"/>
                  <a:pt x="194196" y="35728"/>
                  <a:pt x="167312" y="35728"/>
                </a:cubicBezTo>
                <a:moveTo>
                  <a:pt x="167490" y="49346"/>
                </a:moveTo>
                <a:cubicBezTo>
                  <a:pt x="184114" y="49346"/>
                  <a:pt x="194018" y="62963"/>
                  <a:pt x="194018" y="85956"/>
                </a:cubicBezTo>
                <a:cubicBezTo>
                  <a:pt x="194018" y="107886"/>
                  <a:pt x="183760" y="121506"/>
                  <a:pt x="167490" y="121506"/>
                </a:cubicBezTo>
                <a:cubicBezTo>
                  <a:pt x="151041" y="121506"/>
                  <a:pt x="140959" y="107886"/>
                  <a:pt x="140959" y="85425"/>
                </a:cubicBezTo>
                <a:cubicBezTo>
                  <a:pt x="140959" y="62963"/>
                  <a:pt x="151041" y="49346"/>
                  <a:pt x="167490" y="49346"/>
                </a:cubicBezTo>
                <a:close/>
                <a:moveTo>
                  <a:pt x="229921" y="38381"/>
                </a:moveTo>
                <a:lnTo>
                  <a:pt x="229921" y="131054"/>
                </a:lnTo>
                <a:lnTo>
                  <a:pt x="244777" y="131054"/>
                </a:lnTo>
                <a:lnTo>
                  <a:pt x="244777" y="72868"/>
                </a:lnTo>
                <a:cubicBezTo>
                  <a:pt x="244777" y="59425"/>
                  <a:pt x="254506" y="48639"/>
                  <a:pt x="266531" y="48639"/>
                </a:cubicBezTo>
                <a:cubicBezTo>
                  <a:pt x="277496" y="48639"/>
                  <a:pt x="283687" y="55358"/>
                  <a:pt x="283687" y="67208"/>
                </a:cubicBezTo>
                <a:lnTo>
                  <a:pt x="283687" y="131054"/>
                </a:lnTo>
                <a:lnTo>
                  <a:pt x="298543" y="131054"/>
                </a:lnTo>
                <a:lnTo>
                  <a:pt x="298543" y="72868"/>
                </a:lnTo>
                <a:cubicBezTo>
                  <a:pt x="298543" y="59425"/>
                  <a:pt x="308272" y="48639"/>
                  <a:pt x="320298" y="48639"/>
                </a:cubicBezTo>
                <a:cubicBezTo>
                  <a:pt x="331087" y="48639"/>
                  <a:pt x="337453" y="55536"/>
                  <a:pt x="337453" y="67208"/>
                </a:cubicBezTo>
                <a:lnTo>
                  <a:pt x="337453" y="131054"/>
                </a:lnTo>
                <a:lnTo>
                  <a:pt x="352310" y="131054"/>
                </a:lnTo>
                <a:lnTo>
                  <a:pt x="352310" y="61549"/>
                </a:lnTo>
                <a:cubicBezTo>
                  <a:pt x="352310" y="44923"/>
                  <a:pt x="342759" y="35728"/>
                  <a:pt x="325428" y="35728"/>
                </a:cubicBezTo>
                <a:cubicBezTo>
                  <a:pt x="313046" y="35728"/>
                  <a:pt x="305617" y="39441"/>
                  <a:pt x="296951" y="49875"/>
                </a:cubicBezTo>
                <a:cubicBezTo>
                  <a:pt x="291470" y="39970"/>
                  <a:pt x="284041" y="35728"/>
                  <a:pt x="272015" y="35728"/>
                </a:cubicBezTo>
                <a:cubicBezTo>
                  <a:pt x="259634" y="35728"/>
                  <a:pt x="251322" y="40324"/>
                  <a:pt x="243539" y="51467"/>
                </a:cubicBezTo>
                <a:lnTo>
                  <a:pt x="243539" y="38381"/>
                </a:lnTo>
                <a:lnTo>
                  <a:pt x="229921" y="38381"/>
                </a:lnTo>
                <a:close/>
                <a:moveTo>
                  <a:pt x="378662" y="38381"/>
                </a:moveTo>
                <a:lnTo>
                  <a:pt x="378662" y="131054"/>
                </a:lnTo>
                <a:lnTo>
                  <a:pt x="393518" y="131054"/>
                </a:lnTo>
                <a:lnTo>
                  <a:pt x="393518" y="72868"/>
                </a:lnTo>
                <a:cubicBezTo>
                  <a:pt x="393518" y="59425"/>
                  <a:pt x="403247" y="48639"/>
                  <a:pt x="415273" y="48639"/>
                </a:cubicBezTo>
                <a:cubicBezTo>
                  <a:pt x="426237" y="48639"/>
                  <a:pt x="432428" y="55358"/>
                  <a:pt x="432428" y="67208"/>
                </a:cubicBezTo>
                <a:lnTo>
                  <a:pt x="432428" y="131054"/>
                </a:lnTo>
                <a:lnTo>
                  <a:pt x="447285" y="131054"/>
                </a:lnTo>
                <a:lnTo>
                  <a:pt x="447285" y="72868"/>
                </a:lnTo>
                <a:cubicBezTo>
                  <a:pt x="447285" y="59425"/>
                  <a:pt x="457013" y="48639"/>
                  <a:pt x="469039" y="48639"/>
                </a:cubicBezTo>
                <a:cubicBezTo>
                  <a:pt x="479828" y="48639"/>
                  <a:pt x="486194" y="55536"/>
                  <a:pt x="486194" y="67208"/>
                </a:cubicBezTo>
                <a:lnTo>
                  <a:pt x="486194" y="131054"/>
                </a:lnTo>
                <a:lnTo>
                  <a:pt x="501051" y="131054"/>
                </a:lnTo>
                <a:lnTo>
                  <a:pt x="501051" y="61549"/>
                </a:lnTo>
                <a:cubicBezTo>
                  <a:pt x="501051" y="44923"/>
                  <a:pt x="491500" y="35728"/>
                  <a:pt x="474169" y="35728"/>
                </a:cubicBezTo>
                <a:cubicBezTo>
                  <a:pt x="461787" y="35728"/>
                  <a:pt x="454358" y="39441"/>
                  <a:pt x="445692" y="49875"/>
                </a:cubicBezTo>
                <a:cubicBezTo>
                  <a:pt x="440211" y="39970"/>
                  <a:pt x="432782" y="35728"/>
                  <a:pt x="420756" y="35728"/>
                </a:cubicBezTo>
                <a:cubicBezTo>
                  <a:pt x="408375" y="35728"/>
                  <a:pt x="400063" y="40324"/>
                  <a:pt x="392280" y="51467"/>
                </a:cubicBezTo>
                <a:lnTo>
                  <a:pt x="392280" y="38381"/>
                </a:lnTo>
                <a:lnTo>
                  <a:pt x="378662" y="38381"/>
                </a:lnTo>
                <a:close/>
                <a:moveTo>
                  <a:pt x="605400" y="89670"/>
                </a:moveTo>
                <a:cubicBezTo>
                  <a:pt x="605400" y="75520"/>
                  <a:pt x="604336" y="67030"/>
                  <a:pt x="601684" y="60135"/>
                </a:cubicBezTo>
                <a:cubicBezTo>
                  <a:pt x="595671" y="44923"/>
                  <a:pt x="581522" y="35728"/>
                  <a:pt x="564191" y="35728"/>
                </a:cubicBezTo>
                <a:cubicBezTo>
                  <a:pt x="538367" y="35728"/>
                  <a:pt x="521743" y="55358"/>
                  <a:pt x="521743" y="85956"/>
                </a:cubicBezTo>
                <a:cubicBezTo>
                  <a:pt x="521743" y="116554"/>
                  <a:pt x="537660" y="135124"/>
                  <a:pt x="563837" y="135124"/>
                </a:cubicBezTo>
                <a:cubicBezTo>
                  <a:pt x="585060" y="135124"/>
                  <a:pt x="599738" y="123096"/>
                  <a:pt x="603454" y="102934"/>
                </a:cubicBezTo>
                <a:lnTo>
                  <a:pt x="588598" y="102934"/>
                </a:lnTo>
                <a:cubicBezTo>
                  <a:pt x="584528" y="115137"/>
                  <a:pt x="576216" y="121506"/>
                  <a:pt x="564366" y="121506"/>
                </a:cubicBezTo>
                <a:cubicBezTo>
                  <a:pt x="554993" y="121506"/>
                  <a:pt x="547035" y="117261"/>
                  <a:pt x="542083" y="109478"/>
                </a:cubicBezTo>
                <a:cubicBezTo>
                  <a:pt x="538545" y="104172"/>
                  <a:pt x="537306" y="98867"/>
                  <a:pt x="537131" y="89670"/>
                </a:cubicBezTo>
                <a:lnTo>
                  <a:pt x="605400" y="89670"/>
                </a:lnTo>
                <a:moveTo>
                  <a:pt x="537484" y="77644"/>
                </a:moveTo>
                <a:cubicBezTo>
                  <a:pt x="538720" y="60489"/>
                  <a:pt x="549156" y="49346"/>
                  <a:pt x="564012" y="49346"/>
                </a:cubicBezTo>
                <a:cubicBezTo>
                  <a:pt x="579047" y="49346"/>
                  <a:pt x="589480" y="61018"/>
                  <a:pt x="589480" y="77644"/>
                </a:cubicBezTo>
                <a:lnTo>
                  <a:pt x="537484" y="77644"/>
                </a:lnTo>
                <a:close/>
                <a:moveTo>
                  <a:pt x="625915" y="38381"/>
                </a:moveTo>
                <a:lnTo>
                  <a:pt x="625915" y="131054"/>
                </a:lnTo>
                <a:lnTo>
                  <a:pt x="640771" y="131054"/>
                </a:lnTo>
                <a:lnTo>
                  <a:pt x="640771" y="79944"/>
                </a:lnTo>
                <a:cubicBezTo>
                  <a:pt x="640771" y="61018"/>
                  <a:pt x="650676" y="48639"/>
                  <a:pt x="665885" y="48639"/>
                </a:cubicBezTo>
                <a:cubicBezTo>
                  <a:pt x="677560" y="48639"/>
                  <a:pt x="684987" y="55712"/>
                  <a:pt x="684987" y="66855"/>
                </a:cubicBezTo>
                <a:lnTo>
                  <a:pt x="684987" y="131054"/>
                </a:lnTo>
                <a:lnTo>
                  <a:pt x="699668" y="131054"/>
                </a:lnTo>
                <a:lnTo>
                  <a:pt x="699668" y="61018"/>
                </a:lnTo>
                <a:cubicBezTo>
                  <a:pt x="699668" y="45632"/>
                  <a:pt x="688171" y="35728"/>
                  <a:pt x="670309" y="35728"/>
                </a:cubicBezTo>
                <a:cubicBezTo>
                  <a:pt x="656513" y="35728"/>
                  <a:pt x="647669" y="41034"/>
                  <a:pt x="639533" y="53944"/>
                </a:cubicBezTo>
                <a:lnTo>
                  <a:pt x="639533" y="38381"/>
                </a:lnTo>
                <a:lnTo>
                  <a:pt x="625915" y="38381"/>
                </a:lnTo>
                <a:close/>
                <a:moveTo>
                  <a:pt x="757325" y="38381"/>
                </a:moveTo>
                <a:lnTo>
                  <a:pt x="742115" y="38381"/>
                </a:lnTo>
                <a:lnTo>
                  <a:pt x="742115" y="12911"/>
                </a:lnTo>
                <a:lnTo>
                  <a:pt x="727434" y="12911"/>
                </a:lnTo>
                <a:lnTo>
                  <a:pt x="727434" y="38381"/>
                </a:lnTo>
                <a:lnTo>
                  <a:pt x="714877" y="38381"/>
                </a:lnTo>
                <a:lnTo>
                  <a:pt x="714877" y="50406"/>
                </a:lnTo>
                <a:lnTo>
                  <a:pt x="727434" y="50406"/>
                </a:lnTo>
                <a:lnTo>
                  <a:pt x="727434" y="120443"/>
                </a:lnTo>
                <a:cubicBezTo>
                  <a:pt x="727434" y="129994"/>
                  <a:pt x="733800" y="135124"/>
                  <a:pt x="745297" y="135124"/>
                </a:cubicBezTo>
                <a:cubicBezTo>
                  <a:pt x="749188" y="135124"/>
                  <a:pt x="752373" y="134770"/>
                  <a:pt x="757325" y="133885"/>
                </a:cubicBezTo>
                <a:lnTo>
                  <a:pt x="757325" y="121506"/>
                </a:lnTo>
                <a:cubicBezTo>
                  <a:pt x="755201" y="122035"/>
                  <a:pt x="753255" y="122213"/>
                  <a:pt x="750249" y="122213"/>
                </a:cubicBezTo>
                <a:cubicBezTo>
                  <a:pt x="743882" y="122213"/>
                  <a:pt x="742115" y="120443"/>
                  <a:pt x="742115" y="113899"/>
                </a:cubicBezTo>
                <a:lnTo>
                  <a:pt x="742115" y="50406"/>
                </a:lnTo>
                <a:lnTo>
                  <a:pt x="757325" y="50406"/>
                </a:lnTo>
                <a:lnTo>
                  <a:pt x="757325" y="38381"/>
                </a:lnTo>
                <a:close/>
                <a:moveTo>
                  <a:pt x="820641" y="131054"/>
                </a:moveTo>
                <a:lnTo>
                  <a:pt x="878827" y="131054"/>
                </a:lnTo>
                <a:cubicBezTo>
                  <a:pt x="891031" y="131054"/>
                  <a:pt x="900053" y="127694"/>
                  <a:pt x="906948" y="120267"/>
                </a:cubicBezTo>
                <a:cubicBezTo>
                  <a:pt x="913317" y="113545"/>
                  <a:pt x="916855" y="104351"/>
                  <a:pt x="916855" y="94268"/>
                </a:cubicBezTo>
                <a:cubicBezTo>
                  <a:pt x="916855" y="78705"/>
                  <a:pt x="909779" y="69330"/>
                  <a:pt x="893330" y="62963"/>
                </a:cubicBezTo>
                <a:cubicBezTo>
                  <a:pt x="905180" y="57480"/>
                  <a:pt x="911193" y="48107"/>
                  <a:pt x="911193" y="34843"/>
                </a:cubicBezTo>
                <a:cubicBezTo>
                  <a:pt x="911193" y="25292"/>
                  <a:pt x="907658" y="17156"/>
                  <a:pt x="900935" y="11143"/>
                </a:cubicBezTo>
                <a:cubicBezTo>
                  <a:pt x="894037" y="4952"/>
                  <a:pt x="885372" y="2124"/>
                  <a:pt x="872993" y="2124"/>
                </a:cubicBezTo>
                <a:lnTo>
                  <a:pt x="820641" y="2124"/>
                </a:lnTo>
                <a:lnTo>
                  <a:pt x="820641" y="131054"/>
                </a:lnTo>
                <a:moveTo>
                  <a:pt x="837089" y="57658"/>
                </a:moveTo>
                <a:lnTo>
                  <a:pt x="837089" y="16627"/>
                </a:lnTo>
                <a:lnTo>
                  <a:pt x="868923" y="16627"/>
                </a:lnTo>
                <a:cubicBezTo>
                  <a:pt x="878120" y="16627"/>
                  <a:pt x="883251" y="17863"/>
                  <a:pt x="887671" y="21225"/>
                </a:cubicBezTo>
                <a:cubicBezTo>
                  <a:pt x="892270" y="24761"/>
                  <a:pt x="894744" y="30066"/>
                  <a:pt x="894744" y="37142"/>
                </a:cubicBezTo>
                <a:cubicBezTo>
                  <a:pt x="894744" y="44215"/>
                  <a:pt x="892270" y="49521"/>
                  <a:pt x="887671" y="53059"/>
                </a:cubicBezTo>
                <a:cubicBezTo>
                  <a:pt x="883251" y="56419"/>
                  <a:pt x="878120" y="57658"/>
                  <a:pt x="868923" y="57658"/>
                </a:cubicBezTo>
                <a:lnTo>
                  <a:pt x="837089" y="57658"/>
                </a:lnTo>
                <a:moveTo>
                  <a:pt x="837089" y="116554"/>
                </a:moveTo>
                <a:lnTo>
                  <a:pt x="837089" y="72160"/>
                </a:lnTo>
                <a:lnTo>
                  <a:pt x="877235" y="72160"/>
                </a:lnTo>
                <a:cubicBezTo>
                  <a:pt x="891738" y="72160"/>
                  <a:pt x="900406" y="80472"/>
                  <a:pt x="900406" y="94446"/>
                </a:cubicBezTo>
                <a:cubicBezTo>
                  <a:pt x="900406" y="108239"/>
                  <a:pt x="891738" y="116554"/>
                  <a:pt x="877235" y="116554"/>
                </a:cubicBezTo>
                <a:lnTo>
                  <a:pt x="837089" y="116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…">
            <a:extLst xmlns:a="http://schemas.openxmlformats.org/drawingml/2006/main">
              <a:ext uri="{FF2B5EF4-FFF2-40B4-BE49-F238E27FC236}">
                <a16:creationId xmlns:a16="http://schemas.microsoft.com/office/drawing/2014/main" id="{A38FB6FD-B0B8-4914-B540-4CDEB020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801" y="4072706"/>
            <a:ext cx="136182" cy="18570"/>
          </a:xfrm>
          <a:custGeom xmlns:a="http://schemas.openxmlformats.org/drawingml/2006/main">
            <a:pathLst>
              <a:path w="136182" h="18570">
                <a:moveTo>
                  <a:pt x="18392" y="18570"/>
                </a:moveTo>
                <a:lnTo>
                  <a:pt x="0" y="18570"/>
                </a:lnTo>
                <a:lnTo>
                  <a:pt x="0" y="0"/>
                </a:lnTo>
                <a:lnTo>
                  <a:pt x="18392" y="0"/>
                </a:lnTo>
                <a:lnTo>
                  <a:pt x="18392" y="18570"/>
                </a:lnTo>
                <a:moveTo>
                  <a:pt x="77288" y="18570"/>
                </a:moveTo>
                <a:lnTo>
                  <a:pt x="58894" y="18570"/>
                </a:lnTo>
                <a:lnTo>
                  <a:pt x="58894" y="0"/>
                </a:lnTo>
                <a:lnTo>
                  <a:pt x="77288" y="0"/>
                </a:lnTo>
                <a:lnTo>
                  <a:pt x="77288" y="18570"/>
                </a:lnTo>
                <a:moveTo>
                  <a:pt x="136182" y="18570"/>
                </a:moveTo>
                <a:lnTo>
                  <a:pt x="117790" y="18570"/>
                </a:lnTo>
                <a:lnTo>
                  <a:pt x="117790" y="0"/>
                </a:lnTo>
                <a:lnTo>
                  <a:pt x="136182" y="0"/>
                </a:lnTo>
                <a:lnTo>
                  <a:pt x="136182" y="18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…">
            <a:extLst xmlns:a="http://schemas.openxmlformats.org/drawingml/2006/main">
              <a:ext uri="{FF2B5EF4-FFF2-40B4-BE49-F238E27FC236}">
                <a16:creationId xmlns:a16="http://schemas.microsoft.com/office/drawing/2014/main" id="{520AACE0-409B-4EDC-A9CF-789F194F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932" y="4072706"/>
            <a:ext cx="136182" cy="18570"/>
          </a:xfrm>
          <a:custGeom xmlns:a="http://schemas.openxmlformats.org/drawingml/2006/main">
            <a:pathLst>
              <a:path w="136182" h="18570">
                <a:moveTo>
                  <a:pt x="18392" y="18570"/>
                </a:moveTo>
                <a:lnTo>
                  <a:pt x="0" y="18570"/>
                </a:lnTo>
                <a:lnTo>
                  <a:pt x="0" y="0"/>
                </a:lnTo>
                <a:lnTo>
                  <a:pt x="18392" y="0"/>
                </a:lnTo>
                <a:lnTo>
                  <a:pt x="18392" y="18570"/>
                </a:lnTo>
                <a:moveTo>
                  <a:pt x="77288" y="18570"/>
                </a:moveTo>
                <a:lnTo>
                  <a:pt x="58894" y="18570"/>
                </a:lnTo>
                <a:lnTo>
                  <a:pt x="58894" y="0"/>
                </a:lnTo>
                <a:lnTo>
                  <a:pt x="77288" y="0"/>
                </a:lnTo>
                <a:lnTo>
                  <a:pt x="77288" y="18570"/>
                </a:lnTo>
                <a:moveTo>
                  <a:pt x="136182" y="18570"/>
                </a:moveTo>
                <a:lnTo>
                  <a:pt x="117790" y="18570"/>
                </a:lnTo>
                <a:lnTo>
                  <a:pt x="117790" y="0"/>
                </a:lnTo>
                <a:lnTo>
                  <a:pt x="136182" y="0"/>
                </a:lnTo>
                <a:lnTo>
                  <a:pt x="136182" y="18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7CAAC-DCBB-4C39-A420-F445F6BD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908" y="2332482"/>
            <a:ext cx="1091827" cy="275905"/>
          </a:xfrm>
          <a:custGeom xmlns:a="http://schemas.openxmlformats.org/drawingml/2006/main">
            <a:pathLst>
              <a:path w="1091827" h="275905" fill="none">
                <a:moveTo>
                  <a:pt x="0" y="275905"/>
                </a:moveTo>
                <a:lnTo>
                  <a:pt x="1091827" y="275905"/>
                </a:lnTo>
                <a:lnTo>
                  <a:pt x="1091827" y="0"/>
                </a:lnTo>
                <a:lnTo>
                  <a:pt x="0" y="0"/>
                </a:lnTo>
                <a:lnTo>
                  <a:pt x="0" y="2759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64" name="Text Database">
            <a:extLst xmlns:a="http://schemas.openxmlformats.org/drawingml/2006/main">
              <a:ext uri="{FF2B5EF4-FFF2-40B4-BE49-F238E27FC236}">
                <a16:creationId xmlns:a16="http://schemas.microsoft.com/office/drawing/2014/main" id="{8CBFA707-3EC5-453D-9B49-6F55D189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37" y="2413584"/>
            <a:ext cx="735163" cy="125047"/>
          </a:xfrm>
          <a:custGeom xmlns:a="http://schemas.openxmlformats.org/drawingml/2006/main">
            <a:pathLst>
              <a:path w="735163" h="125047">
                <a:moveTo>
                  <a:pt x="44906" y="5786"/>
                </a:moveTo>
                <a:cubicBezTo>
                  <a:pt x="54521" y="5786"/>
                  <a:pt x="62552" y="6534"/>
                  <a:pt x="69000" y="8031"/>
                </a:cubicBezTo>
                <a:cubicBezTo>
                  <a:pt x="75448" y="9528"/>
                  <a:pt x="81177" y="11889"/>
                  <a:pt x="86186" y="15113"/>
                </a:cubicBezTo>
                <a:cubicBezTo>
                  <a:pt x="91194" y="18337"/>
                  <a:pt x="95239" y="22180"/>
                  <a:pt x="98319" y="26642"/>
                </a:cubicBezTo>
                <a:cubicBezTo>
                  <a:pt x="101399" y="31103"/>
                  <a:pt x="103688" y="36285"/>
                  <a:pt x="105184" y="42186"/>
                </a:cubicBezTo>
                <a:cubicBezTo>
                  <a:pt x="106681" y="48087"/>
                  <a:pt x="107430" y="54751"/>
                  <a:pt x="107430" y="62178"/>
                </a:cubicBezTo>
                <a:cubicBezTo>
                  <a:pt x="107430" y="71159"/>
                  <a:pt x="106379" y="79219"/>
                  <a:pt x="104278" y="86358"/>
                </a:cubicBezTo>
                <a:cubicBezTo>
                  <a:pt x="102176" y="93497"/>
                  <a:pt x="99024" y="99600"/>
                  <a:pt x="94821" y="104666"/>
                </a:cubicBezTo>
                <a:cubicBezTo>
                  <a:pt x="91079" y="109214"/>
                  <a:pt x="86488" y="112957"/>
                  <a:pt x="81047" y="115893"/>
                </a:cubicBezTo>
                <a:cubicBezTo>
                  <a:pt x="75607" y="118829"/>
                  <a:pt x="69346" y="120902"/>
                  <a:pt x="62264" y="122111"/>
                </a:cubicBezTo>
                <a:cubicBezTo>
                  <a:pt x="56162" y="123147"/>
                  <a:pt x="48476" y="123665"/>
                  <a:pt x="39207" y="123665"/>
                </a:cubicBez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71"/>
                  <a:pt x="5052" y="116109"/>
                </a:cubicBezTo>
                <a:cubicBezTo>
                  <a:pt x="6290" y="115447"/>
                  <a:pt x="7211" y="114526"/>
                  <a:pt x="7815" y="113345"/>
                </a:cubicBezTo>
                <a:cubicBezTo>
                  <a:pt x="8420" y="112165"/>
                  <a:pt x="8809" y="110668"/>
                  <a:pt x="8981" y="108855"/>
                </a:cubicBezTo>
                <a:cubicBezTo>
                  <a:pt x="9154" y="107041"/>
                  <a:pt x="9240" y="104753"/>
                  <a:pt x="9240" y="101989"/>
                </a:cubicBezTo>
                <a:lnTo>
                  <a:pt x="9240" y="27548"/>
                </a:lnTo>
                <a:cubicBezTo>
                  <a:pt x="9240" y="24842"/>
                  <a:pt x="9168" y="22568"/>
                  <a:pt x="9024" y="20726"/>
                </a:cubicBezTo>
                <a:cubicBezTo>
                  <a:pt x="8881" y="18884"/>
                  <a:pt x="8506" y="17387"/>
                  <a:pt x="7902" y="16235"/>
                </a:cubicBezTo>
                <a:cubicBezTo>
                  <a:pt x="7297" y="15084"/>
                  <a:pt x="6376" y="14148"/>
                  <a:pt x="5138" y="13429"/>
                </a:cubicBezTo>
                <a:cubicBezTo>
                  <a:pt x="3901" y="12709"/>
                  <a:pt x="2188" y="12061"/>
                  <a:pt x="0" y="11486"/>
                </a:cubicBezTo>
                <a:lnTo>
                  <a:pt x="0" y="5786"/>
                </a:lnTo>
                <a:lnTo>
                  <a:pt x="44906" y="5786"/>
                </a:lnTo>
                <a:moveTo>
                  <a:pt x="36011" y="113216"/>
                </a:moveTo>
                <a:cubicBezTo>
                  <a:pt x="37048" y="113388"/>
                  <a:pt x="39667" y="113475"/>
                  <a:pt x="43870" y="113475"/>
                </a:cubicBezTo>
                <a:cubicBezTo>
                  <a:pt x="50203" y="113475"/>
                  <a:pt x="55528" y="112554"/>
                  <a:pt x="59846" y="110711"/>
                </a:cubicBezTo>
                <a:cubicBezTo>
                  <a:pt x="63070" y="109330"/>
                  <a:pt x="65805" y="107430"/>
                  <a:pt x="68050" y="105012"/>
                </a:cubicBezTo>
                <a:cubicBezTo>
                  <a:pt x="71793" y="101039"/>
                  <a:pt x="74614" y="95887"/>
                  <a:pt x="76513" y="89554"/>
                </a:cubicBezTo>
                <a:cubicBezTo>
                  <a:pt x="78586" y="82645"/>
                  <a:pt x="79622" y="74211"/>
                  <a:pt x="79622" y="64251"/>
                </a:cubicBezTo>
                <a:cubicBezTo>
                  <a:pt x="79622" y="53312"/>
                  <a:pt x="78154" y="44230"/>
                  <a:pt x="75218" y="37005"/>
                </a:cubicBezTo>
                <a:cubicBezTo>
                  <a:pt x="72282" y="29779"/>
                  <a:pt x="68151" y="24454"/>
                  <a:pt x="62826" y="21028"/>
                </a:cubicBezTo>
                <a:cubicBezTo>
                  <a:pt x="57500" y="17603"/>
                  <a:pt x="51124" y="15890"/>
                  <a:pt x="43697" y="15890"/>
                </a:cubicBezTo>
                <a:cubicBezTo>
                  <a:pt x="40128" y="15890"/>
                  <a:pt x="37566" y="15948"/>
                  <a:pt x="36011" y="16063"/>
                </a:cubicBezTo>
                <a:lnTo>
                  <a:pt x="36011" y="113216"/>
                </a:lnTo>
                <a:close/>
                <a:moveTo>
                  <a:pt x="174861" y="112352"/>
                </a:moveTo>
                <a:lnTo>
                  <a:pt x="173566" y="111920"/>
                </a:lnTo>
                <a:cubicBezTo>
                  <a:pt x="168845" y="116526"/>
                  <a:pt x="164253" y="119865"/>
                  <a:pt x="159791" y="121938"/>
                </a:cubicBezTo>
                <a:cubicBezTo>
                  <a:pt x="155330" y="124011"/>
                  <a:pt x="150594" y="125047"/>
                  <a:pt x="145585" y="125047"/>
                </a:cubicBezTo>
                <a:cubicBezTo>
                  <a:pt x="140634" y="125047"/>
                  <a:pt x="136331" y="124140"/>
                  <a:pt x="132675" y="122327"/>
                </a:cubicBezTo>
                <a:cubicBezTo>
                  <a:pt x="129019" y="120513"/>
                  <a:pt x="126256" y="117994"/>
                  <a:pt x="124384" y="114770"/>
                </a:cubicBezTo>
                <a:cubicBezTo>
                  <a:pt x="122513" y="111546"/>
                  <a:pt x="121578" y="107833"/>
                  <a:pt x="121578" y="103630"/>
                </a:cubicBezTo>
                <a:cubicBezTo>
                  <a:pt x="121578" y="95167"/>
                  <a:pt x="125737" y="88503"/>
                  <a:pt x="134057" y="83638"/>
                </a:cubicBezTo>
                <a:cubicBezTo>
                  <a:pt x="142376" y="78773"/>
                  <a:pt x="154998" y="75707"/>
                  <a:pt x="171925" y="74441"/>
                </a:cubicBezTo>
                <a:lnTo>
                  <a:pt x="171925" y="66237"/>
                </a:lnTo>
                <a:cubicBezTo>
                  <a:pt x="171925" y="60883"/>
                  <a:pt x="171320" y="56752"/>
                  <a:pt x="170111" y="53844"/>
                </a:cubicBezTo>
                <a:cubicBezTo>
                  <a:pt x="168902" y="50937"/>
                  <a:pt x="167348" y="48893"/>
                  <a:pt x="165448" y="47713"/>
                </a:cubicBezTo>
                <a:cubicBezTo>
                  <a:pt x="163548" y="46533"/>
                  <a:pt x="161274" y="45943"/>
                  <a:pt x="158626" y="45943"/>
                </a:cubicBezTo>
                <a:cubicBezTo>
                  <a:pt x="155977" y="45943"/>
                  <a:pt x="153689" y="46403"/>
                  <a:pt x="151760" y="47324"/>
                </a:cubicBezTo>
                <a:cubicBezTo>
                  <a:pt x="149831" y="48246"/>
                  <a:pt x="148090" y="49987"/>
                  <a:pt x="146535" y="52549"/>
                </a:cubicBezTo>
                <a:cubicBezTo>
                  <a:pt x="144981" y="55111"/>
                  <a:pt x="143829" y="58666"/>
                  <a:pt x="143081" y="63214"/>
                </a:cubicBezTo>
                <a:lnTo>
                  <a:pt x="126759" y="63214"/>
                </a:lnTo>
                <a:lnTo>
                  <a:pt x="126759" y="47497"/>
                </a:lnTo>
                <a:cubicBezTo>
                  <a:pt x="132056" y="45137"/>
                  <a:pt x="136460" y="43323"/>
                  <a:pt x="139972" y="42056"/>
                </a:cubicBezTo>
                <a:cubicBezTo>
                  <a:pt x="143484" y="40790"/>
                  <a:pt x="146953" y="39739"/>
                  <a:pt x="150378" y="38904"/>
                </a:cubicBezTo>
                <a:cubicBezTo>
                  <a:pt x="153804" y="38070"/>
                  <a:pt x="156870" y="37480"/>
                  <a:pt x="159575" y="37134"/>
                </a:cubicBezTo>
                <a:cubicBezTo>
                  <a:pt x="162281" y="36789"/>
                  <a:pt x="164987" y="36616"/>
                  <a:pt x="167693" y="36616"/>
                </a:cubicBezTo>
                <a:cubicBezTo>
                  <a:pt x="174659" y="36616"/>
                  <a:pt x="180230" y="37537"/>
                  <a:pt x="184403" y="39379"/>
                </a:cubicBezTo>
                <a:cubicBezTo>
                  <a:pt x="188577" y="41222"/>
                  <a:pt x="191701" y="44215"/>
                  <a:pt x="193773" y="48361"/>
                </a:cubicBezTo>
                <a:cubicBezTo>
                  <a:pt x="195846" y="52506"/>
                  <a:pt x="196882" y="58234"/>
                  <a:pt x="196882" y="65546"/>
                </a:cubicBezTo>
                <a:lnTo>
                  <a:pt x="196882" y="99226"/>
                </a:lnTo>
                <a:cubicBezTo>
                  <a:pt x="196882" y="103025"/>
                  <a:pt x="196969" y="105962"/>
                  <a:pt x="197141" y="108034"/>
                </a:cubicBezTo>
                <a:cubicBezTo>
                  <a:pt x="197314" y="110107"/>
                  <a:pt x="197588" y="111647"/>
                  <a:pt x="197962" y="112654"/>
                </a:cubicBezTo>
                <a:cubicBezTo>
                  <a:pt x="198336" y="113662"/>
                  <a:pt x="198811" y="114468"/>
                  <a:pt x="199387" y="115072"/>
                </a:cubicBezTo>
                <a:cubicBezTo>
                  <a:pt x="199962" y="115677"/>
                  <a:pt x="200668" y="116166"/>
                  <a:pt x="201502" y="116541"/>
                </a:cubicBezTo>
                <a:cubicBezTo>
                  <a:pt x="202337" y="116915"/>
                  <a:pt x="203906" y="117390"/>
                  <a:pt x="206209" y="117965"/>
                </a:cubicBezTo>
                <a:lnTo>
                  <a:pt x="206209" y="123665"/>
                </a:lnTo>
                <a:lnTo>
                  <a:pt x="174084" y="123665"/>
                </a:lnTo>
                <a:lnTo>
                  <a:pt x="174861" y="112352"/>
                </a:lnTo>
                <a:moveTo>
                  <a:pt x="172011" y="82904"/>
                </a:moveTo>
                <a:cubicBezTo>
                  <a:pt x="163087" y="83134"/>
                  <a:pt x="156481" y="84804"/>
                  <a:pt x="152192" y="87913"/>
                </a:cubicBezTo>
                <a:cubicBezTo>
                  <a:pt x="147903" y="91022"/>
                  <a:pt x="145758" y="95570"/>
                  <a:pt x="145758" y="101557"/>
                </a:cubicBezTo>
                <a:cubicBezTo>
                  <a:pt x="145758" y="105127"/>
                  <a:pt x="146737" y="107847"/>
                  <a:pt x="148694" y="109718"/>
                </a:cubicBezTo>
                <a:cubicBezTo>
                  <a:pt x="150652" y="111589"/>
                  <a:pt x="153358" y="112525"/>
                  <a:pt x="156812" y="112525"/>
                </a:cubicBezTo>
                <a:cubicBezTo>
                  <a:pt x="159460" y="112525"/>
                  <a:pt x="161965" y="111820"/>
                  <a:pt x="164325" y="110409"/>
                </a:cubicBezTo>
                <a:cubicBezTo>
                  <a:pt x="166686" y="108999"/>
                  <a:pt x="168557" y="107113"/>
                  <a:pt x="169938" y="104753"/>
                </a:cubicBezTo>
                <a:cubicBezTo>
                  <a:pt x="171320" y="102392"/>
                  <a:pt x="172011" y="99888"/>
                  <a:pt x="172011" y="97239"/>
                </a:cubicBezTo>
                <a:lnTo>
                  <a:pt x="172011" y="82904"/>
                </a:lnTo>
                <a:close/>
                <a:moveTo>
                  <a:pt x="277514" y="113302"/>
                </a:moveTo>
                <a:cubicBezTo>
                  <a:pt x="272447" y="117620"/>
                  <a:pt x="267842" y="120657"/>
                  <a:pt x="263696" y="122413"/>
                </a:cubicBezTo>
                <a:cubicBezTo>
                  <a:pt x="259551" y="124169"/>
                  <a:pt x="255176" y="125047"/>
                  <a:pt x="250570" y="125047"/>
                </a:cubicBezTo>
                <a:cubicBezTo>
                  <a:pt x="241992" y="125047"/>
                  <a:pt x="235587" y="122730"/>
                  <a:pt x="231355" y="118095"/>
                </a:cubicBezTo>
                <a:cubicBezTo>
                  <a:pt x="227124" y="113460"/>
                  <a:pt x="225008" y="106451"/>
                  <a:pt x="225008" y="97067"/>
                </a:cubicBezTo>
                <a:lnTo>
                  <a:pt x="225008" y="48792"/>
                </a:lnTo>
                <a:lnTo>
                  <a:pt x="214213" y="48792"/>
                </a:lnTo>
                <a:lnTo>
                  <a:pt x="214213" y="42834"/>
                </a:lnTo>
                <a:cubicBezTo>
                  <a:pt x="217725" y="42258"/>
                  <a:pt x="220316" y="41394"/>
                  <a:pt x="221985" y="40243"/>
                </a:cubicBezTo>
                <a:cubicBezTo>
                  <a:pt x="223655" y="39092"/>
                  <a:pt x="224950" y="37551"/>
                  <a:pt x="225871" y="35623"/>
                </a:cubicBezTo>
                <a:cubicBezTo>
                  <a:pt x="226793" y="33694"/>
                  <a:pt x="227527" y="31175"/>
                  <a:pt x="228074" y="28066"/>
                </a:cubicBezTo>
                <a:cubicBezTo>
                  <a:pt x="228621" y="24958"/>
                  <a:pt x="229038" y="21071"/>
                  <a:pt x="229326" y="16408"/>
                </a:cubicBezTo>
                <a:lnTo>
                  <a:pt x="249965" y="16408"/>
                </a:lnTo>
                <a:lnTo>
                  <a:pt x="249965" y="37998"/>
                </a:lnTo>
                <a:lnTo>
                  <a:pt x="274578" y="37998"/>
                </a:lnTo>
                <a:lnTo>
                  <a:pt x="274578" y="48792"/>
                </a:lnTo>
                <a:lnTo>
                  <a:pt x="249965" y="48792"/>
                </a:lnTo>
                <a:lnTo>
                  <a:pt x="249965" y="87740"/>
                </a:lnTo>
                <a:cubicBezTo>
                  <a:pt x="249965" y="94246"/>
                  <a:pt x="250268" y="99053"/>
                  <a:pt x="250872" y="102162"/>
                </a:cubicBezTo>
                <a:cubicBezTo>
                  <a:pt x="251477" y="105271"/>
                  <a:pt x="252499" y="107559"/>
                  <a:pt x="253938" y="109027"/>
                </a:cubicBezTo>
                <a:cubicBezTo>
                  <a:pt x="255377" y="110495"/>
                  <a:pt x="257162" y="111230"/>
                  <a:pt x="259292" y="111230"/>
                </a:cubicBezTo>
                <a:cubicBezTo>
                  <a:pt x="260904" y="111230"/>
                  <a:pt x="262343" y="111086"/>
                  <a:pt x="263610" y="110798"/>
                </a:cubicBezTo>
                <a:cubicBezTo>
                  <a:pt x="264877" y="110510"/>
                  <a:pt x="266215" y="109992"/>
                  <a:pt x="267626" y="109243"/>
                </a:cubicBezTo>
                <a:cubicBezTo>
                  <a:pt x="269036" y="108495"/>
                  <a:pt x="270519" y="107430"/>
                  <a:pt x="272073" y="106048"/>
                </a:cubicBezTo>
                <a:lnTo>
                  <a:pt x="277514" y="113302"/>
                </a:lnTo>
                <a:close/>
                <a:moveTo>
                  <a:pt x="333153" y="112352"/>
                </a:moveTo>
                <a:lnTo>
                  <a:pt x="331857" y="111920"/>
                </a:lnTo>
                <a:cubicBezTo>
                  <a:pt x="327136" y="116526"/>
                  <a:pt x="322545" y="119865"/>
                  <a:pt x="318083" y="121938"/>
                </a:cubicBezTo>
                <a:cubicBezTo>
                  <a:pt x="313621" y="124011"/>
                  <a:pt x="308886" y="125047"/>
                  <a:pt x="303877" y="125047"/>
                </a:cubicBezTo>
                <a:cubicBezTo>
                  <a:pt x="298926" y="125047"/>
                  <a:pt x="294622" y="124140"/>
                  <a:pt x="290967" y="122327"/>
                </a:cubicBezTo>
                <a:cubicBezTo>
                  <a:pt x="287311" y="120513"/>
                  <a:pt x="284547" y="117994"/>
                  <a:pt x="282676" y="114770"/>
                </a:cubicBezTo>
                <a:cubicBezTo>
                  <a:pt x="280805" y="111546"/>
                  <a:pt x="279870" y="107833"/>
                  <a:pt x="279870" y="103630"/>
                </a:cubicBezTo>
                <a:cubicBezTo>
                  <a:pt x="279870" y="95167"/>
                  <a:pt x="284029" y="88503"/>
                  <a:pt x="292348" y="83638"/>
                </a:cubicBezTo>
                <a:cubicBezTo>
                  <a:pt x="300668" y="78773"/>
                  <a:pt x="313290" y="75707"/>
                  <a:pt x="330217" y="74441"/>
                </a:cubicBezTo>
                <a:lnTo>
                  <a:pt x="330217" y="66237"/>
                </a:lnTo>
                <a:cubicBezTo>
                  <a:pt x="330217" y="60883"/>
                  <a:pt x="329612" y="56752"/>
                  <a:pt x="328403" y="53844"/>
                </a:cubicBezTo>
                <a:cubicBezTo>
                  <a:pt x="327194" y="50937"/>
                  <a:pt x="325640" y="48893"/>
                  <a:pt x="323740" y="47713"/>
                </a:cubicBezTo>
                <a:cubicBezTo>
                  <a:pt x="321840" y="46533"/>
                  <a:pt x="319566" y="45943"/>
                  <a:pt x="316917" y="45943"/>
                </a:cubicBezTo>
                <a:cubicBezTo>
                  <a:pt x="314269" y="45943"/>
                  <a:pt x="311981" y="46403"/>
                  <a:pt x="310052" y="47324"/>
                </a:cubicBezTo>
                <a:cubicBezTo>
                  <a:pt x="308123" y="48246"/>
                  <a:pt x="306382" y="49987"/>
                  <a:pt x="304827" y="52549"/>
                </a:cubicBezTo>
                <a:cubicBezTo>
                  <a:pt x="303273" y="55111"/>
                  <a:pt x="302121" y="58666"/>
                  <a:pt x="301373" y="63214"/>
                </a:cubicBezTo>
                <a:lnTo>
                  <a:pt x="285051" y="63214"/>
                </a:lnTo>
                <a:lnTo>
                  <a:pt x="285051" y="47497"/>
                </a:lnTo>
                <a:cubicBezTo>
                  <a:pt x="290348" y="45137"/>
                  <a:pt x="294752" y="43323"/>
                  <a:pt x="298264" y="42056"/>
                </a:cubicBezTo>
                <a:cubicBezTo>
                  <a:pt x="301776" y="40790"/>
                  <a:pt x="305245" y="39739"/>
                  <a:pt x="308670" y="38904"/>
                </a:cubicBezTo>
                <a:cubicBezTo>
                  <a:pt x="312096" y="38070"/>
                  <a:pt x="315161" y="37480"/>
                  <a:pt x="317867" y="37134"/>
                </a:cubicBezTo>
                <a:cubicBezTo>
                  <a:pt x="320573" y="36789"/>
                  <a:pt x="323279" y="36616"/>
                  <a:pt x="325985" y="36616"/>
                </a:cubicBezTo>
                <a:cubicBezTo>
                  <a:pt x="332951" y="36616"/>
                  <a:pt x="338521" y="37537"/>
                  <a:pt x="342695" y="39379"/>
                </a:cubicBezTo>
                <a:cubicBezTo>
                  <a:pt x="346869" y="41222"/>
                  <a:pt x="349993" y="44215"/>
                  <a:pt x="352065" y="48361"/>
                </a:cubicBezTo>
                <a:cubicBezTo>
                  <a:pt x="354138" y="52506"/>
                  <a:pt x="355174" y="58234"/>
                  <a:pt x="355174" y="65546"/>
                </a:cubicBezTo>
                <a:lnTo>
                  <a:pt x="355174" y="99226"/>
                </a:lnTo>
                <a:cubicBezTo>
                  <a:pt x="355174" y="103025"/>
                  <a:pt x="355260" y="105962"/>
                  <a:pt x="355433" y="108034"/>
                </a:cubicBezTo>
                <a:cubicBezTo>
                  <a:pt x="355606" y="110107"/>
                  <a:pt x="355879" y="111647"/>
                  <a:pt x="356254" y="112654"/>
                </a:cubicBezTo>
                <a:cubicBezTo>
                  <a:pt x="356628" y="113662"/>
                  <a:pt x="357103" y="114468"/>
                  <a:pt x="357678" y="115072"/>
                </a:cubicBezTo>
                <a:cubicBezTo>
                  <a:pt x="358254" y="115677"/>
                  <a:pt x="358959" y="116166"/>
                  <a:pt x="359794" y="116541"/>
                </a:cubicBezTo>
                <a:cubicBezTo>
                  <a:pt x="360629" y="116915"/>
                  <a:pt x="362198" y="117390"/>
                  <a:pt x="364501" y="117965"/>
                </a:cubicBezTo>
                <a:lnTo>
                  <a:pt x="364501" y="123665"/>
                </a:lnTo>
                <a:lnTo>
                  <a:pt x="332375" y="123665"/>
                </a:lnTo>
                <a:lnTo>
                  <a:pt x="333153" y="112352"/>
                </a:lnTo>
                <a:moveTo>
                  <a:pt x="330303" y="82904"/>
                </a:moveTo>
                <a:cubicBezTo>
                  <a:pt x="321379" y="83134"/>
                  <a:pt x="314773" y="84804"/>
                  <a:pt x="310484" y="87913"/>
                </a:cubicBezTo>
                <a:cubicBezTo>
                  <a:pt x="306195" y="91022"/>
                  <a:pt x="304050" y="95570"/>
                  <a:pt x="304050" y="101557"/>
                </a:cubicBezTo>
                <a:cubicBezTo>
                  <a:pt x="304050" y="105127"/>
                  <a:pt x="305029" y="107847"/>
                  <a:pt x="306986" y="109718"/>
                </a:cubicBezTo>
                <a:cubicBezTo>
                  <a:pt x="308944" y="111589"/>
                  <a:pt x="311649" y="112525"/>
                  <a:pt x="315104" y="112525"/>
                </a:cubicBezTo>
                <a:cubicBezTo>
                  <a:pt x="317752" y="112525"/>
                  <a:pt x="320257" y="111820"/>
                  <a:pt x="322617" y="110409"/>
                </a:cubicBezTo>
                <a:cubicBezTo>
                  <a:pt x="324977" y="108999"/>
                  <a:pt x="326849" y="107113"/>
                  <a:pt x="328230" y="104753"/>
                </a:cubicBezTo>
                <a:cubicBezTo>
                  <a:pt x="329612" y="102392"/>
                  <a:pt x="330303" y="99888"/>
                  <a:pt x="330303" y="97239"/>
                </a:cubicBezTo>
                <a:lnTo>
                  <a:pt x="330303" y="82904"/>
                </a:lnTo>
                <a:close/>
                <a:moveTo>
                  <a:pt x="383040" y="29794"/>
                </a:moveTo>
                <a:cubicBezTo>
                  <a:pt x="383040" y="25648"/>
                  <a:pt x="383011" y="22482"/>
                  <a:pt x="382953" y="20294"/>
                </a:cubicBezTo>
                <a:cubicBezTo>
                  <a:pt x="382896" y="18106"/>
                  <a:pt x="382723" y="16207"/>
                  <a:pt x="382435" y="14595"/>
                </a:cubicBezTo>
                <a:cubicBezTo>
                  <a:pt x="382147" y="12983"/>
                  <a:pt x="381687" y="11716"/>
                  <a:pt x="381054" y="10795"/>
                </a:cubicBezTo>
                <a:cubicBezTo>
                  <a:pt x="380420" y="9874"/>
                  <a:pt x="379571" y="9125"/>
                  <a:pt x="378506" y="8549"/>
                </a:cubicBezTo>
                <a:cubicBezTo>
                  <a:pt x="377441" y="7974"/>
                  <a:pt x="375699" y="7427"/>
                  <a:pt x="373281" y="6909"/>
                </a:cubicBezTo>
                <a:lnTo>
                  <a:pt x="373281" y="1209"/>
                </a:lnTo>
                <a:lnTo>
                  <a:pt x="397375" y="0"/>
                </a:lnTo>
                <a:lnTo>
                  <a:pt x="407997" y="0"/>
                </a:lnTo>
                <a:lnTo>
                  <a:pt x="407997" y="49483"/>
                </a:lnTo>
                <a:lnTo>
                  <a:pt x="408084" y="49570"/>
                </a:lnTo>
                <a:cubicBezTo>
                  <a:pt x="411538" y="46403"/>
                  <a:pt x="414561" y="43956"/>
                  <a:pt x="417151" y="42229"/>
                </a:cubicBezTo>
                <a:cubicBezTo>
                  <a:pt x="419742" y="40502"/>
                  <a:pt x="422506" y="39135"/>
                  <a:pt x="425442" y="38127"/>
                </a:cubicBezTo>
                <a:cubicBezTo>
                  <a:pt x="428378" y="37120"/>
                  <a:pt x="431516" y="36616"/>
                  <a:pt x="434855" y="36616"/>
                </a:cubicBezTo>
                <a:cubicBezTo>
                  <a:pt x="445103" y="36616"/>
                  <a:pt x="452788" y="40229"/>
                  <a:pt x="457912" y="47454"/>
                </a:cubicBezTo>
                <a:cubicBezTo>
                  <a:pt x="463036" y="54679"/>
                  <a:pt x="465598" y="65488"/>
                  <a:pt x="465598" y="79881"/>
                </a:cubicBezTo>
                <a:cubicBezTo>
                  <a:pt x="465598" y="89841"/>
                  <a:pt x="464087" y="98175"/>
                  <a:pt x="461064" y="104882"/>
                </a:cubicBezTo>
                <a:cubicBezTo>
                  <a:pt x="458042" y="111589"/>
                  <a:pt x="453537" y="116627"/>
                  <a:pt x="447549" y="119995"/>
                </a:cubicBezTo>
                <a:cubicBezTo>
                  <a:pt x="441562" y="123363"/>
                  <a:pt x="434193" y="125047"/>
                  <a:pt x="425442" y="125047"/>
                </a:cubicBezTo>
                <a:cubicBezTo>
                  <a:pt x="416345" y="125047"/>
                  <a:pt x="408026" y="123406"/>
                  <a:pt x="400484" y="120124"/>
                </a:cubicBezTo>
                <a:lnTo>
                  <a:pt x="394094" y="125047"/>
                </a:lnTo>
                <a:lnTo>
                  <a:pt x="383040" y="123492"/>
                </a:lnTo>
                <a:lnTo>
                  <a:pt x="383040" y="29794"/>
                </a:lnTo>
                <a:moveTo>
                  <a:pt x="407997" y="95340"/>
                </a:moveTo>
                <a:cubicBezTo>
                  <a:pt x="407997" y="102421"/>
                  <a:pt x="409221" y="107646"/>
                  <a:pt x="411668" y="111014"/>
                </a:cubicBezTo>
                <a:cubicBezTo>
                  <a:pt x="414114" y="114382"/>
                  <a:pt x="417900" y="116066"/>
                  <a:pt x="423024" y="116066"/>
                </a:cubicBezTo>
                <a:cubicBezTo>
                  <a:pt x="428320" y="116066"/>
                  <a:pt x="432365" y="113288"/>
                  <a:pt x="435157" y="107732"/>
                </a:cubicBezTo>
                <a:cubicBezTo>
                  <a:pt x="437949" y="102176"/>
                  <a:pt x="439345" y="94246"/>
                  <a:pt x="439345" y="83940"/>
                </a:cubicBezTo>
                <a:cubicBezTo>
                  <a:pt x="439345" y="72599"/>
                  <a:pt x="438108" y="64135"/>
                  <a:pt x="435632" y="58551"/>
                </a:cubicBezTo>
                <a:cubicBezTo>
                  <a:pt x="433156" y="52966"/>
                  <a:pt x="429299" y="50174"/>
                  <a:pt x="424060" y="50174"/>
                </a:cubicBezTo>
                <a:cubicBezTo>
                  <a:pt x="421527" y="50174"/>
                  <a:pt x="419022" y="50836"/>
                  <a:pt x="416547" y="52160"/>
                </a:cubicBezTo>
                <a:cubicBezTo>
                  <a:pt x="414071" y="53485"/>
                  <a:pt x="412027" y="55370"/>
                  <a:pt x="410415" y="57817"/>
                </a:cubicBezTo>
                <a:cubicBezTo>
                  <a:pt x="408803" y="60264"/>
                  <a:pt x="407997" y="62955"/>
                  <a:pt x="407997" y="65891"/>
                </a:cubicBezTo>
                <a:lnTo>
                  <a:pt x="407997" y="95340"/>
                </a:lnTo>
                <a:close/>
                <a:moveTo>
                  <a:pt x="531238" y="112352"/>
                </a:moveTo>
                <a:lnTo>
                  <a:pt x="529943" y="111920"/>
                </a:lnTo>
                <a:cubicBezTo>
                  <a:pt x="525222" y="116526"/>
                  <a:pt x="520631" y="119865"/>
                  <a:pt x="516169" y="121938"/>
                </a:cubicBezTo>
                <a:cubicBezTo>
                  <a:pt x="511707" y="124011"/>
                  <a:pt x="506972" y="125047"/>
                  <a:pt x="501963" y="125047"/>
                </a:cubicBezTo>
                <a:cubicBezTo>
                  <a:pt x="497012" y="125047"/>
                  <a:pt x="492708" y="124140"/>
                  <a:pt x="489052" y="122327"/>
                </a:cubicBezTo>
                <a:cubicBezTo>
                  <a:pt x="485396" y="120513"/>
                  <a:pt x="482633" y="117994"/>
                  <a:pt x="480762" y="114770"/>
                </a:cubicBezTo>
                <a:cubicBezTo>
                  <a:pt x="478891" y="111546"/>
                  <a:pt x="477955" y="107833"/>
                  <a:pt x="477955" y="103630"/>
                </a:cubicBezTo>
                <a:cubicBezTo>
                  <a:pt x="477955" y="95167"/>
                  <a:pt x="482115" y="88503"/>
                  <a:pt x="490434" y="83638"/>
                </a:cubicBezTo>
                <a:cubicBezTo>
                  <a:pt x="498753" y="78773"/>
                  <a:pt x="511376" y="75707"/>
                  <a:pt x="528302" y="74441"/>
                </a:cubicBezTo>
                <a:lnTo>
                  <a:pt x="528302" y="66237"/>
                </a:lnTo>
                <a:cubicBezTo>
                  <a:pt x="528302" y="60883"/>
                  <a:pt x="527698" y="56752"/>
                  <a:pt x="526489" y="53844"/>
                </a:cubicBezTo>
                <a:cubicBezTo>
                  <a:pt x="525280" y="50937"/>
                  <a:pt x="523725" y="48893"/>
                  <a:pt x="521825" y="47713"/>
                </a:cubicBezTo>
                <a:cubicBezTo>
                  <a:pt x="519925" y="46533"/>
                  <a:pt x="517651" y="45943"/>
                  <a:pt x="515003" y="45943"/>
                </a:cubicBezTo>
                <a:cubicBezTo>
                  <a:pt x="512355" y="45943"/>
                  <a:pt x="510066" y="46403"/>
                  <a:pt x="508137" y="47324"/>
                </a:cubicBezTo>
                <a:cubicBezTo>
                  <a:pt x="506209" y="48246"/>
                  <a:pt x="504467" y="49987"/>
                  <a:pt x="502913" y="52549"/>
                </a:cubicBezTo>
                <a:cubicBezTo>
                  <a:pt x="501358" y="55111"/>
                  <a:pt x="500207" y="58666"/>
                  <a:pt x="499458" y="63214"/>
                </a:cubicBezTo>
                <a:lnTo>
                  <a:pt x="483137" y="63214"/>
                </a:lnTo>
                <a:lnTo>
                  <a:pt x="483137" y="47497"/>
                </a:lnTo>
                <a:cubicBezTo>
                  <a:pt x="488433" y="45137"/>
                  <a:pt x="492838" y="43323"/>
                  <a:pt x="496350" y="42056"/>
                </a:cubicBezTo>
                <a:cubicBezTo>
                  <a:pt x="499861" y="40790"/>
                  <a:pt x="503330" y="39739"/>
                  <a:pt x="506756" y="38904"/>
                </a:cubicBezTo>
                <a:cubicBezTo>
                  <a:pt x="510181" y="38070"/>
                  <a:pt x="513247" y="37480"/>
                  <a:pt x="515953" y="37134"/>
                </a:cubicBezTo>
                <a:cubicBezTo>
                  <a:pt x="518659" y="36789"/>
                  <a:pt x="521365" y="36616"/>
                  <a:pt x="524071" y="36616"/>
                </a:cubicBezTo>
                <a:cubicBezTo>
                  <a:pt x="531037" y="36616"/>
                  <a:pt x="536607" y="37537"/>
                  <a:pt x="540781" y="39379"/>
                </a:cubicBezTo>
                <a:cubicBezTo>
                  <a:pt x="544955" y="41222"/>
                  <a:pt x="548078" y="44215"/>
                  <a:pt x="550151" y="48361"/>
                </a:cubicBezTo>
                <a:cubicBezTo>
                  <a:pt x="552223" y="52506"/>
                  <a:pt x="553260" y="58234"/>
                  <a:pt x="553260" y="65546"/>
                </a:cubicBezTo>
                <a:lnTo>
                  <a:pt x="553260" y="99226"/>
                </a:lnTo>
                <a:cubicBezTo>
                  <a:pt x="553260" y="103025"/>
                  <a:pt x="553346" y="105962"/>
                  <a:pt x="553519" y="108034"/>
                </a:cubicBezTo>
                <a:cubicBezTo>
                  <a:pt x="553691" y="110107"/>
                  <a:pt x="553965" y="111647"/>
                  <a:pt x="554339" y="112654"/>
                </a:cubicBezTo>
                <a:cubicBezTo>
                  <a:pt x="554713" y="113662"/>
                  <a:pt x="555188" y="114468"/>
                  <a:pt x="555764" y="115072"/>
                </a:cubicBezTo>
                <a:cubicBezTo>
                  <a:pt x="556340" y="115677"/>
                  <a:pt x="557045" y="116166"/>
                  <a:pt x="557880" y="116541"/>
                </a:cubicBezTo>
                <a:cubicBezTo>
                  <a:pt x="558715" y="116915"/>
                  <a:pt x="560283" y="117390"/>
                  <a:pt x="562586" y="117965"/>
                </a:cubicBezTo>
                <a:lnTo>
                  <a:pt x="562586" y="123665"/>
                </a:lnTo>
                <a:lnTo>
                  <a:pt x="530461" y="123665"/>
                </a:lnTo>
                <a:lnTo>
                  <a:pt x="531238" y="112352"/>
                </a:lnTo>
                <a:moveTo>
                  <a:pt x="528388" y="82904"/>
                </a:moveTo>
                <a:cubicBezTo>
                  <a:pt x="519465" y="83134"/>
                  <a:pt x="512858" y="84804"/>
                  <a:pt x="508569" y="87913"/>
                </a:cubicBezTo>
                <a:cubicBezTo>
                  <a:pt x="504280" y="91022"/>
                  <a:pt x="502136" y="95570"/>
                  <a:pt x="502136" y="101557"/>
                </a:cubicBezTo>
                <a:cubicBezTo>
                  <a:pt x="502136" y="105127"/>
                  <a:pt x="503114" y="107847"/>
                  <a:pt x="505072" y="109718"/>
                </a:cubicBezTo>
                <a:cubicBezTo>
                  <a:pt x="507029" y="111589"/>
                  <a:pt x="509735" y="112525"/>
                  <a:pt x="513189" y="112525"/>
                </a:cubicBezTo>
                <a:cubicBezTo>
                  <a:pt x="515838" y="112525"/>
                  <a:pt x="518342" y="111820"/>
                  <a:pt x="520703" y="110409"/>
                </a:cubicBezTo>
                <a:cubicBezTo>
                  <a:pt x="523063" y="108999"/>
                  <a:pt x="524934" y="107113"/>
                  <a:pt x="526316" y="104753"/>
                </a:cubicBezTo>
                <a:cubicBezTo>
                  <a:pt x="527698" y="102392"/>
                  <a:pt x="528388" y="99888"/>
                  <a:pt x="528388" y="97239"/>
                </a:cubicBezTo>
                <a:lnTo>
                  <a:pt x="528388" y="82904"/>
                </a:lnTo>
                <a:close/>
                <a:moveTo>
                  <a:pt x="585961" y="100348"/>
                </a:moveTo>
                <a:cubicBezTo>
                  <a:pt x="587343" y="105587"/>
                  <a:pt x="589531" y="109517"/>
                  <a:pt x="592525" y="112136"/>
                </a:cubicBezTo>
                <a:cubicBezTo>
                  <a:pt x="595518" y="114756"/>
                  <a:pt x="599520" y="116066"/>
                  <a:pt x="604528" y="116066"/>
                </a:cubicBezTo>
                <a:cubicBezTo>
                  <a:pt x="608846" y="116066"/>
                  <a:pt x="612114" y="115087"/>
                  <a:pt x="614330" y="113129"/>
                </a:cubicBezTo>
                <a:cubicBezTo>
                  <a:pt x="616547" y="111172"/>
                  <a:pt x="617655" y="108322"/>
                  <a:pt x="617655" y="104580"/>
                </a:cubicBezTo>
                <a:cubicBezTo>
                  <a:pt x="617655" y="102219"/>
                  <a:pt x="617151" y="100204"/>
                  <a:pt x="616144" y="98535"/>
                </a:cubicBezTo>
                <a:cubicBezTo>
                  <a:pt x="615136" y="96865"/>
                  <a:pt x="613467" y="95268"/>
                  <a:pt x="611135" y="93742"/>
                </a:cubicBezTo>
                <a:cubicBezTo>
                  <a:pt x="608803" y="92216"/>
                  <a:pt x="604816" y="90216"/>
                  <a:pt x="599174" y="87740"/>
                </a:cubicBezTo>
                <a:cubicBezTo>
                  <a:pt x="596008" y="86358"/>
                  <a:pt x="593028" y="84833"/>
                  <a:pt x="590236" y="83163"/>
                </a:cubicBezTo>
                <a:cubicBezTo>
                  <a:pt x="587444" y="81493"/>
                  <a:pt x="585012" y="79608"/>
                  <a:pt x="582939" y="77507"/>
                </a:cubicBezTo>
                <a:cubicBezTo>
                  <a:pt x="580866" y="75405"/>
                  <a:pt x="579225" y="73059"/>
                  <a:pt x="578016" y="70468"/>
                </a:cubicBezTo>
                <a:cubicBezTo>
                  <a:pt x="576807" y="67878"/>
                  <a:pt x="576203" y="64999"/>
                  <a:pt x="576203" y="61833"/>
                </a:cubicBezTo>
                <a:cubicBezTo>
                  <a:pt x="576203" y="56651"/>
                  <a:pt x="577700" y="52160"/>
                  <a:pt x="580694" y="48361"/>
                </a:cubicBezTo>
                <a:cubicBezTo>
                  <a:pt x="583687" y="44561"/>
                  <a:pt x="587962" y="41653"/>
                  <a:pt x="593518" y="39638"/>
                </a:cubicBezTo>
                <a:cubicBezTo>
                  <a:pt x="599074" y="37623"/>
                  <a:pt x="605421" y="36616"/>
                  <a:pt x="612560" y="36616"/>
                </a:cubicBezTo>
                <a:cubicBezTo>
                  <a:pt x="616763" y="36616"/>
                  <a:pt x="620879" y="36789"/>
                  <a:pt x="624909" y="37134"/>
                </a:cubicBezTo>
                <a:cubicBezTo>
                  <a:pt x="628939" y="37480"/>
                  <a:pt x="634149" y="38228"/>
                  <a:pt x="640540" y="39379"/>
                </a:cubicBezTo>
                <a:lnTo>
                  <a:pt x="640540" y="59501"/>
                </a:lnTo>
                <a:lnTo>
                  <a:pt x="629141" y="59501"/>
                </a:lnTo>
                <a:cubicBezTo>
                  <a:pt x="627816" y="55816"/>
                  <a:pt x="626363" y="52966"/>
                  <a:pt x="624780" y="50951"/>
                </a:cubicBezTo>
                <a:cubicBezTo>
                  <a:pt x="623196" y="48936"/>
                  <a:pt x="621455" y="47540"/>
                  <a:pt x="619555" y="46763"/>
                </a:cubicBezTo>
                <a:cubicBezTo>
                  <a:pt x="617655" y="45986"/>
                  <a:pt x="615381" y="45597"/>
                  <a:pt x="612733" y="45597"/>
                </a:cubicBezTo>
                <a:cubicBezTo>
                  <a:pt x="608933" y="45597"/>
                  <a:pt x="605910" y="46461"/>
                  <a:pt x="603665" y="48188"/>
                </a:cubicBezTo>
                <a:cubicBezTo>
                  <a:pt x="601420" y="49915"/>
                  <a:pt x="600297" y="52333"/>
                  <a:pt x="600297" y="55442"/>
                </a:cubicBezTo>
                <a:cubicBezTo>
                  <a:pt x="600297" y="57630"/>
                  <a:pt x="600700" y="59501"/>
                  <a:pt x="601506" y="61055"/>
                </a:cubicBezTo>
                <a:cubicBezTo>
                  <a:pt x="602312" y="62610"/>
                  <a:pt x="603751" y="64121"/>
                  <a:pt x="605824" y="65589"/>
                </a:cubicBezTo>
                <a:cubicBezTo>
                  <a:pt x="607896" y="67057"/>
                  <a:pt x="611898" y="69029"/>
                  <a:pt x="617828" y="71505"/>
                </a:cubicBezTo>
                <a:cubicBezTo>
                  <a:pt x="623239" y="73750"/>
                  <a:pt x="627644" y="76096"/>
                  <a:pt x="631040" y="78543"/>
                </a:cubicBezTo>
                <a:cubicBezTo>
                  <a:pt x="634437" y="80990"/>
                  <a:pt x="637028" y="83811"/>
                  <a:pt x="638813" y="87006"/>
                </a:cubicBezTo>
                <a:cubicBezTo>
                  <a:pt x="640597" y="90201"/>
                  <a:pt x="641490" y="93929"/>
                  <a:pt x="641490" y="98189"/>
                </a:cubicBezTo>
                <a:cubicBezTo>
                  <a:pt x="641490" y="102853"/>
                  <a:pt x="640626" y="106868"/>
                  <a:pt x="638899" y="110236"/>
                </a:cubicBezTo>
                <a:cubicBezTo>
                  <a:pt x="637172" y="113604"/>
                  <a:pt x="634754" y="116382"/>
                  <a:pt x="631645" y="118570"/>
                </a:cubicBezTo>
                <a:cubicBezTo>
                  <a:pt x="628536" y="120758"/>
                  <a:pt x="624808" y="122384"/>
                  <a:pt x="620462" y="123449"/>
                </a:cubicBezTo>
                <a:cubicBezTo>
                  <a:pt x="616115" y="124514"/>
                  <a:pt x="611322" y="125047"/>
                  <a:pt x="606083" y="125047"/>
                </a:cubicBezTo>
                <a:cubicBezTo>
                  <a:pt x="596584" y="125047"/>
                  <a:pt x="586019" y="123694"/>
                  <a:pt x="574389" y="120988"/>
                </a:cubicBezTo>
                <a:lnTo>
                  <a:pt x="574389" y="100348"/>
                </a:lnTo>
                <a:lnTo>
                  <a:pt x="585961" y="100348"/>
                </a:lnTo>
                <a:close/>
                <a:moveTo>
                  <a:pt x="732918" y="107948"/>
                </a:moveTo>
                <a:cubicBezTo>
                  <a:pt x="727046" y="114166"/>
                  <a:pt x="721231" y="118570"/>
                  <a:pt x="715474" y="121161"/>
                </a:cubicBezTo>
                <a:cubicBezTo>
                  <a:pt x="709716" y="123751"/>
                  <a:pt x="703096" y="125047"/>
                  <a:pt x="695611" y="125047"/>
                </a:cubicBezTo>
                <a:cubicBezTo>
                  <a:pt x="682197" y="125047"/>
                  <a:pt x="672107" y="121377"/>
                  <a:pt x="665343" y="114036"/>
                </a:cubicBezTo>
                <a:cubicBezTo>
                  <a:pt x="658578" y="106696"/>
                  <a:pt x="655196" y="95800"/>
                  <a:pt x="655196" y="81350"/>
                </a:cubicBezTo>
                <a:cubicBezTo>
                  <a:pt x="655196" y="72023"/>
                  <a:pt x="656937" y="63977"/>
                  <a:pt x="660420" y="57212"/>
                </a:cubicBezTo>
                <a:cubicBezTo>
                  <a:pt x="663903" y="50448"/>
                  <a:pt x="668840" y="45324"/>
                  <a:pt x="675231" y="41841"/>
                </a:cubicBezTo>
                <a:cubicBezTo>
                  <a:pt x="681621" y="38357"/>
                  <a:pt x="689048" y="36616"/>
                  <a:pt x="697511" y="36616"/>
                </a:cubicBezTo>
                <a:cubicBezTo>
                  <a:pt x="702750" y="36616"/>
                  <a:pt x="707342" y="37220"/>
                  <a:pt x="711285" y="38429"/>
                </a:cubicBezTo>
                <a:cubicBezTo>
                  <a:pt x="715229" y="39638"/>
                  <a:pt x="718611" y="41322"/>
                  <a:pt x="721432" y="43481"/>
                </a:cubicBezTo>
                <a:cubicBezTo>
                  <a:pt x="724253" y="45640"/>
                  <a:pt x="726585" y="48246"/>
                  <a:pt x="728427" y="51297"/>
                </a:cubicBezTo>
                <a:cubicBezTo>
                  <a:pt x="730615" y="54924"/>
                  <a:pt x="732256" y="59069"/>
                  <a:pt x="733350" y="63732"/>
                </a:cubicBezTo>
                <a:cubicBezTo>
                  <a:pt x="734501" y="68511"/>
                  <a:pt x="735106" y="74297"/>
                  <a:pt x="735163" y="81090"/>
                </a:cubicBezTo>
                <a:lnTo>
                  <a:pt x="680412" y="81090"/>
                </a:lnTo>
                <a:cubicBezTo>
                  <a:pt x="680470" y="91511"/>
                  <a:pt x="682326" y="99183"/>
                  <a:pt x="685982" y="104105"/>
                </a:cubicBezTo>
                <a:cubicBezTo>
                  <a:pt x="689638" y="109027"/>
                  <a:pt x="695208" y="111489"/>
                  <a:pt x="702693" y="111489"/>
                </a:cubicBezTo>
                <a:cubicBezTo>
                  <a:pt x="707068" y="111489"/>
                  <a:pt x="711012" y="110668"/>
                  <a:pt x="714524" y="109027"/>
                </a:cubicBezTo>
                <a:cubicBezTo>
                  <a:pt x="718036" y="107387"/>
                  <a:pt x="721835" y="104494"/>
                  <a:pt x="725923" y="100348"/>
                </a:cubicBezTo>
                <a:lnTo>
                  <a:pt x="732918" y="107948"/>
                </a:lnTo>
                <a:moveTo>
                  <a:pt x="709601" y="71764"/>
                </a:moveTo>
                <a:cubicBezTo>
                  <a:pt x="709371" y="62955"/>
                  <a:pt x="708220" y="56392"/>
                  <a:pt x="706147" y="52074"/>
                </a:cubicBezTo>
                <a:cubicBezTo>
                  <a:pt x="704074" y="47756"/>
                  <a:pt x="700735" y="45597"/>
                  <a:pt x="696129" y="45597"/>
                </a:cubicBezTo>
                <a:cubicBezTo>
                  <a:pt x="691696" y="45597"/>
                  <a:pt x="688170" y="47843"/>
                  <a:pt x="685551" y="52333"/>
                </a:cubicBezTo>
                <a:cubicBezTo>
                  <a:pt x="682931" y="56824"/>
                  <a:pt x="681362" y="63301"/>
                  <a:pt x="680844" y="71764"/>
                </a:cubicBezTo>
                <a:lnTo>
                  <a:pt x="709601" y="71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90036-1247-4F37-B612-0D112E80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03" y="2709788"/>
            <a:ext cx="853653" cy="1589398"/>
          </a:xfrm>
          <a:custGeom xmlns:a="http://schemas.openxmlformats.org/drawingml/2006/main">
            <a:pathLst>
              <a:path w="853653" h="1589398" fill="none">
                <a:moveTo>
                  <a:pt x="0" y="1589398"/>
                </a:moveTo>
                <a:lnTo>
                  <a:pt x="853653" y="1589398"/>
                </a:lnTo>
                <a:lnTo>
                  <a:pt x="853653" y="0"/>
                </a:lnTo>
                <a:lnTo>
                  <a:pt x="0" y="0"/>
                </a:lnTo>
                <a:lnTo>
                  <a:pt x="0" y="15893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8" cap="flat">
            <a:solidFill>
              <a:srgbClr val="767171"/>
            </a:solidFill>
            <a:custDash>
              <a:ds d="300000" sp="100000"/>
            </a:custDash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CEC28-8A7E-4E42-9ABB-C5C4EC1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120" y="2709788"/>
            <a:ext cx="1179079" cy="1589398"/>
          </a:xfrm>
          <a:custGeom xmlns:a="http://schemas.openxmlformats.org/drawingml/2006/main">
            <a:pathLst>
              <a:path w="1179079" h="1589398" fill="none">
                <a:moveTo>
                  <a:pt x="0" y="1589398"/>
                </a:moveTo>
                <a:lnTo>
                  <a:pt x="1179079" y="1589398"/>
                </a:lnTo>
                <a:lnTo>
                  <a:pt x="1179079" y="0"/>
                </a:lnTo>
                <a:lnTo>
                  <a:pt x="0" y="0"/>
                </a:lnTo>
                <a:lnTo>
                  <a:pt x="0" y="15893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738" cap="flat">
            <a:solidFill>
              <a:srgbClr val="767171"/>
            </a:solidFill>
            <a:custDash>
              <a:ds d="300000" sp="100000"/>
            </a:custDash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797FC-470C-4294-9D16-FB91001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427" y="3799257"/>
            <a:ext cx="2274836" cy="355689"/>
          </a:xfrm>
          <a:custGeom xmlns:a="http://schemas.openxmlformats.org/drawingml/2006/main">
            <a:pathLst>
              <a:path w="2274836" h="355689">
                <a:moveTo>
                  <a:pt x="2156928" y="117908"/>
                </a:moveTo>
                <a:lnTo>
                  <a:pt x="2274836" y="58954"/>
                </a:lnTo>
                <a:lnTo>
                  <a:pt x="2156928" y="0"/>
                </a:lnTo>
                <a:lnTo>
                  <a:pt x="2156928" y="49128"/>
                </a:lnTo>
                <a:lnTo>
                  <a:pt x="0" y="49128"/>
                </a:lnTo>
                <a:lnTo>
                  <a:pt x="0" y="355689"/>
                </a:lnTo>
                <a:lnTo>
                  <a:pt x="19651" y="355689"/>
                </a:lnTo>
                <a:lnTo>
                  <a:pt x="19651" y="68780"/>
                </a:lnTo>
                <a:lnTo>
                  <a:pt x="2156928" y="68780"/>
                </a:lnTo>
                <a:lnTo>
                  <a:pt x="2156928" y="117908"/>
                </a:lnTo>
                <a:close/>
              </a:path>
            </a:pathLst>
          </a:custGeom>
          <a:solidFill xmlns:a="http://schemas.openxmlformats.org/drawingml/2006/main">
            <a:srgbClr val="333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53ACD-15E5-450A-BCD5-CE1106AE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069" y="4292112"/>
            <a:ext cx="3924564" cy="454535"/>
          </a:xfrm>
          <a:custGeom xmlns:a="http://schemas.openxmlformats.org/drawingml/2006/main">
            <a:pathLst>
              <a:path w="3924564" h="454535">
                <a:moveTo>
                  <a:pt x="3865610" y="0"/>
                </a:moveTo>
                <a:lnTo>
                  <a:pt x="3806656" y="117908"/>
                </a:lnTo>
                <a:lnTo>
                  <a:pt x="3855784" y="117908"/>
                </a:lnTo>
                <a:lnTo>
                  <a:pt x="3855784" y="434884"/>
                </a:lnTo>
                <a:lnTo>
                  <a:pt x="19651" y="434884"/>
                </a:lnTo>
                <a:lnTo>
                  <a:pt x="19651" y="177648"/>
                </a:lnTo>
                <a:lnTo>
                  <a:pt x="0" y="177648"/>
                </a:lnTo>
                <a:lnTo>
                  <a:pt x="0" y="454535"/>
                </a:lnTo>
                <a:lnTo>
                  <a:pt x="3875435" y="454535"/>
                </a:lnTo>
                <a:lnTo>
                  <a:pt x="3875435" y="117908"/>
                </a:lnTo>
                <a:lnTo>
                  <a:pt x="3924564" y="117908"/>
                </a:lnTo>
                <a:lnTo>
                  <a:pt x="3865610" y="0"/>
                </a:lnTo>
                <a:close/>
              </a:path>
            </a:pathLst>
          </a:custGeom>
          <a:solidFill xmlns:a="http://schemas.openxmlformats.org/drawingml/2006/main">
            <a:srgbClr val="333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690F7-F78C-4DE7-A33C-9ADF9157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041" y="753893"/>
            <a:ext cx="669638" cy="353724"/>
          </a:xfrm>
          <a:custGeom xmlns:a="http://schemas.openxmlformats.org/drawingml/2006/main">
            <a:pathLst>
              <a:path w="669638" h="353724">
                <a:moveTo>
                  <a:pt x="0" y="353724"/>
                </a:moveTo>
                <a:lnTo>
                  <a:pt x="0" y="0"/>
                </a:lnTo>
                <a:lnTo>
                  <a:pt x="669638" y="0"/>
                </a:lnTo>
                <a:lnTo>
                  <a:pt x="669638" y="353724"/>
                </a:lnTo>
                <a:lnTo>
                  <a:pt x="0" y="353724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D6A0C-21AA-4E5B-AF04-7ADCC0E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561" y="753893"/>
            <a:ext cx="1661597" cy="353724"/>
          </a:xfrm>
          <a:custGeom xmlns:a="http://schemas.openxmlformats.org/drawingml/2006/main">
            <a:pathLst>
              <a:path w="1661597" h="353724">
                <a:moveTo>
                  <a:pt x="0" y="353724"/>
                </a:moveTo>
                <a:lnTo>
                  <a:pt x="0" y="0"/>
                </a:lnTo>
                <a:lnTo>
                  <a:pt x="1661597" y="0"/>
                </a:lnTo>
                <a:lnTo>
                  <a:pt x="1661597" y="353724"/>
                </a:lnTo>
                <a:lnTo>
                  <a:pt x="0" y="353724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842EB-0669-41E9-8C56-938E3F5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561" y="744067"/>
            <a:ext cx="10" cy="1434546"/>
          </a:xfrm>
          <a:custGeom xmlns:a="http://schemas.openxmlformats.org/drawingml/2006/main">
            <a:pathLst>
              <a:path w="1" h="1434546" fill="none">
                <a:moveTo>
                  <a:pt x="0" y="0"/>
                </a:moveTo>
                <a:lnTo>
                  <a:pt x="0" y="1434546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C356E-D89F-403F-8C5E-2FD4587B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216" y="1107616"/>
            <a:ext cx="2350887" cy="10"/>
          </a:xfrm>
          <a:custGeom xmlns:a="http://schemas.openxmlformats.org/drawingml/2006/main">
            <a:pathLst>
              <a:path w="2350887" h="1" fill="none">
                <a:moveTo>
                  <a:pt x="0" y="0"/>
                </a:moveTo>
                <a:lnTo>
                  <a:pt x="235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4B6E0-4AC8-442C-9607-0A99025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216" y="1461340"/>
            <a:ext cx="2350887" cy="10"/>
          </a:xfrm>
          <a:custGeom xmlns:a="http://schemas.openxmlformats.org/drawingml/2006/main">
            <a:pathLst>
              <a:path w="2350887" h="1" fill="none">
                <a:moveTo>
                  <a:pt x="0" y="0"/>
                </a:moveTo>
                <a:lnTo>
                  <a:pt x="235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B32B3-CC4E-401D-BC68-2348E11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216" y="1815064"/>
            <a:ext cx="2350887" cy="10"/>
          </a:xfrm>
          <a:custGeom xmlns:a="http://schemas.openxmlformats.org/drawingml/2006/main">
            <a:pathLst>
              <a:path w="2350887" h="1" fill="none">
                <a:moveTo>
                  <a:pt x="0" y="0"/>
                </a:moveTo>
                <a:lnTo>
                  <a:pt x="235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8F415-6FF4-4706-8367-1D437877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041" y="744067"/>
            <a:ext cx="10" cy="1434546"/>
          </a:xfrm>
          <a:custGeom xmlns:a="http://schemas.openxmlformats.org/drawingml/2006/main">
            <a:pathLst>
              <a:path w="1" h="1434546" fill="none">
                <a:moveTo>
                  <a:pt x="0" y="0"/>
                </a:moveTo>
                <a:lnTo>
                  <a:pt x="0" y="1434546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F875A-3CE1-44E1-81F1-E25B169D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276" y="744067"/>
            <a:ext cx="10" cy="1434546"/>
          </a:xfrm>
          <a:custGeom xmlns:a="http://schemas.openxmlformats.org/drawingml/2006/main">
            <a:pathLst>
              <a:path w="1" h="1434546" fill="none">
                <a:moveTo>
                  <a:pt x="0" y="0"/>
                </a:moveTo>
                <a:lnTo>
                  <a:pt x="0" y="1434546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E7AA5-C565-4E6A-A5E6-CC618DE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216" y="753893"/>
            <a:ext cx="2350887" cy="10"/>
          </a:xfrm>
          <a:custGeom xmlns:a="http://schemas.openxmlformats.org/drawingml/2006/main">
            <a:pathLst>
              <a:path w="2350887" h="1" fill="none">
                <a:moveTo>
                  <a:pt x="0" y="0"/>
                </a:moveTo>
                <a:lnTo>
                  <a:pt x="235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515F4-36F9-4936-A909-17960A75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216" y="2168787"/>
            <a:ext cx="2350887" cy="10"/>
          </a:xfrm>
          <a:custGeom xmlns:a="http://schemas.openxmlformats.org/drawingml/2006/main">
            <a:pathLst>
              <a:path w="2350887" h="1" fill="none">
                <a:moveTo>
                  <a:pt x="0" y="0"/>
                </a:moveTo>
                <a:lnTo>
                  <a:pt x="235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round/>
          </a:ln>
        </p:spPr>
      </p:sp>
      <p:sp>
        <p:nvSpPr>
          <p:cNvPr id="79" name="Text Idx">
            <a:extLst xmlns:a="http://schemas.openxmlformats.org/drawingml/2006/main">
              <a:ext uri="{FF2B5EF4-FFF2-40B4-BE49-F238E27FC236}">
                <a16:creationId xmlns:a16="http://schemas.microsoft.com/office/drawing/2014/main" id="{387FE615-7183-4C0B-9068-D0FCDBB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867" y="873708"/>
            <a:ext cx="250215" cy="125047"/>
          </a:xfrm>
          <a:custGeom xmlns:a="http://schemas.openxmlformats.org/drawingml/2006/main">
            <a:pathLst>
              <a:path w="250215" h="125047">
                <a:moveTo>
                  <a:pt x="36011" y="101989"/>
                </a:moveTo>
                <a:cubicBezTo>
                  <a:pt x="36011" y="104004"/>
                  <a:pt x="36069" y="105875"/>
                  <a:pt x="36184" y="107602"/>
                </a:cubicBezTo>
                <a:cubicBezTo>
                  <a:pt x="36299" y="109330"/>
                  <a:pt x="36530" y="110740"/>
                  <a:pt x="36875" y="111834"/>
                </a:cubicBezTo>
                <a:cubicBezTo>
                  <a:pt x="37220" y="112928"/>
                  <a:pt x="37724" y="113849"/>
                  <a:pt x="38386" y="114597"/>
                </a:cubicBezTo>
                <a:cubicBezTo>
                  <a:pt x="39048" y="115346"/>
                  <a:pt x="39955" y="115994"/>
                  <a:pt x="41107" y="116541"/>
                </a:cubicBezTo>
                <a:cubicBezTo>
                  <a:pt x="42258" y="117087"/>
                  <a:pt x="43669" y="117562"/>
                  <a:pt x="45338" y="117965"/>
                </a:cubicBezTo>
                <a:lnTo>
                  <a:pt x="45338" y="123665"/>
                </a:ln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71"/>
                  <a:pt x="5052" y="116109"/>
                </a:cubicBezTo>
                <a:cubicBezTo>
                  <a:pt x="6290" y="115447"/>
                  <a:pt x="7211" y="114526"/>
                  <a:pt x="7815" y="113345"/>
                </a:cubicBezTo>
                <a:cubicBezTo>
                  <a:pt x="8420" y="112165"/>
                  <a:pt x="8809" y="110668"/>
                  <a:pt x="8981" y="108855"/>
                </a:cubicBezTo>
                <a:cubicBezTo>
                  <a:pt x="9154" y="107041"/>
                  <a:pt x="9240" y="104753"/>
                  <a:pt x="9240" y="101989"/>
                </a:cubicBezTo>
                <a:lnTo>
                  <a:pt x="9240" y="27462"/>
                </a:lnTo>
                <a:cubicBezTo>
                  <a:pt x="9240" y="24698"/>
                  <a:pt x="9168" y="22424"/>
                  <a:pt x="9024" y="20640"/>
                </a:cubicBezTo>
                <a:cubicBezTo>
                  <a:pt x="8881" y="18855"/>
                  <a:pt x="8506" y="17372"/>
                  <a:pt x="7902" y="16192"/>
                </a:cubicBezTo>
                <a:cubicBezTo>
                  <a:pt x="7297" y="15012"/>
                  <a:pt x="6376" y="14076"/>
                  <a:pt x="5138" y="13386"/>
                </a:cubicBezTo>
                <a:cubicBezTo>
                  <a:pt x="3901" y="12695"/>
                  <a:pt x="2188" y="12061"/>
                  <a:pt x="0" y="11486"/>
                </a:cubicBezTo>
                <a:lnTo>
                  <a:pt x="0" y="5786"/>
                </a:lnTo>
                <a:lnTo>
                  <a:pt x="45338" y="5786"/>
                </a:lnTo>
                <a:lnTo>
                  <a:pt x="45338" y="11486"/>
                </a:lnTo>
                <a:cubicBezTo>
                  <a:pt x="42978" y="12119"/>
                  <a:pt x="41236" y="12795"/>
                  <a:pt x="40113" y="13515"/>
                </a:cubicBezTo>
                <a:cubicBezTo>
                  <a:pt x="38991" y="14235"/>
                  <a:pt x="38142" y="15113"/>
                  <a:pt x="37566" y="16149"/>
                </a:cubicBezTo>
                <a:cubicBezTo>
                  <a:pt x="36990" y="17185"/>
                  <a:pt x="36587" y="18538"/>
                  <a:pt x="36357" y="20208"/>
                </a:cubicBezTo>
                <a:cubicBezTo>
                  <a:pt x="36127" y="21877"/>
                  <a:pt x="36011" y="24324"/>
                  <a:pt x="36011" y="27548"/>
                </a:cubicBezTo>
                <a:lnTo>
                  <a:pt x="36011" y="101989"/>
                </a:lnTo>
                <a:close/>
                <a:moveTo>
                  <a:pt x="143930" y="98448"/>
                </a:moveTo>
                <a:cubicBezTo>
                  <a:pt x="143930" y="102824"/>
                  <a:pt x="144002" y="106019"/>
                  <a:pt x="144146" y="108034"/>
                </a:cubicBezTo>
                <a:cubicBezTo>
                  <a:pt x="144289" y="110049"/>
                  <a:pt x="144621" y="111661"/>
                  <a:pt x="145139" y="112870"/>
                </a:cubicBezTo>
                <a:cubicBezTo>
                  <a:pt x="145657" y="114079"/>
                  <a:pt x="146492" y="115072"/>
                  <a:pt x="147643" y="115850"/>
                </a:cubicBezTo>
                <a:cubicBezTo>
                  <a:pt x="148794" y="116627"/>
                  <a:pt x="150723" y="117303"/>
                  <a:pt x="153429" y="117879"/>
                </a:cubicBezTo>
                <a:lnTo>
                  <a:pt x="153429" y="123665"/>
                </a:lnTo>
                <a:lnTo>
                  <a:pt x="129940" y="124442"/>
                </a:lnTo>
                <a:lnTo>
                  <a:pt x="119490" y="124442"/>
                </a:lnTo>
                <a:lnTo>
                  <a:pt x="120267" y="112007"/>
                </a:lnTo>
                <a:lnTo>
                  <a:pt x="118972" y="111920"/>
                </a:lnTo>
                <a:cubicBezTo>
                  <a:pt x="114827" y="116123"/>
                  <a:pt x="110466" y="119362"/>
                  <a:pt x="105889" y="121636"/>
                </a:cubicBezTo>
                <a:cubicBezTo>
                  <a:pt x="101312" y="123910"/>
                  <a:pt x="96922" y="125047"/>
                  <a:pt x="92719" y="125047"/>
                </a:cubicBezTo>
                <a:cubicBezTo>
                  <a:pt x="82241" y="125047"/>
                  <a:pt x="74397" y="121449"/>
                  <a:pt x="69187" y="114252"/>
                </a:cubicBezTo>
                <a:cubicBezTo>
                  <a:pt x="63976" y="107056"/>
                  <a:pt x="61371" y="96232"/>
                  <a:pt x="61371" y="81781"/>
                </a:cubicBezTo>
                <a:cubicBezTo>
                  <a:pt x="61371" y="71994"/>
                  <a:pt x="62954" y="63747"/>
                  <a:pt x="66121" y="57040"/>
                </a:cubicBezTo>
                <a:cubicBezTo>
                  <a:pt x="69287" y="50333"/>
                  <a:pt x="73994" y="45252"/>
                  <a:pt x="80240" y="41797"/>
                </a:cubicBezTo>
                <a:cubicBezTo>
                  <a:pt x="86487" y="38343"/>
                  <a:pt x="94015" y="36616"/>
                  <a:pt x="102823" y="36616"/>
                </a:cubicBezTo>
                <a:cubicBezTo>
                  <a:pt x="105356" y="36616"/>
                  <a:pt x="107846" y="36774"/>
                  <a:pt x="110293" y="37091"/>
                </a:cubicBezTo>
                <a:cubicBezTo>
                  <a:pt x="112740" y="37408"/>
                  <a:pt x="115633" y="38026"/>
                  <a:pt x="118972" y="38948"/>
                </a:cubicBezTo>
                <a:lnTo>
                  <a:pt x="118972" y="31089"/>
                </a:lnTo>
                <a:cubicBezTo>
                  <a:pt x="118972" y="24929"/>
                  <a:pt x="118886" y="20568"/>
                  <a:pt x="118713" y="18006"/>
                </a:cubicBezTo>
                <a:cubicBezTo>
                  <a:pt x="118540" y="15444"/>
                  <a:pt x="118180" y="13486"/>
                  <a:pt x="117634" y="12133"/>
                </a:cubicBezTo>
                <a:cubicBezTo>
                  <a:pt x="117087" y="10780"/>
                  <a:pt x="116266" y="9730"/>
                  <a:pt x="115172" y="8981"/>
                </a:cubicBezTo>
                <a:cubicBezTo>
                  <a:pt x="114078" y="8233"/>
                  <a:pt x="112092" y="7571"/>
                  <a:pt x="109214" y="6995"/>
                </a:cubicBezTo>
                <a:lnTo>
                  <a:pt x="109214" y="1209"/>
                </a:lnTo>
                <a:lnTo>
                  <a:pt x="133135" y="0"/>
                </a:lnTo>
                <a:lnTo>
                  <a:pt x="143930" y="0"/>
                </a:lnTo>
                <a:lnTo>
                  <a:pt x="143930" y="98448"/>
                </a:lnTo>
                <a:moveTo>
                  <a:pt x="118972" y="66323"/>
                </a:moveTo>
                <a:cubicBezTo>
                  <a:pt x="118972" y="59299"/>
                  <a:pt x="117792" y="54089"/>
                  <a:pt x="115431" y="50692"/>
                </a:cubicBezTo>
                <a:cubicBezTo>
                  <a:pt x="113071" y="47296"/>
                  <a:pt x="109444" y="45597"/>
                  <a:pt x="104550" y="45597"/>
                </a:cubicBezTo>
                <a:cubicBezTo>
                  <a:pt x="100981" y="45597"/>
                  <a:pt x="97915" y="46878"/>
                  <a:pt x="95353" y="49440"/>
                </a:cubicBezTo>
                <a:cubicBezTo>
                  <a:pt x="92791" y="52002"/>
                  <a:pt x="90862" y="55701"/>
                  <a:pt x="89567" y="60537"/>
                </a:cubicBezTo>
                <a:cubicBezTo>
                  <a:pt x="88272" y="65373"/>
                  <a:pt x="87624" y="71102"/>
                  <a:pt x="87624" y="77722"/>
                </a:cubicBezTo>
                <a:cubicBezTo>
                  <a:pt x="87624" y="89064"/>
                  <a:pt x="88862" y="97527"/>
                  <a:pt x="91337" y="103112"/>
                </a:cubicBezTo>
                <a:cubicBezTo>
                  <a:pt x="93813" y="108696"/>
                  <a:pt x="97670" y="111489"/>
                  <a:pt x="102909" y="111489"/>
                </a:cubicBezTo>
                <a:cubicBezTo>
                  <a:pt x="105385" y="111489"/>
                  <a:pt x="107846" y="110870"/>
                  <a:pt x="110293" y="109632"/>
                </a:cubicBezTo>
                <a:cubicBezTo>
                  <a:pt x="112740" y="108394"/>
                  <a:pt x="114798" y="106494"/>
                  <a:pt x="116468" y="103932"/>
                </a:cubicBezTo>
                <a:cubicBezTo>
                  <a:pt x="118137" y="101370"/>
                  <a:pt x="118972" y="98420"/>
                  <a:pt x="118972" y="95081"/>
                </a:cubicBezTo>
                <a:lnTo>
                  <a:pt x="118972" y="66323"/>
                </a:lnTo>
                <a:close/>
                <a:moveTo>
                  <a:pt x="216017" y="76341"/>
                </a:moveTo>
                <a:lnTo>
                  <a:pt x="236225" y="105012"/>
                </a:lnTo>
                <a:cubicBezTo>
                  <a:pt x="238125" y="107718"/>
                  <a:pt x="239809" y="109949"/>
                  <a:pt x="241277" y="111704"/>
                </a:cubicBezTo>
                <a:cubicBezTo>
                  <a:pt x="242745" y="113460"/>
                  <a:pt x="244184" y="114828"/>
                  <a:pt x="245595" y="115806"/>
                </a:cubicBezTo>
                <a:cubicBezTo>
                  <a:pt x="247005" y="116785"/>
                  <a:pt x="248545" y="117505"/>
                  <a:pt x="250215" y="117965"/>
                </a:cubicBezTo>
                <a:lnTo>
                  <a:pt x="250215" y="123665"/>
                </a:lnTo>
                <a:lnTo>
                  <a:pt x="208158" y="123665"/>
                </a:lnTo>
                <a:lnTo>
                  <a:pt x="208158" y="117965"/>
                </a:lnTo>
                <a:cubicBezTo>
                  <a:pt x="211728" y="117562"/>
                  <a:pt x="213513" y="116066"/>
                  <a:pt x="213513" y="113475"/>
                </a:cubicBezTo>
                <a:cubicBezTo>
                  <a:pt x="213513" y="112784"/>
                  <a:pt x="213426" y="112136"/>
                  <a:pt x="213254" y="111532"/>
                </a:cubicBezTo>
                <a:cubicBezTo>
                  <a:pt x="213081" y="110927"/>
                  <a:pt x="212822" y="110323"/>
                  <a:pt x="212476" y="109718"/>
                </a:cubicBezTo>
                <a:cubicBezTo>
                  <a:pt x="212131" y="109114"/>
                  <a:pt x="211440" y="108063"/>
                  <a:pt x="210404" y="106566"/>
                </a:cubicBezTo>
                <a:lnTo>
                  <a:pt x="200645" y="92576"/>
                </a:lnTo>
                <a:lnTo>
                  <a:pt x="191578" y="103716"/>
                </a:lnTo>
                <a:cubicBezTo>
                  <a:pt x="189620" y="106077"/>
                  <a:pt x="188397" y="107804"/>
                  <a:pt x="187907" y="108898"/>
                </a:cubicBezTo>
                <a:cubicBezTo>
                  <a:pt x="187418" y="109992"/>
                  <a:pt x="187173" y="111230"/>
                  <a:pt x="187173" y="112611"/>
                </a:cubicBezTo>
                <a:cubicBezTo>
                  <a:pt x="187173" y="113993"/>
                  <a:pt x="187691" y="115173"/>
                  <a:pt x="188728" y="116152"/>
                </a:cubicBezTo>
                <a:cubicBezTo>
                  <a:pt x="189764" y="117131"/>
                  <a:pt x="191405" y="117735"/>
                  <a:pt x="193650" y="117965"/>
                </a:cubicBezTo>
                <a:lnTo>
                  <a:pt x="193650" y="123665"/>
                </a:lnTo>
                <a:lnTo>
                  <a:pt x="160402" y="123665"/>
                </a:lnTo>
                <a:lnTo>
                  <a:pt x="160402" y="117965"/>
                </a:lnTo>
                <a:cubicBezTo>
                  <a:pt x="162878" y="117447"/>
                  <a:pt x="165368" y="116181"/>
                  <a:pt x="167872" y="114166"/>
                </a:cubicBezTo>
                <a:cubicBezTo>
                  <a:pt x="170377" y="112151"/>
                  <a:pt x="173414" y="109099"/>
                  <a:pt x="176983" y="105012"/>
                </a:cubicBezTo>
                <a:lnTo>
                  <a:pt x="195032" y="84545"/>
                </a:lnTo>
                <a:lnTo>
                  <a:pt x="174738" y="55874"/>
                </a:lnTo>
                <a:cubicBezTo>
                  <a:pt x="173471" y="54032"/>
                  <a:pt x="172377" y="52520"/>
                  <a:pt x="171456" y="51340"/>
                </a:cubicBezTo>
                <a:cubicBezTo>
                  <a:pt x="170535" y="50160"/>
                  <a:pt x="169585" y="49037"/>
                  <a:pt x="168606" y="47972"/>
                </a:cubicBezTo>
                <a:cubicBezTo>
                  <a:pt x="167628" y="46907"/>
                  <a:pt x="166750" y="46072"/>
                  <a:pt x="165972" y="45468"/>
                </a:cubicBezTo>
                <a:cubicBezTo>
                  <a:pt x="165195" y="44863"/>
                  <a:pt x="164475" y="44431"/>
                  <a:pt x="163813" y="44172"/>
                </a:cubicBezTo>
                <a:cubicBezTo>
                  <a:pt x="163151" y="43913"/>
                  <a:pt x="162504" y="43755"/>
                  <a:pt x="161870" y="43697"/>
                </a:cubicBezTo>
                <a:lnTo>
                  <a:pt x="161870" y="37998"/>
                </a:lnTo>
                <a:lnTo>
                  <a:pt x="203668" y="37998"/>
                </a:lnTo>
                <a:lnTo>
                  <a:pt x="203668" y="43697"/>
                </a:lnTo>
                <a:cubicBezTo>
                  <a:pt x="200041" y="44446"/>
                  <a:pt x="198227" y="46058"/>
                  <a:pt x="198227" y="48533"/>
                </a:cubicBezTo>
                <a:cubicBezTo>
                  <a:pt x="198227" y="49512"/>
                  <a:pt x="198486" y="50534"/>
                  <a:pt x="199004" y="51599"/>
                </a:cubicBezTo>
                <a:cubicBezTo>
                  <a:pt x="199523" y="52664"/>
                  <a:pt x="200357" y="54003"/>
                  <a:pt x="201509" y="55615"/>
                </a:cubicBezTo>
                <a:lnTo>
                  <a:pt x="210404" y="68309"/>
                </a:lnTo>
                <a:lnTo>
                  <a:pt x="219212" y="57342"/>
                </a:lnTo>
                <a:cubicBezTo>
                  <a:pt x="220594" y="55615"/>
                  <a:pt x="221558" y="54161"/>
                  <a:pt x="222105" y="52981"/>
                </a:cubicBezTo>
                <a:cubicBezTo>
                  <a:pt x="222652" y="51801"/>
                  <a:pt x="222926" y="50577"/>
                  <a:pt x="222926" y="49311"/>
                </a:cubicBezTo>
                <a:cubicBezTo>
                  <a:pt x="222926" y="47699"/>
                  <a:pt x="222336" y="46389"/>
                  <a:pt x="221155" y="45381"/>
                </a:cubicBezTo>
                <a:cubicBezTo>
                  <a:pt x="219975" y="44374"/>
                  <a:pt x="218377" y="43812"/>
                  <a:pt x="216362" y="43697"/>
                </a:cubicBezTo>
                <a:lnTo>
                  <a:pt x="216362" y="37998"/>
                </a:lnTo>
                <a:lnTo>
                  <a:pt x="249265" y="37998"/>
                </a:lnTo>
                <a:lnTo>
                  <a:pt x="249265" y="43697"/>
                </a:lnTo>
                <a:cubicBezTo>
                  <a:pt x="246674" y="44331"/>
                  <a:pt x="244285" y="45554"/>
                  <a:pt x="242097" y="47368"/>
                </a:cubicBezTo>
                <a:cubicBezTo>
                  <a:pt x="239909" y="49181"/>
                  <a:pt x="236743" y="52592"/>
                  <a:pt x="232598" y="57601"/>
                </a:cubicBezTo>
                <a:lnTo>
                  <a:pt x="216017" y="76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SearchStrategy">
            <a:extLst xmlns:a="http://schemas.openxmlformats.org/drawingml/2006/main">
              <a:ext uri="{FF2B5EF4-FFF2-40B4-BE49-F238E27FC236}">
                <a16:creationId xmlns:a16="http://schemas.microsoft.com/office/drawing/2014/main" id="{0A65BF84-B11C-4F9F-99AD-751D8BB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473" y="873708"/>
            <a:ext cx="1255839" cy="162354"/>
          </a:xfrm>
          <a:custGeom xmlns:a="http://schemas.openxmlformats.org/drawingml/2006/main">
            <a:pathLst>
              <a:path w="1255839" h="162354">
                <a:moveTo>
                  <a:pt x="11831" y="94562"/>
                </a:moveTo>
                <a:cubicBezTo>
                  <a:pt x="13270" y="101413"/>
                  <a:pt x="15674" y="106523"/>
                  <a:pt x="19042" y="109891"/>
                </a:cubicBezTo>
                <a:cubicBezTo>
                  <a:pt x="22410" y="113259"/>
                  <a:pt x="27347" y="114943"/>
                  <a:pt x="33852" y="114943"/>
                </a:cubicBezTo>
                <a:cubicBezTo>
                  <a:pt x="37249" y="114943"/>
                  <a:pt x="40301" y="114367"/>
                  <a:pt x="43006" y="113216"/>
                </a:cubicBezTo>
                <a:cubicBezTo>
                  <a:pt x="45712" y="112064"/>
                  <a:pt x="47886" y="110208"/>
                  <a:pt x="49526" y="107646"/>
                </a:cubicBezTo>
                <a:cubicBezTo>
                  <a:pt x="51167" y="105084"/>
                  <a:pt x="51988" y="101874"/>
                  <a:pt x="51988" y="98017"/>
                </a:cubicBezTo>
                <a:cubicBezTo>
                  <a:pt x="51988" y="94447"/>
                  <a:pt x="51326" y="91353"/>
                  <a:pt x="50001" y="88733"/>
                </a:cubicBezTo>
                <a:cubicBezTo>
                  <a:pt x="48677" y="86114"/>
                  <a:pt x="46547" y="83624"/>
                  <a:pt x="43611" y="81263"/>
                </a:cubicBezTo>
                <a:cubicBezTo>
                  <a:pt x="40675" y="78903"/>
                  <a:pt x="36587" y="76398"/>
                  <a:pt x="31348" y="73750"/>
                </a:cubicBezTo>
                <a:cubicBezTo>
                  <a:pt x="26857" y="71505"/>
                  <a:pt x="22799" y="69173"/>
                  <a:pt x="19172" y="66755"/>
                </a:cubicBezTo>
                <a:cubicBezTo>
                  <a:pt x="15544" y="64337"/>
                  <a:pt x="12450" y="61674"/>
                  <a:pt x="9888" y="58767"/>
                </a:cubicBezTo>
                <a:cubicBezTo>
                  <a:pt x="7326" y="55859"/>
                  <a:pt x="5340" y="52679"/>
                  <a:pt x="3929" y="49224"/>
                </a:cubicBezTo>
                <a:cubicBezTo>
                  <a:pt x="2519" y="45770"/>
                  <a:pt x="1814" y="41884"/>
                  <a:pt x="1814" y="37566"/>
                </a:cubicBezTo>
                <a:cubicBezTo>
                  <a:pt x="1814" y="30484"/>
                  <a:pt x="3569" y="24468"/>
                  <a:pt x="7081" y="19517"/>
                </a:cubicBezTo>
                <a:cubicBezTo>
                  <a:pt x="10593" y="14566"/>
                  <a:pt x="15674" y="10809"/>
                  <a:pt x="22324" y="8247"/>
                </a:cubicBezTo>
                <a:cubicBezTo>
                  <a:pt x="28973" y="5685"/>
                  <a:pt x="36673" y="4404"/>
                  <a:pt x="45424" y="4404"/>
                </a:cubicBezTo>
                <a:cubicBezTo>
                  <a:pt x="50548" y="4404"/>
                  <a:pt x="55442" y="4678"/>
                  <a:pt x="60105" y="5225"/>
                </a:cubicBezTo>
                <a:cubicBezTo>
                  <a:pt x="64769" y="5772"/>
                  <a:pt x="70094" y="6736"/>
                  <a:pt x="76082" y="8118"/>
                </a:cubicBezTo>
                <a:lnTo>
                  <a:pt x="76082" y="33162"/>
                </a:lnTo>
                <a:lnTo>
                  <a:pt x="64251" y="33162"/>
                </a:lnTo>
                <a:cubicBezTo>
                  <a:pt x="63157" y="28613"/>
                  <a:pt x="61761" y="25001"/>
                  <a:pt x="60062" y="22324"/>
                </a:cubicBezTo>
                <a:cubicBezTo>
                  <a:pt x="58364" y="19647"/>
                  <a:pt x="56248" y="17675"/>
                  <a:pt x="53715" y="16408"/>
                </a:cubicBezTo>
                <a:cubicBezTo>
                  <a:pt x="51182" y="15141"/>
                  <a:pt x="47986" y="14508"/>
                  <a:pt x="44129" y="14508"/>
                </a:cubicBezTo>
                <a:cubicBezTo>
                  <a:pt x="40847" y="14508"/>
                  <a:pt x="37911" y="15084"/>
                  <a:pt x="35321" y="16235"/>
                </a:cubicBezTo>
                <a:cubicBezTo>
                  <a:pt x="32730" y="17387"/>
                  <a:pt x="30686" y="19100"/>
                  <a:pt x="29189" y="21374"/>
                </a:cubicBezTo>
                <a:cubicBezTo>
                  <a:pt x="27692" y="23648"/>
                  <a:pt x="26944" y="26397"/>
                  <a:pt x="26944" y="29621"/>
                </a:cubicBezTo>
                <a:cubicBezTo>
                  <a:pt x="26944" y="32960"/>
                  <a:pt x="27591" y="35853"/>
                  <a:pt x="28887" y="38300"/>
                </a:cubicBezTo>
                <a:cubicBezTo>
                  <a:pt x="30182" y="40747"/>
                  <a:pt x="32356" y="43136"/>
                  <a:pt x="35407" y="45468"/>
                </a:cubicBezTo>
                <a:cubicBezTo>
                  <a:pt x="38458" y="47799"/>
                  <a:pt x="42891" y="50462"/>
                  <a:pt x="48706" y="53456"/>
                </a:cubicBezTo>
                <a:cubicBezTo>
                  <a:pt x="55787" y="57140"/>
                  <a:pt x="61358" y="60753"/>
                  <a:pt x="65416" y="64294"/>
                </a:cubicBezTo>
                <a:cubicBezTo>
                  <a:pt x="69475" y="67834"/>
                  <a:pt x="72469" y="71692"/>
                  <a:pt x="74398" y="75866"/>
                </a:cubicBezTo>
                <a:cubicBezTo>
                  <a:pt x="76326" y="80040"/>
                  <a:pt x="77291" y="84890"/>
                  <a:pt x="77291" y="90417"/>
                </a:cubicBezTo>
                <a:cubicBezTo>
                  <a:pt x="77291" y="97499"/>
                  <a:pt x="75650" y="103644"/>
                  <a:pt x="72368" y="108855"/>
                </a:cubicBezTo>
                <a:cubicBezTo>
                  <a:pt x="69087" y="114065"/>
                  <a:pt x="64308" y="118066"/>
                  <a:pt x="58033" y="120858"/>
                </a:cubicBezTo>
                <a:cubicBezTo>
                  <a:pt x="51757" y="123651"/>
                  <a:pt x="44503" y="125047"/>
                  <a:pt x="36270" y="125047"/>
                </a:cubicBezTo>
                <a:cubicBezTo>
                  <a:pt x="30398" y="125047"/>
                  <a:pt x="24281" y="124716"/>
                  <a:pt x="17919" y="124054"/>
                </a:cubicBezTo>
                <a:cubicBezTo>
                  <a:pt x="11558" y="123392"/>
                  <a:pt x="5585" y="122427"/>
                  <a:pt x="0" y="121161"/>
                </a:cubicBezTo>
                <a:lnTo>
                  <a:pt x="0" y="94562"/>
                </a:lnTo>
                <a:lnTo>
                  <a:pt x="11831" y="94562"/>
                </a:lnTo>
                <a:close/>
                <a:moveTo>
                  <a:pt x="167996" y="107948"/>
                </a:moveTo>
                <a:cubicBezTo>
                  <a:pt x="162124" y="114166"/>
                  <a:pt x="156309" y="118570"/>
                  <a:pt x="150552" y="121161"/>
                </a:cubicBezTo>
                <a:cubicBezTo>
                  <a:pt x="144795" y="123751"/>
                  <a:pt x="138174" y="125047"/>
                  <a:pt x="130689" y="125047"/>
                </a:cubicBezTo>
                <a:cubicBezTo>
                  <a:pt x="117275" y="125047"/>
                  <a:pt x="107186" y="121377"/>
                  <a:pt x="100421" y="114036"/>
                </a:cubicBezTo>
                <a:cubicBezTo>
                  <a:pt x="93656" y="106696"/>
                  <a:pt x="90274" y="95800"/>
                  <a:pt x="90274" y="81350"/>
                </a:cubicBezTo>
                <a:cubicBezTo>
                  <a:pt x="90274" y="72023"/>
                  <a:pt x="92015" y="63977"/>
                  <a:pt x="95498" y="57212"/>
                </a:cubicBezTo>
                <a:cubicBezTo>
                  <a:pt x="98982" y="50448"/>
                  <a:pt x="103918" y="45324"/>
                  <a:pt x="110309" y="41841"/>
                </a:cubicBezTo>
                <a:cubicBezTo>
                  <a:pt x="116699" y="38357"/>
                  <a:pt x="124126" y="36616"/>
                  <a:pt x="132589" y="36616"/>
                </a:cubicBezTo>
                <a:cubicBezTo>
                  <a:pt x="137828" y="36616"/>
                  <a:pt x="142420" y="37220"/>
                  <a:pt x="146363" y="38429"/>
                </a:cubicBezTo>
                <a:cubicBezTo>
                  <a:pt x="150307" y="39638"/>
                  <a:pt x="153689" y="41322"/>
                  <a:pt x="156511" y="43481"/>
                </a:cubicBezTo>
                <a:cubicBezTo>
                  <a:pt x="159332" y="45640"/>
                  <a:pt x="161663" y="48246"/>
                  <a:pt x="163506" y="51297"/>
                </a:cubicBezTo>
                <a:cubicBezTo>
                  <a:pt x="165693" y="54924"/>
                  <a:pt x="167334" y="59069"/>
                  <a:pt x="168428" y="63732"/>
                </a:cubicBezTo>
                <a:cubicBezTo>
                  <a:pt x="169579" y="68511"/>
                  <a:pt x="170184" y="74297"/>
                  <a:pt x="170242" y="81090"/>
                </a:cubicBezTo>
                <a:lnTo>
                  <a:pt x="115490" y="81090"/>
                </a:lnTo>
                <a:cubicBezTo>
                  <a:pt x="115548" y="91511"/>
                  <a:pt x="117405" y="99183"/>
                  <a:pt x="121060" y="104105"/>
                </a:cubicBezTo>
                <a:cubicBezTo>
                  <a:pt x="124716" y="109027"/>
                  <a:pt x="130286" y="111489"/>
                  <a:pt x="137771" y="111489"/>
                </a:cubicBezTo>
                <a:cubicBezTo>
                  <a:pt x="142146" y="111489"/>
                  <a:pt x="146090" y="110668"/>
                  <a:pt x="149602" y="109027"/>
                </a:cubicBezTo>
                <a:cubicBezTo>
                  <a:pt x="153114" y="107387"/>
                  <a:pt x="156914" y="104494"/>
                  <a:pt x="161001" y="100348"/>
                </a:cubicBezTo>
                <a:lnTo>
                  <a:pt x="167996" y="107948"/>
                </a:lnTo>
                <a:moveTo>
                  <a:pt x="144679" y="71764"/>
                </a:moveTo>
                <a:cubicBezTo>
                  <a:pt x="144449" y="62955"/>
                  <a:pt x="143298" y="56392"/>
                  <a:pt x="141225" y="52074"/>
                </a:cubicBezTo>
                <a:cubicBezTo>
                  <a:pt x="139153" y="47756"/>
                  <a:pt x="135813" y="45597"/>
                  <a:pt x="131208" y="45597"/>
                </a:cubicBezTo>
                <a:cubicBezTo>
                  <a:pt x="126774" y="45597"/>
                  <a:pt x="123248" y="47843"/>
                  <a:pt x="120629" y="52333"/>
                </a:cubicBezTo>
                <a:cubicBezTo>
                  <a:pt x="118009" y="56824"/>
                  <a:pt x="116440" y="63301"/>
                  <a:pt x="115922" y="71764"/>
                </a:cubicBezTo>
                <a:lnTo>
                  <a:pt x="144679" y="71764"/>
                </a:lnTo>
                <a:close/>
                <a:moveTo>
                  <a:pt x="234793" y="112352"/>
                </a:moveTo>
                <a:lnTo>
                  <a:pt x="233498" y="111920"/>
                </a:lnTo>
                <a:cubicBezTo>
                  <a:pt x="228777" y="116526"/>
                  <a:pt x="224185" y="119865"/>
                  <a:pt x="219724" y="121938"/>
                </a:cubicBezTo>
                <a:cubicBezTo>
                  <a:pt x="215262" y="124011"/>
                  <a:pt x="210526" y="125047"/>
                  <a:pt x="205518" y="125047"/>
                </a:cubicBezTo>
                <a:cubicBezTo>
                  <a:pt x="200566" y="125047"/>
                  <a:pt x="196263" y="124140"/>
                  <a:pt x="192607" y="122327"/>
                </a:cubicBezTo>
                <a:cubicBezTo>
                  <a:pt x="188951" y="120513"/>
                  <a:pt x="186188" y="117994"/>
                  <a:pt x="184317" y="114770"/>
                </a:cubicBezTo>
                <a:cubicBezTo>
                  <a:pt x="182446" y="111546"/>
                  <a:pt x="181510" y="107833"/>
                  <a:pt x="181510" y="103630"/>
                </a:cubicBezTo>
                <a:cubicBezTo>
                  <a:pt x="181510" y="95167"/>
                  <a:pt x="185670" y="88503"/>
                  <a:pt x="193989" y="83638"/>
                </a:cubicBezTo>
                <a:cubicBezTo>
                  <a:pt x="202308" y="78773"/>
                  <a:pt x="214931" y="75707"/>
                  <a:pt x="231857" y="74441"/>
                </a:cubicBezTo>
                <a:lnTo>
                  <a:pt x="231857" y="66237"/>
                </a:lnTo>
                <a:cubicBezTo>
                  <a:pt x="231857" y="60883"/>
                  <a:pt x="231252" y="56752"/>
                  <a:pt x="230043" y="53844"/>
                </a:cubicBezTo>
                <a:cubicBezTo>
                  <a:pt x="228834" y="50937"/>
                  <a:pt x="227280" y="48893"/>
                  <a:pt x="225380" y="47713"/>
                </a:cubicBezTo>
                <a:cubicBezTo>
                  <a:pt x="223480" y="46533"/>
                  <a:pt x="221206" y="45943"/>
                  <a:pt x="218558" y="45943"/>
                </a:cubicBezTo>
                <a:cubicBezTo>
                  <a:pt x="215909" y="45943"/>
                  <a:pt x="213621" y="46403"/>
                  <a:pt x="211692" y="47324"/>
                </a:cubicBezTo>
                <a:cubicBezTo>
                  <a:pt x="209764" y="48246"/>
                  <a:pt x="208022" y="49987"/>
                  <a:pt x="206468" y="52549"/>
                </a:cubicBezTo>
                <a:cubicBezTo>
                  <a:pt x="204913" y="55111"/>
                  <a:pt x="203762" y="58666"/>
                  <a:pt x="203013" y="63214"/>
                </a:cubicBezTo>
                <a:lnTo>
                  <a:pt x="186692" y="63214"/>
                </a:lnTo>
                <a:lnTo>
                  <a:pt x="186692" y="47497"/>
                </a:lnTo>
                <a:cubicBezTo>
                  <a:pt x="191988" y="45137"/>
                  <a:pt x="196392" y="43323"/>
                  <a:pt x="199904" y="42056"/>
                </a:cubicBezTo>
                <a:cubicBezTo>
                  <a:pt x="203416" y="40790"/>
                  <a:pt x="206885" y="39739"/>
                  <a:pt x="210311" y="38904"/>
                </a:cubicBezTo>
                <a:cubicBezTo>
                  <a:pt x="213736" y="38070"/>
                  <a:pt x="216802" y="37480"/>
                  <a:pt x="219508" y="37134"/>
                </a:cubicBezTo>
                <a:cubicBezTo>
                  <a:pt x="222214" y="36789"/>
                  <a:pt x="224920" y="36616"/>
                  <a:pt x="227625" y="36616"/>
                </a:cubicBezTo>
                <a:cubicBezTo>
                  <a:pt x="234592" y="36616"/>
                  <a:pt x="240162" y="37537"/>
                  <a:pt x="244336" y="39379"/>
                </a:cubicBezTo>
                <a:cubicBezTo>
                  <a:pt x="248510" y="41222"/>
                  <a:pt x="251633" y="44215"/>
                  <a:pt x="253706" y="48361"/>
                </a:cubicBezTo>
                <a:cubicBezTo>
                  <a:pt x="255778" y="52506"/>
                  <a:pt x="256815" y="58234"/>
                  <a:pt x="256815" y="65546"/>
                </a:cubicBezTo>
                <a:lnTo>
                  <a:pt x="256815" y="99226"/>
                </a:lnTo>
                <a:cubicBezTo>
                  <a:pt x="256815" y="103025"/>
                  <a:pt x="256901" y="105962"/>
                  <a:pt x="257074" y="108034"/>
                </a:cubicBezTo>
                <a:cubicBezTo>
                  <a:pt x="257246" y="110107"/>
                  <a:pt x="257520" y="111647"/>
                  <a:pt x="257894" y="112654"/>
                </a:cubicBezTo>
                <a:cubicBezTo>
                  <a:pt x="258268" y="113662"/>
                  <a:pt x="258743" y="114468"/>
                  <a:pt x="259319" y="115072"/>
                </a:cubicBezTo>
                <a:cubicBezTo>
                  <a:pt x="259895" y="115677"/>
                  <a:pt x="260600" y="116166"/>
                  <a:pt x="261435" y="116541"/>
                </a:cubicBezTo>
                <a:cubicBezTo>
                  <a:pt x="262269" y="116915"/>
                  <a:pt x="263838" y="117390"/>
                  <a:pt x="266141" y="117965"/>
                </a:cubicBezTo>
                <a:lnTo>
                  <a:pt x="266141" y="123665"/>
                </a:lnTo>
                <a:lnTo>
                  <a:pt x="234016" y="123665"/>
                </a:lnTo>
                <a:lnTo>
                  <a:pt x="234793" y="112352"/>
                </a:lnTo>
                <a:moveTo>
                  <a:pt x="231943" y="82904"/>
                </a:moveTo>
                <a:cubicBezTo>
                  <a:pt x="223020" y="83134"/>
                  <a:pt x="216413" y="84804"/>
                  <a:pt x="212124" y="87913"/>
                </a:cubicBezTo>
                <a:cubicBezTo>
                  <a:pt x="207835" y="91022"/>
                  <a:pt x="205690" y="95570"/>
                  <a:pt x="205690" y="101557"/>
                </a:cubicBezTo>
                <a:cubicBezTo>
                  <a:pt x="205690" y="105127"/>
                  <a:pt x="206669" y="107847"/>
                  <a:pt x="208627" y="109718"/>
                </a:cubicBezTo>
                <a:cubicBezTo>
                  <a:pt x="210584" y="111589"/>
                  <a:pt x="213290" y="112525"/>
                  <a:pt x="216744" y="112525"/>
                </a:cubicBezTo>
                <a:cubicBezTo>
                  <a:pt x="219393" y="112525"/>
                  <a:pt x="221897" y="111820"/>
                  <a:pt x="224257" y="110409"/>
                </a:cubicBezTo>
                <a:cubicBezTo>
                  <a:pt x="226618" y="108999"/>
                  <a:pt x="228489" y="107113"/>
                  <a:pt x="229871" y="104753"/>
                </a:cubicBezTo>
                <a:cubicBezTo>
                  <a:pt x="231252" y="102392"/>
                  <a:pt x="231943" y="99888"/>
                  <a:pt x="231943" y="97239"/>
                </a:cubicBezTo>
                <a:lnTo>
                  <a:pt x="231943" y="82904"/>
                </a:lnTo>
                <a:close/>
                <a:moveTo>
                  <a:pt x="310589" y="50347"/>
                </a:moveTo>
                <a:lnTo>
                  <a:pt x="311711" y="50606"/>
                </a:lnTo>
                <a:cubicBezTo>
                  <a:pt x="315914" y="45655"/>
                  <a:pt x="320232" y="42085"/>
                  <a:pt x="324665" y="39898"/>
                </a:cubicBezTo>
                <a:cubicBezTo>
                  <a:pt x="329098" y="37710"/>
                  <a:pt x="333905" y="36616"/>
                  <a:pt x="339087" y="36616"/>
                </a:cubicBezTo>
                <a:cubicBezTo>
                  <a:pt x="342599" y="36616"/>
                  <a:pt x="346283" y="36990"/>
                  <a:pt x="350141" y="37739"/>
                </a:cubicBezTo>
                <a:lnTo>
                  <a:pt x="350141" y="61573"/>
                </a:lnTo>
                <a:lnTo>
                  <a:pt x="334510" y="61573"/>
                </a:lnTo>
                <a:cubicBezTo>
                  <a:pt x="333531" y="58234"/>
                  <a:pt x="332250" y="55672"/>
                  <a:pt x="330667" y="53888"/>
                </a:cubicBezTo>
                <a:cubicBezTo>
                  <a:pt x="329084" y="52103"/>
                  <a:pt x="326968" y="51210"/>
                  <a:pt x="324320" y="51210"/>
                </a:cubicBezTo>
                <a:cubicBezTo>
                  <a:pt x="323053" y="51210"/>
                  <a:pt x="321657" y="51599"/>
                  <a:pt x="320131" y="52376"/>
                </a:cubicBezTo>
                <a:cubicBezTo>
                  <a:pt x="318605" y="53154"/>
                  <a:pt x="317195" y="54247"/>
                  <a:pt x="315900" y="55658"/>
                </a:cubicBezTo>
                <a:cubicBezTo>
                  <a:pt x="314604" y="57068"/>
                  <a:pt x="313683" y="58508"/>
                  <a:pt x="313136" y="59976"/>
                </a:cubicBezTo>
                <a:cubicBezTo>
                  <a:pt x="312589" y="61444"/>
                  <a:pt x="312229" y="62926"/>
                  <a:pt x="312057" y="64423"/>
                </a:cubicBezTo>
                <a:cubicBezTo>
                  <a:pt x="311884" y="65920"/>
                  <a:pt x="311798" y="68165"/>
                  <a:pt x="311798" y="71159"/>
                </a:cubicBezTo>
                <a:lnTo>
                  <a:pt x="311798" y="98708"/>
                </a:lnTo>
                <a:cubicBezTo>
                  <a:pt x="311798" y="104177"/>
                  <a:pt x="311999" y="108005"/>
                  <a:pt x="312402" y="110193"/>
                </a:cubicBezTo>
                <a:cubicBezTo>
                  <a:pt x="312805" y="112381"/>
                  <a:pt x="313611" y="114094"/>
                  <a:pt x="314820" y="115332"/>
                </a:cubicBezTo>
                <a:cubicBezTo>
                  <a:pt x="316029" y="116569"/>
                  <a:pt x="318073" y="117447"/>
                  <a:pt x="320952" y="117965"/>
                </a:cubicBezTo>
                <a:lnTo>
                  <a:pt x="320952" y="123665"/>
                </a:lnTo>
                <a:lnTo>
                  <a:pt x="278377" y="123665"/>
                </a:lnTo>
                <a:lnTo>
                  <a:pt x="278377" y="117965"/>
                </a:lnTo>
                <a:cubicBezTo>
                  <a:pt x="281140" y="117217"/>
                  <a:pt x="283055" y="116238"/>
                  <a:pt x="284120" y="115029"/>
                </a:cubicBezTo>
                <a:cubicBezTo>
                  <a:pt x="285185" y="113820"/>
                  <a:pt x="285904" y="112179"/>
                  <a:pt x="286279" y="110107"/>
                </a:cubicBezTo>
                <a:cubicBezTo>
                  <a:pt x="286653" y="108034"/>
                  <a:pt x="286840" y="104263"/>
                  <a:pt x="286840" y="98794"/>
                </a:cubicBezTo>
                <a:lnTo>
                  <a:pt x="286840" y="63301"/>
                </a:lnTo>
                <a:cubicBezTo>
                  <a:pt x="286840" y="59040"/>
                  <a:pt x="286768" y="55888"/>
                  <a:pt x="286624" y="53844"/>
                </a:cubicBezTo>
                <a:cubicBezTo>
                  <a:pt x="286480" y="51801"/>
                  <a:pt x="286135" y="50160"/>
                  <a:pt x="285588" y="48922"/>
                </a:cubicBezTo>
                <a:cubicBezTo>
                  <a:pt x="285041" y="47684"/>
                  <a:pt x="284206" y="46677"/>
                  <a:pt x="283083" y="45899"/>
                </a:cubicBezTo>
                <a:cubicBezTo>
                  <a:pt x="281961" y="45122"/>
                  <a:pt x="280018" y="44446"/>
                  <a:pt x="277254" y="43870"/>
                </a:cubicBezTo>
                <a:lnTo>
                  <a:pt x="277254" y="37998"/>
                </a:lnTo>
                <a:lnTo>
                  <a:pt x="300916" y="37307"/>
                </a:lnTo>
                <a:lnTo>
                  <a:pt x="311798" y="37307"/>
                </a:lnTo>
                <a:lnTo>
                  <a:pt x="310589" y="50347"/>
                </a:lnTo>
                <a:close/>
                <a:moveTo>
                  <a:pt x="426599" y="101557"/>
                </a:moveTo>
                <a:lnTo>
                  <a:pt x="433249" y="109589"/>
                </a:lnTo>
                <a:cubicBezTo>
                  <a:pt x="427607" y="115116"/>
                  <a:pt x="422152" y="119074"/>
                  <a:pt x="416884" y="121463"/>
                </a:cubicBezTo>
                <a:cubicBezTo>
                  <a:pt x="411616" y="123852"/>
                  <a:pt x="405873" y="125047"/>
                  <a:pt x="399656" y="125047"/>
                </a:cubicBezTo>
                <a:cubicBezTo>
                  <a:pt x="387162" y="125047"/>
                  <a:pt x="377634" y="121377"/>
                  <a:pt x="371071" y="114036"/>
                </a:cubicBezTo>
                <a:cubicBezTo>
                  <a:pt x="364508" y="106696"/>
                  <a:pt x="361226" y="96030"/>
                  <a:pt x="361226" y="82040"/>
                </a:cubicBezTo>
                <a:cubicBezTo>
                  <a:pt x="361226" y="72599"/>
                  <a:pt x="363025" y="64438"/>
                  <a:pt x="366624" y="57558"/>
                </a:cubicBezTo>
                <a:cubicBezTo>
                  <a:pt x="370222" y="50678"/>
                  <a:pt x="375389" y="45468"/>
                  <a:pt x="382125" y="41927"/>
                </a:cubicBezTo>
                <a:cubicBezTo>
                  <a:pt x="388861" y="38386"/>
                  <a:pt x="396575" y="36616"/>
                  <a:pt x="405269" y="36616"/>
                </a:cubicBezTo>
                <a:cubicBezTo>
                  <a:pt x="409932" y="36616"/>
                  <a:pt x="414581" y="36947"/>
                  <a:pt x="419216" y="37609"/>
                </a:cubicBezTo>
                <a:cubicBezTo>
                  <a:pt x="423850" y="38271"/>
                  <a:pt x="428067" y="39178"/>
                  <a:pt x="431867" y="40329"/>
                </a:cubicBezTo>
                <a:lnTo>
                  <a:pt x="431867" y="61142"/>
                </a:lnTo>
                <a:lnTo>
                  <a:pt x="414768" y="61142"/>
                </a:lnTo>
                <a:cubicBezTo>
                  <a:pt x="413905" y="55730"/>
                  <a:pt x="412609" y="51786"/>
                  <a:pt x="410882" y="49311"/>
                </a:cubicBezTo>
                <a:cubicBezTo>
                  <a:pt x="409155" y="46835"/>
                  <a:pt x="406679" y="45597"/>
                  <a:pt x="403455" y="45597"/>
                </a:cubicBezTo>
                <a:cubicBezTo>
                  <a:pt x="401325" y="45597"/>
                  <a:pt x="399296" y="46130"/>
                  <a:pt x="397367" y="47195"/>
                </a:cubicBezTo>
                <a:cubicBezTo>
                  <a:pt x="395438" y="48260"/>
                  <a:pt x="393740" y="50102"/>
                  <a:pt x="392272" y="52722"/>
                </a:cubicBezTo>
                <a:cubicBezTo>
                  <a:pt x="390804" y="55341"/>
                  <a:pt x="389638" y="58853"/>
                  <a:pt x="388774" y="63257"/>
                </a:cubicBezTo>
                <a:cubicBezTo>
                  <a:pt x="387911" y="67662"/>
                  <a:pt x="387479" y="73232"/>
                  <a:pt x="387479" y="79968"/>
                </a:cubicBezTo>
                <a:cubicBezTo>
                  <a:pt x="387479" y="86704"/>
                  <a:pt x="388112" y="92389"/>
                  <a:pt x="389379" y="97024"/>
                </a:cubicBezTo>
                <a:cubicBezTo>
                  <a:pt x="390646" y="101658"/>
                  <a:pt x="392689" y="105228"/>
                  <a:pt x="395510" y="107732"/>
                </a:cubicBezTo>
                <a:cubicBezTo>
                  <a:pt x="398331" y="110236"/>
                  <a:pt x="402045" y="111489"/>
                  <a:pt x="406651" y="111489"/>
                </a:cubicBezTo>
                <a:cubicBezTo>
                  <a:pt x="409990" y="111489"/>
                  <a:pt x="413142" y="110769"/>
                  <a:pt x="416107" y="109330"/>
                </a:cubicBezTo>
                <a:cubicBezTo>
                  <a:pt x="419072" y="107890"/>
                  <a:pt x="422569" y="105300"/>
                  <a:pt x="426599" y="101557"/>
                </a:cubicBezTo>
                <a:close/>
                <a:moveTo>
                  <a:pt x="476386" y="49397"/>
                </a:moveTo>
                <a:cubicBezTo>
                  <a:pt x="481625" y="44734"/>
                  <a:pt x="486303" y="41438"/>
                  <a:pt x="490419" y="39509"/>
                </a:cubicBezTo>
                <a:cubicBezTo>
                  <a:pt x="494536" y="37580"/>
                  <a:pt x="498753" y="36616"/>
                  <a:pt x="503071" y="36616"/>
                </a:cubicBezTo>
                <a:cubicBezTo>
                  <a:pt x="509404" y="36616"/>
                  <a:pt x="514297" y="37782"/>
                  <a:pt x="517752" y="40113"/>
                </a:cubicBezTo>
                <a:cubicBezTo>
                  <a:pt x="521206" y="42445"/>
                  <a:pt x="523725" y="45799"/>
                  <a:pt x="525308" y="50174"/>
                </a:cubicBezTo>
                <a:cubicBezTo>
                  <a:pt x="526891" y="54550"/>
                  <a:pt x="527683" y="60221"/>
                  <a:pt x="527683" y="67187"/>
                </a:cubicBezTo>
                <a:lnTo>
                  <a:pt x="527683" y="98708"/>
                </a:lnTo>
                <a:cubicBezTo>
                  <a:pt x="527683" y="101241"/>
                  <a:pt x="527726" y="103616"/>
                  <a:pt x="527813" y="105832"/>
                </a:cubicBezTo>
                <a:cubicBezTo>
                  <a:pt x="527899" y="108049"/>
                  <a:pt x="528115" y="109819"/>
                  <a:pt x="528460" y="111143"/>
                </a:cubicBezTo>
                <a:cubicBezTo>
                  <a:pt x="528806" y="112467"/>
                  <a:pt x="529281" y="113547"/>
                  <a:pt x="529885" y="114382"/>
                </a:cubicBezTo>
                <a:cubicBezTo>
                  <a:pt x="530490" y="115216"/>
                  <a:pt x="531339" y="115922"/>
                  <a:pt x="532433" y="116497"/>
                </a:cubicBezTo>
                <a:cubicBezTo>
                  <a:pt x="533527" y="117073"/>
                  <a:pt x="534851" y="117562"/>
                  <a:pt x="536405" y="117965"/>
                </a:cubicBezTo>
                <a:lnTo>
                  <a:pt x="536405" y="123665"/>
                </a:lnTo>
                <a:lnTo>
                  <a:pt x="494521" y="123665"/>
                </a:lnTo>
                <a:lnTo>
                  <a:pt x="494521" y="117965"/>
                </a:lnTo>
                <a:cubicBezTo>
                  <a:pt x="497227" y="117332"/>
                  <a:pt x="499084" y="116411"/>
                  <a:pt x="500092" y="115202"/>
                </a:cubicBezTo>
                <a:cubicBezTo>
                  <a:pt x="501099" y="113993"/>
                  <a:pt x="501790" y="112323"/>
                  <a:pt x="502164" y="110193"/>
                </a:cubicBezTo>
                <a:cubicBezTo>
                  <a:pt x="502538" y="108063"/>
                  <a:pt x="502725" y="104263"/>
                  <a:pt x="502725" y="98794"/>
                </a:cubicBezTo>
                <a:lnTo>
                  <a:pt x="502725" y="76254"/>
                </a:lnTo>
                <a:cubicBezTo>
                  <a:pt x="502725" y="70497"/>
                  <a:pt x="502538" y="66021"/>
                  <a:pt x="502164" y="62826"/>
                </a:cubicBezTo>
                <a:cubicBezTo>
                  <a:pt x="501790" y="59630"/>
                  <a:pt x="501157" y="57155"/>
                  <a:pt x="500264" y="55399"/>
                </a:cubicBezTo>
                <a:cubicBezTo>
                  <a:pt x="499372" y="53643"/>
                  <a:pt x="498220" y="52333"/>
                  <a:pt x="496810" y="51470"/>
                </a:cubicBezTo>
                <a:cubicBezTo>
                  <a:pt x="495399" y="50606"/>
                  <a:pt x="493543" y="50174"/>
                  <a:pt x="491240" y="50174"/>
                </a:cubicBezTo>
                <a:cubicBezTo>
                  <a:pt x="489052" y="50174"/>
                  <a:pt x="486764" y="50851"/>
                  <a:pt x="484374" y="52204"/>
                </a:cubicBezTo>
                <a:cubicBezTo>
                  <a:pt x="481985" y="53557"/>
                  <a:pt x="479999" y="55399"/>
                  <a:pt x="478416" y="57731"/>
                </a:cubicBezTo>
                <a:cubicBezTo>
                  <a:pt x="476832" y="60062"/>
                  <a:pt x="476041" y="62552"/>
                  <a:pt x="476041" y="65201"/>
                </a:cubicBezTo>
                <a:lnTo>
                  <a:pt x="476041" y="98708"/>
                </a:lnTo>
                <a:cubicBezTo>
                  <a:pt x="476041" y="101932"/>
                  <a:pt x="476084" y="104422"/>
                  <a:pt x="476170" y="106178"/>
                </a:cubicBezTo>
                <a:cubicBezTo>
                  <a:pt x="476257" y="107933"/>
                  <a:pt x="476386" y="109286"/>
                  <a:pt x="476559" y="110236"/>
                </a:cubicBezTo>
                <a:cubicBezTo>
                  <a:pt x="476732" y="111186"/>
                  <a:pt x="476976" y="112036"/>
                  <a:pt x="477293" y="112784"/>
                </a:cubicBezTo>
                <a:cubicBezTo>
                  <a:pt x="477610" y="113532"/>
                  <a:pt x="478027" y="114223"/>
                  <a:pt x="478545" y="114857"/>
                </a:cubicBezTo>
                <a:cubicBezTo>
                  <a:pt x="479063" y="115490"/>
                  <a:pt x="479812" y="116066"/>
                  <a:pt x="480790" y="116584"/>
                </a:cubicBezTo>
                <a:cubicBezTo>
                  <a:pt x="481769" y="117102"/>
                  <a:pt x="483065" y="117562"/>
                  <a:pt x="484677" y="117965"/>
                </a:cubicBezTo>
                <a:lnTo>
                  <a:pt x="484677" y="123665"/>
                </a:lnTo>
                <a:lnTo>
                  <a:pt x="442361" y="123665"/>
                </a:lnTo>
                <a:lnTo>
                  <a:pt x="442361" y="117965"/>
                </a:lnTo>
                <a:cubicBezTo>
                  <a:pt x="444088" y="117562"/>
                  <a:pt x="445441" y="117087"/>
                  <a:pt x="446420" y="116541"/>
                </a:cubicBezTo>
                <a:cubicBezTo>
                  <a:pt x="447399" y="115994"/>
                  <a:pt x="448161" y="115360"/>
                  <a:pt x="448708" y="114641"/>
                </a:cubicBezTo>
                <a:cubicBezTo>
                  <a:pt x="449255" y="113921"/>
                  <a:pt x="449730" y="113000"/>
                  <a:pt x="450133" y="111877"/>
                </a:cubicBezTo>
                <a:cubicBezTo>
                  <a:pt x="450536" y="110755"/>
                  <a:pt x="450795" y="109200"/>
                  <a:pt x="450910" y="107214"/>
                </a:cubicBezTo>
                <a:cubicBezTo>
                  <a:pt x="451026" y="105228"/>
                  <a:pt x="451083" y="102392"/>
                  <a:pt x="451083" y="98708"/>
                </a:cubicBezTo>
                <a:lnTo>
                  <a:pt x="451083" y="31348"/>
                </a:lnTo>
                <a:cubicBezTo>
                  <a:pt x="451083" y="26397"/>
                  <a:pt x="451040" y="22755"/>
                  <a:pt x="450954" y="20424"/>
                </a:cubicBezTo>
                <a:cubicBezTo>
                  <a:pt x="450867" y="18092"/>
                  <a:pt x="450680" y="16135"/>
                  <a:pt x="450392" y="14551"/>
                </a:cubicBezTo>
                <a:cubicBezTo>
                  <a:pt x="450104" y="12968"/>
                  <a:pt x="449673" y="11702"/>
                  <a:pt x="449097" y="10752"/>
                </a:cubicBezTo>
                <a:cubicBezTo>
                  <a:pt x="448521" y="9802"/>
                  <a:pt x="447686" y="9039"/>
                  <a:pt x="446593" y="8463"/>
                </a:cubicBezTo>
                <a:cubicBezTo>
                  <a:pt x="445499" y="7887"/>
                  <a:pt x="443743" y="7369"/>
                  <a:pt x="441325" y="6909"/>
                </a:cubicBezTo>
                <a:lnTo>
                  <a:pt x="441325" y="1209"/>
                </a:lnTo>
                <a:lnTo>
                  <a:pt x="465246" y="0"/>
                </a:lnTo>
                <a:lnTo>
                  <a:pt x="476041" y="0"/>
                </a:lnTo>
                <a:lnTo>
                  <a:pt x="476041" y="49311"/>
                </a:lnTo>
                <a:lnTo>
                  <a:pt x="476386" y="49397"/>
                </a:lnTo>
                <a:close/>
                <a:moveTo>
                  <a:pt x="600958" y="94562"/>
                </a:moveTo>
                <a:cubicBezTo>
                  <a:pt x="602397" y="101413"/>
                  <a:pt x="604801" y="106523"/>
                  <a:pt x="608168" y="109891"/>
                </a:cubicBezTo>
                <a:cubicBezTo>
                  <a:pt x="611536" y="113259"/>
                  <a:pt x="616473" y="114943"/>
                  <a:pt x="622979" y="114943"/>
                </a:cubicBezTo>
                <a:cubicBezTo>
                  <a:pt x="626376" y="114943"/>
                  <a:pt x="629427" y="114367"/>
                  <a:pt x="632133" y="113216"/>
                </a:cubicBezTo>
                <a:cubicBezTo>
                  <a:pt x="634839" y="112064"/>
                  <a:pt x="637012" y="110208"/>
                  <a:pt x="638653" y="107646"/>
                </a:cubicBezTo>
                <a:cubicBezTo>
                  <a:pt x="640294" y="105084"/>
                  <a:pt x="641114" y="101874"/>
                  <a:pt x="641114" y="98017"/>
                </a:cubicBezTo>
                <a:cubicBezTo>
                  <a:pt x="641114" y="94447"/>
                  <a:pt x="640452" y="91353"/>
                  <a:pt x="639128" y="88733"/>
                </a:cubicBezTo>
                <a:cubicBezTo>
                  <a:pt x="637804" y="86114"/>
                  <a:pt x="635674" y="83624"/>
                  <a:pt x="632737" y="81263"/>
                </a:cubicBezTo>
                <a:cubicBezTo>
                  <a:pt x="629801" y="78903"/>
                  <a:pt x="625714" y="76398"/>
                  <a:pt x="620475" y="73750"/>
                </a:cubicBezTo>
                <a:cubicBezTo>
                  <a:pt x="615984" y="71505"/>
                  <a:pt x="611925" y="69173"/>
                  <a:pt x="608298" y="66755"/>
                </a:cubicBezTo>
                <a:cubicBezTo>
                  <a:pt x="604671" y="64337"/>
                  <a:pt x="601576" y="61674"/>
                  <a:pt x="599015" y="58767"/>
                </a:cubicBezTo>
                <a:cubicBezTo>
                  <a:pt x="596453" y="55859"/>
                  <a:pt x="594466" y="52679"/>
                  <a:pt x="593056" y="49224"/>
                </a:cubicBezTo>
                <a:cubicBezTo>
                  <a:pt x="591645" y="45770"/>
                  <a:pt x="590940" y="41884"/>
                  <a:pt x="590940" y="37566"/>
                </a:cubicBezTo>
                <a:cubicBezTo>
                  <a:pt x="590940" y="30484"/>
                  <a:pt x="592696" y="24468"/>
                  <a:pt x="596208" y="19517"/>
                </a:cubicBezTo>
                <a:cubicBezTo>
                  <a:pt x="599720" y="14566"/>
                  <a:pt x="604801" y="10809"/>
                  <a:pt x="611450" y="8247"/>
                </a:cubicBezTo>
                <a:cubicBezTo>
                  <a:pt x="618100" y="5685"/>
                  <a:pt x="625800" y="4404"/>
                  <a:pt x="634551" y="4404"/>
                </a:cubicBezTo>
                <a:cubicBezTo>
                  <a:pt x="639675" y="4404"/>
                  <a:pt x="644569" y="4678"/>
                  <a:pt x="649232" y="5225"/>
                </a:cubicBezTo>
                <a:cubicBezTo>
                  <a:pt x="653895" y="5772"/>
                  <a:pt x="659221" y="6736"/>
                  <a:pt x="665208" y="8118"/>
                </a:cubicBezTo>
                <a:lnTo>
                  <a:pt x="665208" y="33162"/>
                </a:lnTo>
                <a:lnTo>
                  <a:pt x="653377" y="33162"/>
                </a:lnTo>
                <a:cubicBezTo>
                  <a:pt x="652283" y="28613"/>
                  <a:pt x="650887" y="25001"/>
                  <a:pt x="649189" y="22324"/>
                </a:cubicBezTo>
                <a:cubicBezTo>
                  <a:pt x="647490" y="19647"/>
                  <a:pt x="645375" y="17675"/>
                  <a:pt x="642841" y="16408"/>
                </a:cubicBezTo>
                <a:cubicBezTo>
                  <a:pt x="640308" y="15141"/>
                  <a:pt x="637113" y="14508"/>
                  <a:pt x="633256" y="14508"/>
                </a:cubicBezTo>
                <a:cubicBezTo>
                  <a:pt x="629974" y="14508"/>
                  <a:pt x="627038" y="15084"/>
                  <a:pt x="624447" y="16235"/>
                </a:cubicBezTo>
                <a:cubicBezTo>
                  <a:pt x="621856" y="17387"/>
                  <a:pt x="619812" y="19100"/>
                  <a:pt x="618316" y="21374"/>
                </a:cubicBezTo>
                <a:cubicBezTo>
                  <a:pt x="616819" y="23648"/>
                  <a:pt x="616070" y="26397"/>
                  <a:pt x="616070" y="29621"/>
                </a:cubicBezTo>
                <a:cubicBezTo>
                  <a:pt x="616070" y="32960"/>
                  <a:pt x="616718" y="35853"/>
                  <a:pt x="618013" y="38300"/>
                </a:cubicBezTo>
                <a:cubicBezTo>
                  <a:pt x="619309" y="40747"/>
                  <a:pt x="621482" y="43136"/>
                  <a:pt x="624533" y="45468"/>
                </a:cubicBezTo>
                <a:cubicBezTo>
                  <a:pt x="627585" y="47799"/>
                  <a:pt x="632018" y="50462"/>
                  <a:pt x="637833" y="53456"/>
                </a:cubicBezTo>
                <a:cubicBezTo>
                  <a:pt x="644914" y="57140"/>
                  <a:pt x="650484" y="60753"/>
                  <a:pt x="654543" y="64294"/>
                </a:cubicBezTo>
                <a:cubicBezTo>
                  <a:pt x="658602" y="67834"/>
                  <a:pt x="661596" y="71692"/>
                  <a:pt x="663524" y="75866"/>
                </a:cubicBezTo>
                <a:cubicBezTo>
                  <a:pt x="665453" y="80040"/>
                  <a:pt x="666417" y="84890"/>
                  <a:pt x="666417" y="90417"/>
                </a:cubicBezTo>
                <a:cubicBezTo>
                  <a:pt x="666417" y="97499"/>
                  <a:pt x="664776" y="103644"/>
                  <a:pt x="661495" y="108855"/>
                </a:cubicBezTo>
                <a:cubicBezTo>
                  <a:pt x="658213" y="114065"/>
                  <a:pt x="653435" y="118066"/>
                  <a:pt x="647159" y="120858"/>
                </a:cubicBezTo>
                <a:cubicBezTo>
                  <a:pt x="640884" y="123651"/>
                  <a:pt x="633630" y="125047"/>
                  <a:pt x="625397" y="125047"/>
                </a:cubicBezTo>
                <a:cubicBezTo>
                  <a:pt x="619525" y="125047"/>
                  <a:pt x="613408" y="124716"/>
                  <a:pt x="607046" y="124054"/>
                </a:cubicBezTo>
                <a:cubicBezTo>
                  <a:pt x="600684" y="123392"/>
                  <a:pt x="594711" y="122427"/>
                  <a:pt x="589126" y="121161"/>
                </a:cubicBezTo>
                <a:lnTo>
                  <a:pt x="589126" y="94562"/>
                </a:lnTo>
                <a:lnTo>
                  <a:pt x="600958" y="94562"/>
                </a:lnTo>
                <a:close/>
                <a:moveTo>
                  <a:pt x="738037" y="113302"/>
                </a:moveTo>
                <a:cubicBezTo>
                  <a:pt x="732971" y="117620"/>
                  <a:pt x="728365" y="120657"/>
                  <a:pt x="724220" y="122413"/>
                </a:cubicBezTo>
                <a:cubicBezTo>
                  <a:pt x="720075" y="124169"/>
                  <a:pt x="715699" y="125047"/>
                  <a:pt x="711094" y="125047"/>
                </a:cubicBezTo>
                <a:cubicBezTo>
                  <a:pt x="702515" y="125047"/>
                  <a:pt x="696111" y="122730"/>
                  <a:pt x="691879" y="118095"/>
                </a:cubicBezTo>
                <a:cubicBezTo>
                  <a:pt x="687647" y="113460"/>
                  <a:pt x="685532" y="106451"/>
                  <a:pt x="685532" y="97067"/>
                </a:cubicBezTo>
                <a:lnTo>
                  <a:pt x="685532" y="48792"/>
                </a:lnTo>
                <a:lnTo>
                  <a:pt x="674737" y="48792"/>
                </a:lnTo>
                <a:lnTo>
                  <a:pt x="674737" y="42834"/>
                </a:lnTo>
                <a:cubicBezTo>
                  <a:pt x="678249" y="42258"/>
                  <a:pt x="680840" y="41394"/>
                  <a:pt x="682509" y="40243"/>
                </a:cubicBezTo>
                <a:cubicBezTo>
                  <a:pt x="684179" y="39092"/>
                  <a:pt x="685474" y="37551"/>
                  <a:pt x="686395" y="35623"/>
                </a:cubicBezTo>
                <a:cubicBezTo>
                  <a:pt x="687316" y="33694"/>
                  <a:pt x="688050" y="31175"/>
                  <a:pt x="688597" y="28066"/>
                </a:cubicBezTo>
                <a:cubicBezTo>
                  <a:pt x="689144" y="24958"/>
                  <a:pt x="689562" y="21071"/>
                  <a:pt x="689850" y="16408"/>
                </a:cubicBezTo>
                <a:lnTo>
                  <a:pt x="710489" y="16408"/>
                </a:lnTo>
                <a:lnTo>
                  <a:pt x="710489" y="37998"/>
                </a:lnTo>
                <a:lnTo>
                  <a:pt x="735101" y="37998"/>
                </a:lnTo>
                <a:lnTo>
                  <a:pt x="735101" y="48792"/>
                </a:lnTo>
                <a:lnTo>
                  <a:pt x="710489" y="48792"/>
                </a:lnTo>
                <a:lnTo>
                  <a:pt x="710489" y="87740"/>
                </a:lnTo>
                <a:cubicBezTo>
                  <a:pt x="710489" y="94246"/>
                  <a:pt x="710791" y="99053"/>
                  <a:pt x="711396" y="102162"/>
                </a:cubicBezTo>
                <a:cubicBezTo>
                  <a:pt x="712000" y="105271"/>
                  <a:pt x="713022" y="107559"/>
                  <a:pt x="714462" y="109027"/>
                </a:cubicBezTo>
                <a:cubicBezTo>
                  <a:pt x="715901" y="110495"/>
                  <a:pt x="717686" y="111230"/>
                  <a:pt x="719816" y="111230"/>
                </a:cubicBezTo>
                <a:cubicBezTo>
                  <a:pt x="721428" y="111230"/>
                  <a:pt x="722867" y="111086"/>
                  <a:pt x="724134" y="110798"/>
                </a:cubicBezTo>
                <a:cubicBezTo>
                  <a:pt x="725400" y="110510"/>
                  <a:pt x="726739" y="109992"/>
                  <a:pt x="728149" y="109243"/>
                </a:cubicBezTo>
                <a:cubicBezTo>
                  <a:pt x="729560" y="108495"/>
                  <a:pt x="731042" y="107430"/>
                  <a:pt x="732597" y="106048"/>
                </a:cubicBezTo>
                <a:lnTo>
                  <a:pt x="738037" y="113302"/>
                </a:lnTo>
                <a:close/>
                <a:moveTo>
                  <a:pt x="774850" y="50347"/>
                </a:moveTo>
                <a:lnTo>
                  <a:pt x="775973" y="50606"/>
                </a:lnTo>
                <a:cubicBezTo>
                  <a:pt x="780176" y="45655"/>
                  <a:pt x="784494" y="42085"/>
                  <a:pt x="788927" y="39898"/>
                </a:cubicBezTo>
                <a:cubicBezTo>
                  <a:pt x="793360" y="37710"/>
                  <a:pt x="798167" y="36616"/>
                  <a:pt x="803349" y="36616"/>
                </a:cubicBezTo>
                <a:cubicBezTo>
                  <a:pt x="806860" y="36616"/>
                  <a:pt x="810545" y="36990"/>
                  <a:pt x="814402" y="37739"/>
                </a:cubicBezTo>
                <a:lnTo>
                  <a:pt x="814402" y="61573"/>
                </a:lnTo>
                <a:lnTo>
                  <a:pt x="798772" y="61573"/>
                </a:lnTo>
                <a:cubicBezTo>
                  <a:pt x="797793" y="58234"/>
                  <a:pt x="796512" y="55672"/>
                  <a:pt x="794929" y="53888"/>
                </a:cubicBezTo>
                <a:cubicBezTo>
                  <a:pt x="793345" y="52103"/>
                  <a:pt x="791230" y="51210"/>
                  <a:pt x="788581" y="51210"/>
                </a:cubicBezTo>
                <a:cubicBezTo>
                  <a:pt x="787315" y="51210"/>
                  <a:pt x="785919" y="51599"/>
                  <a:pt x="784393" y="52376"/>
                </a:cubicBezTo>
                <a:cubicBezTo>
                  <a:pt x="782867" y="53154"/>
                  <a:pt x="781457" y="54247"/>
                  <a:pt x="780161" y="55658"/>
                </a:cubicBezTo>
                <a:cubicBezTo>
                  <a:pt x="778866" y="57068"/>
                  <a:pt x="777945" y="58508"/>
                  <a:pt x="777398" y="59976"/>
                </a:cubicBezTo>
                <a:cubicBezTo>
                  <a:pt x="776851" y="61444"/>
                  <a:pt x="776491" y="62926"/>
                  <a:pt x="776318" y="64423"/>
                </a:cubicBezTo>
                <a:cubicBezTo>
                  <a:pt x="776146" y="65920"/>
                  <a:pt x="776059" y="68165"/>
                  <a:pt x="776059" y="71159"/>
                </a:cubicBezTo>
                <a:lnTo>
                  <a:pt x="776059" y="98708"/>
                </a:lnTo>
                <a:cubicBezTo>
                  <a:pt x="776059" y="104177"/>
                  <a:pt x="776261" y="108005"/>
                  <a:pt x="776664" y="110193"/>
                </a:cubicBezTo>
                <a:cubicBezTo>
                  <a:pt x="777067" y="112381"/>
                  <a:pt x="777873" y="114094"/>
                  <a:pt x="779082" y="115332"/>
                </a:cubicBezTo>
                <a:cubicBezTo>
                  <a:pt x="780291" y="116569"/>
                  <a:pt x="782335" y="117447"/>
                  <a:pt x="785213" y="117965"/>
                </a:cubicBezTo>
                <a:lnTo>
                  <a:pt x="785213" y="123665"/>
                </a:lnTo>
                <a:lnTo>
                  <a:pt x="742639" y="123665"/>
                </a:lnTo>
                <a:lnTo>
                  <a:pt x="742639" y="117965"/>
                </a:lnTo>
                <a:cubicBezTo>
                  <a:pt x="745402" y="117217"/>
                  <a:pt x="747316" y="116238"/>
                  <a:pt x="748381" y="115029"/>
                </a:cubicBezTo>
                <a:cubicBezTo>
                  <a:pt x="749447" y="113820"/>
                  <a:pt x="750166" y="112179"/>
                  <a:pt x="750540" y="110107"/>
                </a:cubicBezTo>
                <a:cubicBezTo>
                  <a:pt x="750915" y="108034"/>
                  <a:pt x="751102" y="104263"/>
                  <a:pt x="751102" y="98794"/>
                </a:cubicBezTo>
                <a:lnTo>
                  <a:pt x="751102" y="63301"/>
                </a:lnTo>
                <a:cubicBezTo>
                  <a:pt x="751102" y="59040"/>
                  <a:pt x="751030" y="55888"/>
                  <a:pt x="750886" y="53844"/>
                </a:cubicBezTo>
                <a:cubicBezTo>
                  <a:pt x="750742" y="51801"/>
                  <a:pt x="750397" y="50160"/>
                  <a:pt x="749850" y="48922"/>
                </a:cubicBezTo>
                <a:cubicBezTo>
                  <a:pt x="749303" y="47684"/>
                  <a:pt x="748468" y="46677"/>
                  <a:pt x="747345" y="45899"/>
                </a:cubicBezTo>
                <a:cubicBezTo>
                  <a:pt x="746223" y="45122"/>
                  <a:pt x="744279" y="44446"/>
                  <a:pt x="741516" y="43870"/>
                </a:cubicBezTo>
                <a:lnTo>
                  <a:pt x="741516" y="37998"/>
                </a:lnTo>
                <a:lnTo>
                  <a:pt x="765178" y="37307"/>
                </a:lnTo>
                <a:lnTo>
                  <a:pt x="776059" y="37307"/>
                </a:lnTo>
                <a:lnTo>
                  <a:pt x="774850" y="50347"/>
                </a:lnTo>
                <a:close/>
                <a:moveTo>
                  <a:pt x="876094" y="112352"/>
                </a:moveTo>
                <a:lnTo>
                  <a:pt x="874798" y="111920"/>
                </a:lnTo>
                <a:cubicBezTo>
                  <a:pt x="870078" y="116526"/>
                  <a:pt x="865486" y="119865"/>
                  <a:pt x="861024" y="121938"/>
                </a:cubicBezTo>
                <a:cubicBezTo>
                  <a:pt x="856562" y="124011"/>
                  <a:pt x="851827" y="125047"/>
                  <a:pt x="846818" y="125047"/>
                </a:cubicBezTo>
                <a:cubicBezTo>
                  <a:pt x="841867" y="125047"/>
                  <a:pt x="837564" y="124140"/>
                  <a:pt x="833908" y="122327"/>
                </a:cubicBezTo>
                <a:cubicBezTo>
                  <a:pt x="830252" y="120513"/>
                  <a:pt x="827489" y="117994"/>
                  <a:pt x="825617" y="114770"/>
                </a:cubicBezTo>
                <a:cubicBezTo>
                  <a:pt x="823746" y="111546"/>
                  <a:pt x="822811" y="107833"/>
                  <a:pt x="822811" y="103630"/>
                </a:cubicBezTo>
                <a:cubicBezTo>
                  <a:pt x="822811" y="95167"/>
                  <a:pt x="826970" y="88503"/>
                  <a:pt x="835290" y="83638"/>
                </a:cubicBezTo>
                <a:cubicBezTo>
                  <a:pt x="843609" y="78773"/>
                  <a:pt x="856231" y="75707"/>
                  <a:pt x="873158" y="74441"/>
                </a:cubicBezTo>
                <a:lnTo>
                  <a:pt x="873158" y="66237"/>
                </a:lnTo>
                <a:cubicBezTo>
                  <a:pt x="873158" y="60883"/>
                  <a:pt x="872553" y="56752"/>
                  <a:pt x="871344" y="53844"/>
                </a:cubicBezTo>
                <a:cubicBezTo>
                  <a:pt x="870135" y="50937"/>
                  <a:pt x="868581" y="48893"/>
                  <a:pt x="866681" y="47713"/>
                </a:cubicBezTo>
                <a:cubicBezTo>
                  <a:pt x="864781" y="46533"/>
                  <a:pt x="862507" y="45943"/>
                  <a:pt x="859858" y="45943"/>
                </a:cubicBezTo>
                <a:cubicBezTo>
                  <a:pt x="857210" y="45943"/>
                  <a:pt x="854922" y="46403"/>
                  <a:pt x="852993" y="47324"/>
                </a:cubicBezTo>
                <a:cubicBezTo>
                  <a:pt x="851064" y="48246"/>
                  <a:pt x="849323" y="49987"/>
                  <a:pt x="847768" y="52549"/>
                </a:cubicBezTo>
                <a:cubicBezTo>
                  <a:pt x="846214" y="55111"/>
                  <a:pt x="845062" y="58666"/>
                  <a:pt x="844314" y="63214"/>
                </a:cubicBezTo>
                <a:lnTo>
                  <a:pt x="827992" y="63214"/>
                </a:lnTo>
                <a:lnTo>
                  <a:pt x="827992" y="47497"/>
                </a:lnTo>
                <a:cubicBezTo>
                  <a:pt x="833289" y="45137"/>
                  <a:pt x="837693" y="43323"/>
                  <a:pt x="841205" y="42056"/>
                </a:cubicBezTo>
                <a:cubicBezTo>
                  <a:pt x="844717" y="40790"/>
                  <a:pt x="848186" y="39739"/>
                  <a:pt x="851611" y="38904"/>
                </a:cubicBezTo>
                <a:cubicBezTo>
                  <a:pt x="855037" y="38070"/>
                  <a:pt x="858103" y="37480"/>
                  <a:pt x="860808" y="37134"/>
                </a:cubicBezTo>
                <a:cubicBezTo>
                  <a:pt x="863514" y="36789"/>
                  <a:pt x="866220" y="36616"/>
                  <a:pt x="868926" y="36616"/>
                </a:cubicBezTo>
                <a:cubicBezTo>
                  <a:pt x="875892" y="36616"/>
                  <a:pt x="881462" y="37537"/>
                  <a:pt x="885636" y="39379"/>
                </a:cubicBezTo>
                <a:cubicBezTo>
                  <a:pt x="889810" y="41222"/>
                  <a:pt x="892934" y="44215"/>
                  <a:pt x="895006" y="48361"/>
                </a:cubicBezTo>
                <a:cubicBezTo>
                  <a:pt x="897079" y="52506"/>
                  <a:pt x="898115" y="58234"/>
                  <a:pt x="898115" y="65546"/>
                </a:cubicBezTo>
                <a:lnTo>
                  <a:pt x="898115" y="99226"/>
                </a:lnTo>
                <a:cubicBezTo>
                  <a:pt x="898115" y="103025"/>
                  <a:pt x="898202" y="105962"/>
                  <a:pt x="898374" y="108034"/>
                </a:cubicBezTo>
                <a:cubicBezTo>
                  <a:pt x="898547" y="110107"/>
                  <a:pt x="898820" y="111647"/>
                  <a:pt x="899195" y="112654"/>
                </a:cubicBezTo>
                <a:cubicBezTo>
                  <a:pt x="899569" y="113662"/>
                  <a:pt x="900044" y="114468"/>
                  <a:pt x="900620" y="115072"/>
                </a:cubicBezTo>
                <a:cubicBezTo>
                  <a:pt x="901195" y="115677"/>
                  <a:pt x="901901" y="116166"/>
                  <a:pt x="902735" y="116541"/>
                </a:cubicBezTo>
                <a:cubicBezTo>
                  <a:pt x="903570" y="116915"/>
                  <a:pt x="905139" y="117390"/>
                  <a:pt x="907442" y="117965"/>
                </a:cubicBezTo>
                <a:lnTo>
                  <a:pt x="907442" y="123665"/>
                </a:lnTo>
                <a:lnTo>
                  <a:pt x="875317" y="123665"/>
                </a:lnTo>
                <a:lnTo>
                  <a:pt x="876094" y="112352"/>
                </a:lnTo>
                <a:moveTo>
                  <a:pt x="873244" y="82904"/>
                </a:moveTo>
                <a:cubicBezTo>
                  <a:pt x="864320" y="83134"/>
                  <a:pt x="857714" y="84804"/>
                  <a:pt x="853425" y="87913"/>
                </a:cubicBezTo>
                <a:cubicBezTo>
                  <a:pt x="849136" y="91022"/>
                  <a:pt x="846991" y="95570"/>
                  <a:pt x="846991" y="101557"/>
                </a:cubicBezTo>
                <a:cubicBezTo>
                  <a:pt x="846991" y="105127"/>
                  <a:pt x="847970" y="107847"/>
                  <a:pt x="849927" y="109718"/>
                </a:cubicBezTo>
                <a:cubicBezTo>
                  <a:pt x="851885" y="111589"/>
                  <a:pt x="854591" y="112525"/>
                  <a:pt x="858045" y="112525"/>
                </a:cubicBezTo>
                <a:cubicBezTo>
                  <a:pt x="860693" y="112525"/>
                  <a:pt x="863198" y="111820"/>
                  <a:pt x="865558" y="110409"/>
                </a:cubicBezTo>
                <a:cubicBezTo>
                  <a:pt x="867919" y="108999"/>
                  <a:pt x="869790" y="107113"/>
                  <a:pt x="871171" y="104753"/>
                </a:cubicBezTo>
                <a:cubicBezTo>
                  <a:pt x="872553" y="102392"/>
                  <a:pt x="873244" y="99888"/>
                  <a:pt x="873244" y="97239"/>
                </a:cubicBezTo>
                <a:lnTo>
                  <a:pt x="873244" y="82904"/>
                </a:lnTo>
                <a:close/>
                <a:moveTo>
                  <a:pt x="978747" y="113302"/>
                </a:moveTo>
                <a:cubicBezTo>
                  <a:pt x="973680" y="117620"/>
                  <a:pt x="969075" y="120657"/>
                  <a:pt x="964929" y="122413"/>
                </a:cubicBezTo>
                <a:cubicBezTo>
                  <a:pt x="960784" y="124169"/>
                  <a:pt x="956409" y="125047"/>
                  <a:pt x="951803" y="125047"/>
                </a:cubicBezTo>
                <a:cubicBezTo>
                  <a:pt x="943225" y="125047"/>
                  <a:pt x="936820" y="122730"/>
                  <a:pt x="932588" y="118095"/>
                </a:cubicBezTo>
                <a:cubicBezTo>
                  <a:pt x="928357" y="113460"/>
                  <a:pt x="926241" y="106451"/>
                  <a:pt x="926241" y="97067"/>
                </a:cubicBezTo>
                <a:lnTo>
                  <a:pt x="926241" y="48792"/>
                </a:lnTo>
                <a:lnTo>
                  <a:pt x="915446" y="48792"/>
                </a:lnTo>
                <a:lnTo>
                  <a:pt x="915446" y="42834"/>
                </a:lnTo>
                <a:cubicBezTo>
                  <a:pt x="918958" y="42258"/>
                  <a:pt x="921549" y="41394"/>
                  <a:pt x="923218" y="40243"/>
                </a:cubicBezTo>
                <a:cubicBezTo>
                  <a:pt x="924888" y="39092"/>
                  <a:pt x="926183" y="37551"/>
                  <a:pt x="927104" y="35623"/>
                </a:cubicBezTo>
                <a:cubicBezTo>
                  <a:pt x="928026" y="33694"/>
                  <a:pt x="928760" y="31175"/>
                  <a:pt x="929307" y="28066"/>
                </a:cubicBezTo>
                <a:cubicBezTo>
                  <a:pt x="929854" y="24958"/>
                  <a:pt x="930271" y="21071"/>
                  <a:pt x="930559" y="16408"/>
                </a:cubicBezTo>
                <a:lnTo>
                  <a:pt x="951198" y="16408"/>
                </a:lnTo>
                <a:lnTo>
                  <a:pt x="951198" y="37998"/>
                </a:lnTo>
                <a:lnTo>
                  <a:pt x="975811" y="37998"/>
                </a:lnTo>
                <a:lnTo>
                  <a:pt x="975811" y="48792"/>
                </a:lnTo>
                <a:lnTo>
                  <a:pt x="951198" y="48792"/>
                </a:lnTo>
                <a:lnTo>
                  <a:pt x="951198" y="87740"/>
                </a:lnTo>
                <a:cubicBezTo>
                  <a:pt x="951198" y="94246"/>
                  <a:pt x="951501" y="99053"/>
                  <a:pt x="952105" y="102162"/>
                </a:cubicBezTo>
                <a:cubicBezTo>
                  <a:pt x="952710" y="105271"/>
                  <a:pt x="953732" y="107559"/>
                  <a:pt x="955171" y="109027"/>
                </a:cubicBezTo>
                <a:cubicBezTo>
                  <a:pt x="956610" y="110495"/>
                  <a:pt x="958395" y="111230"/>
                  <a:pt x="960525" y="111230"/>
                </a:cubicBezTo>
                <a:cubicBezTo>
                  <a:pt x="962137" y="111230"/>
                  <a:pt x="963576" y="111086"/>
                  <a:pt x="964843" y="110798"/>
                </a:cubicBezTo>
                <a:cubicBezTo>
                  <a:pt x="966110" y="110510"/>
                  <a:pt x="967448" y="109992"/>
                  <a:pt x="968859" y="109243"/>
                </a:cubicBezTo>
                <a:cubicBezTo>
                  <a:pt x="970269" y="108495"/>
                  <a:pt x="971752" y="107430"/>
                  <a:pt x="973306" y="106048"/>
                </a:cubicBezTo>
                <a:lnTo>
                  <a:pt x="978747" y="113302"/>
                </a:lnTo>
                <a:close/>
                <a:moveTo>
                  <a:pt x="1061149" y="107948"/>
                </a:moveTo>
                <a:cubicBezTo>
                  <a:pt x="1055277" y="114166"/>
                  <a:pt x="1049462" y="118570"/>
                  <a:pt x="1043705" y="121161"/>
                </a:cubicBezTo>
                <a:cubicBezTo>
                  <a:pt x="1037947" y="123751"/>
                  <a:pt x="1031327" y="125047"/>
                  <a:pt x="1023842" y="125047"/>
                </a:cubicBezTo>
                <a:cubicBezTo>
                  <a:pt x="1010428" y="125047"/>
                  <a:pt x="1000338" y="121377"/>
                  <a:pt x="993574" y="114036"/>
                </a:cubicBezTo>
                <a:cubicBezTo>
                  <a:pt x="986809" y="106696"/>
                  <a:pt x="983426" y="95800"/>
                  <a:pt x="983426" y="81350"/>
                </a:cubicBezTo>
                <a:cubicBezTo>
                  <a:pt x="983426" y="72023"/>
                  <a:pt x="985168" y="63977"/>
                  <a:pt x="988651" y="57212"/>
                </a:cubicBezTo>
                <a:cubicBezTo>
                  <a:pt x="992134" y="50448"/>
                  <a:pt x="997071" y="45324"/>
                  <a:pt x="1003462" y="41841"/>
                </a:cubicBezTo>
                <a:cubicBezTo>
                  <a:pt x="1009852" y="38357"/>
                  <a:pt x="1017279" y="36616"/>
                  <a:pt x="1025742" y="36616"/>
                </a:cubicBezTo>
                <a:cubicBezTo>
                  <a:pt x="1030981" y="36616"/>
                  <a:pt x="1035573" y="37220"/>
                  <a:pt x="1039516" y="38429"/>
                </a:cubicBezTo>
                <a:cubicBezTo>
                  <a:pt x="1043460" y="39638"/>
                  <a:pt x="1046842" y="41322"/>
                  <a:pt x="1049663" y="43481"/>
                </a:cubicBezTo>
                <a:cubicBezTo>
                  <a:pt x="1052484" y="45640"/>
                  <a:pt x="1054816" y="48246"/>
                  <a:pt x="1056658" y="51297"/>
                </a:cubicBezTo>
                <a:cubicBezTo>
                  <a:pt x="1058846" y="54924"/>
                  <a:pt x="1060487" y="59069"/>
                  <a:pt x="1061581" y="63732"/>
                </a:cubicBezTo>
                <a:cubicBezTo>
                  <a:pt x="1062732" y="68511"/>
                  <a:pt x="1063337" y="74297"/>
                  <a:pt x="1063394" y="81090"/>
                </a:cubicBezTo>
                <a:lnTo>
                  <a:pt x="1008643" y="81090"/>
                </a:lnTo>
                <a:cubicBezTo>
                  <a:pt x="1008701" y="91511"/>
                  <a:pt x="1010557" y="99183"/>
                  <a:pt x="1014213" y="104105"/>
                </a:cubicBezTo>
                <a:cubicBezTo>
                  <a:pt x="1017869" y="109027"/>
                  <a:pt x="1023439" y="111489"/>
                  <a:pt x="1030924" y="111489"/>
                </a:cubicBezTo>
                <a:cubicBezTo>
                  <a:pt x="1035299" y="111489"/>
                  <a:pt x="1039243" y="110668"/>
                  <a:pt x="1042755" y="109027"/>
                </a:cubicBezTo>
                <a:cubicBezTo>
                  <a:pt x="1046267" y="107387"/>
                  <a:pt x="1050066" y="104494"/>
                  <a:pt x="1054154" y="100348"/>
                </a:cubicBezTo>
                <a:lnTo>
                  <a:pt x="1061149" y="107948"/>
                </a:lnTo>
                <a:moveTo>
                  <a:pt x="1037832" y="71764"/>
                </a:moveTo>
                <a:cubicBezTo>
                  <a:pt x="1037602" y="62955"/>
                  <a:pt x="1036450" y="56392"/>
                  <a:pt x="1034378" y="52074"/>
                </a:cubicBezTo>
                <a:cubicBezTo>
                  <a:pt x="1032305" y="47756"/>
                  <a:pt x="1028966" y="45597"/>
                  <a:pt x="1024360" y="45597"/>
                </a:cubicBezTo>
                <a:cubicBezTo>
                  <a:pt x="1019927" y="45597"/>
                  <a:pt x="1016401" y="47843"/>
                  <a:pt x="1013781" y="52333"/>
                </a:cubicBezTo>
                <a:cubicBezTo>
                  <a:pt x="1011162" y="56824"/>
                  <a:pt x="1009593" y="63301"/>
                  <a:pt x="1009075" y="71764"/>
                </a:cubicBezTo>
                <a:lnTo>
                  <a:pt x="1037832" y="71764"/>
                </a:lnTo>
                <a:close/>
                <a:moveTo>
                  <a:pt x="1160417" y="49570"/>
                </a:moveTo>
                <a:lnTo>
                  <a:pt x="1145649" y="47929"/>
                </a:lnTo>
                <a:lnTo>
                  <a:pt x="1145304" y="48879"/>
                </a:lnTo>
                <a:cubicBezTo>
                  <a:pt x="1146916" y="50491"/>
                  <a:pt x="1148255" y="52693"/>
                  <a:pt x="1149320" y="55485"/>
                </a:cubicBezTo>
                <a:cubicBezTo>
                  <a:pt x="1150385" y="58277"/>
                  <a:pt x="1150917" y="61631"/>
                  <a:pt x="1150917" y="65546"/>
                </a:cubicBezTo>
                <a:cubicBezTo>
                  <a:pt x="1150917" y="75564"/>
                  <a:pt x="1147880" y="83163"/>
                  <a:pt x="1141806" y="88345"/>
                </a:cubicBezTo>
                <a:cubicBezTo>
                  <a:pt x="1135733" y="93526"/>
                  <a:pt x="1126794" y="96117"/>
                  <a:pt x="1114992" y="96117"/>
                </a:cubicBezTo>
                <a:cubicBezTo>
                  <a:pt x="1109293" y="96117"/>
                  <a:pt x="1104629" y="95599"/>
                  <a:pt x="1101002" y="94562"/>
                </a:cubicBezTo>
                <a:cubicBezTo>
                  <a:pt x="1098124" y="97153"/>
                  <a:pt x="1096684" y="99945"/>
                  <a:pt x="1096684" y="102939"/>
                </a:cubicBezTo>
                <a:cubicBezTo>
                  <a:pt x="1096684" y="104666"/>
                  <a:pt x="1097044" y="105990"/>
                  <a:pt x="1097764" y="106912"/>
                </a:cubicBezTo>
                <a:cubicBezTo>
                  <a:pt x="1098483" y="107833"/>
                  <a:pt x="1099707" y="108538"/>
                  <a:pt x="1101434" y="109027"/>
                </a:cubicBezTo>
                <a:cubicBezTo>
                  <a:pt x="1103161" y="109517"/>
                  <a:pt x="1105608" y="109761"/>
                  <a:pt x="1108774" y="109761"/>
                </a:cubicBezTo>
                <a:lnTo>
                  <a:pt x="1130191" y="109761"/>
                </a:lnTo>
                <a:cubicBezTo>
                  <a:pt x="1139806" y="109761"/>
                  <a:pt x="1147002" y="111633"/>
                  <a:pt x="1151781" y="115375"/>
                </a:cubicBezTo>
                <a:cubicBezTo>
                  <a:pt x="1156559" y="119117"/>
                  <a:pt x="1158949" y="124932"/>
                  <a:pt x="1158949" y="132819"/>
                </a:cubicBezTo>
                <a:cubicBezTo>
                  <a:pt x="1158949" y="138979"/>
                  <a:pt x="1157207" y="144276"/>
                  <a:pt x="1153724" y="148709"/>
                </a:cubicBezTo>
                <a:cubicBezTo>
                  <a:pt x="1150241" y="153142"/>
                  <a:pt x="1145246" y="156524"/>
                  <a:pt x="1138741" y="158856"/>
                </a:cubicBezTo>
                <a:cubicBezTo>
                  <a:pt x="1132235" y="161188"/>
                  <a:pt x="1124520" y="162354"/>
                  <a:pt x="1115597" y="162354"/>
                </a:cubicBezTo>
                <a:cubicBezTo>
                  <a:pt x="1109091" y="162354"/>
                  <a:pt x="1103190" y="162066"/>
                  <a:pt x="1097893" y="161490"/>
                </a:cubicBezTo>
                <a:cubicBezTo>
                  <a:pt x="1092597" y="160914"/>
                  <a:pt x="1088077" y="159864"/>
                  <a:pt x="1084335" y="158338"/>
                </a:cubicBezTo>
                <a:cubicBezTo>
                  <a:pt x="1080593" y="156812"/>
                  <a:pt x="1077700" y="154725"/>
                  <a:pt x="1075656" y="152077"/>
                </a:cubicBezTo>
                <a:cubicBezTo>
                  <a:pt x="1073612" y="149429"/>
                  <a:pt x="1072590" y="146061"/>
                  <a:pt x="1072590" y="141973"/>
                </a:cubicBezTo>
                <a:cubicBezTo>
                  <a:pt x="1072590" y="138691"/>
                  <a:pt x="1073627" y="135669"/>
                  <a:pt x="1075699" y="132905"/>
                </a:cubicBezTo>
                <a:cubicBezTo>
                  <a:pt x="1077772" y="130142"/>
                  <a:pt x="1080679" y="127782"/>
                  <a:pt x="1084421" y="125824"/>
                </a:cubicBezTo>
                <a:cubicBezTo>
                  <a:pt x="1082003" y="124097"/>
                  <a:pt x="1080247" y="122111"/>
                  <a:pt x="1079153" y="119865"/>
                </a:cubicBezTo>
                <a:cubicBezTo>
                  <a:pt x="1078060" y="117620"/>
                  <a:pt x="1077513" y="114857"/>
                  <a:pt x="1077513" y="111575"/>
                </a:cubicBezTo>
                <a:cubicBezTo>
                  <a:pt x="1077513" y="108869"/>
                  <a:pt x="1078074" y="106336"/>
                  <a:pt x="1079197" y="103975"/>
                </a:cubicBezTo>
                <a:cubicBezTo>
                  <a:pt x="1080319" y="101615"/>
                  <a:pt x="1081816" y="99470"/>
                  <a:pt x="1083687" y="97542"/>
                </a:cubicBezTo>
                <a:cubicBezTo>
                  <a:pt x="1085558" y="95613"/>
                  <a:pt x="1087991" y="93497"/>
                  <a:pt x="1090985" y="91194"/>
                </a:cubicBezTo>
                <a:cubicBezTo>
                  <a:pt x="1086494" y="88661"/>
                  <a:pt x="1083097" y="85336"/>
                  <a:pt x="1080794" y="81220"/>
                </a:cubicBezTo>
                <a:cubicBezTo>
                  <a:pt x="1078491" y="77104"/>
                  <a:pt x="1077340" y="72282"/>
                  <a:pt x="1077340" y="66755"/>
                </a:cubicBezTo>
                <a:cubicBezTo>
                  <a:pt x="1077340" y="61401"/>
                  <a:pt x="1078304" y="56809"/>
                  <a:pt x="1080233" y="52981"/>
                </a:cubicBezTo>
                <a:cubicBezTo>
                  <a:pt x="1082162" y="49152"/>
                  <a:pt x="1084810" y="46029"/>
                  <a:pt x="1088178" y="43611"/>
                </a:cubicBezTo>
                <a:cubicBezTo>
                  <a:pt x="1091546" y="41193"/>
                  <a:pt x="1095518" y="39423"/>
                  <a:pt x="1100095" y="38300"/>
                </a:cubicBezTo>
                <a:cubicBezTo>
                  <a:pt x="1104672" y="37177"/>
                  <a:pt x="1109609" y="36616"/>
                  <a:pt x="1114906" y="36616"/>
                </a:cubicBezTo>
                <a:cubicBezTo>
                  <a:pt x="1117842" y="36616"/>
                  <a:pt x="1120433" y="36760"/>
                  <a:pt x="1122678" y="37048"/>
                </a:cubicBezTo>
                <a:cubicBezTo>
                  <a:pt x="1124923" y="37336"/>
                  <a:pt x="1127111" y="37652"/>
                  <a:pt x="1129241" y="37998"/>
                </a:cubicBezTo>
                <a:lnTo>
                  <a:pt x="1160417" y="37998"/>
                </a:lnTo>
                <a:lnTo>
                  <a:pt x="1160417" y="49570"/>
                </a:lnTo>
                <a:moveTo>
                  <a:pt x="1102125" y="65719"/>
                </a:moveTo>
                <a:cubicBezTo>
                  <a:pt x="1102125" y="72973"/>
                  <a:pt x="1103147" y="78370"/>
                  <a:pt x="1105190" y="81911"/>
                </a:cubicBezTo>
                <a:cubicBezTo>
                  <a:pt x="1107234" y="85452"/>
                  <a:pt x="1110444" y="87222"/>
                  <a:pt x="1114819" y="87222"/>
                </a:cubicBezTo>
                <a:cubicBezTo>
                  <a:pt x="1118792" y="87222"/>
                  <a:pt x="1121829" y="85581"/>
                  <a:pt x="1123930" y="82299"/>
                </a:cubicBezTo>
                <a:cubicBezTo>
                  <a:pt x="1126032" y="79018"/>
                  <a:pt x="1127082" y="74009"/>
                  <a:pt x="1127082" y="67273"/>
                </a:cubicBezTo>
                <a:cubicBezTo>
                  <a:pt x="1127082" y="60192"/>
                  <a:pt x="1126060" y="54794"/>
                  <a:pt x="1124017" y="51081"/>
                </a:cubicBezTo>
                <a:cubicBezTo>
                  <a:pt x="1121973" y="47368"/>
                  <a:pt x="1118850" y="45511"/>
                  <a:pt x="1114647" y="45511"/>
                </a:cubicBezTo>
                <a:cubicBezTo>
                  <a:pt x="1110386" y="45511"/>
                  <a:pt x="1107234" y="47166"/>
                  <a:pt x="1105190" y="50476"/>
                </a:cubicBezTo>
                <a:cubicBezTo>
                  <a:pt x="1103147" y="53787"/>
                  <a:pt x="1102125" y="58868"/>
                  <a:pt x="1102125" y="65719"/>
                </a:cubicBezTo>
                <a:moveTo>
                  <a:pt x="1099016" y="129192"/>
                </a:moveTo>
                <a:cubicBezTo>
                  <a:pt x="1096943" y="130804"/>
                  <a:pt x="1095374" y="132560"/>
                  <a:pt x="1094309" y="134460"/>
                </a:cubicBezTo>
                <a:cubicBezTo>
                  <a:pt x="1093244" y="136360"/>
                  <a:pt x="1092712" y="138548"/>
                  <a:pt x="1092712" y="141023"/>
                </a:cubicBezTo>
                <a:cubicBezTo>
                  <a:pt x="1092712" y="145168"/>
                  <a:pt x="1094511" y="148234"/>
                  <a:pt x="1098109" y="150220"/>
                </a:cubicBezTo>
                <a:cubicBezTo>
                  <a:pt x="1101707" y="152207"/>
                  <a:pt x="1107393" y="153200"/>
                  <a:pt x="1115165" y="153200"/>
                </a:cubicBezTo>
                <a:cubicBezTo>
                  <a:pt x="1122419" y="153200"/>
                  <a:pt x="1127932" y="151991"/>
                  <a:pt x="1131702" y="149573"/>
                </a:cubicBezTo>
                <a:cubicBezTo>
                  <a:pt x="1135473" y="147155"/>
                  <a:pt x="1137359" y="143758"/>
                  <a:pt x="1137359" y="139382"/>
                </a:cubicBezTo>
                <a:cubicBezTo>
                  <a:pt x="1137359" y="137425"/>
                  <a:pt x="1137014" y="135755"/>
                  <a:pt x="1136323" y="134374"/>
                </a:cubicBezTo>
                <a:cubicBezTo>
                  <a:pt x="1135632" y="132992"/>
                  <a:pt x="1134279" y="131840"/>
                  <a:pt x="1132264" y="130919"/>
                </a:cubicBezTo>
                <a:cubicBezTo>
                  <a:pt x="1130249" y="129998"/>
                  <a:pt x="1127399" y="129537"/>
                  <a:pt x="1123714" y="129537"/>
                </a:cubicBezTo>
                <a:lnTo>
                  <a:pt x="1108861" y="129537"/>
                </a:lnTo>
                <a:cubicBezTo>
                  <a:pt x="1104658" y="129537"/>
                  <a:pt x="1101376" y="129422"/>
                  <a:pt x="1099016" y="129192"/>
                </a:cubicBezTo>
                <a:close/>
                <a:moveTo>
                  <a:pt x="1212401" y="127551"/>
                </a:moveTo>
                <a:cubicBezTo>
                  <a:pt x="1208659" y="135899"/>
                  <a:pt x="1205132" y="142448"/>
                  <a:pt x="1201822" y="147198"/>
                </a:cubicBezTo>
                <a:cubicBezTo>
                  <a:pt x="1198512" y="151947"/>
                  <a:pt x="1194942" y="155503"/>
                  <a:pt x="1191113" y="157863"/>
                </a:cubicBezTo>
                <a:cubicBezTo>
                  <a:pt x="1187285" y="160223"/>
                  <a:pt x="1182521" y="161404"/>
                  <a:pt x="1176821" y="161404"/>
                </a:cubicBezTo>
                <a:cubicBezTo>
                  <a:pt x="1172503" y="161404"/>
                  <a:pt x="1168473" y="160857"/>
                  <a:pt x="1164731" y="159763"/>
                </a:cubicBezTo>
                <a:lnTo>
                  <a:pt x="1164731" y="139987"/>
                </a:lnTo>
                <a:lnTo>
                  <a:pt x="1174403" y="139987"/>
                </a:lnTo>
                <a:cubicBezTo>
                  <a:pt x="1175152" y="142693"/>
                  <a:pt x="1176087" y="144549"/>
                  <a:pt x="1177210" y="145557"/>
                </a:cubicBezTo>
                <a:cubicBezTo>
                  <a:pt x="1178332" y="146564"/>
                  <a:pt x="1179901" y="147068"/>
                  <a:pt x="1181916" y="147068"/>
                </a:cubicBezTo>
                <a:cubicBezTo>
                  <a:pt x="1184104" y="147068"/>
                  <a:pt x="1186076" y="146464"/>
                  <a:pt x="1187832" y="145255"/>
                </a:cubicBezTo>
                <a:cubicBezTo>
                  <a:pt x="1189588" y="144046"/>
                  <a:pt x="1191574" y="141786"/>
                  <a:pt x="1193791" y="138476"/>
                </a:cubicBezTo>
                <a:cubicBezTo>
                  <a:pt x="1196007" y="135165"/>
                  <a:pt x="1198727" y="130228"/>
                  <a:pt x="1201951" y="123665"/>
                </a:cubicBezTo>
                <a:lnTo>
                  <a:pt x="1197029" y="123665"/>
                </a:lnTo>
                <a:lnTo>
                  <a:pt x="1174490" y="58810"/>
                </a:lnTo>
                <a:cubicBezTo>
                  <a:pt x="1172877" y="54262"/>
                  <a:pt x="1171597" y="51139"/>
                  <a:pt x="1170647" y="49440"/>
                </a:cubicBezTo>
                <a:cubicBezTo>
                  <a:pt x="1169697" y="47742"/>
                  <a:pt x="1168632" y="46446"/>
                  <a:pt x="1167451" y="45554"/>
                </a:cubicBezTo>
                <a:cubicBezTo>
                  <a:pt x="1166271" y="44662"/>
                  <a:pt x="1164817" y="44043"/>
                  <a:pt x="1163090" y="43697"/>
                </a:cubicBezTo>
                <a:lnTo>
                  <a:pt x="1163090" y="37998"/>
                </a:lnTo>
                <a:lnTo>
                  <a:pt x="1206183" y="37998"/>
                </a:lnTo>
                <a:lnTo>
                  <a:pt x="1206183" y="43697"/>
                </a:lnTo>
                <a:cubicBezTo>
                  <a:pt x="1203477" y="44215"/>
                  <a:pt x="1201491" y="44993"/>
                  <a:pt x="1200224" y="46029"/>
                </a:cubicBezTo>
                <a:cubicBezTo>
                  <a:pt x="1198958" y="47065"/>
                  <a:pt x="1198324" y="48620"/>
                  <a:pt x="1198324" y="50692"/>
                </a:cubicBezTo>
                <a:cubicBezTo>
                  <a:pt x="1198324" y="53456"/>
                  <a:pt x="1199073" y="57054"/>
                  <a:pt x="1200570" y="61487"/>
                </a:cubicBezTo>
                <a:lnTo>
                  <a:pt x="1213005" y="99226"/>
                </a:lnTo>
                <a:lnTo>
                  <a:pt x="1226736" y="66150"/>
                </a:lnTo>
                <a:cubicBezTo>
                  <a:pt x="1227888" y="63387"/>
                  <a:pt x="1228751" y="60955"/>
                  <a:pt x="1229327" y="58853"/>
                </a:cubicBezTo>
                <a:cubicBezTo>
                  <a:pt x="1229903" y="56752"/>
                  <a:pt x="1230191" y="54694"/>
                  <a:pt x="1230191" y="52679"/>
                </a:cubicBezTo>
                <a:cubicBezTo>
                  <a:pt x="1230191" y="50261"/>
                  <a:pt x="1229500" y="48260"/>
                  <a:pt x="1228118" y="46677"/>
                </a:cubicBezTo>
                <a:cubicBezTo>
                  <a:pt x="1226736" y="45093"/>
                  <a:pt x="1224779" y="44100"/>
                  <a:pt x="1222246" y="43697"/>
                </a:cubicBezTo>
                <a:lnTo>
                  <a:pt x="1222246" y="37998"/>
                </a:lnTo>
                <a:lnTo>
                  <a:pt x="1255839" y="37998"/>
                </a:lnTo>
                <a:lnTo>
                  <a:pt x="1255839" y="43784"/>
                </a:lnTo>
                <a:cubicBezTo>
                  <a:pt x="1254169" y="44302"/>
                  <a:pt x="1252831" y="44935"/>
                  <a:pt x="1251823" y="45684"/>
                </a:cubicBezTo>
                <a:cubicBezTo>
                  <a:pt x="1250816" y="46432"/>
                  <a:pt x="1249866" y="47411"/>
                  <a:pt x="1248974" y="48620"/>
                </a:cubicBezTo>
                <a:cubicBezTo>
                  <a:pt x="1248081" y="49829"/>
                  <a:pt x="1247002" y="51628"/>
                  <a:pt x="1245735" y="54017"/>
                </a:cubicBezTo>
                <a:cubicBezTo>
                  <a:pt x="1244469" y="56406"/>
                  <a:pt x="1242741" y="60019"/>
                  <a:pt x="1240554" y="64855"/>
                </a:cubicBezTo>
                <a:lnTo>
                  <a:pt x="1212401" y="127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❶">
            <a:extLst xmlns:a="http://schemas.openxmlformats.org/drawingml/2006/main">
              <a:ext uri="{FF2B5EF4-FFF2-40B4-BE49-F238E27FC236}">
                <a16:creationId xmlns:a16="http://schemas.microsoft.com/office/drawing/2014/main" id="{CE2371B1-D1DB-4CBA-85D4-F573480A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794" y="1194615"/>
            <a:ext cx="195083" cy="195083"/>
          </a:xfrm>
          <a:custGeom xmlns:a="http://schemas.openxmlformats.org/drawingml/2006/main">
            <a:pathLst>
              <a:path w="195083" h="195083">
                <a:moveTo>
                  <a:pt x="108466" y="64941"/>
                </a:moveTo>
                <a:cubicBezTo>
                  <a:pt x="108466" y="60739"/>
                  <a:pt x="108509" y="57011"/>
                  <a:pt x="108596" y="53758"/>
                </a:cubicBezTo>
                <a:cubicBezTo>
                  <a:pt x="108682" y="50505"/>
                  <a:pt x="108783" y="47670"/>
                  <a:pt x="108898" y="45252"/>
                </a:cubicBezTo>
                <a:lnTo>
                  <a:pt x="99053" y="45252"/>
                </a:lnTo>
                <a:lnTo>
                  <a:pt x="67100" y="64423"/>
                </a:lnTo>
                <a:lnTo>
                  <a:pt x="71677" y="72368"/>
                </a:lnTo>
                <a:cubicBezTo>
                  <a:pt x="73520" y="71217"/>
                  <a:pt x="74988" y="70324"/>
                  <a:pt x="76082" y="69691"/>
                </a:cubicBezTo>
                <a:cubicBezTo>
                  <a:pt x="77176" y="69058"/>
                  <a:pt x="78068" y="68583"/>
                  <a:pt x="78759" y="68266"/>
                </a:cubicBezTo>
                <a:cubicBezTo>
                  <a:pt x="79450" y="67950"/>
                  <a:pt x="80011" y="67762"/>
                  <a:pt x="80443" y="67705"/>
                </a:cubicBezTo>
                <a:cubicBezTo>
                  <a:pt x="80875" y="67647"/>
                  <a:pt x="81350" y="67619"/>
                  <a:pt x="81868" y="67619"/>
                </a:cubicBezTo>
                <a:cubicBezTo>
                  <a:pt x="82962" y="67619"/>
                  <a:pt x="83868" y="68065"/>
                  <a:pt x="84588" y="68957"/>
                </a:cubicBezTo>
                <a:cubicBezTo>
                  <a:pt x="85308" y="69849"/>
                  <a:pt x="85667" y="71246"/>
                  <a:pt x="85667" y="73145"/>
                </a:cubicBezTo>
                <a:lnTo>
                  <a:pt x="85667" y="126860"/>
                </a:lnTo>
                <a:cubicBezTo>
                  <a:pt x="85667" y="129739"/>
                  <a:pt x="85452" y="131999"/>
                  <a:pt x="85020" y="133639"/>
                </a:cubicBezTo>
                <a:cubicBezTo>
                  <a:pt x="84588" y="135280"/>
                  <a:pt x="83854" y="136547"/>
                  <a:pt x="82818" y="137439"/>
                </a:cubicBezTo>
                <a:cubicBezTo>
                  <a:pt x="81781" y="138332"/>
                  <a:pt x="80400" y="138979"/>
                  <a:pt x="78672" y="139382"/>
                </a:cubicBezTo>
                <a:cubicBezTo>
                  <a:pt x="76945" y="139785"/>
                  <a:pt x="74786" y="140188"/>
                  <a:pt x="72196" y="140591"/>
                </a:cubicBezTo>
                <a:lnTo>
                  <a:pt x="72196" y="146895"/>
                </a:lnTo>
                <a:lnTo>
                  <a:pt x="122111" y="146895"/>
                </a:lnTo>
                <a:lnTo>
                  <a:pt x="122111" y="140591"/>
                </a:lnTo>
                <a:cubicBezTo>
                  <a:pt x="119462" y="140188"/>
                  <a:pt x="117260" y="139785"/>
                  <a:pt x="115504" y="139382"/>
                </a:cubicBezTo>
                <a:cubicBezTo>
                  <a:pt x="113748" y="138979"/>
                  <a:pt x="112352" y="138346"/>
                  <a:pt x="111316" y="137482"/>
                </a:cubicBezTo>
                <a:cubicBezTo>
                  <a:pt x="110280" y="136619"/>
                  <a:pt x="109546" y="135439"/>
                  <a:pt x="109114" y="133942"/>
                </a:cubicBezTo>
                <a:cubicBezTo>
                  <a:pt x="108682" y="132445"/>
                  <a:pt x="108466" y="130372"/>
                  <a:pt x="108466" y="127724"/>
                </a:cubicBezTo>
                <a:lnTo>
                  <a:pt x="108466" y="64941"/>
                </a:lnTo>
                <a:moveTo>
                  <a:pt x="0" y="97585"/>
                </a:moveTo>
                <a:cubicBezTo>
                  <a:pt x="0" y="88604"/>
                  <a:pt x="1166" y="79953"/>
                  <a:pt x="3498" y="71634"/>
                </a:cubicBezTo>
                <a:cubicBezTo>
                  <a:pt x="5829" y="63315"/>
                  <a:pt x="9096" y="55543"/>
                  <a:pt x="13299" y="48317"/>
                </a:cubicBezTo>
                <a:cubicBezTo>
                  <a:pt x="17502" y="41092"/>
                  <a:pt x="22583" y="34515"/>
                  <a:pt x="28541" y="28585"/>
                </a:cubicBezTo>
                <a:cubicBezTo>
                  <a:pt x="34500" y="22655"/>
                  <a:pt x="41078" y="17574"/>
                  <a:pt x="48274" y="13342"/>
                </a:cubicBezTo>
                <a:cubicBezTo>
                  <a:pt x="55471" y="9111"/>
                  <a:pt x="63229" y="5829"/>
                  <a:pt x="71548" y="3498"/>
                </a:cubicBezTo>
                <a:cubicBezTo>
                  <a:pt x="79867" y="1166"/>
                  <a:pt x="88517" y="0"/>
                  <a:pt x="97499" y="0"/>
                </a:cubicBezTo>
                <a:cubicBezTo>
                  <a:pt x="106480" y="0"/>
                  <a:pt x="115130" y="1166"/>
                  <a:pt x="123449" y="3498"/>
                </a:cubicBezTo>
                <a:cubicBezTo>
                  <a:pt x="131768" y="5829"/>
                  <a:pt x="139541" y="9111"/>
                  <a:pt x="146766" y="13342"/>
                </a:cubicBezTo>
                <a:cubicBezTo>
                  <a:pt x="153991" y="17574"/>
                  <a:pt x="160569" y="22655"/>
                  <a:pt x="166499" y="28585"/>
                </a:cubicBezTo>
                <a:cubicBezTo>
                  <a:pt x="172429" y="34515"/>
                  <a:pt x="177509" y="41092"/>
                  <a:pt x="181741" y="48317"/>
                </a:cubicBezTo>
                <a:cubicBezTo>
                  <a:pt x="185973" y="55543"/>
                  <a:pt x="189254" y="63315"/>
                  <a:pt x="191586" y="71634"/>
                </a:cubicBezTo>
                <a:cubicBezTo>
                  <a:pt x="193918" y="79953"/>
                  <a:pt x="195083" y="88604"/>
                  <a:pt x="195083" y="97585"/>
                </a:cubicBezTo>
                <a:cubicBezTo>
                  <a:pt x="195083" y="106566"/>
                  <a:pt x="193918" y="115216"/>
                  <a:pt x="191586" y="123536"/>
                </a:cubicBezTo>
                <a:cubicBezTo>
                  <a:pt x="189254" y="131855"/>
                  <a:pt x="185973" y="139613"/>
                  <a:pt x="181741" y="146809"/>
                </a:cubicBezTo>
                <a:cubicBezTo>
                  <a:pt x="177509" y="154006"/>
                  <a:pt x="172429" y="160583"/>
                  <a:pt x="166499" y="166542"/>
                </a:cubicBezTo>
                <a:cubicBezTo>
                  <a:pt x="160569" y="172501"/>
                  <a:pt x="153991" y="177581"/>
                  <a:pt x="146766" y="181784"/>
                </a:cubicBezTo>
                <a:cubicBezTo>
                  <a:pt x="139541" y="185987"/>
                  <a:pt x="131768" y="189254"/>
                  <a:pt x="123449" y="191586"/>
                </a:cubicBezTo>
                <a:cubicBezTo>
                  <a:pt x="115130" y="193918"/>
                  <a:pt x="106480" y="195083"/>
                  <a:pt x="97499" y="195083"/>
                </a:cubicBezTo>
                <a:cubicBezTo>
                  <a:pt x="88517" y="195083"/>
                  <a:pt x="79867" y="193918"/>
                  <a:pt x="71548" y="191586"/>
                </a:cubicBezTo>
                <a:cubicBezTo>
                  <a:pt x="63229" y="189254"/>
                  <a:pt x="55471" y="185987"/>
                  <a:pt x="48274" y="181784"/>
                </a:cubicBezTo>
                <a:cubicBezTo>
                  <a:pt x="41078" y="177581"/>
                  <a:pt x="34500" y="172501"/>
                  <a:pt x="28541" y="166542"/>
                </a:cubicBezTo>
                <a:cubicBezTo>
                  <a:pt x="22583" y="160583"/>
                  <a:pt x="17502" y="154006"/>
                  <a:pt x="13299" y="146809"/>
                </a:cubicBezTo>
                <a:cubicBezTo>
                  <a:pt x="9096" y="139613"/>
                  <a:pt x="5829" y="131855"/>
                  <a:pt x="3498" y="123536"/>
                </a:cubicBezTo>
                <a:cubicBezTo>
                  <a:pt x="1166" y="115216"/>
                  <a:pt x="0" y="106566"/>
                  <a:pt x="0" y="97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Header2Code">
            <a:extLst xmlns:a="http://schemas.openxmlformats.org/drawingml/2006/main">
              <a:ext uri="{FF2B5EF4-FFF2-40B4-BE49-F238E27FC236}">
                <a16:creationId xmlns:a16="http://schemas.microsoft.com/office/drawing/2014/main" id="{14C7E33E-BB29-4EB7-BB33-B512234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716" y="1220042"/>
            <a:ext cx="1082042" cy="135124"/>
          </a:xfrm>
          <a:custGeom xmlns:a="http://schemas.openxmlformats.org/drawingml/2006/main">
            <a:pathLst>
              <a:path w="1082042" h="135124">
                <a:moveTo>
                  <a:pt x="82772" y="72339"/>
                </a:moveTo>
                <a:lnTo>
                  <a:pt x="82772" y="131054"/>
                </a:lnTo>
                <a:lnTo>
                  <a:pt x="99220" y="131054"/>
                </a:lnTo>
                <a:lnTo>
                  <a:pt x="99220" y="2124"/>
                </a:lnTo>
                <a:lnTo>
                  <a:pt x="82772" y="2124"/>
                </a:lnTo>
                <a:lnTo>
                  <a:pt x="82772" y="57836"/>
                </a:lnTo>
                <a:lnTo>
                  <a:pt x="16449" y="57836"/>
                </a:lnTo>
                <a:lnTo>
                  <a:pt x="16449" y="2124"/>
                </a:lnTo>
                <a:lnTo>
                  <a:pt x="0" y="2124"/>
                </a:lnTo>
                <a:lnTo>
                  <a:pt x="0" y="131054"/>
                </a:lnTo>
                <a:lnTo>
                  <a:pt x="16449" y="131054"/>
                </a:lnTo>
                <a:lnTo>
                  <a:pt x="16449" y="72339"/>
                </a:lnTo>
                <a:lnTo>
                  <a:pt x="82772" y="72339"/>
                </a:lnTo>
                <a:close/>
                <a:moveTo>
                  <a:pt x="203746" y="89670"/>
                </a:moveTo>
                <a:cubicBezTo>
                  <a:pt x="203746" y="75520"/>
                  <a:pt x="202682" y="67030"/>
                  <a:pt x="200030" y="60135"/>
                </a:cubicBezTo>
                <a:cubicBezTo>
                  <a:pt x="194017" y="44923"/>
                  <a:pt x="179868" y="35728"/>
                  <a:pt x="162537" y="35728"/>
                </a:cubicBezTo>
                <a:cubicBezTo>
                  <a:pt x="136713" y="35728"/>
                  <a:pt x="120089" y="55358"/>
                  <a:pt x="120089" y="85956"/>
                </a:cubicBezTo>
                <a:cubicBezTo>
                  <a:pt x="120089" y="116554"/>
                  <a:pt x="136006" y="135124"/>
                  <a:pt x="162183" y="135124"/>
                </a:cubicBezTo>
                <a:cubicBezTo>
                  <a:pt x="183406" y="135124"/>
                  <a:pt x="198084" y="123096"/>
                  <a:pt x="201800" y="102934"/>
                </a:cubicBezTo>
                <a:lnTo>
                  <a:pt x="186944" y="102934"/>
                </a:lnTo>
                <a:cubicBezTo>
                  <a:pt x="182874" y="115137"/>
                  <a:pt x="174562" y="121506"/>
                  <a:pt x="162712" y="121506"/>
                </a:cubicBezTo>
                <a:cubicBezTo>
                  <a:pt x="153339" y="121506"/>
                  <a:pt x="145381" y="117261"/>
                  <a:pt x="140429" y="109478"/>
                </a:cubicBezTo>
                <a:cubicBezTo>
                  <a:pt x="136891" y="104172"/>
                  <a:pt x="135652" y="98867"/>
                  <a:pt x="135477" y="89670"/>
                </a:cubicBezTo>
                <a:lnTo>
                  <a:pt x="203746" y="89670"/>
                </a:lnTo>
                <a:moveTo>
                  <a:pt x="135830" y="77644"/>
                </a:moveTo>
                <a:cubicBezTo>
                  <a:pt x="137066" y="60489"/>
                  <a:pt x="147502" y="49346"/>
                  <a:pt x="162358" y="49346"/>
                </a:cubicBezTo>
                <a:cubicBezTo>
                  <a:pt x="177393" y="49346"/>
                  <a:pt x="187826" y="61018"/>
                  <a:pt x="187826" y="77644"/>
                </a:cubicBezTo>
                <a:lnTo>
                  <a:pt x="135830" y="77644"/>
                </a:lnTo>
                <a:close/>
                <a:moveTo>
                  <a:pt x="305970" y="122389"/>
                </a:moveTo>
                <a:cubicBezTo>
                  <a:pt x="304380" y="122742"/>
                  <a:pt x="303671" y="122742"/>
                  <a:pt x="302788" y="122742"/>
                </a:cubicBezTo>
                <a:cubicBezTo>
                  <a:pt x="297658" y="122742"/>
                  <a:pt x="294830" y="120089"/>
                  <a:pt x="294830" y="115491"/>
                </a:cubicBezTo>
                <a:lnTo>
                  <a:pt x="294830" y="61018"/>
                </a:lnTo>
                <a:cubicBezTo>
                  <a:pt x="294830" y="44569"/>
                  <a:pt x="282802" y="35728"/>
                  <a:pt x="259987" y="35728"/>
                </a:cubicBezTo>
                <a:cubicBezTo>
                  <a:pt x="246369" y="35728"/>
                  <a:pt x="235580" y="39617"/>
                  <a:pt x="229214" y="46515"/>
                </a:cubicBezTo>
                <a:cubicBezTo>
                  <a:pt x="224969" y="51291"/>
                  <a:pt x="223198" y="56597"/>
                  <a:pt x="222845" y="65794"/>
                </a:cubicBezTo>
                <a:lnTo>
                  <a:pt x="237701" y="65794"/>
                </a:lnTo>
                <a:cubicBezTo>
                  <a:pt x="238940" y="54473"/>
                  <a:pt x="245662" y="49346"/>
                  <a:pt x="259455" y="49346"/>
                </a:cubicBezTo>
                <a:cubicBezTo>
                  <a:pt x="272897" y="49346"/>
                  <a:pt x="280149" y="54298"/>
                  <a:pt x="280149" y="63141"/>
                </a:cubicBezTo>
                <a:lnTo>
                  <a:pt x="280149" y="67030"/>
                </a:lnTo>
                <a:cubicBezTo>
                  <a:pt x="279973" y="73399"/>
                  <a:pt x="276789" y="75698"/>
                  <a:pt x="264761" y="77291"/>
                </a:cubicBezTo>
                <a:cubicBezTo>
                  <a:pt x="243892" y="79944"/>
                  <a:pt x="240707" y="80651"/>
                  <a:pt x="235048" y="82950"/>
                </a:cubicBezTo>
                <a:cubicBezTo>
                  <a:pt x="224261" y="87548"/>
                  <a:pt x="218778" y="95682"/>
                  <a:pt x="218778" y="107710"/>
                </a:cubicBezTo>
                <a:cubicBezTo>
                  <a:pt x="218778" y="124512"/>
                  <a:pt x="230450" y="135124"/>
                  <a:pt x="249197" y="135124"/>
                </a:cubicBezTo>
                <a:cubicBezTo>
                  <a:pt x="260872" y="135124"/>
                  <a:pt x="270245" y="131054"/>
                  <a:pt x="280680" y="121506"/>
                </a:cubicBezTo>
                <a:cubicBezTo>
                  <a:pt x="281741" y="131054"/>
                  <a:pt x="286340" y="135124"/>
                  <a:pt x="295890" y="135124"/>
                </a:cubicBezTo>
                <a:cubicBezTo>
                  <a:pt x="299072" y="135124"/>
                  <a:pt x="301018" y="134770"/>
                  <a:pt x="305970" y="133532"/>
                </a:cubicBezTo>
                <a:lnTo>
                  <a:pt x="305970" y="122389"/>
                </a:lnTo>
                <a:moveTo>
                  <a:pt x="280149" y="101873"/>
                </a:moveTo>
                <a:cubicBezTo>
                  <a:pt x="280149" y="106825"/>
                  <a:pt x="278735" y="109832"/>
                  <a:pt x="274312" y="113899"/>
                </a:cubicBezTo>
                <a:cubicBezTo>
                  <a:pt x="268299" y="119382"/>
                  <a:pt x="261047" y="122213"/>
                  <a:pt x="252382" y="122213"/>
                </a:cubicBezTo>
                <a:cubicBezTo>
                  <a:pt x="240885" y="122213"/>
                  <a:pt x="234166" y="116729"/>
                  <a:pt x="234166" y="107357"/>
                </a:cubicBezTo>
                <a:cubicBezTo>
                  <a:pt x="234166" y="97628"/>
                  <a:pt x="240532" y="92676"/>
                  <a:pt x="256449" y="90377"/>
                </a:cubicBezTo>
                <a:cubicBezTo>
                  <a:pt x="272190" y="88255"/>
                  <a:pt x="275197" y="87548"/>
                  <a:pt x="280149" y="85249"/>
                </a:cubicBezTo>
                <a:lnTo>
                  <a:pt x="280149" y="101873"/>
                </a:lnTo>
                <a:close/>
                <a:moveTo>
                  <a:pt x="398116" y="2124"/>
                </a:moveTo>
                <a:lnTo>
                  <a:pt x="383436" y="2124"/>
                </a:lnTo>
                <a:lnTo>
                  <a:pt x="383436" y="50053"/>
                </a:lnTo>
                <a:cubicBezTo>
                  <a:pt x="377247" y="40680"/>
                  <a:pt x="367343" y="35728"/>
                  <a:pt x="354962" y="35728"/>
                </a:cubicBezTo>
                <a:cubicBezTo>
                  <a:pt x="330908" y="35728"/>
                  <a:pt x="315167" y="55005"/>
                  <a:pt x="315167" y="84539"/>
                </a:cubicBezTo>
                <a:cubicBezTo>
                  <a:pt x="315167" y="115844"/>
                  <a:pt x="330379" y="135124"/>
                  <a:pt x="355493" y="135124"/>
                </a:cubicBezTo>
                <a:cubicBezTo>
                  <a:pt x="368226" y="135124"/>
                  <a:pt x="377069" y="130347"/>
                  <a:pt x="385028" y="118853"/>
                </a:cubicBezTo>
                <a:lnTo>
                  <a:pt x="385028" y="131054"/>
                </a:lnTo>
                <a:lnTo>
                  <a:pt x="398116" y="131054"/>
                </a:lnTo>
                <a:lnTo>
                  <a:pt x="398116" y="2124"/>
                </a:lnTo>
                <a:moveTo>
                  <a:pt x="357439" y="49521"/>
                </a:moveTo>
                <a:cubicBezTo>
                  <a:pt x="373356" y="49521"/>
                  <a:pt x="383436" y="63495"/>
                  <a:pt x="383436" y="85778"/>
                </a:cubicBezTo>
                <a:cubicBezTo>
                  <a:pt x="383436" y="107179"/>
                  <a:pt x="373178" y="121328"/>
                  <a:pt x="357614" y="121328"/>
                </a:cubicBezTo>
                <a:cubicBezTo>
                  <a:pt x="341344" y="121328"/>
                  <a:pt x="330555" y="107003"/>
                  <a:pt x="330555" y="85425"/>
                </a:cubicBezTo>
                <a:cubicBezTo>
                  <a:pt x="330555" y="63848"/>
                  <a:pt x="341344" y="49521"/>
                  <a:pt x="357439" y="49521"/>
                </a:cubicBezTo>
                <a:close/>
                <a:moveTo>
                  <a:pt x="500167" y="89670"/>
                </a:moveTo>
                <a:cubicBezTo>
                  <a:pt x="500167" y="75520"/>
                  <a:pt x="499103" y="67030"/>
                  <a:pt x="496451" y="60135"/>
                </a:cubicBezTo>
                <a:cubicBezTo>
                  <a:pt x="490438" y="44923"/>
                  <a:pt x="476289" y="35728"/>
                  <a:pt x="458958" y="35728"/>
                </a:cubicBezTo>
                <a:cubicBezTo>
                  <a:pt x="433134" y="35728"/>
                  <a:pt x="416510" y="55358"/>
                  <a:pt x="416510" y="85956"/>
                </a:cubicBezTo>
                <a:cubicBezTo>
                  <a:pt x="416510" y="116554"/>
                  <a:pt x="432427" y="135124"/>
                  <a:pt x="458604" y="135124"/>
                </a:cubicBezTo>
                <a:cubicBezTo>
                  <a:pt x="479827" y="135124"/>
                  <a:pt x="494505" y="123096"/>
                  <a:pt x="498221" y="102934"/>
                </a:cubicBezTo>
                <a:lnTo>
                  <a:pt x="483365" y="102934"/>
                </a:lnTo>
                <a:cubicBezTo>
                  <a:pt x="479295" y="115137"/>
                  <a:pt x="470983" y="121506"/>
                  <a:pt x="459133" y="121506"/>
                </a:cubicBezTo>
                <a:cubicBezTo>
                  <a:pt x="449760" y="121506"/>
                  <a:pt x="441802" y="117261"/>
                  <a:pt x="436850" y="109478"/>
                </a:cubicBezTo>
                <a:cubicBezTo>
                  <a:pt x="433312" y="104172"/>
                  <a:pt x="432073" y="98867"/>
                  <a:pt x="431898" y="89670"/>
                </a:cubicBezTo>
                <a:lnTo>
                  <a:pt x="500167" y="89670"/>
                </a:lnTo>
                <a:moveTo>
                  <a:pt x="432251" y="77644"/>
                </a:moveTo>
                <a:cubicBezTo>
                  <a:pt x="433487" y="60489"/>
                  <a:pt x="443923" y="49346"/>
                  <a:pt x="458779" y="49346"/>
                </a:cubicBezTo>
                <a:cubicBezTo>
                  <a:pt x="473814" y="49346"/>
                  <a:pt x="484247" y="61018"/>
                  <a:pt x="484247" y="77644"/>
                </a:cubicBezTo>
                <a:lnTo>
                  <a:pt x="432251" y="77644"/>
                </a:lnTo>
                <a:close/>
                <a:moveTo>
                  <a:pt x="520503" y="38381"/>
                </a:moveTo>
                <a:lnTo>
                  <a:pt x="520503" y="131054"/>
                </a:lnTo>
                <a:lnTo>
                  <a:pt x="535362" y="131054"/>
                </a:lnTo>
                <a:lnTo>
                  <a:pt x="535362" y="82950"/>
                </a:lnTo>
                <a:cubicBezTo>
                  <a:pt x="535538" y="60664"/>
                  <a:pt x="544735" y="50760"/>
                  <a:pt x="565075" y="51291"/>
                </a:cubicBezTo>
                <a:lnTo>
                  <a:pt x="565075" y="36257"/>
                </a:lnTo>
                <a:cubicBezTo>
                  <a:pt x="562597" y="35903"/>
                  <a:pt x="561183" y="35728"/>
                  <a:pt x="559413" y="35728"/>
                </a:cubicBezTo>
                <a:cubicBezTo>
                  <a:pt x="549862" y="35728"/>
                  <a:pt x="542614" y="41387"/>
                  <a:pt x="534123" y="55180"/>
                </a:cubicBezTo>
                <a:lnTo>
                  <a:pt x="534123" y="38381"/>
                </a:lnTo>
                <a:lnTo>
                  <a:pt x="520503" y="38381"/>
                </a:lnTo>
                <a:close/>
                <a:moveTo>
                  <a:pt x="656689" y="115669"/>
                </a:moveTo>
                <a:lnTo>
                  <a:pt x="590719" y="115669"/>
                </a:lnTo>
                <a:cubicBezTo>
                  <a:pt x="592311" y="105058"/>
                  <a:pt x="597971" y="98335"/>
                  <a:pt x="613356" y="88963"/>
                </a:cubicBezTo>
                <a:lnTo>
                  <a:pt x="631043" y="79058"/>
                </a:lnTo>
                <a:cubicBezTo>
                  <a:pt x="648552" y="69330"/>
                  <a:pt x="657571" y="56244"/>
                  <a:pt x="657571" y="40502"/>
                </a:cubicBezTo>
                <a:cubicBezTo>
                  <a:pt x="657571" y="29891"/>
                  <a:pt x="653329" y="19987"/>
                  <a:pt x="645899" y="13089"/>
                </a:cubicBezTo>
                <a:cubicBezTo>
                  <a:pt x="638473" y="6369"/>
                  <a:pt x="629276" y="3184"/>
                  <a:pt x="617426" y="3184"/>
                </a:cubicBezTo>
                <a:cubicBezTo>
                  <a:pt x="601509" y="3184"/>
                  <a:pt x="589659" y="8844"/>
                  <a:pt x="582761" y="19808"/>
                </a:cubicBezTo>
                <a:cubicBezTo>
                  <a:pt x="578338" y="26531"/>
                  <a:pt x="576392" y="34489"/>
                  <a:pt x="576038" y="47400"/>
                </a:cubicBezTo>
                <a:lnTo>
                  <a:pt x="591602" y="47400"/>
                </a:lnTo>
                <a:cubicBezTo>
                  <a:pt x="592133" y="38734"/>
                  <a:pt x="593194" y="33604"/>
                  <a:pt x="595318" y="29359"/>
                </a:cubicBezTo>
                <a:cubicBezTo>
                  <a:pt x="599385" y="21579"/>
                  <a:pt x="607521" y="16802"/>
                  <a:pt x="616894" y="16802"/>
                </a:cubicBezTo>
                <a:cubicBezTo>
                  <a:pt x="631043" y="16802"/>
                  <a:pt x="641654" y="27060"/>
                  <a:pt x="641654" y="40856"/>
                </a:cubicBezTo>
                <a:cubicBezTo>
                  <a:pt x="641654" y="51113"/>
                  <a:pt x="635820" y="59957"/>
                  <a:pt x="624677" y="66323"/>
                </a:cubicBezTo>
                <a:lnTo>
                  <a:pt x="608404" y="75874"/>
                </a:lnTo>
                <a:cubicBezTo>
                  <a:pt x="582229" y="90908"/>
                  <a:pt x="574624" y="102934"/>
                  <a:pt x="573210" y="130879"/>
                </a:cubicBezTo>
                <a:lnTo>
                  <a:pt x="656689" y="130879"/>
                </a:lnTo>
                <a:lnTo>
                  <a:pt x="656689" y="115669"/>
                </a:lnTo>
                <a:close/>
                <a:moveTo>
                  <a:pt x="783143" y="42094"/>
                </a:moveTo>
                <a:cubicBezTo>
                  <a:pt x="778016" y="13796"/>
                  <a:pt x="761745" y="0"/>
                  <a:pt x="733447" y="0"/>
                </a:cubicBezTo>
                <a:cubicBezTo>
                  <a:pt x="716113" y="0"/>
                  <a:pt x="702142" y="5484"/>
                  <a:pt x="692591" y="16095"/>
                </a:cubicBezTo>
                <a:cubicBezTo>
                  <a:pt x="680919" y="28830"/>
                  <a:pt x="674550" y="47222"/>
                  <a:pt x="674550" y="68094"/>
                </a:cubicBezTo>
                <a:cubicBezTo>
                  <a:pt x="674550" y="89316"/>
                  <a:pt x="681095" y="107532"/>
                  <a:pt x="693123" y="120089"/>
                </a:cubicBezTo>
                <a:cubicBezTo>
                  <a:pt x="703202" y="130347"/>
                  <a:pt x="715937" y="135124"/>
                  <a:pt x="732740" y="135124"/>
                </a:cubicBezTo>
                <a:cubicBezTo>
                  <a:pt x="764220" y="135124"/>
                  <a:pt x="781907" y="118144"/>
                  <a:pt x="785796" y="84010"/>
                </a:cubicBezTo>
                <a:lnTo>
                  <a:pt x="768818" y="84010"/>
                </a:lnTo>
                <a:cubicBezTo>
                  <a:pt x="767404" y="92854"/>
                  <a:pt x="765634" y="98867"/>
                  <a:pt x="762981" y="103994"/>
                </a:cubicBezTo>
                <a:cubicBezTo>
                  <a:pt x="757676" y="114608"/>
                  <a:pt x="746711" y="120621"/>
                  <a:pt x="732915" y="120621"/>
                </a:cubicBezTo>
                <a:cubicBezTo>
                  <a:pt x="707269" y="120621"/>
                  <a:pt x="690999" y="100105"/>
                  <a:pt x="690999" y="67915"/>
                </a:cubicBezTo>
                <a:cubicBezTo>
                  <a:pt x="690999" y="34843"/>
                  <a:pt x="706387" y="14503"/>
                  <a:pt x="731501" y="14503"/>
                </a:cubicBezTo>
                <a:cubicBezTo>
                  <a:pt x="741937" y="14503"/>
                  <a:pt x="751663" y="17509"/>
                  <a:pt x="756968" y="22639"/>
                </a:cubicBezTo>
                <a:cubicBezTo>
                  <a:pt x="761745" y="27060"/>
                  <a:pt x="764398" y="32365"/>
                  <a:pt x="766341" y="42094"/>
                </a:cubicBezTo>
                <a:lnTo>
                  <a:pt x="783143" y="42094"/>
                </a:lnTo>
                <a:close/>
                <a:moveTo>
                  <a:pt x="841861" y="35728"/>
                </a:moveTo>
                <a:cubicBezTo>
                  <a:pt x="815686" y="35728"/>
                  <a:pt x="800123" y="54298"/>
                  <a:pt x="800123" y="85425"/>
                </a:cubicBezTo>
                <a:cubicBezTo>
                  <a:pt x="800123" y="116729"/>
                  <a:pt x="815686" y="135124"/>
                  <a:pt x="842039" y="135124"/>
                </a:cubicBezTo>
                <a:cubicBezTo>
                  <a:pt x="868214" y="135124"/>
                  <a:pt x="883955" y="116554"/>
                  <a:pt x="883955" y="86132"/>
                </a:cubicBezTo>
                <a:cubicBezTo>
                  <a:pt x="883955" y="53944"/>
                  <a:pt x="868745" y="35728"/>
                  <a:pt x="841861" y="35728"/>
                </a:cubicBezTo>
                <a:moveTo>
                  <a:pt x="842039" y="49346"/>
                </a:moveTo>
                <a:cubicBezTo>
                  <a:pt x="858663" y="49346"/>
                  <a:pt x="868567" y="62963"/>
                  <a:pt x="868567" y="85956"/>
                </a:cubicBezTo>
                <a:cubicBezTo>
                  <a:pt x="868567" y="107886"/>
                  <a:pt x="858309" y="121506"/>
                  <a:pt x="842039" y="121506"/>
                </a:cubicBezTo>
                <a:cubicBezTo>
                  <a:pt x="825590" y="121506"/>
                  <a:pt x="815508" y="107886"/>
                  <a:pt x="815508" y="85425"/>
                </a:cubicBezTo>
                <a:cubicBezTo>
                  <a:pt x="815508" y="62963"/>
                  <a:pt x="825590" y="49346"/>
                  <a:pt x="842039" y="49346"/>
                </a:cubicBezTo>
                <a:close/>
                <a:moveTo>
                  <a:pt x="979638" y="2124"/>
                </a:moveTo>
                <a:lnTo>
                  <a:pt x="964957" y="2124"/>
                </a:lnTo>
                <a:lnTo>
                  <a:pt x="964957" y="50053"/>
                </a:lnTo>
                <a:cubicBezTo>
                  <a:pt x="958769" y="40680"/>
                  <a:pt x="948865" y="35728"/>
                  <a:pt x="936483" y="35728"/>
                </a:cubicBezTo>
                <a:cubicBezTo>
                  <a:pt x="912430" y="35728"/>
                  <a:pt x="896688" y="55005"/>
                  <a:pt x="896688" y="84539"/>
                </a:cubicBezTo>
                <a:cubicBezTo>
                  <a:pt x="896688" y="115844"/>
                  <a:pt x="911901" y="135124"/>
                  <a:pt x="937015" y="135124"/>
                </a:cubicBezTo>
                <a:cubicBezTo>
                  <a:pt x="949747" y="135124"/>
                  <a:pt x="958591" y="130347"/>
                  <a:pt x="966549" y="118853"/>
                </a:cubicBezTo>
                <a:lnTo>
                  <a:pt x="966549" y="131054"/>
                </a:lnTo>
                <a:lnTo>
                  <a:pt x="979638" y="131054"/>
                </a:lnTo>
                <a:lnTo>
                  <a:pt x="979638" y="2124"/>
                </a:lnTo>
                <a:moveTo>
                  <a:pt x="938961" y="49521"/>
                </a:moveTo>
                <a:cubicBezTo>
                  <a:pt x="954877" y="49521"/>
                  <a:pt x="964957" y="63495"/>
                  <a:pt x="964957" y="85778"/>
                </a:cubicBezTo>
                <a:cubicBezTo>
                  <a:pt x="964957" y="107179"/>
                  <a:pt x="954699" y="121328"/>
                  <a:pt x="939136" y="121328"/>
                </a:cubicBezTo>
                <a:cubicBezTo>
                  <a:pt x="922866" y="121328"/>
                  <a:pt x="912076" y="107003"/>
                  <a:pt x="912076" y="85425"/>
                </a:cubicBezTo>
                <a:cubicBezTo>
                  <a:pt x="912076" y="63848"/>
                  <a:pt x="922866" y="49521"/>
                  <a:pt x="938961" y="49521"/>
                </a:cubicBezTo>
                <a:close/>
                <a:moveTo>
                  <a:pt x="1082042" y="89670"/>
                </a:moveTo>
                <a:cubicBezTo>
                  <a:pt x="1082042" y="75520"/>
                  <a:pt x="1080979" y="67030"/>
                  <a:pt x="1078326" y="60135"/>
                </a:cubicBezTo>
                <a:cubicBezTo>
                  <a:pt x="1072313" y="44923"/>
                  <a:pt x="1058164" y="35728"/>
                  <a:pt x="1040833" y="35728"/>
                </a:cubicBezTo>
                <a:cubicBezTo>
                  <a:pt x="1015009" y="35728"/>
                  <a:pt x="998385" y="55358"/>
                  <a:pt x="998385" y="85956"/>
                </a:cubicBezTo>
                <a:cubicBezTo>
                  <a:pt x="998385" y="116554"/>
                  <a:pt x="1014302" y="135124"/>
                  <a:pt x="1040480" y="135124"/>
                </a:cubicBezTo>
                <a:cubicBezTo>
                  <a:pt x="1061702" y="135124"/>
                  <a:pt x="1076380" y="123096"/>
                  <a:pt x="1080097" y="102934"/>
                </a:cubicBezTo>
                <a:lnTo>
                  <a:pt x="1065240" y="102934"/>
                </a:lnTo>
                <a:cubicBezTo>
                  <a:pt x="1061171" y="115137"/>
                  <a:pt x="1052859" y="121506"/>
                  <a:pt x="1041009" y="121506"/>
                </a:cubicBezTo>
                <a:cubicBezTo>
                  <a:pt x="1031636" y="121506"/>
                  <a:pt x="1023678" y="117261"/>
                  <a:pt x="1018725" y="109478"/>
                </a:cubicBezTo>
                <a:cubicBezTo>
                  <a:pt x="1015187" y="104172"/>
                  <a:pt x="1013949" y="98867"/>
                  <a:pt x="1013773" y="89670"/>
                </a:cubicBezTo>
                <a:lnTo>
                  <a:pt x="1082042" y="89670"/>
                </a:lnTo>
                <a:moveTo>
                  <a:pt x="1014127" y="77644"/>
                </a:moveTo>
                <a:cubicBezTo>
                  <a:pt x="1015363" y="60489"/>
                  <a:pt x="1025799" y="49346"/>
                  <a:pt x="1040655" y="49346"/>
                </a:cubicBezTo>
                <a:cubicBezTo>
                  <a:pt x="1055690" y="49346"/>
                  <a:pt x="1066123" y="61018"/>
                  <a:pt x="1066123" y="77644"/>
                </a:cubicBezTo>
                <a:lnTo>
                  <a:pt x="1014127" y="77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❷">
            <a:extLst xmlns:a="http://schemas.openxmlformats.org/drawingml/2006/main">
              <a:ext uri="{FF2B5EF4-FFF2-40B4-BE49-F238E27FC236}">
                <a16:creationId xmlns:a16="http://schemas.microsoft.com/office/drawing/2014/main" id="{3188D7A4-44EC-4C87-B8EB-1E09F97C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817" y="1547921"/>
            <a:ext cx="195604" cy="195604"/>
          </a:xfrm>
          <a:custGeom xmlns:a="http://schemas.openxmlformats.org/drawingml/2006/main">
            <a:pathLst>
              <a:path w="195604" h="195604">
                <a:moveTo>
                  <a:pt x="83818" y="129104"/>
                </a:moveTo>
                <a:lnTo>
                  <a:pt x="83818" y="128497"/>
                </a:lnTo>
                <a:lnTo>
                  <a:pt x="83731" y="128497"/>
                </a:lnTo>
                <a:cubicBezTo>
                  <a:pt x="84482" y="127458"/>
                  <a:pt x="85492" y="126160"/>
                  <a:pt x="86762" y="124601"/>
                </a:cubicBezTo>
                <a:cubicBezTo>
                  <a:pt x="88032" y="123042"/>
                  <a:pt x="89460" y="121383"/>
                  <a:pt x="91048" y="119622"/>
                </a:cubicBezTo>
                <a:cubicBezTo>
                  <a:pt x="92635" y="117862"/>
                  <a:pt x="94309" y="116029"/>
                  <a:pt x="96070" y="114124"/>
                </a:cubicBezTo>
                <a:cubicBezTo>
                  <a:pt x="97831" y="112219"/>
                  <a:pt x="99635" y="110372"/>
                  <a:pt x="101482" y="108582"/>
                </a:cubicBezTo>
                <a:cubicBezTo>
                  <a:pt x="105811" y="104368"/>
                  <a:pt x="109434" y="100760"/>
                  <a:pt x="112349" y="97759"/>
                </a:cubicBezTo>
                <a:cubicBezTo>
                  <a:pt x="115264" y="94757"/>
                  <a:pt x="117674" y="92145"/>
                  <a:pt x="119579" y="89922"/>
                </a:cubicBezTo>
                <a:cubicBezTo>
                  <a:pt x="121484" y="87700"/>
                  <a:pt x="122999" y="85723"/>
                  <a:pt x="124125" y="83991"/>
                </a:cubicBezTo>
                <a:cubicBezTo>
                  <a:pt x="125250" y="82259"/>
                  <a:pt x="126188" y="80527"/>
                  <a:pt x="126939" y="78796"/>
                </a:cubicBezTo>
                <a:cubicBezTo>
                  <a:pt x="127689" y="77064"/>
                  <a:pt x="128252" y="75318"/>
                  <a:pt x="128627" y="73557"/>
                </a:cubicBezTo>
                <a:cubicBezTo>
                  <a:pt x="129003" y="71796"/>
                  <a:pt x="129190" y="69906"/>
                  <a:pt x="129190" y="67885"/>
                </a:cubicBezTo>
                <a:cubicBezTo>
                  <a:pt x="129190" y="64595"/>
                  <a:pt x="128613" y="61579"/>
                  <a:pt x="127458" y="58837"/>
                </a:cubicBezTo>
                <a:cubicBezTo>
                  <a:pt x="126304" y="56095"/>
                  <a:pt x="124500" y="53728"/>
                  <a:pt x="122047" y="51737"/>
                </a:cubicBezTo>
                <a:cubicBezTo>
                  <a:pt x="119593" y="49745"/>
                  <a:pt x="116404" y="48187"/>
                  <a:pt x="112479" y="47061"/>
                </a:cubicBezTo>
                <a:cubicBezTo>
                  <a:pt x="108553" y="45935"/>
                  <a:pt x="103820" y="45372"/>
                  <a:pt x="98278" y="45372"/>
                </a:cubicBezTo>
                <a:cubicBezTo>
                  <a:pt x="94295" y="45372"/>
                  <a:pt x="90658" y="45632"/>
                  <a:pt x="87368" y="46152"/>
                </a:cubicBezTo>
                <a:cubicBezTo>
                  <a:pt x="84078" y="46671"/>
                  <a:pt x="80787" y="47422"/>
                  <a:pt x="77497" y="48403"/>
                </a:cubicBezTo>
                <a:cubicBezTo>
                  <a:pt x="74033" y="49327"/>
                  <a:pt x="69300" y="51030"/>
                  <a:pt x="63296" y="53512"/>
                </a:cubicBezTo>
                <a:lnTo>
                  <a:pt x="63296" y="70916"/>
                </a:lnTo>
                <a:lnTo>
                  <a:pt x="77150" y="70916"/>
                </a:lnTo>
                <a:cubicBezTo>
                  <a:pt x="78305" y="64855"/>
                  <a:pt x="80123" y="60439"/>
                  <a:pt x="82606" y="57668"/>
                </a:cubicBezTo>
                <a:cubicBezTo>
                  <a:pt x="85088" y="54897"/>
                  <a:pt x="88234" y="53512"/>
                  <a:pt x="92044" y="53512"/>
                </a:cubicBezTo>
                <a:cubicBezTo>
                  <a:pt x="96142" y="53512"/>
                  <a:pt x="99346" y="55041"/>
                  <a:pt x="101655" y="58101"/>
                </a:cubicBezTo>
                <a:cubicBezTo>
                  <a:pt x="103964" y="61160"/>
                  <a:pt x="105119" y="65403"/>
                  <a:pt x="105119" y="70829"/>
                </a:cubicBezTo>
                <a:cubicBezTo>
                  <a:pt x="105119" y="73773"/>
                  <a:pt x="104743" y="76616"/>
                  <a:pt x="103993" y="79358"/>
                </a:cubicBezTo>
                <a:cubicBezTo>
                  <a:pt x="103242" y="82100"/>
                  <a:pt x="102059" y="84943"/>
                  <a:pt x="100443" y="87887"/>
                </a:cubicBezTo>
                <a:cubicBezTo>
                  <a:pt x="98826" y="90831"/>
                  <a:pt x="96734" y="93977"/>
                  <a:pt x="94165" y="97326"/>
                </a:cubicBezTo>
                <a:cubicBezTo>
                  <a:pt x="91596" y="100674"/>
                  <a:pt x="88522" y="104455"/>
                  <a:pt x="84943" y="108669"/>
                </a:cubicBezTo>
                <a:cubicBezTo>
                  <a:pt x="79229" y="115307"/>
                  <a:pt x="74452" y="121426"/>
                  <a:pt x="70613" y="127025"/>
                </a:cubicBezTo>
                <a:cubicBezTo>
                  <a:pt x="66774" y="132625"/>
                  <a:pt x="63845" y="137762"/>
                  <a:pt x="61824" y="142438"/>
                </a:cubicBezTo>
                <a:lnTo>
                  <a:pt x="61824" y="147287"/>
                </a:lnTo>
                <a:lnTo>
                  <a:pt x="129623" y="147287"/>
                </a:lnTo>
                <a:lnTo>
                  <a:pt x="131355" y="120791"/>
                </a:lnTo>
                <a:lnTo>
                  <a:pt x="122177" y="120791"/>
                </a:lnTo>
                <a:cubicBezTo>
                  <a:pt x="121657" y="122523"/>
                  <a:pt x="121123" y="123923"/>
                  <a:pt x="120575" y="124991"/>
                </a:cubicBezTo>
                <a:cubicBezTo>
                  <a:pt x="120026" y="126059"/>
                  <a:pt x="119290" y="126896"/>
                  <a:pt x="118367" y="127502"/>
                </a:cubicBezTo>
                <a:cubicBezTo>
                  <a:pt x="117443" y="128108"/>
                  <a:pt x="116245" y="128526"/>
                  <a:pt x="114773" y="128757"/>
                </a:cubicBezTo>
                <a:cubicBezTo>
                  <a:pt x="113301" y="128988"/>
                  <a:pt x="111411" y="129104"/>
                  <a:pt x="109102" y="129104"/>
                </a:cubicBezTo>
                <a:lnTo>
                  <a:pt x="83818" y="129104"/>
                </a:lnTo>
                <a:moveTo>
                  <a:pt x="0" y="97845"/>
                </a:moveTo>
                <a:cubicBezTo>
                  <a:pt x="0" y="88840"/>
                  <a:pt x="1169" y="80167"/>
                  <a:pt x="3507" y="71825"/>
                </a:cubicBezTo>
                <a:cubicBezTo>
                  <a:pt x="5845" y="63484"/>
                  <a:pt x="9121" y="55691"/>
                  <a:pt x="13335" y="48446"/>
                </a:cubicBezTo>
                <a:cubicBezTo>
                  <a:pt x="17549" y="41202"/>
                  <a:pt x="22643" y="34607"/>
                  <a:pt x="28618" y="28661"/>
                </a:cubicBezTo>
                <a:cubicBezTo>
                  <a:pt x="34592" y="22715"/>
                  <a:pt x="41187" y="17621"/>
                  <a:pt x="48403" y="13378"/>
                </a:cubicBezTo>
                <a:cubicBezTo>
                  <a:pt x="55619" y="9135"/>
                  <a:pt x="63397" y="5845"/>
                  <a:pt x="71739" y="3507"/>
                </a:cubicBezTo>
                <a:cubicBezTo>
                  <a:pt x="80080" y="1169"/>
                  <a:pt x="88753" y="0"/>
                  <a:pt x="97759" y="0"/>
                </a:cubicBezTo>
                <a:cubicBezTo>
                  <a:pt x="106764" y="0"/>
                  <a:pt x="115437" y="1169"/>
                  <a:pt x="123778" y="3507"/>
                </a:cubicBezTo>
                <a:cubicBezTo>
                  <a:pt x="132120" y="5845"/>
                  <a:pt x="139913" y="9135"/>
                  <a:pt x="147157" y="13378"/>
                </a:cubicBezTo>
                <a:cubicBezTo>
                  <a:pt x="154402" y="17621"/>
                  <a:pt x="160997" y="22715"/>
                  <a:pt x="166943" y="28661"/>
                </a:cubicBezTo>
                <a:cubicBezTo>
                  <a:pt x="172889" y="34607"/>
                  <a:pt x="177983" y="41202"/>
                  <a:pt x="182226" y="48446"/>
                </a:cubicBezTo>
                <a:cubicBezTo>
                  <a:pt x="186469" y="55691"/>
                  <a:pt x="189759" y="63484"/>
                  <a:pt x="192097" y="71825"/>
                </a:cubicBezTo>
                <a:cubicBezTo>
                  <a:pt x="194435" y="80167"/>
                  <a:pt x="195604" y="88840"/>
                  <a:pt x="195604" y="97845"/>
                </a:cubicBezTo>
                <a:cubicBezTo>
                  <a:pt x="195604" y="106850"/>
                  <a:pt x="194435" y="115524"/>
                  <a:pt x="192097" y="123865"/>
                </a:cubicBezTo>
                <a:cubicBezTo>
                  <a:pt x="189759" y="132206"/>
                  <a:pt x="186469" y="139985"/>
                  <a:pt x="182226" y="147201"/>
                </a:cubicBezTo>
                <a:cubicBezTo>
                  <a:pt x="177983" y="154416"/>
                  <a:pt x="172889" y="161011"/>
                  <a:pt x="166943" y="166986"/>
                </a:cubicBezTo>
                <a:cubicBezTo>
                  <a:pt x="160997" y="172961"/>
                  <a:pt x="154402" y="178055"/>
                  <a:pt x="147157" y="182269"/>
                </a:cubicBezTo>
                <a:cubicBezTo>
                  <a:pt x="139913" y="186483"/>
                  <a:pt x="132120" y="189759"/>
                  <a:pt x="123778" y="192097"/>
                </a:cubicBezTo>
                <a:cubicBezTo>
                  <a:pt x="115437" y="194435"/>
                  <a:pt x="106764" y="195604"/>
                  <a:pt x="97759" y="195604"/>
                </a:cubicBezTo>
                <a:cubicBezTo>
                  <a:pt x="88753" y="195604"/>
                  <a:pt x="80080" y="194435"/>
                  <a:pt x="71739" y="192097"/>
                </a:cubicBezTo>
                <a:cubicBezTo>
                  <a:pt x="63397" y="189759"/>
                  <a:pt x="55619" y="186483"/>
                  <a:pt x="48403" y="182269"/>
                </a:cubicBezTo>
                <a:cubicBezTo>
                  <a:pt x="41187" y="178055"/>
                  <a:pt x="34592" y="172961"/>
                  <a:pt x="28618" y="166986"/>
                </a:cubicBezTo>
                <a:cubicBezTo>
                  <a:pt x="22643" y="161011"/>
                  <a:pt x="17549" y="154416"/>
                  <a:pt x="13335" y="147201"/>
                </a:cubicBezTo>
                <a:cubicBezTo>
                  <a:pt x="9121" y="139985"/>
                  <a:pt x="5845" y="132206"/>
                  <a:pt x="3507" y="123865"/>
                </a:cubicBezTo>
                <a:cubicBezTo>
                  <a:pt x="1169" y="115524"/>
                  <a:pt x="0" y="106850"/>
                  <a:pt x="0" y="97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NL2Code">
            <a:extLst xmlns:a="http://schemas.openxmlformats.org/drawingml/2006/main">
              <a:ext uri="{FF2B5EF4-FFF2-40B4-BE49-F238E27FC236}">
                <a16:creationId xmlns:a16="http://schemas.microsoft.com/office/drawing/2014/main" id="{E4D6A26A-9855-47DB-8E17-A3B8F32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33" y="1573416"/>
            <a:ext cx="727955" cy="135484"/>
          </a:xfrm>
          <a:custGeom xmlns:a="http://schemas.openxmlformats.org/drawingml/2006/main">
            <a:pathLst>
              <a:path w="727955" h="135484">
                <a:moveTo>
                  <a:pt x="101081" y="2130"/>
                </a:moveTo>
                <a:lnTo>
                  <a:pt x="85476" y="2130"/>
                </a:lnTo>
                <a:lnTo>
                  <a:pt x="85476" y="107819"/>
                </a:lnTo>
                <a:lnTo>
                  <a:pt x="17910" y="2130"/>
                </a:lnTo>
                <a:lnTo>
                  <a:pt x="0" y="2130"/>
                </a:lnTo>
                <a:lnTo>
                  <a:pt x="0" y="131404"/>
                </a:lnTo>
                <a:lnTo>
                  <a:pt x="15605" y="131404"/>
                </a:lnTo>
                <a:lnTo>
                  <a:pt x="15605" y="26602"/>
                </a:lnTo>
                <a:lnTo>
                  <a:pt x="82462" y="131404"/>
                </a:lnTo>
                <a:lnTo>
                  <a:pt x="101081" y="131404"/>
                </a:lnTo>
                <a:lnTo>
                  <a:pt x="101081" y="2130"/>
                </a:lnTo>
                <a:close/>
                <a:moveTo>
                  <a:pt x="144526" y="2130"/>
                </a:moveTo>
                <a:lnTo>
                  <a:pt x="128034" y="2130"/>
                </a:lnTo>
                <a:lnTo>
                  <a:pt x="128034" y="131404"/>
                </a:lnTo>
                <a:lnTo>
                  <a:pt x="208366" y="131404"/>
                </a:lnTo>
                <a:lnTo>
                  <a:pt x="208366" y="116865"/>
                </a:lnTo>
                <a:lnTo>
                  <a:pt x="144526" y="116865"/>
                </a:lnTo>
                <a:lnTo>
                  <a:pt x="144526" y="2130"/>
                </a:lnTo>
                <a:close/>
                <a:moveTo>
                  <a:pt x="302176" y="115977"/>
                </a:moveTo>
                <a:lnTo>
                  <a:pt x="236031" y="115977"/>
                </a:lnTo>
                <a:cubicBezTo>
                  <a:pt x="237627" y="105338"/>
                  <a:pt x="243302" y="98597"/>
                  <a:pt x="258728" y="89200"/>
                </a:cubicBezTo>
                <a:lnTo>
                  <a:pt x="276462" y="79269"/>
                </a:lnTo>
                <a:cubicBezTo>
                  <a:pt x="294018" y="69514"/>
                  <a:pt x="303061" y="56394"/>
                  <a:pt x="303061" y="40610"/>
                </a:cubicBezTo>
                <a:cubicBezTo>
                  <a:pt x="303061" y="29970"/>
                  <a:pt x="298808" y="20040"/>
                  <a:pt x="291358" y="13124"/>
                </a:cubicBezTo>
                <a:cubicBezTo>
                  <a:pt x="283912" y="6386"/>
                  <a:pt x="274690" y="3193"/>
                  <a:pt x="262808" y="3193"/>
                </a:cubicBezTo>
                <a:cubicBezTo>
                  <a:pt x="246849" y="3193"/>
                  <a:pt x="234967" y="8867"/>
                  <a:pt x="228051" y="19861"/>
                </a:cubicBezTo>
                <a:cubicBezTo>
                  <a:pt x="223616" y="26602"/>
                  <a:pt x="221665" y="34581"/>
                  <a:pt x="221311" y="47526"/>
                </a:cubicBezTo>
                <a:lnTo>
                  <a:pt x="236916" y="47526"/>
                </a:lnTo>
                <a:cubicBezTo>
                  <a:pt x="237449" y="38838"/>
                  <a:pt x="238512" y="33694"/>
                  <a:pt x="240642" y="29437"/>
                </a:cubicBezTo>
                <a:cubicBezTo>
                  <a:pt x="244720" y="21636"/>
                  <a:pt x="252878" y="16847"/>
                  <a:pt x="262275" y="16847"/>
                </a:cubicBezTo>
                <a:cubicBezTo>
                  <a:pt x="276462" y="16847"/>
                  <a:pt x="287102" y="27132"/>
                  <a:pt x="287102" y="40965"/>
                </a:cubicBezTo>
                <a:cubicBezTo>
                  <a:pt x="287102" y="51250"/>
                  <a:pt x="281252" y="60117"/>
                  <a:pt x="270079" y="66500"/>
                </a:cubicBezTo>
                <a:lnTo>
                  <a:pt x="253763" y="76076"/>
                </a:lnTo>
                <a:cubicBezTo>
                  <a:pt x="227518" y="91151"/>
                  <a:pt x="219893" y="103208"/>
                  <a:pt x="218475" y="131228"/>
                </a:cubicBezTo>
                <a:lnTo>
                  <a:pt x="302176" y="131228"/>
                </a:lnTo>
                <a:lnTo>
                  <a:pt x="302176" y="115977"/>
                </a:lnTo>
                <a:close/>
                <a:moveTo>
                  <a:pt x="429146" y="42207"/>
                </a:moveTo>
                <a:cubicBezTo>
                  <a:pt x="424005" y="13833"/>
                  <a:pt x="407691" y="0"/>
                  <a:pt x="379317" y="0"/>
                </a:cubicBezTo>
                <a:cubicBezTo>
                  <a:pt x="361937" y="0"/>
                  <a:pt x="347929" y="5498"/>
                  <a:pt x="338353" y="16138"/>
                </a:cubicBezTo>
                <a:cubicBezTo>
                  <a:pt x="326650" y="28907"/>
                  <a:pt x="320264" y="47348"/>
                  <a:pt x="320264" y="68275"/>
                </a:cubicBezTo>
                <a:cubicBezTo>
                  <a:pt x="320264" y="89554"/>
                  <a:pt x="326825" y="107819"/>
                  <a:pt x="338886" y="120410"/>
                </a:cubicBezTo>
                <a:cubicBezTo>
                  <a:pt x="348992" y="130695"/>
                  <a:pt x="361761" y="135484"/>
                  <a:pt x="378608" y="135484"/>
                </a:cubicBezTo>
                <a:cubicBezTo>
                  <a:pt x="410172" y="135484"/>
                  <a:pt x="427907" y="118459"/>
                  <a:pt x="431806" y="84234"/>
                </a:cubicBezTo>
                <a:lnTo>
                  <a:pt x="414783" y="84234"/>
                </a:lnTo>
                <a:cubicBezTo>
                  <a:pt x="413365" y="93102"/>
                  <a:pt x="411590" y="99130"/>
                  <a:pt x="408930" y="104272"/>
                </a:cubicBezTo>
                <a:cubicBezTo>
                  <a:pt x="403611" y="114914"/>
                  <a:pt x="392617" y="120943"/>
                  <a:pt x="378784" y="120943"/>
                </a:cubicBezTo>
                <a:cubicBezTo>
                  <a:pt x="353070" y="120943"/>
                  <a:pt x="336756" y="100372"/>
                  <a:pt x="336756" y="68097"/>
                </a:cubicBezTo>
                <a:cubicBezTo>
                  <a:pt x="336756" y="34936"/>
                  <a:pt x="352185" y="14541"/>
                  <a:pt x="377366" y="14541"/>
                </a:cubicBezTo>
                <a:cubicBezTo>
                  <a:pt x="387830" y="14541"/>
                  <a:pt x="397582" y="17556"/>
                  <a:pt x="402902" y="22700"/>
                </a:cubicBezTo>
                <a:cubicBezTo>
                  <a:pt x="407691" y="27132"/>
                  <a:pt x="410351" y="32452"/>
                  <a:pt x="412299" y="42207"/>
                </a:cubicBezTo>
                <a:lnTo>
                  <a:pt x="429146" y="42207"/>
                </a:lnTo>
                <a:close/>
                <a:moveTo>
                  <a:pt x="487311" y="35823"/>
                </a:moveTo>
                <a:cubicBezTo>
                  <a:pt x="461066" y="35823"/>
                  <a:pt x="445462" y="54443"/>
                  <a:pt x="445462" y="85652"/>
                </a:cubicBezTo>
                <a:cubicBezTo>
                  <a:pt x="445462" y="117041"/>
                  <a:pt x="461066" y="135484"/>
                  <a:pt x="487489" y="135484"/>
                </a:cubicBezTo>
                <a:cubicBezTo>
                  <a:pt x="513734" y="135484"/>
                  <a:pt x="529517" y="116865"/>
                  <a:pt x="529517" y="86361"/>
                </a:cubicBezTo>
                <a:cubicBezTo>
                  <a:pt x="529517" y="54088"/>
                  <a:pt x="514267" y="35823"/>
                  <a:pt x="487311" y="35823"/>
                </a:cubicBezTo>
                <a:moveTo>
                  <a:pt x="487489" y="49477"/>
                </a:moveTo>
                <a:cubicBezTo>
                  <a:pt x="504158" y="49477"/>
                  <a:pt x="514088" y="63131"/>
                  <a:pt x="514088" y="86185"/>
                </a:cubicBezTo>
                <a:cubicBezTo>
                  <a:pt x="514088" y="108174"/>
                  <a:pt x="503803" y="121830"/>
                  <a:pt x="487489" y="121830"/>
                </a:cubicBezTo>
                <a:cubicBezTo>
                  <a:pt x="470997" y="121830"/>
                  <a:pt x="460888" y="108174"/>
                  <a:pt x="460888" y="85652"/>
                </a:cubicBezTo>
                <a:cubicBezTo>
                  <a:pt x="460888" y="63131"/>
                  <a:pt x="470997" y="49477"/>
                  <a:pt x="487489" y="49477"/>
                </a:cubicBezTo>
                <a:close/>
                <a:moveTo>
                  <a:pt x="625455" y="2130"/>
                </a:moveTo>
                <a:lnTo>
                  <a:pt x="610735" y="2130"/>
                </a:lnTo>
                <a:lnTo>
                  <a:pt x="610735" y="50186"/>
                </a:lnTo>
                <a:cubicBezTo>
                  <a:pt x="604530" y="40789"/>
                  <a:pt x="594599" y="35823"/>
                  <a:pt x="582185" y="35823"/>
                </a:cubicBezTo>
                <a:cubicBezTo>
                  <a:pt x="558067" y="35823"/>
                  <a:pt x="542284" y="55152"/>
                  <a:pt x="542284" y="84765"/>
                </a:cubicBezTo>
                <a:cubicBezTo>
                  <a:pt x="542284" y="116153"/>
                  <a:pt x="557537" y="135484"/>
                  <a:pt x="582718" y="135484"/>
                </a:cubicBezTo>
                <a:cubicBezTo>
                  <a:pt x="595484" y="135484"/>
                  <a:pt x="604351" y="130695"/>
                  <a:pt x="612331" y="119170"/>
                </a:cubicBezTo>
                <a:lnTo>
                  <a:pt x="612331" y="131404"/>
                </a:lnTo>
                <a:lnTo>
                  <a:pt x="625455" y="131404"/>
                </a:lnTo>
                <a:lnTo>
                  <a:pt x="625455" y="2130"/>
                </a:lnTo>
                <a:moveTo>
                  <a:pt x="584669" y="49653"/>
                </a:moveTo>
                <a:cubicBezTo>
                  <a:pt x="600628" y="49653"/>
                  <a:pt x="610735" y="63664"/>
                  <a:pt x="610735" y="86007"/>
                </a:cubicBezTo>
                <a:cubicBezTo>
                  <a:pt x="610735" y="107465"/>
                  <a:pt x="600450" y="121652"/>
                  <a:pt x="584845" y="121652"/>
                </a:cubicBezTo>
                <a:cubicBezTo>
                  <a:pt x="568531" y="121652"/>
                  <a:pt x="557713" y="107289"/>
                  <a:pt x="557713" y="85652"/>
                </a:cubicBezTo>
                <a:cubicBezTo>
                  <a:pt x="557713" y="64019"/>
                  <a:pt x="568531" y="49653"/>
                  <a:pt x="584669" y="49653"/>
                </a:cubicBezTo>
                <a:close/>
                <a:moveTo>
                  <a:pt x="727955" y="89909"/>
                </a:moveTo>
                <a:cubicBezTo>
                  <a:pt x="727955" y="75722"/>
                  <a:pt x="726889" y="67209"/>
                  <a:pt x="724229" y="60295"/>
                </a:cubicBezTo>
                <a:cubicBezTo>
                  <a:pt x="718200" y="45042"/>
                  <a:pt x="704013" y="35823"/>
                  <a:pt x="686636" y="35823"/>
                </a:cubicBezTo>
                <a:cubicBezTo>
                  <a:pt x="660743" y="35823"/>
                  <a:pt x="644075" y="55506"/>
                  <a:pt x="644075" y="86185"/>
                </a:cubicBezTo>
                <a:cubicBezTo>
                  <a:pt x="644075" y="116865"/>
                  <a:pt x="660034" y="135484"/>
                  <a:pt x="686281" y="135484"/>
                </a:cubicBezTo>
                <a:cubicBezTo>
                  <a:pt x="707560" y="135484"/>
                  <a:pt x="722278" y="123424"/>
                  <a:pt x="726004" y="103208"/>
                </a:cubicBezTo>
                <a:lnTo>
                  <a:pt x="711108" y="103208"/>
                </a:lnTo>
                <a:cubicBezTo>
                  <a:pt x="707027" y="115444"/>
                  <a:pt x="698693" y="121830"/>
                  <a:pt x="686812" y="121830"/>
                </a:cubicBezTo>
                <a:cubicBezTo>
                  <a:pt x="677414" y="121830"/>
                  <a:pt x="669434" y="117574"/>
                  <a:pt x="664469" y="109770"/>
                </a:cubicBezTo>
                <a:cubicBezTo>
                  <a:pt x="660922" y="104450"/>
                  <a:pt x="659680" y="99130"/>
                  <a:pt x="659504" y="89909"/>
                </a:cubicBezTo>
                <a:lnTo>
                  <a:pt x="727955" y="89909"/>
                </a:lnTo>
                <a:moveTo>
                  <a:pt x="659858" y="77851"/>
                </a:moveTo>
                <a:cubicBezTo>
                  <a:pt x="661097" y="60650"/>
                  <a:pt x="671561" y="49477"/>
                  <a:pt x="686457" y="49477"/>
                </a:cubicBezTo>
                <a:cubicBezTo>
                  <a:pt x="701532" y="49477"/>
                  <a:pt x="711993" y="61180"/>
                  <a:pt x="711993" y="77851"/>
                </a:cubicBezTo>
                <a:lnTo>
                  <a:pt x="659858" y="778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❸">
            <a:extLst xmlns:a="http://schemas.openxmlformats.org/drawingml/2006/main">
              <a:ext uri="{FF2B5EF4-FFF2-40B4-BE49-F238E27FC236}">
                <a16:creationId xmlns:a16="http://schemas.microsoft.com/office/drawing/2014/main" id="{DEC4FFE7-2C44-41B1-9476-4BCDC47C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794" y="1902455"/>
            <a:ext cx="195083" cy="195083"/>
          </a:xfrm>
          <a:custGeom xmlns:a="http://schemas.openxmlformats.org/drawingml/2006/main">
            <a:pathLst>
              <a:path w="195083" h="195083">
                <a:moveTo>
                  <a:pt x="0" y="97585"/>
                </a:moveTo>
                <a:cubicBezTo>
                  <a:pt x="0" y="88604"/>
                  <a:pt x="1166" y="79953"/>
                  <a:pt x="3498" y="71634"/>
                </a:cubicBezTo>
                <a:cubicBezTo>
                  <a:pt x="5829" y="63315"/>
                  <a:pt x="9096" y="55543"/>
                  <a:pt x="13299" y="48317"/>
                </a:cubicBezTo>
                <a:cubicBezTo>
                  <a:pt x="17502" y="41092"/>
                  <a:pt x="22583" y="34515"/>
                  <a:pt x="28541" y="28585"/>
                </a:cubicBezTo>
                <a:cubicBezTo>
                  <a:pt x="34500" y="22655"/>
                  <a:pt x="41078" y="17574"/>
                  <a:pt x="48274" y="13342"/>
                </a:cubicBezTo>
                <a:cubicBezTo>
                  <a:pt x="55471" y="9111"/>
                  <a:pt x="63229" y="5829"/>
                  <a:pt x="71548" y="3498"/>
                </a:cubicBezTo>
                <a:cubicBezTo>
                  <a:pt x="79867" y="1166"/>
                  <a:pt x="88517" y="0"/>
                  <a:pt x="97499" y="0"/>
                </a:cubicBezTo>
                <a:cubicBezTo>
                  <a:pt x="106480" y="0"/>
                  <a:pt x="115130" y="1166"/>
                  <a:pt x="123449" y="3498"/>
                </a:cubicBezTo>
                <a:cubicBezTo>
                  <a:pt x="131768" y="5829"/>
                  <a:pt x="139541" y="9111"/>
                  <a:pt x="146766" y="13342"/>
                </a:cubicBezTo>
                <a:cubicBezTo>
                  <a:pt x="153991" y="17574"/>
                  <a:pt x="160569" y="22655"/>
                  <a:pt x="166499" y="28585"/>
                </a:cubicBezTo>
                <a:cubicBezTo>
                  <a:pt x="172429" y="34515"/>
                  <a:pt x="177509" y="41092"/>
                  <a:pt x="181741" y="48317"/>
                </a:cubicBezTo>
                <a:cubicBezTo>
                  <a:pt x="185973" y="55543"/>
                  <a:pt x="189254" y="63315"/>
                  <a:pt x="191586" y="71634"/>
                </a:cubicBezTo>
                <a:cubicBezTo>
                  <a:pt x="193918" y="79953"/>
                  <a:pt x="195083" y="88604"/>
                  <a:pt x="195083" y="97585"/>
                </a:cubicBezTo>
                <a:cubicBezTo>
                  <a:pt x="195083" y="106566"/>
                  <a:pt x="193918" y="115216"/>
                  <a:pt x="191586" y="123536"/>
                </a:cubicBezTo>
                <a:cubicBezTo>
                  <a:pt x="189254" y="131855"/>
                  <a:pt x="185973" y="139613"/>
                  <a:pt x="181741" y="146809"/>
                </a:cubicBezTo>
                <a:cubicBezTo>
                  <a:pt x="177509" y="154006"/>
                  <a:pt x="172429" y="160583"/>
                  <a:pt x="166499" y="166542"/>
                </a:cubicBezTo>
                <a:cubicBezTo>
                  <a:pt x="160569" y="172501"/>
                  <a:pt x="153991" y="177581"/>
                  <a:pt x="146766" y="181784"/>
                </a:cubicBezTo>
                <a:cubicBezTo>
                  <a:pt x="139541" y="185987"/>
                  <a:pt x="131768" y="189254"/>
                  <a:pt x="123449" y="191586"/>
                </a:cubicBezTo>
                <a:cubicBezTo>
                  <a:pt x="115130" y="193918"/>
                  <a:pt x="106480" y="195083"/>
                  <a:pt x="97499" y="195083"/>
                </a:cubicBezTo>
                <a:cubicBezTo>
                  <a:pt x="88517" y="195083"/>
                  <a:pt x="79867" y="193918"/>
                  <a:pt x="71548" y="191586"/>
                </a:cubicBezTo>
                <a:cubicBezTo>
                  <a:pt x="63229" y="189254"/>
                  <a:pt x="55471" y="185987"/>
                  <a:pt x="48274" y="181784"/>
                </a:cubicBezTo>
                <a:cubicBezTo>
                  <a:pt x="41078" y="177581"/>
                  <a:pt x="34500" y="172501"/>
                  <a:pt x="28541" y="166542"/>
                </a:cubicBezTo>
                <a:cubicBezTo>
                  <a:pt x="22583" y="160583"/>
                  <a:pt x="17502" y="154006"/>
                  <a:pt x="13299" y="146809"/>
                </a:cubicBezTo>
                <a:cubicBezTo>
                  <a:pt x="9096" y="139613"/>
                  <a:pt x="5829" y="131855"/>
                  <a:pt x="3498" y="123536"/>
                </a:cubicBezTo>
                <a:cubicBezTo>
                  <a:pt x="1166" y="115216"/>
                  <a:pt x="0" y="106566"/>
                  <a:pt x="0" y="97585"/>
                </a:cubicBezTo>
                <a:moveTo>
                  <a:pt x="79881" y="70727"/>
                </a:moveTo>
                <a:cubicBezTo>
                  <a:pt x="80457" y="67503"/>
                  <a:pt x="81263" y="64783"/>
                  <a:pt x="82299" y="62567"/>
                </a:cubicBezTo>
                <a:cubicBezTo>
                  <a:pt x="83336" y="60350"/>
                  <a:pt x="84516" y="58565"/>
                  <a:pt x="85840" y="57212"/>
                </a:cubicBezTo>
                <a:cubicBezTo>
                  <a:pt x="87164" y="55859"/>
                  <a:pt x="88604" y="54881"/>
                  <a:pt x="90158" y="54276"/>
                </a:cubicBezTo>
                <a:cubicBezTo>
                  <a:pt x="91713" y="53672"/>
                  <a:pt x="93325" y="53369"/>
                  <a:pt x="94994" y="53369"/>
                </a:cubicBezTo>
                <a:cubicBezTo>
                  <a:pt x="99082" y="53369"/>
                  <a:pt x="102191" y="54751"/>
                  <a:pt x="104321" y="57515"/>
                </a:cubicBezTo>
                <a:cubicBezTo>
                  <a:pt x="106451" y="60278"/>
                  <a:pt x="107516" y="64366"/>
                  <a:pt x="107516" y="69778"/>
                </a:cubicBezTo>
                <a:cubicBezTo>
                  <a:pt x="107516" y="76744"/>
                  <a:pt x="105343" y="82040"/>
                  <a:pt x="100996" y="85667"/>
                </a:cubicBezTo>
                <a:cubicBezTo>
                  <a:pt x="96649" y="89294"/>
                  <a:pt x="90187" y="91281"/>
                  <a:pt x="81609" y="91626"/>
                </a:cubicBezTo>
                <a:lnTo>
                  <a:pt x="81609" y="100089"/>
                </a:lnTo>
                <a:lnTo>
                  <a:pt x="87826" y="100089"/>
                </a:lnTo>
                <a:cubicBezTo>
                  <a:pt x="102219" y="100089"/>
                  <a:pt x="109416" y="106883"/>
                  <a:pt x="109416" y="120470"/>
                </a:cubicBezTo>
                <a:cubicBezTo>
                  <a:pt x="109416" y="133308"/>
                  <a:pt x="104378" y="139728"/>
                  <a:pt x="94303" y="139728"/>
                </a:cubicBezTo>
                <a:cubicBezTo>
                  <a:pt x="90216" y="139728"/>
                  <a:pt x="86920" y="138461"/>
                  <a:pt x="84415" y="135928"/>
                </a:cubicBezTo>
                <a:cubicBezTo>
                  <a:pt x="81911" y="133395"/>
                  <a:pt x="79939" y="129336"/>
                  <a:pt x="78500" y="123751"/>
                </a:cubicBezTo>
                <a:lnTo>
                  <a:pt x="64682" y="123751"/>
                </a:lnTo>
                <a:lnTo>
                  <a:pt x="64682" y="142232"/>
                </a:lnTo>
                <a:cubicBezTo>
                  <a:pt x="68655" y="144132"/>
                  <a:pt x="73333" y="145586"/>
                  <a:pt x="78716" y="146593"/>
                </a:cubicBezTo>
                <a:cubicBezTo>
                  <a:pt x="84099" y="147601"/>
                  <a:pt x="89554" y="148104"/>
                  <a:pt x="95081" y="148104"/>
                </a:cubicBezTo>
                <a:cubicBezTo>
                  <a:pt x="101241" y="148104"/>
                  <a:pt x="106653" y="147370"/>
                  <a:pt x="111316" y="145902"/>
                </a:cubicBezTo>
                <a:cubicBezTo>
                  <a:pt x="115979" y="144434"/>
                  <a:pt x="119894" y="142390"/>
                  <a:pt x="123061" y="139771"/>
                </a:cubicBezTo>
                <a:cubicBezTo>
                  <a:pt x="126227" y="137151"/>
                  <a:pt x="128602" y="134042"/>
                  <a:pt x="130185" y="130444"/>
                </a:cubicBezTo>
                <a:cubicBezTo>
                  <a:pt x="131768" y="126846"/>
                  <a:pt x="132560" y="122888"/>
                  <a:pt x="132560" y="118570"/>
                </a:cubicBezTo>
                <a:cubicBezTo>
                  <a:pt x="132560" y="115058"/>
                  <a:pt x="131956" y="111906"/>
                  <a:pt x="130746" y="109114"/>
                </a:cubicBezTo>
                <a:cubicBezTo>
                  <a:pt x="129537" y="106321"/>
                  <a:pt x="127882" y="103875"/>
                  <a:pt x="125781" y="101773"/>
                </a:cubicBezTo>
                <a:cubicBezTo>
                  <a:pt x="123679" y="99672"/>
                  <a:pt x="121233" y="97945"/>
                  <a:pt x="118440" y="96592"/>
                </a:cubicBezTo>
                <a:cubicBezTo>
                  <a:pt x="115648" y="95239"/>
                  <a:pt x="112669" y="94246"/>
                  <a:pt x="109502" y="93612"/>
                </a:cubicBezTo>
                <a:lnTo>
                  <a:pt x="109502" y="92922"/>
                </a:lnTo>
                <a:cubicBezTo>
                  <a:pt x="113014" y="91252"/>
                  <a:pt x="116094" y="89510"/>
                  <a:pt x="118743" y="87697"/>
                </a:cubicBezTo>
                <a:cubicBezTo>
                  <a:pt x="121391" y="85883"/>
                  <a:pt x="123608" y="83926"/>
                  <a:pt x="125392" y="81824"/>
                </a:cubicBezTo>
                <a:cubicBezTo>
                  <a:pt x="127177" y="79723"/>
                  <a:pt x="128501" y="77435"/>
                  <a:pt x="129365" y="74959"/>
                </a:cubicBezTo>
                <a:cubicBezTo>
                  <a:pt x="130228" y="72483"/>
                  <a:pt x="130660" y="69749"/>
                  <a:pt x="130660" y="66755"/>
                </a:cubicBezTo>
                <a:cubicBezTo>
                  <a:pt x="130660" y="63301"/>
                  <a:pt x="129912" y="60235"/>
                  <a:pt x="128415" y="57558"/>
                </a:cubicBezTo>
                <a:cubicBezTo>
                  <a:pt x="126918" y="54881"/>
                  <a:pt x="124817" y="52635"/>
                  <a:pt x="122111" y="50822"/>
                </a:cubicBezTo>
                <a:cubicBezTo>
                  <a:pt x="119405" y="49008"/>
                  <a:pt x="116166" y="47627"/>
                  <a:pt x="112395" y="46677"/>
                </a:cubicBezTo>
                <a:cubicBezTo>
                  <a:pt x="108624" y="45727"/>
                  <a:pt x="104465" y="45252"/>
                  <a:pt x="99917" y="45252"/>
                </a:cubicBezTo>
                <a:cubicBezTo>
                  <a:pt x="89784" y="45252"/>
                  <a:pt x="78500" y="47929"/>
                  <a:pt x="66064" y="53283"/>
                </a:cubicBezTo>
                <a:lnTo>
                  <a:pt x="66064" y="70727"/>
                </a:lnTo>
                <a:lnTo>
                  <a:pt x="79881" y="70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NL2NL">
            <a:extLst xmlns:a="http://schemas.openxmlformats.org/drawingml/2006/main">
              <a:ext uri="{FF2B5EF4-FFF2-40B4-BE49-F238E27FC236}">
                <a16:creationId xmlns:a16="http://schemas.microsoft.com/office/drawing/2014/main" id="{FA0CCFAE-AFE4-4342-9244-5D94AD0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740" y="1930006"/>
            <a:ext cx="533769" cy="128930"/>
          </a:xfrm>
          <a:custGeom xmlns:a="http://schemas.openxmlformats.org/drawingml/2006/main">
            <a:pathLst>
              <a:path w="533769" h="128930">
                <a:moveTo>
                  <a:pt x="100813" y="0"/>
                </a:moveTo>
                <a:lnTo>
                  <a:pt x="85249" y="0"/>
                </a:lnTo>
                <a:lnTo>
                  <a:pt x="85249" y="105408"/>
                </a:lnTo>
                <a:lnTo>
                  <a:pt x="17863" y="0"/>
                </a:lnTo>
                <a:lnTo>
                  <a:pt x="0" y="0"/>
                </a:lnTo>
                <a:lnTo>
                  <a:pt x="0" y="128930"/>
                </a:lnTo>
                <a:lnTo>
                  <a:pt x="15563" y="128930"/>
                </a:lnTo>
                <a:lnTo>
                  <a:pt x="15563" y="24407"/>
                </a:lnTo>
                <a:lnTo>
                  <a:pt x="82243" y="128930"/>
                </a:lnTo>
                <a:lnTo>
                  <a:pt x="100813" y="128930"/>
                </a:lnTo>
                <a:lnTo>
                  <a:pt x="100813" y="0"/>
                </a:lnTo>
                <a:close/>
                <a:moveTo>
                  <a:pt x="144849" y="0"/>
                </a:moveTo>
                <a:lnTo>
                  <a:pt x="128401" y="0"/>
                </a:lnTo>
                <a:lnTo>
                  <a:pt x="128401" y="128930"/>
                </a:lnTo>
                <a:lnTo>
                  <a:pt x="208520" y="128930"/>
                </a:lnTo>
                <a:lnTo>
                  <a:pt x="208520" y="114430"/>
                </a:lnTo>
                <a:lnTo>
                  <a:pt x="144849" y="114430"/>
                </a:lnTo>
                <a:lnTo>
                  <a:pt x="144849" y="0"/>
                </a:lnTo>
                <a:close/>
                <a:moveTo>
                  <a:pt x="302081" y="113545"/>
                </a:moveTo>
                <a:lnTo>
                  <a:pt x="236112" y="113545"/>
                </a:lnTo>
                <a:cubicBezTo>
                  <a:pt x="237704" y="102934"/>
                  <a:pt x="243363" y="96211"/>
                  <a:pt x="258748" y="86839"/>
                </a:cubicBezTo>
                <a:lnTo>
                  <a:pt x="276436" y="76934"/>
                </a:lnTo>
                <a:cubicBezTo>
                  <a:pt x="293945" y="67206"/>
                  <a:pt x="302964" y="54120"/>
                  <a:pt x="302964" y="38378"/>
                </a:cubicBezTo>
                <a:cubicBezTo>
                  <a:pt x="302964" y="27767"/>
                  <a:pt x="298721" y="17863"/>
                  <a:pt x="291292" y="10965"/>
                </a:cubicBezTo>
                <a:cubicBezTo>
                  <a:pt x="283865" y="4245"/>
                  <a:pt x="274668" y="1061"/>
                  <a:pt x="262818" y="1061"/>
                </a:cubicBezTo>
                <a:cubicBezTo>
                  <a:pt x="246901" y="1061"/>
                  <a:pt x="235051" y="6720"/>
                  <a:pt x="228153" y="17685"/>
                </a:cubicBezTo>
                <a:cubicBezTo>
                  <a:pt x="223730" y="24407"/>
                  <a:pt x="221784" y="32365"/>
                  <a:pt x="221431" y="45276"/>
                </a:cubicBezTo>
                <a:lnTo>
                  <a:pt x="236994" y="45276"/>
                </a:lnTo>
                <a:cubicBezTo>
                  <a:pt x="237526" y="36611"/>
                  <a:pt x="238586" y="31480"/>
                  <a:pt x="240710" y="27235"/>
                </a:cubicBezTo>
                <a:cubicBezTo>
                  <a:pt x="244777" y="19455"/>
                  <a:pt x="252914" y="14678"/>
                  <a:pt x="262286" y="14678"/>
                </a:cubicBezTo>
                <a:cubicBezTo>
                  <a:pt x="276436" y="14678"/>
                  <a:pt x="287047" y="24936"/>
                  <a:pt x="287047" y="38732"/>
                </a:cubicBezTo>
                <a:cubicBezTo>
                  <a:pt x="287047" y="48989"/>
                  <a:pt x="281212" y="57833"/>
                  <a:pt x="270069" y="64199"/>
                </a:cubicBezTo>
                <a:lnTo>
                  <a:pt x="253796" y="73750"/>
                </a:lnTo>
                <a:cubicBezTo>
                  <a:pt x="227622" y="88784"/>
                  <a:pt x="220017" y="100810"/>
                  <a:pt x="218603" y="128755"/>
                </a:cubicBezTo>
                <a:lnTo>
                  <a:pt x="302081" y="128755"/>
                </a:lnTo>
                <a:lnTo>
                  <a:pt x="302081" y="113545"/>
                </a:lnTo>
                <a:close/>
                <a:moveTo>
                  <a:pt x="426062" y="0"/>
                </a:moveTo>
                <a:lnTo>
                  <a:pt x="410498" y="0"/>
                </a:lnTo>
                <a:lnTo>
                  <a:pt x="410498" y="105408"/>
                </a:lnTo>
                <a:lnTo>
                  <a:pt x="343112" y="0"/>
                </a:lnTo>
                <a:lnTo>
                  <a:pt x="325249" y="0"/>
                </a:lnTo>
                <a:lnTo>
                  <a:pt x="325249" y="128930"/>
                </a:lnTo>
                <a:lnTo>
                  <a:pt x="340813" y="128930"/>
                </a:lnTo>
                <a:lnTo>
                  <a:pt x="340813" y="24407"/>
                </a:lnTo>
                <a:lnTo>
                  <a:pt x="407492" y="128930"/>
                </a:lnTo>
                <a:lnTo>
                  <a:pt x="426062" y="128930"/>
                </a:lnTo>
                <a:lnTo>
                  <a:pt x="426062" y="0"/>
                </a:lnTo>
                <a:close/>
                <a:moveTo>
                  <a:pt x="470098" y="0"/>
                </a:moveTo>
                <a:lnTo>
                  <a:pt x="453650" y="0"/>
                </a:lnTo>
                <a:lnTo>
                  <a:pt x="453650" y="128930"/>
                </a:lnTo>
                <a:lnTo>
                  <a:pt x="533769" y="128930"/>
                </a:lnTo>
                <a:lnTo>
                  <a:pt x="533769" y="114430"/>
                </a:lnTo>
                <a:lnTo>
                  <a:pt x="470098" y="114430"/>
                </a:lnTo>
                <a:lnTo>
                  <a:pt x="4700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❶">
            <a:extLst xmlns:a="http://schemas.openxmlformats.org/drawingml/2006/main">
              <a:ext uri="{FF2B5EF4-FFF2-40B4-BE49-F238E27FC236}">
                <a16:creationId xmlns:a16="http://schemas.microsoft.com/office/drawing/2014/main" id="{CA4FF207-521D-4DD0-AC27-023506C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893" y="2921179"/>
            <a:ext cx="195083" cy="195083"/>
          </a:xfrm>
          <a:custGeom xmlns:a="http://schemas.openxmlformats.org/drawingml/2006/main">
            <a:pathLst>
              <a:path w="195083" h="195083">
                <a:moveTo>
                  <a:pt x="108466" y="64941"/>
                </a:moveTo>
                <a:cubicBezTo>
                  <a:pt x="108466" y="60739"/>
                  <a:pt x="108509" y="57011"/>
                  <a:pt x="108596" y="53758"/>
                </a:cubicBezTo>
                <a:cubicBezTo>
                  <a:pt x="108682" y="50505"/>
                  <a:pt x="108783" y="47670"/>
                  <a:pt x="108898" y="45252"/>
                </a:cubicBezTo>
                <a:lnTo>
                  <a:pt x="99053" y="45252"/>
                </a:lnTo>
                <a:lnTo>
                  <a:pt x="67100" y="64423"/>
                </a:lnTo>
                <a:lnTo>
                  <a:pt x="71677" y="72368"/>
                </a:lnTo>
                <a:cubicBezTo>
                  <a:pt x="73520" y="71217"/>
                  <a:pt x="74988" y="70324"/>
                  <a:pt x="76082" y="69691"/>
                </a:cubicBezTo>
                <a:cubicBezTo>
                  <a:pt x="77176" y="69058"/>
                  <a:pt x="78068" y="68583"/>
                  <a:pt x="78759" y="68266"/>
                </a:cubicBezTo>
                <a:cubicBezTo>
                  <a:pt x="79450" y="67950"/>
                  <a:pt x="80011" y="67762"/>
                  <a:pt x="80443" y="67705"/>
                </a:cubicBezTo>
                <a:cubicBezTo>
                  <a:pt x="80875" y="67647"/>
                  <a:pt x="81350" y="67619"/>
                  <a:pt x="81868" y="67619"/>
                </a:cubicBezTo>
                <a:cubicBezTo>
                  <a:pt x="82962" y="67619"/>
                  <a:pt x="83868" y="68065"/>
                  <a:pt x="84588" y="68957"/>
                </a:cubicBezTo>
                <a:cubicBezTo>
                  <a:pt x="85308" y="69849"/>
                  <a:pt x="85667" y="71246"/>
                  <a:pt x="85667" y="73145"/>
                </a:cubicBezTo>
                <a:lnTo>
                  <a:pt x="85667" y="126860"/>
                </a:lnTo>
                <a:cubicBezTo>
                  <a:pt x="85667" y="129739"/>
                  <a:pt x="85452" y="131999"/>
                  <a:pt x="85020" y="133639"/>
                </a:cubicBezTo>
                <a:cubicBezTo>
                  <a:pt x="84588" y="135280"/>
                  <a:pt x="83854" y="136547"/>
                  <a:pt x="82818" y="137439"/>
                </a:cubicBezTo>
                <a:cubicBezTo>
                  <a:pt x="81781" y="138332"/>
                  <a:pt x="80400" y="138979"/>
                  <a:pt x="78672" y="139382"/>
                </a:cubicBezTo>
                <a:cubicBezTo>
                  <a:pt x="76945" y="139785"/>
                  <a:pt x="74786" y="140188"/>
                  <a:pt x="72196" y="140591"/>
                </a:cubicBezTo>
                <a:lnTo>
                  <a:pt x="72196" y="146895"/>
                </a:lnTo>
                <a:lnTo>
                  <a:pt x="122111" y="146895"/>
                </a:lnTo>
                <a:lnTo>
                  <a:pt x="122111" y="140591"/>
                </a:lnTo>
                <a:cubicBezTo>
                  <a:pt x="119462" y="140188"/>
                  <a:pt x="117260" y="139785"/>
                  <a:pt x="115504" y="139382"/>
                </a:cubicBezTo>
                <a:cubicBezTo>
                  <a:pt x="113748" y="138979"/>
                  <a:pt x="112352" y="138346"/>
                  <a:pt x="111316" y="137482"/>
                </a:cubicBezTo>
                <a:cubicBezTo>
                  <a:pt x="110280" y="136619"/>
                  <a:pt x="109546" y="135439"/>
                  <a:pt x="109114" y="133942"/>
                </a:cubicBezTo>
                <a:cubicBezTo>
                  <a:pt x="108682" y="132445"/>
                  <a:pt x="108466" y="130372"/>
                  <a:pt x="108466" y="127724"/>
                </a:cubicBezTo>
                <a:lnTo>
                  <a:pt x="108466" y="64941"/>
                </a:lnTo>
                <a:moveTo>
                  <a:pt x="0" y="97585"/>
                </a:moveTo>
                <a:cubicBezTo>
                  <a:pt x="0" y="88604"/>
                  <a:pt x="1166" y="79953"/>
                  <a:pt x="3498" y="71634"/>
                </a:cubicBezTo>
                <a:cubicBezTo>
                  <a:pt x="5829" y="63315"/>
                  <a:pt x="9096" y="55543"/>
                  <a:pt x="13299" y="48317"/>
                </a:cubicBezTo>
                <a:cubicBezTo>
                  <a:pt x="17502" y="41092"/>
                  <a:pt x="22583" y="34515"/>
                  <a:pt x="28541" y="28585"/>
                </a:cubicBezTo>
                <a:cubicBezTo>
                  <a:pt x="34500" y="22655"/>
                  <a:pt x="41078" y="17574"/>
                  <a:pt x="48274" y="13342"/>
                </a:cubicBezTo>
                <a:cubicBezTo>
                  <a:pt x="55471" y="9111"/>
                  <a:pt x="63229" y="5829"/>
                  <a:pt x="71548" y="3498"/>
                </a:cubicBezTo>
                <a:cubicBezTo>
                  <a:pt x="79867" y="1166"/>
                  <a:pt x="88517" y="0"/>
                  <a:pt x="97499" y="0"/>
                </a:cubicBezTo>
                <a:cubicBezTo>
                  <a:pt x="106480" y="0"/>
                  <a:pt x="115130" y="1166"/>
                  <a:pt x="123449" y="3498"/>
                </a:cubicBezTo>
                <a:cubicBezTo>
                  <a:pt x="131768" y="5829"/>
                  <a:pt x="139541" y="9111"/>
                  <a:pt x="146766" y="13342"/>
                </a:cubicBezTo>
                <a:cubicBezTo>
                  <a:pt x="153991" y="17574"/>
                  <a:pt x="160569" y="22655"/>
                  <a:pt x="166499" y="28585"/>
                </a:cubicBezTo>
                <a:cubicBezTo>
                  <a:pt x="172429" y="34515"/>
                  <a:pt x="177509" y="41092"/>
                  <a:pt x="181741" y="48317"/>
                </a:cubicBezTo>
                <a:cubicBezTo>
                  <a:pt x="185973" y="55543"/>
                  <a:pt x="189254" y="63315"/>
                  <a:pt x="191586" y="71634"/>
                </a:cubicBezTo>
                <a:cubicBezTo>
                  <a:pt x="193918" y="79953"/>
                  <a:pt x="195083" y="88604"/>
                  <a:pt x="195083" y="97585"/>
                </a:cubicBezTo>
                <a:cubicBezTo>
                  <a:pt x="195083" y="106566"/>
                  <a:pt x="193918" y="115216"/>
                  <a:pt x="191586" y="123536"/>
                </a:cubicBezTo>
                <a:cubicBezTo>
                  <a:pt x="189254" y="131855"/>
                  <a:pt x="185973" y="139613"/>
                  <a:pt x="181741" y="146809"/>
                </a:cubicBezTo>
                <a:cubicBezTo>
                  <a:pt x="177509" y="154006"/>
                  <a:pt x="172429" y="160583"/>
                  <a:pt x="166499" y="166542"/>
                </a:cubicBezTo>
                <a:cubicBezTo>
                  <a:pt x="160569" y="172501"/>
                  <a:pt x="153991" y="177581"/>
                  <a:pt x="146766" y="181784"/>
                </a:cubicBezTo>
                <a:cubicBezTo>
                  <a:pt x="139541" y="185987"/>
                  <a:pt x="131768" y="189254"/>
                  <a:pt x="123449" y="191586"/>
                </a:cubicBezTo>
                <a:cubicBezTo>
                  <a:pt x="115130" y="193918"/>
                  <a:pt x="106480" y="195083"/>
                  <a:pt x="97499" y="195083"/>
                </a:cubicBezTo>
                <a:cubicBezTo>
                  <a:pt x="88517" y="195083"/>
                  <a:pt x="79867" y="193918"/>
                  <a:pt x="71548" y="191586"/>
                </a:cubicBezTo>
                <a:cubicBezTo>
                  <a:pt x="63229" y="189254"/>
                  <a:pt x="55471" y="185987"/>
                  <a:pt x="48274" y="181784"/>
                </a:cubicBezTo>
                <a:cubicBezTo>
                  <a:pt x="41078" y="177581"/>
                  <a:pt x="34500" y="172501"/>
                  <a:pt x="28541" y="166542"/>
                </a:cubicBezTo>
                <a:cubicBezTo>
                  <a:pt x="22583" y="160583"/>
                  <a:pt x="17502" y="154006"/>
                  <a:pt x="13299" y="146809"/>
                </a:cubicBezTo>
                <a:cubicBezTo>
                  <a:pt x="9096" y="139613"/>
                  <a:pt x="5829" y="131855"/>
                  <a:pt x="3498" y="123536"/>
                </a:cubicBezTo>
                <a:cubicBezTo>
                  <a:pt x="1166" y="115216"/>
                  <a:pt x="0" y="106566"/>
                  <a:pt x="0" y="97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❷">
            <a:extLst xmlns:a="http://schemas.openxmlformats.org/drawingml/2006/main">
              <a:ext uri="{FF2B5EF4-FFF2-40B4-BE49-F238E27FC236}">
                <a16:creationId xmlns:a16="http://schemas.microsoft.com/office/drawing/2014/main" id="{196E1BCC-08AB-4EAC-8D8E-47E9F75B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867" y="3763434"/>
            <a:ext cx="195083" cy="195083"/>
          </a:xfrm>
          <a:custGeom xmlns:a="http://schemas.openxmlformats.org/drawingml/2006/main">
            <a:pathLst>
              <a:path w="195083" h="195083">
                <a:moveTo>
                  <a:pt x="83595" y="128760"/>
                </a:moveTo>
                <a:lnTo>
                  <a:pt x="83595" y="128156"/>
                </a:lnTo>
                <a:lnTo>
                  <a:pt x="83508" y="128156"/>
                </a:lnTo>
                <a:cubicBezTo>
                  <a:pt x="84257" y="127119"/>
                  <a:pt x="85264" y="125824"/>
                  <a:pt x="86531" y="124270"/>
                </a:cubicBezTo>
                <a:cubicBezTo>
                  <a:pt x="87798" y="122715"/>
                  <a:pt x="89223" y="121060"/>
                  <a:pt x="90806" y="119304"/>
                </a:cubicBezTo>
                <a:cubicBezTo>
                  <a:pt x="92389" y="117548"/>
                  <a:pt x="94059" y="115720"/>
                  <a:pt x="95815" y="113820"/>
                </a:cubicBezTo>
                <a:cubicBezTo>
                  <a:pt x="97571" y="111920"/>
                  <a:pt x="99370" y="110078"/>
                  <a:pt x="101212" y="108293"/>
                </a:cubicBezTo>
                <a:cubicBezTo>
                  <a:pt x="105530" y="104091"/>
                  <a:pt x="109143" y="100492"/>
                  <a:pt x="112050" y="97499"/>
                </a:cubicBezTo>
                <a:cubicBezTo>
                  <a:pt x="114957" y="94505"/>
                  <a:pt x="117361" y="91900"/>
                  <a:pt x="119261" y="89683"/>
                </a:cubicBezTo>
                <a:cubicBezTo>
                  <a:pt x="121161" y="87467"/>
                  <a:pt x="122672" y="85495"/>
                  <a:pt x="123795" y="83768"/>
                </a:cubicBezTo>
                <a:cubicBezTo>
                  <a:pt x="124917" y="82040"/>
                  <a:pt x="125853" y="80313"/>
                  <a:pt x="126601" y="78586"/>
                </a:cubicBezTo>
                <a:cubicBezTo>
                  <a:pt x="127350" y="76859"/>
                  <a:pt x="127911" y="75117"/>
                  <a:pt x="128285" y="73361"/>
                </a:cubicBezTo>
                <a:cubicBezTo>
                  <a:pt x="128659" y="71605"/>
                  <a:pt x="128847" y="69720"/>
                  <a:pt x="128847" y="67705"/>
                </a:cubicBezTo>
                <a:cubicBezTo>
                  <a:pt x="128847" y="64423"/>
                  <a:pt x="128271" y="61415"/>
                  <a:pt x="127119" y="58680"/>
                </a:cubicBezTo>
                <a:cubicBezTo>
                  <a:pt x="125968" y="55946"/>
                  <a:pt x="124169" y="53585"/>
                  <a:pt x="121722" y="51599"/>
                </a:cubicBezTo>
                <a:cubicBezTo>
                  <a:pt x="119275" y="49613"/>
                  <a:pt x="116094" y="48058"/>
                  <a:pt x="112179" y="46936"/>
                </a:cubicBezTo>
                <a:cubicBezTo>
                  <a:pt x="108265" y="45813"/>
                  <a:pt x="103544" y="45252"/>
                  <a:pt x="98017" y="45252"/>
                </a:cubicBezTo>
                <a:cubicBezTo>
                  <a:pt x="94044" y="45252"/>
                  <a:pt x="90417" y="45511"/>
                  <a:pt x="87136" y="46029"/>
                </a:cubicBezTo>
                <a:cubicBezTo>
                  <a:pt x="83854" y="46547"/>
                  <a:pt x="80572" y="47296"/>
                  <a:pt x="77291" y="48274"/>
                </a:cubicBezTo>
                <a:cubicBezTo>
                  <a:pt x="73836" y="49195"/>
                  <a:pt x="69115" y="50894"/>
                  <a:pt x="63128" y="53369"/>
                </a:cubicBezTo>
                <a:lnTo>
                  <a:pt x="63128" y="70727"/>
                </a:lnTo>
                <a:lnTo>
                  <a:pt x="76945" y="70727"/>
                </a:lnTo>
                <a:cubicBezTo>
                  <a:pt x="78097" y="64682"/>
                  <a:pt x="79910" y="60278"/>
                  <a:pt x="82386" y="57515"/>
                </a:cubicBezTo>
                <a:cubicBezTo>
                  <a:pt x="84861" y="54751"/>
                  <a:pt x="87999" y="53369"/>
                  <a:pt x="91799" y="53369"/>
                </a:cubicBezTo>
                <a:cubicBezTo>
                  <a:pt x="95887" y="53369"/>
                  <a:pt x="99082" y="54895"/>
                  <a:pt x="101385" y="57946"/>
                </a:cubicBezTo>
                <a:cubicBezTo>
                  <a:pt x="103688" y="60998"/>
                  <a:pt x="104839" y="65229"/>
                  <a:pt x="104839" y="70641"/>
                </a:cubicBezTo>
                <a:cubicBezTo>
                  <a:pt x="104839" y="73577"/>
                  <a:pt x="104465" y="76413"/>
                  <a:pt x="103716" y="79147"/>
                </a:cubicBezTo>
                <a:cubicBezTo>
                  <a:pt x="102968" y="81882"/>
                  <a:pt x="101788" y="84717"/>
                  <a:pt x="100176" y="87654"/>
                </a:cubicBezTo>
                <a:cubicBezTo>
                  <a:pt x="98564" y="90590"/>
                  <a:pt x="96477" y="93728"/>
                  <a:pt x="93915" y="97067"/>
                </a:cubicBezTo>
                <a:cubicBezTo>
                  <a:pt x="91353" y="100406"/>
                  <a:pt x="88287" y="104177"/>
                  <a:pt x="84718" y="108380"/>
                </a:cubicBezTo>
                <a:cubicBezTo>
                  <a:pt x="79018" y="115000"/>
                  <a:pt x="74254" y="121103"/>
                  <a:pt x="70425" y="126688"/>
                </a:cubicBezTo>
                <a:cubicBezTo>
                  <a:pt x="66597" y="132272"/>
                  <a:pt x="63675" y="137396"/>
                  <a:pt x="61660" y="142059"/>
                </a:cubicBezTo>
                <a:lnTo>
                  <a:pt x="61660" y="146895"/>
                </a:lnTo>
                <a:lnTo>
                  <a:pt x="129278" y="146895"/>
                </a:lnTo>
                <a:lnTo>
                  <a:pt x="131006" y="120470"/>
                </a:lnTo>
                <a:lnTo>
                  <a:pt x="121852" y="120470"/>
                </a:lnTo>
                <a:cubicBezTo>
                  <a:pt x="121333" y="122197"/>
                  <a:pt x="120801" y="123593"/>
                  <a:pt x="120254" y="124658"/>
                </a:cubicBezTo>
                <a:cubicBezTo>
                  <a:pt x="119707" y="125723"/>
                  <a:pt x="118973" y="126558"/>
                  <a:pt x="118052" y="127163"/>
                </a:cubicBezTo>
                <a:cubicBezTo>
                  <a:pt x="117131" y="127767"/>
                  <a:pt x="115936" y="128185"/>
                  <a:pt x="114468" y="128415"/>
                </a:cubicBezTo>
                <a:cubicBezTo>
                  <a:pt x="113000" y="128645"/>
                  <a:pt x="111114" y="128760"/>
                  <a:pt x="108811" y="128760"/>
                </a:cubicBezTo>
                <a:lnTo>
                  <a:pt x="83595" y="128760"/>
                </a:lnTo>
                <a:moveTo>
                  <a:pt x="0" y="97585"/>
                </a:moveTo>
                <a:cubicBezTo>
                  <a:pt x="0" y="88604"/>
                  <a:pt x="1166" y="79953"/>
                  <a:pt x="3498" y="71634"/>
                </a:cubicBezTo>
                <a:cubicBezTo>
                  <a:pt x="5829" y="63315"/>
                  <a:pt x="9096" y="55543"/>
                  <a:pt x="13299" y="48317"/>
                </a:cubicBezTo>
                <a:cubicBezTo>
                  <a:pt x="17502" y="41092"/>
                  <a:pt x="22583" y="34515"/>
                  <a:pt x="28541" y="28585"/>
                </a:cubicBezTo>
                <a:cubicBezTo>
                  <a:pt x="34500" y="22655"/>
                  <a:pt x="41078" y="17574"/>
                  <a:pt x="48274" y="13342"/>
                </a:cubicBezTo>
                <a:cubicBezTo>
                  <a:pt x="55471" y="9111"/>
                  <a:pt x="63229" y="5829"/>
                  <a:pt x="71548" y="3498"/>
                </a:cubicBezTo>
                <a:cubicBezTo>
                  <a:pt x="79867" y="1166"/>
                  <a:pt x="88517" y="0"/>
                  <a:pt x="97499" y="0"/>
                </a:cubicBezTo>
                <a:cubicBezTo>
                  <a:pt x="106480" y="0"/>
                  <a:pt x="115130" y="1166"/>
                  <a:pt x="123449" y="3498"/>
                </a:cubicBezTo>
                <a:cubicBezTo>
                  <a:pt x="131768" y="5829"/>
                  <a:pt x="139541" y="9111"/>
                  <a:pt x="146766" y="13342"/>
                </a:cubicBezTo>
                <a:cubicBezTo>
                  <a:pt x="153991" y="17574"/>
                  <a:pt x="160569" y="22655"/>
                  <a:pt x="166499" y="28585"/>
                </a:cubicBezTo>
                <a:cubicBezTo>
                  <a:pt x="172429" y="34515"/>
                  <a:pt x="177509" y="41092"/>
                  <a:pt x="181741" y="48317"/>
                </a:cubicBezTo>
                <a:cubicBezTo>
                  <a:pt x="185973" y="55543"/>
                  <a:pt x="189254" y="63315"/>
                  <a:pt x="191586" y="71634"/>
                </a:cubicBezTo>
                <a:cubicBezTo>
                  <a:pt x="193918" y="79953"/>
                  <a:pt x="195083" y="88604"/>
                  <a:pt x="195083" y="97585"/>
                </a:cubicBezTo>
                <a:cubicBezTo>
                  <a:pt x="195083" y="106566"/>
                  <a:pt x="193918" y="115216"/>
                  <a:pt x="191586" y="123536"/>
                </a:cubicBezTo>
                <a:cubicBezTo>
                  <a:pt x="189254" y="131855"/>
                  <a:pt x="185973" y="139613"/>
                  <a:pt x="181741" y="146809"/>
                </a:cubicBezTo>
                <a:cubicBezTo>
                  <a:pt x="177509" y="154006"/>
                  <a:pt x="172429" y="160583"/>
                  <a:pt x="166499" y="166542"/>
                </a:cubicBezTo>
                <a:cubicBezTo>
                  <a:pt x="160569" y="172501"/>
                  <a:pt x="153991" y="177581"/>
                  <a:pt x="146766" y="181784"/>
                </a:cubicBezTo>
                <a:cubicBezTo>
                  <a:pt x="139541" y="185987"/>
                  <a:pt x="131768" y="189254"/>
                  <a:pt x="123449" y="191586"/>
                </a:cubicBezTo>
                <a:cubicBezTo>
                  <a:pt x="115130" y="193918"/>
                  <a:pt x="106480" y="195083"/>
                  <a:pt x="97499" y="195083"/>
                </a:cubicBezTo>
                <a:cubicBezTo>
                  <a:pt x="88517" y="195083"/>
                  <a:pt x="79867" y="193918"/>
                  <a:pt x="71548" y="191586"/>
                </a:cubicBezTo>
                <a:cubicBezTo>
                  <a:pt x="63229" y="189254"/>
                  <a:pt x="55471" y="185987"/>
                  <a:pt x="48274" y="181784"/>
                </a:cubicBezTo>
                <a:cubicBezTo>
                  <a:pt x="41078" y="177581"/>
                  <a:pt x="34500" y="172501"/>
                  <a:pt x="28541" y="166542"/>
                </a:cubicBezTo>
                <a:cubicBezTo>
                  <a:pt x="22583" y="160583"/>
                  <a:pt x="17502" y="154006"/>
                  <a:pt x="13299" y="146809"/>
                </a:cubicBezTo>
                <a:cubicBezTo>
                  <a:pt x="9096" y="139613"/>
                  <a:pt x="5829" y="131855"/>
                  <a:pt x="3498" y="123536"/>
                </a:cubicBezTo>
                <a:cubicBezTo>
                  <a:pt x="1166" y="115216"/>
                  <a:pt x="0" y="106566"/>
                  <a:pt x="0" y="97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❸">
            <a:extLst xmlns:a="http://schemas.openxmlformats.org/drawingml/2006/main">
              <a:ext uri="{FF2B5EF4-FFF2-40B4-BE49-F238E27FC236}">
                <a16:creationId xmlns:a16="http://schemas.microsoft.com/office/drawing/2014/main" id="{6A48F82E-C410-4BCC-8800-C37B55C0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779" y="4504879"/>
            <a:ext cx="195083" cy="195083"/>
          </a:xfrm>
          <a:custGeom xmlns:a="http://schemas.openxmlformats.org/drawingml/2006/main">
            <a:pathLst>
              <a:path w="195083" h="195083">
                <a:moveTo>
                  <a:pt x="0" y="97585"/>
                </a:moveTo>
                <a:cubicBezTo>
                  <a:pt x="0" y="88604"/>
                  <a:pt x="1166" y="79953"/>
                  <a:pt x="3498" y="71634"/>
                </a:cubicBezTo>
                <a:cubicBezTo>
                  <a:pt x="5829" y="63315"/>
                  <a:pt x="9096" y="55543"/>
                  <a:pt x="13299" y="48317"/>
                </a:cubicBezTo>
                <a:cubicBezTo>
                  <a:pt x="17502" y="41092"/>
                  <a:pt x="22583" y="34515"/>
                  <a:pt x="28541" y="28585"/>
                </a:cubicBezTo>
                <a:cubicBezTo>
                  <a:pt x="34500" y="22655"/>
                  <a:pt x="41078" y="17574"/>
                  <a:pt x="48274" y="13342"/>
                </a:cubicBezTo>
                <a:cubicBezTo>
                  <a:pt x="55471" y="9111"/>
                  <a:pt x="63229" y="5829"/>
                  <a:pt x="71548" y="3498"/>
                </a:cubicBezTo>
                <a:cubicBezTo>
                  <a:pt x="79867" y="1166"/>
                  <a:pt x="88517" y="0"/>
                  <a:pt x="97499" y="0"/>
                </a:cubicBezTo>
                <a:cubicBezTo>
                  <a:pt x="106480" y="0"/>
                  <a:pt x="115130" y="1166"/>
                  <a:pt x="123449" y="3498"/>
                </a:cubicBezTo>
                <a:cubicBezTo>
                  <a:pt x="131768" y="5829"/>
                  <a:pt x="139541" y="9111"/>
                  <a:pt x="146766" y="13342"/>
                </a:cubicBezTo>
                <a:cubicBezTo>
                  <a:pt x="153991" y="17574"/>
                  <a:pt x="160569" y="22655"/>
                  <a:pt x="166499" y="28585"/>
                </a:cubicBezTo>
                <a:cubicBezTo>
                  <a:pt x="172429" y="34515"/>
                  <a:pt x="177509" y="41092"/>
                  <a:pt x="181741" y="48317"/>
                </a:cubicBezTo>
                <a:cubicBezTo>
                  <a:pt x="185973" y="55543"/>
                  <a:pt x="189254" y="63315"/>
                  <a:pt x="191586" y="71634"/>
                </a:cubicBezTo>
                <a:cubicBezTo>
                  <a:pt x="193918" y="79953"/>
                  <a:pt x="195083" y="88604"/>
                  <a:pt x="195083" y="97585"/>
                </a:cubicBezTo>
                <a:cubicBezTo>
                  <a:pt x="195083" y="106566"/>
                  <a:pt x="193918" y="115216"/>
                  <a:pt x="191586" y="123536"/>
                </a:cubicBezTo>
                <a:cubicBezTo>
                  <a:pt x="189254" y="131855"/>
                  <a:pt x="185973" y="139613"/>
                  <a:pt x="181741" y="146809"/>
                </a:cubicBezTo>
                <a:cubicBezTo>
                  <a:pt x="177509" y="154006"/>
                  <a:pt x="172429" y="160583"/>
                  <a:pt x="166499" y="166542"/>
                </a:cubicBezTo>
                <a:cubicBezTo>
                  <a:pt x="160569" y="172501"/>
                  <a:pt x="153991" y="177581"/>
                  <a:pt x="146766" y="181784"/>
                </a:cubicBezTo>
                <a:cubicBezTo>
                  <a:pt x="139541" y="185987"/>
                  <a:pt x="131768" y="189254"/>
                  <a:pt x="123449" y="191586"/>
                </a:cubicBezTo>
                <a:cubicBezTo>
                  <a:pt x="115130" y="193918"/>
                  <a:pt x="106480" y="195083"/>
                  <a:pt x="97499" y="195083"/>
                </a:cubicBezTo>
                <a:cubicBezTo>
                  <a:pt x="88517" y="195083"/>
                  <a:pt x="79867" y="193918"/>
                  <a:pt x="71548" y="191586"/>
                </a:cubicBezTo>
                <a:cubicBezTo>
                  <a:pt x="63229" y="189254"/>
                  <a:pt x="55471" y="185987"/>
                  <a:pt x="48274" y="181784"/>
                </a:cubicBezTo>
                <a:cubicBezTo>
                  <a:pt x="41078" y="177581"/>
                  <a:pt x="34500" y="172501"/>
                  <a:pt x="28541" y="166542"/>
                </a:cubicBezTo>
                <a:cubicBezTo>
                  <a:pt x="22583" y="160583"/>
                  <a:pt x="17502" y="154006"/>
                  <a:pt x="13299" y="146809"/>
                </a:cubicBezTo>
                <a:cubicBezTo>
                  <a:pt x="9096" y="139613"/>
                  <a:pt x="5829" y="131855"/>
                  <a:pt x="3498" y="123536"/>
                </a:cubicBezTo>
                <a:cubicBezTo>
                  <a:pt x="1166" y="115216"/>
                  <a:pt x="0" y="106566"/>
                  <a:pt x="0" y="97585"/>
                </a:cubicBezTo>
                <a:moveTo>
                  <a:pt x="79881" y="70727"/>
                </a:moveTo>
                <a:cubicBezTo>
                  <a:pt x="80457" y="67503"/>
                  <a:pt x="81263" y="64783"/>
                  <a:pt x="82299" y="62567"/>
                </a:cubicBezTo>
                <a:cubicBezTo>
                  <a:pt x="83336" y="60350"/>
                  <a:pt x="84516" y="58565"/>
                  <a:pt x="85840" y="57212"/>
                </a:cubicBezTo>
                <a:cubicBezTo>
                  <a:pt x="87164" y="55859"/>
                  <a:pt x="88604" y="54881"/>
                  <a:pt x="90158" y="54276"/>
                </a:cubicBezTo>
                <a:cubicBezTo>
                  <a:pt x="91713" y="53672"/>
                  <a:pt x="93325" y="53369"/>
                  <a:pt x="94994" y="53369"/>
                </a:cubicBezTo>
                <a:cubicBezTo>
                  <a:pt x="99082" y="53369"/>
                  <a:pt x="102191" y="54751"/>
                  <a:pt x="104321" y="57515"/>
                </a:cubicBezTo>
                <a:cubicBezTo>
                  <a:pt x="106451" y="60278"/>
                  <a:pt x="107516" y="64366"/>
                  <a:pt x="107516" y="69778"/>
                </a:cubicBezTo>
                <a:cubicBezTo>
                  <a:pt x="107516" y="76744"/>
                  <a:pt x="105343" y="82040"/>
                  <a:pt x="100996" y="85667"/>
                </a:cubicBezTo>
                <a:cubicBezTo>
                  <a:pt x="96649" y="89294"/>
                  <a:pt x="90187" y="91281"/>
                  <a:pt x="81609" y="91626"/>
                </a:cubicBezTo>
                <a:lnTo>
                  <a:pt x="81609" y="100089"/>
                </a:lnTo>
                <a:lnTo>
                  <a:pt x="87826" y="100089"/>
                </a:lnTo>
                <a:cubicBezTo>
                  <a:pt x="102219" y="100089"/>
                  <a:pt x="109416" y="106883"/>
                  <a:pt x="109416" y="120470"/>
                </a:cubicBezTo>
                <a:cubicBezTo>
                  <a:pt x="109416" y="133308"/>
                  <a:pt x="104378" y="139728"/>
                  <a:pt x="94303" y="139728"/>
                </a:cubicBezTo>
                <a:cubicBezTo>
                  <a:pt x="90216" y="139728"/>
                  <a:pt x="86920" y="138461"/>
                  <a:pt x="84415" y="135928"/>
                </a:cubicBezTo>
                <a:cubicBezTo>
                  <a:pt x="81911" y="133395"/>
                  <a:pt x="79939" y="129336"/>
                  <a:pt x="78500" y="123751"/>
                </a:cubicBezTo>
                <a:lnTo>
                  <a:pt x="64682" y="123751"/>
                </a:lnTo>
                <a:lnTo>
                  <a:pt x="64682" y="142232"/>
                </a:lnTo>
                <a:cubicBezTo>
                  <a:pt x="68655" y="144132"/>
                  <a:pt x="73333" y="145586"/>
                  <a:pt x="78716" y="146593"/>
                </a:cubicBezTo>
                <a:cubicBezTo>
                  <a:pt x="84099" y="147601"/>
                  <a:pt x="89554" y="148104"/>
                  <a:pt x="95081" y="148104"/>
                </a:cubicBezTo>
                <a:cubicBezTo>
                  <a:pt x="101241" y="148104"/>
                  <a:pt x="106653" y="147370"/>
                  <a:pt x="111316" y="145902"/>
                </a:cubicBezTo>
                <a:cubicBezTo>
                  <a:pt x="115979" y="144434"/>
                  <a:pt x="119894" y="142390"/>
                  <a:pt x="123061" y="139771"/>
                </a:cubicBezTo>
                <a:cubicBezTo>
                  <a:pt x="126227" y="137151"/>
                  <a:pt x="128602" y="134042"/>
                  <a:pt x="130185" y="130444"/>
                </a:cubicBezTo>
                <a:cubicBezTo>
                  <a:pt x="131768" y="126846"/>
                  <a:pt x="132560" y="122888"/>
                  <a:pt x="132560" y="118570"/>
                </a:cubicBezTo>
                <a:cubicBezTo>
                  <a:pt x="132560" y="115058"/>
                  <a:pt x="131956" y="111906"/>
                  <a:pt x="130746" y="109114"/>
                </a:cubicBezTo>
                <a:cubicBezTo>
                  <a:pt x="129537" y="106321"/>
                  <a:pt x="127882" y="103875"/>
                  <a:pt x="125781" y="101773"/>
                </a:cubicBezTo>
                <a:cubicBezTo>
                  <a:pt x="123679" y="99672"/>
                  <a:pt x="121233" y="97945"/>
                  <a:pt x="118440" y="96592"/>
                </a:cubicBezTo>
                <a:cubicBezTo>
                  <a:pt x="115648" y="95239"/>
                  <a:pt x="112669" y="94246"/>
                  <a:pt x="109502" y="93612"/>
                </a:cubicBezTo>
                <a:lnTo>
                  <a:pt x="109502" y="92922"/>
                </a:lnTo>
                <a:cubicBezTo>
                  <a:pt x="113014" y="91252"/>
                  <a:pt x="116094" y="89510"/>
                  <a:pt x="118743" y="87697"/>
                </a:cubicBezTo>
                <a:cubicBezTo>
                  <a:pt x="121391" y="85883"/>
                  <a:pt x="123608" y="83926"/>
                  <a:pt x="125392" y="81824"/>
                </a:cubicBezTo>
                <a:cubicBezTo>
                  <a:pt x="127177" y="79723"/>
                  <a:pt x="128501" y="77435"/>
                  <a:pt x="129365" y="74959"/>
                </a:cubicBezTo>
                <a:cubicBezTo>
                  <a:pt x="130228" y="72483"/>
                  <a:pt x="130660" y="69749"/>
                  <a:pt x="130660" y="66755"/>
                </a:cubicBezTo>
                <a:cubicBezTo>
                  <a:pt x="130660" y="63301"/>
                  <a:pt x="129912" y="60235"/>
                  <a:pt x="128415" y="57558"/>
                </a:cubicBezTo>
                <a:cubicBezTo>
                  <a:pt x="126918" y="54881"/>
                  <a:pt x="124817" y="52635"/>
                  <a:pt x="122111" y="50822"/>
                </a:cubicBezTo>
                <a:cubicBezTo>
                  <a:pt x="119405" y="49008"/>
                  <a:pt x="116166" y="47627"/>
                  <a:pt x="112395" y="46677"/>
                </a:cubicBezTo>
                <a:cubicBezTo>
                  <a:pt x="108624" y="45727"/>
                  <a:pt x="104465" y="45252"/>
                  <a:pt x="99917" y="45252"/>
                </a:cubicBezTo>
                <a:cubicBezTo>
                  <a:pt x="89784" y="45252"/>
                  <a:pt x="78500" y="47929"/>
                  <a:pt x="66064" y="53283"/>
                </a:cubicBezTo>
                <a:lnTo>
                  <a:pt x="66064" y="70727"/>
                </a:lnTo>
                <a:lnTo>
                  <a:pt x="79881" y="70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6B56A-F2B6-45AE-AEB4-E20E9D72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517" y="375212"/>
            <a:ext cx="2346367" cy="266472"/>
          </a:xfrm>
          <a:custGeom xmlns:a="http://schemas.openxmlformats.org/drawingml/2006/main">
            <a:pathLst>
              <a:path w="2346367" h="266472" fill="none">
                <a:moveTo>
                  <a:pt x="0" y="266472"/>
                </a:moveTo>
                <a:lnTo>
                  <a:pt x="2346367" y="266472"/>
                </a:lnTo>
                <a:lnTo>
                  <a:pt x="2346367" y="0"/>
                </a:lnTo>
                <a:lnTo>
                  <a:pt x="0" y="0"/>
                </a:lnTo>
                <a:lnTo>
                  <a:pt x="0" y="2664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91" name="Text IR/DL-basedCodeSearch">
            <a:extLst xmlns:a="http://schemas.openxmlformats.org/drawingml/2006/main">
              <a:ext uri="{FF2B5EF4-FFF2-40B4-BE49-F238E27FC236}">
                <a16:creationId xmlns:a16="http://schemas.microsoft.com/office/drawing/2014/main" id="{70F4B3BC-611B-425D-B72D-48B976A4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79" y="451008"/>
            <a:ext cx="2046417" cy="160799"/>
          </a:xfrm>
          <a:custGeom xmlns:a="http://schemas.openxmlformats.org/drawingml/2006/main">
            <a:pathLst>
              <a:path w="2046417" h="160799">
                <a:moveTo>
                  <a:pt x="36011" y="101989"/>
                </a:moveTo>
                <a:cubicBezTo>
                  <a:pt x="36011" y="104004"/>
                  <a:pt x="36069" y="105875"/>
                  <a:pt x="36184" y="107602"/>
                </a:cubicBezTo>
                <a:cubicBezTo>
                  <a:pt x="36299" y="109330"/>
                  <a:pt x="36530" y="110740"/>
                  <a:pt x="36875" y="111834"/>
                </a:cubicBezTo>
                <a:cubicBezTo>
                  <a:pt x="37220" y="112928"/>
                  <a:pt x="37724" y="113849"/>
                  <a:pt x="38386" y="114597"/>
                </a:cubicBezTo>
                <a:cubicBezTo>
                  <a:pt x="39048" y="115346"/>
                  <a:pt x="39955" y="115994"/>
                  <a:pt x="41107" y="116541"/>
                </a:cubicBezTo>
                <a:cubicBezTo>
                  <a:pt x="42258" y="117087"/>
                  <a:pt x="43669" y="117562"/>
                  <a:pt x="45338" y="117965"/>
                </a:cubicBezTo>
                <a:lnTo>
                  <a:pt x="45338" y="123665"/>
                </a:ln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71"/>
                  <a:pt x="5052" y="116109"/>
                </a:cubicBezTo>
                <a:cubicBezTo>
                  <a:pt x="6290" y="115447"/>
                  <a:pt x="7211" y="114526"/>
                  <a:pt x="7815" y="113345"/>
                </a:cubicBezTo>
                <a:cubicBezTo>
                  <a:pt x="8420" y="112165"/>
                  <a:pt x="8809" y="110668"/>
                  <a:pt x="8981" y="108855"/>
                </a:cubicBezTo>
                <a:cubicBezTo>
                  <a:pt x="9154" y="107041"/>
                  <a:pt x="9240" y="104753"/>
                  <a:pt x="9240" y="101989"/>
                </a:cubicBezTo>
                <a:lnTo>
                  <a:pt x="9240" y="27462"/>
                </a:lnTo>
                <a:cubicBezTo>
                  <a:pt x="9240" y="24698"/>
                  <a:pt x="9168" y="22424"/>
                  <a:pt x="9024" y="20640"/>
                </a:cubicBezTo>
                <a:cubicBezTo>
                  <a:pt x="8881" y="18855"/>
                  <a:pt x="8506" y="17372"/>
                  <a:pt x="7902" y="16192"/>
                </a:cubicBezTo>
                <a:cubicBezTo>
                  <a:pt x="7297" y="15012"/>
                  <a:pt x="6376" y="14076"/>
                  <a:pt x="5138" y="13386"/>
                </a:cubicBezTo>
                <a:cubicBezTo>
                  <a:pt x="3901" y="12695"/>
                  <a:pt x="2188" y="12061"/>
                  <a:pt x="0" y="11486"/>
                </a:cubicBezTo>
                <a:lnTo>
                  <a:pt x="0" y="5786"/>
                </a:lnTo>
                <a:lnTo>
                  <a:pt x="45338" y="5786"/>
                </a:lnTo>
                <a:lnTo>
                  <a:pt x="45338" y="11486"/>
                </a:lnTo>
                <a:cubicBezTo>
                  <a:pt x="42978" y="12119"/>
                  <a:pt x="41236" y="12795"/>
                  <a:pt x="40113" y="13515"/>
                </a:cubicBezTo>
                <a:cubicBezTo>
                  <a:pt x="38991" y="14235"/>
                  <a:pt x="38142" y="15113"/>
                  <a:pt x="37566" y="16149"/>
                </a:cubicBezTo>
                <a:cubicBezTo>
                  <a:pt x="36990" y="17185"/>
                  <a:pt x="36587" y="18538"/>
                  <a:pt x="36357" y="20208"/>
                </a:cubicBezTo>
                <a:cubicBezTo>
                  <a:pt x="36127" y="21877"/>
                  <a:pt x="36011" y="24324"/>
                  <a:pt x="36011" y="27548"/>
                </a:cubicBezTo>
                <a:lnTo>
                  <a:pt x="36011" y="101989"/>
                </a:lnTo>
                <a:close/>
                <a:moveTo>
                  <a:pt x="106709" y="123665"/>
                </a:moveTo>
                <a:lnTo>
                  <a:pt x="61371" y="123665"/>
                </a:lnTo>
                <a:lnTo>
                  <a:pt x="61371" y="117965"/>
                </a:lnTo>
                <a:cubicBezTo>
                  <a:pt x="63501" y="117390"/>
                  <a:pt x="65185" y="116771"/>
                  <a:pt x="66423" y="116109"/>
                </a:cubicBezTo>
                <a:cubicBezTo>
                  <a:pt x="67661" y="115447"/>
                  <a:pt x="68582" y="114526"/>
                  <a:pt x="69187" y="113345"/>
                </a:cubicBezTo>
                <a:cubicBezTo>
                  <a:pt x="69791" y="112165"/>
                  <a:pt x="70180" y="110668"/>
                  <a:pt x="70352" y="108855"/>
                </a:cubicBezTo>
                <a:cubicBezTo>
                  <a:pt x="70525" y="107041"/>
                  <a:pt x="70611" y="104753"/>
                  <a:pt x="70611" y="101989"/>
                </a:cubicBezTo>
                <a:lnTo>
                  <a:pt x="70611" y="27548"/>
                </a:lnTo>
                <a:cubicBezTo>
                  <a:pt x="70611" y="24842"/>
                  <a:pt x="70539" y="22568"/>
                  <a:pt x="70396" y="20726"/>
                </a:cubicBezTo>
                <a:cubicBezTo>
                  <a:pt x="70252" y="18884"/>
                  <a:pt x="69877" y="17387"/>
                  <a:pt x="69273" y="16235"/>
                </a:cubicBezTo>
                <a:cubicBezTo>
                  <a:pt x="68668" y="15084"/>
                  <a:pt x="67747" y="14148"/>
                  <a:pt x="66509" y="13429"/>
                </a:cubicBezTo>
                <a:cubicBezTo>
                  <a:pt x="65272" y="12709"/>
                  <a:pt x="63559" y="12061"/>
                  <a:pt x="61371" y="11486"/>
                </a:cubicBezTo>
                <a:lnTo>
                  <a:pt x="61371" y="5786"/>
                </a:lnTo>
                <a:lnTo>
                  <a:pt x="111718" y="5786"/>
                </a:lnTo>
                <a:cubicBezTo>
                  <a:pt x="118512" y="5786"/>
                  <a:pt x="124283" y="6261"/>
                  <a:pt x="129033" y="7211"/>
                </a:cubicBezTo>
                <a:cubicBezTo>
                  <a:pt x="133783" y="8161"/>
                  <a:pt x="137942" y="9615"/>
                  <a:pt x="141512" y="11572"/>
                </a:cubicBezTo>
                <a:cubicBezTo>
                  <a:pt x="144505" y="13184"/>
                  <a:pt x="147039" y="15213"/>
                  <a:pt x="149111" y="17660"/>
                </a:cubicBezTo>
                <a:cubicBezTo>
                  <a:pt x="151184" y="20107"/>
                  <a:pt x="152781" y="22957"/>
                  <a:pt x="153904" y="26210"/>
                </a:cubicBezTo>
                <a:cubicBezTo>
                  <a:pt x="155027" y="29463"/>
                  <a:pt x="155588" y="33248"/>
                  <a:pt x="155588" y="37566"/>
                </a:cubicBezTo>
                <a:cubicBezTo>
                  <a:pt x="155588" y="43208"/>
                  <a:pt x="154595" y="48044"/>
                  <a:pt x="152609" y="52074"/>
                </a:cubicBezTo>
                <a:cubicBezTo>
                  <a:pt x="150622" y="56104"/>
                  <a:pt x="147945" y="59458"/>
                  <a:pt x="144577" y="62135"/>
                </a:cubicBezTo>
                <a:cubicBezTo>
                  <a:pt x="141209" y="64812"/>
                  <a:pt x="136704" y="67331"/>
                  <a:pt x="131062" y="69691"/>
                </a:cubicBezTo>
                <a:lnTo>
                  <a:pt x="131062" y="70555"/>
                </a:lnTo>
                <a:cubicBezTo>
                  <a:pt x="135323" y="72397"/>
                  <a:pt x="138849" y="74858"/>
                  <a:pt x="141641" y="77938"/>
                </a:cubicBezTo>
                <a:cubicBezTo>
                  <a:pt x="144433" y="81018"/>
                  <a:pt x="146952" y="84919"/>
                  <a:pt x="149198" y="89640"/>
                </a:cubicBezTo>
                <a:lnTo>
                  <a:pt x="154638" y="101385"/>
                </a:lnTo>
                <a:cubicBezTo>
                  <a:pt x="157056" y="106624"/>
                  <a:pt x="159460" y="110553"/>
                  <a:pt x="161849" y="113173"/>
                </a:cubicBezTo>
                <a:cubicBezTo>
                  <a:pt x="164238" y="115792"/>
                  <a:pt x="167074" y="117390"/>
                  <a:pt x="170355" y="117965"/>
                </a:cubicBezTo>
                <a:lnTo>
                  <a:pt x="170355" y="123665"/>
                </a:lnTo>
                <a:lnTo>
                  <a:pt x="137107" y="123665"/>
                </a:lnTo>
                <a:cubicBezTo>
                  <a:pt x="133768" y="119059"/>
                  <a:pt x="129997" y="112208"/>
                  <a:pt x="125794" y="103112"/>
                </a:cubicBezTo>
                <a:lnTo>
                  <a:pt x="119058" y="88345"/>
                </a:lnTo>
                <a:cubicBezTo>
                  <a:pt x="117043" y="83969"/>
                  <a:pt x="115316" y="80860"/>
                  <a:pt x="113877" y="79018"/>
                </a:cubicBezTo>
                <a:cubicBezTo>
                  <a:pt x="112438" y="77176"/>
                  <a:pt x="110955" y="75909"/>
                  <a:pt x="109430" y="75218"/>
                </a:cubicBezTo>
                <a:cubicBezTo>
                  <a:pt x="107904" y="74527"/>
                  <a:pt x="105558" y="74182"/>
                  <a:pt x="102391" y="74182"/>
                </a:cubicBezTo>
                <a:lnTo>
                  <a:pt x="97383" y="74182"/>
                </a:lnTo>
                <a:lnTo>
                  <a:pt x="97383" y="101989"/>
                </a:lnTo>
                <a:cubicBezTo>
                  <a:pt x="97383" y="106307"/>
                  <a:pt x="97584" y="109330"/>
                  <a:pt x="97987" y="111057"/>
                </a:cubicBezTo>
                <a:cubicBezTo>
                  <a:pt x="98390" y="112784"/>
                  <a:pt x="99167" y="114166"/>
                  <a:pt x="100319" y="115202"/>
                </a:cubicBezTo>
                <a:cubicBezTo>
                  <a:pt x="101470" y="116238"/>
                  <a:pt x="103600" y="117159"/>
                  <a:pt x="106709" y="117965"/>
                </a:cubicBezTo>
                <a:lnTo>
                  <a:pt x="106709" y="123665"/>
                </a:lnTo>
                <a:moveTo>
                  <a:pt x="97383" y="16063"/>
                </a:moveTo>
                <a:lnTo>
                  <a:pt x="97383" y="64078"/>
                </a:lnTo>
                <a:lnTo>
                  <a:pt x="105932" y="64078"/>
                </a:lnTo>
                <a:cubicBezTo>
                  <a:pt x="110538" y="64078"/>
                  <a:pt x="114338" y="63459"/>
                  <a:pt x="117331" y="62221"/>
                </a:cubicBezTo>
                <a:cubicBezTo>
                  <a:pt x="120325" y="60983"/>
                  <a:pt x="122700" y="59256"/>
                  <a:pt x="124456" y="57040"/>
                </a:cubicBezTo>
                <a:cubicBezTo>
                  <a:pt x="126212" y="54823"/>
                  <a:pt x="127421" y="52218"/>
                  <a:pt x="128083" y="49224"/>
                </a:cubicBezTo>
                <a:cubicBezTo>
                  <a:pt x="128745" y="46230"/>
                  <a:pt x="129076" y="42949"/>
                  <a:pt x="129076" y="39379"/>
                </a:cubicBezTo>
                <a:cubicBezTo>
                  <a:pt x="129076" y="31550"/>
                  <a:pt x="127234" y="25677"/>
                  <a:pt x="123549" y="21762"/>
                </a:cubicBezTo>
                <a:cubicBezTo>
                  <a:pt x="119864" y="17847"/>
                  <a:pt x="114395" y="15890"/>
                  <a:pt x="107141" y="15890"/>
                </a:cubicBezTo>
                <a:cubicBezTo>
                  <a:pt x="102190" y="15890"/>
                  <a:pt x="98937" y="15948"/>
                  <a:pt x="97383" y="16063"/>
                </a:cubicBezTo>
                <a:close/>
                <a:moveTo>
                  <a:pt x="255243" y="86"/>
                </a:moveTo>
                <a:lnTo>
                  <a:pt x="192893" y="160799"/>
                </a:lnTo>
                <a:lnTo>
                  <a:pt x="175880" y="160799"/>
                </a:lnTo>
                <a:lnTo>
                  <a:pt x="238403" y="86"/>
                </a:lnTo>
                <a:lnTo>
                  <a:pt x="255243" y="86"/>
                </a:lnTo>
                <a:close/>
                <a:moveTo>
                  <a:pt x="313383" y="5786"/>
                </a:moveTo>
                <a:cubicBezTo>
                  <a:pt x="322998" y="5786"/>
                  <a:pt x="331029" y="6534"/>
                  <a:pt x="337477" y="8031"/>
                </a:cubicBezTo>
                <a:cubicBezTo>
                  <a:pt x="343925" y="9528"/>
                  <a:pt x="349654" y="11889"/>
                  <a:pt x="354663" y="15113"/>
                </a:cubicBezTo>
                <a:cubicBezTo>
                  <a:pt x="359671" y="18337"/>
                  <a:pt x="363716" y="22180"/>
                  <a:pt x="366796" y="26642"/>
                </a:cubicBezTo>
                <a:cubicBezTo>
                  <a:pt x="369876" y="31103"/>
                  <a:pt x="372165" y="36285"/>
                  <a:pt x="373661" y="42186"/>
                </a:cubicBezTo>
                <a:cubicBezTo>
                  <a:pt x="375158" y="48087"/>
                  <a:pt x="375907" y="54751"/>
                  <a:pt x="375907" y="62178"/>
                </a:cubicBezTo>
                <a:cubicBezTo>
                  <a:pt x="375907" y="71159"/>
                  <a:pt x="374856" y="79219"/>
                  <a:pt x="372755" y="86358"/>
                </a:cubicBezTo>
                <a:cubicBezTo>
                  <a:pt x="370653" y="93497"/>
                  <a:pt x="367501" y="99600"/>
                  <a:pt x="363298" y="104666"/>
                </a:cubicBezTo>
                <a:cubicBezTo>
                  <a:pt x="359556" y="109214"/>
                  <a:pt x="354965" y="112957"/>
                  <a:pt x="349524" y="115893"/>
                </a:cubicBezTo>
                <a:cubicBezTo>
                  <a:pt x="344084" y="118829"/>
                  <a:pt x="337823" y="120902"/>
                  <a:pt x="330741" y="122111"/>
                </a:cubicBezTo>
                <a:cubicBezTo>
                  <a:pt x="324639" y="123147"/>
                  <a:pt x="316953" y="123665"/>
                  <a:pt x="307684" y="123665"/>
                </a:cubicBezTo>
                <a:lnTo>
                  <a:pt x="268477" y="123665"/>
                </a:lnTo>
                <a:lnTo>
                  <a:pt x="268477" y="117965"/>
                </a:lnTo>
                <a:cubicBezTo>
                  <a:pt x="270607" y="117390"/>
                  <a:pt x="272291" y="116771"/>
                  <a:pt x="273529" y="116109"/>
                </a:cubicBezTo>
                <a:cubicBezTo>
                  <a:pt x="274767" y="115447"/>
                  <a:pt x="275688" y="114526"/>
                  <a:pt x="276292" y="113345"/>
                </a:cubicBezTo>
                <a:cubicBezTo>
                  <a:pt x="276897" y="112165"/>
                  <a:pt x="277286" y="110668"/>
                  <a:pt x="277458" y="108855"/>
                </a:cubicBezTo>
                <a:cubicBezTo>
                  <a:pt x="277631" y="107041"/>
                  <a:pt x="277717" y="104753"/>
                  <a:pt x="277717" y="101989"/>
                </a:cubicBezTo>
                <a:lnTo>
                  <a:pt x="277717" y="27548"/>
                </a:lnTo>
                <a:cubicBezTo>
                  <a:pt x="277717" y="24842"/>
                  <a:pt x="277645" y="22568"/>
                  <a:pt x="277501" y="20726"/>
                </a:cubicBezTo>
                <a:cubicBezTo>
                  <a:pt x="277357" y="18884"/>
                  <a:pt x="276983" y="17387"/>
                  <a:pt x="276379" y="16235"/>
                </a:cubicBezTo>
                <a:cubicBezTo>
                  <a:pt x="275774" y="15084"/>
                  <a:pt x="274853" y="14148"/>
                  <a:pt x="273615" y="13429"/>
                </a:cubicBezTo>
                <a:cubicBezTo>
                  <a:pt x="272378" y="12709"/>
                  <a:pt x="270665" y="12061"/>
                  <a:pt x="268477" y="11486"/>
                </a:cubicBezTo>
                <a:lnTo>
                  <a:pt x="268477" y="5786"/>
                </a:lnTo>
                <a:lnTo>
                  <a:pt x="313383" y="5786"/>
                </a:lnTo>
                <a:moveTo>
                  <a:pt x="304488" y="113216"/>
                </a:moveTo>
                <a:cubicBezTo>
                  <a:pt x="305525" y="113388"/>
                  <a:pt x="308144" y="113475"/>
                  <a:pt x="312347" y="113475"/>
                </a:cubicBezTo>
                <a:cubicBezTo>
                  <a:pt x="318680" y="113475"/>
                  <a:pt x="324005" y="112554"/>
                  <a:pt x="328323" y="110711"/>
                </a:cubicBezTo>
                <a:cubicBezTo>
                  <a:pt x="331547" y="109330"/>
                  <a:pt x="334282" y="107430"/>
                  <a:pt x="336527" y="105012"/>
                </a:cubicBezTo>
                <a:cubicBezTo>
                  <a:pt x="340270" y="101039"/>
                  <a:pt x="343091" y="95887"/>
                  <a:pt x="344990" y="89554"/>
                </a:cubicBezTo>
                <a:cubicBezTo>
                  <a:pt x="347063" y="82645"/>
                  <a:pt x="348099" y="74211"/>
                  <a:pt x="348099" y="64251"/>
                </a:cubicBezTo>
                <a:cubicBezTo>
                  <a:pt x="348099" y="53312"/>
                  <a:pt x="346631" y="44230"/>
                  <a:pt x="343695" y="37005"/>
                </a:cubicBezTo>
                <a:cubicBezTo>
                  <a:pt x="340759" y="29779"/>
                  <a:pt x="336628" y="24454"/>
                  <a:pt x="331303" y="21028"/>
                </a:cubicBezTo>
                <a:cubicBezTo>
                  <a:pt x="325977" y="17603"/>
                  <a:pt x="319601" y="15890"/>
                  <a:pt x="312174" y="15890"/>
                </a:cubicBezTo>
                <a:cubicBezTo>
                  <a:pt x="308605" y="15890"/>
                  <a:pt x="306043" y="15948"/>
                  <a:pt x="304488" y="16063"/>
                </a:cubicBezTo>
                <a:lnTo>
                  <a:pt x="304488" y="113216"/>
                </a:lnTo>
                <a:close/>
                <a:moveTo>
                  <a:pt x="438856" y="5786"/>
                </a:moveTo>
                <a:lnTo>
                  <a:pt x="438856" y="11486"/>
                </a:lnTo>
                <a:cubicBezTo>
                  <a:pt x="436784" y="12061"/>
                  <a:pt x="435143" y="12680"/>
                  <a:pt x="433934" y="13342"/>
                </a:cubicBezTo>
                <a:cubicBezTo>
                  <a:pt x="432725" y="14004"/>
                  <a:pt x="431789" y="14911"/>
                  <a:pt x="431127" y="16063"/>
                </a:cubicBezTo>
                <a:cubicBezTo>
                  <a:pt x="430465" y="17214"/>
                  <a:pt x="430033" y="18697"/>
                  <a:pt x="429832" y="20510"/>
                </a:cubicBezTo>
                <a:cubicBezTo>
                  <a:pt x="429630" y="22324"/>
                  <a:pt x="429529" y="24612"/>
                  <a:pt x="429529" y="27376"/>
                </a:cubicBezTo>
                <a:lnTo>
                  <a:pt x="429529" y="113388"/>
                </a:lnTo>
                <a:lnTo>
                  <a:pt x="446283" y="113388"/>
                </a:lnTo>
                <a:cubicBezTo>
                  <a:pt x="449622" y="113388"/>
                  <a:pt x="452299" y="112870"/>
                  <a:pt x="454314" y="111834"/>
                </a:cubicBezTo>
                <a:cubicBezTo>
                  <a:pt x="456329" y="110798"/>
                  <a:pt x="458071" y="109200"/>
                  <a:pt x="459539" y="107041"/>
                </a:cubicBezTo>
                <a:cubicBezTo>
                  <a:pt x="461007" y="104882"/>
                  <a:pt x="462274" y="102061"/>
                  <a:pt x="463339" y="98578"/>
                </a:cubicBezTo>
                <a:cubicBezTo>
                  <a:pt x="464404" y="95095"/>
                  <a:pt x="465253" y="91828"/>
                  <a:pt x="465886" y="88776"/>
                </a:cubicBezTo>
                <a:lnTo>
                  <a:pt x="477717" y="88776"/>
                </a:lnTo>
                <a:lnTo>
                  <a:pt x="475818" y="123665"/>
                </a:lnTo>
                <a:lnTo>
                  <a:pt x="393518" y="123665"/>
                </a:lnTo>
                <a:lnTo>
                  <a:pt x="393518" y="117965"/>
                </a:lnTo>
                <a:cubicBezTo>
                  <a:pt x="395648" y="117390"/>
                  <a:pt x="397332" y="116756"/>
                  <a:pt x="398570" y="116066"/>
                </a:cubicBezTo>
                <a:cubicBezTo>
                  <a:pt x="399808" y="115375"/>
                  <a:pt x="400729" y="114439"/>
                  <a:pt x="401333" y="113259"/>
                </a:cubicBezTo>
                <a:cubicBezTo>
                  <a:pt x="401938" y="112079"/>
                  <a:pt x="402327" y="110582"/>
                  <a:pt x="402499" y="108768"/>
                </a:cubicBezTo>
                <a:cubicBezTo>
                  <a:pt x="402672" y="106955"/>
                  <a:pt x="402758" y="104666"/>
                  <a:pt x="402758" y="101903"/>
                </a:cubicBezTo>
                <a:lnTo>
                  <a:pt x="402758" y="27548"/>
                </a:lnTo>
                <a:cubicBezTo>
                  <a:pt x="402758" y="24842"/>
                  <a:pt x="402686" y="22568"/>
                  <a:pt x="402542" y="20726"/>
                </a:cubicBezTo>
                <a:cubicBezTo>
                  <a:pt x="402399" y="18884"/>
                  <a:pt x="402024" y="17387"/>
                  <a:pt x="401420" y="16235"/>
                </a:cubicBezTo>
                <a:cubicBezTo>
                  <a:pt x="400815" y="15084"/>
                  <a:pt x="399894" y="14148"/>
                  <a:pt x="398656" y="13429"/>
                </a:cubicBezTo>
                <a:cubicBezTo>
                  <a:pt x="397419" y="12709"/>
                  <a:pt x="395706" y="12061"/>
                  <a:pt x="393518" y="11486"/>
                </a:cubicBezTo>
                <a:lnTo>
                  <a:pt x="393518" y="5786"/>
                </a:lnTo>
                <a:lnTo>
                  <a:pt x="438856" y="5786"/>
                </a:lnTo>
                <a:close/>
                <a:moveTo>
                  <a:pt x="532467" y="85581"/>
                </a:moveTo>
                <a:lnTo>
                  <a:pt x="491533" y="85581"/>
                </a:lnTo>
                <a:lnTo>
                  <a:pt x="491533" y="67446"/>
                </a:lnTo>
                <a:lnTo>
                  <a:pt x="532467" y="67446"/>
                </a:lnTo>
                <a:lnTo>
                  <a:pt x="532467" y="85581"/>
                </a:lnTo>
                <a:close/>
                <a:moveTo>
                  <a:pt x="554892" y="29794"/>
                </a:moveTo>
                <a:cubicBezTo>
                  <a:pt x="554892" y="25648"/>
                  <a:pt x="554863" y="22482"/>
                  <a:pt x="554805" y="20294"/>
                </a:cubicBezTo>
                <a:cubicBezTo>
                  <a:pt x="554748" y="18106"/>
                  <a:pt x="554575" y="16207"/>
                  <a:pt x="554287" y="14595"/>
                </a:cubicBezTo>
                <a:cubicBezTo>
                  <a:pt x="553999" y="12983"/>
                  <a:pt x="553539" y="11716"/>
                  <a:pt x="552905" y="10795"/>
                </a:cubicBezTo>
                <a:cubicBezTo>
                  <a:pt x="552272" y="9874"/>
                  <a:pt x="551423" y="9125"/>
                  <a:pt x="550358" y="8549"/>
                </a:cubicBezTo>
                <a:cubicBezTo>
                  <a:pt x="549293" y="7974"/>
                  <a:pt x="547551" y="7427"/>
                  <a:pt x="545133" y="6909"/>
                </a:cubicBezTo>
                <a:lnTo>
                  <a:pt x="545133" y="1209"/>
                </a:lnTo>
                <a:lnTo>
                  <a:pt x="569227" y="0"/>
                </a:lnTo>
                <a:lnTo>
                  <a:pt x="579849" y="0"/>
                </a:lnTo>
                <a:lnTo>
                  <a:pt x="579849" y="49483"/>
                </a:lnTo>
                <a:lnTo>
                  <a:pt x="579935" y="49570"/>
                </a:lnTo>
                <a:cubicBezTo>
                  <a:pt x="583390" y="46403"/>
                  <a:pt x="586412" y="43956"/>
                  <a:pt x="589003" y="42229"/>
                </a:cubicBezTo>
                <a:cubicBezTo>
                  <a:pt x="591594" y="40502"/>
                  <a:pt x="594357" y="39135"/>
                  <a:pt x="597293" y="38127"/>
                </a:cubicBezTo>
                <a:cubicBezTo>
                  <a:pt x="600230" y="37120"/>
                  <a:pt x="603367" y="36616"/>
                  <a:pt x="606707" y="36616"/>
                </a:cubicBezTo>
                <a:cubicBezTo>
                  <a:pt x="616954" y="36616"/>
                  <a:pt x="624640" y="40229"/>
                  <a:pt x="629764" y="47454"/>
                </a:cubicBezTo>
                <a:cubicBezTo>
                  <a:pt x="634888" y="54679"/>
                  <a:pt x="637450" y="65488"/>
                  <a:pt x="637450" y="79881"/>
                </a:cubicBezTo>
                <a:cubicBezTo>
                  <a:pt x="637450" y="89841"/>
                  <a:pt x="635939" y="98175"/>
                  <a:pt x="632916" y="104882"/>
                </a:cubicBezTo>
                <a:cubicBezTo>
                  <a:pt x="629894" y="111589"/>
                  <a:pt x="625389" y="116627"/>
                  <a:pt x="619401" y="119995"/>
                </a:cubicBezTo>
                <a:cubicBezTo>
                  <a:pt x="613414" y="123363"/>
                  <a:pt x="606044" y="125047"/>
                  <a:pt x="597293" y="125047"/>
                </a:cubicBezTo>
                <a:cubicBezTo>
                  <a:pt x="588197" y="125047"/>
                  <a:pt x="579878" y="123406"/>
                  <a:pt x="572336" y="120124"/>
                </a:cubicBezTo>
                <a:lnTo>
                  <a:pt x="565945" y="125047"/>
                </a:lnTo>
                <a:lnTo>
                  <a:pt x="554892" y="123492"/>
                </a:lnTo>
                <a:lnTo>
                  <a:pt x="554892" y="29794"/>
                </a:lnTo>
                <a:moveTo>
                  <a:pt x="579849" y="95340"/>
                </a:moveTo>
                <a:cubicBezTo>
                  <a:pt x="579849" y="102421"/>
                  <a:pt x="581072" y="107646"/>
                  <a:pt x="583519" y="111014"/>
                </a:cubicBezTo>
                <a:cubicBezTo>
                  <a:pt x="585966" y="114382"/>
                  <a:pt x="589752" y="116066"/>
                  <a:pt x="594875" y="116066"/>
                </a:cubicBezTo>
                <a:cubicBezTo>
                  <a:pt x="600172" y="116066"/>
                  <a:pt x="604217" y="113288"/>
                  <a:pt x="607009" y="107732"/>
                </a:cubicBezTo>
                <a:cubicBezTo>
                  <a:pt x="609801" y="102176"/>
                  <a:pt x="611197" y="94246"/>
                  <a:pt x="611197" y="83940"/>
                </a:cubicBezTo>
                <a:cubicBezTo>
                  <a:pt x="611197" y="72599"/>
                  <a:pt x="609959" y="64135"/>
                  <a:pt x="607484" y="58551"/>
                </a:cubicBezTo>
                <a:cubicBezTo>
                  <a:pt x="605008" y="52966"/>
                  <a:pt x="601151" y="50174"/>
                  <a:pt x="595912" y="50174"/>
                </a:cubicBezTo>
                <a:cubicBezTo>
                  <a:pt x="593379" y="50174"/>
                  <a:pt x="590874" y="50836"/>
                  <a:pt x="588399" y="52160"/>
                </a:cubicBezTo>
                <a:cubicBezTo>
                  <a:pt x="585923" y="53485"/>
                  <a:pt x="583879" y="55370"/>
                  <a:pt x="582267" y="57817"/>
                </a:cubicBezTo>
                <a:cubicBezTo>
                  <a:pt x="580655" y="60264"/>
                  <a:pt x="579849" y="62955"/>
                  <a:pt x="579849" y="65891"/>
                </a:cubicBezTo>
                <a:lnTo>
                  <a:pt x="579849" y="95340"/>
                </a:lnTo>
                <a:close/>
                <a:moveTo>
                  <a:pt x="703442" y="112352"/>
                </a:moveTo>
                <a:lnTo>
                  <a:pt x="702147" y="111920"/>
                </a:lnTo>
                <a:cubicBezTo>
                  <a:pt x="697426" y="116526"/>
                  <a:pt x="692834" y="119865"/>
                  <a:pt x="688373" y="121938"/>
                </a:cubicBezTo>
                <a:cubicBezTo>
                  <a:pt x="683911" y="124011"/>
                  <a:pt x="679175" y="125047"/>
                  <a:pt x="674167" y="125047"/>
                </a:cubicBezTo>
                <a:cubicBezTo>
                  <a:pt x="669215" y="125047"/>
                  <a:pt x="664912" y="124140"/>
                  <a:pt x="661256" y="122327"/>
                </a:cubicBezTo>
                <a:cubicBezTo>
                  <a:pt x="657600" y="120513"/>
                  <a:pt x="654837" y="117994"/>
                  <a:pt x="652966" y="114770"/>
                </a:cubicBezTo>
                <a:cubicBezTo>
                  <a:pt x="651095" y="111546"/>
                  <a:pt x="650159" y="107833"/>
                  <a:pt x="650159" y="103630"/>
                </a:cubicBezTo>
                <a:cubicBezTo>
                  <a:pt x="650159" y="95167"/>
                  <a:pt x="654319" y="88503"/>
                  <a:pt x="662638" y="83638"/>
                </a:cubicBezTo>
                <a:cubicBezTo>
                  <a:pt x="670957" y="78773"/>
                  <a:pt x="683580" y="75707"/>
                  <a:pt x="700506" y="74441"/>
                </a:cubicBezTo>
                <a:lnTo>
                  <a:pt x="700506" y="66237"/>
                </a:lnTo>
                <a:cubicBezTo>
                  <a:pt x="700506" y="60883"/>
                  <a:pt x="699901" y="56752"/>
                  <a:pt x="698692" y="53844"/>
                </a:cubicBezTo>
                <a:cubicBezTo>
                  <a:pt x="697483" y="50937"/>
                  <a:pt x="695929" y="48893"/>
                  <a:pt x="694029" y="47713"/>
                </a:cubicBezTo>
                <a:cubicBezTo>
                  <a:pt x="692129" y="46533"/>
                  <a:pt x="689855" y="45943"/>
                  <a:pt x="687207" y="45943"/>
                </a:cubicBezTo>
                <a:cubicBezTo>
                  <a:pt x="684558" y="45943"/>
                  <a:pt x="682270" y="46403"/>
                  <a:pt x="680341" y="47324"/>
                </a:cubicBezTo>
                <a:cubicBezTo>
                  <a:pt x="678413" y="48246"/>
                  <a:pt x="676671" y="49987"/>
                  <a:pt x="675117" y="52549"/>
                </a:cubicBezTo>
                <a:cubicBezTo>
                  <a:pt x="673562" y="55111"/>
                  <a:pt x="672411" y="58666"/>
                  <a:pt x="671662" y="63214"/>
                </a:cubicBezTo>
                <a:lnTo>
                  <a:pt x="655341" y="63214"/>
                </a:lnTo>
                <a:lnTo>
                  <a:pt x="655341" y="47497"/>
                </a:lnTo>
                <a:cubicBezTo>
                  <a:pt x="660637" y="45137"/>
                  <a:pt x="665041" y="43323"/>
                  <a:pt x="668553" y="42056"/>
                </a:cubicBezTo>
                <a:cubicBezTo>
                  <a:pt x="672065" y="40790"/>
                  <a:pt x="675534" y="39739"/>
                  <a:pt x="678960" y="38904"/>
                </a:cubicBezTo>
                <a:cubicBezTo>
                  <a:pt x="682385" y="38070"/>
                  <a:pt x="685451" y="37480"/>
                  <a:pt x="688157" y="37134"/>
                </a:cubicBezTo>
                <a:cubicBezTo>
                  <a:pt x="690863" y="36789"/>
                  <a:pt x="693568" y="36616"/>
                  <a:pt x="696274" y="36616"/>
                </a:cubicBezTo>
                <a:cubicBezTo>
                  <a:pt x="703241" y="36616"/>
                  <a:pt x="708811" y="37537"/>
                  <a:pt x="712985" y="39379"/>
                </a:cubicBezTo>
                <a:cubicBezTo>
                  <a:pt x="717159" y="41222"/>
                  <a:pt x="720282" y="44215"/>
                  <a:pt x="722355" y="48361"/>
                </a:cubicBezTo>
                <a:cubicBezTo>
                  <a:pt x="724427" y="52506"/>
                  <a:pt x="725463" y="58234"/>
                  <a:pt x="725463" y="65546"/>
                </a:cubicBezTo>
                <a:lnTo>
                  <a:pt x="725463" y="99226"/>
                </a:lnTo>
                <a:cubicBezTo>
                  <a:pt x="725463" y="103025"/>
                  <a:pt x="725550" y="105962"/>
                  <a:pt x="725723" y="108034"/>
                </a:cubicBezTo>
                <a:cubicBezTo>
                  <a:pt x="725895" y="110107"/>
                  <a:pt x="726169" y="111647"/>
                  <a:pt x="726543" y="112654"/>
                </a:cubicBezTo>
                <a:cubicBezTo>
                  <a:pt x="726917" y="113662"/>
                  <a:pt x="727392" y="114468"/>
                  <a:pt x="727968" y="115072"/>
                </a:cubicBezTo>
                <a:cubicBezTo>
                  <a:pt x="728544" y="115677"/>
                  <a:pt x="729249" y="116166"/>
                  <a:pt x="730084" y="116541"/>
                </a:cubicBezTo>
                <a:cubicBezTo>
                  <a:pt x="730918" y="116915"/>
                  <a:pt x="732487" y="117390"/>
                  <a:pt x="734790" y="117965"/>
                </a:cubicBezTo>
                <a:lnTo>
                  <a:pt x="734790" y="123665"/>
                </a:lnTo>
                <a:lnTo>
                  <a:pt x="702665" y="123665"/>
                </a:lnTo>
                <a:lnTo>
                  <a:pt x="703442" y="112352"/>
                </a:lnTo>
                <a:moveTo>
                  <a:pt x="700592" y="82904"/>
                </a:moveTo>
                <a:cubicBezTo>
                  <a:pt x="691669" y="83134"/>
                  <a:pt x="685062" y="84804"/>
                  <a:pt x="680773" y="87913"/>
                </a:cubicBezTo>
                <a:cubicBezTo>
                  <a:pt x="676484" y="91022"/>
                  <a:pt x="674339" y="95570"/>
                  <a:pt x="674339" y="101557"/>
                </a:cubicBezTo>
                <a:cubicBezTo>
                  <a:pt x="674339" y="105127"/>
                  <a:pt x="675318" y="107847"/>
                  <a:pt x="677276" y="109718"/>
                </a:cubicBezTo>
                <a:cubicBezTo>
                  <a:pt x="679233" y="111589"/>
                  <a:pt x="681939" y="112525"/>
                  <a:pt x="685393" y="112525"/>
                </a:cubicBezTo>
                <a:cubicBezTo>
                  <a:pt x="688042" y="112525"/>
                  <a:pt x="690546" y="111820"/>
                  <a:pt x="692906" y="110409"/>
                </a:cubicBezTo>
                <a:cubicBezTo>
                  <a:pt x="695267" y="108999"/>
                  <a:pt x="697138" y="107113"/>
                  <a:pt x="698520" y="104753"/>
                </a:cubicBezTo>
                <a:cubicBezTo>
                  <a:pt x="699901" y="102392"/>
                  <a:pt x="700592" y="99888"/>
                  <a:pt x="700592" y="97239"/>
                </a:cubicBezTo>
                <a:lnTo>
                  <a:pt x="700592" y="82904"/>
                </a:lnTo>
                <a:close/>
                <a:moveTo>
                  <a:pt x="758166" y="100348"/>
                </a:moveTo>
                <a:cubicBezTo>
                  <a:pt x="759548" y="105587"/>
                  <a:pt x="761736" y="109517"/>
                  <a:pt x="764730" y="112136"/>
                </a:cubicBezTo>
                <a:cubicBezTo>
                  <a:pt x="767723" y="114756"/>
                  <a:pt x="771725" y="116066"/>
                  <a:pt x="776733" y="116066"/>
                </a:cubicBezTo>
                <a:cubicBezTo>
                  <a:pt x="781051" y="116066"/>
                  <a:pt x="784319" y="115087"/>
                  <a:pt x="786535" y="113129"/>
                </a:cubicBezTo>
                <a:cubicBezTo>
                  <a:pt x="788752" y="111172"/>
                  <a:pt x="789860" y="108322"/>
                  <a:pt x="789860" y="104580"/>
                </a:cubicBezTo>
                <a:cubicBezTo>
                  <a:pt x="789860" y="102219"/>
                  <a:pt x="789356" y="100204"/>
                  <a:pt x="788349" y="98535"/>
                </a:cubicBezTo>
                <a:cubicBezTo>
                  <a:pt x="787341" y="96865"/>
                  <a:pt x="785672" y="95268"/>
                  <a:pt x="783340" y="93742"/>
                </a:cubicBezTo>
                <a:cubicBezTo>
                  <a:pt x="781008" y="92216"/>
                  <a:pt x="777021" y="90216"/>
                  <a:pt x="771379" y="87740"/>
                </a:cubicBezTo>
                <a:cubicBezTo>
                  <a:pt x="768213" y="86358"/>
                  <a:pt x="765233" y="84833"/>
                  <a:pt x="762441" y="83163"/>
                </a:cubicBezTo>
                <a:cubicBezTo>
                  <a:pt x="759649" y="81493"/>
                  <a:pt x="757216" y="79608"/>
                  <a:pt x="755144" y="77507"/>
                </a:cubicBezTo>
                <a:cubicBezTo>
                  <a:pt x="753071" y="75405"/>
                  <a:pt x="751430" y="73059"/>
                  <a:pt x="750221" y="70468"/>
                </a:cubicBezTo>
                <a:cubicBezTo>
                  <a:pt x="749012" y="67878"/>
                  <a:pt x="748408" y="64999"/>
                  <a:pt x="748408" y="61833"/>
                </a:cubicBezTo>
                <a:cubicBezTo>
                  <a:pt x="748408" y="56651"/>
                  <a:pt x="749905" y="52160"/>
                  <a:pt x="752899" y="48361"/>
                </a:cubicBezTo>
                <a:cubicBezTo>
                  <a:pt x="755892" y="44561"/>
                  <a:pt x="760167" y="41653"/>
                  <a:pt x="765723" y="39638"/>
                </a:cubicBezTo>
                <a:cubicBezTo>
                  <a:pt x="771278" y="37623"/>
                  <a:pt x="777626" y="36616"/>
                  <a:pt x="784765" y="36616"/>
                </a:cubicBezTo>
                <a:cubicBezTo>
                  <a:pt x="788968" y="36616"/>
                  <a:pt x="793084" y="36789"/>
                  <a:pt x="797114" y="37134"/>
                </a:cubicBezTo>
                <a:cubicBezTo>
                  <a:pt x="801144" y="37480"/>
                  <a:pt x="806354" y="38228"/>
                  <a:pt x="812745" y="39379"/>
                </a:cubicBezTo>
                <a:lnTo>
                  <a:pt x="812745" y="59501"/>
                </a:lnTo>
                <a:lnTo>
                  <a:pt x="801346" y="59501"/>
                </a:lnTo>
                <a:cubicBezTo>
                  <a:pt x="800021" y="55816"/>
                  <a:pt x="798568" y="52966"/>
                  <a:pt x="796984" y="50951"/>
                </a:cubicBezTo>
                <a:cubicBezTo>
                  <a:pt x="795401" y="48936"/>
                  <a:pt x="793660" y="47540"/>
                  <a:pt x="791760" y="46763"/>
                </a:cubicBezTo>
                <a:cubicBezTo>
                  <a:pt x="789860" y="45986"/>
                  <a:pt x="787586" y="45597"/>
                  <a:pt x="784937" y="45597"/>
                </a:cubicBezTo>
                <a:cubicBezTo>
                  <a:pt x="781138" y="45597"/>
                  <a:pt x="778115" y="46461"/>
                  <a:pt x="775870" y="48188"/>
                </a:cubicBezTo>
                <a:cubicBezTo>
                  <a:pt x="773625" y="49915"/>
                  <a:pt x="772502" y="52333"/>
                  <a:pt x="772502" y="55442"/>
                </a:cubicBezTo>
                <a:cubicBezTo>
                  <a:pt x="772502" y="57630"/>
                  <a:pt x="772905" y="59501"/>
                  <a:pt x="773711" y="61055"/>
                </a:cubicBezTo>
                <a:cubicBezTo>
                  <a:pt x="774517" y="62610"/>
                  <a:pt x="775956" y="64121"/>
                  <a:pt x="778029" y="65589"/>
                </a:cubicBezTo>
                <a:cubicBezTo>
                  <a:pt x="780101" y="67057"/>
                  <a:pt x="784103" y="69029"/>
                  <a:pt x="790033" y="71505"/>
                </a:cubicBezTo>
                <a:cubicBezTo>
                  <a:pt x="795444" y="73750"/>
                  <a:pt x="799849" y="76096"/>
                  <a:pt x="803245" y="78543"/>
                </a:cubicBezTo>
                <a:cubicBezTo>
                  <a:pt x="806642" y="80990"/>
                  <a:pt x="809233" y="83811"/>
                  <a:pt x="811018" y="87006"/>
                </a:cubicBezTo>
                <a:cubicBezTo>
                  <a:pt x="812802" y="90201"/>
                  <a:pt x="813695" y="93929"/>
                  <a:pt x="813695" y="98189"/>
                </a:cubicBezTo>
                <a:cubicBezTo>
                  <a:pt x="813695" y="102853"/>
                  <a:pt x="812831" y="106868"/>
                  <a:pt x="811104" y="110236"/>
                </a:cubicBezTo>
                <a:cubicBezTo>
                  <a:pt x="809377" y="113604"/>
                  <a:pt x="806959" y="116382"/>
                  <a:pt x="803850" y="118570"/>
                </a:cubicBezTo>
                <a:cubicBezTo>
                  <a:pt x="800741" y="120758"/>
                  <a:pt x="797013" y="122384"/>
                  <a:pt x="792667" y="123449"/>
                </a:cubicBezTo>
                <a:cubicBezTo>
                  <a:pt x="788320" y="124514"/>
                  <a:pt x="783527" y="125047"/>
                  <a:pt x="778288" y="125047"/>
                </a:cubicBezTo>
                <a:cubicBezTo>
                  <a:pt x="768788" y="125047"/>
                  <a:pt x="758224" y="123694"/>
                  <a:pt x="746594" y="120988"/>
                </a:cubicBezTo>
                <a:lnTo>
                  <a:pt x="746594" y="100348"/>
                </a:lnTo>
                <a:lnTo>
                  <a:pt x="758166" y="100348"/>
                </a:lnTo>
                <a:close/>
                <a:moveTo>
                  <a:pt x="905122" y="107948"/>
                </a:moveTo>
                <a:cubicBezTo>
                  <a:pt x="899250" y="114166"/>
                  <a:pt x="893435" y="118570"/>
                  <a:pt x="887678" y="121161"/>
                </a:cubicBezTo>
                <a:cubicBezTo>
                  <a:pt x="881921" y="123751"/>
                  <a:pt x="875300" y="125047"/>
                  <a:pt x="867815" y="125047"/>
                </a:cubicBezTo>
                <a:cubicBezTo>
                  <a:pt x="854401" y="125047"/>
                  <a:pt x="844312" y="121377"/>
                  <a:pt x="837547" y="114036"/>
                </a:cubicBezTo>
                <a:cubicBezTo>
                  <a:pt x="830782" y="106696"/>
                  <a:pt x="827400" y="95800"/>
                  <a:pt x="827400" y="81350"/>
                </a:cubicBezTo>
                <a:cubicBezTo>
                  <a:pt x="827400" y="72023"/>
                  <a:pt x="829141" y="63977"/>
                  <a:pt x="832624" y="57212"/>
                </a:cubicBezTo>
                <a:cubicBezTo>
                  <a:pt x="836107" y="50448"/>
                  <a:pt x="841044" y="45324"/>
                  <a:pt x="847435" y="41841"/>
                </a:cubicBezTo>
                <a:cubicBezTo>
                  <a:pt x="853825" y="38357"/>
                  <a:pt x="861252" y="36616"/>
                  <a:pt x="869715" y="36616"/>
                </a:cubicBezTo>
                <a:cubicBezTo>
                  <a:pt x="874954" y="36616"/>
                  <a:pt x="879546" y="37220"/>
                  <a:pt x="883489" y="38429"/>
                </a:cubicBezTo>
                <a:cubicBezTo>
                  <a:pt x="887433" y="39638"/>
                  <a:pt x="890815" y="41322"/>
                  <a:pt x="893636" y="43481"/>
                </a:cubicBezTo>
                <a:cubicBezTo>
                  <a:pt x="896458" y="45640"/>
                  <a:pt x="898789" y="48246"/>
                  <a:pt x="900632" y="51297"/>
                </a:cubicBezTo>
                <a:cubicBezTo>
                  <a:pt x="902819" y="54924"/>
                  <a:pt x="904460" y="59069"/>
                  <a:pt x="905554" y="63732"/>
                </a:cubicBezTo>
                <a:cubicBezTo>
                  <a:pt x="906705" y="68511"/>
                  <a:pt x="907310" y="74297"/>
                  <a:pt x="907367" y="81090"/>
                </a:cubicBezTo>
                <a:lnTo>
                  <a:pt x="852616" y="81090"/>
                </a:lnTo>
                <a:cubicBezTo>
                  <a:pt x="852674" y="91511"/>
                  <a:pt x="854531" y="99183"/>
                  <a:pt x="858186" y="104105"/>
                </a:cubicBezTo>
                <a:cubicBezTo>
                  <a:pt x="861842" y="109027"/>
                  <a:pt x="867412" y="111489"/>
                  <a:pt x="874897" y="111489"/>
                </a:cubicBezTo>
                <a:cubicBezTo>
                  <a:pt x="879272" y="111489"/>
                  <a:pt x="883216" y="110668"/>
                  <a:pt x="886728" y="109027"/>
                </a:cubicBezTo>
                <a:cubicBezTo>
                  <a:pt x="890240" y="107387"/>
                  <a:pt x="894040" y="104494"/>
                  <a:pt x="898127" y="100348"/>
                </a:cubicBezTo>
                <a:lnTo>
                  <a:pt x="905122" y="107948"/>
                </a:lnTo>
                <a:moveTo>
                  <a:pt x="881805" y="71764"/>
                </a:moveTo>
                <a:cubicBezTo>
                  <a:pt x="881575" y="62955"/>
                  <a:pt x="880424" y="56392"/>
                  <a:pt x="878351" y="52074"/>
                </a:cubicBezTo>
                <a:cubicBezTo>
                  <a:pt x="876278" y="47756"/>
                  <a:pt x="872939" y="45597"/>
                  <a:pt x="868334" y="45597"/>
                </a:cubicBezTo>
                <a:cubicBezTo>
                  <a:pt x="863900" y="45597"/>
                  <a:pt x="860374" y="47843"/>
                  <a:pt x="857755" y="52333"/>
                </a:cubicBezTo>
                <a:cubicBezTo>
                  <a:pt x="855135" y="56824"/>
                  <a:pt x="853566" y="63301"/>
                  <a:pt x="853048" y="71764"/>
                </a:cubicBezTo>
                <a:lnTo>
                  <a:pt x="881805" y="71764"/>
                </a:lnTo>
                <a:close/>
                <a:moveTo>
                  <a:pt x="1004303" y="98448"/>
                </a:moveTo>
                <a:cubicBezTo>
                  <a:pt x="1004303" y="102824"/>
                  <a:pt x="1004375" y="106019"/>
                  <a:pt x="1004519" y="108034"/>
                </a:cubicBezTo>
                <a:cubicBezTo>
                  <a:pt x="1004663" y="110049"/>
                  <a:pt x="1004994" y="111661"/>
                  <a:pt x="1005512" y="112870"/>
                </a:cubicBezTo>
                <a:cubicBezTo>
                  <a:pt x="1006031" y="114079"/>
                  <a:pt x="1006865" y="115072"/>
                  <a:pt x="1008017" y="115850"/>
                </a:cubicBezTo>
                <a:cubicBezTo>
                  <a:pt x="1009168" y="116627"/>
                  <a:pt x="1011097" y="117303"/>
                  <a:pt x="1013803" y="117879"/>
                </a:cubicBezTo>
                <a:lnTo>
                  <a:pt x="1013803" y="123665"/>
                </a:lnTo>
                <a:lnTo>
                  <a:pt x="990313" y="124442"/>
                </a:lnTo>
                <a:lnTo>
                  <a:pt x="979864" y="124442"/>
                </a:lnTo>
                <a:lnTo>
                  <a:pt x="980641" y="112007"/>
                </a:lnTo>
                <a:lnTo>
                  <a:pt x="979346" y="111920"/>
                </a:lnTo>
                <a:cubicBezTo>
                  <a:pt x="975201" y="116123"/>
                  <a:pt x="970840" y="119362"/>
                  <a:pt x="966263" y="121636"/>
                </a:cubicBezTo>
                <a:cubicBezTo>
                  <a:pt x="961686" y="123910"/>
                  <a:pt x="957296" y="125047"/>
                  <a:pt x="953093" y="125047"/>
                </a:cubicBezTo>
                <a:cubicBezTo>
                  <a:pt x="942615" y="125047"/>
                  <a:pt x="934771" y="121449"/>
                  <a:pt x="929560" y="114252"/>
                </a:cubicBezTo>
                <a:cubicBezTo>
                  <a:pt x="924350" y="107056"/>
                  <a:pt x="921745" y="96232"/>
                  <a:pt x="921745" y="81781"/>
                </a:cubicBezTo>
                <a:cubicBezTo>
                  <a:pt x="921745" y="71994"/>
                  <a:pt x="923328" y="63747"/>
                  <a:pt x="926495" y="57040"/>
                </a:cubicBezTo>
                <a:cubicBezTo>
                  <a:pt x="929661" y="50333"/>
                  <a:pt x="934368" y="45252"/>
                  <a:pt x="940614" y="41797"/>
                </a:cubicBezTo>
                <a:cubicBezTo>
                  <a:pt x="946861" y="38343"/>
                  <a:pt x="954388" y="36616"/>
                  <a:pt x="963197" y="36616"/>
                </a:cubicBezTo>
                <a:cubicBezTo>
                  <a:pt x="965730" y="36616"/>
                  <a:pt x="968220" y="36774"/>
                  <a:pt x="970667" y="37091"/>
                </a:cubicBezTo>
                <a:cubicBezTo>
                  <a:pt x="973114" y="37408"/>
                  <a:pt x="976007" y="38026"/>
                  <a:pt x="979346" y="38948"/>
                </a:cubicBezTo>
                <a:lnTo>
                  <a:pt x="979346" y="31089"/>
                </a:lnTo>
                <a:cubicBezTo>
                  <a:pt x="979346" y="24929"/>
                  <a:pt x="979260" y="20568"/>
                  <a:pt x="979087" y="18006"/>
                </a:cubicBezTo>
                <a:cubicBezTo>
                  <a:pt x="978914" y="15444"/>
                  <a:pt x="978554" y="13486"/>
                  <a:pt x="978007" y="12133"/>
                </a:cubicBezTo>
                <a:cubicBezTo>
                  <a:pt x="977460" y="10780"/>
                  <a:pt x="976640" y="9730"/>
                  <a:pt x="975546" y="8981"/>
                </a:cubicBezTo>
                <a:cubicBezTo>
                  <a:pt x="974452" y="8233"/>
                  <a:pt x="972466" y="7571"/>
                  <a:pt x="969587" y="6995"/>
                </a:cubicBezTo>
                <a:lnTo>
                  <a:pt x="969587" y="1209"/>
                </a:lnTo>
                <a:lnTo>
                  <a:pt x="993509" y="0"/>
                </a:lnTo>
                <a:lnTo>
                  <a:pt x="1004303" y="0"/>
                </a:lnTo>
                <a:lnTo>
                  <a:pt x="1004303" y="98448"/>
                </a:lnTo>
                <a:moveTo>
                  <a:pt x="979346" y="66323"/>
                </a:moveTo>
                <a:cubicBezTo>
                  <a:pt x="979346" y="59299"/>
                  <a:pt x="978166" y="54089"/>
                  <a:pt x="975805" y="50692"/>
                </a:cubicBezTo>
                <a:cubicBezTo>
                  <a:pt x="973445" y="47296"/>
                  <a:pt x="969818" y="45597"/>
                  <a:pt x="964924" y="45597"/>
                </a:cubicBezTo>
                <a:cubicBezTo>
                  <a:pt x="961355" y="45597"/>
                  <a:pt x="958289" y="46878"/>
                  <a:pt x="955727" y="49440"/>
                </a:cubicBezTo>
                <a:cubicBezTo>
                  <a:pt x="953165" y="52002"/>
                  <a:pt x="951236" y="55701"/>
                  <a:pt x="949941" y="60537"/>
                </a:cubicBezTo>
                <a:cubicBezTo>
                  <a:pt x="948646" y="65373"/>
                  <a:pt x="947998" y="71102"/>
                  <a:pt x="947998" y="77722"/>
                </a:cubicBezTo>
                <a:cubicBezTo>
                  <a:pt x="947998" y="89064"/>
                  <a:pt x="949236" y="97527"/>
                  <a:pt x="951711" y="103112"/>
                </a:cubicBezTo>
                <a:cubicBezTo>
                  <a:pt x="954187" y="108696"/>
                  <a:pt x="958044" y="111489"/>
                  <a:pt x="963283" y="111489"/>
                </a:cubicBezTo>
                <a:cubicBezTo>
                  <a:pt x="965759" y="111489"/>
                  <a:pt x="968220" y="110870"/>
                  <a:pt x="970667" y="109632"/>
                </a:cubicBezTo>
                <a:cubicBezTo>
                  <a:pt x="973114" y="108394"/>
                  <a:pt x="975172" y="106494"/>
                  <a:pt x="976842" y="103932"/>
                </a:cubicBezTo>
                <a:cubicBezTo>
                  <a:pt x="978511" y="101370"/>
                  <a:pt x="979346" y="98420"/>
                  <a:pt x="979346" y="95081"/>
                </a:cubicBezTo>
                <a:lnTo>
                  <a:pt x="979346" y="66323"/>
                </a:lnTo>
                <a:close/>
                <a:moveTo>
                  <a:pt x="1156063" y="8463"/>
                </a:moveTo>
                <a:lnTo>
                  <a:pt x="1156063" y="33507"/>
                </a:lnTo>
                <a:lnTo>
                  <a:pt x="1144318" y="33507"/>
                </a:lnTo>
                <a:cubicBezTo>
                  <a:pt x="1142936" y="27001"/>
                  <a:pt x="1140749" y="22208"/>
                  <a:pt x="1137755" y="19128"/>
                </a:cubicBezTo>
                <a:cubicBezTo>
                  <a:pt x="1134761" y="16048"/>
                  <a:pt x="1130846" y="14508"/>
                  <a:pt x="1126010" y="14508"/>
                </a:cubicBezTo>
                <a:cubicBezTo>
                  <a:pt x="1116914" y="14508"/>
                  <a:pt x="1110034" y="18869"/>
                  <a:pt x="1105370" y="27591"/>
                </a:cubicBezTo>
                <a:cubicBezTo>
                  <a:pt x="1100707" y="36314"/>
                  <a:pt x="1098375" y="49253"/>
                  <a:pt x="1098375" y="66410"/>
                </a:cubicBezTo>
                <a:cubicBezTo>
                  <a:pt x="1098375" y="82357"/>
                  <a:pt x="1100506" y="94433"/>
                  <a:pt x="1104766" y="102637"/>
                </a:cubicBezTo>
                <a:cubicBezTo>
                  <a:pt x="1109026" y="110841"/>
                  <a:pt x="1115273" y="114943"/>
                  <a:pt x="1123506" y="114943"/>
                </a:cubicBezTo>
                <a:cubicBezTo>
                  <a:pt x="1127708" y="114943"/>
                  <a:pt x="1131134" y="114238"/>
                  <a:pt x="1133782" y="112827"/>
                </a:cubicBezTo>
                <a:cubicBezTo>
                  <a:pt x="1136431" y="111417"/>
                  <a:pt x="1138546" y="109301"/>
                  <a:pt x="1140130" y="106480"/>
                </a:cubicBezTo>
                <a:cubicBezTo>
                  <a:pt x="1141713" y="103659"/>
                  <a:pt x="1143080" y="99686"/>
                  <a:pt x="1144232" y="94562"/>
                </a:cubicBezTo>
                <a:lnTo>
                  <a:pt x="1156063" y="94562"/>
                </a:lnTo>
                <a:lnTo>
                  <a:pt x="1156063" y="120729"/>
                </a:lnTo>
                <a:cubicBezTo>
                  <a:pt x="1149730" y="122226"/>
                  <a:pt x="1143944" y="123320"/>
                  <a:pt x="1138705" y="124011"/>
                </a:cubicBezTo>
                <a:cubicBezTo>
                  <a:pt x="1133466" y="124701"/>
                  <a:pt x="1128025" y="125047"/>
                  <a:pt x="1122383" y="125047"/>
                </a:cubicBezTo>
                <a:cubicBezTo>
                  <a:pt x="1110408" y="125047"/>
                  <a:pt x="1100635" y="122888"/>
                  <a:pt x="1093064" y="118570"/>
                </a:cubicBezTo>
                <a:cubicBezTo>
                  <a:pt x="1085494" y="114252"/>
                  <a:pt x="1079909" y="107732"/>
                  <a:pt x="1076311" y="99010"/>
                </a:cubicBezTo>
                <a:cubicBezTo>
                  <a:pt x="1072713" y="90288"/>
                  <a:pt x="1070913" y="79248"/>
                  <a:pt x="1070913" y="65891"/>
                </a:cubicBezTo>
                <a:cubicBezTo>
                  <a:pt x="1070913" y="53398"/>
                  <a:pt x="1073029" y="42531"/>
                  <a:pt x="1077261" y="33291"/>
                </a:cubicBezTo>
                <a:cubicBezTo>
                  <a:pt x="1081492" y="24051"/>
                  <a:pt x="1087725" y="16926"/>
                  <a:pt x="1095957" y="11917"/>
                </a:cubicBezTo>
                <a:cubicBezTo>
                  <a:pt x="1104190" y="6909"/>
                  <a:pt x="1114035" y="4404"/>
                  <a:pt x="1125492" y="4404"/>
                </a:cubicBezTo>
                <a:cubicBezTo>
                  <a:pt x="1131307" y="4404"/>
                  <a:pt x="1136575" y="4721"/>
                  <a:pt x="1141295" y="5354"/>
                </a:cubicBezTo>
                <a:cubicBezTo>
                  <a:pt x="1146016" y="5988"/>
                  <a:pt x="1150939" y="7024"/>
                  <a:pt x="1156063" y="8463"/>
                </a:cubicBezTo>
                <a:close/>
                <a:moveTo>
                  <a:pt x="1212671" y="125047"/>
                </a:moveTo>
                <a:cubicBezTo>
                  <a:pt x="1204208" y="125047"/>
                  <a:pt x="1196911" y="123564"/>
                  <a:pt x="1190780" y="120599"/>
                </a:cubicBezTo>
                <a:cubicBezTo>
                  <a:pt x="1184648" y="117634"/>
                  <a:pt x="1179855" y="112885"/>
                  <a:pt x="1176401" y="106350"/>
                </a:cubicBezTo>
                <a:cubicBezTo>
                  <a:pt x="1172947" y="99816"/>
                  <a:pt x="1171220" y="91511"/>
                  <a:pt x="1171220" y="81436"/>
                </a:cubicBezTo>
                <a:cubicBezTo>
                  <a:pt x="1171220" y="73721"/>
                  <a:pt x="1172285" y="67043"/>
                  <a:pt x="1174415" y="61401"/>
                </a:cubicBezTo>
                <a:cubicBezTo>
                  <a:pt x="1176545" y="55759"/>
                  <a:pt x="1179510" y="51095"/>
                  <a:pt x="1183310" y="47411"/>
                </a:cubicBezTo>
                <a:cubicBezTo>
                  <a:pt x="1187109" y="43726"/>
                  <a:pt x="1191643" y="41006"/>
                  <a:pt x="1196911" y="39250"/>
                </a:cubicBezTo>
                <a:cubicBezTo>
                  <a:pt x="1202179" y="37494"/>
                  <a:pt x="1207893" y="36616"/>
                  <a:pt x="1214053" y="36616"/>
                </a:cubicBezTo>
                <a:cubicBezTo>
                  <a:pt x="1227986" y="36616"/>
                  <a:pt x="1238493" y="40286"/>
                  <a:pt x="1245574" y="47627"/>
                </a:cubicBezTo>
                <a:cubicBezTo>
                  <a:pt x="1252655" y="54967"/>
                  <a:pt x="1256196" y="65719"/>
                  <a:pt x="1256196" y="79881"/>
                </a:cubicBezTo>
                <a:cubicBezTo>
                  <a:pt x="1256196" y="89899"/>
                  <a:pt x="1254440" y="98290"/>
                  <a:pt x="1250928" y="105055"/>
                </a:cubicBezTo>
                <a:cubicBezTo>
                  <a:pt x="1247416" y="111820"/>
                  <a:pt x="1242408" y="116843"/>
                  <a:pt x="1235902" y="120124"/>
                </a:cubicBezTo>
                <a:cubicBezTo>
                  <a:pt x="1229396" y="123406"/>
                  <a:pt x="1221653" y="125047"/>
                  <a:pt x="1212671" y="125047"/>
                </a:cubicBezTo>
                <a:moveTo>
                  <a:pt x="1197472" y="79536"/>
                </a:moveTo>
                <a:cubicBezTo>
                  <a:pt x="1197472" y="91741"/>
                  <a:pt x="1198840" y="100881"/>
                  <a:pt x="1201574" y="106955"/>
                </a:cubicBezTo>
                <a:cubicBezTo>
                  <a:pt x="1204309" y="113029"/>
                  <a:pt x="1208440" y="116066"/>
                  <a:pt x="1213967" y="116066"/>
                </a:cubicBezTo>
                <a:cubicBezTo>
                  <a:pt x="1217018" y="116066"/>
                  <a:pt x="1219566" y="115288"/>
                  <a:pt x="1221610" y="113734"/>
                </a:cubicBezTo>
                <a:cubicBezTo>
                  <a:pt x="1223653" y="112179"/>
                  <a:pt x="1225294" y="109934"/>
                  <a:pt x="1226532" y="106998"/>
                </a:cubicBezTo>
                <a:cubicBezTo>
                  <a:pt x="1227770" y="104062"/>
                  <a:pt x="1228648" y="100535"/>
                  <a:pt x="1229166" y="96419"/>
                </a:cubicBezTo>
                <a:cubicBezTo>
                  <a:pt x="1229684" y="92303"/>
                  <a:pt x="1229943" y="87682"/>
                  <a:pt x="1229943" y="82559"/>
                </a:cubicBezTo>
                <a:cubicBezTo>
                  <a:pt x="1229943" y="70181"/>
                  <a:pt x="1228576" y="60926"/>
                  <a:pt x="1225841" y="54794"/>
                </a:cubicBezTo>
                <a:cubicBezTo>
                  <a:pt x="1223106" y="48663"/>
                  <a:pt x="1219062" y="45597"/>
                  <a:pt x="1213708" y="45597"/>
                </a:cubicBezTo>
                <a:cubicBezTo>
                  <a:pt x="1209793" y="45597"/>
                  <a:pt x="1206655" y="46835"/>
                  <a:pt x="1204295" y="49311"/>
                </a:cubicBezTo>
                <a:cubicBezTo>
                  <a:pt x="1201934" y="51786"/>
                  <a:pt x="1200207" y="55500"/>
                  <a:pt x="1199113" y="60451"/>
                </a:cubicBezTo>
                <a:cubicBezTo>
                  <a:pt x="1198019" y="65402"/>
                  <a:pt x="1197472" y="71764"/>
                  <a:pt x="1197472" y="79536"/>
                </a:cubicBezTo>
                <a:close/>
                <a:moveTo>
                  <a:pt x="1355551" y="98448"/>
                </a:moveTo>
                <a:cubicBezTo>
                  <a:pt x="1355551" y="102824"/>
                  <a:pt x="1355623" y="106019"/>
                  <a:pt x="1355767" y="108034"/>
                </a:cubicBezTo>
                <a:cubicBezTo>
                  <a:pt x="1355911" y="110049"/>
                  <a:pt x="1356242" y="111661"/>
                  <a:pt x="1356760" y="112870"/>
                </a:cubicBezTo>
                <a:cubicBezTo>
                  <a:pt x="1357279" y="114079"/>
                  <a:pt x="1358113" y="115072"/>
                  <a:pt x="1359265" y="115850"/>
                </a:cubicBezTo>
                <a:cubicBezTo>
                  <a:pt x="1360416" y="116627"/>
                  <a:pt x="1362345" y="117303"/>
                  <a:pt x="1365051" y="117879"/>
                </a:cubicBezTo>
                <a:lnTo>
                  <a:pt x="1365051" y="123665"/>
                </a:lnTo>
                <a:lnTo>
                  <a:pt x="1341561" y="124442"/>
                </a:lnTo>
                <a:lnTo>
                  <a:pt x="1331112" y="124442"/>
                </a:lnTo>
                <a:lnTo>
                  <a:pt x="1331889" y="112007"/>
                </a:lnTo>
                <a:lnTo>
                  <a:pt x="1330594" y="111920"/>
                </a:lnTo>
                <a:cubicBezTo>
                  <a:pt x="1326449" y="116123"/>
                  <a:pt x="1322088" y="119362"/>
                  <a:pt x="1317511" y="121636"/>
                </a:cubicBezTo>
                <a:cubicBezTo>
                  <a:pt x="1312934" y="123910"/>
                  <a:pt x="1308544" y="125047"/>
                  <a:pt x="1304341" y="125047"/>
                </a:cubicBezTo>
                <a:cubicBezTo>
                  <a:pt x="1293863" y="125047"/>
                  <a:pt x="1286019" y="121449"/>
                  <a:pt x="1280808" y="114252"/>
                </a:cubicBezTo>
                <a:cubicBezTo>
                  <a:pt x="1275598" y="107056"/>
                  <a:pt x="1272993" y="96232"/>
                  <a:pt x="1272993" y="81781"/>
                </a:cubicBezTo>
                <a:cubicBezTo>
                  <a:pt x="1272993" y="71994"/>
                  <a:pt x="1274576" y="63747"/>
                  <a:pt x="1277743" y="57040"/>
                </a:cubicBezTo>
                <a:cubicBezTo>
                  <a:pt x="1280909" y="50333"/>
                  <a:pt x="1285616" y="45252"/>
                  <a:pt x="1291862" y="41797"/>
                </a:cubicBezTo>
                <a:cubicBezTo>
                  <a:pt x="1298109" y="38343"/>
                  <a:pt x="1305636" y="36616"/>
                  <a:pt x="1314445" y="36616"/>
                </a:cubicBezTo>
                <a:cubicBezTo>
                  <a:pt x="1316978" y="36616"/>
                  <a:pt x="1319468" y="36774"/>
                  <a:pt x="1321915" y="37091"/>
                </a:cubicBezTo>
                <a:cubicBezTo>
                  <a:pt x="1324362" y="37408"/>
                  <a:pt x="1327255" y="38026"/>
                  <a:pt x="1330594" y="38948"/>
                </a:cubicBezTo>
                <a:lnTo>
                  <a:pt x="1330594" y="31089"/>
                </a:lnTo>
                <a:cubicBezTo>
                  <a:pt x="1330594" y="24929"/>
                  <a:pt x="1330507" y="20568"/>
                  <a:pt x="1330335" y="18006"/>
                </a:cubicBezTo>
                <a:cubicBezTo>
                  <a:pt x="1330162" y="15444"/>
                  <a:pt x="1329802" y="13486"/>
                  <a:pt x="1329255" y="12133"/>
                </a:cubicBezTo>
                <a:cubicBezTo>
                  <a:pt x="1328708" y="10780"/>
                  <a:pt x="1327888" y="9730"/>
                  <a:pt x="1326794" y="8981"/>
                </a:cubicBezTo>
                <a:cubicBezTo>
                  <a:pt x="1325700" y="8233"/>
                  <a:pt x="1323714" y="7571"/>
                  <a:pt x="1320835" y="6995"/>
                </a:cubicBezTo>
                <a:lnTo>
                  <a:pt x="1320835" y="1209"/>
                </a:lnTo>
                <a:lnTo>
                  <a:pt x="1344757" y="0"/>
                </a:lnTo>
                <a:lnTo>
                  <a:pt x="1355551" y="0"/>
                </a:lnTo>
                <a:lnTo>
                  <a:pt x="1355551" y="98448"/>
                </a:lnTo>
                <a:moveTo>
                  <a:pt x="1330594" y="66323"/>
                </a:moveTo>
                <a:cubicBezTo>
                  <a:pt x="1330594" y="59299"/>
                  <a:pt x="1329414" y="54089"/>
                  <a:pt x="1327053" y="50692"/>
                </a:cubicBezTo>
                <a:cubicBezTo>
                  <a:pt x="1324693" y="47296"/>
                  <a:pt x="1321066" y="45597"/>
                  <a:pt x="1316172" y="45597"/>
                </a:cubicBezTo>
                <a:cubicBezTo>
                  <a:pt x="1312602" y="45597"/>
                  <a:pt x="1309537" y="46878"/>
                  <a:pt x="1306975" y="49440"/>
                </a:cubicBezTo>
                <a:cubicBezTo>
                  <a:pt x="1304413" y="52002"/>
                  <a:pt x="1302484" y="55701"/>
                  <a:pt x="1301189" y="60537"/>
                </a:cubicBezTo>
                <a:cubicBezTo>
                  <a:pt x="1299893" y="65373"/>
                  <a:pt x="1299246" y="71102"/>
                  <a:pt x="1299246" y="77722"/>
                </a:cubicBezTo>
                <a:cubicBezTo>
                  <a:pt x="1299246" y="89064"/>
                  <a:pt x="1300484" y="97527"/>
                  <a:pt x="1302959" y="103112"/>
                </a:cubicBezTo>
                <a:cubicBezTo>
                  <a:pt x="1305435" y="108696"/>
                  <a:pt x="1309292" y="111489"/>
                  <a:pt x="1314531" y="111489"/>
                </a:cubicBezTo>
                <a:cubicBezTo>
                  <a:pt x="1317007" y="111489"/>
                  <a:pt x="1319468" y="110870"/>
                  <a:pt x="1321915" y="109632"/>
                </a:cubicBezTo>
                <a:cubicBezTo>
                  <a:pt x="1324362" y="108394"/>
                  <a:pt x="1326420" y="106494"/>
                  <a:pt x="1328089" y="103932"/>
                </a:cubicBezTo>
                <a:cubicBezTo>
                  <a:pt x="1329759" y="101370"/>
                  <a:pt x="1330594" y="98420"/>
                  <a:pt x="1330594" y="95081"/>
                </a:cubicBezTo>
                <a:lnTo>
                  <a:pt x="1330594" y="66323"/>
                </a:lnTo>
                <a:close/>
                <a:moveTo>
                  <a:pt x="1456224" y="107948"/>
                </a:moveTo>
                <a:cubicBezTo>
                  <a:pt x="1450352" y="114166"/>
                  <a:pt x="1444537" y="118570"/>
                  <a:pt x="1438780" y="121161"/>
                </a:cubicBezTo>
                <a:cubicBezTo>
                  <a:pt x="1433023" y="123751"/>
                  <a:pt x="1426402" y="125047"/>
                  <a:pt x="1418917" y="125047"/>
                </a:cubicBezTo>
                <a:cubicBezTo>
                  <a:pt x="1405503" y="125047"/>
                  <a:pt x="1395414" y="121377"/>
                  <a:pt x="1388649" y="114036"/>
                </a:cubicBezTo>
                <a:cubicBezTo>
                  <a:pt x="1381884" y="106696"/>
                  <a:pt x="1378502" y="95800"/>
                  <a:pt x="1378502" y="81350"/>
                </a:cubicBezTo>
                <a:cubicBezTo>
                  <a:pt x="1378502" y="72023"/>
                  <a:pt x="1380243" y="63977"/>
                  <a:pt x="1383726" y="57212"/>
                </a:cubicBezTo>
                <a:cubicBezTo>
                  <a:pt x="1387209" y="50448"/>
                  <a:pt x="1392146" y="45324"/>
                  <a:pt x="1398537" y="41841"/>
                </a:cubicBezTo>
                <a:cubicBezTo>
                  <a:pt x="1404927" y="38357"/>
                  <a:pt x="1412354" y="36616"/>
                  <a:pt x="1420817" y="36616"/>
                </a:cubicBezTo>
                <a:cubicBezTo>
                  <a:pt x="1426056" y="36616"/>
                  <a:pt x="1430648" y="37220"/>
                  <a:pt x="1434591" y="38429"/>
                </a:cubicBezTo>
                <a:cubicBezTo>
                  <a:pt x="1438535" y="39638"/>
                  <a:pt x="1441917" y="41322"/>
                  <a:pt x="1444739" y="43481"/>
                </a:cubicBezTo>
                <a:cubicBezTo>
                  <a:pt x="1447560" y="45640"/>
                  <a:pt x="1449891" y="48246"/>
                  <a:pt x="1451734" y="51297"/>
                </a:cubicBezTo>
                <a:cubicBezTo>
                  <a:pt x="1453921" y="54924"/>
                  <a:pt x="1455562" y="59069"/>
                  <a:pt x="1456656" y="63732"/>
                </a:cubicBezTo>
                <a:cubicBezTo>
                  <a:pt x="1457807" y="68511"/>
                  <a:pt x="1458412" y="74297"/>
                  <a:pt x="1458469" y="81090"/>
                </a:cubicBezTo>
                <a:lnTo>
                  <a:pt x="1403718" y="81090"/>
                </a:lnTo>
                <a:cubicBezTo>
                  <a:pt x="1403776" y="91511"/>
                  <a:pt x="1405633" y="99183"/>
                  <a:pt x="1409288" y="104105"/>
                </a:cubicBezTo>
                <a:cubicBezTo>
                  <a:pt x="1412944" y="109027"/>
                  <a:pt x="1418514" y="111489"/>
                  <a:pt x="1425999" y="111489"/>
                </a:cubicBezTo>
                <a:cubicBezTo>
                  <a:pt x="1430374" y="111489"/>
                  <a:pt x="1434318" y="110668"/>
                  <a:pt x="1437830" y="109027"/>
                </a:cubicBezTo>
                <a:cubicBezTo>
                  <a:pt x="1441342" y="107387"/>
                  <a:pt x="1445142" y="104494"/>
                  <a:pt x="1449229" y="100348"/>
                </a:cubicBezTo>
                <a:lnTo>
                  <a:pt x="1456224" y="107948"/>
                </a:lnTo>
                <a:moveTo>
                  <a:pt x="1432907" y="71764"/>
                </a:moveTo>
                <a:cubicBezTo>
                  <a:pt x="1432677" y="62955"/>
                  <a:pt x="1431526" y="56392"/>
                  <a:pt x="1429453" y="52074"/>
                </a:cubicBezTo>
                <a:cubicBezTo>
                  <a:pt x="1427381" y="47756"/>
                  <a:pt x="1424041" y="45597"/>
                  <a:pt x="1419436" y="45597"/>
                </a:cubicBezTo>
                <a:cubicBezTo>
                  <a:pt x="1415002" y="45597"/>
                  <a:pt x="1411476" y="47843"/>
                  <a:pt x="1408857" y="52333"/>
                </a:cubicBezTo>
                <a:cubicBezTo>
                  <a:pt x="1406237" y="56824"/>
                  <a:pt x="1404668" y="63301"/>
                  <a:pt x="1404150" y="71764"/>
                </a:cubicBezTo>
                <a:lnTo>
                  <a:pt x="1432907" y="71764"/>
                </a:lnTo>
                <a:close/>
                <a:moveTo>
                  <a:pt x="1521843" y="94562"/>
                </a:moveTo>
                <a:cubicBezTo>
                  <a:pt x="1523282" y="101413"/>
                  <a:pt x="1525686" y="106523"/>
                  <a:pt x="1529054" y="109891"/>
                </a:cubicBezTo>
                <a:cubicBezTo>
                  <a:pt x="1532422" y="113259"/>
                  <a:pt x="1537359" y="114943"/>
                  <a:pt x="1543864" y="114943"/>
                </a:cubicBezTo>
                <a:cubicBezTo>
                  <a:pt x="1547261" y="114943"/>
                  <a:pt x="1550313" y="114367"/>
                  <a:pt x="1553018" y="113216"/>
                </a:cubicBezTo>
                <a:cubicBezTo>
                  <a:pt x="1555724" y="112064"/>
                  <a:pt x="1557898" y="110208"/>
                  <a:pt x="1559538" y="107646"/>
                </a:cubicBezTo>
                <a:cubicBezTo>
                  <a:pt x="1561179" y="105084"/>
                  <a:pt x="1562000" y="101874"/>
                  <a:pt x="1562000" y="98017"/>
                </a:cubicBezTo>
                <a:cubicBezTo>
                  <a:pt x="1562000" y="94447"/>
                  <a:pt x="1561338" y="91353"/>
                  <a:pt x="1560013" y="88733"/>
                </a:cubicBezTo>
                <a:cubicBezTo>
                  <a:pt x="1558689" y="86114"/>
                  <a:pt x="1556559" y="83624"/>
                  <a:pt x="1553623" y="81263"/>
                </a:cubicBezTo>
                <a:cubicBezTo>
                  <a:pt x="1550687" y="78903"/>
                  <a:pt x="1546599" y="76398"/>
                  <a:pt x="1541360" y="73750"/>
                </a:cubicBezTo>
                <a:cubicBezTo>
                  <a:pt x="1536869" y="71505"/>
                  <a:pt x="1532811" y="69173"/>
                  <a:pt x="1529184" y="66755"/>
                </a:cubicBezTo>
                <a:cubicBezTo>
                  <a:pt x="1525556" y="64337"/>
                  <a:pt x="1522462" y="61674"/>
                  <a:pt x="1519900" y="58767"/>
                </a:cubicBezTo>
                <a:cubicBezTo>
                  <a:pt x="1517338" y="55859"/>
                  <a:pt x="1515352" y="52679"/>
                  <a:pt x="1513941" y="49224"/>
                </a:cubicBezTo>
                <a:cubicBezTo>
                  <a:pt x="1512531" y="45770"/>
                  <a:pt x="1511826" y="41884"/>
                  <a:pt x="1511826" y="37566"/>
                </a:cubicBezTo>
                <a:cubicBezTo>
                  <a:pt x="1511826" y="30484"/>
                  <a:pt x="1513581" y="24468"/>
                  <a:pt x="1517093" y="19517"/>
                </a:cubicBezTo>
                <a:cubicBezTo>
                  <a:pt x="1520605" y="14566"/>
                  <a:pt x="1525686" y="10809"/>
                  <a:pt x="1532336" y="8247"/>
                </a:cubicBezTo>
                <a:cubicBezTo>
                  <a:pt x="1538985" y="5685"/>
                  <a:pt x="1546685" y="4404"/>
                  <a:pt x="1555436" y="4404"/>
                </a:cubicBezTo>
                <a:cubicBezTo>
                  <a:pt x="1560560" y="4404"/>
                  <a:pt x="1565454" y="4678"/>
                  <a:pt x="1570117" y="5225"/>
                </a:cubicBezTo>
                <a:cubicBezTo>
                  <a:pt x="1574781" y="5772"/>
                  <a:pt x="1580106" y="6736"/>
                  <a:pt x="1586094" y="8118"/>
                </a:cubicBezTo>
                <a:lnTo>
                  <a:pt x="1586094" y="33162"/>
                </a:lnTo>
                <a:lnTo>
                  <a:pt x="1574263" y="33162"/>
                </a:lnTo>
                <a:cubicBezTo>
                  <a:pt x="1573169" y="28613"/>
                  <a:pt x="1571773" y="25001"/>
                  <a:pt x="1570074" y="22324"/>
                </a:cubicBezTo>
                <a:cubicBezTo>
                  <a:pt x="1568376" y="19647"/>
                  <a:pt x="1566260" y="17675"/>
                  <a:pt x="1563727" y="16408"/>
                </a:cubicBezTo>
                <a:cubicBezTo>
                  <a:pt x="1561194" y="15141"/>
                  <a:pt x="1557998" y="14508"/>
                  <a:pt x="1554141" y="14508"/>
                </a:cubicBezTo>
                <a:cubicBezTo>
                  <a:pt x="1550859" y="14508"/>
                  <a:pt x="1547923" y="15084"/>
                  <a:pt x="1545333" y="16235"/>
                </a:cubicBezTo>
                <a:cubicBezTo>
                  <a:pt x="1542742" y="17387"/>
                  <a:pt x="1540698" y="19100"/>
                  <a:pt x="1539201" y="21374"/>
                </a:cubicBezTo>
                <a:cubicBezTo>
                  <a:pt x="1537704" y="23648"/>
                  <a:pt x="1536956" y="26397"/>
                  <a:pt x="1536956" y="29621"/>
                </a:cubicBezTo>
                <a:cubicBezTo>
                  <a:pt x="1536956" y="32960"/>
                  <a:pt x="1537603" y="35853"/>
                  <a:pt x="1538899" y="38300"/>
                </a:cubicBezTo>
                <a:cubicBezTo>
                  <a:pt x="1540194" y="40747"/>
                  <a:pt x="1542368" y="43136"/>
                  <a:pt x="1545419" y="45468"/>
                </a:cubicBezTo>
                <a:cubicBezTo>
                  <a:pt x="1548470" y="47799"/>
                  <a:pt x="1552903" y="50462"/>
                  <a:pt x="1558718" y="53456"/>
                </a:cubicBezTo>
                <a:cubicBezTo>
                  <a:pt x="1565799" y="57140"/>
                  <a:pt x="1571370" y="60753"/>
                  <a:pt x="1575428" y="64294"/>
                </a:cubicBezTo>
                <a:cubicBezTo>
                  <a:pt x="1579487" y="67834"/>
                  <a:pt x="1582481" y="71692"/>
                  <a:pt x="1584410" y="75866"/>
                </a:cubicBezTo>
                <a:cubicBezTo>
                  <a:pt x="1586338" y="80040"/>
                  <a:pt x="1587303" y="84890"/>
                  <a:pt x="1587303" y="90417"/>
                </a:cubicBezTo>
                <a:cubicBezTo>
                  <a:pt x="1587303" y="97499"/>
                  <a:pt x="1585662" y="103644"/>
                  <a:pt x="1582380" y="108855"/>
                </a:cubicBezTo>
                <a:cubicBezTo>
                  <a:pt x="1579099" y="114065"/>
                  <a:pt x="1574320" y="118066"/>
                  <a:pt x="1568045" y="120858"/>
                </a:cubicBezTo>
                <a:cubicBezTo>
                  <a:pt x="1561769" y="123651"/>
                  <a:pt x="1554515" y="125047"/>
                  <a:pt x="1546282" y="125047"/>
                </a:cubicBezTo>
                <a:cubicBezTo>
                  <a:pt x="1540410" y="125047"/>
                  <a:pt x="1534293" y="124716"/>
                  <a:pt x="1527931" y="124054"/>
                </a:cubicBezTo>
                <a:cubicBezTo>
                  <a:pt x="1521570" y="123392"/>
                  <a:pt x="1515596" y="122427"/>
                  <a:pt x="1510012" y="121161"/>
                </a:cubicBezTo>
                <a:lnTo>
                  <a:pt x="1510012" y="94562"/>
                </a:lnTo>
                <a:lnTo>
                  <a:pt x="1521843" y="94562"/>
                </a:lnTo>
                <a:close/>
                <a:moveTo>
                  <a:pt x="1678009" y="107948"/>
                </a:moveTo>
                <a:cubicBezTo>
                  <a:pt x="1672137" y="114166"/>
                  <a:pt x="1666322" y="118570"/>
                  <a:pt x="1660565" y="121161"/>
                </a:cubicBezTo>
                <a:cubicBezTo>
                  <a:pt x="1654807" y="123751"/>
                  <a:pt x="1648187" y="125047"/>
                  <a:pt x="1640702" y="125047"/>
                </a:cubicBezTo>
                <a:cubicBezTo>
                  <a:pt x="1627288" y="125047"/>
                  <a:pt x="1617198" y="121377"/>
                  <a:pt x="1610434" y="114036"/>
                </a:cubicBezTo>
                <a:cubicBezTo>
                  <a:pt x="1603669" y="106696"/>
                  <a:pt x="1600287" y="95800"/>
                  <a:pt x="1600287" y="81350"/>
                </a:cubicBezTo>
                <a:cubicBezTo>
                  <a:pt x="1600287" y="72023"/>
                  <a:pt x="1602028" y="63977"/>
                  <a:pt x="1605511" y="57212"/>
                </a:cubicBezTo>
                <a:cubicBezTo>
                  <a:pt x="1608994" y="50448"/>
                  <a:pt x="1613931" y="45324"/>
                  <a:pt x="1620322" y="41841"/>
                </a:cubicBezTo>
                <a:cubicBezTo>
                  <a:pt x="1626712" y="38357"/>
                  <a:pt x="1634139" y="36616"/>
                  <a:pt x="1642602" y="36616"/>
                </a:cubicBezTo>
                <a:cubicBezTo>
                  <a:pt x="1647841" y="36616"/>
                  <a:pt x="1652433" y="37220"/>
                  <a:pt x="1656376" y="38429"/>
                </a:cubicBezTo>
                <a:cubicBezTo>
                  <a:pt x="1660320" y="39638"/>
                  <a:pt x="1663702" y="41322"/>
                  <a:pt x="1666523" y="43481"/>
                </a:cubicBezTo>
                <a:cubicBezTo>
                  <a:pt x="1669344" y="45640"/>
                  <a:pt x="1671676" y="48246"/>
                  <a:pt x="1673518" y="51297"/>
                </a:cubicBezTo>
                <a:cubicBezTo>
                  <a:pt x="1675706" y="54924"/>
                  <a:pt x="1677347" y="59069"/>
                  <a:pt x="1678441" y="63732"/>
                </a:cubicBezTo>
                <a:cubicBezTo>
                  <a:pt x="1679592" y="68511"/>
                  <a:pt x="1680197" y="74297"/>
                  <a:pt x="1680254" y="81090"/>
                </a:cubicBezTo>
                <a:lnTo>
                  <a:pt x="1625503" y="81090"/>
                </a:lnTo>
                <a:cubicBezTo>
                  <a:pt x="1625561" y="91511"/>
                  <a:pt x="1627417" y="99183"/>
                  <a:pt x="1631073" y="104105"/>
                </a:cubicBezTo>
                <a:cubicBezTo>
                  <a:pt x="1634729" y="109027"/>
                  <a:pt x="1640299" y="111489"/>
                  <a:pt x="1647784" y="111489"/>
                </a:cubicBezTo>
                <a:cubicBezTo>
                  <a:pt x="1652159" y="111489"/>
                  <a:pt x="1656103" y="110668"/>
                  <a:pt x="1659615" y="109027"/>
                </a:cubicBezTo>
                <a:cubicBezTo>
                  <a:pt x="1663127" y="107387"/>
                  <a:pt x="1666926" y="104494"/>
                  <a:pt x="1671014" y="100348"/>
                </a:cubicBezTo>
                <a:lnTo>
                  <a:pt x="1678009" y="107948"/>
                </a:lnTo>
                <a:moveTo>
                  <a:pt x="1654692" y="71764"/>
                </a:moveTo>
                <a:cubicBezTo>
                  <a:pt x="1654462" y="62955"/>
                  <a:pt x="1653311" y="56392"/>
                  <a:pt x="1651238" y="52074"/>
                </a:cubicBezTo>
                <a:cubicBezTo>
                  <a:pt x="1649165" y="47756"/>
                  <a:pt x="1645826" y="45597"/>
                  <a:pt x="1641220" y="45597"/>
                </a:cubicBezTo>
                <a:cubicBezTo>
                  <a:pt x="1636787" y="45597"/>
                  <a:pt x="1633261" y="47843"/>
                  <a:pt x="1630642" y="52333"/>
                </a:cubicBezTo>
                <a:cubicBezTo>
                  <a:pt x="1628022" y="56824"/>
                  <a:pt x="1626453" y="63301"/>
                  <a:pt x="1625935" y="71764"/>
                </a:cubicBezTo>
                <a:lnTo>
                  <a:pt x="1654692" y="71764"/>
                </a:lnTo>
                <a:close/>
                <a:moveTo>
                  <a:pt x="1744806" y="112352"/>
                </a:moveTo>
                <a:lnTo>
                  <a:pt x="1743511" y="111920"/>
                </a:lnTo>
                <a:cubicBezTo>
                  <a:pt x="1738790" y="116526"/>
                  <a:pt x="1734198" y="119865"/>
                  <a:pt x="1729736" y="121938"/>
                </a:cubicBezTo>
                <a:cubicBezTo>
                  <a:pt x="1725275" y="124011"/>
                  <a:pt x="1720539" y="125047"/>
                  <a:pt x="1715531" y="125047"/>
                </a:cubicBezTo>
                <a:cubicBezTo>
                  <a:pt x="1710579" y="125047"/>
                  <a:pt x="1706276" y="124140"/>
                  <a:pt x="1702620" y="122327"/>
                </a:cubicBezTo>
                <a:cubicBezTo>
                  <a:pt x="1698964" y="120513"/>
                  <a:pt x="1696201" y="117994"/>
                  <a:pt x="1694330" y="114770"/>
                </a:cubicBezTo>
                <a:cubicBezTo>
                  <a:pt x="1692458" y="111546"/>
                  <a:pt x="1691523" y="107833"/>
                  <a:pt x="1691523" y="103630"/>
                </a:cubicBezTo>
                <a:cubicBezTo>
                  <a:pt x="1691523" y="95167"/>
                  <a:pt x="1695682" y="88503"/>
                  <a:pt x="1704002" y="83638"/>
                </a:cubicBezTo>
                <a:cubicBezTo>
                  <a:pt x="1712321" y="78773"/>
                  <a:pt x="1724944" y="75707"/>
                  <a:pt x="1741870" y="74441"/>
                </a:cubicBezTo>
                <a:lnTo>
                  <a:pt x="1741870" y="66237"/>
                </a:lnTo>
                <a:cubicBezTo>
                  <a:pt x="1741870" y="60883"/>
                  <a:pt x="1741265" y="56752"/>
                  <a:pt x="1740056" y="53844"/>
                </a:cubicBezTo>
                <a:cubicBezTo>
                  <a:pt x="1738847" y="50937"/>
                  <a:pt x="1737293" y="48893"/>
                  <a:pt x="1735393" y="47713"/>
                </a:cubicBezTo>
                <a:cubicBezTo>
                  <a:pt x="1733493" y="46533"/>
                  <a:pt x="1731219" y="45943"/>
                  <a:pt x="1728571" y="45943"/>
                </a:cubicBezTo>
                <a:cubicBezTo>
                  <a:pt x="1725922" y="45943"/>
                  <a:pt x="1723634" y="46403"/>
                  <a:pt x="1721705" y="47324"/>
                </a:cubicBezTo>
                <a:cubicBezTo>
                  <a:pt x="1719776" y="48246"/>
                  <a:pt x="1718035" y="49987"/>
                  <a:pt x="1716480" y="52549"/>
                </a:cubicBezTo>
                <a:cubicBezTo>
                  <a:pt x="1714926" y="55111"/>
                  <a:pt x="1713775" y="58666"/>
                  <a:pt x="1713026" y="63214"/>
                </a:cubicBezTo>
                <a:lnTo>
                  <a:pt x="1696704" y="63214"/>
                </a:lnTo>
                <a:lnTo>
                  <a:pt x="1696704" y="47497"/>
                </a:lnTo>
                <a:cubicBezTo>
                  <a:pt x="1702001" y="45137"/>
                  <a:pt x="1706405" y="43323"/>
                  <a:pt x="1709917" y="42056"/>
                </a:cubicBezTo>
                <a:cubicBezTo>
                  <a:pt x="1713429" y="40790"/>
                  <a:pt x="1716898" y="39739"/>
                  <a:pt x="1720323" y="38904"/>
                </a:cubicBezTo>
                <a:cubicBezTo>
                  <a:pt x="1723749" y="38070"/>
                  <a:pt x="1726815" y="37480"/>
                  <a:pt x="1729521" y="37134"/>
                </a:cubicBezTo>
                <a:cubicBezTo>
                  <a:pt x="1732226" y="36789"/>
                  <a:pt x="1734932" y="36616"/>
                  <a:pt x="1737638" y="36616"/>
                </a:cubicBezTo>
                <a:cubicBezTo>
                  <a:pt x="1744604" y="36616"/>
                  <a:pt x="1750175" y="37537"/>
                  <a:pt x="1754349" y="39379"/>
                </a:cubicBezTo>
                <a:cubicBezTo>
                  <a:pt x="1758523" y="41222"/>
                  <a:pt x="1761646" y="44215"/>
                  <a:pt x="1763718" y="48361"/>
                </a:cubicBezTo>
                <a:cubicBezTo>
                  <a:pt x="1765791" y="52506"/>
                  <a:pt x="1766827" y="58234"/>
                  <a:pt x="1766827" y="65546"/>
                </a:cubicBezTo>
                <a:lnTo>
                  <a:pt x="1766827" y="99226"/>
                </a:lnTo>
                <a:cubicBezTo>
                  <a:pt x="1766827" y="103025"/>
                  <a:pt x="1766914" y="105962"/>
                  <a:pt x="1767086" y="108034"/>
                </a:cubicBezTo>
                <a:cubicBezTo>
                  <a:pt x="1767259" y="110107"/>
                  <a:pt x="1767533" y="111647"/>
                  <a:pt x="1767907" y="112654"/>
                </a:cubicBezTo>
                <a:cubicBezTo>
                  <a:pt x="1768281" y="113662"/>
                  <a:pt x="1768756" y="114468"/>
                  <a:pt x="1769332" y="115072"/>
                </a:cubicBezTo>
                <a:cubicBezTo>
                  <a:pt x="1769907" y="115677"/>
                  <a:pt x="1770613" y="116166"/>
                  <a:pt x="1771448" y="116541"/>
                </a:cubicBezTo>
                <a:cubicBezTo>
                  <a:pt x="1772282" y="116915"/>
                  <a:pt x="1773851" y="117390"/>
                  <a:pt x="1776154" y="117965"/>
                </a:cubicBezTo>
                <a:lnTo>
                  <a:pt x="1776154" y="123665"/>
                </a:lnTo>
                <a:lnTo>
                  <a:pt x="1744029" y="123665"/>
                </a:lnTo>
                <a:lnTo>
                  <a:pt x="1744806" y="112352"/>
                </a:lnTo>
                <a:moveTo>
                  <a:pt x="1741956" y="82904"/>
                </a:moveTo>
                <a:cubicBezTo>
                  <a:pt x="1733032" y="83134"/>
                  <a:pt x="1726426" y="84804"/>
                  <a:pt x="1722137" y="87913"/>
                </a:cubicBezTo>
                <a:cubicBezTo>
                  <a:pt x="1717848" y="91022"/>
                  <a:pt x="1715703" y="95570"/>
                  <a:pt x="1715703" y="101557"/>
                </a:cubicBezTo>
                <a:cubicBezTo>
                  <a:pt x="1715703" y="105127"/>
                  <a:pt x="1716682" y="107847"/>
                  <a:pt x="1718639" y="109718"/>
                </a:cubicBezTo>
                <a:cubicBezTo>
                  <a:pt x="1720597" y="111589"/>
                  <a:pt x="1723303" y="112525"/>
                  <a:pt x="1726757" y="112525"/>
                </a:cubicBezTo>
                <a:cubicBezTo>
                  <a:pt x="1729405" y="112525"/>
                  <a:pt x="1731910" y="111820"/>
                  <a:pt x="1734270" y="110409"/>
                </a:cubicBezTo>
                <a:cubicBezTo>
                  <a:pt x="1736631" y="108999"/>
                  <a:pt x="1738502" y="107113"/>
                  <a:pt x="1739884" y="104753"/>
                </a:cubicBezTo>
                <a:cubicBezTo>
                  <a:pt x="1741265" y="102392"/>
                  <a:pt x="1741956" y="99888"/>
                  <a:pt x="1741956" y="97239"/>
                </a:cubicBezTo>
                <a:lnTo>
                  <a:pt x="1741956" y="82904"/>
                </a:lnTo>
                <a:close/>
                <a:moveTo>
                  <a:pt x="1820601" y="50347"/>
                </a:moveTo>
                <a:lnTo>
                  <a:pt x="1821723" y="50606"/>
                </a:lnTo>
                <a:cubicBezTo>
                  <a:pt x="1825926" y="45655"/>
                  <a:pt x="1830244" y="42085"/>
                  <a:pt x="1834677" y="39898"/>
                </a:cubicBezTo>
                <a:cubicBezTo>
                  <a:pt x="1839110" y="37710"/>
                  <a:pt x="1843917" y="36616"/>
                  <a:pt x="1849099" y="36616"/>
                </a:cubicBezTo>
                <a:cubicBezTo>
                  <a:pt x="1852611" y="36616"/>
                  <a:pt x="1856295" y="36990"/>
                  <a:pt x="1860153" y="37739"/>
                </a:cubicBezTo>
                <a:lnTo>
                  <a:pt x="1860153" y="61573"/>
                </a:lnTo>
                <a:lnTo>
                  <a:pt x="1844522" y="61573"/>
                </a:lnTo>
                <a:cubicBezTo>
                  <a:pt x="1843543" y="58234"/>
                  <a:pt x="1842262" y="55672"/>
                  <a:pt x="1840679" y="53888"/>
                </a:cubicBezTo>
                <a:cubicBezTo>
                  <a:pt x="1839096" y="52103"/>
                  <a:pt x="1836980" y="51210"/>
                  <a:pt x="1834332" y="51210"/>
                </a:cubicBezTo>
                <a:cubicBezTo>
                  <a:pt x="1833065" y="51210"/>
                  <a:pt x="1831669" y="51599"/>
                  <a:pt x="1830143" y="52376"/>
                </a:cubicBezTo>
                <a:cubicBezTo>
                  <a:pt x="1828617" y="53154"/>
                  <a:pt x="1827207" y="54247"/>
                  <a:pt x="1825912" y="55658"/>
                </a:cubicBezTo>
                <a:cubicBezTo>
                  <a:pt x="1824616" y="57068"/>
                  <a:pt x="1823695" y="58508"/>
                  <a:pt x="1823148" y="59976"/>
                </a:cubicBezTo>
                <a:cubicBezTo>
                  <a:pt x="1822601" y="61444"/>
                  <a:pt x="1822241" y="62926"/>
                  <a:pt x="1822069" y="64423"/>
                </a:cubicBezTo>
                <a:cubicBezTo>
                  <a:pt x="1821896" y="65920"/>
                  <a:pt x="1821810" y="68165"/>
                  <a:pt x="1821810" y="71159"/>
                </a:cubicBezTo>
                <a:lnTo>
                  <a:pt x="1821810" y="98708"/>
                </a:lnTo>
                <a:cubicBezTo>
                  <a:pt x="1821810" y="104177"/>
                  <a:pt x="1822011" y="108005"/>
                  <a:pt x="1822414" y="110193"/>
                </a:cubicBezTo>
                <a:cubicBezTo>
                  <a:pt x="1822817" y="112381"/>
                  <a:pt x="1823623" y="114094"/>
                  <a:pt x="1824832" y="115332"/>
                </a:cubicBezTo>
                <a:cubicBezTo>
                  <a:pt x="1826041" y="116569"/>
                  <a:pt x="1828085" y="117447"/>
                  <a:pt x="1830964" y="117965"/>
                </a:cubicBezTo>
                <a:lnTo>
                  <a:pt x="1830964" y="123665"/>
                </a:lnTo>
                <a:lnTo>
                  <a:pt x="1788389" y="123665"/>
                </a:lnTo>
                <a:lnTo>
                  <a:pt x="1788389" y="117965"/>
                </a:lnTo>
                <a:cubicBezTo>
                  <a:pt x="1791152" y="117217"/>
                  <a:pt x="1793067" y="116238"/>
                  <a:pt x="1794132" y="115029"/>
                </a:cubicBezTo>
                <a:cubicBezTo>
                  <a:pt x="1795197" y="113820"/>
                  <a:pt x="1795916" y="112179"/>
                  <a:pt x="1796291" y="110107"/>
                </a:cubicBezTo>
                <a:cubicBezTo>
                  <a:pt x="1796665" y="108034"/>
                  <a:pt x="1796852" y="104263"/>
                  <a:pt x="1796852" y="98794"/>
                </a:cubicBezTo>
                <a:lnTo>
                  <a:pt x="1796852" y="63301"/>
                </a:lnTo>
                <a:cubicBezTo>
                  <a:pt x="1796852" y="59040"/>
                  <a:pt x="1796780" y="55888"/>
                  <a:pt x="1796636" y="53844"/>
                </a:cubicBezTo>
                <a:cubicBezTo>
                  <a:pt x="1796492" y="51801"/>
                  <a:pt x="1796147" y="50160"/>
                  <a:pt x="1795600" y="48922"/>
                </a:cubicBezTo>
                <a:cubicBezTo>
                  <a:pt x="1795053" y="47684"/>
                  <a:pt x="1794218" y="46677"/>
                  <a:pt x="1793095" y="45899"/>
                </a:cubicBezTo>
                <a:cubicBezTo>
                  <a:pt x="1791973" y="45122"/>
                  <a:pt x="1790030" y="44446"/>
                  <a:pt x="1787266" y="43870"/>
                </a:cubicBezTo>
                <a:lnTo>
                  <a:pt x="1787266" y="37998"/>
                </a:lnTo>
                <a:lnTo>
                  <a:pt x="1810928" y="37307"/>
                </a:lnTo>
                <a:lnTo>
                  <a:pt x="1821810" y="37307"/>
                </a:lnTo>
                <a:lnTo>
                  <a:pt x="1820601" y="50347"/>
                </a:lnTo>
                <a:close/>
                <a:moveTo>
                  <a:pt x="1936611" y="101557"/>
                </a:moveTo>
                <a:lnTo>
                  <a:pt x="1943261" y="109589"/>
                </a:lnTo>
                <a:cubicBezTo>
                  <a:pt x="1937619" y="115116"/>
                  <a:pt x="1932164" y="119074"/>
                  <a:pt x="1926896" y="121463"/>
                </a:cubicBezTo>
                <a:cubicBezTo>
                  <a:pt x="1921628" y="123852"/>
                  <a:pt x="1915885" y="125047"/>
                  <a:pt x="1909668" y="125047"/>
                </a:cubicBezTo>
                <a:cubicBezTo>
                  <a:pt x="1897174" y="125047"/>
                  <a:pt x="1887646" y="121377"/>
                  <a:pt x="1881083" y="114036"/>
                </a:cubicBezTo>
                <a:cubicBezTo>
                  <a:pt x="1874520" y="106696"/>
                  <a:pt x="1871238" y="96030"/>
                  <a:pt x="1871238" y="82040"/>
                </a:cubicBezTo>
                <a:cubicBezTo>
                  <a:pt x="1871238" y="72599"/>
                  <a:pt x="1873037" y="64438"/>
                  <a:pt x="1876636" y="57558"/>
                </a:cubicBezTo>
                <a:cubicBezTo>
                  <a:pt x="1880234" y="50678"/>
                  <a:pt x="1885401" y="45468"/>
                  <a:pt x="1892137" y="41927"/>
                </a:cubicBezTo>
                <a:cubicBezTo>
                  <a:pt x="1898873" y="38386"/>
                  <a:pt x="1906587" y="36616"/>
                  <a:pt x="1915281" y="36616"/>
                </a:cubicBezTo>
                <a:cubicBezTo>
                  <a:pt x="1919944" y="36616"/>
                  <a:pt x="1924593" y="36947"/>
                  <a:pt x="1929228" y="37609"/>
                </a:cubicBezTo>
                <a:cubicBezTo>
                  <a:pt x="1933862" y="38271"/>
                  <a:pt x="1938079" y="39178"/>
                  <a:pt x="1941879" y="40329"/>
                </a:cubicBezTo>
                <a:lnTo>
                  <a:pt x="1941879" y="61142"/>
                </a:lnTo>
                <a:lnTo>
                  <a:pt x="1924780" y="61142"/>
                </a:lnTo>
                <a:cubicBezTo>
                  <a:pt x="1923917" y="55730"/>
                  <a:pt x="1922621" y="51786"/>
                  <a:pt x="1920894" y="49311"/>
                </a:cubicBezTo>
                <a:cubicBezTo>
                  <a:pt x="1919167" y="46835"/>
                  <a:pt x="1916691" y="45597"/>
                  <a:pt x="1913467" y="45597"/>
                </a:cubicBezTo>
                <a:cubicBezTo>
                  <a:pt x="1911337" y="45597"/>
                  <a:pt x="1909308" y="46130"/>
                  <a:pt x="1907379" y="47195"/>
                </a:cubicBezTo>
                <a:cubicBezTo>
                  <a:pt x="1905450" y="48260"/>
                  <a:pt x="1903752" y="50102"/>
                  <a:pt x="1902284" y="52722"/>
                </a:cubicBezTo>
                <a:cubicBezTo>
                  <a:pt x="1900816" y="55341"/>
                  <a:pt x="1899650" y="58853"/>
                  <a:pt x="1898786" y="63257"/>
                </a:cubicBezTo>
                <a:cubicBezTo>
                  <a:pt x="1897923" y="67662"/>
                  <a:pt x="1897491" y="73232"/>
                  <a:pt x="1897491" y="79968"/>
                </a:cubicBezTo>
                <a:cubicBezTo>
                  <a:pt x="1897491" y="86704"/>
                  <a:pt x="1898124" y="92389"/>
                  <a:pt x="1899391" y="97024"/>
                </a:cubicBezTo>
                <a:cubicBezTo>
                  <a:pt x="1900658" y="101658"/>
                  <a:pt x="1902701" y="105228"/>
                  <a:pt x="1905522" y="107732"/>
                </a:cubicBezTo>
                <a:cubicBezTo>
                  <a:pt x="1908343" y="110236"/>
                  <a:pt x="1912057" y="111489"/>
                  <a:pt x="1916663" y="111489"/>
                </a:cubicBezTo>
                <a:cubicBezTo>
                  <a:pt x="1920002" y="111489"/>
                  <a:pt x="1923154" y="110769"/>
                  <a:pt x="1926119" y="109330"/>
                </a:cubicBezTo>
                <a:cubicBezTo>
                  <a:pt x="1929084" y="107890"/>
                  <a:pt x="1932581" y="105300"/>
                  <a:pt x="1936611" y="101557"/>
                </a:cubicBezTo>
                <a:close/>
                <a:moveTo>
                  <a:pt x="1986398" y="49397"/>
                </a:moveTo>
                <a:cubicBezTo>
                  <a:pt x="1991637" y="44734"/>
                  <a:pt x="1996315" y="41438"/>
                  <a:pt x="2000431" y="39509"/>
                </a:cubicBezTo>
                <a:cubicBezTo>
                  <a:pt x="2004548" y="37580"/>
                  <a:pt x="2008765" y="36616"/>
                  <a:pt x="2013083" y="36616"/>
                </a:cubicBezTo>
                <a:cubicBezTo>
                  <a:pt x="2019416" y="36616"/>
                  <a:pt x="2024309" y="37782"/>
                  <a:pt x="2027764" y="40113"/>
                </a:cubicBezTo>
                <a:cubicBezTo>
                  <a:pt x="2031218" y="42445"/>
                  <a:pt x="2033737" y="45799"/>
                  <a:pt x="2035320" y="50174"/>
                </a:cubicBezTo>
                <a:cubicBezTo>
                  <a:pt x="2036903" y="54550"/>
                  <a:pt x="2037695" y="60221"/>
                  <a:pt x="2037695" y="67187"/>
                </a:cubicBezTo>
                <a:lnTo>
                  <a:pt x="2037695" y="98708"/>
                </a:lnTo>
                <a:cubicBezTo>
                  <a:pt x="2037695" y="101241"/>
                  <a:pt x="2037738" y="103616"/>
                  <a:pt x="2037825" y="105832"/>
                </a:cubicBezTo>
                <a:cubicBezTo>
                  <a:pt x="2037911" y="108049"/>
                  <a:pt x="2038127" y="109819"/>
                  <a:pt x="2038472" y="111143"/>
                </a:cubicBezTo>
                <a:cubicBezTo>
                  <a:pt x="2038818" y="112467"/>
                  <a:pt x="2039293" y="113547"/>
                  <a:pt x="2039897" y="114382"/>
                </a:cubicBezTo>
                <a:cubicBezTo>
                  <a:pt x="2040502" y="115216"/>
                  <a:pt x="2041351" y="115922"/>
                  <a:pt x="2042445" y="116497"/>
                </a:cubicBezTo>
                <a:cubicBezTo>
                  <a:pt x="2043539" y="117073"/>
                  <a:pt x="2044863" y="117562"/>
                  <a:pt x="2046417" y="117965"/>
                </a:cubicBezTo>
                <a:lnTo>
                  <a:pt x="2046417" y="123665"/>
                </a:lnTo>
                <a:lnTo>
                  <a:pt x="2004533" y="123665"/>
                </a:lnTo>
                <a:lnTo>
                  <a:pt x="2004533" y="117965"/>
                </a:lnTo>
                <a:cubicBezTo>
                  <a:pt x="2007239" y="117332"/>
                  <a:pt x="2009096" y="116411"/>
                  <a:pt x="2010104" y="115202"/>
                </a:cubicBezTo>
                <a:cubicBezTo>
                  <a:pt x="2011111" y="113993"/>
                  <a:pt x="2011802" y="112323"/>
                  <a:pt x="2012176" y="110193"/>
                </a:cubicBezTo>
                <a:cubicBezTo>
                  <a:pt x="2012550" y="108063"/>
                  <a:pt x="2012737" y="104263"/>
                  <a:pt x="2012737" y="98794"/>
                </a:cubicBezTo>
                <a:lnTo>
                  <a:pt x="2012737" y="76254"/>
                </a:lnTo>
                <a:cubicBezTo>
                  <a:pt x="2012737" y="70497"/>
                  <a:pt x="2012550" y="66021"/>
                  <a:pt x="2012176" y="62826"/>
                </a:cubicBezTo>
                <a:cubicBezTo>
                  <a:pt x="2011802" y="59630"/>
                  <a:pt x="2011169" y="57155"/>
                  <a:pt x="2010276" y="55399"/>
                </a:cubicBezTo>
                <a:cubicBezTo>
                  <a:pt x="2009384" y="53643"/>
                  <a:pt x="2008232" y="52333"/>
                  <a:pt x="2006822" y="51470"/>
                </a:cubicBezTo>
                <a:cubicBezTo>
                  <a:pt x="2005411" y="50606"/>
                  <a:pt x="2003555" y="50174"/>
                  <a:pt x="2001252" y="50174"/>
                </a:cubicBezTo>
                <a:cubicBezTo>
                  <a:pt x="1999064" y="50174"/>
                  <a:pt x="1996776" y="50851"/>
                  <a:pt x="1994386" y="52204"/>
                </a:cubicBezTo>
                <a:cubicBezTo>
                  <a:pt x="1991997" y="53557"/>
                  <a:pt x="1990011" y="55399"/>
                  <a:pt x="1988428" y="57731"/>
                </a:cubicBezTo>
                <a:cubicBezTo>
                  <a:pt x="1986844" y="60062"/>
                  <a:pt x="1986053" y="62552"/>
                  <a:pt x="1986053" y="65201"/>
                </a:cubicBezTo>
                <a:lnTo>
                  <a:pt x="1986053" y="98708"/>
                </a:lnTo>
                <a:cubicBezTo>
                  <a:pt x="1986053" y="101932"/>
                  <a:pt x="1986096" y="104422"/>
                  <a:pt x="1986182" y="106178"/>
                </a:cubicBezTo>
                <a:cubicBezTo>
                  <a:pt x="1986269" y="107933"/>
                  <a:pt x="1986398" y="109286"/>
                  <a:pt x="1986571" y="110236"/>
                </a:cubicBezTo>
                <a:cubicBezTo>
                  <a:pt x="1986744" y="111186"/>
                  <a:pt x="1986988" y="112036"/>
                  <a:pt x="1987305" y="112784"/>
                </a:cubicBezTo>
                <a:cubicBezTo>
                  <a:pt x="1987622" y="113532"/>
                  <a:pt x="1988039" y="114223"/>
                  <a:pt x="1988557" y="114857"/>
                </a:cubicBezTo>
                <a:cubicBezTo>
                  <a:pt x="1989075" y="115490"/>
                  <a:pt x="1989824" y="116066"/>
                  <a:pt x="1990802" y="116584"/>
                </a:cubicBezTo>
                <a:cubicBezTo>
                  <a:pt x="1991781" y="117102"/>
                  <a:pt x="1993077" y="117562"/>
                  <a:pt x="1994689" y="117965"/>
                </a:cubicBezTo>
                <a:lnTo>
                  <a:pt x="1994689" y="123665"/>
                </a:lnTo>
                <a:lnTo>
                  <a:pt x="1952373" y="123665"/>
                </a:lnTo>
                <a:lnTo>
                  <a:pt x="1952373" y="117965"/>
                </a:lnTo>
                <a:cubicBezTo>
                  <a:pt x="1954100" y="117562"/>
                  <a:pt x="1955453" y="117087"/>
                  <a:pt x="1956432" y="116541"/>
                </a:cubicBezTo>
                <a:cubicBezTo>
                  <a:pt x="1957411" y="115994"/>
                  <a:pt x="1958173" y="115360"/>
                  <a:pt x="1958720" y="114641"/>
                </a:cubicBezTo>
                <a:cubicBezTo>
                  <a:pt x="1959267" y="113921"/>
                  <a:pt x="1959742" y="113000"/>
                  <a:pt x="1960145" y="111877"/>
                </a:cubicBezTo>
                <a:cubicBezTo>
                  <a:pt x="1960548" y="110755"/>
                  <a:pt x="1960807" y="109200"/>
                  <a:pt x="1960922" y="107214"/>
                </a:cubicBezTo>
                <a:cubicBezTo>
                  <a:pt x="1961038" y="105228"/>
                  <a:pt x="1961095" y="102392"/>
                  <a:pt x="1961095" y="98708"/>
                </a:cubicBezTo>
                <a:lnTo>
                  <a:pt x="1961095" y="31348"/>
                </a:lnTo>
                <a:cubicBezTo>
                  <a:pt x="1961095" y="26397"/>
                  <a:pt x="1961052" y="22755"/>
                  <a:pt x="1960966" y="20424"/>
                </a:cubicBezTo>
                <a:cubicBezTo>
                  <a:pt x="1960879" y="18092"/>
                  <a:pt x="1960692" y="16135"/>
                  <a:pt x="1960404" y="14551"/>
                </a:cubicBezTo>
                <a:cubicBezTo>
                  <a:pt x="1960116" y="12968"/>
                  <a:pt x="1959685" y="11702"/>
                  <a:pt x="1959109" y="10752"/>
                </a:cubicBezTo>
                <a:cubicBezTo>
                  <a:pt x="1958533" y="9802"/>
                  <a:pt x="1957698" y="9039"/>
                  <a:pt x="1956605" y="8463"/>
                </a:cubicBezTo>
                <a:cubicBezTo>
                  <a:pt x="1955511" y="7887"/>
                  <a:pt x="1953755" y="7369"/>
                  <a:pt x="1951337" y="6909"/>
                </a:cubicBezTo>
                <a:lnTo>
                  <a:pt x="1951337" y="1209"/>
                </a:lnTo>
                <a:lnTo>
                  <a:pt x="1975258" y="0"/>
                </a:lnTo>
                <a:lnTo>
                  <a:pt x="1986053" y="0"/>
                </a:lnTo>
                <a:lnTo>
                  <a:pt x="1986053" y="49311"/>
                </a:lnTo>
                <a:lnTo>
                  <a:pt x="1986398" y="49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3A852-48EA-4C69-9412-EBAF678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366" y="1658050"/>
            <a:ext cx="3044381" cy="2898176"/>
          </a:xfrm>
          <a:custGeom xmlns:a="http://schemas.openxmlformats.org/drawingml/2006/main">
            <a:pathLst>
              <a:path w="3044381" h="2898176">
                <a:moveTo>
                  <a:pt x="0" y="33997"/>
                </a:moveTo>
                <a:cubicBezTo>
                  <a:pt x="0" y="15132"/>
                  <a:pt x="15132" y="0"/>
                  <a:pt x="33997" y="0"/>
                </a:cubicBezTo>
                <a:lnTo>
                  <a:pt x="3010385" y="0"/>
                </a:lnTo>
                <a:cubicBezTo>
                  <a:pt x="3029250" y="0"/>
                  <a:pt x="3044381" y="15132"/>
                  <a:pt x="3044381" y="33997"/>
                </a:cubicBezTo>
                <a:lnTo>
                  <a:pt x="3044381" y="2864179"/>
                </a:lnTo>
                <a:cubicBezTo>
                  <a:pt x="3044381" y="2883044"/>
                  <a:pt x="3029250" y="2898176"/>
                  <a:pt x="3010385" y="2898176"/>
                </a:cubicBezTo>
                <a:lnTo>
                  <a:pt x="33997" y="2898176"/>
                </a:lnTo>
                <a:cubicBezTo>
                  <a:pt x="15132" y="2898176"/>
                  <a:pt x="0" y="2883044"/>
                  <a:pt x="0" y="2864179"/>
                </a:cubicBezTo>
                <a:lnTo>
                  <a:pt x="0" y="3399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D4304-6275-4574-BF52-625B59A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366" y="1658050"/>
            <a:ext cx="3044381" cy="2898176"/>
          </a:xfrm>
          <a:custGeom xmlns:a="http://schemas.openxmlformats.org/drawingml/2006/main">
            <a:pathLst>
              <a:path w="3044381" h="2898176" fill="none">
                <a:moveTo>
                  <a:pt x="0" y="33997"/>
                </a:moveTo>
                <a:cubicBezTo>
                  <a:pt x="0" y="15132"/>
                  <a:pt x="15132" y="0"/>
                  <a:pt x="33997" y="0"/>
                </a:cubicBezTo>
                <a:lnTo>
                  <a:pt x="3010385" y="0"/>
                </a:lnTo>
                <a:cubicBezTo>
                  <a:pt x="3029250" y="0"/>
                  <a:pt x="3044381" y="15132"/>
                  <a:pt x="3044381" y="33997"/>
                </a:cubicBezTo>
                <a:lnTo>
                  <a:pt x="3044381" y="2864179"/>
                </a:lnTo>
                <a:cubicBezTo>
                  <a:pt x="3044381" y="2883044"/>
                  <a:pt x="3029250" y="2898176"/>
                  <a:pt x="3010385" y="2898176"/>
                </a:cubicBezTo>
                <a:lnTo>
                  <a:pt x="33997" y="2898176"/>
                </a:lnTo>
                <a:cubicBezTo>
                  <a:pt x="15132" y="2898176"/>
                  <a:pt x="0" y="2883044"/>
                  <a:pt x="0" y="2864179"/>
                </a:cubicBezTo>
                <a:lnTo>
                  <a:pt x="0" y="339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85B19-96D7-480A-BCE2-AEBA9AD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930" y="2879575"/>
            <a:ext cx="2718956" cy="1544593"/>
          </a:xfrm>
          <a:custGeom xmlns:a="http://schemas.openxmlformats.org/drawingml/2006/main">
            <a:pathLst>
              <a:path w="2718956" h="1544593">
                <a:moveTo>
                  <a:pt x="0" y="51486"/>
                </a:moveTo>
                <a:cubicBezTo>
                  <a:pt x="0" y="23189"/>
                  <a:pt x="23189" y="0"/>
                  <a:pt x="51486" y="0"/>
                </a:cubicBezTo>
                <a:lnTo>
                  <a:pt x="2667469" y="0"/>
                </a:lnTo>
                <a:cubicBezTo>
                  <a:pt x="2695767" y="0"/>
                  <a:pt x="2718956" y="23189"/>
                  <a:pt x="2718956" y="51486"/>
                </a:cubicBezTo>
                <a:lnTo>
                  <a:pt x="2718956" y="1493107"/>
                </a:lnTo>
                <a:cubicBezTo>
                  <a:pt x="2718956" y="1521405"/>
                  <a:pt x="2695767" y="1544593"/>
                  <a:pt x="2667469" y="1544593"/>
                </a:cubicBezTo>
                <a:lnTo>
                  <a:pt x="51486" y="1544593"/>
                </a:lnTo>
                <a:cubicBezTo>
                  <a:pt x="23189" y="1544593"/>
                  <a:pt x="0" y="1521405"/>
                  <a:pt x="0" y="1493107"/>
                </a:cubicBezTo>
                <a:lnTo>
                  <a:pt x="0" y="51486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AC79C-2679-465F-87F8-238C54C6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930" y="2879575"/>
            <a:ext cx="2718956" cy="1544593"/>
          </a:xfrm>
          <a:custGeom xmlns:a="http://schemas.openxmlformats.org/drawingml/2006/main">
            <a:pathLst>
              <a:path w="2718956" h="1544593" fill="none">
                <a:moveTo>
                  <a:pt x="0" y="51486"/>
                </a:moveTo>
                <a:cubicBezTo>
                  <a:pt x="0" y="23189"/>
                  <a:pt x="23189" y="0"/>
                  <a:pt x="51486" y="0"/>
                </a:cubicBezTo>
                <a:lnTo>
                  <a:pt x="2667469" y="0"/>
                </a:lnTo>
                <a:cubicBezTo>
                  <a:pt x="2695767" y="0"/>
                  <a:pt x="2718956" y="23189"/>
                  <a:pt x="2718956" y="51486"/>
                </a:cubicBezTo>
                <a:lnTo>
                  <a:pt x="2718956" y="1493107"/>
                </a:lnTo>
                <a:cubicBezTo>
                  <a:pt x="2718956" y="1521405"/>
                  <a:pt x="2695767" y="1544593"/>
                  <a:pt x="2667469" y="1544593"/>
                </a:cubicBezTo>
                <a:lnTo>
                  <a:pt x="51486" y="1544593"/>
                </a:lnTo>
                <a:cubicBezTo>
                  <a:pt x="23189" y="1544593"/>
                  <a:pt x="0" y="1521405"/>
                  <a:pt x="0" y="1493107"/>
                </a:cubicBezTo>
                <a:lnTo>
                  <a:pt x="0" y="514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08835-B83C-46F5-B597-D0BCDADC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196" y="3039930"/>
            <a:ext cx="2476065" cy="818281"/>
          </a:xfrm>
          <a:custGeom xmlns:a="http://schemas.openxmlformats.org/drawingml/2006/main">
            <a:pathLst>
              <a:path w="2476065" h="818281">
                <a:moveTo>
                  <a:pt x="0" y="43429"/>
                </a:moveTo>
                <a:cubicBezTo>
                  <a:pt x="0" y="19455"/>
                  <a:pt x="19455" y="0"/>
                  <a:pt x="43429" y="0"/>
                </a:cubicBezTo>
                <a:lnTo>
                  <a:pt x="2432636" y="0"/>
                </a:lnTo>
                <a:cubicBezTo>
                  <a:pt x="2456611" y="0"/>
                  <a:pt x="2476065" y="19455"/>
                  <a:pt x="2476065" y="43429"/>
                </a:cubicBezTo>
                <a:lnTo>
                  <a:pt x="2476065" y="774851"/>
                </a:lnTo>
                <a:cubicBezTo>
                  <a:pt x="2476065" y="798826"/>
                  <a:pt x="2456611" y="818281"/>
                  <a:pt x="2432636" y="818281"/>
                </a:cubicBezTo>
                <a:lnTo>
                  <a:pt x="43429" y="818281"/>
                </a:lnTo>
                <a:cubicBezTo>
                  <a:pt x="19455" y="818281"/>
                  <a:pt x="0" y="798826"/>
                  <a:pt x="0" y="774851"/>
                </a:cubicBezTo>
                <a:lnTo>
                  <a:pt x="0" y="43429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6932B-F831-4EF0-852B-6FE4F8F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196" y="3039930"/>
            <a:ext cx="2476065" cy="818281"/>
          </a:xfrm>
          <a:custGeom xmlns:a="http://schemas.openxmlformats.org/drawingml/2006/main">
            <a:pathLst>
              <a:path w="2476065" h="818281" fill="none">
                <a:moveTo>
                  <a:pt x="0" y="43429"/>
                </a:moveTo>
                <a:cubicBezTo>
                  <a:pt x="0" y="19455"/>
                  <a:pt x="19455" y="0"/>
                  <a:pt x="43429" y="0"/>
                </a:cubicBezTo>
                <a:lnTo>
                  <a:pt x="2432636" y="0"/>
                </a:lnTo>
                <a:cubicBezTo>
                  <a:pt x="2456611" y="0"/>
                  <a:pt x="2476065" y="19455"/>
                  <a:pt x="2476065" y="43429"/>
                </a:cubicBezTo>
                <a:lnTo>
                  <a:pt x="2476065" y="774851"/>
                </a:lnTo>
                <a:cubicBezTo>
                  <a:pt x="2476065" y="798826"/>
                  <a:pt x="2456611" y="818281"/>
                  <a:pt x="2432636" y="818281"/>
                </a:cubicBezTo>
                <a:lnTo>
                  <a:pt x="43429" y="818281"/>
                </a:lnTo>
                <a:cubicBezTo>
                  <a:pt x="19455" y="818281"/>
                  <a:pt x="0" y="798826"/>
                  <a:pt x="0" y="774851"/>
                </a:cubicBezTo>
                <a:lnTo>
                  <a:pt x="0" y="43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657DA-BFC8-428C-B73E-BACA04C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597" y="3386579"/>
            <a:ext cx="2261473" cy="363156"/>
          </a:xfrm>
          <a:custGeom xmlns:a="http://schemas.openxmlformats.org/drawingml/2006/main">
            <a:pathLst>
              <a:path w="2261473" h="363156">
                <a:moveTo>
                  <a:pt x="0" y="101008"/>
                </a:moveTo>
                <a:cubicBezTo>
                  <a:pt x="0" y="45198"/>
                  <a:pt x="45198" y="0"/>
                  <a:pt x="101008" y="0"/>
                </a:cubicBezTo>
                <a:lnTo>
                  <a:pt x="2160465" y="0"/>
                </a:lnTo>
                <a:cubicBezTo>
                  <a:pt x="2216275" y="0"/>
                  <a:pt x="2261473" y="45198"/>
                  <a:pt x="2261473" y="101008"/>
                </a:cubicBezTo>
                <a:lnTo>
                  <a:pt x="2261473" y="262149"/>
                </a:lnTo>
                <a:cubicBezTo>
                  <a:pt x="2261473" y="317958"/>
                  <a:pt x="2216275" y="363156"/>
                  <a:pt x="2160465" y="363156"/>
                </a:cubicBezTo>
                <a:lnTo>
                  <a:pt x="101008" y="363156"/>
                </a:lnTo>
                <a:cubicBezTo>
                  <a:pt x="45198" y="363156"/>
                  <a:pt x="0" y="317958"/>
                  <a:pt x="0" y="262149"/>
                </a:cubicBezTo>
                <a:lnTo>
                  <a:pt x="0" y="10100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10826-DA19-401D-B475-5AFD79FD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597" y="3386579"/>
            <a:ext cx="2261473" cy="363156"/>
          </a:xfrm>
          <a:custGeom xmlns:a="http://schemas.openxmlformats.org/drawingml/2006/main">
            <a:pathLst>
              <a:path w="2261473" h="363156" fill="none">
                <a:moveTo>
                  <a:pt x="0" y="101008"/>
                </a:moveTo>
                <a:cubicBezTo>
                  <a:pt x="0" y="45198"/>
                  <a:pt x="45198" y="0"/>
                  <a:pt x="101008" y="0"/>
                </a:cubicBezTo>
                <a:lnTo>
                  <a:pt x="2160465" y="0"/>
                </a:lnTo>
                <a:cubicBezTo>
                  <a:pt x="2216275" y="0"/>
                  <a:pt x="2261473" y="45198"/>
                  <a:pt x="2261473" y="101008"/>
                </a:cubicBezTo>
                <a:lnTo>
                  <a:pt x="2261473" y="262149"/>
                </a:lnTo>
                <a:cubicBezTo>
                  <a:pt x="2261473" y="317958"/>
                  <a:pt x="2216275" y="363156"/>
                  <a:pt x="2160465" y="363156"/>
                </a:cubicBezTo>
                <a:lnTo>
                  <a:pt x="101008" y="363156"/>
                </a:lnTo>
                <a:cubicBezTo>
                  <a:pt x="45198" y="363156"/>
                  <a:pt x="0" y="317958"/>
                  <a:pt x="0" y="262149"/>
                </a:cubicBezTo>
                <a:lnTo>
                  <a:pt x="0" y="1010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87BA0-67A1-4B6A-A36E-19E99E08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196" y="3985551"/>
            <a:ext cx="2476065" cy="363156"/>
          </a:xfrm>
          <a:custGeom xmlns:a="http://schemas.openxmlformats.org/drawingml/2006/main">
            <a:pathLst>
              <a:path w="2476065" h="363156">
                <a:moveTo>
                  <a:pt x="0" y="54041"/>
                </a:moveTo>
                <a:cubicBezTo>
                  <a:pt x="0" y="24171"/>
                  <a:pt x="24171" y="0"/>
                  <a:pt x="54041" y="0"/>
                </a:cubicBezTo>
                <a:lnTo>
                  <a:pt x="2422024" y="0"/>
                </a:lnTo>
                <a:cubicBezTo>
                  <a:pt x="2451894" y="0"/>
                  <a:pt x="2476065" y="24171"/>
                  <a:pt x="2476065" y="54041"/>
                </a:cubicBezTo>
                <a:lnTo>
                  <a:pt x="2476065" y="309115"/>
                </a:lnTo>
                <a:cubicBezTo>
                  <a:pt x="2476065" y="338985"/>
                  <a:pt x="2451894" y="363156"/>
                  <a:pt x="2422024" y="363156"/>
                </a:cubicBezTo>
                <a:lnTo>
                  <a:pt x="54041" y="363156"/>
                </a:lnTo>
                <a:cubicBezTo>
                  <a:pt x="24171" y="363156"/>
                  <a:pt x="0" y="338985"/>
                  <a:pt x="0" y="309115"/>
                </a:cubicBezTo>
                <a:lnTo>
                  <a:pt x="0" y="54041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093AC-6FEA-4894-8862-F57CCE1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196" y="3985551"/>
            <a:ext cx="2476065" cy="363156"/>
          </a:xfrm>
          <a:custGeom xmlns:a="http://schemas.openxmlformats.org/drawingml/2006/main">
            <a:pathLst>
              <a:path w="2476065" h="363156" fill="none">
                <a:moveTo>
                  <a:pt x="0" y="54041"/>
                </a:moveTo>
                <a:cubicBezTo>
                  <a:pt x="0" y="24171"/>
                  <a:pt x="24171" y="0"/>
                  <a:pt x="54041" y="0"/>
                </a:cubicBezTo>
                <a:lnTo>
                  <a:pt x="2422024" y="0"/>
                </a:lnTo>
                <a:cubicBezTo>
                  <a:pt x="2451894" y="0"/>
                  <a:pt x="2476065" y="24171"/>
                  <a:pt x="2476065" y="54041"/>
                </a:cubicBezTo>
                <a:lnTo>
                  <a:pt x="2476065" y="309115"/>
                </a:lnTo>
                <a:cubicBezTo>
                  <a:pt x="2476065" y="338985"/>
                  <a:pt x="2451894" y="363156"/>
                  <a:pt x="2422024" y="363156"/>
                </a:cubicBezTo>
                <a:lnTo>
                  <a:pt x="54041" y="363156"/>
                </a:lnTo>
                <a:cubicBezTo>
                  <a:pt x="24171" y="363156"/>
                  <a:pt x="0" y="338985"/>
                  <a:pt x="0" y="309115"/>
                </a:cubicBezTo>
                <a:lnTo>
                  <a:pt x="0" y="540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B3B42-7C79-4A4E-91FC-9C4A550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930" y="1759450"/>
            <a:ext cx="1506863" cy="271188"/>
          </a:xfrm>
          <a:custGeom xmlns:a="http://schemas.openxmlformats.org/drawingml/2006/main">
            <a:pathLst>
              <a:path w="1506863" h="271188" fill="none">
                <a:moveTo>
                  <a:pt x="0" y="271188"/>
                </a:moveTo>
                <a:lnTo>
                  <a:pt x="1506863" y="271188"/>
                </a:lnTo>
                <a:lnTo>
                  <a:pt x="1506863" y="0"/>
                </a:lnTo>
                <a:lnTo>
                  <a:pt x="0" y="0"/>
                </a:lnTo>
                <a:lnTo>
                  <a:pt x="0" y="2711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03" name="Text Concatenation">
            <a:extLst xmlns:a="http://schemas.openxmlformats.org/drawingml/2006/main">
              <a:ext uri="{FF2B5EF4-FFF2-40B4-BE49-F238E27FC236}">
                <a16:creationId xmlns:a16="http://schemas.microsoft.com/office/drawing/2014/main" id="{FA10D990-6F5F-48C3-91FB-E5CAABFF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612" y="1842521"/>
            <a:ext cx="1157815" cy="121506"/>
          </a:xfrm>
          <a:custGeom xmlns:a="http://schemas.openxmlformats.org/drawingml/2006/main">
            <a:pathLst>
              <a:path w="1157815" h="121506">
                <a:moveTo>
                  <a:pt x="85149" y="4922"/>
                </a:moveTo>
                <a:lnTo>
                  <a:pt x="85149" y="29966"/>
                </a:lnTo>
                <a:lnTo>
                  <a:pt x="73405" y="29966"/>
                </a:lnTo>
                <a:cubicBezTo>
                  <a:pt x="72023" y="23461"/>
                  <a:pt x="69835" y="18668"/>
                  <a:pt x="66841" y="15588"/>
                </a:cubicBezTo>
                <a:cubicBezTo>
                  <a:pt x="63848" y="12508"/>
                  <a:pt x="59933" y="10968"/>
                  <a:pt x="55097" y="10968"/>
                </a:cubicBezTo>
                <a:cubicBezTo>
                  <a:pt x="46000" y="10968"/>
                  <a:pt x="39120" y="15329"/>
                  <a:pt x="34457" y="24051"/>
                </a:cubicBezTo>
                <a:cubicBezTo>
                  <a:pt x="29794" y="32773"/>
                  <a:pt x="27462" y="45712"/>
                  <a:pt x="27462" y="62869"/>
                </a:cubicBezTo>
                <a:cubicBezTo>
                  <a:pt x="27462" y="78816"/>
                  <a:pt x="29592" y="90892"/>
                  <a:pt x="33852" y="99096"/>
                </a:cubicBezTo>
                <a:cubicBezTo>
                  <a:pt x="38113" y="107300"/>
                  <a:pt x="44359" y="111402"/>
                  <a:pt x="52592" y="111402"/>
                </a:cubicBezTo>
                <a:cubicBezTo>
                  <a:pt x="56795" y="111402"/>
                  <a:pt x="60221" y="110697"/>
                  <a:pt x="62869" y="109286"/>
                </a:cubicBezTo>
                <a:cubicBezTo>
                  <a:pt x="65517" y="107876"/>
                  <a:pt x="67633" y="105760"/>
                  <a:pt x="69216" y="102939"/>
                </a:cubicBezTo>
                <a:cubicBezTo>
                  <a:pt x="70799" y="100118"/>
                  <a:pt x="72167" y="96146"/>
                  <a:pt x="73318" y="91022"/>
                </a:cubicBezTo>
                <a:lnTo>
                  <a:pt x="85149" y="91022"/>
                </a:lnTo>
                <a:lnTo>
                  <a:pt x="85149" y="117188"/>
                </a:lnTo>
                <a:cubicBezTo>
                  <a:pt x="78816" y="118685"/>
                  <a:pt x="73030" y="119779"/>
                  <a:pt x="67791" y="120470"/>
                </a:cubicBezTo>
                <a:cubicBezTo>
                  <a:pt x="62552" y="121161"/>
                  <a:pt x="57112" y="121506"/>
                  <a:pt x="51470" y="121506"/>
                </a:cubicBezTo>
                <a:cubicBezTo>
                  <a:pt x="39495" y="121506"/>
                  <a:pt x="29722" y="119347"/>
                  <a:pt x="22151" y="115029"/>
                </a:cubicBezTo>
                <a:cubicBezTo>
                  <a:pt x="14580" y="110711"/>
                  <a:pt x="8996" y="104191"/>
                  <a:pt x="5397" y="95469"/>
                </a:cubicBezTo>
                <a:cubicBezTo>
                  <a:pt x="1799" y="86747"/>
                  <a:pt x="0" y="75707"/>
                  <a:pt x="0" y="62351"/>
                </a:cubicBezTo>
                <a:cubicBezTo>
                  <a:pt x="0" y="49858"/>
                  <a:pt x="2116" y="38991"/>
                  <a:pt x="6347" y="29750"/>
                </a:cubicBezTo>
                <a:cubicBezTo>
                  <a:pt x="10579" y="20510"/>
                  <a:pt x="16811" y="13386"/>
                  <a:pt x="25044" y="8377"/>
                </a:cubicBezTo>
                <a:cubicBezTo>
                  <a:pt x="33277" y="3368"/>
                  <a:pt x="43122" y="864"/>
                  <a:pt x="54578" y="864"/>
                </a:cubicBezTo>
                <a:cubicBezTo>
                  <a:pt x="60393" y="864"/>
                  <a:pt x="65661" y="1180"/>
                  <a:pt x="70382" y="1814"/>
                </a:cubicBezTo>
                <a:cubicBezTo>
                  <a:pt x="75103" y="2447"/>
                  <a:pt x="80025" y="3483"/>
                  <a:pt x="85149" y="4922"/>
                </a:cubicBezTo>
                <a:close/>
                <a:moveTo>
                  <a:pt x="141757" y="121506"/>
                </a:moveTo>
                <a:cubicBezTo>
                  <a:pt x="133294" y="121506"/>
                  <a:pt x="125997" y="120024"/>
                  <a:pt x="119865" y="117059"/>
                </a:cubicBezTo>
                <a:cubicBezTo>
                  <a:pt x="113734" y="114094"/>
                  <a:pt x="108941" y="109344"/>
                  <a:pt x="105487" y="102810"/>
                </a:cubicBezTo>
                <a:cubicBezTo>
                  <a:pt x="102032" y="96275"/>
                  <a:pt x="100305" y="87970"/>
                  <a:pt x="100305" y="77895"/>
                </a:cubicBezTo>
                <a:cubicBezTo>
                  <a:pt x="100305" y="70181"/>
                  <a:pt x="101370" y="63502"/>
                  <a:pt x="103500" y="57860"/>
                </a:cubicBezTo>
                <a:cubicBezTo>
                  <a:pt x="105631" y="52218"/>
                  <a:pt x="108596" y="47555"/>
                  <a:pt x="112395" y="43870"/>
                </a:cubicBezTo>
                <a:cubicBezTo>
                  <a:pt x="116195" y="40185"/>
                  <a:pt x="120729" y="37465"/>
                  <a:pt x="125997" y="35709"/>
                </a:cubicBezTo>
                <a:cubicBezTo>
                  <a:pt x="131265" y="33953"/>
                  <a:pt x="136979" y="33075"/>
                  <a:pt x="143139" y="33075"/>
                </a:cubicBezTo>
                <a:cubicBezTo>
                  <a:pt x="157071" y="33075"/>
                  <a:pt x="167578" y="36745"/>
                  <a:pt x="174660" y="44086"/>
                </a:cubicBezTo>
                <a:cubicBezTo>
                  <a:pt x="181741" y="51426"/>
                  <a:pt x="185282" y="62178"/>
                  <a:pt x="185282" y="76341"/>
                </a:cubicBezTo>
                <a:cubicBezTo>
                  <a:pt x="185282" y="86358"/>
                  <a:pt x="183526" y="94749"/>
                  <a:pt x="180014" y="101514"/>
                </a:cubicBezTo>
                <a:cubicBezTo>
                  <a:pt x="176502" y="108279"/>
                  <a:pt x="171493" y="113302"/>
                  <a:pt x="164988" y="116584"/>
                </a:cubicBezTo>
                <a:cubicBezTo>
                  <a:pt x="158482" y="119865"/>
                  <a:pt x="150738" y="121506"/>
                  <a:pt x="141757" y="121506"/>
                </a:cubicBezTo>
                <a:moveTo>
                  <a:pt x="126558" y="75995"/>
                </a:moveTo>
                <a:cubicBezTo>
                  <a:pt x="126558" y="88201"/>
                  <a:pt x="127925" y="97340"/>
                  <a:pt x="130660" y="103414"/>
                </a:cubicBezTo>
                <a:cubicBezTo>
                  <a:pt x="133395" y="109488"/>
                  <a:pt x="137526" y="112525"/>
                  <a:pt x="143053" y="112525"/>
                </a:cubicBezTo>
                <a:cubicBezTo>
                  <a:pt x="146104" y="112525"/>
                  <a:pt x="148651" y="111748"/>
                  <a:pt x="150695" y="110193"/>
                </a:cubicBezTo>
                <a:cubicBezTo>
                  <a:pt x="152739" y="108639"/>
                  <a:pt x="154380" y="106393"/>
                  <a:pt x="155618" y="103457"/>
                </a:cubicBezTo>
                <a:cubicBezTo>
                  <a:pt x="156856" y="100521"/>
                  <a:pt x="157733" y="96995"/>
                  <a:pt x="158252" y="92878"/>
                </a:cubicBezTo>
                <a:cubicBezTo>
                  <a:pt x="158770" y="88762"/>
                  <a:pt x="159029" y="84142"/>
                  <a:pt x="159029" y="79018"/>
                </a:cubicBezTo>
                <a:cubicBezTo>
                  <a:pt x="159029" y="66640"/>
                  <a:pt x="157662" y="57385"/>
                  <a:pt x="154927" y="51254"/>
                </a:cubicBezTo>
                <a:cubicBezTo>
                  <a:pt x="152192" y="45122"/>
                  <a:pt x="148148" y="42056"/>
                  <a:pt x="142794" y="42056"/>
                </a:cubicBezTo>
                <a:cubicBezTo>
                  <a:pt x="138879" y="42056"/>
                  <a:pt x="135741" y="43294"/>
                  <a:pt x="133380" y="45770"/>
                </a:cubicBezTo>
                <a:cubicBezTo>
                  <a:pt x="131020" y="48246"/>
                  <a:pt x="129293" y="51959"/>
                  <a:pt x="128199" y="56910"/>
                </a:cubicBezTo>
                <a:cubicBezTo>
                  <a:pt x="127105" y="61861"/>
                  <a:pt x="126558" y="68223"/>
                  <a:pt x="126558" y="75995"/>
                </a:cubicBezTo>
                <a:close/>
                <a:moveTo>
                  <a:pt x="295086" y="120124"/>
                </a:moveTo>
                <a:lnTo>
                  <a:pt x="253203" y="120124"/>
                </a:lnTo>
                <a:lnTo>
                  <a:pt x="253203" y="114425"/>
                </a:lnTo>
                <a:cubicBezTo>
                  <a:pt x="255851" y="113791"/>
                  <a:pt x="257693" y="112856"/>
                  <a:pt x="258730" y="111618"/>
                </a:cubicBezTo>
                <a:cubicBezTo>
                  <a:pt x="259766" y="110380"/>
                  <a:pt x="260471" y="108711"/>
                  <a:pt x="260845" y="106609"/>
                </a:cubicBezTo>
                <a:cubicBezTo>
                  <a:pt x="261220" y="104508"/>
                  <a:pt x="261407" y="100723"/>
                  <a:pt x="261407" y="95253"/>
                </a:cubicBezTo>
                <a:lnTo>
                  <a:pt x="261407" y="72196"/>
                </a:lnTo>
                <a:cubicBezTo>
                  <a:pt x="261407" y="68108"/>
                  <a:pt x="261320" y="64754"/>
                  <a:pt x="261148" y="62135"/>
                </a:cubicBezTo>
                <a:cubicBezTo>
                  <a:pt x="260975" y="59515"/>
                  <a:pt x="260701" y="57371"/>
                  <a:pt x="260327" y="55701"/>
                </a:cubicBezTo>
                <a:cubicBezTo>
                  <a:pt x="259953" y="54032"/>
                  <a:pt x="259435" y="52635"/>
                  <a:pt x="258773" y="51513"/>
                </a:cubicBezTo>
                <a:cubicBezTo>
                  <a:pt x="258111" y="50390"/>
                  <a:pt x="257377" y="49469"/>
                  <a:pt x="256571" y="48749"/>
                </a:cubicBezTo>
                <a:cubicBezTo>
                  <a:pt x="255765" y="48030"/>
                  <a:pt x="254843" y="47497"/>
                  <a:pt x="253807" y="47152"/>
                </a:cubicBezTo>
                <a:cubicBezTo>
                  <a:pt x="252771" y="46806"/>
                  <a:pt x="251447" y="46633"/>
                  <a:pt x="249835" y="46633"/>
                </a:cubicBezTo>
                <a:cubicBezTo>
                  <a:pt x="247647" y="46633"/>
                  <a:pt x="245373" y="47310"/>
                  <a:pt x="243012" y="48663"/>
                </a:cubicBezTo>
                <a:cubicBezTo>
                  <a:pt x="240652" y="50016"/>
                  <a:pt x="238666" y="51887"/>
                  <a:pt x="237054" y="54276"/>
                </a:cubicBezTo>
                <a:cubicBezTo>
                  <a:pt x="235442" y="56665"/>
                  <a:pt x="234636" y="59213"/>
                  <a:pt x="234636" y="61919"/>
                </a:cubicBezTo>
                <a:lnTo>
                  <a:pt x="234636" y="95167"/>
                </a:lnTo>
                <a:cubicBezTo>
                  <a:pt x="234636" y="100636"/>
                  <a:pt x="234808" y="104436"/>
                  <a:pt x="235154" y="106566"/>
                </a:cubicBezTo>
                <a:cubicBezTo>
                  <a:pt x="235499" y="108696"/>
                  <a:pt x="236204" y="110380"/>
                  <a:pt x="237270" y="111618"/>
                </a:cubicBezTo>
                <a:cubicBezTo>
                  <a:pt x="238335" y="112856"/>
                  <a:pt x="240220" y="113791"/>
                  <a:pt x="242926" y="114425"/>
                </a:cubicBezTo>
                <a:lnTo>
                  <a:pt x="242926" y="120124"/>
                </a:lnTo>
                <a:lnTo>
                  <a:pt x="201215" y="120124"/>
                </a:lnTo>
                <a:lnTo>
                  <a:pt x="201215" y="114425"/>
                </a:lnTo>
                <a:cubicBezTo>
                  <a:pt x="203978" y="113676"/>
                  <a:pt x="205893" y="112698"/>
                  <a:pt x="206958" y="111489"/>
                </a:cubicBezTo>
                <a:cubicBezTo>
                  <a:pt x="208023" y="110280"/>
                  <a:pt x="208743" y="108639"/>
                  <a:pt x="209117" y="106566"/>
                </a:cubicBezTo>
                <a:cubicBezTo>
                  <a:pt x="209491" y="104494"/>
                  <a:pt x="209678" y="100723"/>
                  <a:pt x="209678" y="95253"/>
                </a:cubicBezTo>
                <a:lnTo>
                  <a:pt x="209678" y="59760"/>
                </a:lnTo>
                <a:cubicBezTo>
                  <a:pt x="209678" y="55500"/>
                  <a:pt x="209606" y="52348"/>
                  <a:pt x="209462" y="50304"/>
                </a:cubicBezTo>
                <a:cubicBezTo>
                  <a:pt x="209318" y="48260"/>
                  <a:pt x="208973" y="46619"/>
                  <a:pt x="208426" y="45381"/>
                </a:cubicBezTo>
                <a:cubicBezTo>
                  <a:pt x="207879" y="44143"/>
                  <a:pt x="207044" y="43136"/>
                  <a:pt x="205921" y="42359"/>
                </a:cubicBezTo>
                <a:cubicBezTo>
                  <a:pt x="204799" y="41582"/>
                  <a:pt x="202856" y="40905"/>
                  <a:pt x="200092" y="40329"/>
                </a:cubicBezTo>
                <a:lnTo>
                  <a:pt x="200092" y="34457"/>
                </a:lnTo>
                <a:lnTo>
                  <a:pt x="223754" y="33766"/>
                </a:lnTo>
                <a:lnTo>
                  <a:pt x="234636" y="33766"/>
                </a:lnTo>
                <a:lnTo>
                  <a:pt x="233340" y="46202"/>
                </a:lnTo>
                <a:lnTo>
                  <a:pt x="234377" y="46461"/>
                </a:lnTo>
                <a:cubicBezTo>
                  <a:pt x="237946" y="43294"/>
                  <a:pt x="241084" y="40804"/>
                  <a:pt x="243790" y="38991"/>
                </a:cubicBezTo>
                <a:cubicBezTo>
                  <a:pt x="246495" y="37177"/>
                  <a:pt x="249331" y="35738"/>
                  <a:pt x="252296" y="34673"/>
                </a:cubicBezTo>
                <a:cubicBezTo>
                  <a:pt x="255261" y="33608"/>
                  <a:pt x="258384" y="33075"/>
                  <a:pt x="261666" y="33075"/>
                </a:cubicBezTo>
                <a:cubicBezTo>
                  <a:pt x="266387" y="33075"/>
                  <a:pt x="270302" y="33752"/>
                  <a:pt x="273410" y="35105"/>
                </a:cubicBezTo>
                <a:cubicBezTo>
                  <a:pt x="276519" y="36458"/>
                  <a:pt x="279038" y="38429"/>
                  <a:pt x="280967" y="41020"/>
                </a:cubicBezTo>
                <a:cubicBezTo>
                  <a:pt x="282896" y="43611"/>
                  <a:pt x="284277" y="46777"/>
                  <a:pt x="285112" y="50520"/>
                </a:cubicBezTo>
                <a:cubicBezTo>
                  <a:pt x="285947" y="54262"/>
                  <a:pt x="286364" y="58609"/>
                  <a:pt x="286364" y="63560"/>
                </a:cubicBezTo>
                <a:lnTo>
                  <a:pt x="286364" y="95167"/>
                </a:lnTo>
                <a:cubicBezTo>
                  <a:pt x="286364" y="97700"/>
                  <a:pt x="286407" y="100075"/>
                  <a:pt x="286494" y="102291"/>
                </a:cubicBezTo>
                <a:cubicBezTo>
                  <a:pt x="286580" y="104508"/>
                  <a:pt x="286796" y="106278"/>
                  <a:pt x="287141" y="107602"/>
                </a:cubicBezTo>
                <a:cubicBezTo>
                  <a:pt x="287487" y="108927"/>
                  <a:pt x="287962" y="110006"/>
                  <a:pt x="288566" y="110841"/>
                </a:cubicBezTo>
                <a:cubicBezTo>
                  <a:pt x="289171" y="111676"/>
                  <a:pt x="290020" y="112381"/>
                  <a:pt x="291114" y="112957"/>
                </a:cubicBezTo>
                <a:cubicBezTo>
                  <a:pt x="292208" y="113532"/>
                  <a:pt x="293532" y="114022"/>
                  <a:pt x="295086" y="114425"/>
                </a:cubicBezTo>
                <a:lnTo>
                  <a:pt x="295086" y="120124"/>
                </a:lnTo>
                <a:close/>
                <a:moveTo>
                  <a:pt x="373137" y="98017"/>
                </a:moveTo>
                <a:lnTo>
                  <a:pt x="379786" y="106048"/>
                </a:lnTo>
                <a:cubicBezTo>
                  <a:pt x="374144" y="111575"/>
                  <a:pt x="368689" y="115533"/>
                  <a:pt x="363421" y="117922"/>
                </a:cubicBezTo>
                <a:cubicBezTo>
                  <a:pt x="358154" y="120312"/>
                  <a:pt x="352411" y="121506"/>
                  <a:pt x="346193" y="121506"/>
                </a:cubicBezTo>
                <a:cubicBezTo>
                  <a:pt x="333700" y="121506"/>
                  <a:pt x="324172" y="117836"/>
                  <a:pt x="317608" y="110495"/>
                </a:cubicBezTo>
                <a:cubicBezTo>
                  <a:pt x="311045" y="103155"/>
                  <a:pt x="307763" y="92490"/>
                  <a:pt x="307763" y="78500"/>
                </a:cubicBezTo>
                <a:cubicBezTo>
                  <a:pt x="307763" y="69058"/>
                  <a:pt x="309563" y="60897"/>
                  <a:pt x="313161" y="54017"/>
                </a:cubicBezTo>
                <a:cubicBezTo>
                  <a:pt x="316759" y="47137"/>
                  <a:pt x="321926" y="41927"/>
                  <a:pt x="328662" y="38386"/>
                </a:cubicBezTo>
                <a:cubicBezTo>
                  <a:pt x="335398" y="34846"/>
                  <a:pt x="343113" y="33075"/>
                  <a:pt x="351806" y="33075"/>
                </a:cubicBezTo>
                <a:cubicBezTo>
                  <a:pt x="356470" y="33075"/>
                  <a:pt x="361118" y="33406"/>
                  <a:pt x="365753" y="34068"/>
                </a:cubicBezTo>
                <a:cubicBezTo>
                  <a:pt x="370388" y="34730"/>
                  <a:pt x="374605" y="35637"/>
                  <a:pt x="378405" y="36789"/>
                </a:cubicBezTo>
                <a:lnTo>
                  <a:pt x="378405" y="57601"/>
                </a:lnTo>
                <a:lnTo>
                  <a:pt x="361306" y="57601"/>
                </a:lnTo>
                <a:cubicBezTo>
                  <a:pt x="360442" y="52189"/>
                  <a:pt x="359147" y="48246"/>
                  <a:pt x="357419" y="45770"/>
                </a:cubicBezTo>
                <a:cubicBezTo>
                  <a:pt x="355692" y="43294"/>
                  <a:pt x="353217" y="42056"/>
                  <a:pt x="349993" y="42056"/>
                </a:cubicBezTo>
                <a:cubicBezTo>
                  <a:pt x="347862" y="42056"/>
                  <a:pt x="345833" y="42589"/>
                  <a:pt x="343904" y="43654"/>
                </a:cubicBezTo>
                <a:cubicBezTo>
                  <a:pt x="341976" y="44719"/>
                  <a:pt x="340277" y="46562"/>
                  <a:pt x="338809" y="49181"/>
                </a:cubicBezTo>
                <a:cubicBezTo>
                  <a:pt x="337341" y="51801"/>
                  <a:pt x="336175" y="55312"/>
                  <a:pt x="335312" y="59717"/>
                </a:cubicBezTo>
                <a:cubicBezTo>
                  <a:pt x="334448" y="64121"/>
                  <a:pt x="334016" y="69691"/>
                  <a:pt x="334016" y="76427"/>
                </a:cubicBezTo>
                <a:cubicBezTo>
                  <a:pt x="334016" y="83163"/>
                  <a:pt x="334650" y="88848"/>
                  <a:pt x="335916" y="93483"/>
                </a:cubicBezTo>
                <a:cubicBezTo>
                  <a:pt x="337183" y="98117"/>
                  <a:pt x="339227" y="101687"/>
                  <a:pt x="342048" y="104191"/>
                </a:cubicBezTo>
                <a:cubicBezTo>
                  <a:pt x="344869" y="106696"/>
                  <a:pt x="348582" y="107948"/>
                  <a:pt x="353188" y="107948"/>
                </a:cubicBezTo>
                <a:cubicBezTo>
                  <a:pt x="356527" y="107948"/>
                  <a:pt x="359679" y="107228"/>
                  <a:pt x="362644" y="105789"/>
                </a:cubicBezTo>
                <a:cubicBezTo>
                  <a:pt x="365609" y="104350"/>
                  <a:pt x="369107" y="101759"/>
                  <a:pt x="373137" y="98017"/>
                </a:cubicBezTo>
                <a:close/>
                <a:moveTo>
                  <a:pt x="441317" y="108811"/>
                </a:moveTo>
                <a:lnTo>
                  <a:pt x="440022" y="108380"/>
                </a:lnTo>
                <a:cubicBezTo>
                  <a:pt x="435301" y="112985"/>
                  <a:pt x="430710" y="116325"/>
                  <a:pt x="426248" y="118397"/>
                </a:cubicBezTo>
                <a:cubicBezTo>
                  <a:pt x="421786" y="120470"/>
                  <a:pt x="417051" y="121506"/>
                  <a:pt x="412042" y="121506"/>
                </a:cubicBezTo>
                <a:cubicBezTo>
                  <a:pt x="407091" y="121506"/>
                  <a:pt x="402787" y="120599"/>
                  <a:pt x="399131" y="118786"/>
                </a:cubicBezTo>
                <a:cubicBezTo>
                  <a:pt x="395476" y="116972"/>
                  <a:pt x="392712" y="114454"/>
                  <a:pt x="390841" y="111229"/>
                </a:cubicBezTo>
                <a:cubicBezTo>
                  <a:pt x="388970" y="108005"/>
                  <a:pt x="388034" y="104292"/>
                  <a:pt x="388034" y="100089"/>
                </a:cubicBezTo>
                <a:cubicBezTo>
                  <a:pt x="388034" y="91626"/>
                  <a:pt x="392194" y="84962"/>
                  <a:pt x="400513" y="80097"/>
                </a:cubicBezTo>
                <a:cubicBezTo>
                  <a:pt x="408832" y="75232"/>
                  <a:pt x="421455" y="72167"/>
                  <a:pt x="438381" y="70900"/>
                </a:cubicBezTo>
                <a:lnTo>
                  <a:pt x="438381" y="62696"/>
                </a:lnTo>
                <a:cubicBezTo>
                  <a:pt x="438381" y="57342"/>
                  <a:pt x="437777" y="53211"/>
                  <a:pt x="436568" y="50304"/>
                </a:cubicBezTo>
                <a:cubicBezTo>
                  <a:pt x="435359" y="47396"/>
                  <a:pt x="433804" y="45353"/>
                  <a:pt x="431904" y="44172"/>
                </a:cubicBezTo>
                <a:cubicBezTo>
                  <a:pt x="430005" y="42992"/>
                  <a:pt x="427730" y="42402"/>
                  <a:pt x="425082" y="42402"/>
                </a:cubicBezTo>
                <a:cubicBezTo>
                  <a:pt x="422434" y="42402"/>
                  <a:pt x="420145" y="42863"/>
                  <a:pt x="418217" y="43784"/>
                </a:cubicBezTo>
                <a:cubicBezTo>
                  <a:pt x="416288" y="44705"/>
                  <a:pt x="414546" y="46446"/>
                  <a:pt x="412992" y="49008"/>
                </a:cubicBezTo>
                <a:cubicBezTo>
                  <a:pt x="411438" y="51570"/>
                  <a:pt x="410286" y="55125"/>
                  <a:pt x="409538" y="59674"/>
                </a:cubicBezTo>
                <a:lnTo>
                  <a:pt x="393216" y="59674"/>
                </a:lnTo>
                <a:lnTo>
                  <a:pt x="393216" y="43956"/>
                </a:lnTo>
                <a:cubicBezTo>
                  <a:pt x="398513" y="41596"/>
                  <a:pt x="402917" y="39782"/>
                  <a:pt x="406429" y="38516"/>
                </a:cubicBezTo>
                <a:cubicBezTo>
                  <a:pt x="409941" y="37249"/>
                  <a:pt x="413409" y="36199"/>
                  <a:pt x="416835" y="35364"/>
                </a:cubicBezTo>
                <a:cubicBezTo>
                  <a:pt x="420260" y="34529"/>
                  <a:pt x="423326" y="33939"/>
                  <a:pt x="426032" y="33593"/>
                </a:cubicBezTo>
                <a:cubicBezTo>
                  <a:pt x="428738" y="33248"/>
                  <a:pt x="431444" y="33075"/>
                  <a:pt x="434150" y="33075"/>
                </a:cubicBezTo>
                <a:cubicBezTo>
                  <a:pt x="441116" y="33075"/>
                  <a:pt x="446686" y="33996"/>
                  <a:pt x="450860" y="35839"/>
                </a:cubicBezTo>
                <a:cubicBezTo>
                  <a:pt x="455034" y="37681"/>
                  <a:pt x="458157" y="40675"/>
                  <a:pt x="460230" y="44820"/>
                </a:cubicBezTo>
                <a:cubicBezTo>
                  <a:pt x="462303" y="48965"/>
                  <a:pt x="463339" y="54694"/>
                  <a:pt x="463339" y="62005"/>
                </a:cubicBezTo>
                <a:lnTo>
                  <a:pt x="463339" y="95685"/>
                </a:lnTo>
                <a:cubicBezTo>
                  <a:pt x="463339" y="99485"/>
                  <a:pt x="463425" y="102421"/>
                  <a:pt x="463598" y="104494"/>
                </a:cubicBezTo>
                <a:cubicBezTo>
                  <a:pt x="463771" y="106566"/>
                  <a:pt x="464044" y="108106"/>
                  <a:pt x="464418" y="109114"/>
                </a:cubicBezTo>
                <a:cubicBezTo>
                  <a:pt x="464793" y="110121"/>
                  <a:pt x="465268" y="110927"/>
                  <a:pt x="465843" y="111532"/>
                </a:cubicBezTo>
                <a:cubicBezTo>
                  <a:pt x="466419" y="112136"/>
                  <a:pt x="467124" y="112626"/>
                  <a:pt x="467959" y="113000"/>
                </a:cubicBezTo>
                <a:cubicBezTo>
                  <a:pt x="468794" y="113374"/>
                  <a:pt x="470363" y="113849"/>
                  <a:pt x="472666" y="114425"/>
                </a:cubicBezTo>
                <a:lnTo>
                  <a:pt x="472666" y="120124"/>
                </a:lnTo>
                <a:lnTo>
                  <a:pt x="440540" y="120124"/>
                </a:lnTo>
                <a:lnTo>
                  <a:pt x="441317" y="108811"/>
                </a:lnTo>
                <a:moveTo>
                  <a:pt x="438468" y="79363"/>
                </a:moveTo>
                <a:cubicBezTo>
                  <a:pt x="429544" y="79594"/>
                  <a:pt x="422938" y="81263"/>
                  <a:pt x="418648" y="84372"/>
                </a:cubicBezTo>
                <a:cubicBezTo>
                  <a:pt x="414359" y="87481"/>
                  <a:pt x="412215" y="92029"/>
                  <a:pt x="412215" y="98017"/>
                </a:cubicBezTo>
                <a:cubicBezTo>
                  <a:pt x="412215" y="101586"/>
                  <a:pt x="413193" y="104306"/>
                  <a:pt x="415151" y="106178"/>
                </a:cubicBezTo>
                <a:cubicBezTo>
                  <a:pt x="417108" y="108049"/>
                  <a:pt x="419814" y="108984"/>
                  <a:pt x="423269" y="108984"/>
                </a:cubicBezTo>
                <a:cubicBezTo>
                  <a:pt x="425917" y="108984"/>
                  <a:pt x="428421" y="108279"/>
                  <a:pt x="430782" y="106868"/>
                </a:cubicBezTo>
                <a:cubicBezTo>
                  <a:pt x="433142" y="105458"/>
                  <a:pt x="435013" y="103572"/>
                  <a:pt x="436395" y="101212"/>
                </a:cubicBezTo>
                <a:cubicBezTo>
                  <a:pt x="437777" y="98851"/>
                  <a:pt x="438468" y="96347"/>
                  <a:pt x="438468" y="93699"/>
                </a:cubicBezTo>
                <a:lnTo>
                  <a:pt x="438468" y="79363"/>
                </a:lnTo>
                <a:close/>
                <a:moveTo>
                  <a:pt x="543263" y="109761"/>
                </a:moveTo>
                <a:cubicBezTo>
                  <a:pt x="538196" y="114079"/>
                  <a:pt x="533590" y="117116"/>
                  <a:pt x="529445" y="118872"/>
                </a:cubicBezTo>
                <a:cubicBezTo>
                  <a:pt x="525300" y="120628"/>
                  <a:pt x="520925" y="121506"/>
                  <a:pt x="516319" y="121506"/>
                </a:cubicBezTo>
                <a:cubicBezTo>
                  <a:pt x="507740" y="121506"/>
                  <a:pt x="501336" y="119189"/>
                  <a:pt x="497104" y="114554"/>
                </a:cubicBezTo>
                <a:cubicBezTo>
                  <a:pt x="492872" y="109920"/>
                  <a:pt x="490757" y="102910"/>
                  <a:pt x="490757" y="93526"/>
                </a:cubicBezTo>
                <a:lnTo>
                  <a:pt x="490757" y="45252"/>
                </a:lnTo>
                <a:lnTo>
                  <a:pt x="479962" y="45252"/>
                </a:lnTo>
                <a:lnTo>
                  <a:pt x="479962" y="39293"/>
                </a:lnTo>
                <a:cubicBezTo>
                  <a:pt x="483474" y="38717"/>
                  <a:pt x="486065" y="37854"/>
                  <a:pt x="487734" y="36702"/>
                </a:cubicBezTo>
                <a:cubicBezTo>
                  <a:pt x="489404" y="35551"/>
                  <a:pt x="490699" y="34011"/>
                  <a:pt x="491620" y="32082"/>
                </a:cubicBezTo>
                <a:cubicBezTo>
                  <a:pt x="492541" y="30153"/>
                  <a:pt x="493275" y="27635"/>
                  <a:pt x="493822" y="24526"/>
                </a:cubicBezTo>
                <a:cubicBezTo>
                  <a:pt x="494369" y="21417"/>
                  <a:pt x="494787" y="17531"/>
                  <a:pt x="495075" y="12867"/>
                </a:cubicBezTo>
                <a:lnTo>
                  <a:pt x="515714" y="12867"/>
                </a:lnTo>
                <a:lnTo>
                  <a:pt x="515714" y="34457"/>
                </a:lnTo>
                <a:lnTo>
                  <a:pt x="540326" y="34457"/>
                </a:lnTo>
                <a:lnTo>
                  <a:pt x="540326" y="45252"/>
                </a:lnTo>
                <a:lnTo>
                  <a:pt x="515714" y="45252"/>
                </a:lnTo>
                <a:lnTo>
                  <a:pt x="515714" y="84199"/>
                </a:lnTo>
                <a:cubicBezTo>
                  <a:pt x="515714" y="90705"/>
                  <a:pt x="516017" y="95512"/>
                  <a:pt x="516621" y="98621"/>
                </a:cubicBezTo>
                <a:cubicBezTo>
                  <a:pt x="517226" y="101730"/>
                  <a:pt x="518247" y="104019"/>
                  <a:pt x="519687" y="105487"/>
                </a:cubicBezTo>
                <a:cubicBezTo>
                  <a:pt x="521126" y="106955"/>
                  <a:pt x="522911" y="107689"/>
                  <a:pt x="525041" y="107689"/>
                </a:cubicBezTo>
                <a:cubicBezTo>
                  <a:pt x="526653" y="107689"/>
                  <a:pt x="528092" y="107545"/>
                  <a:pt x="529359" y="107257"/>
                </a:cubicBezTo>
                <a:cubicBezTo>
                  <a:pt x="530625" y="106969"/>
                  <a:pt x="531964" y="106451"/>
                  <a:pt x="533375" y="105703"/>
                </a:cubicBezTo>
                <a:cubicBezTo>
                  <a:pt x="534785" y="104954"/>
                  <a:pt x="536268" y="103889"/>
                  <a:pt x="537822" y="102507"/>
                </a:cubicBezTo>
                <a:lnTo>
                  <a:pt x="543263" y="109761"/>
                </a:lnTo>
                <a:close/>
                <a:moveTo>
                  <a:pt x="626017" y="104407"/>
                </a:moveTo>
                <a:cubicBezTo>
                  <a:pt x="620144" y="110625"/>
                  <a:pt x="614329" y="115029"/>
                  <a:pt x="608572" y="117620"/>
                </a:cubicBezTo>
                <a:cubicBezTo>
                  <a:pt x="602815" y="120211"/>
                  <a:pt x="596194" y="121506"/>
                  <a:pt x="588710" y="121506"/>
                </a:cubicBezTo>
                <a:cubicBezTo>
                  <a:pt x="575295" y="121506"/>
                  <a:pt x="565206" y="117836"/>
                  <a:pt x="558441" y="110495"/>
                </a:cubicBezTo>
                <a:cubicBezTo>
                  <a:pt x="551676" y="103155"/>
                  <a:pt x="548294" y="92259"/>
                  <a:pt x="548294" y="77809"/>
                </a:cubicBezTo>
                <a:cubicBezTo>
                  <a:pt x="548294" y="68482"/>
                  <a:pt x="550036" y="60436"/>
                  <a:pt x="553519" y="53672"/>
                </a:cubicBezTo>
                <a:cubicBezTo>
                  <a:pt x="557002" y="46907"/>
                  <a:pt x="561939" y="41783"/>
                  <a:pt x="568329" y="38300"/>
                </a:cubicBezTo>
                <a:cubicBezTo>
                  <a:pt x="574720" y="34817"/>
                  <a:pt x="582147" y="33075"/>
                  <a:pt x="590610" y="33075"/>
                </a:cubicBezTo>
                <a:cubicBezTo>
                  <a:pt x="595849" y="33075"/>
                  <a:pt x="600440" y="33680"/>
                  <a:pt x="604384" y="34889"/>
                </a:cubicBezTo>
                <a:cubicBezTo>
                  <a:pt x="608327" y="36098"/>
                  <a:pt x="611710" y="37782"/>
                  <a:pt x="614531" y="39941"/>
                </a:cubicBezTo>
                <a:cubicBezTo>
                  <a:pt x="617352" y="42100"/>
                  <a:pt x="619684" y="44705"/>
                  <a:pt x="621526" y="47756"/>
                </a:cubicBezTo>
                <a:cubicBezTo>
                  <a:pt x="623714" y="51383"/>
                  <a:pt x="625354" y="55528"/>
                  <a:pt x="626448" y="60192"/>
                </a:cubicBezTo>
                <a:cubicBezTo>
                  <a:pt x="627600" y="64970"/>
                  <a:pt x="628204" y="70756"/>
                  <a:pt x="628262" y="77550"/>
                </a:cubicBezTo>
                <a:lnTo>
                  <a:pt x="573511" y="77550"/>
                </a:lnTo>
                <a:cubicBezTo>
                  <a:pt x="573568" y="87970"/>
                  <a:pt x="575425" y="95642"/>
                  <a:pt x="579081" y="100564"/>
                </a:cubicBezTo>
                <a:cubicBezTo>
                  <a:pt x="582737" y="105487"/>
                  <a:pt x="588307" y="107948"/>
                  <a:pt x="595791" y="107948"/>
                </a:cubicBezTo>
                <a:cubicBezTo>
                  <a:pt x="600167" y="107948"/>
                  <a:pt x="604110" y="107127"/>
                  <a:pt x="607622" y="105487"/>
                </a:cubicBezTo>
                <a:cubicBezTo>
                  <a:pt x="611134" y="103846"/>
                  <a:pt x="614934" y="100953"/>
                  <a:pt x="619022" y="96808"/>
                </a:cubicBezTo>
                <a:lnTo>
                  <a:pt x="626017" y="104407"/>
                </a:lnTo>
                <a:moveTo>
                  <a:pt x="602700" y="68223"/>
                </a:moveTo>
                <a:cubicBezTo>
                  <a:pt x="602470" y="59415"/>
                  <a:pt x="601318" y="52851"/>
                  <a:pt x="599245" y="48533"/>
                </a:cubicBezTo>
                <a:cubicBezTo>
                  <a:pt x="597173" y="44215"/>
                  <a:pt x="593834" y="42056"/>
                  <a:pt x="589228" y="42056"/>
                </a:cubicBezTo>
                <a:cubicBezTo>
                  <a:pt x="584795" y="42056"/>
                  <a:pt x="581269" y="44302"/>
                  <a:pt x="578649" y="48792"/>
                </a:cubicBezTo>
                <a:cubicBezTo>
                  <a:pt x="576029" y="53283"/>
                  <a:pt x="574461" y="59760"/>
                  <a:pt x="573942" y="68223"/>
                </a:cubicBezTo>
                <a:lnTo>
                  <a:pt x="602700" y="68223"/>
                </a:lnTo>
                <a:close/>
                <a:moveTo>
                  <a:pt x="735648" y="120124"/>
                </a:moveTo>
                <a:lnTo>
                  <a:pt x="693764" y="120124"/>
                </a:lnTo>
                <a:lnTo>
                  <a:pt x="693764" y="114425"/>
                </a:lnTo>
                <a:cubicBezTo>
                  <a:pt x="696412" y="113791"/>
                  <a:pt x="698255" y="112856"/>
                  <a:pt x="699291" y="111618"/>
                </a:cubicBezTo>
                <a:cubicBezTo>
                  <a:pt x="700327" y="110380"/>
                  <a:pt x="701033" y="108711"/>
                  <a:pt x="701407" y="106609"/>
                </a:cubicBezTo>
                <a:cubicBezTo>
                  <a:pt x="701781" y="104508"/>
                  <a:pt x="701968" y="100723"/>
                  <a:pt x="701968" y="95253"/>
                </a:cubicBezTo>
                <a:lnTo>
                  <a:pt x="701968" y="72196"/>
                </a:lnTo>
                <a:cubicBezTo>
                  <a:pt x="701968" y="68108"/>
                  <a:pt x="701882" y="64754"/>
                  <a:pt x="701709" y="62135"/>
                </a:cubicBezTo>
                <a:cubicBezTo>
                  <a:pt x="701536" y="59515"/>
                  <a:pt x="701263" y="57371"/>
                  <a:pt x="700889" y="55701"/>
                </a:cubicBezTo>
                <a:cubicBezTo>
                  <a:pt x="700514" y="54032"/>
                  <a:pt x="699996" y="52635"/>
                  <a:pt x="699334" y="51513"/>
                </a:cubicBezTo>
                <a:cubicBezTo>
                  <a:pt x="698672" y="50390"/>
                  <a:pt x="697938" y="49469"/>
                  <a:pt x="697132" y="48749"/>
                </a:cubicBezTo>
                <a:cubicBezTo>
                  <a:pt x="696326" y="48030"/>
                  <a:pt x="695405" y="47497"/>
                  <a:pt x="694369" y="47152"/>
                </a:cubicBezTo>
                <a:cubicBezTo>
                  <a:pt x="693332" y="46806"/>
                  <a:pt x="692008" y="46633"/>
                  <a:pt x="690396" y="46633"/>
                </a:cubicBezTo>
                <a:cubicBezTo>
                  <a:pt x="688208" y="46633"/>
                  <a:pt x="685934" y="47310"/>
                  <a:pt x="683574" y="48663"/>
                </a:cubicBezTo>
                <a:cubicBezTo>
                  <a:pt x="681213" y="50016"/>
                  <a:pt x="679227" y="51887"/>
                  <a:pt x="677615" y="54276"/>
                </a:cubicBezTo>
                <a:cubicBezTo>
                  <a:pt x="676003" y="56665"/>
                  <a:pt x="675197" y="59213"/>
                  <a:pt x="675197" y="61919"/>
                </a:cubicBezTo>
                <a:lnTo>
                  <a:pt x="675197" y="95167"/>
                </a:lnTo>
                <a:cubicBezTo>
                  <a:pt x="675197" y="100636"/>
                  <a:pt x="675370" y="104436"/>
                  <a:pt x="675715" y="106566"/>
                </a:cubicBezTo>
                <a:cubicBezTo>
                  <a:pt x="676061" y="108696"/>
                  <a:pt x="676766" y="110380"/>
                  <a:pt x="677831" y="111618"/>
                </a:cubicBezTo>
                <a:cubicBezTo>
                  <a:pt x="678896" y="112856"/>
                  <a:pt x="680781" y="113791"/>
                  <a:pt x="683487" y="114425"/>
                </a:cubicBezTo>
                <a:lnTo>
                  <a:pt x="683487" y="120124"/>
                </a:lnTo>
                <a:lnTo>
                  <a:pt x="641776" y="120124"/>
                </a:lnTo>
                <a:lnTo>
                  <a:pt x="641776" y="114425"/>
                </a:lnTo>
                <a:cubicBezTo>
                  <a:pt x="644540" y="113676"/>
                  <a:pt x="646454" y="112698"/>
                  <a:pt x="647519" y="111489"/>
                </a:cubicBezTo>
                <a:cubicBezTo>
                  <a:pt x="648584" y="110280"/>
                  <a:pt x="649304" y="108639"/>
                  <a:pt x="649678" y="106566"/>
                </a:cubicBezTo>
                <a:cubicBezTo>
                  <a:pt x="650052" y="104494"/>
                  <a:pt x="650239" y="100723"/>
                  <a:pt x="650239" y="95253"/>
                </a:cubicBezTo>
                <a:lnTo>
                  <a:pt x="650239" y="59760"/>
                </a:lnTo>
                <a:cubicBezTo>
                  <a:pt x="650239" y="55500"/>
                  <a:pt x="650167" y="52348"/>
                  <a:pt x="650024" y="50304"/>
                </a:cubicBezTo>
                <a:cubicBezTo>
                  <a:pt x="649880" y="48260"/>
                  <a:pt x="649534" y="46619"/>
                  <a:pt x="648987" y="45381"/>
                </a:cubicBezTo>
                <a:cubicBezTo>
                  <a:pt x="648440" y="44143"/>
                  <a:pt x="647605" y="43136"/>
                  <a:pt x="646483" y="42359"/>
                </a:cubicBezTo>
                <a:cubicBezTo>
                  <a:pt x="645360" y="41582"/>
                  <a:pt x="643417" y="40905"/>
                  <a:pt x="640654" y="40329"/>
                </a:cubicBezTo>
                <a:lnTo>
                  <a:pt x="640654" y="34457"/>
                </a:lnTo>
                <a:lnTo>
                  <a:pt x="664316" y="33766"/>
                </a:lnTo>
                <a:lnTo>
                  <a:pt x="675197" y="33766"/>
                </a:lnTo>
                <a:lnTo>
                  <a:pt x="673902" y="46202"/>
                </a:lnTo>
                <a:lnTo>
                  <a:pt x="674938" y="46461"/>
                </a:lnTo>
                <a:cubicBezTo>
                  <a:pt x="678507" y="43294"/>
                  <a:pt x="681645" y="40804"/>
                  <a:pt x="684351" y="38991"/>
                </a:cubicBezTo>
                <a:cubicBezTo>
                  <a:pt x="687057" y="37177"/>
                  <a:pt x="689892" y="35738"/>
                  <a:pt x="692857" y="34673"/>
                </a:cubicBezTo>
                <a:cubicBezTo>
                  <a:pt x="695822" y="33608"/>
                  <a:pt x="698946" y="33075"/>
                  <a:pt x="702227" y="33075"/>
                </a:cubicBezTo>
                <a:cubicBezTo>
                  <a:pt x="706948" y="33075"/>
                  <a:pt x="710863" y="33752"/>
                  <a:pt x="713972" y="35105"/>
                </a:cubicBezTo>
                <a:cubicBezTo>
                  <a:pt x="717081" y="36458"/>
                  <a:pt x="719600" y="38429"/>
                  <a:pt x="721528" y="41020"/>
                </a:cubicBezTo>
                <a:cubicBezTo>
                  <a:pt x="723457" y="43611"/>
                  <a:pt x="724839" y="46777"/>
                  <a:pt x="725673" y="50520"/>
                </a:cubicBezTo>
                <a:cubicBezTo>
                  <a:pt x="726508" y="54262"/>
                  <a:pt x="726926" y="58609"/>
                  <a:pt x="726926" y="63560"/>
                </a:cubicBezTo>
                <a:lnTo>
                  <a:pt x="726926" y="95167"/>
                </a:lnTo>
                <a:cubicBezTo>
                  <a:pt x="726926" y="97700"/>
                  <a:pt x="726969" y="100075"/>
                  <a:pt x="727055" y="102291"/>
                </a:cubicBezTo>
                <a:cubicBezTo>
                  <a:pt x="727141" y="104508"/>
                  <a:pt x="727357" y="106278"/>
                  <a:pt x="727703" y="107602"/>
                </a:cubicBezTo>
                <a:cubicBezTo>
                  <a:pt x="728048" y="108927"/>
                  <a:pt x="728523" y="110006"/>
                  <a:pt x="729128" y="110841"/>
                </a:cubicBezTo>
                <a:cubicBezTo>
                  <a:pt x="729732" y="111676"/>
                  <a:pt x="730581" y="112381"/>
                  <a:pt x="731675" y="112957"/>
                </a:cubicBezTo>
                <a:cubicBezTo>
                  <a:pt x="732769" y="113532"/>
                  <a:pt x="734093" y="114022"/>
                  <a:pt x="735648" y="114425"/>
                </a:cubicBezTo>
                <a:lnTo>
                  <a:pt x="735648" y="120124"/>
                </a:lnTo>
                <a:close/>
                <a:moveTo>
                  <a:pt x="799638" y="108811"/>
                </a:moveTo>
                <a:lnTo>
                  <a:pt x="798343" y="108380"/>
                </a:lnTo>
                <a:cubicBezTo>
                  <a:pt x="793622" y="112985"/>
                  <a:pt x="789030" y="116325"/>
                  <a:pt x="784568" y="118397"/>
                </a:cubicBezTo>
                <a:cubicBezTo>
                  <a:pt x="780107" y="120470"/>
                  <a:pt x="775371" y="121506"/>
                  <a:pt x="770363" y="121506"/>
                </a:cubicBezTo>
                <a:cubicBezTo>
                  <a:pt x="765411" y="121506"/>
                  <a:pt x="761108" y="120599"/>
                  <a:pt x="757452" y="118786"/>
                </a:cubicBezTo>
                <a:cubicBezTo>
                  <a:pt x="753796" y="116972"/>
                  <a:pt x="751033" y="114454"/>
                  <a:pt x="749162" y="111229"/>
                </a:cubicBezTo>
                <a:cubicBezTo>
                  <a:pt x="747290" y="108005"/>
                  <a:pt x="746355" y="104292"/>
                  <a:pt x="746355" y="100089"/>
                </a:cubicBezTo>
                <a:cubicBezTo>
                  <a:pt x="746355" y="91626"/>
                  <a:pt x="750515" y="84962"/>
                  <a:pt x="758834" y="80097"/>
                </a:cubicBezTo>
                <a:cubicBezTo>
                  <a:pt x="767153" y="75232"/>
                  <a:pt x="779776" y="72167"/>
                  <a:pt x="796702" y="70900"/>
                </a:cubicBezTo>
                <a:lnTo>
                  <a:pt x="796702" y="62696"/>
                </a:lnTo>
                <a:cubicBezTo>
                  <a:pt x="796702" y="57342"/>
                  <a:pt x="796097" y="53211"/>
                  <a:pt x="794888" y="50304"/>
                </a:cubicBezTo>
                <a:cubicBezTo>
                  <a:pt x="793679" y="47396"/>
                  <a:pt x="792125" y="45353"/>
                  <a:pt x="790225" y="44172"/>
                </a:cubicBezTo>
                <a:cubicBezTo>
                  <a:pt x="788325" y="42992"/>
                  <a:pt x="786051" y="42402"/>
                  <a:pt x="783403" y="42402"/>
                </a:cubicBezTo>
                <a:cubicBezTo>
                  <a:pt x="780754" y="42402"/>
                  <a:pt x="778466" y="42863"/>
                  <a:pt x="776537" y="43784"/>
                </a:cubicBezTo>
                <a:cubicBezTo>
                  <a:pt x="774608" y="44705"/>
                  <a:pt x="772867" y="46446"/>
                  <a:pt x="771312" y="49008"/>
                </a:cubicBezTo>
                <a:cubicBezTo>
                  <a:pt x="769758" y="51570"/>
                  <a:pt x="768607" y="55125"/>
                  <a:pt x="767858" y="59674"/>
                </a:cubicBezTo>
                <a:lnTo>
                  <a:pt x="751536" y="59674"/>
                </a:lnTo>
                <a:lnTo>
                  <a:pt x="751536" y="43956"/>
                </a:lnTo>
                <a:cubicBezTo>
                  <a:pt x="756833" y="41596"/>
                  <a:pt x="761237" y="39782"/>
                  <a:pt x="764749" y="38516"/>
                </a:cubicBezTo>
                <a:cubicBezTo>
                  <a:pt x="768261" y="37249"/>
                  <a:pt x="771730" y="36199"/>
                  <a:pt x="775155" y="35364"/>
                </a:cubicBezTo>
                <a:cubicBezTo>
                  <a:pt x="778581" y="34529"/>
                  <a:pt x="781647" y="33939"/>
                  <a:pt x="784353" y="33593"/>
                </a:cubicBezTo>
                <a:cubicBezTo>
                  <a:pt x="787058" y="33248"/>
                  <a:pt x="789764" y="33075"/>
                  <a:pt x="792470" y="33075"/>
                </a:cubicBezTo>
                <a:cubicBezTo>
                  <a:pt x="799436" y="33075"/>
                  <a:pt x="805007" y="33996"/>
                  <a:pt x="809181" y="35839"/>
                </a:cubicBezTo>
                <a:cubicBezTo>
                  <a:pt x="813355" y="37681"/>
                  <a:pt x="816478" y="40675"/>
                  <a:pt x="818550" y="44820"/>
                </a:cubicBezTo>
                <a:cubicBezTo>
                  <a:pt x="820623" y="48965"/>
                  <a:pt x="821659" y="54694"/>
                  <a:pt x="821659" y="62005"/>
                </a:cubicBezTo>
                <a:lnTo>
                  <a:pt x="821659" y="95685"/>
                </a:lnTo>
                <a:cubicBezTo>
                  <a:pt x="821659" y="99485"/>
                  <a:pt x="821746" y="102421"/>
                  <a:pt x="821918" y="104494"/>
                </a:cubicBezTo>
                <a:cubicBezTo>
                  <a:pt x="822091" y="106566"/>
                  <a:pt x="822365" y="108106"/>
                  <a:pt x="822739" y="109114"/>
                </a:cubicBezTo>
                <a:cubicBezTo>
                  <a:pt x="823113" y="110121"/>
                  <a:pt x="823588" y="110927"/>
                  <a:pt x="824164" y="111532"/>
                </a:cubicBezTo>
                <a:cubicBezTo>
                  <a:pt x="824739" y="112136"/>
                  <a:pt x="825445" y="112626"/>
                  <a:pt x="826280" y="113000"/>
                </a:cubicBezTo>
                <a:cubicBezTo>
                  <a:pt x="827114" y="113374"/>
                  <a:pt x="828683" y="113849"/>
                  <a:pt x="830986" y="114425"/>
                </a:cubicBezTo>
                <a:lnTo>
                  <a:pt x="830986" y="120124"/>
                </a:lnTo>
                <a:lnTo>
                  <a:pt x="798861" y="120124"/>
                </a:lnTo>
                <a:lnTo>
                  <a:pt x="799638" y="108811"/>
                </a:lnTo>
                <a:moveTo>
                  <a:pt x="796788" y="79363"/>
                </a:moveTo>
                <a:cubicBezTo>
                  <a:pt x="787864" y="79594"/>
                  <a:pt x="781258" y="81263"/>
                  <a:pt x="776969" y="84372"/>
                </a:cubicBezTo>
                <a:cubicBezTo>
                  <a:pt x="772680" y="87481"/>
                  <a:pt x="770535" y="92029"/>
                  <a:pt x="770535" y="98017"/>
                </a:cubicBezTo>
                <a:cubicBezTo>
                  <a:pt x="770535" y="101586"/>
                  <a:pt x="771514" y="104306"/>
                  <a:pt x="773471" y="106178"/>
                </a:cubicBezTo>
                <a:cubicBezTo>
                  <a:pt x="775429" y="108049"/>
                  <a:pt x="778135" y="108984"/>
                  <a:pt x="781589" y="108984"/>
                </a:cubicBezTo>
                <a:cubicBezTo>
                  <a:pt x="784237" y="108984"/>
                  <a:pt x="786742" y="108279"/>
                  <a:pt x="789102" y="106868"/>
                </a:cubicBezTo>
                <a:cubicBezTo>
                  <a:pt x="791463" y="105458"/>
                  <a:pt x="793334" y="103572"/>
                  <a:pt x="794716" y="101212"/>
                </a:cubicBezTo>
                <a:cubicBezTo>
                  <a:pt x="796097" y="98851"/>
                  <a:pt x="796788" y="96347"/>
                  <a:pt x="796788" y="93699"/>
                </a:cubicBezTo>
                <a:lnTo>
                  <a:pt x="796788" y="79363"/>
                </a:lnTo>
                <a:close/>
                <a:moveTo>
                  <a:pt x="901761" y="109761"/>
                </a:moveTo>
                <a:cubicBezTo>
                  <a:pt x="896694" y="114079"/>
                  <a:pt x="892089" y="117116"/>
                  <a:pt x="887943" y="118872"/>
                </a:cubicBezTo>
                <a:cubicBezTo>
                  <a:pt x="883798" y="120628"/>
                  <a:pt x="879423" y="121506"/>
                  <a:pt x="874817" y="121506"/>
                </a:cubicBezTo>
                <a:cubicBezTo>
                  <a:pt x="866239" y="121506"/>
                  <a:pt x="859834" y="119189"/>
                  <a:pt x="855602" y="114554"/>
                </a:cubicBezTo>
                <a:cubicBezTo>
                  <a:pt x="851371" y="109920"/>
                  <a:pt x="849255" y="102910"/>
                  <a:pt x="849255" y="93526"/>
                </a:cubicBezTo>
                <a:lnTo>
                  <a:pt x="849255" y="45252"/>
                </a:lnTo>
                <a:lnTo>
                  <a:pt x="838460" y="45252"/>
                </a:lnTo>
                <a:lnTo>
                  <a:pt x="838460" y="39293"/>
                </a:lnTo>
                <a:cubicBezTo>
                  <a:pt x="841972" y="38717"/>
                  <a:pt x="844563" y="37854"/>
                  <a:pt x="846232" y="36702"/>
                </a:cubicBezTo>
                <a:cubicBezTo>
                  <a:pt x="847902" y="35551"/>
                  <a:pt x="849197" y="34011"/>
                  <a:pt x="850119" y="32082"/>
                </a:cubicBezTo>
                <a:cubicBezTo>
                  <a:pt x="851040" y="30153"/>
                  <a:pt x="851774" y="27635"/>
                  <a:pt x="852321" y="24526"/>
                </a:cubicBezTo>
                <a:cubicBezTo>
                  <a:pt x="852868" y="21417"/>
                  <a:pt x="853285" y="17531"/>
                  <a:pt x="853573" y="12867"/>
                </a:cubicBezTo>
                <a:lnTo>
                  <a:pt x="874212" y="12867"/>
                </a:lnTo>
                <a:lnTo>
                  <a:pt x="874212" y="34457"/>
                </a:lnTo>
                <a:lnTo>
                  <a:pt x="898825" y="34457"/>
                </a:lnTo>
                <a:lnTo>
                  <a:pt x="898825" y="45252"/>
                </a:lnTo>
                <a:lnTo>
                  <a:pt x="874212" y="45252"/>
                </a:lnTo>
                <a:lnTo>
                  <a:pt x="874212" y="84199"/>
                </a:lnTo>
                <a:cubicBezTo>
                  <a:pt x="874212" y="90705"/>
                  <a:pt x="874515" y="95512"/>
                  <a:pt x="875119" y="98621"/>
                </a:cubicBezTo>
                <a:cubicBezTo>
                  <a:pt x="875724" y="101730"/>
                  <a:pt x="876746" y="104019"/>
                  <a:pt x="878185" y="105487"/>
                </a:cubicBezTo>
                <a:cubicBezTo>
                  <a:pt x="879624" y="106955"/>
                  <a:pt x="881409" y="107689"/>
                  <a:pt x="883539" y="107689"/>
                </a:cubicBezTo>
                <a:cubicBezTo>
                  <a:pt x="885151" y="107689"/>
                  <a:pt x="886591" y="107545"/>
                  <a:pt x="887857" y="107257"/>
                </a:cubicBezTo>
                <a:cubicBezTo>
                  <a:pt x="889124" y="106969"/>
                  <a:pt x="890462" y="106451"/>
                  <a:pt x="891873" y="105703"/>
                </a:cubicBezTo>
                <a:cubicBezTo>
                  <a:pt x="893283" y="104954"/>
                  <a:pt x="894766" y="103889"/>
                  <a:pt x="896320" y="102507"/>
                </a:cubicBezTo>
                <a:lnTo>
                  <a:pt x="901761" y="109761"/>
                </a:lnTo>
                <a:close/>
                <a:moveTo>
                  <a:pt x="939091" y="0"/>
                </a:moveTo>
                <a:lnTo>
                  <a:pt x="939091" y="21158"/>
                </a:lnTo>
                <a:lnTo>
                  <a:pt x="915429" y="21158"/>
                </a:lnTo>
                <a:lnTo>
                  <a:pt x="915429" y="0"/>
                </a:lnTo>
                <a:lnTo>
                  <a:pt x="939091" y="0"/>
                </a:lnTo>
                <a:moveTo>
                  <a:pt x="906275" y="114425"/>
                </a:moveTo>
                <a:cubicBezTo>
                  <a:pt x="909096" y="113676"/>
                  <a:pt x="911039" y="112698"/>
                  <a:pt x="912104" y="111489"/>
                </a:cubicBezTo>
                <a:cubicBezTo>
                  <a:pt x="913169" y="110280"/>
                  <a:pt x="913889" y="108639"/>
                  <a:pt x="914263" y="106566"/>
                </a:cubicBezTo>
                <a:cubicBezTo>
                  <a:pt x="914637" y="104494"/>
                  <a:pt x="914824" y="100723"/>
                  <a:pt x="914824" y="95253"/>
                </a:cubicBezTo>
                <a:lnTo>
                  <a:pt x="914824" y="55097"/>
                </a:lnTo>
                <a:cubicBezTo>
                  <a:pt x="914824" y="52276"/>
                  <a:pt x="914695" y="50001"/>
                  <a:pt x="914436" y="48274"/>
                </a:cubicBezTo>
                <a:cubicBezTo>
                  <a:pt x="914177" y="46547"/>
                  <a:pt x="913687" y="45165"/>
                  <a:pt x="912968" y="44129"/>
                </a:cubicBezTo>
                <a:cubicBezTo>
                  <a:pt x="912248" y="43093"/>
                  <a:pt x="911269" y="42301"/>
                  <a:pt x="910032" y="41754"/>
                </a:cubicBezTo>
                <a:cubicBezTo>
                  <a:pt x="908794" y="41207"/>
                  <a:pt x="907196" y="40732"/>
                  <a:pt x="905239" y="40329"/>
                </a:cubicBezTo>
                <a:lnTo>
                  <a:pt x="905239" y="34457"/>
                </a:lnTo>
                <a:lnTo>
                  <a:pt x="928987" y="33766"/>
                </a:lnTo>
                <a:lnTo>
                  <a:pt x="939782" y="33766"/>
                </a:lnTo>
                <a:lnTo>
                  <a:pt x="939782" y="95167"/>
                </a:lnTo>
                <a:cubicBezTo>
                  <a:pt x="939782" y="98391"/>
                  <a:pt x="939825" y="100881"/>
                  <a:pt x="939912" y="102637"/>
                </a:cubicBezTo>
                <a:cubicBezTo>
                  <a:pt x="939998" y="104393"/>
                  <a:pt x="940127" y="105746"/>
                  <a:pt x="940300" y="106696"/>
                </a:cubicBezTo>
                <a:cubicBezTo>
                  <a:pt x="940473" y="107646"/>
                  <a:pt x="940718" y="108495"/>
                  <a:pt x="941034" y="109243"/>
                </a:cubicBezTo>
                <a:cubicBezTo>
                  <a:pt x="941351" y="109992"/>
                  <a:pt x="941768" y="110683"/>
                  <a:pt x="942286" y="111316"/>
                </a:cubicBezTo>
                <a:cubicBezTo>
                  <a:pt x="942805" y="111949"/>
                  <a:pt x="943553" y="112525"/>
                  <a:pt x="944532" y="113043"/>
                </a:cubicBezTo>
                <a:cubicBezTo>
                  <a:pt x="945510" y="113561"/>
                  <a:pt x="946806" y="114022"/>
                  <a:pt x="948418" y="114425"/>
                </a:cubicBezTo>
                <a:lnTo>
                  <a:pt x="948418" y="120124"/>
                </a:lnTo>
                <a:lnTo>
                  <a:pt x="906275" y="120124"/>
                </a:lnTo>
                <a:lnTo>
                  <a:pt x="906275" y="114425"/>
                </a:lnTo>
                <a:close/>
                <a:moveTo>
                  <a:pt x="1004664" y="121506"/>
                </a:moveTo>
                <a:cubicBezTo>
                  <a:pt x="996201" y="121506"/>
                  <a:pt x="988903" y="120024"/>
                  <a:pt x="982772" y="117059"/>
                </a:cubicBezTo>
                <a:cubicBezTo>
                  <a:pt x="976640" y="114094"/>
                  <a:pt x="971847" y="109344"/>
                  <a:pt x="968393" y="102810"/>
                </a:cubicBezTo>
                <a:cubicBezTo>
                  <a:pt x="964939" y="96275"/>
                  <a:pt x="963212" y="87970"/>
                  <a:pt x="963212" y="77895"/>
                </a:cubicBezTo>
                <a:cubicBezTo>
                  <a:pt x="963212" y="70181"/>
                  <a:pt x="964277" y="63502"/>
                  <a:pt x="966407" y="57860"/>
                </a:cubicBezTo>
                <a:cubicBezTo>
                  <a:pt x="968537" y="52218"/>
                  <a:pt x="971502" y="47555"/>
                  <a:pt x="975302" y="43870"/>
                </a:cubicBezTo>
                <a:cubicBezTo>
                  <a:pt x="979102" y="40185"/>
                  <a:pt x="983635" y="37465"/>
                  <a:pt x="988903" y="35709"/>
                </a:cubicBezTo>
                <a:cubicBezTo>
                  <a:pt x="994171" y="33953"/>
                  <a:pt x="999885" y="33075"/>
                  <a:pt x="1006045" y="33075"/>
                </a:cubicBezTo>
                <a:cubicBezTo>
                  <a:pt x="1019978" y="33075"/>
                  <a:pt x="1030485" y="36745"/>
                  <a:pt x="1037566" y="44086"/>
                </a:cubicBezTo>
                <a:cubicBezTo>
                  <a:pt x="1044648" y="51426"/>
                  <a:pt x="1048188" y="62178"/>
                  <a:pt x="1048188" y="76341"/>
                </a:cubicBezTo>
                <a:cubicBezTo>
                  <a:pt x="1048188" y="86358"/>
                  <a:pt x="1046432" y="94749"/>
                  <a:pt x="1042920" y="101514"/>
                </a:cubicBezTo>
                <a:cubicBezTo>
                  <a:pt x="1039408" y="108279"/>
                  <a:pt x="1034400" y="113302"/>
                  <a:pt x="1027894" y="116584"/>
                </a:cubicBezTo>
                <a:cubicBezTo>
                  <a:pt x="1021388" y="119865"/>
                  <a:pt x="1013645" y="121506"/>
                  <a:pt x="1004664" y="121506"/>
                </a:cubicBezTo>
                <a:moveTo>
                  <a:pt x="989465" y="75995"/>
                </a:moveTo>
                <a:cubicBezTo>
                  <a:pt x="989465" y="88201"/>
                  <a:pt x="990832" y="97340"/>
                  <a:pt x="993567" y="103414"/>
                </a:cubicBezTo>
                <a:cubicBezTo>
                  <a:pt x="996301" y="109488"/>
                  <a:pt x="1000432" y="112525"/>
                  <a:pt x="1005959" y="112525"/>
                </a:cubicBezTo>
                <a:cubicBezTo>
                  <a:pt x="1009010" y="112525"/>
                  <a:pt x="1011558" y="111748"/>
                  <a:pt x="1013602" y="110193"/>
                </a:cubicBezTo>
                <a:cubicBezTo>
                  <a:pt x="1015646" y="108639"/>
                  <a:pt x="1017286" y="106393"/>
                  <a:pt x="1018524" y="103457"/>
                </a:cubicBezTo>
                <a:cubicBezTo>
                  <a:pt x="1019762" y="100521"/>
                  <a:pt x="1020640" y="96995"/>
                  <a:pt x="1021158" y="92878"/>
                </a:cubicBezTo>
                <a:cubicBezTo>
                  <a:pt x="1021676" y="88762"/>
                  <a:pt x="1021935" y="84142"/>
                  <a:pt x="1021935" y="79018"/>
                </a:cubicBezTo>
                <a:cubicBezTo>
                  <a:pt x="1021935" y="66640"/>
                  <a:pt x="1020568" y="57385"/>
                  <a:pt x="1017833" y="51254"/>
                </a:cubicBezTo>
                <a:cubicBezTo>
                  <a:pt x="1015099" y="45122"/>
                  <a:pt x="1011054" y="42056"/>
                  <a:pt x="1005700" y="42056"/>
                </a:cubicBezTo>
                <a:cubicBezTo>
                  <a:pt x="1001785" y="42056"/>
                  <a:pt x="998647" y="43294"/>
                  <a:pt x="996287" y="45770"/>
                </a:cubicBezTo>
                <a:cubicBezTo>
                  <a:pt x="993926" y="48246"/>
                  <a:pt x="992199" y="51959"/>
                  <a:pt x="991105" y="56910"/>
                </a:cubicBezTo>
                <a:cubicBezTo>
                  <a:pt x="990012" y="61861"/>
                  <a:pt x="989465" y="68223"/>
                  <a:pt x="989465" y="75995"/>
                </a:cubicBezTo>
                <a:close/>
                <a:moveTo>
                  <a:pt x="1157815" y="120124"/>
                </a:moveTo>
                <a:lnTo>
                  <a:pt x="1115932" y="120124"/>
                </a:lnTo>
                <a:lnTo>
                  <a:pt x="1115932" y="114425"/>
                </a:lnTo>
                <a:cubicBezTo>
                  <a:pt x="1118580" y="113791"/>
                  <a:pt x="1120422" y="112856"/>
                  <a:pt x="1121459" y="111618"/>
                </a:cubicBezTo>
                <a:cubicBezTo>
                  <a:pt x="1122495" y="110380"/>
                  <a:pt x="1123200" y="108711"/>
                  <a:pt x="1123574" y="106609"/>
                </a:cubicBezTo>
                <a:cubicBezTo>
                  <a:pt x="1123949" y="104508"/>
                  <a:pt x="1124136" y="100723"/>
                  <a:pt x="1124136" y="95253"/>
                </a:cubicBezTo>
                <a:lnTo>
                  <a:pt x="1124136" y="72196"/>
                </a:lnTo>
                <a:cubicBezTo>
                  <a:pt x="1124136" y="68108"/>
                  <a:pt x="1124049" y="64754"/>
                  <a:pt x="1123877" y="62135"/>
                </a:cubicBezTo>
                <a:cubicBezTo>
                  <a:pt x="1123704" y="59515"/>
                  <a:pt x="1123430" y="57371"/>
                  <a:pt x="1123056" y="55701"/>
                </a:cubicBezTo>
                <a:cubicBezTo>
                  <a:pt x="1122682" y="54032"/>
                  <a:pt x="1122164" y="52635"/>
                  <a:pt x="1121502" y="51513"/>
                </a:cubicBezTo>
                <a:cubicBezTo>
                  <a:pt x="1120840" y="50390"/>
                  <a:pt x="1120106" y="49469"/>
                  <a:pt x="1119300" y="48749"/>
                </a:cubicBezTo>
                <a:cubicBezTo>
                  <a:pt x="1118494" y="48030"/>
                  <a:pt x="1117572" y="47497"/>
                  <a:pt x="1116536" y="47152"/>
                </a:cubicBezTo>
                <a:cubicBezTo>
                  <a:pt x="1115500" y="46806"/>
                  <a:pt x="1114176" y="46633"/>
                  <a:pt x="1112564" y="46633"/>
                </a:cubicBezTo>
                <a:cubicBezTo>
                  <a:pt x="1110376" y="46633"/>
                  <a:pt x="1108102" y="47310"/>
                  <a:pt x="1105741" y="48663"/>
                </a:cubicBezTo>
                <a:cubicBezTo>
                  <a:pt x="1103381" y="50016"/>
                  <a:pt x="1101395" y="51887"/>
                  <a:pt x="1099783" y="54276"/>
                </a:cubicBezTo>
                <a:cubicBezTo>
                  <a:pt x="1098171" y="56665"/>
                  <a:pt x="1097365" y="59213"/>
                  <a:pt x="1097365" y="61919"/>
                </a:cubicBezTo>
                <a:lnTo>
                  <a:pt x="1097365" y="95167"/>
                </a:lnTo>
                <a:cubicBezTo>
                  <a:pt x="1097365" y="100636"/>
                  <a:pt x="1097537" y="104436"/>
                  <a:pt x="1097883" y="106566"/>
                </a:cubicBezTo>
                <a:cubicBezTo>
                  <a:pt x="1098228" y="108696"/>
                  <a:pt x="1098933" y="110380"/>
                  <a:pt x="1099999" y="111618"/>
                </a:cubicBezTo>
                <a:cubicBezTo>
                  <a:pt x="1101064" y="112856"/>
                  <a:pt x="1102949" y="113791"/>
                  <a:pt x="1105655" y="114425"/>
                </a:cubicBezTo>
                <a:lnTo>
                  <a:pt x="1105655" y="120124"/>
                </a:lnTo>
                <a:lnTo>
                  <a:pt x="1063944" y="120124"/>
                </a:lnTo>
                <a:lnTo>
                  <a:pt x="1063944" y="114425"/>
                </a:lnTo>
                <a:cubicBezTo>
                  <a:pt x="1066707" y="113676"/>
                  <a:pt x="1068622" y="112698"/>
                  <a:pt x="1069687" y="111489"/>
                </a:cubicBezTo>
                <a:cubicBezTo>
                  <a:pt x="1070752" y="110280"/>
                  <a:pt x="1071471" y="108639"/>
                  <a:pt x="1071846" y="106566"/>
                </a:cubicBezTo>
                <a:cubicBezTo>
                  <a:pt x="1072220" y="104494"/>
                  <a:pt x="1072407" y="100723"/>
                  <a:pt x="1072407" y="95253"/>
                </a:cubicBezTo>
                <a:lnTo>
                  <a:pt x="1072407" y="59760"/>
                </a:lnTo>
                <a:cubicBezTo>
                  <a:pt x="1072407" y="55500"/>
                  <a:pt x="1072335" y="52348"/>
                  <a:pt x="1072191" y="50304"/>
                </a:cubicBezTo>
                <a:cubicBezTo>
                  <a:pt x="1072047" y="48260"/>
                  <a:pt x="1071702" y="46619"/>
                  <a:pt x="1071155" y="45381"/>
                </a:cubicBezTo>
                <a:cubicBezTo>
                  <a:pt x="1070608" y="44143"/>
                  <a:pt x="1069773" y="43136"/>
                  <a:pt x="1068650" y="42359"/>
                </a:cubicBezTo>
                <a:cubicBezTo>
                  <a:pt x="1067528" y="41582"/>
                  <a:pt x="1065585" y="40905"/>
                  <a:pt x="1062821" y="40329"/>
                </a:cubicBezTo>
                <a:lnTo>
                  <a:pt x="1062821" y="34457"/>
                </a:lnTo>
                <a:lnTo>
                  <a:pt x="1086483" y="33766"/>
                </a:lnTo>
                <a:lnTo>
                  <a:pt x="1097365" y="33766"/>
                </a:lnTo>
                <a:lnTo>
                  <a:pt x="1096069" y="46202"/>
                </a:lnTo>
                <a:lnTo>
                  <a:pt x="1097106" y="46461"/>
                </a:lnTo>
                <a:cubicBezTo>
                  <a:pt x="1100675" y="43294"/>
                  <a:pt x="1103813" y="40804"/>
                  <a:pt x="1106519" y="38991"/>
                </a:cubicBezTo>
                <a:cubicBezTo>
                  <a:pt x="1109224" y="37177"/>
                  <a:pt x="1112060" y="35738"/>
                  <a:pt x="1115025" y="34673"/>
                </a:cubicBezTo>
                <a:cubicBezTo>
                  <a:pt x="1117990" y="33608"/>
                  <a:pt x="1121113" y="33075"/>
                  <a:pt x="1124395" y="33075"/>
                </a:cubicBezTo>
                <a:cubicBezTo>
                  <a:pt x="1129116" y="33075"/>
                  <a:pt x="1133031" y="33752"/>
                  <a:pt x="1136139" y="35105"/>
                </a:cubicBezTo>
                <a:cubicBezTo>
                  <a:pt x="1139248" y="36458"/>
                  <a:pt x="1141767" y="38429"/>
                  <a:pt x="1143696" y="41020"/>
                </a:cubicBezTo>
                <a:cubicBezTo>
                  <a:pt x="1145624" y="43611"/>
                  <a:pt x="1147006" y="46777"/>
                  <a:pt x="1147841" y="50520"/>
                </a:cubicBezTo>
                <a:cubicBezTo>
                  <a:pt x="1148676" y="54262"/>
                  <a:pt x="1149093" y="58609"/>
                  <a:pt x="1149093" y="63560"/>
                </a:cubicBezTo>
                <a:lnTo>
                  <a:pt x="1149093" y="95167"/>
                </a:lnTo>
                <a:cubicBezTo>
                  <a:pt x="1149093" y="97700"/>
                  <a:pt x="1149136" y="100075"/>
                  <a:pt x="1149223" y="102291"/>
                </a:cubicBezTo>
                <a:cubicBezTo>
                  <a:pt x="1149309" y="104508"/>
                  <a:pt x="1149525" y="106278"/>
                  <a:pt x="1149870" y="107602"/>
                </a:cubicBezTo>
                <a:cubicBezTo>
                  <a:pt x="1150216" y="108927"/>
                  <a:pt x="1150691" y="110006"/>
                  <a:pt x="1151295" y="110841"/>
                </a:cubicBezTo>
                <a:cubicBezTo>
                  <a:pt x="1151900" y="111676"/>
                  <a:pt x="1152749" y="112381"/>
                  <a:pt x="1153843" y="112957"/>
                </a:cubicBezTo>
                <a:cubicBezTo>
                  <a:pt x="1154937" y="113532"/>
                  <a:pt x="1156261" y="114022"/>
                  <a:pt x="1157815" y="114425"/>
                </a:cubicBezTo>
                <a:lnTo>
                  <a:pt x="1157815" y="120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A832C-E26A-46F3-913B-B12CD71C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930" y="2509344"/>
            <a:ext cx="2325143" cy="268830"/>
          </a:xfrm>
          <a:custGeom xmlns:a="http://schemas.openxmlformats.org/drawingml/2006/main">
            <a:pathLst>
              <a:path w="2325143" h="268830" fill="none">
                <a:moveTo>
                  <a:pt x="0" y="268830"/>
                </a:moveTo>
                <a:lnTo>
                  <a:pt x="2325143" y="268830"/>
                </a:lnTo>
                <a:lnTo>
                  <a:pt x="2325143" y="0"/>
                </a:lnTo>
                <a:lnTo>
                  <a:pt x="0" y="0"/>
                </a:lnTo>
                <a:lnTo>
                  <a:pt x="0" y="2688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05" name="Text PromptTemplateFilling">
            <a:extLst xmlns:a="http://schemas.openxmlformats.org/drawingml/2006/main">
              <a:ext uri="{FF2B5EF4-FFF2-40B4-BE49-F238E27FC236}">
                <a16:creationId xmlns:a16="http://schemas.microsoft.com/office/drawing/2014/main" id="{8531A0F4-0B38-4492-80EE-D9EA5BBE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007" y="2587106"/>
            <a:ext cx="1976829" cy="162354"/>
          </a:xfrm>
          <a:custGeom xmlns:a="http://schemas.openxmlformats.org/drawingml/2006/main">
            <a:pathLst>
              <a:path w="1976829" h="162354">
                <a:moveTo>
                  <a:pt x="36011" y="102076"/>
                </a:moveTo>
                <a:cubicBezTo>
                  <a:pt x="36011" y="105875"/>
                  <a:pt x="36155" y="108567"/>
                  <a:pt x="36443" y="110150"/>
                </a:cubicBezTo>
                <a:cubicBezTo>
                  <a:pt x="36731" y="111733"/>
                  <a:pt x="37206" y="113000"/>
                  <a:pt x="37868" y="113950"/>
                </a:cubicBezTo>
                <a:cubicBezTo>
                  <a:pt x="38530" y="114900"/>
                  <a:pt x="39480" y="115691"/>
                  <a:pt x="40718" y="116325"/>
                </a:cubicBezTo>
                <a:cubicBezTo>
                  <a:pt x="41956" y="116958"/>
                  <a:pt x="43870" y="117505"/>
                  <a:pt x="46461" y="117965"/>
                </a:cubicBezTo>
                <a:lnTo>
                  <a:pt x="46461" y="123665"/>
                </a:ln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71"/>
                  <a:pt x="5052" y="116109"/>
                </a:cubicBezTo>
                <a:cubicBezTo>
                  <a:pt x="6290" y="115447"/>
                  <a:pt x="7211" y="114526"/>
                  <a:pt x="7815" y="113345"/>
                </a:cubicBezTo>
                <a:cubicBezTo>
                  <a:pt x="8420" y="112165"/>
                  <a:pt x="8809" y="110668"/>
                  <a:pt x="8981" y="108855"/>
                </a:cubicBezTo>
                <a:cubicBezTo>
                  <a:pt x="9154" y="107041"/>
                  <a:pt x="9240" y="104753"/>
                  <a:pt x="9240" y="101989"/>
                </a:cubicBezTo>
                <a:lnTo>
                  <a:pt x="9240" y="27548"/>
                </a:lnTo>
                <a:cubicBezTo>
                  <a:pt x="9240" y="24842"/>
                  <a:pt x="9168" y="22568"/>
                  <a:pt x="9024" y="20726"/>
                </a:cubicBezTo>
                <a:cubicBezTo>
                  <a:pt x="8881" y="18884"/>
                  <a:pt x="8506" y="17387"/>
                  <a:pt x="7902" y="16235"/>
                </a:cubicBezTo>
                <a:cubicBezTo>
                  <a:pt x="7297" y="15084"/>
                  <a:pt x="6376" y="14148"/>
                  <a:pt x="5138" y="13429"/>
                </a:cubicBezTo>
                <a:cubicBezTo>
                  <a:pt x="3901" y="12709"/>
                  <a:pt x="2188" y="12061"/>
                  <a:pt x="0" y="11486"/>
                </a:cubicBezTo>
                <a:lnTo>
                  <a:pt x="0" y="5786"/>
                </a:lnTo>
                <a:lnTo>
                  <a:pt x="50174" y="5786"/>
                </a:lnTo>
                <a:cubicBezTo>
                  <a:pt x="64740" y="5786"/>
                  <a:pt x="75650" y="8391"/>
                  <a:pt x="82904" y="13601"/>
                </a:cubicBezTo>
                <a:cubicBezTo>
                  <a:pt x="90158" y="18812"/>
                  <a:pt x="93785" y="26829"/>
                  <a:pt x="93785" y="37652"/>
                </a:cubicBezTo>
                <a:cubicBezTo>
                  <a:pt x="93785" y="45309"/>
                  <a:pt x="92087" y="51959"/>
                  <a:pt x="88690" y="57601"/>
                </a:cubicBezTo>
                <a:cubicBezTo>
                  <a:pt x="85293" y="63243"/>
                  <a:pt x="80371" y="67518"/>
                  <a:pt x="73923" y="70425"/>
                </a:cubicBezTo>
                <a:cubicBezTo>
                  <a:pt x="67475" y="73333"/>
                  <a:pt x="59415" y="74786"/>
                  <a:pt x="49742" y="74786"/>
                </a:cubicBezTo>
                <a:cubicBezTo>
                  <a:pt x="44158" y="74786"/>
                  <a:pt x="39581" y="74671"/>
                  <a:pt x="36011" y="74441"/>
                </a:cubicBezTo>
                <a:lnTo>
                  <a:pt x="36011" y="102076"/>
                </a:lnTo>
                <a:moveTo>
                  <a:pt x="36011" y="64682"/>
                </a:moveTo>
                <a:lnTo>
                  <a:pt x="43438" y="64682"/>
                </a:lnTo>
                <a:cubicBezTo>
                  <a:pt x="49195" y="64682"/>
                  <a:pt x="53772" y="63862"/>
                  <a:pt x="57169" y="62221"/>
                </a:cubicBezTo>
                <a:cubicBezTo>
                  <a:pt x="60566" y="60580"/>
                  <a:pt x="63085" y="57975"/>
                  <a:pt x="64726" y="54406"/>
                </a:cubicBezTo>
                <a:cubicBezTo>
                  <a:pt x="66366" y="50836"/>
                  <a:pt x="67187" y="46029"/>
                  <a:pt x="67187" y="39984"/>
                </a:cubicBezTo>
                <a:cubicBezTo>
                  <a:pt x="67187" y="33996"/>
                  <a:pt x="66366" y="29232"/>
                  <a:pt x="64726" y="25692"/>
                </a:cubicBezTo>
                <a:cubicBezTo>
                  <a:pt x="63085" y="22151"/>
                  <a:pt x="60681" y="19632"/>
                  <a:pt x="57515" y="18135"/>
                </a:cubicBezTo>
                <a:cubicBezTo>
                  <a:pt x="54348" y="16638"/>
                  <a:pt x="50289" y="15890"/>
                  <a:pt x="45338" y="15890"/>
                </a:cubicBezTo>
                <a:cubicBezTo>
                  <a:pt x="41308" y="15890"/>
                  <a:pt x="38199" y="15948"/>
                  <a:pt x="36011" y="16063"/>
                </a:cubicBezTo>
                <a:lnTo>
                  <a:pt x="36011" y="64682"/>
                </a:lnTo>
                <a:close/>
                <a:moveTo>
                  <a:pt x="139941" y="50347"/>
                </a:moveTo>
                <a:lnTo>
                  <a:pt x="141064" y="50606"/>
                </a:lnTo>
                <a:cubicBezTo>
                  <a:pt x="145267" y="45655"/>
                  <a:pt x="149585" y="42085"/>
                  <a:pt x="154018" y="39898"/>
                </a:cubicBezTo>
                <a:cubicBezTo>
                  <a:pt x="158451" y="37710"/>
                  <a:pt x="163258" y="36616"/>
                  <a:pt x="168440" y="36616"/>
                </a:cubicBezTo>
                <a:cubicBezTo>
                  <a:pt x="171952" y="36616"/>
                  <a:pt x="175636" y="36990"/>
                  <a:pt x="179493" y="37739"/>
                </a:cubicBezTo>
                <a:lnTo>
                  <a:pt x="179493" y="61573"/>
                </a:lnTo>
                <a:lnTo>
                  <a:pt x="163863" y="61573"/>
                </a:lnTo>
                <a:cubicBezTo>
                  <a:pt x="162884" y="58234"/>
                  <a:pt x="161603" y="55672"/>
                  <a:pt x="160020" y="53888"/>
                </a:cubicBezTo>
                <a:cubicBezTo>
                  <a:pt x="158436" y="52103"/>
                  <a:pt x="156321" y="51210"/>
                  <a:pt x="153672" y="51210"/>
                </a:cubicBezTo>
                <a:cubicBezTo>
                  <a:pt x="152406" y="51210"/>
                  <a:pt x="151010" y="51599"/>
                  <a:pt x="149484" y="52376"/>
                </a:cubicBezTo>
                <a:cubicBezTo>
                  <a:pt x="147958" y="53154"/>
                  <a:pt x="146548" y="54247"/>
                  <a:pt x="145252" y="55658"/>
                </a:cubicBezTo>
                <a:cubicBezTo>
                  <a:pt x="143957" y="57068"/>
                  <a:pt x="143036" y="58508"/>
                  <a:pt x="142489" y="59976"/>
                </a:cubicBezTo>
                <a:cubicBezTo>
                  <a:pt x="141942" y="61444"/>
                  <a:pt x="141582" y="62926"/>
                  <a:pt x="141409" y="64423"/>
                </a:cubicBezTo>
                <a:cubicBezTo>
                  <a:pt x="141237" y="65920"/>
                  <a:pt x="141150" y="68165"/>
                  <a:pt x="141150" y="71159"/>
                </a:cubicBezTo>
                <a:lnTo>
                  <a:pt x="141150" y="98708"/>
                </a:lnTo>
                <a:cubicBezTo>
                  <a:pt x="141150" y="104177"/>
                  <a:pt x="141352" y="108005"/>
                  <a:pt x="141755" y="110193"/>
                </a:cubicBezTo>
                <a:cubicBezTo>
                  <a:pt x="142158" y="112381"/>
                  <a:pt x="142964" y="114094"/>
                  <a:pt x="144173" y="115332"/>
                </a:cubicBezTo>
                <a:cubicBezTo>
                  <a:pt x="145382" y="116569"/>
                  <a:pt x="147426" y="117447"/>
                  <a:pt x="150304" y="117965"/>
                </a:cubicBezTo>
                <a:lnTo>
                  <a:pt x="150304" y="123665"/>
                </a:lnTo>
                <a:lnTo>
                  <a:pt x="107730" y="123665"/>
                </a:lnTo>
                <a:lnTo>
                  <a:pt x="107730" y="117965"/>
                </a:lnTo>
                <a:cubicBezTo>
                  <a:pt x="110493" y="117217"/>
                  <a:pt x="112407" y="116238"/>
                  <a:pt x="113473" y="115029"/>
                </a:cubicBezTo>
                <a:cubicBezTo>
                  <a:pt x="114538" y="113820"/>
                  <a:pt x="115257" y="112179"/>
                  <a:pt x="115631" y="110107"/>
                </a:cubicBezTo>
                <a:cubicBezTo>
                  <a:pt x="116006" y="108034"/>
                  <a:pt x="116193" y="104263"/>
                  <a:pt x="116193" y="98794"/>
                </a:cubicBezTo>
                <a:lnTo>
                  <a:pt x="116193" y="63301"/>
                </a:lnTo>
                <a:cubicBezTo>
                  <a:pt x="116193" y="59040"/>
                  <a:pt x="116121" y="55888"/>
                  <a:pt x="115977" y="53844"/>
                </a:cubicBezTo>
                <a:cubicBezTo>
                  <a:pt x="115833" y="51801"/>
                  <a:pt x="115488" y="50160"/>
                  <a:pt x="114941" y="48922"/>
                </a:cubicBezTo>
                <a:cubicBezTo>
                  <a:pt x="114394" y="47684"/>
                  <a:pt x="113559" y="46677"/>
                  <a:pt x="112436" y="45899"/>
                </a:cubicBezTo>
                <a:cubicBezTo>
                  <a:pt x="111314" y="45122"/>
                  <a:pt x="109371" y="44446"/>
                  <a:pt x="106607" y="43870"/>
                </a:cubicBezTo>
                <a:lnTo>
                  <a:pt x="106607" y="37998"/>
                </a:lnTo>
                <a:lnTo>
                  <a:pt x="130269" y="37307"/>
                </a:lnTo>
                <a:lnTo>
                  <a:pt x="141150" y="37307"/>
                </a:lnTo>
                <a:lnTo>
                  <a:pt x="139941" y="50347"/>
                </a:lnTo>
                <a:close/>
                <a:moveTo>
                  <a:pt x="231854" y="125047"/>
                </a:moveTo>
                <a:cubicBezTo>
                  <a:pt x="223391" y="125047"/>
                  <a:pt x="216093" y="123564"/>
                  <a:pt x="209962" y="120599"/>
                </a:cubicBezTo>
                <a:cubicBezTo>
                  <a:pt x="203830" y="117634"/>
                  <a:pt x="199038" y="112885"/>
                  <a:pt x="195583" y="106350"/>
                </a:cubicBezTo>
                <a:cubicBezTo>
                  <a:pt x="192129" y="99816"/>
                  <a:pt x="190402" y="91511"/>
                  <a:pt x="190402" y="81436"/>
                </a:cubicBezTo>
                <a:cubicBezTo>
                  <a:pt x="190402" y="73721"/>
                  <a:pt x="191467" y="67043"/>
                  <a:pt x="193597" y="61401"/>
                </a:cubicBezTo>
                <a:cubicBezTo>
                  <a:pt x="195727" y="55759"/>
                  <a:pt x="198692" y="51095"/>
                  <a:pt x="202492" y="47411"/>
                </a:cubicBezTo>
                <a:cubicBezTo>
                  <a:pt x="206292" y="43726"/>
                  <a:pt x="210826" y="41006"/>
                  <a:pt x="216093" y="39250"/>
                </a:cubicBezTo>
                <a:cubicBezTo>
                  <a:pt x="221361" y="37494"/>
                  <a:pt x="227075" y="36616"/>
                  <a:pt x="233235" y="36616"/>
                </a:cubicBezTo>
                <a:cubicBezTo>
                  <a:pt x="247168" y="36616"/>
                  <a:pt x="257675" y="40286"/>
                  <a:pt x="264756" y="47627"/>
                </a:cubicBezTo>
                <a:cubicBezTo>
                  <a:pt x="271838" y="54967"/>
                  <a:pt x="275378" y="65719"/>
                  <a:pt x="275378" y="79881"/>
                </a:cubicBezTo>
                <a:cubicBezTo>
                  <a:pt x="275378" y="89899"/>
                  <a:pt x="273622" y="98290"/>
                  <a:pt x="270110" y="105055"/>
                </a:cubicBezTo>
                <a:cubicBezTo>
                  <a:pt x="266599" y="111820"/>
                  <a:pt x="261590" y="116843"/>
                  <a:pt x="255084" y="120124"/>
                </a:cubicBezTo>
                <a:cubicBezTo>
                  <a:pt x="248578" y="123406"/>
                  <a:pt x="240835" y="125047"/>
                  <a:pt x="231854" y="125047"/>
                </a:cubicBezTo>
                <a:moveTo>
                  <a:pt x="216655" y="79536"/>
                </a:moveTo>
                <a:cubicBezTo>
                  <a:pt x="216655" y="91741"/>
                  <a:pt x="218022" y="100881"/>
                  <a:pt x="220757" y="106955"/>
                </a:cubicBezTo>
                <a:cubicBezTo>
                  <a:pt x="223491" y="113029"/>
                  <a:pt x="227622" y="116066"/>
                  <a:pt x="233149" y="116066"/>
                </a:cubicBezTo>
                <a:cubicBezTo>
                  <a:pt x="236200" y="116066"/>
                  <a:pt x="238748" y="115288"/>
                  <a:pt x="240792" y="113734"/>
                </a:cubicBezTo>
                <a:cubicBezTo>
                  <a:pt x="242836" y="112179"/>
                  <a:pt x="244476" y="109934"/>
                  <a:pt x="245714" y="106998"/>
                </a:cubicBezTo>
                <a:cubicBezTo>
                  <a:pt x="246952" y="104062"/>
                  <a:pt x="247830" y="100535"/>
                  <a:pt x="248348" y="96419"/>
                </a:cubicBezTo>
                <a:cubicBezTo>
                  <a:pt x="248866" y="92303"/>
                  <a:pt x="249125" y="87682"/>
                  <a:pt x="249125" y="82559"/>
                </a:cubicBezTo>
                <a:cubicBezTo>
                  <a:pt x="249125" y="70181"/>
                  <a:pt x="247758" y="60926"/>
                  <a:pt x="245023" y="54794"/>
                </a:cubicBezTo>
                <a:cubicBezTo>
                  <a:pt x="242289" y="48663"/>
                  <a:pt x="238244" y="45597"/>
                  <a:pt x="232890" y="45597"/>
                </a:cubicBezTo>
                <a:cubicBezTo>
                  <a:pt x="228975" y="45597"/>
                  <a:pt x="225837" y="46835"/>
                  <a:pt x="223477" y="49311"/>
                </a:cubicBezTo>
                <a:cubicBezTo>
                  <a:pt x="221117" y="51786"/>
                  <a:pt x="219389" y="55500"/>
                  <a:pt x="218296" y="60451"/>
                </a:cubicBezTo>
                <a:cubicBezTo>
                  <a:pt x="217202" y="65402"/>
                  <a:pt x="216655" y="71764"/>
                  <a:pt x="216655" y="79536"/>
                </a:cubicBezTo>
                <a:close/>
                <a:moveTo>
                  <a:pt x="323260" y="49742"/>
                </a:moveTo>
                <a:lnTo>
                  <a:pt x="324296" y="50001"/>
                </a:lnTo>
                <a:cubicBezTo>
                  <a:pt x="329535" y="45108"/>
                  <a:pt x="334256" y="41653"/>
                  <a:pt x="338459" y="39638"/>
                </a:cubicBezTo>
                <a:cubicBezTo>
                  <a:pt x="342662" y="37623"/>
                  <a:pt x="346951" y="36616"/>
                  <a:pt x="351326" y="36616"/>
                </a:cubicBezTo>
                <a:cubicBezTo>
                  <a:pt x="355587" y="36616"/>
                  <a:pt x="359127" y="37163"/>
                  <a:pt x="361948" y="38257"/>
                </a:cubicBezTo>
                <a:cubicBezTo>
                  <a:pt x="364769" y="39351"/>
                  <a:pt x="367159" y="40948"/>
                  <a:pt x="369116" y="43050"/>
                </a:cubicBezTo>
                <a:cubicBezTo>
                  <a:pt x="371074" y="45151"/>
                  <a:pt x="372657" y="47900"/>
                  <a:pt x="373866" y="51297"/>
                </a:cubicBezTo>
                <a:cubicBezTo>
                  <a:pt x="379681" y="45885"/>
                  <a:pt x="384733" y="42085"/>
                  <a:pt x="389022" y="39898"/>
                </a:cubicBezTo>
                <a:cubicBezTo>
                  <a:pt x="393311" y="37710"/>
                  <a:pt x="397787" y="36616"/>
                  <a:pt x="402450" y="36616"/>
                </a:cubicBezTo>
                <a:cubicBezTo>
                  <a:pt x="407056" y="36616"/>
                  <a:pt x="410870" y="37220"/>
                  <a:pt x="413893" y="38429"/>
                </a:cubicBezTo>
                <a:cubicBezTo>
                  <a:pt x="416915" y="39638"/>
                  <a:pt x="419406" y="41510"/>
                  <a:pt x="421363" y="44043"/>
                </a:cubicBezTo>
                <a:cubicBezTo>
                  <a:pt x="423320" y="46576"/>
                  <a:pt x="424745" y="49742"/>
                  <a:pt x="425638" y="53542"/>
                </a:cubicBezTo>
                <a:cubicBezTo>
                  <a:pt x="426530" y="57342"/>
                  <a:pt x="426976" y="61890"/>
                  <a:pt x="426976" y="67187"/>
                </a:cubicBezTo>
                <a:lnTo>
                  <a:pt x="426976" y="98708"/>
                </a:lnTo>
                <a:cubicBezTo>
                  <a:pt x="426976" y="101241"/>
                  <a:pt x="427019" y="103616"/>
                  <a:pt x="427106" y="105832"/>
                </a:cubicBezTo>
                <a:cubicBezTo>
                  <a:pt x="427192" y="108049"/>
                  <a:pt x="427408" y="109819"/>
                  <a:pt x="427753" y="111143"/>
                </a:cubicBezTo>
                <a:cubicBezTo>
                  <a:pt x="428099" y="112467"/>
                  <a:pt x="428574" y="113547"/>
                  <a:pt x="429178" y="114382"/>
                </a:cubicBezTo>
                <a:cubicBezTo>
                  <a:pt x="429783" y="115216"/>
                  <a:pt x="430632" y="115922"/>
                  <a:pt x="431726" y="116497"/>
                </a:cubicBezTo>
                <a:cubicBezTo>
                  <a:pt x="432820" y="117073"/>
                  <a:pt x="434144" y="117562"/>
                  <a:pt x="435698" y="117965"/>
                </a:cubicBezTo>
                <a:lnTo>
                  <a:pt x="435698" y="123665"/>
                </a:lnTo>
                <a:lnTo>
                  <a:pt x="394074" y="123665"/>
                </a:lnTo>
                <a:lnTo>
                  <a:pt x="394074" y="117965"/>
                </a:lnTo>
                <a:cubicBezTo>
                  <a:pt x="396664" y="117332"/>
                  <a:pt x="398449" y="116411"/>
                  <a:pt x="399428" y="115202"/>
                </a:cubicBezTo>
                <a:cubicBezTo>
                  <a:pt x="400407" y="113993"/>
                  <a:pt x="401083" y="112323"/>
                  <a:pt x="401457" y="110193"/>
                </a:cubicBezTo>
                <a:cubicBezTo>
                  <a:pt x="401832" y="108063"/>
                  <a:pt x="402019" y="104263"/>
                  <a:pt x="402019" y="98794"/>
                </a:cubicBezTo>
                <a:lnTo>
                  <a:pt x="402019" y="75650"/>
                </a:lnTo>
                <a:cubicBezTo>
                  <a:pt x="402019" y="70468"/>
                  <a:pt x="401846" y="66251"/>
                  <a:pt x="401501" y="62998"/>
                </a:cubicBezTo>
                <a:cubicBezTo>
                  <a:pt x="401155" y="59746"/>
                  <a:pt x="400493" y="57198"/>
                  <a:pt x="399514" y="55356"/>
                </a:cubicBezTo>
                <a:cubicBezTo>
                  <a:pt x="398536" y="53513"/>
                  <a:pt x="397370" y="52189"/>
                  <a:pt x="396017" y="51383"/>
                </a:cubicBezTo>
                <a:cubicBezTo>
                  <a:pt x="394664" y="50577"/>
                  <a:pt x="392894" y="50174"/>
                  <a:pt x="390706" y="50174"/>
                </a:cubicBezTo>
                <a:cubicBezTo>
                  <a:pt x="389209" y="50174"/>
                  <a:pt x="387827" y="50404"/>
                  <a:pt x="386561" y="50865"/>
                </a:cubicBezTo>
                <a:cubicBezTo>
                  <a:pt x="385294" y="51326"/>
                  <a:pt x="384013" y="52031"/>
                  <a:pt x="382718" y="52981"/>
                </a:cubicBezTo>
                <a:cubicBezTo>
                  <a:pt x="381422" y="53931"/>
                  <a:pt x="380314" y="54895"/>
                  <a:pt x="379393" y="55874"/>
                </a:cubicBezTo>
                <a:cubicBezTo>
                  <a:pt x="378472" y="56853"/>
                  <a:pt x="377738" y="57946"/>
                  <a:pt x="377191" y="59155"/>
                </a:cubicBezTo>
                <a:cubicBezTo>
                  <a:pt x="376644" y="60364"/>
                  <a:pt x="376270" y="61717"/>
                  <a:pt x="376068" y="63214"/>
                </a:cubicBezTo>
                <a:cubicBezTo>
                  <a:pt x="375867" y="64711"/>
                  <a:pt x="375766" y="67158"/>
                  <a:pt x="375766" y="70555"/>
                </a:cubicBezTo>
                <a:lnTo>
                  <a:pt x="375766" y="98708"/>
                </a:lnTo>
                <a:cubicBezTo>
                  <a:pt x="375766" y="102622"/>
                  <a:pt x="375838" y="105616"/>
                  <a:pt x="375982" y="107689"/>
                </a:cubicBezTo>
                <a:cubicBezTo>
                  <a:pt x="376126" y="109761"/>
                  <a:pt x="376428" y="111431"/>
                  <a:pt x="376888" y="112698"/>
                </a:cubicBezTo>
                <a:cubicBezTo>
                  <a:pt x="377349" y="113964"/>
                  <a:pt x="378083" y="115015"/>
                  <a:pt x="379091" y="115850"/>
                </a:cubicBezTo>
                <a:cubicBezTo>
                  <a:pt x="380098" y="116684"/>
                  <a:pt x="381667" y="117390"/>
                  <a:pt x="383797" y="117965"/>
                </a:cubicBezTo>
                <a:lnTo>
                  <a:pt x="383797" y="123665"/>
                </a:lnTo>
                <a:lnTo>
                  <a:pt x="342691" y="123665"/>
                </a:lnTo>
                <a:lnTo>
                  <a:pt x="342691" y="117965"/>
                </a:lnTo>
                <a:cubicBezTo>
                  <a:pt x="345339" y="117332"/>
                  <a:pt x="347167" y="116411"/>
                  <a:pt x="348174" y="115202"/>
                </a:cubicBezTo>
                <a:cubicBezTo>
                  <a:pt x="349182" y="113993"/>
                  <a:pt x="349858" y="112338"/>
                  <a:pt x="350204" y="110236"/>
                </a:cubicBezTo>
                <a:cubicBezTo>
                  <a:pt x="350549" y="108135"/>
                  <a:pt x="350722" y="104321"/>
                  <a:pt x="350722" y="98794"/>
                </a:cubicBezTo>
                <a:lnTo>
                  <a:pt x="350722" y="75650"/>
                </a:lnTo>
                <a:cubicBezTo>
                  <a:pt x="350722" y="71850"/>
                  <a:pt x="350650" y="68640"/>
                  <a:pt x="350506" y="66021"/>
                </a:cubicBezTo>
                <a:cubicBezTo>
                  <a:pt x="350362" y="63401"/>
                  <a:pt x="350117" y="61286"/>
                  <a:pt x="349772" y="59674"/>
                </a:cubicBezTo>
                <a:cubicBezTo>
                  <a:pt x="349426" y="58062"/>
                  <a:pt x="348952" y="56651"/>
                  <a:pt x="348347" y="55442"/>
                </a:cubicBezTo>
                <a:cubicBezTo>
                  <a:pt x="347743" y="54233"/>
                  <a:pt x="347052" y="53254"/>
                  <a:pt x="346274" y="52506"/>
                </a:cubicBezTo>
                <a:cubicBezTo>
                  <a:pt x="345497" y="51757"/>
                  <a:pt x="344576" y="51182"/>
                  <a:pt x="343511" y="50779"/>
                </a:cubicBezTo>
                <a:cubicBezTo>
                  <a:pt x="342446" y="50376"/>
                  <a:pt x="341107" y="50174"/>
                  <a:pt x="339495" y="50174"/>
                </a:cubicBezTo>
                <a:cubicBezTo>
                  <a:pt x="337365" y="50174"/>
                  <a:pt x="335134" y="50836"/>
                  <a:pt x="332803" y="52160"/>
                </a:cubicBezTo>
                <a:cubicBezTo>
                  <a:pt x="330471" y="53485"/>
                  <a:pt x="328513" y="55327"/>
                  <a:pt x="326930" y="57687"/>
                </a:cubicBezTo>
                <a:cubicBezTo>
                  <a:pt x="325347" y="60048"/>
                  <a:pt x="324555" y="62581"/>
                  <a:pt x="324555" y="65287"/>
                </a:cubicBezTo>
                <a:lnTo>
                  <a:pt x="324555" y="98708"/>
                </a:lnTo>
                <a:cubicBezTo>
                  <a:pt x="324555" y="104119"/>
                  <a:pt x="324714" y="107905"/>
                  <a:pt x="325030" y="110064"/>
                </a:cubicBezTo>
                <a:cubicBezTo>
                  <a:pt x="325347" y="112223"/>
                  <a:pt x="326023" y="113921"/>
                  <a:pt x="327060" y="115159"/>
                </a:cubicBezTo>
                <a:cubicBezTo>
                  <a:pt x="328096" y="116397"/>
                  <a:pt x="329910" y="117332"/>
                  <a:pt x="332500" y="117965"/>
                </a:cubicBezTo>
                <a:lnTo>
                  <a:pt x="332500" y="123665"/>
                </a:lnTo>
                <a:lnTo>
                  <a:pt x="291135" y="123665"/>
                </a:lnTo>
                <a:lnTo>
                  <a:pt x="291135" y="117965"/>
                </a:lnTo>
                <a:cubicBezTo>
                  <a:pt x="293898" y="117217"/>
                  <a:pt x="295812" y="116238"/>
                  <a:pt x="296877" y="115029"/>
                </a:cubicBezTo>
                <a:cubicBezTo>
                  <a:pt x="297943" y="113820"/>
                  <a:pt x="298662" y="112179"/>
                  <a:pt x="299036" y="110107"/>
                </a:cubicBezTo>
                <a:cubicBezTo>
                  <a:pt x="299411" y="108034"/>
                  <a:pt x="299598" y="104263"/>
                  <a:pt x="299598" y="98794"/>
                </a:cubicBezTo>
                <a:lnTo>
                  <a:pt x="299598" y="63301"/>
                </a:lnTo>
                <a:cubicBezTo>
                  <a:pt x="299598" y="59040"/>
                  <a:pt x="299526" y="55888"/>
                  <a:pt x="299382" y="53844"/>
                </a:cubicBezTo>
                <a:cubicBezTo>
                  <a:pt x="299238" y="51801"/>
                  <a:pt x="298892" y="50160"/>
                  <a:pt x="298346" y="48922"/>
                </a:cubicBezTo>
                <a:cubicBezTo>
                  <a:pt x="297799" y="47684"/>
                  <a:pt x="296964" y="46677"/>
                  <a:pt x="295841" y="45899"/>
                </a:cubicBezTo>
                <a:cubicBezTo>
                  <a:pt x="294718" y="45122"/>
                  <a:pt x="292775" y="44446"/>
                  <a:pt x="290012" y="43870"/>
                </a:cubicBezTo>
                <a:lnTo>
                  <a:pt x="290012" y="37998"/>
                </a:lnTo>
                <a:lnTo>
                  <a:pt x="313674" y="37307"/>
                </a:lnTo>
                <a:lnTo>
                  <a:pt x="324555" y="37307"/>
                </a:lnTo>
                <a:lnTo>
                  <a:pt x="323260" y="49742"/>
                </a:lnTo>
                <a:close/>
                <a:moveTo>
                  <a:pt x="481193" y="139123"/>
                </a:moveTo>
                <a:cubicBezTo>
                  <a:pt x="481193" y="143441"/>
                  <a:pt x="481423" y="146492"/>
                  <a:pt x="481884" y="148277"/>
                </a:cubicBezTo>
                <a:cubicBezTo>
                  <a:pt x="482345" y="150062"/>
                  <a:pt x="483165" y="151472"/>
                  <a:pt x="484345" y="152509"/>
                </a:cubicBezTo>
                <a:cubicBezTo>
                  <a:pt x="485526" y="153545"/>
                  <a:pt x="487613" y="154409"/>
                  <a:pt x="490606" y="155100"/>
                </a:cubicBezTo>
                <a:lnTo>
                  <a:pt x="490606" y="160799"/>
                </a:lnTo>
                <a:lnTo>
                  <a:pt x="447600" y="160799"/>
                </a:lnTo>
                <a:lnTo>
                  <a:pt x="447600" y="155100"/>
                </a:lnTo>
                <a:cubicBezTo>
                  <a:pt x="450306" y="154294"/>
                  <a:pt x="452191" y="153401"/>
                  <a:pt x="453256" y="152422"/>
                </a:cubicBezTo>
                <a:cubicBezTo>
                  <a:pt x="454321" y="151444"/>
                  <a:pt x="455084" y="150076"/>
                  <a:pt x="455545" y="148320"/>
                </a:cubicBezTo>
                <a:cubicBezTo>
                  <a:pt x="456005" y="146564"/>
                  <a:pt x="456236" y="143499"/>
                  <a:pt x="456236" y="139123"/>
                </a:cubicBezTo>
                <a:lnTo>
                  <a:pt x="456236" y="63560"/>
                </a:lnTo>
                <a:cubicBezTo>
                  <a:pt x="456236" y="59472"/>
                  <a:pt x="456192" y="56565"/>
                  <a:pt x="456106" y="54838"/>
                </a:cubicBezTo>
                <a:cubicBezTo>
                  <a:pt x="456020" y="53110"/>
                  <a:pt x="455818" y="51642"/>
                  <a:pt x="455502" y="50433"/>
                </a:cubicBezTo>
                <a:cubicBezTo>
                  <a:pt x="455185" y="49224"/>
                  <a:pt x="454739" y="48231"/>
                  <a:pt x="454163" y="47454"/>
                </a:cubicBezTo>
                <a:cubicBezTo>
                  <a:pt x="453587" y="46677"/>
                  <a:pt x="452738" y="46000"/>
                  <a:pt x="451615" y="45424"/>
                </a:cubicBezTo>
                <a:cubicBezTo>
                  <a:pt x="450493" y="44849"/>
                  <a:pt x="448838" y="44331"/>
                  <a:pt x="446650" y="43870"/>
                </a:cubicBezTo>
                <a:lnTo>
                  <a:pt x="446650" y="37998"/>
                </a:lnTo>
                <a:lnTo>
                  <a:pt x="470571" y="37307"/>
                </a:lnTo>
                <a:lnTo>
                  <a:pt x="481193" y="37307"/>
                </a:lnTo>
                <a:lnTo>
                  <a:pt x="479898" y="49829"/>
                </a:lnTo>
                <a:lnTo>
                  <a:pt x="480934" y="50088"/>
                </a:lnTo>
                <a:cubicBezTo>
                  <a:pt x="485885" y="45309"/>
                  <a:pt x="490506" y="41869"/>
                  <a:pt x="494795" y="39768"/>
                </a:cubicBezTo>
                <a:cubicBezTo>
                  <a:pt x="499084" y="37667"/>
                  <a:pt x="503502" y="36616"/>
                  <a:pt x="508051" y="36616"/>
                </a:cubicBezTo>
                <a:cubicBezTo>
                  <a:pt x="518298" y="36616"/>
                  <a:pt x="525984" y="40229"/>
                  <a:pt x="531108" y="47454"/>
                </a:cubicBezTo>
                <a:cubicBezTo>
                  <a:pt x="536232" y="54679"/>
                  <a:pt x="538794" y="65488"/>
                  <a:pt x="538794" y="79881"/>
                </a:cubicBezTo>
                <a:cubicBezTo>
                  <a:pt x="538794" y="89841"/>
                  <a:pt x="537283" y="98175"/>
                  <a:pt x="534260" y="104882"/>
                </a:cubicBezTo>
                <a:cubicBezTo>
                  <a:pt x="531238" y="111589"/>
                  <a:pt x="526733" y="116627"/>
                  <a:pt x="520745" y="119995"/>
                </a:cubicBezTo>
                <a:cubicBezTo>
                  <a:pt x="514758" y="123363"/>
                  <a:pt x="507389" y="125047"/>
                  <a:pt x="498638" y="125047"/>
                </a:cubicBezTo>
                <a:cubicBezTo>
                  <a:pt x="492708" y="125047"/>
                  <a:pt x="486893" y="124298"/>
                  <a:pt x="481193" y="122802"/>
                </a:cubicBezTo>
                <a:lnTo>
                  <a:pt x="481193" y="139123"/>
                </a:lnTo>
                <a:moveTo>
                  <a:pt x="481193" y="95340"/>
                </a:moveTo>
                <a:cubicBezTo>
                  <a:pt x="481193" y="102421"/>
                  <a:pt x="482417" y="107646"/>
                  <a:pt x="484863" y="111014"/>
                </a:cubicBezTo>
                <a:cubicBezTo>
                  <a:pt x="487310" y="114382"/>
                  <a:pt x="491096" y="116066"/>
                  <a:pt x="496220" y="116066"/>
                </a:cubicBezTo>
                <a:cubicBezTo>
                  <a:pt x="501516" y="116066"/>
                  <a:pt x="505561" y="113288"/>
                  <a:pt x="508353" y="107732"/>
                </a:cubicBezTo>
                <a:cubicBezTo>
                  <a:pt x="511145" y="102176"/>
                  <a:pt x="512541" y="94246"/>
                  <a:pt x="512541" y="83940"/>
                </a:cubicBezTo>
                <a:cubicBezTo>
                  <a:pt x="512541" y="72483"/>
                  <a:pt x="511289" y="63992"/>
                  <a:pt x="508785" y="58465"/>
                </a:cubicBezTo>
                <a:cubicBezTo>
                  <a:pt x="506280" y="52938"/>
                  <a:pt x="502380" y="50174"/>
                  <a:pt x="497083" y="50174"/>
                </a:cubicBezTo>
                <a:cubicBezTo>
                  <a:pt x="494492" y="50174"/>
                  <a:pt x="491974" y="50836"/>
                  <a:pt x="489527" y="52160"/>
                </a:cubicBezTo>
                <a:cubicBezTo>
                  <a:pt x="487080" y="53485"/>
                  <a:pt x="485079" y="55370"/>
                  <a:pt x="483525" y="57817"/>
                </a:cubicBezTo>
                <a:cubicBezTo>
                  <a:pt x="481970" y="60264"/>
                  <a:pt x="481193" y="63013"/>
                  <a:pt x="481193" y="66064"/>
                </a:cubicBezTo>
                <a:lnTo>
                  <a:pt x="481193" y="95340"/>
                </a:lnTo>
                <a:close/>
                <a:moveTo>
                  <a:pt x="613904" y="113302"/>
                </a:moveTo>
                <a:cubicBezTo>
                  <a:pt x="608838" y="117620"/>
                  <a:pt x="604232" y="120657"/>
                  <a:pt x="600087" y="122413"/>
                </a:cubicBezTo>
                <a:cubicBezTo>
                  <a:pt x="595942" y="124169"/>
                  <a:pt x="591566" y="125047"/>
                  <a:pt x="586960" y="125047"/>
                </a:cubicBezTo>
                <a:cubicBezTo>
                  <a:pt x="578382" y="125047"/>
                  <a:pt x="571977" y="122730"/>
                  <a:pt x="567746" y="118095"/>
                </a:cubicBezTo>
                <a:cubicBezTo>
                  <a:pt x="563514" y="113460"/>
                  <a:pt x="561398" y="106451"/>
                  <a:pt x="561398" y="97067"/>
                </a:cubicBezTo>
                <a:lnTo>
                  <a:pt x="561398" y="48792"/>
                </a:lnTo>
                <a:lnTo>
                  <a:pt x="550603" y="48792"/>
                </a:lnTo>
                <a:lnTo>
                  <a:pt x="550603" y="42834"/>
                </a:lnTo>
                <a:cubicBezTo>
                  <a:pt x="554115" y="42258"/>
                  <a:pt x="556706" y="41394"/>
                  <a:pt x="558376" y="40243"/>
                </a:cubicBezTo>
                <a:cubicBezTo>
                  <a:pt x="560045" y="39092"/>
                  <a:pt x="561341" y="37551"/>
                  <a:pt x="562262" y="35623"/>
                </a:cubicBezTo>
                <a:cubicBezTo>
                  <a:pt x="563183" y="33694"/>
                  <a:pt x="563917" y="31175"/>
                  <a:pt x="564464" y="28066"/>
                </a:cubicBezTo>
                <a:cubicBezTo>
                  <a:pt x="565011" y="24958"/>
                  <a:pt x="565428" y="21071"/>
                  <a:pt x="565716" y="16408"/>
                </a:cubicBezTo>
                <a:lnTo>
                  <a:pt x="586356" y="16408"/>
                </a:lnTo>
                <a:lnTo>
                  <a:pt x="586356" y="37998"/>
                </a:lnTo>
                <a:lnTo>
                  <a:pt x="610968" y="37998"/>
                </a:lnTo>
                <a:lnTo>
                  <a:pt x="610968" y="48792"/>
                </a:lnTo>
                <a:lnTo>
                  <a:pt x="586356" y="48792"/>
                </a:lnTo>
                <a:lnTo>
                  <a:pt x="586356" y="87740"/>
                </a:lnTo>
                <a:cubicBezTo>
                  <a:pt x="586356" y="94246"/>
                  <a:pt x="586658" y="99053"/>
                  <a:pt x="587263" y="102162"/>
                </a:cubicBezTo>
                <a:cubicBezTo>
                  <a:pt x="587867" y="105271"/>
                  <a:pt x="588889" y="107559"/>
                  <a:pt x="590328" y="109027"/>
                </a:cubicBezTo>
                <a:cubicBezTo>
                  <a:pt x="591768" y="110495"/>
                  <a:pt x="593552" y="111230"/>
                  <a:pt x="595682" y="111230"/>
                </a:cubicBezTo>
                <a:cubicBezTo>
                  <a:pt x="597295" y="111230"/>
                  <a:pt x="598734" y="111086"/>
                  <a:pt x="600000" y="110798"/>
                </a:cubicBezTo>
                <a:cubicBezTo>
                  <a:pt x="601267" y="110510"/>
                  <a:pt x="602606" y="109992"/>
                  <a:pt x="604016" y="109243"/>
                </a:cubicBezTo>
                <a:cubicBezTo>
                  <a:pt x="605427" y="108495"/>
                  <a:pt x="606909" y="107430"/>
                  <a:pt x="608464" y="106048"/>
                </a:cubicBezTo>
                <a:lnTo>
                  <a:pt x="613904" y="113302"/>
                </a:lnTo>
                <a:close/>
                <a:moveTo>
                  <a:pt x="679181" y="123665"/>
                </a:moveTo>
                <a:lnTo>
                  <a:pt x="679181" y="117965"/>
                </a:lnTo>
                <a:cubicBezTo>
                  <a:pt x="681599" y="117562"/>
                  <a:pt x="683513" y="117030"/>
                  <a:pt x="684924" y="116368"/>
                </a:cubicBezTo>
                <a:cubicBezTo>
                  <a:pt x="686334" y="115706"/>
                  <a:pt x="687385" y="114770"/>
                  <a:pt x="688076" y="113561"/>
                </a:cubicBezTo>
                <a:cubicBezTo>
                  <a:pt x="688767" y="112352"/>
                  <a:pt x="689199" y="110812"/>
                  <a:pt x="689371" y="108941"/>
                </a:cubicBezTo>
                <a:cubicBezTo>
                  <a:pt x="689544" y="107070"/>
                  <a:pt x="689630" y="104753"/>
                  <a:pt x="689630" y="101989"/>
                </a:cubicBezTo>
                <a:lnTo>
                  <a:pt x="689630" y="15890"/>
                </a:lnTo>
                <a:lnTo>
                  <a:pt x="682635" y="15890"/>
                </a:lnTo>
                <a:cubicBezTo>
                  <a:pt x="679181" y="15890"/>
                  <a:pt x="676533" y="16293"/>
                  <a:pt x="674690" y="17099"/>
                </a:cubicBezTo>
                <a:cubicBezTo>
                  <a:pt x="672848" y="17905"/>
                  <a:pt x="671250" y="19172"/>
                  <a:pt x="669897" y="20899"/>
                </a:cubicBezTo>
                <a:cubicBezTo>
                  <a:pt x="668544" y="22626"/>
                  <a:pt x="667379" y="24943"/>
                  <a:pt x="666400" y="27851"/>
                </a:cubicBezTo>
                <a:cubicBezTo>
                  <a:pt x="665421" y="30758"/>
                  <a:pt x="664615" y="33507"/>
                  <a:pt x="663982" y="36098"/>
                </a:cubicBezTo>
                <a:lnTo>
                  <a:pt x="652151" y="36098"/>
                </a:lnTo>
                <a:lnTo>
                  <a:pt x="652151" y="5786"/>
                </a:lnTo>
                <a:lnTo>
                  <a:pt x="753795" y="5786"/>
                </a:lnTo>
                <a:lnTo>
                  <a:pt x="753795" y="36098"/>
                </a:lnTo>
                <a:lnTo>
                  <a:pt x="741963" y="36098"/>
                </a:lnTo>
                <a:cubicBezTo>
                  <a:pt x="740870" y="32183"/>
                  <a:pt x="740006" y="29304"/>
                  <a:pt x="739373" y="27462"/>
                </a:cubicBezTo>
                <a:cubicBezTo>
                  <a:pt x="738739" y="25620"/>
                  <a:pt x="738034" y="24051"/>
                  <a:pt x="737257" y="22755"/>
                </a:cubicBezTo>
                <a:cubicBezTo>
                  <a:pt x="736480" y="21460"/>
                  <a:pt x="735659" y="20381"/>
                  <a:pt x="734796" y="19517"/>
                </a:cubicBezTo>
                <a:cubicBezTo>
                  <a:pt x="733932" y="18653"/>
                  <a:pt x="733011" y="17963"/>
                  <a:pt x="732032" y="17444"/>
                </a:cubicBezTo>
                <a:cubicBezTo>
                  <a:pt x="731054" y="16926"/>
                  <a:pt x="729830" y="16538"/>
                  <a:pt x="728362" y="16279"/>
                </a:cubicBezTo>
                <a:cubicBezTo>
                  <a:pt x="726894" y="16019"/>
                  <a:pt x="724980" y="15890"/>
                  <a:pt x="722619" y="15890"/>
                </a:cubicBezTo>
                <a:lnTo>
                  <a:pt x="716401" y="15890"/>
                </a:lnTo>
                <a:lnTo>
                  <a:pt x="716401" y="101989"/>
                </a:lnTo>
                <a:cubicBezTo>
                  <a:pt x="716401" y="105040"/>
                  <a:pt x="716488" y="107358"/>
                  <a:pt x="716660" y="108941"/>
                </a:cubicBezTo>
                <a:cubicBezTo>
                  <a:pt x="716833" y="110524"/>
                  <a:pt x="717150" y="111805"/>
                  <a:pt x="717610" y="112784"/>
                </a:cubicBezTo>
                <a:cubicBezTo>
                  <a:pt x="718071" y="113763"/>
                  <a:pt x="718632" y="114554"/>
                  <a:pt x="719294" y="115159"/>
                </a:cubicBezTo>
                <a:cubicBezTo>
                  <a:pt x="719956" y="115763"/>
                  <a:pt x="720878" y="116310"/>
                  <a:pt x="722058" y="116800"/>
                </a:cubicBezTo>
                <a:cubicBezTo>
                  <a:pt x="723238" y="117289"/>
                  <a:pt x="724836" y="117678"/>
                  <a:pt x="726851" y="117965"/>
                </a:cubicBezTo>
                <a:lnTo>
                  <a:pt x="726851" y="123665"/>
                </a:lnTo>
                <a:lnTo>
                  <a:pt x="679181" y="123665"/>
                </a:lnTo>
                <a:close/>
                <a:moveTo>
                  <a:pt x="845046" y="107948"/>
                </a:moveTo>
                <a:cubicBezTo>
                  <a:pt x="839173" y="114166"/>
                  <a:pt x="833358" y="118570"/>
                  <a:pt x="827601" y="121161"/>
                </a:cubicBezTo>
                <a:cubicBezTo>
                  <a:pt x="821844" y="123751"/>
                  <a:pt x="815223" y="125047"/>
                  <a:pt x="807739" y="125047"/>
                </a:cubicBezTo>
                <a:cubicBezTo>
                  <a:pt x="794324" y="125047"/>
                  <a:pt x="784235" y="121377"/>
                  <a:pt x="777470" y="114036"/>
                </a:cubicBezTo>
                <a:cubicBezTo>
                  <a:pt x="770705" y="106696"/>
                  <a:pt x="767323" y="95800"/>
                  <a:pt x="767323" y="81350"/>
                </a:cubicBezTo>
                <a:cubicBezTo>
                  <a:pt x="767323" y="72023"/>
                  <a:pt x="769065" y="63977"/>
                  <a:pt x="772548" y="57212"/>
                </a:cubicBezTo>
                <a:cubicBezTo>
                  <a:pt x="776031" y="50448"/>
                  <a:pt x="780968" y="45324"/>
                  <a:pt x="787358" y="41841"/>
                </a:cubicBezTo>
                <a:cubicBezTo>
                  <a:pt x="793749" y="38357"/>
                  <a:pt x="801175" y="36616"/>
                  <a:pt x="809639" y="36616"/>
                </a:cubicBezTo>
                <a:cubicBezTo>
                  <a:pt x="814878" y="36616"/>
                  <a:pt x="819469" y="37220"/>
                  <a:pt x="823413" y="38429"/>
                </a:cubicBezTo>
                <a:cubicBezTo>
                  <a:pt x="827356" y="39638"/>
                  <a:pt x="830739" y="41322"/>
                  <a:pt x="833560" y="43481"/>
                </a:cubicBezTo>
                <a:cubicBezTo>
                  <a:pt x="836381" y="45640"/>
                  <a:pt x="838713" y="48246"/>
                  <a:pt x="840555" y="51297"/>
                </a:cubicBezTo>
                <a:cubicBezTo>
                  <a:pt x="842743" y="54924"/>
                  <a:pt x="844383" y="59069"/>
                  <a:pt x="845477" y="63732"/>
                </a:cubicBezTo>
                <a:cubicBezTo>
                  <a:pt x="846629" y="68511"/>
                  <a:pt x="847233" y="74297"/>
                  <a:pt x="847291" y="81090"/>
                </a:cubicBezTo>
                <a:lnTo>
                  <a:pt x="792540" y="81090"/>
                </a:lnTo>
                <a:cubicBezTo>
                  <a:pt x="792597" y="91511"/>
                  <a:pt x="794454" y="99183"/>
                  <a:pt x="798110" y="104105"/>
                </a:cubicBezTo>
                <a:cubicBezTo>
                  <a:pt x="801766" y="109027"/>
                  <a:pt x="807336" y="111489"/>
                  <a:pt x="814820" y="111489"/>
                </a:cubicBezTo>
                <a:cubicBezTo>
                  <a:pt x="819196" y="111489"/>
                  <a:pt x="823139" y="110668"/>
                  <a:pt x="826651" y="109027"/>
                </a:cubicBezTo>
                <a:cubicBezTo>
                  <a:pt x="830163" y="107387"/>
                  <a:pt x="833963" y="104494"/>
                  <a:pt x="838050" y="100348"/>
                </a:cubicBezTo>
                <a:lnTo>
                  <a:pt x="845046" y="107948"/>
                </a:lnTo>
                <a:moveTo>
                  <a:pt x="821729" y="71764"/>
                </a:moveTo>
                <a:cubicBezTo>
                  <a:pt x="821498" y="62955"/>
                  <a:pt x="820347" y="56392"/>
                  <a:pt x="818274" y="52074"/>
                </a:cubicBezTo>
                <a:cubicBezTo>
                  <a:pt x="816202" y="47756"/>
                  <a:pt x="812863" y="45597"/>
                  <a:pt x="808257" y="45597"/>
                </a:cubicBezTo>
                <a:cubicBezTo>
                  <a:pt x="803824" y="45597"/>
                  <a:pt x="800298" y="47843"/>
                  <a:pt x="797678" y="52333"/>
                </a:cubicBezTo>
                <a:cubicBezTo>
                  <a:pt x="795058" y="56824"/>
                  <a:pt x="793490" y="63301"/>
                  <a:pt x="792971" y="71764"/>
                </a:cubicBezTo>
                <a:lnTo>
                  <a:pt x="821729" y="71764"/>
                </a:lnTo>
                <a:close/>
                <a:moveTo>
                  <a:pt x="893284" y="49742"/>
                </a:moveTo>
                <a:lnTo>
                  <a:pt x="894321" y="50001"/>
                </a:lnTo>
                <a:cubicBezTo>
                  <a:pt x="899560" y="45108"/>
                  <a:pt x="904281" y="41653"/>
                  <a:pt x="908483" y="39638"/>
                </a:cubicBezTo>
                <a:cubicBezTo>
                  <a:pt x="912686" y="37623"/>
                  <a:pt x="916975" y="36616"/>
                  <a:pt x="921351" y="36616"/>
                </a:cubicBezTo>
                <a:cubicBezTo>
                  <a:pt x="925611" y="36616"/>
                  <a:pt x="929152" y="37163"/>
                  <a:pt x="931973" y="38257"/>
                </a:cubicBezTo>
                <a:cubicBezTo>
                  <a:pt x="934794" y="39351"/>
                  <a:pt x="937183" y="40948"/>
                  <a:pt x="939141" y="43050"/>
                </a:cubicBezTo>
                <a:cubicBezTo>
                  <a:pt x="941098" y="45151"/>
                  <a:pt x="942681" y="47900"/>
                  <a:pt x="943890" y="51297"/>
                </a:cubicBezTo>
                <a:cubicBezTo>
                  <a:pt x="949705" y="45885"/>
                  <a:pt x="954757" y="42085"/>
                  <a:pt x="959046" y="39898"/>
                </a:cubicBezTo>
                <a:cubicBezTo>
                  <a:pt x="963335" y="37710"/>
                  <a:pt x="967812" y="36616"/>
                  <a:pt x="972475" y="36616"/>
                </a:cubicBezTo>
                <a:cubicBezTo>
                  <a:pt x="977081" y="36616"/>
                  <a:pt x="980895" y="37220"/>
                  <a:pt x="983917" y="38429"/>
                </a:cubicBezTo>
                <a:cubicBezTo>
                  <a:pt x="986940" y="39638"/>
                  <a:pt x="989430" y="41510"/>
                  <a:pt x="991387" y="44043"/>
                </a:cubicBezTo>
                <a:cubicBezTo>
                  <a:pt x="993345" y="46576"/>
                  <a:pt x="994770" y="49742"/>
                  <a:pt x="995662" y="53542"/>
                </a:cubicBezTo>
                <a:cubicBezTo>
                  <a:pt x="996554" y="57342"/>
                  <a:pt x="997001" y="61890"/>
                  <a:pt x="997001" y="67187"/>
                </a:cubicBezTo>
                <a:lnTo>
                  <a:pt x="997001" y="98708"/>
                </a:lnTo>
                <a:cubicBezTo>
                  <a:pt x="997001" y="101241"/>
                  <a:pt x="997044" y="103616"/>
                  <a:pt x="997130" y="105832"/>
                </a:cubicBezTo>
                <a:cubicBezTo>
                  <a:pt x="997217" y="108049"/>
                  <a:pt x="997432" y="109819"/>
                  <a:pt x="997778" y="111143"/>
                </a:cubicBezTo>
                <a:cubicBezTo>
                  <a:pt x="998123" y="112467"/>
                  <a:pt x="998598" y="113547"/>
                  <a:pt x="999203" y="114382"/>
                </a:cubicBezTo>
                <a:cubicBezTo>
                  <a:pt x="999807" y="115216"/>
                  <a:pt x="1000656" y="115922"/>
                  <a:pt x="1001750" y="116497"/>
                </a:cubicBezTo>
                <a:cubicBezTo>
                  <a:pt x="1002844" y="117073"/>
                  <a:pt x="1004168" y="117562"/>
                  <a:pt x="1005723" y="117965"/>
                </a:cubicBezTo>
                <a:lnTo>
                  <a:pt x="1005723" y="123665"/>
                </a:lnTo>
                <a:lnTo>
                  <a:pt x="964098" y="123665"/>
                </a:lnTo>
                <a:lnTo>
                  <a:pt x="964098" y="117965"/>
                </a:lnTo>
                <a:cubicBezTo>
                  <a:pt x="966689" y="117332"/>
                  <a:pt x="968474" y="116411"/>
                  <a:pt x="969452" y="115202"/>
                </a:cubicBezTo>
                <a:cubicBezTo>
                  <a:pt x="970431" y="113993"/>
                  <a:pt x="971108" y="112323"/>
                  <a:pt x="971482" y="110193"/>
                </a:cubicBezTo>
                <a:cubicBezTo>
                  <a:pt x="971856" y="108063"/>
                  <a:pt x="972043" y="104263"/>
                  <a:pt x="972043" y="98794"/>
                </a:cubicBezTo>
                <a:lnTo>
                  <a:pt x="972043" y="75650"/>
                </a:lnTo>
                <a:cubicBezTo>
                  <a:pt x="972043" y="70468"/>
                  <a:pt x="971870" y="66251"/>
                  <a:pt x="971525" y="62998"/>
                </a:cubicBezTo>
                <a:cubicBezTo>
                  <a:pt x="971179" y="59746"/>
                  <a:pt x="970517" y="57198"/>
                  <a:pt x="969539" y="55356"/>
                </a:cubicBezTo>
                <a:cubicBezTo>
                  <a:pt x="968560" y="53513"/>
                  <a:pt x="967394" y="52189"/>
                  <a:pt x="966041" y="51383"/>
                </a:cubicBezTo>
                <a:cubicBezTo>
                  <a:pt x="964688" y="50577"/>
                  <a:pt x="962918" y="50174"/>
                  <a:pt x="960730" y="50174"/>
                </a:cubicBezTo>
                <a:cubicBezTo>
                  <a:pt x="959233" y="50174"/>
                  <a:pt x="957852" y="50404"/>
                  <a:pt x="956585" y="50865"/>
                </a:cubicBezTo>
                <a:cubicBezTo>
                  <a:pt x="955318" y="51326"/>
                  <a:pt x="954037" y="52031"/>
                  <a:pt x="952742" y="52981"/>
                </a:cubicBezTo>
                <a:cubicBezTo>
                  <a:pt x="951447" y="53931"/>
                  <a:pt x="950338" y="54895"/>
                  <a:pt x="949417" y="55874"/>
                </a:cubicBezTo>
                <a:cubicBezTo>
                  <a:pt x="948496" y="56853"/>
                  <a:pt x="947762" y="57946"/>
                  <a:pt x="947215" y="59155"/>
                </a:cubicBezTo>
                <a:cubicBezTo>
                  <a:pt x="946668" y="60364"/>
                  <a:pt x="946294" y="61717"/>
                  <a:pt x="946092" y="63214"/>
                </a:cubicBezTo>
                <a:cubicBezTo>
                  <a:pt x="945891" y="64711"/>
                  <a:pt x="945790" y="67158"/>
                  <a:pt x="945790" y="70555"/>
                </a:cubicBezTo>
                <a:lnTo>
                  <a:pt x="945790" y="98708"/>
                </a:lnTo>
                <a:cubicBezTo>
                  <a:pt x="945790" y="102622"/>
                  <a:pt x="945862" y="105616"/>
                  <a:pt x="946006" y="107689"/>
                </a:cubicBezTo>
                <a:cubicBezTo>
                  <a:pt x="946150" y="109761"/>
                  <a:pt x="946452" y="111431"/>
                  <a:pt x="946913" y="112698"/>
                </a:cubicBezTo>
                <a:cubicBezTo>
                  <a:pt x="947373" y="113964"/>
                  <a:pt x="948107" y="115015"/>
                  <a:pt x="949115" y="115850"/>
                </a:cubicBezTo>
                <a:cubicBezTo>
                  <a:pt x="950122" y="116684"/>
                  <a:pt x="951691" y="117390"/>
                  <a:pt x="953821" y="117965"/>
                </a:cubicBezTo>
                <a:lnTo>
                  <a:pt x="953821" y="123665"/>
                </a:lnTo>
                <a:lnTo>
                  <a:pt x="912715" y="123665"/>
                </a:lnTo>
                <a:lnTo>
                  <a:pt x="912715" y="117965"/>
                </a:lnTo>
                <a:cubicBezTo>
                  <a:pt x="915363" y="117332"/>
                  <a:pt x="917191" y="116411"/>
                  <a:pt x="918199" y="115202"/>
                </a:cubicBezTo>
                <a:cubicBezTo>
                  <a:pt x="919206" y="113993"/>
                  <a:pt x="919883" y="112338"/>
                  <a:pt x="920228" y="110236"/>
                </a:cubicBezTo>
                <a:cubicBezTo>
                  <a:pt x="920574" y="108135"/>
                  <a:pt x="920746" y="104321"/>
                  <a:pt x="920746" y="98794"/>
                </a:cubicBezTo>
                <a:lnTo>
                  <a:pt x="920746" y="75650"/>
                </a:lnTo>
                <a:cubicBezTo>
                  <a:pt x="920746" y="71850"/>
                  <a:pt x="920674" y="68640"/>
                  <a:pt x="920530" y="66021"/>
                </a:cubicBezTo>
                <a:cubicBezTo>
                  <a:pt x="920386" y="63401"/>
                  <a:pt x="920142" y="61286"/>
                  <a:pt x="919796" y="59674"/>
                </a:cubicBezTo>
                <a:cubicBezTo>
                  <a:pt x="919451" y="58062"/>
                  <a:pt x="918976" y="56651"/>
                  <a:pt x="918371" y="55442"/>
                </a:cubicBezTo>
                <a:cubicBezTo>
                  <a:pt x="917767" y="54233"/>
                  <a:pt x="917076" y="53254"/>
                  <a:pt x="916299" y="52506"/>
                </a:cubicBezTo>
                <a:cubicBezTo>
                  <a:pt x="915522" y="51757"/>
                  <a:pt x="914600" y="51182"/>
                  <a:pt x="913535" y="50779"/>
                </a:cubicBezTo>
                <a:cubicBezTo>
                  <a:pt x="912470" y="50376"/>
                  <a:pt x="911132" y="50174"/>
                  <a:pt x="909520" y="50174"/>
                </a:cubicBezTo>
                <a:cubicBezTo>
                  <a:pt x="907389" y="50174"/>
                  <a:pt x="905159" y="50836"/>
                  <a:pt x="902827" y="52160"/>
                </a:cubicBezTo>
                <a:cubicBezTo>
                  <a:pt x="900495" y="53485"/>
                  <a:pt x="898538" y="55327"/>
                  <a:pt x="896955" y="57687"/>
                </a:cubicBezTo>
                <a:cubicBezTo>
                  <a:pt x="895371" y="60048"/>
                  <a:pt x="894580" y="62581"/>
                  <a:pt x="894580" y="65287"/>
                </a:cubicBezTo>
                <a:lnTo>
                  <a:pt x="894580" y="98708"/>
                </a:lnTo>
                <a:cubicBezTo>
                  <a:pt x="894580" y="104119"/>
                  <a:pt x="894738" y="107905"/>
                  <a:pt x="895055" y="110064"/>
                </a:cubicBezTo>
                <a:cubicBezTo>
                  <a:pt x="895371" y="112223"/>
                  <a:pt x="896048" y="113921"/>
                  <a:pt x="897084" y="115159"/>
                </a:cubicBezTo>
                <a:cubicBezTo>
                  <a:pt x="898120" y="116397"/>
                  <a:pt x="899934" y="117332"/>
                  <a:pt x="902525" y="117965"/>
                </a:cubicBezTo>
                <a:lnTo>
                  <a:pt x="902525" y="123665"/>
                </a:lnTo>
                <a:lnTo>
                  <a:pt x="861159" y="123665"/>
                </a:lnTo>
                <a:lnTo>
                  <a:pt x="861159" y="117965"/>
                </a:lnTo>
                <a:cubicBezTo>
                  <a:pt x="863922" y="117217"/>
                  <a:pt x="865837" y="116238"/>
                  <a:pt x="866902" y="115029"/>
                </a:cubicBezTo>
                <a:cubicBezTo>
                  <a:pt x="867967" y="113820"/>
                  <a:pt x="868687" y="112179"/>
                  <a:pt x="869061" y="110107"/>
                </a:cubicBezTo>
                <a:cubicBezTo>
                  <a:pt x="869435" y="108034"/>
                  <a:pt x="869622" y="104263"/>
                  <a:pt x="869622" y="98794"/>
                </a:cubicBezTo>
                <a:lnTo>
                  <a:pt x="869622" y="63301"/>
                </a:lnTo>
                <a:cubicBezTo>
                  <a:pt x="869622" y="59040"/>
                  <a:pt x="869550" y="55888"/>
                  <a:pt x="869406" y="53844"/>
                </a:cubicBezTo>
                <a:cubicBezTo>
                  <a:pt x="869262" y="51801"/>
                  <a:pt x="868917" y="50160"/>
                  <a:pt x="868370" y="48922"/>
                </a:cubicBezTo>
                <a:cubicBezTo>
                  <a:pt x="867823" y="47684"/>
                  <a:pt x="866988" y="46677"/>
                  <a:pt x="865866" y="45899"/>
                </a:cubicBezTo>
                <a:cubicBezTo>
                  <a:pt x="864743" y="45122"/>
                  <a:pt x="862800" y="44446"/>
                  <a:pt x="860036" y="43870"/>
                </a:cubicBezTo>
                <a:lnTo>
                  <a:pt x="860036" y="37998"/>
                </a:lnTo>
                <a:lnTo>
                  <a:pt x="883699" y="37307"/>
                </a:lnTo>
                <a:lnTo>
                  <a:pt x="894580" y="37307"/>
                </a:lnTo>
                <a:lnTo>
                  <a:pt x="893284" y="49742"/>
                </a:lnTo>
                <a:close/>
                <a:moveTo>
                  <a:pt x="1051218" y="139123"/>
                </a:moveTo>
                <a:cubicBezTo>
                  <a:pt x="1051218" y="143441"/>
                  <a:pt x="1051448" y="146492"/>
                  <a:pt x="1051909" y="148277"/>
                </a:cubicBezTo>
                <a:cubicBezTo>
                  <a:pt x="1052369" y="150062"/>
                  <a:pt x="1053190" y="151472"/>
                  <a:pt x="1054370" y="152509"/>
                </a:cubicBezTo>
                <a:cubicBezTo>
                  <a:pt x="1055550" y="153545"/>
                  <a:pt x="1057637" y="154409"/>
                  <a:pt x="1060631" y="155100"/>
                </a:cubicBezTo>
                <a:lnTo>
                  <a:pt x="1060631" y="160799"/>
                </a:lnTo>
                <a:lnTo>
                  <a:pt x="1017624" y="160799"/>
                </a:lnTo>
                <a:lnTo>
                  <a:pt x="1017624" y="155100"/>
                </a:lnTo>
                <a:cubicBezTo>
                  <a:pt x="1020330" y="154294"/>
                  <a:pt x="1022216" y="153401"/>
                  <a:pt x="1023281" y="152422"/>
                </a:cubicBezTo>
                <a:cubicBezTo>
                  <a:pt x="1024346" y="151444"/>
                  <a:pt x="1025109" y="150076"/>
                  <a:pt x="1025569" y="148320"/>
                </a:cubicBezTo>
                <a:cubicBezTo>
                  <a:pt x="1026030" y="146564"/>
                  <a:pt x="1026260" y="143499"/>
                  <a:pt x="1026260" y="139123"/>
                </a:cubicBezTo>
                <a:lnTo>
                  <a:pt x="1026260" y="63560"/>
                </a:lnTo>
                <a:cubicBezTo>
                  <a:pt x="1026260" y="59472"/>
                  <a:pt x="1026217" y="56565"/>
                  <a:pt x="1026131" y="54838"/>
                </a:cubicBezTo>
                <a:cubicBezTo>
                  <a:pt x="1026044" y="53110"/>
                  <a:pt x="1025843" y="51642"/>
                  <a:pt x="1025526" y="50433"/>
                </a:cubicBezTo>
                <a:cubicBezTo>
                  <a:pt x="1025210" y="49224"/>
                  <a:pt x="1024763" y="48231"/>
                  <a:pt x="1024188" y="47454"/>
                </a:cubicBezTo>
                <a:cubicBezTo>
                  <a:pt x="1023612" y="46677"/>
                  <a:pt x="1022763" y="46000"/>
                  <a:pt x="1021640" y="45424"/>
                </a:cubicBezTo>
                <a:cubicBezTo>
                  <a:pt x="1020518" y="44849"/>
                  <a:pt x="1018862" y="44331"/>
                  <a:pt x="1016675" y="43870"/>
                </a:cubicBezTo>
                <a:lnTo>
                  <a:pt x="1016675" y="37998"/>
                </a:lnTo>
                <a:lnTo>
                  <a:pt x="1040596" y="37307"/>
                </a:lnTo>
                <a:lnTo>
                  <a:pt x="1051218" y="37307"/>
                </a:lnTo>
                <a:lnTo>
                  <a:pt x="1049923" y="49829"/>
                </a:lnTo>
                <a:lnTo>
                  <a:pt x="1050959" y="50088"/>
                </a:lnTo>
                <a:cubicBezTo>
                  <a:pt x="1055910" y="45309"/>
                  <a:pt x="1060530" y="41869"/>
                  <a:pt x="1064819" y="39768"/>
                </a:cubicBezTo>
                <a:cubicBezTo>
                  <a:pt x="1069108" y="37667"/>
                  <a:pt x="1073527" y="36616"/>
                  <a:pt x="1078075" y="36616"/>
                </a:cubicBezTo>
                <a:cubicBezTo>
                  <a:pt x="1088323" y="36616"/>
                  <a:pt x="1096009" y="40229"/>
                  <a:pt x="1101133" y="47454"/>
                </a:cubicBezTo>
                <a:cubicBezTo>
                  <a:pt x="1106257" y="54679"/>
                  <a:pt x="1108819" y="65488"/>
                  <a:pt x="1108819" y="79881"/>
                </a:cubicBezTo>
                <a:cubicBezTo>
                  <a:pt x="1108819" y="89841"/>
                  <a:pt x="1107308" y="98175"/>
                  <a:pt x="1104285" y="104882"/>
                </a:cubicBezTo>
                <a:cubicBezTo>
                  <a:pt x="1101263" y="111589"/>
                  <a:pt x="1096757" y="116627"/>
                  <a:pt x="1090770" y="119995"/>
                </a:cubicBezTo>
                <a:cubicBezTo>
                  <a:pt x="1084782" y="123363"/>
                  <a:pt x="1077413" y="125047"/>
                  <a:pt x="1068662" y="125047"/>
                </a:cubicBezTo>
                <a:cubicBezTo>
                  <a:pt x="1062732" y="125047"/>
                  <a:pt x="1056918" y="124298"/>
                  <a:pt x="1051218" y="122802"/>
                </a:cubicBezTo>
                <a:lnTo>
                  <a:pt x="1051218" y="139123"/>
                </a:lnTo>
                <a:moveTo>
                  <a:pt x="1051218" y="95340"/>
                </a:moveTo>
                <a:cubicBezTo>
                  <a:pt x="1051218" y="102421"/>
                  <a:pt x="1052441" y="107646"/>
                  <a:pt x="1054888" y="111014"/>
                </a:cubicBezTo>
                <a:cubicBezTo>
                  <a:pt x="1057335" y="114382"/>
                  <a:pt x="1061120" y="116066"/>
                  <a:pt x="1066244" y="116066"/>
                </a:cubicBezTo>
                <a:cubicBezTo>
                  <a:pt x="1071541" y="116066"/>
                  <a:pt x="1075585" y="113288"/>
                  <a:pt x="1078378" y="107732"/>
                </a:cubicBezTo>
                <a:cubicBezTo>
                  <a:pt x="1081170" y="102176"/>
                  <a:pt x="1082566" y="94246"/>
                  <a:pt x="1082566" y="83940"/>
                </a:cubicBezTo>
                <a:cubicBezTo>
                  <a:pt x="1082566" y="72483"/>
                  <a:pt x="1081314" y="63992"/>
                  <a:pt x="1078809" y="58465"/>
                </a:cubicBezTo>
                <a:cubicBezTo>
                  <a:pt x="1076305" y="52938"/>
                  <a:pt x="1072404" y="50174"/>
                  <a:pt x="1067108" y="50174"/>
                </a:cubicBezTo>
                <a:cubicBezTo>
                  <a:pt x="1064517" y="50174"/>
                  <a:pt x="1061998" y="50836"/>
                  <a:pt x="1059551" y="52160"/>
                </a:cubicBezTo>
                <a:cubicBezTo>
                  <a:pt x="1057105" y="53485"/>
                  <a:pt x="1055104" y="55370"/>
                  <a:pt x="1053550" y="57817"/>
                </a:cubicBezTo>
                <a:cubicBezTo>
                  <a:pt x="1051995" y="60264"/>
                  <a:pt x="1051218" y="63013"/>
                  <a:pt x="1051218" y="66064"/>
                </a:cubicBezTo>
                <a:lnTo>
                  <a:pt x="1051218" y="95340"/>
                </a:lnTo>
                <a:close/>
                <a:moveTo>
                  <a:pt x="1157159" y="98708"/>
                </a:moveTo>
                <a:cubicBezTo>
                  <a:pt x="1157159" y="104177"/>
                  <a:pt x="1157331" y="107948"/>
                  <a:pt x="1157677" y="110020"/>
                </a:cubicBezTo>
                <a:cubicBezTo>
                  <a:pt x="1158022" y="112093"/>
                  <a:pt x="1158727" y="113748"/>
                  <a:pt x="1159792" y="114986"/>
                </a:cubicBezTo>
                <a:cubicBezTo>
                  <a:pt x="1160858" y="116224"/>
                  <a:pt x="1162858" y="117217"/>
                  <a:pt x="1165794" y="117965"/>
                </a:cubicBezTo>
                <a:lnTo>
                  <a:pt x="1165794" y="123665"/>
                </a:lnTo>
                <a:lnTo>
                  <a:pt x="1123479" y="123665"/>
                </a:lnTo>
                <a:lnTo>
                  <a:pt x="1123479" y="117965"/>
                </a:lnTo>
                <a:cubicBezTo>
                  <a:pt x="1125206" y="117562"/>
                  <a:pt x="1126559" y="117087"/>
                  <a:pt x="1127538" y="116541"/>
                </a:cubicBezTo>
                <a:cubicBezTo>
                  <a:pt x="1128516" y="115994"/>
                  <a:pt x="1129279" y="115360"/>
                  <a:pt x="1129826" y="114641"/>
                </a:cubicBezTo>
                <a:cubicBezTo>
                  <a:pt x="1130373" y="113921"/>
                  <a:pt x="1130848" y="113000"/>
                  <a:pt x="1131251" y="111877"/>
                </a:cubicBezTo>
                <a:cubicBezTo>
                  <a:pt x="1131654" y="110755"/>
                  <a:pt x="1131913" y="109200"/>
                  <a:pt x="1132028" y="107214"/>
                </a:cubicBezTo>
                <a:cubicBezTo>
                  <a:pt x="1132143" y="105228"/>
                  <a:pt x="1132201" y="102392"/>
                  <a:pt x="1132201" y="98708"/>
                </a:cubicBezTo>
                <a:lnTo>
                  <a:pt x="1132201" y="31348"/>
                </a:lnTo>
                <a:cubicBezTo>
                  <a:pt x="1132201" y="26397"/>
                  <a:pt x="1132158" y="22755"/>
                  <a:pt x="1132071" y="20424"/>
                </a:cubicBezTo>
                <a:cubicBezTo>
                  <a:pt x="1131985" y="18092"/>
                  <a:pt x="1131812" y="16135"/>
                  <a:pt x="1131553" y="14551"/>
                </a:cubicBezTo>
                <a:cubicBezTo>
                  <a:pt x="1131294" y="12968"/>
                  <a:pt x="1130862" y="11702"/>
                  <a:pt x="1130258" y="10752"/>
                </a:cubicBezTo>
                <a:cubicBezTo>
                  <a:pt x="1129653" y="9802"/>
                  <a:pt x="1128804" y="9039"/>
                  <a:pt x="1127710" y="8463"/>
                </a:cubicBezTo>
                <a:cubicBezTo>
                  <a:pt x="1126616" y="7887"/>
                  <a:pt x="1124861" y="7369"/>
                  <a:pt x="1122443" y="6909"/>
                </a:cubicBezTo>
                <a:lnTo>
                  <a:pt x="1122443" y="1209"/>
                </a:lnTo>
                <a:lnTo>
                  <a:pt x="1146364" y="0"/>
                </a:lnTo>
                <a:lnTo>
                  <a:pt x="1157159" y="0"/>
                </a:lnTo>
                <a:lnTo>
                  <a:pt x="1157159" y="98708"/>
                </a:lnTo>
                <a:close/>
                <a:moveTo>
                  <a:pt x="1230371" y="112352"/>
                </a:moveTo>
                <a:lnTo>
                  <a:pt x="1229076" y="111920"/>
                </a:lnTo>
                <a:cubicBezTo>
                  <a:pt x="1224355" y="116526"/>
                  <a:pt x="1219763" y="119865"/>
                  <a:pt x="1215302" y="121938"/>
                </a:cubicBezTo>
                <a:cubicBezTo>
                  <a:pt x="1210840" y="124011"/>
                  <a:pt x="1206104" y="125047"/>
                  <a:pt x="1201096" y="125047"/>
                </a:cubicBezTo>
                <a:cubicBezTo>
                  <a:pt x="1196144" y="125047"/>
                  <a:pt x="1191841" y="124140"/>
                  <a:pt x="1188185" y="122327"/>
                </a:cubicBezTo>
                <a:cubicBezTo>
                  <a:pt x="1184529" y="120513"/>
                  <a:pt x="1181766" y="117994"/>
                  <a:pt x="1179895" y="114770"/>
                </a:cubicBezTo>
                <a:cubicBezTo>
                  <a:pt x="1178024" y="111546"/>
                  <a:pt x="1177088" y="107833"/>
                  <a:pt x="1177088" y="103630"/>
                </a:cubicBezTo>
                <a:cubicBezTo>
                  <a:pt x="1177088" y="95167"/>
                  <a:pt x="1181248" y="88503"/>
                  <a:pt x="1189567" y="83638"/>
                </a:cubicBezTo>
                <a:cubicBezTo>
                  <a:pt x="1197886" y="78773"/>
                  <a:pt x="1210509" y="75707"/>
                  <a:pt x="1227435" y="74441"/>
                </a:cubicBezTo>
                <a:lnTo>
                  <a:pt x="1227435" y="66237"/>
                </a:lnTo>
                <a:cubicBezTo>
                  <a:pt x="1227435" y="60883"/>
                  <a:pt x="1226830" y="56752"/>
                  <a:pt x="1225621" y="53844"/>
                </a:cubicBezTo>
                <a:cubicBezTo>
                  <a:pt x="1224412" y="50937"/>
                  <a:pt x="1222858" y="48893"/>
                  <a:pt x="1220958" y="47713"/>
                </a:cubicBezTo>
                <a:cubicBezTo>
                  <a:pt x="1219058" y="46533"/>
                  <a:pt x="1216784" y="45943"/>
                  <a:pt x="1214136" y="45943"/>
                </a:cubicBezTo>
                <a:cubicBezTo>
                  <a:pt x="1211487" y="45943"/>
                  <a:pt x="1209199" y="46403"/>
                  <a:pt x="1207270" y="47324"/>
                </a:cubicBezTo>
                <a:cubicBezTo>
                  <a:pt x="1205342" y="48246"/>
                  <a:pt x="1203600" y="49987"/>
                  <a:pt x="1202046" y="52549"/>
                </a:cubicBezTo>
                <a:cubicBezTo>
                  <a:pt x="1200491" y="55111"/>
                  <a:pt x="1199340" y="58666"/>
                  <a:pt x="1198591" y="63214"/>
                </a:cubicBezTo>
                <a:lnTo>
                  <a:pt x="1182270" y="63214"/>
                </a:lnTo>
                <a:lnTo>
                  <a:pt x="1182270" y="47497"/>
                </a:lnTo>
                <a:cubicBezTo>
                  <a:pt x="1187566" y="45137"/>
                  <a:pt x="1191970" y="43323"/>
                  <a:pt x="1195482" y="42056"/>
                </a:cubicBezTo>
                <a:cubicBezTo>
                  <a:pt x="1198994" y="40790"/>
                  <a:pt x="1202463" y="39739"/>
                  <a:pt x="1205889" y="38904"/>
                </a:cubicBezTo>
                <a:cubicBezTo>
                  <a:pt x="1209314" y="38070"/>
                  <a:pt x="1212380" y="37480"/>
                  <a:pt x="1215086" y="37134"/>
                </a:cubicBezTo>
                <a:cubicBezTo>
                  <a:pt x="1217792" y="36789"/>
                  <a:pt x="1220497" y="36616"/>
                  <a:pt x="1223203" y="36616"/>
                </a:cubicBezTo>
                <a:cubicBezTo>
                  <a:pt x="1230170" y="36616"/>
                  <a:pt x="1235740" y="37537"/>
                  <a:pt x="1239914" y="39379"/>
                </a:cubicBezTo>
                <a:cubicBezTo>
                  <a:pt x="1244088" y="41222"/>
                  <a:pt x="1247211" y="44215"/>
                  <a:pt x="1249284" y="48361"/>
                </a:cubicBezTo>
                <a:cubicBezTo>
                  <a:pt x="1251356" y="52506"/>
                  <a:pt x="1252392" y="58234"/>
                  <a:pt x="1252392" y="65546"/>
                </a:cubicBezTo>
                <a:lnTo>
                  <a:pt x="1252392" y="99226"/>
                </a:lnTo>
                <a:cubicBezTo>
                  <a:pt x="1252392" y="103025"/>
                  <a:pt x="1252479" y="105962"/>
                  <a:pt x="1252652" y="108034"/>
                </a:cubicBezTo>
                <a:cubicBezTo>
                  <a:pt x="1252824" y="110107"/>
                  <a:pt x="1253098" y="111647"/>
                  <a:pt x="1253472" y="112654"/>
                </a:cubicBezTo>
                <a:cubicBezTo>
                  <a:pt x="1253846" y="113662"/>
                  <a:pt x="1254321" y="114468"/>
                  <a:pt x="1254897" y="115072"/>
                </a:cubicBezTo>
                <a:cubicBezTo>
                  <a:pt x="1255473" y="115677"/>
                  <a:pt x="1256178" y="116166"/>
                  <a:pt x="1257013" y="116541"/>
                </a:cubicBezTo>
                <a:cubicBezTo>
                  <a:pt x="1257847" y="116915"/>
                  <a:pt x="1259416" y="117390"/>
                  <a:pt x="1261719" y="117965"/>
                </a:cubicBezTo>
                <a:lnTo>
                  <a:pt x="1261719" y="123665"/>
                </a:lnTo>
                <a:lnTo>
                  <a:pt x="1229594" y="123665"/>
                </a:lnTo>
                <a:lnTo>
                  <a:pt x="1230371" y="112352"/>
                </a:lnTo>
                <a:moveTo>
                  <a:pt x="1227521" y="82904"/>
                </a:moveTo>
                <a:cubicBezTo>
                  <a:pt x="1218598" y="83134"/>
                  <a:pt x="1211991" y="84804"/>
                  <a:pt x="1207702" y="87913"/>
                </a:cubicBezTo>
                <a:cubicBezTo>
                  <a:pt x="1203413" y="91022"/>
                  <a:pt x="1201268" y="95570"/>
                  <a:pt x="1201268" y="101557"/>
                </a:cubicBezTo>
                <a:cubicBezTo>
                  <a:pt x="1201268" y="105127"/>
                  <a:pt x="1202247" y="107847"/>
                  <a:pt x="1204205" y="109718"/>
                </a:cubicBezTo>
                <a:cubicBezTo>
                  <a:pt x="1206162" y="111589"/>
                  <a:pt x="1208868" y="112525"/>
                  <a:pt x="1212322" y="112525"/>
                </a:cubicBezTo>
                <a:cubicBezTo>
                  <a:pt x="1214971" y="112525"/>
                  <a:pt x="1217475" y="111820"/>
                  <a:pt x="1219835" y="110409"/>
                </a:cubicBezTo>
                <a:cubicBezTo>
                  <a:pt x="1222196" y="108999"/>
                  <a:pt x="1224067" y="107113"/>
                  <a:pt x="1225449" y="104753"/>
                </a:cubicBezTo>
                <a:cubicBezTo>
                  <a:pt x="1226830" y="102392"/>
                  <a:pt x="1227521" y="99888"/>
                  <a:pt x="1227521" y="97239"/>
                </a:cubicBezTo>
                <a:lnTo>
                  <a:pt x="1227521" y="82904"/>
                </a:lnTo>
                <a:close/>
                <a:moveTo>
                  <a:pt x="1332492" y="113302"/>
                </a:moveTo>
                <a:cubicBezTo>
                  <a:pt x="1327426" y="117620"/>
                  <a:pt x="1322820" y="120657"/>
                  <a:pt x="1318675" y="122413"/>
                </a:cubicBezTo>
                <a:cubicBezTo>
                  <a:pt x="1314530" y="124169"/>
                  <a:pt x="1310154" y="125047"/>
                  <a:pt x="1305548" y="125047"/>
                </a:cubicBezTo>
                <a:cubicBezTo>
                  <a:pt x="1296970" y="125047"/>
                  <a:pt x="1290565" y="122730"/>
                  <a:pt x="1286334" y="118095"/>
                </a:cubicBezTo>
                <a:cubicBezTo>
                  <a:pt x="1282102" y="113460"/>
                  <a:pt x="1279986" y="106451"/>
                  <a:pt x="1279986" y="97067"/>
                </a:cubicBezTo>
                <a:lnTo>
                  <a:pt x="1279986" y="48792"/>
                </a:lnTo>
                <a:lnTo>
                  <a:pt x="1269192" y="48792"/>
                </a:lnTo>
                <a:lnTo>
                  <a:pt x="1269192" y="42834"/>
                </a:lnTo>
                <a:cubicBezTo>
                  <a:pt x="1272703" y="42258"/>
                  <a:pt x="1275294" y="41394"/>
                  <a:pt x="1276964" y="40243"/>
                </a:cubicBezTo>
                <a:cubicBezTo>
                  <a:pt x="1278633" y="39092"/>
                  <a:pt x="1279929" y="37551"/>
                  <a:pt x="1280850" y="35623"/>
                </a:cubicBezTo>
                <a:cubicBezTo>
                  <a:pt x="1281771" y="33694"/>
                  <a:pt x="1282505" y="31175"/>
                  <a:pt x="1283052" y="28066"/>
                </a:cubicBezTo>
                <a:cubicBezTo>
                  <a:pt x="1283599" y="24958"/>
                  <a:pt x="1284016" y="21071"/>
                  <a:pt x="1284304" y="16408"/>
                </a:cubicBezTo>
                <a:lnTo>
                  <a:pt x="1304944" y="16408"/>
                </a:lnTo>
                <a:lnTo>
                  <a:pt x="1304944" y="37998"/>
                </a:lnTo>
                <a:lnTo>
                  <a:pt x="1329556" y="37998"/>
                </a:lnTo>
                <a:lnTo>
                  <a:pt x="1329556" y="48792"/>
                </a:lnTo>
                <a:lnTo>
                  <a:pt x="1304944" y="48792"/>
                </a:lnTo>
                <a:lnTo>
                  <a:pt x="1304944" y="87740"/>
                </a:lnTo>
                <a:cubicBezTo>
                  <a:pt x="1304944" y="94246"/>
                  <a:pt x="1305246" y="99053"/>
                  <a:pt x="1305851" y="102162"/>
                </a:cubicBezTo>
                <a:cubicBezTo>
                  <a:pt x="1306455" y="105271"/>
                  <a:pt x="1307477" y="107559"/>
                  <a:pt x="1308916" y="109027"/>
                </a:cubicBezTo>
                <a:cubicBezTo>
                  <a:pt x="1310356" y="110495"/>
                  <a:pt x="1312140" y="111230"/>
                  <a:pt x="1314271" y="111230"/>
                </a:cubicBezTo>
                <a:cubicBezTo>
                  <a:pt x="1315883" y="111230"/>
                  <a:pt x="1317322" y="111086"/>
                  <a:pt x="1318589" y="110798"/>
                </a:cubicBezTo>
                <a:cubicBezTo>
                  <a:pt x="1319855" y="110510"/>
                  <a:pt x="1321194" y="109992"/>
                  <a:pt x="1322604" y="109243"/>
                </a:cubicBezTo>
                <a:cubicBezTo>
                  <a:pt x="1324015" y="108495"/>
                  <a:pt x="1325497" y="107430"/>
                  <a:pt x="1327052" y="106048"/>
                </a:cubicBezTo>
                <a:lnTo>
                  <a:pt x="1332492" y="113302"/>
                </a:lnTo>
                <a:close/>
                <a:moveTo>
                  <a:pt x="1415248" y="107948"/>
                </a:moveTo>
                <a:cubicBezTo>
                  <a:pt x="1409376" y="114166"/>
                  <a:pt x="1403561" y="118570"/>
                  <a:pt x="1397804" y="121161"/>
                </a:cubicBezTo>
                <a:cubicBezTo>
                  <a:pt x="1392047" y="123751"/>
                  <a:pt x="1385426" y="125047"/>
                  <a:pt x="1377941" y="125047"/>
                </a:cubicBezTo>
                <a:cubicBezTo>
                  <a:pt x="1364527" y="125047"/>
                  <a:pt x="1354438" y="121377"/>
                  <a:pt x="1347673" y="114036"/>
                </a:cubicBezTo>
                <a:cubicBezTo>
                  <a:pt x="1340908" y="106696"/>
                  <a:pt x="1337526" y="95800"/>
                  <a:pt x="1337526" y="81350"/>
                </a:cubicBezTo>
                <a:cubicBezTo>
                  <a:pt x="1337526" y="72023"/>
                  <a:pt x="1339267" y="63977"/>
                  <a:pt x="1342750" y="57212"/>
                </a:cubicBezTo>
                <a:cubicBezTo>
                  <a:pt x="1346234" y="50448"/>
                  <a:pt x="1351170" y="45324"/>
                  <a:pt x="1357561" y="41841"/>
                </a:cubicBezTo>
                <a:cubicBezTo>
                  <a:pt x="1363951" y="38357"/>
                  <a:pt x="1371378" y="36616"/>
                  <a:pt x="1379841" y="36616"/>
                </a:cubicBezTo>
                <a:cubicBezTo>
                  <a:pt x="1385080" y="36616"/>
                  <a:pt x="1389672" y="37220"/>
                  <a:pt x="1393615" y="38429"/>
                </a:cubicBezTo>
                <a:cubicBezTo>
                  <a:pt x="1397559" y="39638"/>
                  <a:pt x="1400942" y="41322"/>
                  <a:pt x="1403763" y="43481"/>
                </a:cubicBezTo>
                <a:cubicBezTo>
                  <a:pt x="1406584" y="45640"/>
                  <a:pt x="1408915" y="48246"/>
                  <a:pt x="1410758" y="51297"/>
                </a:cubicBezTo>
                <a:cubicBezTo>
                  <a:pt x="1412945" y="54924"/>
                  <a:pt x="1414586" y="59069"/>
                  <a:pt x="1415680" y="63732"/>
                </a:cubicBezTo>
                <a:cubicBezTo>
                  <a:pt x="1416831" y="68511"/>
                  <a:pt x="1417436" y="74297"/>
                  <a:pt x="1417494" y="81090"/>
                </a:cubicBezTo>
                <a:lnTo>
                  <a:pt x="1362742" y="81090"/>
                </a:lnTo>
                <a:cubicBezTo>
                  <a:pt x="1362800" y="91511"/>
                  <a:pt x="1364657" y="99183"/>
                  <a:pt x="1368312" y="104105"/>
                </a:cubicBezTo>
                <a:cubicBezTo>
                  <a:pt x="1371968" y="109027"/>
                  <a:pt x="1377538" y="111489"/>
                  <a:pt x="1385023" y="111489"/>
                </a:cubicBezTo>
                <a:cubicBezTo>
                  <a:pt x="1389398" y="111489"/>
                  <a:pt x="1393342" y="110668"/>
                  <a:pt x="1396854" y="109027"/>
                </a:cubicBezTo>
                <a:cubicBezTo>
                  <a:pt x="1400366" y="107387"/>
                  <a:pt x="1404166" y="104494"/>
                  <a:pt x="1408253" y="100348"/>
                </a:cubicBezTo>
                <a:lnTo>
                  <a:pt x="1415248" y="107948"/>
                </a:lnTo>
                <a:moveTo>
                  <a:pt x="1391931" y="71764"/>
                </a:moveTo>
                <a:cubicBezTo>
                  <a:pt x="1391701" y="62955"/>
                  <a:pt x="1390550" y="56392"/>
                  <a:pt x="1388477" y="52074"/>
                </a:cubicBezTo>
                <a:cubicBezTo>
                  <a:pt x="1386405" y="47756"/>
                  <a:pt x="1383065" y="45597"/>
                  <a:pt x="1378460" y="45597"/>
                </a:cubicBezTo>
                <a:cubicBezTo>
                  <a:pt x="1374026" y="45597"/>
                  <a:pt x="1370500" y="47843"/>
                  <a:pt x="1367881" y="52333"/>
                </a:cubicBezTo>
                <a:cubicBezTo>
                  <a:pt x="1365261" y="56824"/>
                  <a:pt x="1363692" y="63301"/>
                  <a:pt x="1363174" y="71764"/>
                </a:cubicBezTo>
                <a:lnTo>
                  <a:pt x="1391931" y="71764"/>
                </a:lnTo>
                <a:close/>
                <a:moveTo>
                  <a:pt x="1506084" y="101989"/>
                </a:moveTo>
                <a:cubicBezTo>
                  <a:pt x="1506084" y="105040"/>
                  <a:pt x="1506170" y="107358"/>
                  <a:pt x="1506343" y="108941"/>
                </a:cubicBezTo>
                <a:cubicBezTo>
                  <a:pt x="1506516" y="110524"/>
                  <a:pt x="1506832" y="111805"/>
                  <a:pt x="1507293" y="112784"/>
                </a:cubicBezTo>
                <a:cubicBezTo>
                  <a:pt x="1507754" y="113763"/>
                  <a:pt x="1508315" y="114554"/>
                  <a:pt x="1508977" y="115159"/>
                </a:cubicBezTo>
                <a:cubicBezTo>
                  <a:pt x="1509639" y="115763"/>
                  <a:pt x="1510560" y="116310"/>
                  <a:pt x="1511740" y="116800"/>
                </a:cubicBezTo>
                <a:cubicBezTo>
                  <a:pt x="1512921" y="117289"/>
                  <a:pt x="1514518" y="117678"/>
                  <a:pt x="1516533" y="117965"/>
                </a:cubicBezTo>
                <a:lnTo>
                  <a:pt x="1516533" y="123665"/>
                </a:lnTo>
                <a:lnTo>
                  <a:pt x="1470073" y="123665"/>
                </a:lnTo>
                <a:lnTo>
                  <a:pt x="1470073" y="117965"/>
                </a:lnTo>
                <a:cubicBezTo>
                  <a:pt x="1472203" y="117447"/>
                  <a:pt x="1473887" y="116843"/>
                  <a:pt x="1475125" y="116152"/>
                </a:cubicBezTo>
                <a:cubicBezTo>
                  <a:pt x="1476362" y="115461"/>
                  <a:pt x="1477284" y="114526"/>
                  <a:pt x="1477888" y="113345"/>
                </a:cubicBezTo>
                <a:cubicBezTo>
                  <a:pt x="1478493" y="112165"/>
                  <a:pt x="1478881" y="110654"/>
                  <a:pt x="1479054" y="108811"/>
                </a:cubicBezTo>
                <a:cubicBezTo>
                  <a:pt x="1479227" y="106969"/>
                  <a:pt x="1479313" y="104666"/>
                  <a:pt x="1479313" y="101903"/>
                </a:cubicBezTo>
                <a:lnTo>
                  <a:pt x="1479313" y="27548"/>
                </a:lnTo>
                <a:cubicBezTo>
                  <a:pt x="1479313" y="24842"/>
                  <a:pt x="1479241" y="22568"/>
                  <a:pt x="1479097" y="20726"/>
                </a:cubicBezTo>
                <a:cubicBezTo>
                  <a:pt x="1478953" y="18884"/>
                  <a:pt x="1478579" y="17387"/>
                  <a:pt x="1477974" y="16235"/>
                </a:cubicBezTo>
                <a:cubicBezTo>
                  <a:pt x="1477370" y="15084"/>
                  <a:pt x="1476449" y="14148"/>
                  <a:pt x="1475211" y="13429"/>
                </a:cubicBezTo>
                <a:cubicBezTo>
                  <a:pt x="1473973" y="12709"/>
                  <a:pt x="1472260" y="12061"/>
                  <a:pt x="1470073" y="11486"/>
                </a:cubicBezTo>
                <a:lnTo>
                  <a:pt x="1470073" y="5786"/>
                </a:lnTo>
                <a:lnTo>
                  <a:pt x="1553581" y="5786"/>
                </a:lnTo>
                <a:lnTo>
                  <a:pt x="1553581" y="33248"/>
                </a:lnTo>
                <a:lnTo>
                  <a:pt x="1541750" y="33248"/>
                </a:lnTo>
                <a:cubicBezTo>
                  <a:pt x="1539850" y="27779"/>
                  <a:pt x="1538238" y="24080"/>
                  <a:pt x="1536914" y="22151"/>
                </a:cubicBezTo>
                <a:cubicBezTo>
                  <a:pt x="1535590" y="20222"/>
                  <a:pt x="1534007" y="18697"/>
                  <a:pt x="1532164" y="17574"/>
                </a:cubicBezTo>
                <a:cubicBezTo>
                  <a:pt x="1530322" y="16451"/>
                  <a:pt x="1527184" y="15890"/>
                  <a:pt x="1522751" y="15890"/>
                </a:cubicBezTo>
                <a:lnTo>
                  <a:pt x="1506084" y="15890"/>
                </a:lnTo>
                <a:lnTo>
                  <a:pt x="1506084" y="59846"/>
                </a:lnTo>
                <a:lnTo>
                  <a:pt x="1517138" y="59846"/>
                </a:lnTo>
                <a:cubicBezTo>
                  <a:pt x="1519844" y="59846"/>
                  <a:pt x="1521931" y="59429"/>
                  <a:pt x="1523399" y="58594"/>
                </a:cubicBezTo>
                <a:cubicBezTo>
                  <a:pt x="1524867" y="57759"/>
                  <a:pt x="1526076" y="56363"/>
                  <a:pt x="1527026" y="54406"/>
                </a:cubicBezTo>
                <a:cubicBezTo>
                  <a:pt x="1527976" y="52448"/>
                  <a:pt x="1528767" y="49685"/>
                  <a:pt x="1529401" y="46115"/>
                </a:cubicBezTo>
                <a:lnTo>
                  <a:pt x="1539159" y="46115"/>
                </a:lnTo>
                <a:lnTo>
                  <a:pt x="1539159" y="83768"/>
                </a:lnTo>
                <a:lnTo>
                  <a:pt x="1529401" y="83768"/>
                </a:lnTo>
                <a:cubicBezTo>
                  <a:pt x="1528710" y="80141"/>
                  <a:pt x="1527875" y="77334"/>
                  <a:pt x="1526896" y="75348"/>
                </a:cubicBezTo>
                <a:cubicBezTo>
                  <a:pt x="1525918" y="73361"/>
                  <a:pt x="1524709" y="71965"/>
                  <a:pt x="1523269" y="71159"/>
                </a:cubicBezTo>
                <a:cubicBezTo>
                  <a:pt x="1521830" y="70353"/>
                  <a:pt x="1519786" y="69950"/>
                  <a:pt x="1517138" y="69950"/>
                </a:cubicBezTo>
                <a:lnTo>
                  <a:pt x="1506084" y="69950"/>
                </a:lnTo>
                <a:lnTo>
                  <a:pt x="1506084" y="101989"/>
                </a:lnTo>
                <a:close/>
                <a:moveTo>
                  <a:pt x="1598682" y="3541"/>
                </a:moveTo>
                <a:lnTo>
                  <a:pt x="1598682" y="24698"/>
                </a:lnTo>
                <a:lnTo>
                  <a:pt x="1575020" y="24698"/>
                </a:lnTo>
                <a:lnTo>
                  <a:pt x="1575020" y="3541"/>
                </a:lnTo>
                <a:lnTo>
                  <a:pt x="1598682" y="3541"/>
                </a:lnTo>
                <a:moveTo>
                  <a:pt x="1565866" y="117965"/>
                </a:moveTo>
                <a:cubicBezTo>
                  <a:pt x="1568687" y="117217"/>
                  <a:pt x="1570630" y="116238"/>
                  <a:pt x="1571695" y="115029"/>
                </a:cubicBezTo>
                <a:cubicBezTo>
                  <a:pt x="1572760" y="113820"/>
                  <a:pt x="1573480" y="112179"/>
                  <a:pt x="1573854" y="110107"/>
                </a:cubicBezTo>
                <a:cubicBezTo>
                  <a:pt x="1574228" y="108034"/>
                  <a:pt x="1574415" y="104263"/>
                  <a:pt x="1574415" y="98794"/>
                </a:cubicBezTo>
                <a:lnTo>
                  <a:pt x="1574415" y="58637"/>
                </a:lnTo>
                <a:cubicBezTo>
                  <a:pt x="1574415" y="55816"/>
                  <a:pt x="1574286" y="53542"/>
                  <a:pt x="1574027" y="51815"/>
                </a:cubicBezTo>
                <a:cubicBezTo>
                  <a:pt x="1573768" y="50088"/>
                  <a:pt x="1573278" y="48706"/>
                  <a:pt x="1572559" y="47670"/>
                </a:cubicBezTo>
                <a:cubicBezTo>
                  <a:pt x="1571839" y="46633"/>
                  <a:pt x="1570860" y="45842"/>
                  <a:pt x="1569622" y="45295"/>
                </a:cubicBezTo>
                <a:cubicBezTo>
                  <a:pt x="1568385" y="44748"/>
                  <a:pt x="1566787" y="44273"/>
                  <a:pt x="1564830" y="43870"/>
                </a:cubicBezTo>
                <a:lnTo>
                  <a:pt x="1564830" y="37998"/>
                </a:lnTo>
                <a:lnTo>
                  <a:pt x="1588578" y="37307"/>
                </a:lnTo>
                <a:lnTo>
                  <a:pt x="1599373" y="37307"/>
                </a:lnTo>
                <a:lnTo>
                  <a:pt x="1599373" y="98708"/>
                </a:lnTo>
                <a:cubicBezTo>
                  <a:pt x="1599373" y="101932"/>
                  <a:pt x="1599416" y="104422"/>
                  <a:pt x="1599502" y="106178"/>
                </a:cubicBezTo>
                <a:cubicBezTo>
                  <a:pt x="1599589" y="107933"/>
                  <a:pt x="1599718" y="109286"/>
                  <a:pt x="1599891" y="110236"/>
                </a:cubicBezTo>
                <a:cubicBezTo>
                  <a:pt x="1600064" y="111186"/>
                  <a:pt x="1600308" y="112036"/>
                  <a:pt x="1600625" y="112784"/>
                </a:cubicBezTo>
                <a:cubicBezTo>
                  <a:pt x="1600942" y="113532"/>
                  <a:pt x="1601359" y="114223"/>
                  <a:pt x="1601877" y="114857"/>
                </a:cubicBezTo>
                <a:cubicBezTo>
                  <a:pt x="1602395" y="115490"/>
                  <a:pt x="1603144" y="116066"/>
                  <a:pt x="1604123" y="116584"/>
                </a:cubicBezTo>
                <a:cubicBezTo>
                  <a:pt x="1605101" y="117102"/>
                  <a:pt x="1606397" y="117562"/>
                  <a:pt x="1608009" y="117965"/>
                </a:cubicBezTo>
                <a:lnTo>
                  <a:pt x="1608009" y="123665"/>
                </a:lnTo>
                <a:lnTo>
                  <a:pt x="1565866" y="123665"/>
                </a:lnTo>
                <a:lnTo>
                  <a:pt x="1565866" y="117965"/>
                </a:lnTo>
                <a:close/>
                <a:moveTo>
                  <a:pt x="1654668" y="98708"/>
                </a:moveTo>
                <a:cubicBezTo>
                  <a:pt x="1654668" y="104177"/>
                  <a:pt x="1654841" y="107948"/>
                  <a:pt x="1655187" y="110020"/>
                </a:cubicBezTo>
                <a:cubicBezTo>
                  <a:pt x="1655532" y="112093"/>
                  <a:pt x="1656237" y="113748"/>
                  <a:pt x="1657302" y="114986"/>
                </a:cubicBezTo>
                <a:cubicBezTo>
                  <a:pt x="1658367" y="116224"/>
                  <a:pt x="1660368" y="117217"/>
                  <a:pt x="1663304" y="117965"/>
                </a:cubicBezTo>
                <a:lnTo>
                  <a:pt x="1663304" y="123665"/>
                </a:lnTo>
                <a:lnTo>
                  <a:pt x="1620989" y="123665"/>
                </a:lnTo>
                <a:lnTo>
                  <a:pt x="1620989" y="117965"/>
                </a:lnTo>
                <a:cubicBezTo>
                  <a:pt x="1622716" y="117562"/>
                  <a:pt x="1624069" y="117087"/>
                  <a:pt x="1625048" y="116541"/>
                </a:cubicBezTo>
                <a:cubicBezTo>
                  <a:pt x="1626026" y="115994"/>
                  <a:pt x="1626789" y="115360"/>
                  <a:pt x="1627336" y="114641"/>
                </a:cubicBezTo>
                <a:cubicBezTo>
                  <a:pt x="1627883" y="113921"/>
                  <a:pt x="1628358" y="113000"/>
                  <a:pt x="1628761" y="111877"/>
                </a:cubicBezTo>
                <a:cubicBezTo>
                  <a:pt x="1629164" y="110755"/>
                  <a:pt x="1629423" y="109200"/>
                  <a:pt x="1629538" y="107214"/>
                </a:cubicBezTo>
                <a:cubicBezTo>
                  <a:pt x="1629653" y="105228"/>
                  <a:pt x="1629711" y="102392"/>
                  <a:pt x="1629711" y="98708"/>
                </a:cubicBezTo>
                <a:lnTo>
                  <a:pt x="1629711" y="31348"/>
                </a:lnTo>
                <a:cubicBezTo>
                  <a:pt x="1629711" y="26397"/>
                  <a:pt x="1629668" y="22755"/>
                  <a:pt x="1629581" y="20424"/>
                </a:cubicBezTo>
                <a:cubicBezTo>
                  <a:pt x="1629495" y="18092"/>
                  <a:pt x="1629322" y="16135"/>
                  <a:pt x="1629063" y="14551"/>
                </a:cubicBezTo>
                <a:cubicBezTo>
                  <a:pt x="1628804" y="12968"/>
                  <a:pt x="1628372" y="11702"/>
                  <a:pt x="1627768" y="10752"/>
                </a:cubicBezTo>
                <a:cubicBezTo>
                  <a:pt x="1627163" y="9802"/>
                  <a:pt x="1626314" y="9039"/>
                  <a:pt x="1625220" y="8463"/>
                </a:cubicBezTo>
                <a:cubicBezTo>
                  <a:pt x="1624126" y="7887"/>
                  <a:pt x="1622370" y="7369"/>
                  <a:pt x="1619952" y="6909"/>
                </a:cubicBezTo>
                <a:lnTo>
                  <a:pt x="1619952" y="1209"/>
                </a:lnTo>
                <a:lnTo>
                  <a:pt x="1643874" y="0"/>
                </a:lnTo>
                <a:lnTo>
                  <a:pt x="1654668" y="0"/>
                </a:lnTo>
                <a:lnTo>
                  <a:pt x="1654668" y="98708"/>
                </a:lnTo>
                <a:close/>
                <a:moveTo>
                  <a:pt x="1709141" y="98708"/>
                </a:moveTo>
                <a:cubicBezTo>
                  <a:pt x="1709141" y="104177"/>
                  <a:pt x="1709314" y="107948"/>
                  <a:pt x="1709659" y="110020"/>
                </a:cubicBezTo>
                <a:cubicBezTo>
                  <a:pt x="1710005" y="112093"/>
                  <a:pt x="1710710" y="113748"/>
                  <a:pt x="1711775" y="114986"/>
                </a:cubicBezTo>
                <a:cubicBezTo>
                  <a:pt x="1712840" y="116224"/>
                  <a:pt x="1714841" y="117217"/>
                  <a:pt x="1717777" y="117965"/>
                </a:cubicBezTo>
                <a:lnTo>
                  <a:pt x="1717777" y="123665"/>
                </a:lnTo>
                <a:lnTo>
                  <a:pt x="1675462" y="123665"/>
                </a:lnTo>
                <a:lnTo>
                  <a:pt x="1675462" y="117965"/>
                </a:lnTo>
                <a:cubicBezTo>
                  <a:pt x="1677189" y="117562"/>
                  <a:pt x="1678542" y="117087"/>
                  <a:pt x="1679520" y="116541"/>
                </a:cubicBezTo>
                <a:cubicBezTo>
                  <a:pt x="1680499" y="115994"/>
                  <a:pt x="1681262" y="115360"/>
                  <a:pt x="1681809" y="114641"/>
                </a:cubicBezTo>
                <a:cubicBezTo>
                  <a:pt x="1682356" y="113921"/>
                  <a:pt x="1682831" y="113000"/>
                  <a:pt x="1683234" y="111877"/>
                </a:cubicBezTo>
                <a:cubicBezTo>
                  <a:pt x="1683637" y="110755"/>
                  <a:pt x="1683896" y="109200"/>
                  <a:pt x="1684011" y="107214"/>
                </a:cubicBezTo>
                <a:cubicBezTo>
                  <a:pt x="1684126" y="105228"/>
                  <a:pt x="1684184" y="102392"/>
                  <a:pt x="1684184" y="98708"/>
                </a:cubicBezTo>
                <a:lnTo>
                  <a:pt x="1684184" y="31348"/>
                </a:lnTo>
                <a:cubicBezTo>
                  <a:pt x="1684184" y="26397"/>
                  <a:pt x="1684141" y="22755"/>
                  <a:pt x="1684054" y="20424"/>
                </a:cubicBezTo>
                <a:cubicBezTo>
                  <a:pt x="1683968" y="18092"/>
                  <a:pt x="1683795" y="16135"/>
                  <a:pt x="1683536" y="14551"/>
                </a:cubicBezTo>
                <a:cubicBezTo>
                  <a:pt x="1683277" y="12968"/>
                  <a:pt x="1682845" y="11702"/>
                  <a:pt x="1682241" y="10752"/>
                </a:cubicBezTo>
                <a:cubicBezTo>
                  <a:pt x="1681636" y="9802"/>
                  <a:pt x="1680787" y="9039"/>
                  <a:pt x="1679693" y="8463"/>
                </a:cubicBezTo>
                <a:cubicBezTo>
                  <a:pt x="1678599" y="7887"/>
                  <a:pt x="1676843" y="7369"/>
                  <a:pt x="1674425" y="6909"/>
                </a:cubicBezTo>
                <a:lnTo>
                  <a:pt x="1674425" y="1209"/>
                </a:lnTo>
                <a:lnTo>
                  <a:pt x="1698346" y="0"/>
                </a:lnTo>
                <a:lnTo>
                  <a:pt x="1709141" y="0"/>
                </a:lnTo>
                <a:lnTo>
                  <a:pt x="1709141" y="98708"/>
                </a:lnTo>
                <a:close/>
                <a:moveTo>
                  <a:pt x="1764046" y="3541"/>
                </a:moveTo>
                <a:lnTo>
                  <a:pt x="1764046" y="24698"/>
                </a:lnTo>
                <a:lnTo>
                  <a:pt x="1740384" y="24698"/>
                </a:lnTo>
                <a:lnTo>
                  <a:pt x="1740384" y="3541"/>
                </a:lnTo>
                <a:lnTo>
                  <a:pt x="1764046" y="3541"/>
                </a:lnTo>
                <a:moveTo>
                  <a:pt x="1731230" y="117965"/>
                </a:moveTo>
                <a:cubicBezTo>
                  <a:pt x="1734051" y="117217"/>
                  <a:pt x="1735994" y="116238"/>
                  <a:pt x="1737059" y="115029"/>
                </a:cubicBezTo>
                <a:cubicBezTo>
                  <a:pt x="1738124" y="113820"/>
                  <a:pt x="1738844" y="112179"/>
                  <a:pt x="1739218" y="110107"/>
                </a:cubicBezTo>
                <a:cubicBezTo>
                  <a:pt x="1739592" y="108034"/>
                  <a:pt x="1739779" y="104263"/>
                  <a:pt x="1739779" y="98794"/>
                </a:cubicBezTo>
                <a:lnTo>
                  <a:pt x="1739779" y="58637"/>
                </a:lnTo>
                <a:cubicBezTo>
                  <a:pt x="1739779" y="55816"/>
                  <a:pt x="1739650" y="53542"/>
                  <a:pt x="1739391" y="51815"/>
                </a:cubicBezTo>
                <a:cubicBezTo>
                  <a:pt x="1739131" y="50088"/>
                  <a:pt x="1738642" y="48706"/>
                  <a:pt x="1737922" y="47670"/>
                </a:cubicBezTo>
                <a:cubicBezTo>
                  <a:pt x="1737203" y="46633"/>
                  <a:pt x="1736224" y="45842"/>
                  <a:pt x="1734986" y="45295"/>
                </a:cubicBezTo>
                <a:cubicBezTo>
                  <a:pt x="1733748" y="44748"/>
                  <a:pt x="1732151" y="44273"/>
                  <a:pt x="1730193" y="43870"/>
                </a:cubicBezTo>
                <a:lnTo>
                  <a:pt x="1730193" y="37998"/>
                </a:lnTo>
                <a:lnTo>
                  <a:pt x="1753942" y="37307"/>
                </a:lnTo>
                <a:lnTo>
                  <a:pt x="1764737" y="37307"/>
                </a:lnTo>
                <a:lnTo>
                  <a:pt x="1764737" y="98708"/>
                </a:lnTo>
                <a:cubicBezTo>
                  <a:pt x="1764737" y="101932"/>
                  <a:pt x="1764780" y="104422"/>
                  <a:pt x="1764866" y="106178"/>
                </a:cubicBezTo>
                <a:cubicBezTo>
                  <a:pt x="1764953" y="107933"/>
                  <a:pt x="1765082" y="109286"/>
                  <a:pt x="1765255" y="110236"/>
                </a:cubicBezTo>
                <a:cubicBezTo>
                  <a:pt x="1765428" y="111186"/>
                  <a:pt x="1765672" y="112036"/>
                  <a:pt x="1765989" y="112784"/>
                </a:cubicBezTo>
                <a:cubicBezTo>
                  <a:pt x="1766306" y="113532"/>
                  <a:pt x="1766723" y="114223"/>
                  <a:pt x="1767241" y="114857"/>
                </a:cubicBezTo>
                <a:cubicBezTo>
                  <a:pt x="1767759" y="115490"/>
                  <a:pt x="1768508" y="116066"/>
                  <a:pt x="1769486" y="116584"/>
                </a:cubicBezTo>
                <a:cubicBezTo>
                  <a:pt x="1770465" y="117102"/>
                  <a:pt x="1771761" y="117562"/>
                  <a:pt x="1773373" y="117965"/>
                </a:cubicBezTo>
                <a:lnTo>
                  <a:pt x="1773373" y="123665"/>
                </a:lnTo>
                <a:lnTo>
                  <a:pt x="1731230" y="123665"/>
                </a:lnTo>
                <a:lnTo>
                  <a:pt x="1731230" y="117965"/>
                </a:lnTo>
                <a:close/>
                <a:moveTo>
                  <a:pt x="1881076" y="123665"/>
                </a:moveTo>
                <a:lnTo>
                  <a:pt x="1839192" y="123665"/>
                </a:lnTo>
                <a:lnTo>
                  <a:pt x="1839192" y="117965"/>
                </a:lnTo>
                <a:cubicBezTo>
                  <a:pt x="1841840" y="117332"/>
                  <a:pt x="1843683" y="116397"/>
                  <a:pt x="1844719" y="115159"/>
                </a:cubicBezTo>
                <a:cubicBezTo>
                  <a:pt x="1845755" y="113921"/>
                  <a:pt x="1846460" y="112251"/>
                  <a:pt x="1846835" y="110150"/>
                </a:cubicBezTo>
                <a:cubicBezTo>
                  <a:pt x="1847209" y="108049"/>
                  <a:pt x="1847396" y="104263"/>
                  <a:pt x="1847396" y="98794"/>
                </a:cubicBezTo>
                <a:lnTo>
                  <a:pt x="1847396" y="75736"/>
                </a:lnTo>
                <a:cubicBezTo>
                  <a:pt x="1847396" y="71649"/>
                  <a:pt x="1847310" y="68295"/>
                  <a:pt x="1847137" y="65675"/>
                </a:cubicBezTo>
                <a:cubicBezTo>
                  <a:pt x="1846964" y="63056"/>
                  <a:pt x="1846691" y="60911"/>
                  <a:pt x="1846316" y="59242"/>
                </a:cubicBezTo>
                <a:cubicBezTo>
                  <a:pt x="1845942" y="57572"/>
                  <a:pt x="1845424" y="56176"/>
                  <a:pt x="1844762" y="55053"/>
                </a:cubicBezTo>
                <a:cubicBezTo>
                  <a:pt x="1844100" y="53931"/>
                  <a:pt x="1843366" y="53010"/>
                  <a:pt x="1842560" y="52290"/>
                </a:cubicBezTo>
                <a:cubicBezTo>
                  <a:pt x="1841754" y="51570"/>
                  <a:pt x="1840833" y="51038"/>
                  <a:pt x="1839796" y="50692"/>
                </a:cubicBezTo>
                <a:cubicBezTo>
                  <a:pt x="1838760" y="50347"/>
                  <a:pt x="1837436" y="50174"/>
                  <a:pt x="1835824" y="50174"/>
                </a:cubicBezTo>
                <a:cubicBezTo>
                  <a:pt x="1833636" y="50174"/>
                  <a:pt x="1831362" y="50851"/>
                  <a:pt x="1829002" y="52204"/>
                </a:cubicBezTo>
                <a:cubicBezTo>
                  <a:pt x="1826641" y="53557"/>
                  <a:pt x="1824655" y="55428"/>
                  <a:pt x="1823043" y="57817"/>
                </a:cubicBezTo>
                <a:cubicBezTo>
                  <a:pt x="1821431" y="60206"/>
                  <a:pt x="1820625" y="62754"/>
                  <a:pt x="1820625" y="65460"/>
                </a:cubicBezTo>
                <a:lnTo>
                  <a:pt x="1820625" y="98708"/>
                </a:lnTo>
                <a:cubicBezTo>
                  <a:pt x="1820625" y="104177"/>
                  <a:pt x="1820798" y="107977"/>
                  <a:pt x="1821143" y="110107"/>
                </a:cubicBezTo>
                <a:cubicBezTo>
                  <a:pt x="1821488" y="112237"/>
                  <a:pt x="1822194" y="113921"/>
                  <a:pt x="1823259" y="115159"/>
                </a:cubicBezTo>
                <a:cubicBezTo>
                  <a:pt x="1824324" y="116397"/>
                  <a:pt x="1826209" y="117332"/>
                  <a:pt x="1828915" y="117965"/>
                </a:cubicBezTo>
                <a:lnTo>
                  <a:pt x="1828915" y="123665"/>
                </a:lnTo>
                <a:lnTo>
                  <a:pt x="1787204" y="123665"/>
                </a:lnTo>
                <a:lnTo>
                  <a:pt x="1787204" y="117965"/>
                </a:lnTo>
                <a:cubicBezTo>
                  <a:pt x="1789968" y="117217"/>
                  <a:pt x="1791882" y="116238"/>
                  <a:pt x="1792947" y="115029"/>
                </a:cubicBezTo>
                <a:cubicBezTo>
                  <a:pt x="1794012" y="113820"/>
                  <a:pt x="1794732" y="112179"/>
                  <a:pt x="1795106" y="110107"/>
                </a:cubicBezTo>
                <a:cubicBezTo>
                  <a:pt x="1795480" y="108034"/>
                  <a:pt x="1795667" y="104263"/>
                  <a:pt x="1795667" y="98794"/>
                </a:cubicBezTo>
                <a:lnTo>
                  <a:pt x="1795667" y="63301"/>
                </a:lnTo>
                <a:cubicBezTo>
                  <a:pt x="1795667" y="59040"/>
                  <a:pt x="1795595" y="55888"/>
                  <a:pt x="1795451" y="53844"/>
                </a:cubicBezTo>
                <a:cubicBezTo>
                  <a:pt x="1795307" y="51801"/>
                  <a:pt x="1794962" y="50160"/>
                  <a:pt x="1794415" y="48922"/>
                </a:cubicBezTo>
                <a:cubicBezTo>
                  <a:pt x="1793868" y="47684"/>
                  <a:pt x="1793033" y="46677"/>
                  <a:pt x="1791911" y="45899"/>
                </a:cubicBezTo>
                <a:cubicBezTo>
                  <a:pt x="1790788" y="45122"/>
                  <a:pt x="1788845" y="44446"/>
                  <a:pt x="1786082" y="43870"/>
                </a:cubicBezTo>
                <a:lnTo>
                  <a:pt x="1786082" y="37998"/>
                </a:lnTo>
                <a:lnTo>
                  <a:pt x="1809744" y="37307"/>
                </a:lnTo>
                <a:lnTo>
                  <a:pt x="1820625" y="37307"/>
                </a:lnTo>
                <a:lnTo>
                  <a:pt x="1819329" y="49742"/>
                </a:lnTo>
                <a:lnTo>
                  <a:pt x="1820366" y="50001"/>
                </a:lnTo>
                <a:cubicBezTo>
                  <a:pt x="1823935" y="46835"/>
                  <a:pt x="1827073" y="44345"/>
                  <a:pt x="1829779" y="42531"/>
                </a:cubicBezTo>
                <a:cubicBezTo>
                  <a:pt x="1832485" y="40718"/>
                  <a:pt x="1835320" y="39279"/>
                  <a:pt x="1838285" y="38214"/>
                </a:cubicBezTo>
                <a:cubicBezTo>
                  <a:pt x="1841250" y="37148"/>
                  <a:pt x="1844373" y="36616"/>
                  <a:pt x="1847655" y="36616"/>
                </a:cubicBezTo>
                <a:cubicBezTo>
                  <a:pt x="1852376" y="36616"/>
                  <a:pt x="1856291" y="37292"/>
                  <a:pt x="1859400" y="38645"/>
                </a:cubicBezTo>
                <a:cubicBezTo>
                  <a:pt x="1862509" y="39998"/>
                  <a:pt x="1865027" y="41970"/>
                  <a:pt x="1866956" y="44561"/>
                </a:cubicBezTo>
                <a:cubicBezTo>
                  <a:pt x="1868885" y="47152"/>
                  <a:pt x="1870266" y="50318"/>
                  <a:pt x="1871101" y="54060"/>
                </a:cubicBezTo>
                <a:cubicBezTo>
                  <a:pt x="1871936" y="57802"/>
                  <a:pt x="1872353" y="62149"/>
                  <a:pt x="1872353" y="67100"/>
                </a:cubicBezTo>
                <a:lnTo>
                  <a:pt x="1872353" y="98708"/>
                </a:lnTo>
                <a:cubicBezTo>
                  <a:pt x="1872353" y="101241"/>
                  <a:pt x="1872397" y="103616"/>
                  <a:pt x="1872483" y="105832"/>
                </a:cubicBezTo>
                <a:cubicBezTo>
                  <a:pt x="1872569" y="108049"/>
                  <a:pt x="1872785" y="109819"/>
                  <a:pt x="1873131" y="111143"/>
                </a:cubicBezTo>
                <a:cubicBezTo>
                  <a:pt x="1873476" y="112467"/>
                  <a:pt x="1873951" y="113547"/>
                  <a:pt x="1874556" y="114382"/>
                </a:cubicBezTo>
                <a:cubicBezTo>
                  <a:pt x="1875160" y="115216"/>
                  <a:pt x="1876009" y="115922"/>
                  <a:pt x="1877103" y="116497"/>
                </a:cubicBezTo>
                <a:cubicBezTo>
                  <a:pt x="1878197" y="117073"/>
                  <a:pt x="1879521" y="117562"/>
                  <a:pt x="1881076" y="117965"/>
                </a:cubicBezTo>
                <a:lnTo>
                  <a:pt x="1881076" y="123665"/>
                </a:lnTo>
                <a:close/>
                <a:moveTo>
                  <a:pt x="1976829" y="49570"/>
                </a:moveTo>
                <a:lnTo>
                  <a:pt x="1962062" y="47929"/>
                </a:lnTo>
                <a:lnTo>
                  <a:pt x="1961716" y="48879"/>
                </a:lnTo>
                <a:cubicBezTo>
                  <a:pt x="1963328" y="50491"/>
                  <a:pt x="1964667" y="52693"/>
                  <a:pt x="1965732" y="55485"/>
                </a:cubicBezTo>
                <a:cubicBezTo>
                  <a:pt x="1966797" y="58277"/>
                  <a:pt x="1967330" y="61631"/>
                  <a:pt x="1967330" y="65546"/>
                </a:cubicBezTo>
                <a:cubicBezTo>
                  <a:pt x="1967330" y="75564"/>
                  <a:pt x="1964293" y="83163"/>
                  <a:pt x="1958219" y="88345"/>
                </a:cubicBezTo>
                <a:cubicBezTo>
                  <a:pt x="1952145" y="93526"/>
                  <a:pt x="1943207" y="96117"/>
                  <a:pt x="1931405" y="96117"/>
                </a:cubicBezTo>
                <a:cubicBezTo>
                  <a:pt x="1925705" y="96117"/>
                  <a:pt x="1921042" y="95599"/>
                  <a:pt x="1917415" y="94562"/>
                </a:cubicBezTo>
                <a:cubicBezTo>
                  <a:pt x="1914536" y="97153"/>
                  <a:pt x="1913097" y="99945"/>
                  <a:pt x="1913097" y="102939"/>
                </a:cubicBezTo>
                <a:cubicBezTo>
                  <a:pt x="1913097" y="104666"/>
                  <a:pt x="1913456" y="105990"/>
                  <a:pt x="1914176" y="106912"/>
                </a:cubicBezTo>
                <a:cubicBezTo>
                  <a:pt x="1914896" y="107833"/>
                  <a:pt x="1916119" y="108538"/>
                  <a:pt x="1917846" y="109027"/>
                </a:cubicBezTo>
                <a:cubicBezTo>
                  <a:pt x="1919574" y="109517"/>
                  <a:pt x="1922020" y="109761"/>
                  <a:pt x="1925187" y="109761"/>
                </a:cubicBezTo>
                <a:lnTo>
                  <a:pt x="1946604" y="109761"/>
                </a:lnTo>
                <a:cubicBezTo>
                  <a:pt x="1956218" y="109761"/>
                  <a:pt x="1963415" y="111633"/>
                  <a:pt x="1968193" y="115375"/>
                </a:cubicBezTo>
                <a:cubicBezTo>
                  <a:pt x="1972972" y="119117"/>
                  <a:pt x="1975361" y="124932"/>
                  <a:pt x="1975361" y="132819"/>
                </a:cubicBezTo>
                <a:cubicBezTo>
                  <a:pt x="1975361" y="138979"/>
                  <a:pt x="1973619" y="144276"/>
                  <a:pt x="1970136" y="148709"/>
                </a:cubicBezTo>
                <a:cubicBezTo>
                  <a:pt x="1966653" y="153142"/>
                  <a:pt x="1961659" y="156524"/>
                  <a:pt x="1955153" y="158856"/>
                </a:cubicBezTo>
                <a:cubicBezTo>
                  <a:pt x="1948647" y="161188"/>
                  <a:pt x="1940933" y="162354"/>
                  <a:pt x="1932009" y="162354"/>
                </a:cubicBezTo>
                <a:cubicBezTo>
                  <a:pt x="1925503" y="162354"/>
                  <a:pt x="1919602" y="162066"/>
                  <a:pt x="1914306" y="161490"/>
                </a:cubicBezTo>
                <a:cubicBezTo>
                  <a:pt x="1909009" y="160914"/>
                  <a:pt x="1904490" y="159864"/>
                  <a:pt x="1900747" y="158338"/>
                </a:cubicBezTo>
                <a:cubicBezTo>
                  <a:pt x="1897005" y="156812"/>
                  <a:pt x="1894112" y="154725"/>
                  <a:pt x="1892068" y="152077"/>
                </a:cubicBezTo>
                <a:cubicBezTo>
                  <a:pt x="1890025" y="149429"/>
                  <a:pt x="1889003" y="146061"/>
                  <a:pt x="1889003" y="141973"/>
                </a:cubicBezTo>
                <a:cubicBezTo>
                  <a:pt x="1889003" y="138691"/>
                  <a:pt x="1890039" y="135669"/>
                  <a:pt x="1892112" y="132905"/>
                </a:cubicBezTo>
                <a:cubicBezTo>
                  <a:pt x="1894184" y="130142"/>
                  <a:pt x="1897092" y="127782"/>
                  <a:pt x="1900834" y="125824"/>
                </a:cubicBezTo>
                <a:cubicBezTo>
                  <a:pt x="1898416" y="124097"/>
                  <a:pt x="1896660" y="122111"/>
                  <a:pt x="1895566" y="119865"/>
                </a:cubicBezTo>
                <a:cubicBezTo>
                  <a:pt x="1894472" y="117620"/>
                  <a:pt x="1893925" y="114857"/>
                  <a:pt x="1893925" y="111575"/>
                </a:cubicBezTo>
                <a:cubicBezTo>
                  <a:pt x="1893925" y="108869"/>
                  <a:pt x="1894486" y="106336"/>
                  <a:pt x="1895609" y="103975"/>
                </a:cubicBezTo>
                <a:cubicBezTo>
                  <a:pt x="1896732" y="101615"/>
                  <a:pt x="1898229" y="99470"/>
                  <a:pt x="1900100" y="97542"/>
                </a:cubicBezTo>
                <a:cubicBezTo>
                  <a:pt x="1901971" y="95613"/>
                  <a:pt x="1904403" y="93497"/>
                  <a:pt x="1907397" y="91194"/>
                </a:cubicBezTo>
                <a:cubicBezTo>
                  <a:pt x="1902906" y="88661"/>
                  <a:pt x="1899510" y="85336"/>
                  <a:pt x="1897207" y="81220"/>
                </a:cubicBezTo>
                <a:cubicBezTo>
                  <a:pt x="1894904" y="77104"/>
                  <a:pt x="1893752" y="72282"/>
                  <a:pt x="1893752" y="66755"/>
                </a:cubicBezTo>
                <a:cubicBezTo>
                  <a:pt x="1893752" y="61401"/>
                  <a:pt x="1894717" y="56809"/>
                  <a:pt x="1896645" y="52981"/>
                </a:cubicBezTo>
                <a:cubicBezTo>
                  <a:pt x="1898574" y="49152"/>
                  <a:pt x="1901222" y="46029"/>
                  <a:pt x="1904590" y="43611"/>
                </a:cubicBezTo>
                <a:cubicBezTo>
                  <a:pt x="1907958" y="41193"/>
                  <a:pt x="1911931" y="39423"/>
                  <a:pt x="1916508" y="38300"/>
                </a:cubicBezTo>
                <a:cubicBezTo>
                  <a:pt x="1921085" y="37177"/>
                  <a:pt x="1926022" y="36616"/>
                  <a:pt x="1931318" y="36616"/>
                </a:cubicBezTo>
                <a:cubicBezTo>
                  <a:pt x="1934254" y="36616"/>
                  <a:pt x="1936845" y="36760"/>
                  <a:pt x="1939090" y="37048"/>
                </a:cubicBezTo>
                <a:cubicBezTo>
                  <a:pt x="1941336" y="37336"/>
                  <a:pt x="1943524" y="37652"/>
                  <a:pt x="1945654" y="37998"/>
                </a:cubicBezTo>
                <a:lnTo>
                  <a:pt x="1976829" y="37998"/>
                </a:lnTo>
                <a:lnTo>
                  <a:pt x="1976829" y="49570"/>
                </a:lnTo>
                <a:moveTo>
                  <a:pt x="1918537" y="65719"/>
                </a:moveTo>
                <a:cubicBezTo>
                  <a:pt x="1918537" y="72973"/>
                  <a:pt x="1919559" y="78370"/>
                  <a:pt x="1921603" y="81911"/>
                </a:cubicBezTo>
                <a:cubicBezTo>
                  <a:pt x="1923647" y="85452"/>
                  <a:pt x="1926856" y="87222"/>
                  <a:pt x="1931232" y="87222"/>
                </a:cubicBezTo>
                <a:cubicBezTo>
                  <a:pt x="1935204" y="87222"/>
                  <a:pt x="1938241" y="85581"/>
                  <a:pt x="1940343" y="82299"/>
                </a:cubicBezTo>
                <a:cubicBezTo>
                  <a:pt x="1942444" y="79018"/>
                  <a:pt x="1943495" y="74009"/>
                  <a:pt x="1943495" y="67273"/>
                </a:cubicBezTo>
                <a:cubicBezTo>
                  <a:pt x="1943495" y="60192"/>
                  <a:pt x="1942473" y="54794"/>
                  <a:pt x="1940429" y="51081"/>
                </a:cubicBezTo>
                <a:cubicBezTo>
                  <a:pt x="1938385" y="47368"/>
                  <a:pt x="1935262" y="45511"/>
                  <a:pt x="1931059" y="45511"/>
                </a:cubicBezTo>
                <a:cubicBezTo>
                  <a:pt x="1926799" y="45511"/>
                  <a:pt x="1923647" y="47166"/>
                  <a:pt x="1921603" y="50476"/>
                </a:cubicBezTo>
                <a:cubicBezTo>
                  <a:pt x="1919559" y="53787"/>
                  <a:pt x="1918537" y="58868"/>
                  <a:pt x="1918537" y="65719"/>
                </a:cubicBezTo>
                <a:moveTo>
                  <a:pt x="1915428" y="129192"/>
                </a:moveTo>
                <a:cubicBezTo>
                  <a:pt x="1913356" y="130804"/>
                  <a:pt x="1911787" y="132560"/>
                  <a:pt x="1910722" y="134460"/>
                </a:cubicBezTo>
                <a:cubicBezTo>
                  <a:pt x="1909657" y="136360"/>
                  <a:pt x="1909124" y="138548"/>
                  <a:pt x="1909124" y="141023"/>
                </a:cubicBezTo>
                <a:cubicBezTo>
                  <a:pt x="1909124" y="145168"/>
                  <a:pt x="1910923" y="148234"/>
                  <a:pt x="1914522" y="150220"/>
                </a:cubicBezTo>
                <a:cubicBezTo>
                  <a:pt x="1918120" y="152207"/>
                  <a:pt x="1923805" y="153200"/>
                  <a:pt x="1931577" y="153200"/>
                </a:cubicBezTo>
                <a:cubicBezTo>
                  <a:pt x="1938831" y="153200"/>
                  <a:pt x="1944344" y="151991"/>
                  <a:pt x="1948115" y="149573"/>
                </a:cubicBezTo>
                <a:cubicBezTo>
                  <a:pt x="1951886" y="147155"/>
                  <a:pt x="1953771" y="143758"/>
                  <a:pt x="1953771" y="139382"/>
                </a:cubicBezTo>
                <a:cubicBezTo>
                  <a:pt x="1953771" y="137425"/>
                  <a:pt x="1953426" y="135755"/>
                  <a:pt x="1952735" y="134374"/>
                </a:cubicBezTo>
                <a:cubicBezTo>
                  <a:pt x="1952044" y="132992"/>
                  <a:pt x="1950691" y="131840"/>
                  <a:pt x="1948676" y="130919"/>
                </a:cubicBezTo>
                <a:cubicBezTo>
                  <a:pt x="1946661" y="129998"/>
                  <a:pt x="1943811" y="129537"/>
                  <a:pt x="1940127" y="129537"/>
                </a:cubicBezTo>
                <a:lnTo>
                  <a:pt x="1925273" y="129537"/>
                </a:lnTo>
                <a:cubicBezTo>
                  <a:pt x="1921070" y="129537"/>
                  <a:pt x="1917789" y="129422"/>
                  <a:pt x="1915428" y="1291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868CD-101E-4EC8-893E-99B5FC4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932" y="377570"/>
            <a:ext cx="3405179" cy="268830"/>
          </a:xfrm>
          <a:custGeom xmlns:a="http://schemas.openxmlformats.org/drawingml/2006/main">
            <a:pathLst>
              <a:path w="3405179" h="268830" fill="none">
                <a:moveTo>
                  <a:pt x="0" y="268830"/>
                </a:moveTo>
                <a:lnTo>
                  <a:pt x="3405179" y="268830"/>
                </a:lnTo>
                <a:lnTo>
                  <a:pt x="3405179" y="0"/>
                </a:lnTo>
                <a:lnTo>
                  <a:pt x="0" y="0"/>
                </a:lnTo>
                <a:lnTo>
                  <a:pt x="0" y="2688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07" name="Text Token/Line-LevelCodeCompletion">
            <a:extLst xmlns:a="http://schemas.openxmlformats.org/drawingml/2006/main">
              <a:ext uri="{FF2B5EF4-FFF2-40B4-BE49-F238E27FC236}">
                <a16:creationId xmlns:a16="http://schemas.microsoft.com/office/drawing/2014/main" id="{DDC7EA5C-B2B4-4518-94FA-E5E4E68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409" y="454741"/>
            <a:ext cx="2940948" cy="160799"/>
          </a:xfrm>
          <a:custGeom xmlns:a="http://schemas.openxmlformats.org/drawingml/2006/main">
            <a:pathLst>
              <a:path w="2940948" h="160799">
                <a:moveTo>
                  <a:pt x="27030" y="123665"/>
                </a:moveTo>
                <a:lnTo>
                  <a:pt x="27030" y="117965"/>
                </a:lnTo>
                <a:cubicBezTo>
                  <a:pt x="29448" y="117562"/>
                  <a:pt x="31362" y="117030"/>
                  <a:pt x="32773" y="116368"/>
                </a:cubicBezTo>
                <a:cubicBezTo>
                  <a:pt x="34183" y="115706"/>
                  <a:pt x="35234" y="114770"/>
                  <a:pt x="35925" y="113561"/>
                </a:cubicBezTo>
                <a:cubicBezTo>
                  <a:pt x="36616" y="112352"/>
                  <a:pt x="37048" y="110812"/>
                  <a:pt x="37220" y="108941"/>
                </a:cubicBezTo>
                <a:cubicBezTo>
                  <a:pt x="37393" y="107070"/>
                  <a:pt x="37480" y="104753"/>
                  <a:pt x="37480" y="101989"/>
                </a:cubicBezTo>
                <a:lnTo>
                  <a:pt x="37480" y="15890"/>
                </a:lnTo>
                <a:lnTo>
                  <a:pt x="30484" y="15890"/>
                </a:lnTo>
                <a:cubicBezTo>
                  <a:pt x="27030" y="15890"/>
                  <a:pt x="24382" y="16293"/>
                  <a:pt x="22540" y="17099"/>
                </a:cubicBezTo>
                <a:cubicBezTo>
                  <a:pt x="20697" y="17905"/>
                  <a:pt x="19100" y="19172"/>
                  <a:pt x="17747" y="20899"/>
                </a:cubicBezTo>
                <a:cubicBezTo>
                  <a:pt x="16394" y="22626"/>
                  <a:pt x="15228" y="24943"/>
                  <a:pt x="14249" y="27851"/>
                </a:cubicBezTo>
                <a:cubicBezTo>
                  <a:pt x="13270" y="30758"/>
                  <a:pt x="12464" y="33507"/>
                  <a:pt x="11831" y="36098"/>
                </a:cubicBezTo>
                <a:lnTo>
                  <a:pt x="0" y="36098"/>
                </a:lnTo>
                <a:lnTo>
                  <a:pt x="0" y="5786"/>
                </a:lnTo>
                <a:lnTo>
                  <a:pt x="101644" y="5786"/>
                </a:lnTo>
                <a:lnTo>
                  <a:pt x="101644" y="36098"/>
                </a:lnTo>
                <a:lnTo>
                  <a:pt x="89813" y="36098"/>
                </a:lnTo>
                <a:cubicBezTo>
                  <a:pt x="88719" y="32183"/>
                  <a:pt x="87855" y="29304"/>
                  <a:pt x="87222" y="27462"/>
                </a:cubicBezTo>
                <a:cubicBezTo>
                  <a:pt x="86589" y="25620"/>
                  <a:pt x="85883" y="24051"/>
                  <a:pt x="85106" y="22755"/>
                </a:cubicBezTo>
                <a:cubicBezTo>
                  <a:pt x="84329" y="21460"/>
                  <a:pt x="83508" y="20381"/>
                  <a:pt x="82645" y="19517"/>
                </a:cubicBezTo>
                <a:cubicBezTo>
                  <a:pt x="81781" y="18653"/>
                  <a:pt x="80860" y="17963"/>
                  <a:pt x="79881" y="17444"/>
                </a:cubicBezTo>
                <a:cubicBezTo>
                  <a:pt x="78903" y="16926"/>
                  <a:pt x="77679" y="16538"/>
                  <a:pt x="76211" y="16279"/>
                </a:cubicBezTo>
                <a:cubicBezTo>
                  <a:pt x="74743" y="16019"/>
                  <a:pt x="72829" y="15890"/>
                  <a:pt x="70468" y="15890"/>
                </a:cubicBezTo>
                <a:lnTo>
                  <a:pt x="64251" y="15890"/>
                </a:lnTo>
                <a:lnTo>
                  <a:pt x="64251" y="101989"/>
                </a:lnTo>
                <a:cubicBezTo>
                  <a:pt x="64251" y="105040"/>
                  <a:pt x="64337" y="107358"/>
                  <a:pt x="64510" y="108941"/>
                </a:cubicBezTo>
                <a:cubicBezTo>
                  <a:pt x="64682" y="110524"/>
                  <a:pt x="64999" y="111805"/>
                  <a:pt x="65460" y="112784"/>
                </a:cubicBezTo>
                <a:cubicBezTo>
                  <a:pt x="65920" y="113763"/>
                  <a:pt x="66482" y="114554"/>
                  <a:pt x="67144" y="115159"/>
                </a:cubicBezTo>
                <a:cubicBezTo>
                  <a:pt x="67806" y="115763"/>
                  <a:pt x="68727" y="116310"/>
                  <a:pt x="69907" y="116800"/>
                </a:cubicBezTo>
                <a:cubicBezTo>
                  <a:pt x="71087" y="117289"/>
                  <a:pt x="72685" y="117678"/>
                  <a:pt x="74700" y="117965"/>
                </a:cubicBezTo>
                <a:lnTo>
                  <a:pt x="74700" y="123665"/>
                </a:lnTo>
                <a:lnTo>
                  <a:pt x="27030" y="123665"/>
                </a:lnTo>
                <a:close/>
                <a:moveTo>
                  <a:pt x="156626" y="125047"/>
                </a:moveTo>
                <a:cubicBezTo>
                  <a:pt x="148163" y="125047"/>
                  <a:pt x="140865" y="123564"/>
                  <a:pt x="134734" y="120599"/>
                </a:cubicBezTo>
                <a:cubicBezTo>
                  <a:pt x="128602" y="117634"/>
                  <a:pt x="123809" y="112885"/>
                  <a:pt x="120355" y="106350"/>
                </a:cubicBezTo>
                <a:cubicBezTo>
                  <a:pt x="116901" y="99816"/>
                  <a:pt x="115174" y="91511"/>
                  <a:pt x="115174" y="81436"/>
                </a:cubicBezTo>
                <a:cubicBezTo>
                  <a:pt x="115174" y="73721"/>
                  <a:pt x="116239" y="67043"/>
                  <a:pt x="118369" y="61401"/>
                </a:cubicBezTo>
                <a:cubicBezTo>
                  <a:pt x="120499" y="55759"/>
                  <a:pt x="123464" y="51095"/>
                  <a:pt x="127264" y="47411"/>
                </a:cubicBezTo>
                <a:cubicBezTo>
                  <a:pt x="131064" y="43726"/>
                  <a:pt x="135597" y="41006"/>
                  <a:pt x="140865" y="39250"/>
                </a:cubicBezTo>
                <a:cubicBezTo>
                  <a:pt x="146133" y="37494"/>
                  <a:pt x="151847" y="36616"/>
                  <a:pt x="158007" y="36616"/>
                </a:cubicBezTo>
                <a:cubicBezTo>
                  <a:pt x="171940" y="36616"/>
                  <a:pt x="182447" y="40286"/>
                  <a:pt x="189528" y="47627"/>
                </a:cubicBezTo>
                <a:cubicBezTo>
                  <a:pt x="196610" y="54967"/>
                  <a:pt x="200150" y="65719"/>
                  <a:pt x="200150" y="79881"/>
                </a:cubicBezTo>
                <a:cubicBezTo>
                  <a:pt x="200150" y="89899"/>
                  <a:pt x="198394" y="98290"/>
                  <a:pt x="194882" y="105055"/>
                </a:cubicBezTo>
                <a:cubicBezTo>
                  <a:pt x="191370" y="111820"/>
                  <a:pt x="186362" y="116843"/>
                  <a:pt x="179856" y="120124"/>
                </a:cubicBezTo>
                <a:cubicBezTo>
                  <a:pt x="173350" y="123406"/>
                  <a:pt x="165607" y="125047"/>
                  <a:pt x="156626" y="125047"/>
                </a:cubicBezTo>
                <a:moveTo>
                  <a:pt x="141427" y="79536"/>
                </a:moveTo>
                <a:cubicBezTo>
                  <a:pt x="141427" y="91741"/>
                  <a:pt x="142794" y="100881"/>
                  <a:pt x="145529" y="106955"/>
                </a:cubicBezTo>
                <a:cubicBezTo>
                  <a:pt x="148263" y="113029"/>
                  <a:pt x="152394" y="116066"/>
                  <a:pt x="157921" y="116066"/>
                </a:cubicBezTo>
                <a:cubicBezTo>
                  <a:pt x="160972" y="116066"/>
                  <a:pt x="163520" y="115288"/>
                  <a:pt x="165564" y="113734"/>
                </a:cubicBezTo>
                <a:cubicBezTo>
                  <a:pt x="167608" y="112179"/>
                  <a:pt x="169248" y="109934"/>
                  <a:pt x="170486" y="106998"/>
                </a:cubicBezTo>
                <a:cubicBezTo>
                  <a:pt x="171724" y="104062"/>
                  <a:pt x="172602" y="100535"/>
                  <a:pt x="173120" y="96419"/>
                </a:cubicBezTo>
                <a:cubicBezTo>
                  <a:pt x="173638" y="92303"/>
                  <a:pt x="173897" y="87682"/>
                  <a:pt x="173897" y="82559"/>
                </a:cubicBezTo>
                <a:cubicBezTo>
                  <a:pt x="173897" y="70181"/>
                  <a:pt x="172530" y="60926"/>
                  <a:pt x="169795" y="54794"/>
                </a:cubicBezTo>
                <a:cubicBezTo>
                  <a:pt x="167061" y="48663"/>
                  <a:pt x="163016" y="45597"/>
                  <a:pt x="157662" y="45597"/>
                </a:cubicBezTo>
                <a:cubicBezTo>
                  <a:pt x="153747" y="45597"/>
                  <a:pt x="150609" y="46835"/>
                  <a:pt x="148249" y="49311"/>
                </a:cubicBezTo>
                <a:cubicBezTo>
                  <a:pt x="145888" y="51786"/>
                  <a:pt x="144161" y="55500"/>
                  <a:pt x="143067" y="60451"/>
                </a:cubicBezTo>
                <a:cubicBezTo>
                  <a:pt x="141974" y="65402"/>
                  <a:pt x="141427" y="71764"/>
                  <a:pt x="141427" y="79536"/>
                </a:cubicBezTo>
                <a:close/>
                <a:moveTo>
                  <a:pt x="277138" y="69173"/>
                </a:moveTo>
                <a:lnTo>
                  <a:pt x="299418" y="102162"/>
                </a:lnTo>
                <a:cubicBezTo>
                  <a:pt x="302700" y="107056"/>
                  <a:pt x="305118" y="110423"/>
                  <a:pt x="306672" y="112266"/>
                </a:cubicBezTo>
                <a:cubicBezTo>
                  <a:pt x="308227" y="114108"/>
                  <a:pt x="309580" y="115418"/>
                  <a:pt x="310731" y="116195"/>
                </a:cubicBezTo>
                <a:cubicBezTo>
                  <a:pt x="311882" y="116972"/>
                  <a:pt x="313322" y="117562"/>
                  <a:pt x="315049" y="117965"/>
                </a:cubicBezTo>
                <a:lnTo>
                  <a:pt x="315049" y="123665"/>
                </a:lnTo>
                <a:lnTo>
                  <a:pt x="272820" y="123665"/>
                </a:lnTo>
                <a:lnTo>
                  <a:pt x="272820" y="117965"/>
                </a:lnTo>
                <a:cubicBezTo>
                  <a:pt x="275410" y="117447"/>
                  <a:pt x="276706" y="116094"/>
                  <a:pt x="276706" y="113907"/>
                </a:cubicBezTo>
                <a:cubicBezTo>
                  <a:pt x="276706" y="112410"/>
                  <a:pt x="276202" y="110639"/>
                  <a:pt x="275195" y="108596"/>
                </a:cubicBezTo>
                <a:cubicBezTo>
                  <a:pt x="274187" y="106552"/>
                  <a:pt x="272215" y="103371"/>
                  <a:pt x="269279" y="99053"/>
                </a:cubicBezTo>
                <a:lnTo>
                  <a:pt x="262629" y="89035"/>
                </a:lnTo>
                <a:cubicBezTo>
                  <a:pt x="261132" y="86790"/>
                  <a:pt x="259923" y="85164"/>
                  <a:pt x="259002" y="84156"/>
                </a:cubicBezTo>
                <a:cubicBezTo>
                  <a:pt x="258081" y="83149"/>
                  <a:pt x="257174" y="82386"/>
                  <a:pt x="256282" y="81868"/>
                </a:cubicBezTo>
                <a:cubicBezTo>
                  <a:pt x="255390" y="81350"/>
                  <a:pt x="254137" y="81090"/>
                  <a:pt x="252525" y="81090"/>
                </a:cubicBezTo>
                <a:lnTo>
                  <a:pt x="248380" y="81090"/>
                </a:lnTo>
                <a:lnTo>
                  <a:pt x="248380" y="98708"/>
                </a:lnTo>
                <a:cubicBezTo>
                  <a:pt x="248380" y="104177"/>
                  <a:pt x="248553" y="107948"/>
                  <a:pt x="248898" y="110020"/>
                </a:cubicBezTo>
                <a:cubicBezTo>
                  <a:pt x="249244" y="112093"/>
                  <a:pt x="249949" y="113748"/>
                  <a:pt x="251014" y="114986"/>
                </a:cubicBezTo>
                <a:cubicBezTo>
                  <a:pt x="252079" y="116224"/>
                  <a:pt x="254080" y="117217"/>
                  <a:pt x="257016" y="117965"/>
                </a:cubicBezTo>
                <a:lnTo>
                  <a:pt x="257016" y="123665"/>
                </a:lnTo>
                <a:lnTo>
                  <a:pt x="214701" y="123665"/>
                </a:lnTo>
                <a:lnTo>
                  <a:pt x="214701" y="117965"/>
                </a:lnTo>
                <a:cubicBezTo>
                  <a:pt x="216428" y="117562"/>
                  <a:pt x="217781" y="117087"/>
                  <a:pt x="218759" y="116541"/>
                </a:cubicBezTo>
                <a:cubicBezTo>
                  <a:pt x="219738" y="115994"/>
                  <a:pt x="220501" y="115360"/>
                  <a:pt x="221048" y="114641"/>
                </a:cubicBezTo>
                <a:cubicBezTo>
                  <a:pt x="221595" y="113921"/>
                  <a:pt x="222070" y="113000"/>
                  <a:pt x="222473" y="111877"/>
                </a:cubicBezTo>
                <a:cubicBezTo>
                  <a:pt x="222876" y="110755"/>
                  <a:pt x="223135" y="109200"/>
                  <a:pt x="223250" y="107214"/>
                </a:cubicBezTo>
                <a:cubicBezTo>
                  <a:pt x="223365" y="105228"/>
                  <a:pt x="223423" y="102392"/>
                  <a:pt x="223423" y="98708"/>
                </a:cubicBezTo>
                <a:lnTo>
                  <a:pt x="223423" y="31348"/>
                </a:lnTo>
                <a:cubicBezTo>
                  <a:pt x="223423" y="26397"/>
                  <a:pt x="223380" y="22755"/>
                  <a:pt x="223293" y="20424"/>
                </a:cubicBezTo>
                <a:cubicBezTo>
                  <a:pt x="223207" y="18092"/>
                  <a:pt x="223020" y="16135"/>
                  <a:pt x="222732" y="14551"/>
                </a:cubicBezTo>
                <a:cubicBezTo>
                  <a:pt x="222444" y="12968"/>
                  <a:pt x="222012" y="11702"/>
                  <a:pt x="221436" y="10752"/>
                </a:cubicBezTo>
                <a:cubicBezTo>
                  <a:pt x="220861" y="9802"/>
                  <a:pt x="220026" y="9039"/>
                  <a:pt x="218932" y="8463"/>
                </a:cubicBezTo>
                <a:cubicBezTo>
                  <a:pt x="217838" y="7887"/>
                  <a:pt x="216082" y="7369"/>
                  <a:pt x="213664" y="6909"/>
                </a:cubicBezTo>
                <a:lnTo>
                  <a:pt x="213664" y="1209"/>
                </a:lnTo>
                <a:lnTo>
                  <a:pt x="237672" y="0"/>
                </a:lnTo>
                <a:lnTo>
                  <a:pt x="248380" y="0"/>
                </a:lnTo>
                <a:lnTo>
                  <a:pt x="248380" y="72800"/>
                </a:lnTo>
                <a:lnTo>
                  <a:pt x="251230" y="72800"/>
                </a:lnTo>
                <a:cubicBezTo>
                  <a:pt x="253245" y="72800"/>
                  <a:pt x="254828" y="72599"/>
                  <a:pt x="255980" y="72196"/>
                </a:cubicBezTo>
                <a:cubicBezTo>
                  <a:pt x="257131" y="71793"/>
                  <a:pt x="258326" y="71145"/>
                  <a:pt x="259564" y="70252"/>
                </a:cubicBezTo>
                <a:cubicBezTo>
                  <a:pt x="260801" y="69360"/>
                  <a:pt x="262716" y="67748"/>
                  <a:pt x="265306" y="65416"/>
                </a:cubicBezTo>
                <a:cubicBezTo>
                  <a:pt x="267897" y="63085"/>
                  <a:pt x="269855" y="61012"/>
                  <a:pt x="271179" y="59199"/>
                </a:cubicBezTo>
                <a:cubicBezTo>
                  <a:pt x="272503" y="57385"/>
                  <a:pt x="273395" y="55802"/>
                  <a:pt x="273856" y="54449"/>
                </a:cubicBezTo>
                <a:cubicBezTo>
                  <a:pt x="274317" y="53096"/>
                  <a:pt x="274547" y="51786"/>
                  <a:pt x="274547" y="50520"/>
                </a:cubicBezTo>
                <a:cubicBezTo>
                  <a:pt x="274547" y="46547"/>
                  <a:pt x="272042" y="44215"/>
                  <a:pt x="267034" y="43525"/>
                </a:cubicBezTo>
                <a:lnTo>
                  <a:pt x="267034" y="37998"/>
                </a:lnTo>
                <a:lnTo>
                  <a:pt x="310213" y="37998"/>
                </a:lnTo>
                <a:lnTo>
                  <a:pt x="310213" y="43525"/>
                </a:lnTo>
                <a:cubicBezTo>
                  <a:pt x="307967" y="43870"/>
                  <a:pt x="305463" y="44906"/>
                  <a:pt x="302700" y="46633"/>
                </a:cubicBezTo>
                <a:cubicBezTo>
                  <a:pt x="299936" y="48361"/>
                  <a:pt x="295589" y="51988"/>
                  <a:pt x="289660" y="57515"/>
                </a:cubicBezTo>
                <a:lnTo>
                  <a:pt x="277138" y="69173"/>
                </a:lnTo>
                <a:close/>
                <a:moveTo>
                  <a:pt x="398055" y="107948"/>
                </a:moveTo>
                <a:cubicBezTo>
                  <a:pt x="392183" y="114166"/>
                  <a:pt x="386368" y="118570"/>
                  <a:pt x="380611" y="121161"/>
                </a:cubicBezTo>
                <a:cubicBezTo>
                  <a:pt x="374854" y="123751"/>
                  <a:pt x="368233" y="125047"/>
                  <a:pt x="360749" y="125047"/>
                </a:cubicBezTo>
                <a:cubicBezTo>
                  <a:pt x="347334" y="125047"/>
                  <a:pt x="337245" y="121377"/>
                  <a:pt x="330480" y="114036"/>
                </a:cubicBezTo>
                <a:cubicBezTo>
                  <a:pt x="323715" y="106696"/>
                  <a:pt x="320333" y="95800"/>
                  <a:pt x="320333" y="81350"/>
                </a:cubicBezTo>
                <a:cubicBezTo>
                  <a:pt x="320333" y="72023"/>
                  <a:pt x="322075" y="63977"/>
                  <a:pt x="325558" y="57212"/>
                </a:cubicBezTo>
                <a:cubicBezTo>
                  <a:pt x="329041" y="50448"/>
                  <a:pt x="333978" y="45324"/>
                  <a:pt x="340368" y="41841"/>
                </a:cubicBezTo>
                <a:cubicBezTo>
                  <a:pt x="346759" y="38357"/>
                  <a:pt x="354185" y="36616"/>
                  <a:pt x="362649" y="36616"/>
                </a:cubicBezTo>
                <a:cubicBezTo>
                  <a:pt x="367888" y="36616"/>
                  <a:pt x="372479" y="37220"/>
                  <a:pt x="376423" y="38429"/>
                </a:cubicBezTo>
                <a:cubicBezTo>
                  <a:pt x="380366" y="39638"/>
                  <a:pt x="383749" y="41322"/>
                  <a:pt x="386570" y="43481"/>
                </a:cubicBezTo>
                <a:cubicBezTo>
                  <a:pt x="389391" y="45640"/>
                  <a:pt x="391723" y="48246"/>
                  <a:pt x="393565" y="51297"/>
                </a:cubicBezTo>
                <a:cubicBezTo>
                  <a:pt x="395753" y="54924"/>
                  <a:pt x="397393" y="59069"/>
                  <a:pt x="398487" y="63732"/>
                </a:cubicBezTo>
                <a:cubicBezTo>
                  <a:pt x="399639" y="68511"/>
                  <a:pt x="400243" y="74297"/>
                  <a:pt x="400301" y="81090"/>
                </a:cubicBezTo>
                <a:lnTo>
                  <a:pt x="345550" y="81090"/>
                </a:lnTo>
                <a:cubicBezTo>
                  <a:pt x="345607" y="91511"/>
                  <a:pt x="347464" y="99183"/>
                  <a:pt x="351120" y="104105"/>
                </a:cubicBezTo>
                <a:cubicBezTo>
                  <a:pt x="354776" y="109027"/>
                  <a:pt x="360346" y="111489"/>
                  <a:pt x="367830" y="111489"/>
                </a:cubicBezTo>
                <a:cubicBezTo>
                  <a:pt x="372206" y="111489"/>
                  <a:pt x="376149" y="110668"/>
                  <a:pt x="379661" y="109027"/>
                </a:cubicBezTo>
                <a:cubicBezTo>
                  <a:pt x="383173" y="107387"/>
                  <a:pt x="386973" y="104494"/>
                  <a:pt x="391060" y="100348"/>
                </a:cubicBezTo>
                <a:lnTo>
                  <a:pt x="398055" y="107948"/>
                </a:lnTo>
                <a:moveTo>
                  <a:pt x="374739" y="71764"/>
                </a:moveTo>
                <a:cubicBezTo>
                  <a:pt x="374508" y="62955"/>
                  <a:pt x="373357" y="56392"/>
                  <a:pt x="371284" y="52074"/>
                </a:cubicBezTo>
                <a:cubicBezTo>
                  <a:pt x="369212" y="47756"/>
                  <a:pt x="365873" y="45597"/>
                  <a:pt x="361267" y="45597"/>
                </a:cubicBezTo>
                <a:cubicBezTo>
                  <a:pt x="356834" y="45597"/>
                  <a:pt x="353307" y="47843"/>
                  <a:pt x="350688" y="52333"/>
                </a:cubicBezTo>
                <a:cubicBezTo>
                  <a:pt x="348068" y="56824"/>
                  <a:pt x="346500" y="63301"/>
                  <a:pt x="345981" y="71764"/>
                </a:cubicBezTo>
                <a:lnTo>
                  <a:pt x="374739" y="71764"/>
                </a:lnTo>
                <a:close/>
                <a:moveTo>
                  <a:pt x="507686" y="123665"/>
                </a:moveTo>
                <a:lnTo>
                  <a:pt x="465802" y="123665"/>
                </a:lnTo>
                <a:lnTo>
                  <a:pt x="465802" y="117965"/>
                </a:lnTo>
                <a:cubicBezTo>
                  <a:pt x="468450" y="117332"/>
                  <a:pt x="470292" y="116397"/>
                  <a:pt x="471329" y="115159"/>
                </a:cubicBezTo>
                <a:cubicBezTo>
                  <a:pt x="472365" y="113921"/>
                  <a:pt x="473070" y="112251"/>
                  <a:pt x="473445" y="110150"/>
                </a:cubicBezTo>
                <a:cubicBezTo>
                  <a:pt x="473819" y="108049"/>
                  <a:pt x="474006" y="104263"/>
                  <a:pt x="474006" y="98794"/>
                </a:cubicBezTo>
                <a:lnTo>
                  <a:pt x="474006" y="75736"/>
                </a:lnTo>
                <a:cubicBezTo>
                  <a:pt x="474006" y="71649"/>
                  <a:pt x="473919" y="68295"/>
                  <a:pt x="473747" y="65675"/>
                </a:cubicBezTo>
                <a:cubicBezTo>
                  <a:pt x="473574" y="63056"/>
                  <a:pt x="473301" y="60911"/>
                  <a:pt x="472926" y="59242"/>
                </a:cubicBezTo>
                <a:cubicBezTo>
                  <a:pt x="472552" y="57572"/>
                  <a:pt x="472034" y="56176"/>
                  <a:pt x="471372" y="55053"/>
                </a:cubicBezTo>
                <a:cubicBezTo>
                  <a:pt x="470710" y="53931"/>
                  <a:pt x="469976" y="53010"/>
                  <a:pt x="469170" y="52290"/>
                </a:cubicBezTo>
                <a:cubicBezTo>
                  <a:pt x="468364" y="51570"/>
                  <a:pt x="467443" y="51038"/>
                  <a:pt x="466406" y="50692"/>
                </a:cubicBezTo>
                <a:cubicBezTo>
                  <a:pt x="465370" y="50347"/>
                  <a:pt x="464046" y="50174"/>
                  <a:pt x="462434" y="50174"/>
                </a:cubicBezTo>
                <a:cubicBezTo>
                  <a:pt x="460246" y="50174"/>
                  <a:pt x="457972" y="50851"/>
                  <a:pt x="455612" y="52204"/>
                </a:cubicBezTo>
                <a:cubicBezTo>
                  <a:pt x="453251" y="53557"/>
                  <a:pt x="451265" y="55428"/>
                  <a:pt x="449653" y="57817"/>
                </a:cubicBezTo>
                <a:cubicBezTo>
                  <a:pt x="448041" y="60206"/>
                  <a:pt x="447235" y="62754"/>
                  <a:pt x="447235" y="65460"/>
                </a:cubicBezTo>
                <a:lnTo>
                  <a:pt x="447235" y="98708"/>
                </a:lnTo>
                <a:cubicBezTo>
                  <a:pt x="447235" y="104177"/>
                  <a:pt x="447407" y="107977"/>
                  <a:pt x="447753" y="110107"/>
                </a:cubicBezTo>
                <a:cubicBezTo>
                  <a:pt x="448098" y="112237"/>
                  <a:pt x="448804" y="113921"/>
                  <a:pt x="449869" y="115159"/>
                </a:cubicBezTo>
                <a:cubicBezTo>
                  <a:pt x="450934" y="116397"/>
                  <a:pt x="452819" y="117332"/>
                  <a:pt x="455525" y="117965"/>
                </a:cubicBezTo>
                <a:lnTo>
                  <a:pt x="455525" y="123665"/>
                </a:lnTo>
                <a:lnTo>
                  <a:pt x="413814" y="123665"/>
                </a:lnTo>
                <a:lnTo>
                  <a:pt x="413814" y="117965"/>
                </a:lnTo>
                <a:cubicBezTo>
                  <a:pt x="416578" y="117217"/>
                  <a:pt x="418492" y="116238"/>
                  <a:pt x="419557" y="115029"/>
                </a:cubicBezTo>
                <a:cubicBezTo>
                  <a:pt x="420622" y="113820"/>
                  <a:pt x="421342" y="112179"/>
                  <a:pt x="421716" y="110107"/>
                </a:cubicBezTo>
                <a:cubicBezTo>
                  <a:pt x="422090" y="108034"/>
                  <a:pt x="422277" y="104263"/>
                  <a:pt x="422277" y="98794"/>
                </a:cubicBezTo>
                <a:lnTo>
                  <a:pt x="422277" y="63301"/>
                </a:lnTo>
                <a:cubicBezTo>
                  <a:pt x="422277" y="59040"/>
                  <a:pt x="422205" y="55888"/>
                  <a:pt x="422061" y="53844"/>
                </a:cubicBezTo>
                <a:cubicBezTo>
                  <a:pt x="421917" y="51801"/>
                  <a:pt x="421572" y="50160"/>
                  <a:pt x="421025" y="48922"/>
                </a:cubicBezTo>
                <a:cubicBezTo>
                  <a:pt x="420478" y="47684"/>
                  <a:pt x="419643" y="46677"/>
                  <a:pt x="418521" y="45899"/>
                </a:cubicBezTo>
                <a:cubicBezTo>
                  <a:pt x="417398" y="45122"/>
                  <a:pt x="415455" y="44446"/>
                  <a:pt x="412691" y="43870"/>
                </a:cubicBezTo>
                <a:lnTo>
                  <a:pt x="412691" y="37998"/>
                </a:lnTo>
                <a:lnTo>
                  <a:pt x="436354" y="37307"/>
                </a:lnTo>
                <a:lnTo>
                  <a:pt x="447235" y="37307"/>
                </a:lnTo>
                <a:lnTo>
                  <a:pt x="445939" y="49742"/>
                </a:lnTo>
                <a:lnTo>
                  <a:pt x="446976" y="50001"/>
                </a:lnTo>
                <a:cubicBezTo>
                  <a:pt x="450545" y="46835"/>
                  <a:pt x="453683" y="44345"/>
                  <a:pt x="456389" y="42531"/>
                </a:cubicBezTo>
                <a:cubicBezTo>
                  <a:pt x="459095" y="40718"/>
                  <a:pt x="461930" y="39279"/>
                  <a:pt x="464895" y="38214"/>
                </a:cubicBezTo>
                <a:cubicBezTo>
                  <a:pt x="467860" y="37148"/>
                  <a:pt x="470983" y="36616"/>
                  <a:pt x="474265" y="36616"/>
                </a:cubicBezTo>
                <a:cubicBezTo>
                  <a:pt x="478986" y="36616"/>
                  <a:pt x="482901" y="37292"/>
                  <a:pt x="486010" y="38645"/>
                </a:cubicBezTo>
                <a:cubicBezTo>
                  <a:pt x="489119" y="39998"/>
                  <a:pt x="491637" y="41970"/>
                  <a:pt x="493566" y="44561"/>
                </a:cubicBezTo>
                <a:cubicBezTo>
                  <a:pt x="495495" y="47152"/>
                  <a:pt x="496876" y="50318"/>
                  <a:pt x="497711" y="54060"/>
                </a:cubicBezTo>
                <a:cubicBezTo>
                  <a:pt x="498546" y="57802"/>
                  <a:pt x="498963" y="62149"/>
                  <a:pt x="498963" y="67100"/>
                </a:cubicBezTo>
                <a:lnTo>
                  <a:pt x="498963" y="98708"/>
                </a:lnTo>
                <a:cubicBezTo>
                  <a:pt x="498963" y="101241"/>
                  <a:pt x="499007" y="103616"/>
                  <a:pt x="499093" y="105832"/>
                </a:cubicBezTo>
                <a:cubicBezTo>
                  <a:pt x="499179" y="108049"/>
                  <a:pt x="499395" y="109819"/>
                  <a:pt x="499741" y="111143"/>
                </a:cubicBezTo>
                <a:cubicBezTo>
                  <a:pt x="500086" y="112467"/>
                  <a:pt x="500561" y="113547"/>
                  <a:pt x="501166" y="114382"/>
                </a:cubicBezTo>
                <a:cubicBezTo>
                  <a:pt x="501770" y="115216"/>
                  <a:pt x="502619" y="115922"/>
                  <a:pt x="503713" y="116497"/>
                </a:cubicBezTo>
                <a:cubicBezTo>
                  <a:pt x="504807" y="117073"/>
                  <a:pt x="506131" y="117562"/>
                  <a:pt x="507686" y="117965"/>
                </a:cubicBezTo>
                <a:lnTo>
                  <a:pt x="507686" y="123665"/>
                </a:lnTo>
                <a:close/>
                <a:moveTo>
                  <a:pt x="635077" y="86"/>
                </a:moveTo>
                <a:lnTo>
                  <a:pt x="572727" y="160799"/>
                </a:lnTo>
                <a:lnTo>
                  <a:pt x="555714" y="160799"/>
                </a:lnTo>
                <a:lnTo>
                  <a:pt x="618238" y="86"/>
                </a:lnTo>
                <a:lnTo>
                  <a:pt x="635077" y="86"/>
                </a:lnTo>
                <a:close/>
                <a:moveTo>
                  <a:pt x="734153" y="5786"/>
                </a:moveTo>
                <a:lnTo>
                  <a:pt x="734153" y="11486"/>
                </a:lnTo>
                <a:cubicBezTo>
                  <a:pt x="732080" y="12061"/>
                  <a:pt x="730439" y="12680"/>
                  <a:pt x="729230" y="13342"/>
                </a:cubicBezTo>
                <a:cubicBezTo>
                  <a:pt x="728021" y="14004"/>
                  <a:pt x="727086" y="14911"/>
                  <a:pt x="726424" y="16063"/>
                </a:cubicBezTo>
                <a:cubicBezTo>
                  <a:pt x="725761" y="17214"/>
                  <a:pt x="725330" y="18697"/>
                  <a:pt x="725128" y="20510"/>
                </a:cubicBezTo>
                <a:cubicBezTo>
                  <a:pt x="724927" y="22324"/>
                  <a:pt x="724826" y="24612"/>
                  <a:pt x="724826" y="27376"/>
                </a:cubicBezTo>
                <a:lnTo>
                  <a:pt x="724826" y="113388"/>
                </a:lnTo>
                <a:lnTo>
                  <a:pt x="741579" y="113388"/>
                </a:lnTo>
                <a:cubicBezTo>
                  <a:pt x="744919" y="113388"/>
                  <a:pt x="747596" y="112870"/>
                  <a:pt x="749611" y="111834"/>
                </a:cubicBezTo>
                <a:cubicBezTo>
                  <a:pt x="751626" y="110798"/>
                  <a:pt x="753367" y="109200"/>
                  <a:pt x="754835" y="107041"/>
                </a:cubicBezTo>
                <a:cubicBezTo>
                  <a:pt x="756304" y="104882"/>
                  <a:pt x="757570" y="102061"/>
                  <a:pt x="758635" y="98578"/>
                </a:cubicBezTo>
                <a:cubicBezTo>
                  <a:pt x="759700" y="95095"/>
                  <a:pt x="760549" y="91828"/>
                  <a:pt x="761183" y="88776"/>
                </a:cubicBezTo>
                <a:lnTo>
                  <a:pt x="773014" y="88776"/>
                </a:lnTo>
                <a:lnTo>
                  <a:pt x="771114" y="123665"/>
                </a:lnTo>
                <a:lnTo>
                  <a:pt x="688815" y="123665"/>
                </a:lnTo>
                <a:lnTo>
                  <a:pt x="688815" y="117965"/>
                </a:lnTo>
                <a:cubicBezTo>
                  <a:pt x="690945" y="117390"/>
                  <a:pt x="692629" y="116756"/>
                  <a:pt x="693866" y="116066"/>
                </a:cubicBezTo>
                <a:cubicBezTo>
                  <a:pt x="695104" y="115375"/>
                  <a:pt x="696025" y="114439"/>
                  <a:pt x="696630" y="113259"/>
                </a:cubicBezTo>
                <a:cubicBezTo>
                  <a:pt x="697234" y="112079"/>
                  <a:pt x="697623" y="110582"/>
                  <a:pt x="697796" y="108768"/>
                </a:cubicBezTo>
                <a:cubicBezTo>
                  <a:pt x="697968" y="106955"/>
                  <a:pt x="698055" y="104666"/>
                  <a:pt x="698055" y="101903"/>
                </a:cubicBezTo>
                <a:lnTo>
                  <a:pt x="698055" y="27548"/>
                </a:lnTo>
                <a:cubicBezTo>
                  <a:pt x="698055" y="24842"/>
                  <a:pt x="697983" y="22568"/>
                  <a:pt x="697839" y="20726"/>
                </a:cubicBezTo>
                <a:cubicBezTo>
                  <a:pt x="697695" y="18884"/>
                  <a:pt x="697321" y="17387"/>
                  <a:pt x="696716" y="16235"/>
                </a:cubicBezTo>
                <a:cubicBezTo>
                  <a:pt x="696112" y="15084"/>
                  <a:pt x="695191" y="14148"/>
                  <a:pt x="693953" y="13429"/>
                </a:cubicBezTo>
                <a:cubicBezTo>
                  <a:pt x="692715" y="12709"/>
                  <a:pt x="691002" y="12061"/>
                  <a:pt x="688815" y="11486"/>
                </a:cubicBezTo>
                <a:lnTo>
                  <a:pt x="688815" y="5786"/>
                </a:lnTo>
                <a:lnTo>
                  <a:pt x="734153" y="5786"/>
                </a:lnTo>
                <a:close/>
                <a:moveTo>
                  <a:pt x="817423" y="3541"/>
                </a:moveTo>
                <a:lnTo>
                  <a:pt x="817423" y="24698"/>
                </a:lnTo>
                <a:lnTo>
                  <a:pt x="793761" y="24698"/>
                </a:lnTo>
                <a:lnTo>
                  <a:pt x="793761" y="3541"/>
                </a:lnTo>
                <a:lnTo>
                  <a:pt x="817423" y="3541"/>
                </a:lnTo>
                <a:moveTo>
                  <a:pt x="784607" y="117965"/>
                </a:moveTo>
                <a:cubicBezTo>
                  <a:pt x="787428" y="117217"/>
                  <a:pt x="789371" y="116238"/>
                  <a:pt x="790436" y="115029"/>
                </a:cubicBezTo>
                <a:cubicBezTo>
                  <a:pt x="791501" y="113820"/>
                  <a:pt x="792221" y="112179"/>
                  <a:pt x="792595" y="110107"/>
                </a:cubicBezTo>
                <a:cubicBezTo>
                  <a:pt x="792969" y="108034"/>
                  <a:pt x="793156" y="104263"/>
                  <a:pt x="793156" y="98794"/>
                </a:cubicBezTo>
                <a:lnTo>
                  <a:pt x="793156" y="58637"/>
                </a:lnTo>
                <a:cubicBezTo>
                  <a:pt x="793156" y="55816"/>
                  <a:pt x="793027" y="53542"/>
                  <a:pt x="792768" y="51815"/>
                </a:cubicBezTo>
                <a:cubicBezTo>
                  <a:pt x="792509" y="50088"/>
                  <a:pt x="792019" y="48706"/>
                  <a:pt x="791300" y="47670"/>
                </a:cubicBezTo>
                <a:cubicBezTo>
                  <a:pt x="790580" y="46633"/>
                  <a:pt x="789601" y="45842"/>
                  <a:pt x="788364" y="45295"/>
                </a:cubicBezTo>
                <a:cubicBezTo>
                  <a:pt x="787126" y="44748"/>
                  <a:pt x="785528" y="44273"/>
                  <a:pt x="783571" y="43870"/>
                </a:cubicBezTo>
                <a:lnTo>
                  <a:pt x="783571" y="37998"/>
                </a:lnTo>
                <a:lnTo>
                  <a:pt x="807319" y="37307"/>
                </a:lnTo>
                <a:lnTo>
                  <a:pt x="818114" y="37307"/>
                </a:lnTo>
                <a:lnTo>
                  <a:pt x="818114" y="98708"/>
                </a:lnTo>
                <a:cubicBezTo>
                  <a:pt x="818114" y="101932"/>
                  <a:pt x="818157" y="104422"/>
                  <a:pt x="818244" y="106178"/>
                </a:cubicBezTo>
                <a:cubicBezTo>
                  <a:pt x="818330" y="107933"/>
                  <a:pt x="818459" y="109286"/>
                  <a:pt x="818632" y="110236"/>
                </a:cubicBezTo>
                <a:cubicBezTo>
                  <a:pt x="818805" y="111186"/>
                  <a:pt x="819050" y="112036"/>
                  <a:pt x="819366" y="112784"/>
                </a:cubicBezTo>
                <a:cubicBezTo>
                  <a:pt x="819683" y="113532"/>
                  <a:pt x="820100" y="114223"/>
                  <a:pt x="820618" y="114857"/>
                </a:cubicBezTo>
                <a:cubicBezTo>
                  <a:pt x="821137" y="115490"/>
                  <a:pt x="821885" y="116066"/>
                  <a:pt x="822864" y="116584"/>
                </a:cubicBezTo>
                <a:cubicBezTo>
                  <a:pt x="823842" y="117102"/>
                  <a:pt x="825138" y="117562"/>
                  <a:pt x="826750" y="117965"/>
                </a:cubicBezTo>
                <a:lnTo>
                  <a:pt x="826750" y="123665"/>
                </a:lnTo>
                <a:lnTo>
                  <a:pt x="784607" y="123665"/>
                </a:lnTo>
                <a:lnTo>
                  <a:pt x="784607" y="117965"/>
                </a:lnTo>
                <a:close/>
                <a:moveTo>
                  <a:pt x="934983" y="123665"/>
                </a:moveTo>
                <a:lnTo>
                  <a:pt x="893099" y="123665"/>
                </a:lnTo>
                <a:lnTo>
                  <a:pt x="893099" y="117965"/>
                </a:lnTo>
                <a:cubicBezTo>
                  <a:pt x="895748" y="117332"/>
                  <a:pt x="897590" y="116397"/>
                  <a:pt x="898626" y="115159"/>
                </a:cubicBezTo>
                <a:cubicBezTo>
                  <a:pt x="899663" y="113921"/>
                  <a:pt x="900368" y="112251"/>
                  <a:pt x="900742" y="110150"/>
                </a:cubicBezTo>
                <a:cubicBezTo>
                  <a:pt x="901116" y="108049"/>
                  <a:pt x="901304" y="104263"/>
                  <a:pt x="901304" y="98794"/>
                </a:cubicBezTo>
                <a:lnTo>
                  <a:pt x="901304" y="75736"/>
                </a:lnTo>
                <a:cubicBezTo>
                  <a:pt x="901304" y="71649"/>
                  <a:pt x="901217" y="68295"/>
                  <a:pt x="901044" y="65675"/>
                </a:cubicBezTo>
                <a:cubicBezTo>
                  <a:pt x="900872" y="63056"/>
                  <a:pt x="900598" y="60911"/>
                  <a:pt x="900224" y="59242"/>
                </a:cubicBezTo>
                <a:cubicBezTo>
                  <a:pt x="899850" y="57572"/>
                  <a:pt x="899332" y="56176"/>
                  <a:pt x="898670" y="55053"/>
                </a:cubicBezTo>
                <a:cubicBezTo>
                  <a:pt x="898008" y="53931"/>
                  <a:pt x="897273" y="53010"/>
                  <a:pt x="896467" y="52290"/>
                </a:cubicBezTo>
                <a:cubicBezTo>
                  <a:pt x="895661" y="51570"/>
                  <a:pt x="894740" y="51038"/>
                  <a:pt x="893704" y="50692"/>
                </a:cubicBezTo>
                <a:cubicBezTo>
                  <a:pt x="892668" y="50347"/>
                  <a:pt x="891344" y="50174"/>
                  <a:pt x="889732" y="50174"/>
                </a:cubicBezTo>
                <a:cubicBezTo>
                  <a:pt x="887544" y="50174"/>
                  <a:pt x="885270" y="50851"/>
                  <a:pt x="882909" y="52204"/>
                </a:cubicBezTo>
                <a:cubicBezTo>
                  <a:pt x="880549" y="53557"/>
                  <a:pt x="878563" y="55428"/>
                  <a:pt x="876950" y="57817"/>
                </a:cubicBezTo>
                <a:cubicBezTo>
                  <a:pt x="875338" y="60206"/>
                  <a:pt x="874532" y="62754"/>
                  <a:pt x="874532" y="65460"/>
                </a:cubicBezTo>
                <a:lnTo>
                  <a:pt x="874532" y="98708"/>
                </a:lnTo>
                <a:cubicBezTo>
                  <a:pt x="874532" y="104177"/>
                  <a:pt x="874705" y="107977"/>
                  <a:pt x="875051" y="110107"/>
                </a:cubicBezTo>
                <a:cubicBezTo>
                  <a:pt x="875396" y="112237"/>
                  <a:pt x="876101" y="113921"/>
                  <a:pt x="877166" y="115159"/>
                </a:cubicBezTo>
                <a:cubicBezTo>
                  <a:pt x="878231" y="116397"/>
                  <a:pt x="880117" y="117332"/>
                  <a:pt x="882823" y="117965"/>
                </a:cubicBezTo>
                <a:lnTo>
                  <a:pt x="882823" y="123665"/>
                </a:lnTo>
                <a:lnTo>
                  <a:pt x="841112" y="123665"/>
                </a:lnTo>
                <a:lnTo>
                  <a:pt x="841112" y="117965"/>
                </a:lnTo>
                <a:cubicBezTo>
                  <a:pt x="843875" y="117217"/>
                  <a:pt x="845790" y="116238"/>
                  <a:pt x="846855" y="115029"/>
                </a:cubicBezTo>
                <a:cubicBezTo>
                  <a:pt x="847920" y="113820"/>
                  <a:pt x="848639" y="112179"/>
                  <a:pt x="849014" y="110107"/>
                </a:cubicBezTo>
                <a:cubicBezTo>
                  <a:pt x="849388" y="108034"/>
                  <a:pt x="849575" y="104263"/>
                  <a:pt x="849575" y="98794"/>
                </a:cubicBezTo>
                <a:lnTo>
                  <a:pt x="849575" y="63301"/>
                </a:lnTo>
                <a:cubicBezTo>
                  <a:pt x="849575" y="59040"/>
                  <a:pt x="849503" y="55888"/>
                  <a:pt x="849359" y="53844"/>
                </a:cubicBezTo>
                <a:cubicBezTo>
                  <a:pt x="849215" y="51801"/>
                  <a:pt x="848870" y="50160"/>
                  <a:pt x="848323" y="48922"/>
                </a:cubicBezTo>
                <a:cubicBezTo>
                  <a:pt x="847776" y="47684"/>
                  <a:pt x="846941" y="46677"/>
                  <a:pt x="845818" y="45899"/>
                </a:cubicBezTo>
                <a:cubicBezTo>
                  <a:pt x="844696" y="45122"/>
                  <a:pt x="842753" y="44446"/>
                  <a:pt x="839989" y="43870"/>
                </a:cubicBezTo>
                <a:lnTo>
                  <a:pt x="839989" y="37998"/>
                </a:lnTo>
                <a:lnTo>
                  <a:pt x="863651" y="37307"/>
                </a:lnTo>
                <a:lnTo>
                  <a:pt x="874532" y="37307"/>
                </a:lnTo>
                <a:lnTo>
                  <a:pt x="873237" y="49742"/>
                </a:lnTo>
                <a:lnTo>
                  <a:pt x="874273" y="50001"/>
                </a:lnTo>
                <a:cubicBezTo>
                  <a:pt x="877843" y="46835"/>
                  <a:pt x="880981" y="44345"/>
                  <a:pt x="883686" y="42531"/>
                </a:cubicBezTo>
                <a:cubicBezTo>
                  <a:pt x="886392" y="40718"/>
                  <a:pt x="889228" y="39279"/>
                  <a:pt x="892193" y="38214"/>
                </a:cubicBezTo>
                <a:cubicBezTo>
                  <a:pt x="895158" y="37148"/>
                  <a:pt x="898281" y="36616"/>
                  <a:pt x="901563" y="36616"/>
                </a:cubicBezTo>
                <a:cubicBezTo>
                  <a:pt x="906284" y="36616"/>
                  <a:pt x="910198" y="37292"/>
                  <a:pt x="913307" y="38645"/>
                </a:cubicBezTo>
                <a:cubicBezTo>
                  <a:pt x="916416" y="39998"/>
                  <a:pt x="918935" y="41970"/>
                  <a:pt x="920864" y="44561"/>
                </a:cubicBezTo>
                <a:cubicBezTo>
                  <a:pt x="922792" y="47152"/>
                  <a:pt x="924174" y="50318"/>
                  <a:pt x="925009" y="54060"/>
                </a:cubicBezTo>
                <a:cubicBezTo>
                  <a:pt x="925844" y="57802"/>
                  <a:pt x="926261" y="62149"/>
                  <a:pt x="926261" y="67100"/>
                </a:cubicBezTo>
                <a:lnTo>
                  <a:pt x="926261" y="98708"/>
                </a:lnTo>
                <a:cubicBezTo>
                  <a:pt x="926261" y="101241"/>
                  <a:pt x="926304" y="103616"/>
                  <a:pt x="926391" y="105832"/>
                </a:cubicBezTo>
                <a:cubicBezTo>
                  <a:pt x="926477" y="108049"/>
                  <a:pt x="926693" y="109819"/>
                  <a:pt x="927038" y="111143"/>
                </a:cubicBezTo>
                <a:cubicBezTo>
                  <a:pt x="927384" y="112467"/>
                  <a:pt x="927859" y="113547"/>
                  <a:pt x="928463" y="114382"/>
                </a:cubicBezTo>
                <a:cubicBezTo>
                  <a:pt x="929068" y="115216"/>
                  <a:pt x="929917" y="115922"/>
                  <a:pt x="931011" y="116497"/>
                </a:cubicBezTo>
                <a:cubicBezTo>
                  <a:pt x="932105" y="117073"/>
                  <a:pt x="933429" y="117562"/>
                  <a:pt x="934983" y="117965"/>
                </a:cubicBezTo>
                <a:lnTo>
                  <a:pt x="934983" y="123665"/>
                </a:lnTo>
                <a:close/>
                <a:moveTo>
                  <a:pt x="1025383" y="107948"/>
                </a:moveTo>
                <a:cubicBezTo>
                  <a:pt x="1019510" y="114166"/>
                  <a:pt x="1013696" y="118570"/>
                  <a:pt x="1007938" y="121161"/>
                </a:cubicBezTo>
                <a:cubicBezTo>
                  <a:pt x="1002181" y="123751"/>
                  <a:pt x="995560" y="125047"/>
                  <a:pt x="988076" y="125047"/>
                </a:cubicBezTo>
                <a:cubicBezTo>
                  <a:pt x="974662" y="125047"/>
                  <a:pt x="964572" y="121377"/>
                  <a:pt x="957807" y="114036"/>
                </a:cubicBezTo>
                <a:cubicBezTo>
                  <a:pt x="951043" y="106696"/>
                  <a:pt x="947660" y="95800"/>
                  <a:pt x="947660" y="81350"/>
                </a:cubicBezTo>
                <a:cubicBezTo>
                  <a:pt x="947660" y="72023"/>
                  <a:pt x="949402" y="63977"/>
                  <a:pt x="952885" y="57212"/>
                </a:cubicBezTo>
                <a:cubicBezTo>
                  <a:pt x="956368" y="50448"/>
                  <a:pt x="961305" y="45324"/>
                  <a:pt x="967695" y="41841"/>
                </a:cubicBezTo>
                <a:cubicBezTo>
                  <a:pt x="974086" y="38357"/>
                  <a:pt x="981513" y="36616"/>
                  <a:pt x="989976" y="36616"/>
                </a:cubicBezTo>
                <a:cubicBezTo>
                  <a:pt x="995215" y="36616"/>
                  <a:pt x="999806" y="37220"/>
                  <a:pt x="1003750" y="38429"/>
                </a:cubicBezTo>
                <a:cubicBezTo>
                  <a:pt x="1007694" y="39638"/>
                  <a:pt x="1011076" y="41322"/>
                  <a:pt x="1013897" y="43481"/>
                </a:cubicBezTo>
                <a:cubicBezTo>
                  <a:pt x="1016718" y="45640"/>
                  <a:pt x="1019050" y="48246"/>
                  <a:pt x="1020892" y="51297"/>
                </a:cubicBezTo>
                <a:cubicBezTo>
                  <a:pt x="1023080" y="54924"/>
                  <a:pt x="1024721" y="59069"/>
                  <a:pt x="1025815" y="63732"/>
                </a:cubicBezTo>
                <a:cubicBezTo>
                  <a:pt x="1026966" y="68511"/>
                  <a:pt x="1027570" y="74297"/>
                  <a:pt x="1027628" y="81090"/>
                </a:cubicBezTo>
                <a:lnTo>
                  <a:pt x="972877" y="81090"/>
                </a:lnTo>
                <a:cubicBezTo>
                  <a:pt x="972934" y="91511"/>
                  <a:pt x="974791" y="99183"/>
                  <a:pt x="978447" y="104105"/>
                </a:cubicBezTo>
                <a:cubicBezTo>
                  <a:pt x="982103" y="109027"/>
                  <a:pt x="987673" y="111489"/>
                  <a:pt x="995157" y="111489"/>
                </a:cubicBezTo>
                <a:cubicBezTo>
                  <a:pt x="999533" y="111489"/>
                  <a:pt x="1003477" y="110668"/>
                  <a:pt x="1006988" y="109027"/>
                </a:cubicBezTo>
                <a:cubicBezTo>
                  <a:pt x="1010500" y="107387"/>
                  <a:pt x="1014300" y="104494"/>
                  <a:pt x="1018388" y="100348"/>
                </a:cubicBezTo>
                <a:lnTo>
                  <a:pt x="1025383" y="107948"/>
                </a:lnTo>
                <a:moveTo>
                  <a:pt x="1002066" y="71764"/>
                </a:moveTo>
                <a:cubicBezTo>
                  <a:pt x="1001836" y="62955"/>
                  <a:pt x="1000684" y="56392"/>
                  <a:pt x="998612" y="52074"/>
                </a:cubicBezTo>
                <a:cubicBezTo>
                  <a:pt x="996539" y="47756"/>
                  <a:pt x="993200" y="45597"/>
                  <a:pt x="988594" y="45597"/>
                </a:cubicBezTo>
                <a:cubicBezTo>
                  <a:pt x="984161" y="45597"/>
                  <a:pt x="980635" y="47843"/>
                  <a:pt x="978015" y="52333"/>
                </a:cubicBezTo>
                <a:cubicBezTo>
                  <a:pt x="975396" y="56824"/>
                  <a:pt x="973827" y="63301"/>
                  <a:pt x="973309" y="71764"/>
                </a:cubicBezTo>
                <a:lnTo>
                  <a:pt x="1002066" y="71764"/>
                </a:lnTo>
                <a:close/>
                <a:moveTo>
                  <a:pt x="1084507" y="85581"/>
                </a:moveTo>
                <a:lnTo>
                  <a:pt x="1043574" y="85581"/>
                </a:lnTo>
                <a:lnTo>
                  <a:pt x="1043574" y="67446"/>
                </a:lnTo>
                <a:lnTo>
                  <a:pt x="1084507" y="67446"/>
                </a:lnTo>
                <a:lnTo>
                  <a:pt x="1084507" y="85581"/>
                </a:lnTo>
                <a:close/>
                <a:moveTo>
                  <a:pt x="1146830" y="5786"/>
                </a:moveTo>
                <a:lnTo>
                  <a:pt x="1146830" y="11486"/>
                </a:lnTo>
                <a:cubicBezTo>
                  <a:pt x="1144757" y="12061"/>
                  <a:pt x="1143117" y="12680"/>
                  <a:pt x="1141907" y="13342"/>
                </a:cubicBezTo>
                <a:cubicBezTo>
                  <a:pt x="1140698" y="14004"/>
                  <a:pt x="1139763" y="14911"/>
                  <a:pt x="1139101" y="16063"/>
                </a:cubicBezTo>
                <a:cubicBezTo>
                  <a:pt x="1138439" y="17214"/>
                  <a:pt x="1138007" y="18697"/>
                  <a:pt x="1137805" y="20510"/>
                </a:cubicBezTo>
                <a:cubicBezTo>
                  <a:pt x="1137604" y="22324"/>
                  <a:pt x="1137503" y="24612"/>
                  <a:pt x="1137503" y="27376"/>
                </a:cubicBezTo>
                <a:lnTo>
                  <a:pt x="1137503" y="113388"/>
                </a:lnTo>
                <a:lnTo>
                  <a:pt x="1154257" y="113388"/>
                </a:lnTo>
                <a:cubicBezTo>
                  <a:pt x="1157596" y="113388"/>
                  <a:pt x="1160273" y="112870"/>
                  <a:pt x="1162288" y="111834"/>
                </a:cubicBezTo>
                <a:cubicBezTo>
                  <a:pt x="1164303" y="110798"/>
                  <a:pt x="1166045" y="109200"/>
                  <a:pt x="1167513" y="107041"/>
                </a:cubicBezTo>
                <a:cubicBezTo>
                  <a:pt x="1168981" y="104882"/>
                  <a:pt x="1170247" y="102061"/>
                  <a:pt x="1171313" y="98578"/>
                </a:cubicBezTo>
                <a:cubicBezTo>
                  <a:pt x="1172378" y="95095"/>
                  <a:pt x="1173227" y="91828"/>
                  <a:pt x="1173860" y="88776"/>
                </a:cubicBezTo>
                <a:lnTo>
                  <a:pt x="1185691" y="88776"/>
                </a:lnTo>
                <a:lnTo>
                  <a:pt x="1183791" y="123665"/>
                </a:lnTo>
                <a:lnTo>
                  <a:pt x="1101492" y="123665"/>
                </a:lnTo>
                <a:lnTo>
                  <a:pt x="1101492" y="117965"/>
                </a:lnTo>
                <a:cubicBezTo>
                  <a:pt x="1103622" y="117390"/>
                  <a:pt x="1105306" y="116756"/>
                  <a:pt x="1106544" y="116066"/>
                </a:cubicBezTo>
                <a:cubicBezTo>
                  <a:pt x="1107782" y="115375"/>
                  <a:pt x="1108703" y="114439"/>
                  <a:pt x="1109307" y="113259"/>
                </a:cubicBezTo>
                <a:cubicBezTo>
                  <a:pt x="1109912" y="112079"/>
                  <a:pt x="1110300" y="110582"/>
                  <a:pt x="1110473" y="108768"/>
                </a:cubicBezTo>
                <a:cubicBezTo>
                  <a:pt x="1110646" y="106955"/>
                  <a:pt x="1110732" y="104666"/>
                  <a:pt x="1110732" y="101903"/>
                </a:cubicBezTo>
                <a:lnTo>
                  <a:pt x="1110732" y="27548"/>
                </a:lnTo>
                <a:cubicBezTo>
                  <a:pt x="1110732" y="24842"/>
                  <a:pt x="1110660" y="22568"/>
                  <a:pt x="1110516" y="20726"/>
                </a:cubicBezTo>
                <a:cubicBezTo>
                  <a:pt x="1110372" y="18884"/>
                  <a:pt x="1109998" y="17387"/>
                  <a:pt x="1109394" y="16235"/>
                </a:cubicBezTo>
                <a:cubicBezTo>
                  <a:pt x="1108789" y="15084"/>
                  <a:pt x="1107868" y="14148"/>
                  <a:pt x="1106630" y="13429"/>
                </a:cubicBezTo>
                <a:cubicBezTo>
                  <a:pt x="1105392" y="12709"/>
                  <a:pt x="1103680" y="12061"/>
                  <a:pt x="1101492" y="11486"/>
                </a:cubicBezTo>
                <a:lnTo>
                  <a:pt x="1101492" y="5786"/>
                </a:lnTo>
                <a:lnTo>
                  <a:pt x="1146830" y="5786"/>
                </a:lnTo>
                <a:close/>
                <a:moveTo>
                  <a:pt x="1275525" y="107948"/>
                </a:moveTo>
                <a:cubicBezTo>
                  <a:pt x="1269652" y="114166"/>
                  <a:pt x="1263837" y="118570"/>
                  <a:pt x="1258080" y="121161"/>
                </a:cubicBezTo>
                <a:cubicBezTo>
                  <a:pt x="1252323" y="123751"/>
                  <a:pt x="1245702" y="125047"/>
                  <a:pt x="1238218" y="125047"/>
                </a:cubicBezTo>
                <a:cubicBezTo>
                  <a:pt x="1224803" y="125047"/>
                  <a:pt x="1214714" y="121377"/>
                  <a:pt x="1207949" y="114036"/>
                </a:cubicBezTo>
                <a:cubicBezTo>
                  <a:pt x="1201184" y="106696"/>
                  <a:pt x="1197802" y="95800"/>
                  <a:pt x="1197802" y="81350"/>
                </a:cubicBezTo>
                <a:cubicBezTo>
                  <a:pt x="1197802" y="72023"/>
                  <a:pt x="1199544" y="63977"/>
                  <a:pt x="1203027" y="57212"/>
                </a:cubicBezTo>
                <a:cubicBezTo>
                  <a:pt x="1206510" y="50448"/>
                  <a:pt x="1211447" y="45324"/>
                  <a:pt x="1217837" y="41841"/>
                </a:cubicBezTo>
                <a:cubicBezTo>
                  <a:pt x="1224228" y="38357"/>
                  <a:pt x="1231655" y="36616"/>
                  <a:pt x="1240118" y="36616"/>
                </a:cubicBezTo>
                <a:cubicBezTo>
                  <a:pt x="1245357" y="36616"/>
                  <a:pt x="1249948" y="37220"/>
                  <a:pt x="1253892" y="38429"/>
                </a:cubicBezTo>
                <a:cubicBezTo>
                  <a:pt x="1257836" y="39638"/>
                  <a:pt x="1261218" y="41322"/>
                  <a:pt x="1264039" y="43481"/>
                </a:cubicBezTo>
                <a:cubicBezTo>
                  <a:pt x="1266860" y="45640"/>
                  <a:pt x="1269192" y="48246"/>
                  <a:pt x="1271034" y="51297"/>
                </a:cubicBezTo>
                <a:cubicBezTo>
                  <a:pt x="1273222" y="54924"/>
                  <a:pt x="1274863" y="59069"/>
                  <a:pt x="1275956" y="63732"/>
                </a:cubicBezTo>
                <a:cubicBezTo>
                  <a:pt x="1277108" y="68511"/>
                  <a:pt x="1277712" y="74297"/>
                  <a:pt x="1277770" y="81090"/>
                </a:cubicBezTo>
                <a:lnTo>
                  <a:pt x="1223019" y="81090"/>
                </a:lnTo>
                <a:cubicBezTo>
                  <a:pt x="1223076" y="91511"/>
                  <a:pt x="1224933" y="99183"/>
                  <a:pt x="1228589" y="104105"/>
                </a:cubicBezTo>
                <a:cubicBezTo>
                  <a:pt x="1232245" y="109027"/>
                  <a:pt x="1237815" y="111489"/>
                  <a:pt x="1245299" y="111489"/>
                </a:cubicBezTo>
                <a:cubicBezTo>
                  <a:pt x="1249675" y="111489"/>
                  <a:pt x="1253618" y="110668"/>
                  <a:pt x="1257130" y="109027"/>
                </a:cubicBezTo>
                <a:cubicBezTo>
                  <a:pt x="1260642" y="107387"/>
                  <a:pt x="1264442" y="104494"/>
                  <a:pt x="1268530" y="100348"/>
                </a:cubicBezTo>
                <a:lnTo>
                  <a:pt x="1275525" y="107948"/>
                </a:lnTo>
                <a:moveTo>
                  <a:pt x="1252208" y="71764"/>
                </a:moveTo>
                <a:cubicBezTo>
                  <a:pt x="1251978" y="62955"/>
                  <a:pt x="1250826" y="56392"/>
                  <a:pt x="1248754" y="52074"/>
                </a:cubicBezTo>
                <a:cubicBezTo>
                  <a:pt x="1246681" y="47756"/>
                  <a:pt x="1243342" y="45597"/>
                  <a:pt x="1238736" y="45597"/>
                </a:cubicBezTo>
                <a:cubicBezTo>
                  <a:pt x="1234303" y="45597"/>
                  <a:pt x="1230777" y="47843"/>
                  <a:pt x="1228157" y="52333"/>
                </a:cubicBezTo>
                <a:cubicBezTo>
                  <a:pt x="1225538" y="56824"/>
                  <a:pt x="1223969" y="63301"/>
                  <a:pt x="1223451" y="71764"/>
                </a:cubicBezTo>
                <a:lnTo>
                  <a:pt x="1252208" y="71764"/>
                </a:lnTo>
                <a:close/>
                <a:moveTo>
                  <a:pt x="1328591" y="37998"/>
                </a:moveTo>
                <a:lnTo>
                  <a:pt x="1328591" y="43697"/>
                </a:lnTo>
                <a:cubicBezTo>
                  <a:pt x="1325885" y="44215"/>
                  <a:pt x="1323898" y="44993"/>
                  <a:pt x="1322632" y="46029"/>
                </a:cubicBezTo>
                <a:cubicBezTo>
                  <a:pt x="1321365" y="47065"/>
                  <a:pt x="1320732" y="48620"/>
                  <a:pt x="1320732" y="50692"/>
                </a:cubicBezTo>
                <a:cubicBezTo>
                  <a:pt x="1320732" y="53456"/>
                  <a:pt x="1321480" y="57054"/>
                  <a:pt x="1322977" y="61487"/>
                </a:cubicBezTo>
                <a:lnTo>
                  <a:pt x="1335413" y="99226"/>
                </a:lnTo>
                <a:lnTo>
                  <a:pt x="1349144" y="66150"/>
                </a:lnTo>
                <a:cubicBezTo>
                  <a:pt x="1350295" y="63387"/>
                  <a:pt x="1351159" y="60955"/>
                  <a:pt x="1351735" y="58853"/>
                </a:cubicBezTo>
                <a:cubicBezTo>
                  <a:pt x="1352310" y="56752"/>
                  <a:pt x="1352598" y="54694"/>
                  <a:pt x="1352598" y="52679"/>
                </a:cubicBezTo>
                <a:cubicBezTo>
                  <a:pt x="1352598" y="50261"/>
                  <a:pt x="1351907" y="48260"/>
                  <a:pt x="1350526" y="46677"/>
                </a:cubicBezTo>
                <a:cubicBezTo>
                  <a:pt x="1349144" y="45093"/>
                  <a:pt x="1347186" y="44100"/>
                  <a:pt x="1344653" y="43697"/>
                </a:cubicBezTo>
                <a:lnTo>
                  <a:pt x="1344653" y="37998"/>
                </a:lnTo>
                <a:lnTo>
                  <a:pt x="1378247" y="37998"/>
                </a:lnTo>
                <a:lnTo>
                  <a:pt x="1378247" y="43784"/>
                </a:lnTo>
                <a:cubicBezTo>
                  <a:pt x="1376577" y="44302"/>
                  <a:pt x="1375238" y="44935"/>
                  <a:pt x="1374231" y="45684"/>
                </a:cubicBezTo>
                <a:cubicBezTo>
                  <a:pt x="1373223" y="46432"/>
                  <a:pt x="1372273" y="47411"/>
                  <a:pt x="1371381" y="48620"/>
                </a:cubicBezTo>
                <a:cubicBezTo>
                  <a:pt x="1370489" y="49829"/>
                  <a:pt x="1369409" y="51628"/>
                  <a:pt x="1368143" y="54017"/>
                </a:cubicBezTo>
                <a:cubicBezTo>
                  <a:pt x="1366876" y="56406"/>
                  <a:pt x="1365149" y="60019"/>
                  <a:pt x="1362961" y="64855"/>
                </a:cubicBezTo>
                <a:lnTo>
                  <a:pt x="1336017" y="124529"/>
                </a:lnTo>
                <a:lnTo>
                  <a:pt x="1319696" y="124529"/>
                </a:lnTo>
                <a:lnTo>
                  <a:pt x="1296897" y="58810"/>
                </a:lnTo>
                <a:cubicBezTo>
                  <a:pt x="1295343" y="54262"/>
                  <a:pt x="1294076" y="51139"/>
                  <a:pt x="1293097" y="49440"/>
                </a:cubicBezTo>
                <a:cubicBezTo>
                  <a:pt x="1292119" y="47742"/>
                  <a:pt x="1291039" y="46446"/>
                  <a:pt x="1289859" y="45554"/>
                </a:cubicBezTo>
                <a:cubicBezTo>
                  <a:pt x="1288679" y="44662"/>
                  <a:pt x="1287225" y="44043"/>
                  <a:pt x="1285498" y="43697"/>
                </a:cubicBezTo>
                <a:lnTo>
                  <a:pt x="1285498" y="37998"/>
                </a:lnTo>
                <a:lnTo>
                  <a:pt x="1328591" y="37998"/>
                </a:lnTo>
                <a:close/>
                <a:moveTo>
                  <a:pt x="1464060" y="107948"/>
                </a:moveTo>
                <a:cubicBezTo>
                  <a:pt x="1458187" y="114166"/>
                  <a:pt x="1452372" y="118570"/>
                  <a:pt x="1446615" y="121161"/>
                </a:cubicBezTo>
                <a:cubicBezTo>
                  <a:pt x="1440858" y="123751"/>
                  <a:pt x="1434237" y="125047"/>
                  <a:pt x="1426753" y="125047"/>
                </a:cubicBezTo>
                <a:cubicBezTo>
                  <a:pt x="1413338" y="125047"/>
                  <a:pt x="1403249" y="121377"/>
                  <a:pt x="1396484" y="114036"/>
                </a:cubicBezTo>
                <a:cubicBezTo>
                  <a:pt x="1389719" y="106696"/>
                  <a:pt x="1386337" y="95800"/>
                  <a:pt x="1386337" y="81350"/>
                </a:cubicBezTo>
                <a:cubicBezTo>
                  <a:pt x="1386337" y="72023"/>
                  <a:pt x="1388079" y="63977"/>
                  <a:pt x="1391562" y="57212"/>
                </a:cubicBezTo>
                <a:cubicBezTo>
                  <a:pt x="1395045" y="50448"/>
                  <a:pt x="1399982" y="45324"/>
                  <a:pt x="1406372" y="41841"/>
                </a:cubicBezTo>
                <a:cubicBezTo>
                  <a:pt x="1412763" y="38357"/>
                  <a:pt x="1420190" y="36616"/>
                  <a:pt x="1428653" y="36616"/>
                </a:cubicBezTo>
                <a:cubicBezTo>
                  <a:pt x="1433892" y="36616"/>
                  <a:pt x="1438483" y="37220"/>
                  <a:pt x="1442427" y="38429"/>
                </a:cubicBezTo>
                <a:cubicBezTo>
                  <a:pt x="1446371" y="39638"/>
                  <a:pt x="1449753" y="41322"/>
                  <a:pt x="1452574" y="43481"/>
                </a:cubicBezTo>
                <a:cubicBezTo>
                  <a:pt x="1455395" y="45640"/>
                  <a:pt x="1457727" y="48246"/>
                  <a:pt x="1459569" y="51297"/>
                </a:cubicBezTo>
                <a:cubicBezTo>
                  <a:pt x="1461757" y="54924"/>
                  <a:pt x="1463397" y="59069"/>
                  <a:pt x="1464491" y="63732"/>
                </a:cubicBezTo>
                <a:cubicBezTo>
                  <a:pt x="1465643" y="68511"/>
                  <a:pt x="1466247" y="74297"/>
                  <a:pt x="1466305" y="81090"/>
                </a:cubicBezTo>
                <a:lnTo>
                  <a:pt x="1411554" y="81090"/>
                </a:lnTo>
                <a:cubicBezTo>
                  <a:pt x="1411611" y="91511"/>
                  <a:pt x="1413468" y="99183"/>
                  <a:pt x="1417124" y="104105"/>
                </a:cubicBezTo>
                <a:cubicBezTo>
                  <a:pt x="1420780" y="109027"/>
                  <a:pt x="1426350" y="111489"/>
                  <a:pt x="1433834" y="111489"/>
                </a:cubicBezTo>
                <a:cubicBezTo>
                  <a:pt x="1438210" y="111489"/>
                  <a:pt x="1442153" y="110668"/>
                  <a:pt x="1445665" y="109027"/>
                </a:cubicBezTo>
                <a:cubicBezTo>
                  <a:pt x="1449177" y="107387"/>
                  <a:pt x="1452977" y="104494"/>
                  <a:pt x="1457065" y="100348"/>
                </a:cubicBezTo>
                <a:lnTo>
                  <a:pt x="1464060" y="107948"/>
                </a:lnTo>
                <a:moveTo>
                  <a:pt x="1440743" y="71764"/>
                </a:moveTo>
                <a:cubicBezTo>
                  <a:pt x="1440513" y="62955"/>
                  <a:pt x="1439361" y="56392"/>
                  <a:pt x="1437289" y="52074"/>
                </a:cubicBezTo>
                <a:cubicBezTo>
                  <a:pt x="1435216" y="47756"/>
                  <a:pt x="1431877" y="45597"/>
                  <a:pt x="1427271" y="45597"/>
                </a:cubicBezTo>
                <a:cubicBezTo>
                  <a:pt x="1422838" y="45597"/>
                  <a:pt x="1419312" y="47843"/>
                  <a:pt x="1416692" y="52333"/>
                </a:cubicBezTo>
                <a:cubicBezTo>
                  <a:pt x="1414073" y="56824"/>
                  <a:pt x="1412504" y="63301"/>
                  <a:pt x="1411986" y="71764"/>
                </a:cubicBezTo>
                <a:lnTo>
                  <a:pt x="1440743" y="71764"/>
                </a:lnTo>
                <a:close/>
                <a:moveTo>
                  <a:pt x="1512117" y="98708"/>
                </a:moveTo>
                <a:cubicBezTo>
                  <a:pt x="1512117" y="104177"/>
                  <a:pt x="1512289" y="107948"/>
                  <a:pt x="1512635" y="110020"/>
                </a:cubicBezTo>
                <a:cubicBezTo>
                  <a:pt x="1512980" y="112093"/>
                  <a:pt x="1513686" y="113748"/>
                  <a:pt x="1514751" y="114986"/>
                </a:cubicBezTo>
                <a:cubicBezTo>
                  <a:pt x="1515816" y="116224"/>
                  <a:pt x="1517816" y="117217"/>
                  <a:pt x="1520753" y="117965"/>
                </a:cubicBezTo>
                <a:lnTo>
                  <a:pt x="1520753" y="123665"/>
                </a:lnTo>
                <a:lnTo>
                  <a:pt x="1478437" y="123665"/>
                </a:lnTo>
                <a:lnTo>
                  <a:pt x="1478437" y="117965"/>
                </a:lnTo>
                <a:cubicBezTo>
                  <a:pt x="1480164" y="117562"/>
                  <a:pt x="1481517" y="117087"/>
                  <a:pt x="1482496" y="116541"/>
                </a:cubicBezTo>
                <a:cubicBezTo>
                  <a:pt x="1483475" y="115994"/>
                  <a:pt x="1484237" y="115360"/>
                  <a:pt x="1484784" y="114641"/>
                </a:cubicBezTo>
                <a:cubicBezTo>
                  <a:pt x="1485331" y="113921"/>
                  <a:pt x="1485806" y="113000"/>
                  <a:pt x="1486209" y="111877"/>
                </a:cubicBezTo>
                <a:cubicBezTo>
                  <a:pt x="1486612" y="110755"/>
                  <a:pt x="1486871" y="109200"/>
                  <a:pt x="1486987" y="107214"/>
                </a:cubicBezTo>
                <a:cubicBezTo>
                  <a:pt x="1487102" y="105228"/>
                  <a:pt x="1487159" y="102392"/>
                  <a:pt x="1487159" y="98708"/>
                </a:cubicBezTo>
                <a:lnTo>
                  <a:pt x="1487159" y="31348"/>
                </a:lnTo>
                <a:cubicBezTo>
                  <a:pt x="1487159" y="26397"/>
                  <a:pt x="1487116" y="22755"/>
                  <a:pt x="1487030" y="20424"/>
                </a:cubicBezTo>
                <a:cubicBezTo>
                  <a:pt x="1486943" y="18092"/>
                  <a:pt x="1486771" y="16135"/>
                  <a:pt x="1486512" y="14551"/>
                </a:cubicBezTo>
                <a:cubicBezTo>
                  <a:pt x="1486252" y="12968"/>
                  <a:pt x="1485821" y="11702"/>
                  <a:pt x="1485216" y="10752"/>
                </a:cubicBezTo>
                <a:cubicBezTo>
                  <a:pt x="1484612" y="9802"/>
                  <a:pt x="1483762" y="9039"/>
                  <a:pt x="1482669" y="8463"/>
                </a:cubicBezTo>
                <a:cubicBezTo>
                  <a:pt x="1481575" y="7887"/>
                  <a:pt x="1479819" y="7369"/>
                  <a:pt x="1477401" y="6909"/>
                </a:cubicBezTo>
                <a:lnTo>
                  <a:pt x="1477401" y="1209"/>
                </a:lnTo>
                <a:lnTo>
                  <a:pt x="1501322" y="0"/>
                </a:lnTo>
                <a:lnTo>
                  <a:pt x="1512117" y="0"/>
                </a:lnTo>
                <a:lnTo>
                  <a:pt x="1512117" y="98708"/>
                </a:lnTo>
                <a:close/>
                <a:moveTo>
                  <a:pt x="1658878" y="8463"/>
                </a:moveTo>
                <a:lnTo>
                  <a:pt x="1658878" y="33507"/>
                </a:lnTo>
                <a:lnTo>
                  <a:pt x="1647133" y="33507"/>
                </a:lnTo>
                <a:cubicBezTo>
                  <a:pt x="1645751" y="27001"/>
                  <a:pt x="1643563" y="22208"/>
                  <a:pt x="1640570" y="19128"/>
                </a:cubicBezTo>
                <a:cubicBezTo>
                  <a:pt x="1637576" y="16048"/>
                  <a:pt x="1633661" y="14508"/>
                  <a:pt x="1628825" y="14508"/>
                </a:cubicBezTo>
                <a:cubicBezTo>
                  <a:pt x="1619729" y="14508"/>
                  <a:pt x="1612849" y="18869"/>
                  <a:pt x="1608185" y="27591"/>
                </a:cubicBezTo>
                <a:cubicBezTo>
                  <a:pt x="1603522" y="36314"/>
                  <a:pt x="1601190" y="49253"/>
                  <a:pt x="1601190" y="66410"/>
                </a:cubicBezTo>
                <a:cubicBezTo>
                  <a:pt x="1601190" y="82357"/>
                  <a:pt x="1603321" y="94433"/>
                  <a:pt x="1607581" y="102637"/>
                </a:cubicBezTo>
                <a:cubicBezTo>
                  <a:pt x="1611841" y="110841"/>
                  <a:pt x="1618088" y="114943"/>
                  <a:pt x="1626321" y="114943"/>
                </a:cubicBezTo>
                <a:cubicBezTo>
                  <a:pt x="1630523" y="114943"/>
                  <a:pt x="1633949" y="114238"/>
                  <a:pt x="1636597" y="112827"/>
                </a:cubicBezTo>
                <a:cubicBezTo>
                  <a:pt x="1639246" y="111417"/>
                  <a:pt x="1641361" y="109301"/>
                  <a:pt x="1642945" y="106480"/>
                </a:cubicBezTo>
                <a:cubicBezTo>
                  <a:pt x="1644528" y="103659"/>
                  <a:pt x="1645895" y="99686"/>
                  <a:pt x="1647047" y="94562"/>
                </a:cubicBezTo>
                <a:lnTo>
                  <a:pt x="1658878" y="94562"/>
                </a:lnTo>
                <a:lnTo>
                  <a:pt x="1658878" y="120729"/>
                </a:lnTo>
                <a:cubicBezTo>
                  <a:pt x="1652545" y="122226"/>
                  <a:pt x="1646759" y="123320"/>
                  <a:pt x="1641520" y="124011"/>
                </a:cubicBezTo>
                <a:cubicBezTo>
                  <a:pt x="1636281" y="124701"/>
                  <a:pt x="1630840" y="125047"/>
                  <a:pt x="1625198" y="125047"/>
                </a:cubicBezTo>
                <a:cubicBezTo>
                  <a:pt x="1613223" y="125047"/>
                  <a:pt x="1603450" y="122888"/>
                  <a:pt x="1595879" y="118570"/>
                </a:cubicBezTo>
                <a:cubicBezTo>
                  <a:pt x="1588309" y="114252"/>
                  <a:pt x="1582724" y="107732"/>
                  <a:pt x="1579126" y="99010"/>
                </a:cubicBezTo>
                <a:cubicBezTo>
                  <a:pt x="1575528" y="90288"/>
                  <a:pt x="1573728" y="79248"/>
                  <a:pt x="1573728" y="65891"/>
                </a:cubicBezTo>
                <a:cubicBezTo>
                  <a:pt x="1573728" y="53398"/>
                  <a:pt x="1575844" y="42531"/>
                  <a:pt x="1580076" y="33291"/>
                </a:cubicBezTo>
                <a:cubicBezTo>
                  <a:pt x="1584307" y="24051"/>
                  <a:pt x="1590539" y="16926"/>
                  <a:pt x="1598772" y="11917"/>
                </a:cubicBezTo>
                <a:cubicBezTo>
                  <a:pt x="1607005" y="6909"/>
                  <a:pt x="1616850" y="4404"/>
                  <a:pt x="1628307" y="4404"/>
                </a:cubicBezTo>
                <a:cubicBezTo>
                  <a:pt x="1634122" y="4404"/>
                  <a:pt x="1639390" y="4721"/>
                  <a:pt x="1644110" y="5354"/>
                </a:cubicBezTo>
                <a:cubicBezTo>
                  <a:pt x="1648831" y="5988"/>
                  <a:pt x="1653754" y="7024"/>
                  <a:pt x="1658878" y="8463"/>
                </a:cubicBezTo>
                <a:close/>
                <a:moveTo>
                  <a:pt x="1715486" y="125047"/>
                </a:moveTo>
                <a:cubicBezTo>
                  <a:pt x="1707023" y="125047"/>
                  <a:pt x="1699725" y="123564"/>
                  <a:pt x="1693594" y="120599"/>
                </a:cubicBezTo>
                <a:cubicBezTo>
                  <a:pt x="1687462" y="117634"/>
                  <a:pt x="1682669" y="112885"/>
                  <a:pt x="1679215" y="106350"/>
                </a:cubicBezTo>
                <a:cubicBezTo>
                  <a:pt x="1675761" y="99816"/>
                  <a:pt x="1674034" y="91511"/>
                  <a:pt x="1674034" y="81436"/>
                </a:cubicBezTo>
                <a:cubicBezTo>
                  <a:pt x="1674034" y="73721"/>
                  <a:pt x="1675099" y="67043"/>
                  <a:pt x="1677229" y="61401"/>
                </a:cubicBezTo>
                <a:cubicBezTo>
                  <a:pt x="1679359" y="55759"/>
                  <a:pt x="1682324" y="51095"/>
                  <a:pt x="1686124" y="47411"/>
                </a:cubicBezTo>
                <a:cubicBezTo>
                  <a:pt x="1689924" y="43726"/>
                  <a:pt x="1694457" y="41006"/>
                  <a:pt x="1699725" y="39250"/>
                </a:cubicBezTo>
                <a:cubicBezTo>
                  <a:pt x="1704993" y="37494"/>
                  <a:pt x="1710707" y="36616"/>
                  <a:pt x="1716867" y="36616"/>
                </a:cubicBezTo>
                <a:cubicBezTo>
                  <a:pt x="1730800" y="36616"/>
                  <a:pt x="1741307" y="40286"/>
                  <a:pt x="1748388" y="47627"/>
                </a:cubicBezTo>
                <a:cubicBezTo>
                  <a:pt x="1755470" y="54967"/>
                  <a:pt x="1759010" y="65719"/>
                  <a:pt x="1759010" y="79881"/>
                </a:cubicBezTo>
                <a:cubicBezTo>
                  <a:pt x="1759010" y="89899"/>
                  <a:pt x="1757254" y="98290"/>
                  <a:pt x="1753742" y="105055"/>
                </a:cubicBezTo>
                <a:cubicBezTo>
                  <a:pt x="1750230" y="111820"/>
                  <a:pt x="1745222" y="116843"/>
                  <a:pt x="1738716" y="120124"/>
                </a:cubicBezTo>
                <a:cubicBezTo>
                  <a:pt x="1732210" y="123406"/>
                  <a:pt x="1724467" y="125047"/>
                  <a:pt x="1715486" y="125047"/>
                </a:cubicBezTo>
                <a:moveTo>
                  <a:pt x="1700287" y="79536"/>
                </a:moveTo>
                <a:cubicBezTo>
                  <a:pt x="1700287" y="91741"/>
                  <a:pt x="1701654" y="100881"/>
                  <a:pt x="1704389" y="106955"/>
                </a:cubicBezTo>
                <a:cubicBezTo>
                  <a:pt x="1707123" y="113029"/>
                  <a:pt x="1711254" y="116066"/>
                  <a:pt x="1716781" y="116066"/>
                </a:cubicBezTo>
                <a:cubicBezTo>
                  <a:pt x="1719832" y="116066"/>
                  <a:pt x="1722380" y="115288"/>
                  <a:pt x="1724424" y="113734"/>
                </a:cubicBezTo>
                <a:cubicBezTo>
                  <a:pt x="1726468" y="112179"/>
                  <a:pt x="1728108" y="109934"/>
                  <a:pt x="1729346" y="106998"/>
                </a:cubicBezTo>
                <a:cubicBezTo>
                  <a:pt x="1730584" y="104062"/>
                  <a:pt x="1731462" y="100535"/>
                  <a:pt x="1731980" y="96419"/>
                </a:cubicBezTo>
                <a:cubicBezTo>
                  <a:pt x="1732498" y="92303"/>
                  <a:pt x="1732757" y="87682"/>
                  <a:pt x="1732757" y="82559"/>
                </a:cubicBezTo>
                <a:cubicBezTo>
                  <a:pt x="1732757" y="70181"/>
                  <a:pt x="1731390" y="60926"/>
                  <a:pt x="1728655" y="54794"/>
                </a:cubicBezTo>
                <a:cubicBezTo>
                  <a:pt x="1725921" y="48663"/>
                  <a:pt x="1721876" y="45597"/>
                  <a:pt x="1716522" y="45597"/>
                </a:cubicBezTo>
                <a:cubicBezTo>
                  <a:pt x="1712607" y="45597"/>
                  <a:pt x="1709469" y="46835"/>
                  <a:pt x="1707109" y="49311"/>
                </a:cubicBezTo>
                <a:cubicBezTo>
                  <a:pt x="1704748" y="51786"/>
                  <a:pt x="1703021" y="55500"/>
                  <a:pt x="1701927" y="60451"/>
                </a:cubicBezTo>
                <a:cubicBezTo>
                  <a:pt x="1700833" y="65402"/>
                  <a:pt x="1700287" y="71764"/>
                  <a:pt x="1700287" y="79536"/>
                </a:cubicBezTo>
                <a:close/>
                <a:moveTo>
                  <a:pt x="1858365" y="98448"/>
                </a:moveTo>
                <a:cubicBezTo>
                  <a:pt x="1858365" y="102824"/>
                  <a:pt x="1858437" y="106019"/>
                  <a:pt x="1858581" y="108034"/>
                </a:cubicBezTo>
                <a:cubicBezTo>
                  <a:pt x="1858725" y="110049"/>
                  <a:pt x="1859056" y="111661"/>
                  <a:pt x="1859575" y="112870"/>
                </a:cubicBezTo>
                <a:cubicBezTo>
                  <a:pt x="1860093" y="114079"/>
                  <a:pt x="1860927" y="115072"/>
                  <a:pt x="1862079" y="115850"/>
                </a:cubicBezTo>
                <a:cubicBezTo>
                  <a:pt x="1863230" y="116627"/>
                  <a:pt x="1865159" y="117303"/>
                  <a:pt x="1867865" y="117879"/>
                </a:cubicBezTo>
                <a:lnTo>
                  <a:pt x="1867865" y="123665"/>
                </a:lnTo>
                <a:lnTo>
                  <a:pt x="1844375" y="124442"/>
                </a:lnTo>
                <a:lnTo>
                  <a:pt x="1833926" y="124442"/>
                </a:lnTo>
                <a:lnTo>
                  <a:pt x="1834703" y="112007"/>
                </a:lnTo>
                <a:lnTo>
                  <a:pt x="1833408" y="111920"/>
                </a:lnTo>
                <a:cubicBezTo>
                  <a:pt x="1829263" y="116123"/>
                  <a:pt x="1824902" y="119362"/>
                  <a:pt x="1820325" y="121636"/>
                </a:cubicBezTo>
                <a:cubicBezTo>
                  <a:pt x="1815748" y="123910"/>
                  <a:pt x="1811358" y="125047"/>
                  <a:pt x="1807155" y="125047"/>
                </a:cubicBezTo>
                <a:cubicBezTo>
                  <a:pt x="1796677" y="125047"/>
                  <a:pt x="1788833" y="121449"/>
                  <a:pt x="1783622" y="114252"/>
                </a:cubicBezTo>
                <a:cubicBezTo>
                  <a:pt x="1778412" y="107056"/>
                  <a:pt x="1775807" y="96232"/>
                  <a:pt x="1775807" y="81781"/>
                </a:cubicBezTo>
                <a:cubicBezTo>
                  <a:pt x="1775807" y="71994"/>
                  <a:pt x="1777390" y="63747"/>
                  <a:pt x="1780557" y="57040"/>
                </a:cubicBezTo>
                <a:cubicBezTo>
                  <a:pt x="1783723" y="50333"/>
                  <a:pt x="1788430" y="45252"/>
                  <a:pt x="1794676" y="41797"/>
                </a:cubicBezTo>
                <a:cubicBezTo>
                  <a:pt x="1800923" y="38343"/>
                  <a:pt x="1808450" y="36616"/>
                  <a:pt x="1817259" y="36616"/>
                </a:cubicBezTo>
                <a:cubicBezTo>
                  <a:pt x="1819792" y="36616"/>
                  <a:pt x="1822282" y="36774"/>
                  <a:pt x="1824729" y="37091"/>
                </a:cubicBezTo>
                <a:cubicBezTo>
                  <a:pt x="1827176" y="37408"/>
                  <a:pt x="1830069" y="38026"/>
                  <a:pt x="1833408" y="38948"/>
                </a:cubicBezTo>
                <a:lnTo>
                  <a:pt x="1833408" y="31089"/>
                </a:lnTo>
                <a:cubicBezTo>
                  <a:pt x="1833408" y="24929"/>
                  <a:pt x="1833322" y="20568"/>
                  <a:pt x="1833149" y="18006"/>
                </a:cubicBezTo>
                <a:cubicBezTo>
                  <a:pt x="1832976" y="15444"/>
                  <a:pt x="1832616" y="13486"/>
                  <a:pt x="1832069" y="12133"/>
                </a:cubicBezTo>
                <a:cubicBezTo>
                  <a:pt x="1831522" y="10780"/>
                  <a:pt x="1830702" y="9730"/>
                  <a:pt x="1829608" y="8981"/>
                </a:cubicBezTo>
                <a:cubicBezTo>
                  <a:pt x="1828514" y="8233"/>
                  <a:pt x="1826528" y="7571"/>
                  <a:pt x="1823649" y="6995"/>
                </a:cubicBezTo>
                <a:lnTo>
                  <a:pt x="1823649" y="1209"/>
                </a:lnTo>
                <a:lnTo>
                  <a:pt x="1847571" y="0"/>
                </a:lnTo>
                <a:lnTo>
                  <a:pt x="1858365" y="0"/>
                </a:lnTo>
                <a:lnTo>
                  <a:pt x="1858365" y="98448"/>
                </a:lnTo>
                <a:moveTo>
                  <a:pt x="1833408" y="66323"/>
                </a:moveTo>
                <a:cubicBezTo>
                  <a:pt x="1833408" y="59299"/>
                  <a:pt x="1832228" y="54089"/>
                  <a:pt x="1829867" y="50692"/>
                </a:cubicBezTo>
                <a:cubicBezTo>
                  <a:pt x="1827507" y="47296"/>
                  <a:pt x="1823880" y="45597"/>
                  <a:pt x="1818986" y="45597"/>
                </a:cubicBezTo>
                <a:cubicBezTo>
                  <a:pt x="1815417" y="45597"/>
                  <a:pt x="1812351" y="46878"/>
                  <a:pt x="1809789" y="49440"/>
                </a:cubicBezTo>
                <a:cubicBezTo>
                  <a:pt x="1807227" y="52002"/>
                  <a:pt x="1805298" y="55701"/>
                  <a:pt x="1804003" y="60537"/>
                </a:cubicBezTo>
                <a:cubicBezTo>
                  <a:pt x="1802708" y="65373"/>
                  <a:pt x="1802060" y="71102"/>
                  <a:pt x="1802060" y="77722"/>
                </a:cubicBezTo>
                <a:cubicBezTo>
                  <a:pt x="1802060" y="89064"/>
                  <a:pt x="1803298" y="97527"/>
                  <a:pt x="1805773" y="103112"/>
                </a:cubicBezTo>
                <a:cubicBezTo>
                  <a:pt x="1808249" y="108696"/>
                  <a:pt x="1812106" y="111489"/>
                  <a:pt x="1817345" y="111489"/>
                </a:cubicBezTo>
                <a:cubicBezTo>
                  <a:pt x="1819821" y="111489"/>
                  <a:pt x="1822282" y="110870"/>
                  <a:pt x="1824729" y="109632"/>
                </a:cubicBezTo>
                <a:cubicBezTo>
                  <a:pt x="1827176" y="108394"/>
                  <a:pt x="1829234" y="106494"/>
                  <a:pt x="1830904" y="103932"/>
                </a:cubicBezTo>
                <a:cubicBezTo>
                  <a:pt x="1832573" y="101370"/>
                  <a:pt x="1833408" y="98420"/>
                  <a:pt x="1833408" y="95081"/>
                </a:cubicBezTo>
                <a:lnTo>
                  <a:pt x="1833408" y="66323"/>
                </a:lnTo>
                <a:close/>
                <a:moveTo>
                  <a:pt x="1959037" y="107948"/>
                </a:moveTo>
                <a:cubicBezTo>
                  <a:pt x="1953164" y="114166"/>
                  <a:pt x="1947349" y="118570"/>
                  <a:pt x="1941592" y="121161"/>
                </a:cubicBezTo>
                <a:cubicBezTo>
                  <a:pt x="1935835" y="123751"/>
                  <a:pt x="1929214" y="125047"/>
                  <a:pt x="1921730" y="125047"/>
                </a:cubicBezTo>
                <a:cubicBezTo>
                  <a:pt x="1908315" y="125047"/>
                  <a:pt x="1898226" y="121377"/>
                  <a:pt x="1891461" y="114036"/>
                </a:cubicBezTo>
                <a:cubicBezTo>
                  <a:pt x="1884696" y="106696"/>
                  <a:pt x="1881314" y="95800"/>
                  <a:pt x="1881314" y="81350"/>
                </a:cubicBezTo>
                <a:cubicBezTo>
                  <a:pt x="1881314" y="72023"/>
                  <a:pt x="1883056" y="63977"/>
                  <a:pt x="1886539" y="57212"/>
                </a:cubicBezTo>
                <a:cubicBezTo>
                  <a:pt x="1890022" y="50448"/>
                  <a:pt x="1894959" y="45324"/>
                  <a:pt x="1901349" y="41841"/>
                </a:cubicBezTo>
                <a:cubicBezTo>
                  <a:pt x="1907740" y="38357"/>
                  <a:pt x="1915167" y="36616"/>
                  <a:pt x="1923630" y="36616"/>
                </a:cubicBezTo>
                <a:cubicBezTo>
                  <a:pt x="1928869" y="36616"/>
                  <a:pt x="1933460" y="37220"/>
                  <a:pt x="1937404" y="38429"/>
                </a:cubicBezTo>
                <a:cubicBezTo>
                  <a:pt x="1941348" y="39638"/>
                  <a:pt x="1944730" y="41322"/>
                  <a:pt x="1947551" y="43481"/>
                </a:cubicBezTo>
                <a:cubicBezTo>
                  <a:pt x="1950372" y="45640"/>
                  <a:pt x="1952704" y="48246"/>
                  <a:pt x="1954546" y="51297"/>
                </a:cubicBezTo>
                <a:cubicBezTo>
                  <a:pt x="1956734" y="54924"/>
                  <a:pt x="1958375" y="59069"/>
                  <a:pt x="1959468" y="63732"/>
                </a:cubicBezTo>
                <a:cubicBezTo>
                  <a:pt x="1960620" y="68511"/>
                  <a:pt x="1961224" y="74297"/>
                  <a:pt x="1961282" y="81090"/>
                </a:cubicBezTo>
                <a:lnTo>
                  <a:pt x="1906531" y="81090"/>
                </a:lnTo>
                <a:cubicBezTo>
                  <a:pt x="1906588" y="91511"/>
                  <a:pt x="1908445" y="99183"/>
                  <a:pt x="1912101" y="104105"/>
                </a:cubicBezTo>
                <a:cubicBezTo>
                  <a:pt x="1915757" y="109027"/>
                  <a:pt x="1921327" y="111489"/>
                  <a:pt x="1928811" y="111489"/>
                </a:cubicBezTo>
                <a:cubicBezTo>
                  <a:pt x="1933187" y="111489"/>
                  <a:pt x="1937130" y="110668"/>
                  <a:pt x="1940642" y="109027"/>
                </a:cubicBezTo>
                <a:cubicBezTo>
                  <a:pt x="1944154" y="107387"/>
                  <a:pt x="1947954" y="104494"/>
                  <a:pt x="1952042" y="100348"/>
                </a:cubicBezTo>
                <a:lnTo>
                  <a:pt x="1959037" y="107948"/>
                </a:lnTo>
                <a:moveTo>
                  <a:pt x="1935720" y="71764"/>
                </a:moveTo>
                <a:cubicBezTo>
                  <a:pt x="1935490" y="62955"/>
                  <a:pt x="1934338" y="56392"/>
                  <a:pt x="1932266" y="52074"/>
                </a:cubicBezTo>
                <a:cubicBezTo>
                  <a:pt x="1930193" y="47756"/>
                  <a:pt x="1926854" y="45597"/>
                  <a:pt x="1922248" y="45597"/>
                </a:cubicBezTo>
                <a:cubicBezTo>
                  <a:pt x="1917815" y="45597"/>
                  <a:pt x="1914289" y="47843"/>
                  <a:pt x="1911669" y="52333"/>
                </a:cubicBezTo>
                <a:cubicBezTo>
                  <a:pt x="1909050" y="56824"/>
                  <a:pt x="1907481" y="63301"/>
                  <a:pt x="1906963" y="71764"/>
                </a:cubicBezTo>
                <a:lnTo>
                  <a:pt x="1935720" y="71764"/>
                </a:lnTo>
                <a:close/>
                <a:moveTo>
                  <a:pt x="2097494" y="8463"/>
                </a:moveTo>
                <a:lnTo>
                  <a:pt x="2097494" y="33507"/>
                </a:lnTo>
                <a:lnTo>
                  <a:pt x="2085749" y="33507"/>
                </a:lnTo>
                <a:cubicBezTo>
                  <a:pt x="2084367" y="27001"/>
                  <a:pt x="2082180" y="22208"/>
                  <a:pt x="2079186" y="19128"/>
                </a:cubicBezTo>
                <a:cubicBezTo>
                  <a:pt x="2076192" y="16048"/>
                  <a:pt x="2072277" y="14508"/>
                  <a:pt x="2067441" y="14508"/>
                </a:cubicBezTo>
                <a:cubicBezTo>
                  <a:pt x="2058345" y="14508"/>
                  <a:pt x="2051465" y="18869"/>
                  <a:pt x="2046802" y="27591"/>
                </a:cubicBezTo>
                <a:cubicBezTo>
                  <a:pt x="2042138" y="36314"/>
                  <a:pt x="2039807" y="49253"/>
                  <a:pt x="2039807" y="66410"/>
                </a:cubicBezTo>
                <a:cubicBezTo>
                  <a:pt x="2039807" y="82357"/>
                  <a:pt x="2041937" y="94433"/>
                  <a:pt x="2046197" y="102637"/>
                </a:cubicBezTo>
                <a:cubicBezTo>
                  <a:pt x="2050457" y="110841"/>
                  <a:pt x="2056704" y="114943"/>
                  <a:pt x="2064937" y="114943"/>
                </a:cubicBezTo>
                <a:cubicBezTo>
                  <a:pt x="2069140" y="114943"/>
                  <a:pt x="2072565" y="114238"/>
                  <a:pt x="2075214" y="112827"/>
                </a:cubicBezTo>
                <a:cubicBezTo>
                  <a:pt x="2077862" y="111417"/>
                  <a:pt x="2079978" y="109301"/>
                  <a:pt x="2081561" y="106480"/>
                </a:cubicBezTo>
                <a:cubicBezTo>
                  <a:pt x="2083144" y="103659"/>
                  <a:pt x="2084511" y="99686"/>
                  <a:pt x="2085663" y="94562"/>
                </a:cubicBezTo>
                <a:lnTo>
                  <a:pt x="2097494" y="94562"/>
                </a:lnTo>
                <a:lnTo>
                  <a:pt x="2097494" y="120729"/>
                </a:lnTo>
                <a:cubicBezTo>
                  <a:pt x="2091161" y="122226"/>
                  <a:pt x="2085375" y="123320"/>
                  <a:pt x="2080136" y="124011"/>
                </a:cubicBezTo>
                <a:cubicBezTo>
                  <a:pt x="2074897" y="124701"/>
                  <a:pt x="2069456" y="125047"/>
                  <a:pt x="2063814" y="125047"/>
                </a:cubicBezTo>
                <a:cubicBezTo>
                  <a:pt x="2051839" y="125047"/>
                  <a:pt x="2042066" y="122888"/>
                  <a:pt x="2034496" y="118570"/>
                </a:cubicBezTo>
                <a:cubicBezTo>
                  <a:pt x="2026925" y="114252"/>
                  <a:pt x="2021340" y="107732"/>
                  <a:pt x="2017742" y="99010"/>
                </a:cubicBezTo>
                <a:cubicBezTo>
                  <a:pt x="2014144" y="90288"/>
                  <a:pt x="2012345" y="79248"/>
                  <a:pt x="2012345" y="65891"/>
                </a:cubicBezTo>
                <a:cubicBezTo>
                  <a:pt x="2012345" y="53398"/>
                  <a:pt x="2014460" y="42531"/>
                  <a:pt x="2018692" y="33291"/>
                </a:cubicBezTo>
                <a:cubicBezTo>
                  <a:pt x="2022924" y="24051"/>
                  <a:pt x="2029156" y="16926"/>
                  <a:pt x="2037389" y="11917"/>
                </a:cubicBezTo>
                <a:cubicBezTo>
                  <a:pt x="2045621" y="6909"/>
                  <a:pt x="2055466" y="4404"/>
                  <a:pt x="2066923" y="4404"/>
                </a:cubicBezTo>
                <a:cubicBezTo>
                  <a:pt x="2072738" y="4404"/>
                  <a:pt x="2078006" y="4721"/>
                  <a:pt x="2082727" y="5354"/>
                </a:cubicBezTo>
                <a:cubicBezTo>
                  <a:pt x="2087448" y="5988"/>
                  <a:pt x="2092370" y="7024"/>
                  <a:pt x="2097494" y="8463"/>
                </a:cubicBezTo>
                <a:close/>
                <a:moveTo>
                  <a:pt x="2154102" y="125047"/>
                </a:moveTo>
                <a:cubicBezTo>
                  <a:pt x="2145639" y="125047"/>
                  <a:pt x="2138342" y="123564"/>
                  <a:pt x="2132211" y="120599"/>
                </a:cubicBezTo>
                <a:cubicBezTo>
                  <a:pt x="2126079" y="117634"/>
                  <a:pt x="2121286" y="112885"/>
                  <a:pt x="2117832" y="106350"/>
                </a:cubicBezTo>
                <a:cubicBezTo>
                  <a:pt x="2114378" y="99816"/>
                  <a:pt x="2112650" y="91511"/>
                  <a:pt x="2112650" y="81436"/>
                </a:cubicBezTo>
                <a:cubicBezTo>
                  <a:pt x="2112650" y="73721"/>
                  <a:pt x="2113716" y="67043"/>
                  <a:pt x="2115846" y="61401"/>
                </a:cubicBezTo>
                <a:cubicBezTo>
                  <a:pt x="2117976" y="55759"/>
                  <a:pt x="2120941" y="51095"/>
                  <a:pt x="2124741" y="47411"/>
                </a:cubicBezTo>
                <a:cubicBezTo>
                  <a:pt x="2128540" y="43726"/>
                  <a:pt x="2133074" y="41006"/>
                  <a:pt x="2138342" y="39250"/>
                </a:cubicBezTo>
                <a:cubicBezTo>
                  <a:pt x="2143610" y="37494"/>
                  <a:pt x="2149324" y="36616"/>
                  <a:pt x="2155484" y="36616"/>
                </a:cubicBezTo>
                <a:cubicBezTo>
                  <a:pt x="2169417" y="36616"/>
                  <a:pt x="2179924" y="40286"/>
                  <a:pt x="2187005" y="47627"/>
                </a:cubicBezTo>
                <a:cubicBezTo>
                  <a:pt x="2194086" y="54967"/>
                  <a:pt x="2197627" y="65719"/>
                  <a:pt x="2197627" y="79881"/>
                </a:cubicBezTo>
                <a:cubicBezTo>
                  <a:pt x="2197627" y="89899"/>
                  <a:pt x="2195871" y="98290"/>
                  <a:pt x="2192359" y="105055"/>
                </a:cubicBezTo>
                <a:cubicBezTo>
                  <a:pt x="2188847" y="111820"/>
                  <a:pt x="2183838" y="116843"/>
                  <a:pt x="2177333" y="120124"/>
                </a:cubicBezTo>
                <a:cubicBezTo>
                  <a:pt x="2170827" y="123406"/>
                  <a:pt x="2163084" y="125047"/>
                  <a:pt x="2154102" y="125047"/>
                </a:cubicBezTo>
                <a:moveTo>
                  <a:pt x="2138903" y="79536"/>
                </a:moveTo>
                <a:cubicBezTo>
                  <a:pt x="2138903" y="91741"/>
                  <a:pt x="2140271" y="100881"/>
                  <a:pt x="2143005" y="106955"/>
                </a:cubicBezTo>
                <a:cubicBezTo>
                  <a:pt x="2145740" y="113029"/>
                  <a:pt x="2149871" y="116066"/>
                  <a:pt x="2155398" y="116066"/>
                </a:cubicBezTo>
                <a:cubicBezTo>
                  <a:pt x="2158449" y="116066"/>
                  <a:pt x="2160997" y="115288"/>
                  <a:pt x="2163041" y="113734"/>
                </a:cubicBezTo>
                <a:cubicBezTo>
                  <a:pt x="2165084" y="112179"/>
                  <a:pt x="2166725" y="109934"/>
                  <a:pt x="2167963" y="106998"/>
                </a:cubicBezTo>
                <a:cubicBezTo>
                  <a:pt x="2169201" y="104062"/>
                  <a:pt x="2170079" y="100535"/>
                  <a:pt x="2170597" y="96419"/>
                </a:cubicBezTo>
                <a:cubicBezTo>
                  <a:pt x="2171115" y="92303"/>
                  <a:pt x="2171374" y="87682"/>
                  <a:pt x="2171374" y="82559"/>
                </a:cubicBezTo>
                <a:cubicBezTo>
                  <a:pt x="2171374" y="70181"/>
                  <a:pt x="2170007" y="60926"/>
                  <a:pt x="2167272" y="54794"/>
                </a:cubicBezTo>
                <a:cubicBezTo>
                  <a:pt x="2164537" y="48663"/>
                  <a:pt x="2160493" y="45597"/>
                  <a:pt x="2155139" y="45597"/>
                </a:cubicBezTo>
                <a:cubicBezTo>
                  <a:pt x="2151224" y="45597"/>
                  <a:pt x="2148086" y="46835"/>
                  <a:pt x="2145726" y="49311"/>
                </a:cubicBezTo>
                <a:cubicBezTo>
                  <a:pt x="2143365" y="51786"/>
                  <a:pt x="2141638" y="55500"/>
                  <a:pt x="2140544" y="60451"/>
                </a:cubicBezTo>
                <a:cubicBezTo>
                  <a:pt x="2139450" y="65402"/>
                  <a:pt x="2138903" y="71764"/>
                  <a:pt x="2138903" y="79536"/>
                </a:cubicBezTo>
                <a:close/>
                <a:moveTo>
                  <a:pt x="2245685" y="49742"/>
                </a:moveTo>
                <a:lnTo>
                  <a:pt x="2246722" y="50001"/>
                </a:lnTo>
                <a:cubicBezTo>
                  <a:pt x="2251961" y="45108"/>
                  <a:pt x="2256682" y="41653"/>
                  <a:pt x="2260885" y="39638"/>
                </a:cubicBezTo>
                <a:cubicBezTo>
                  <a:pt x="2265087" y="37623"/>
                  <a:pt x="2269376" y="36616"/>
                  <a:pt x="2273752" y="36616"/>
                </a:cubicBezTo>
                <a:cubicBezTo>
                  <a:pt x="2278012" y="36616"/>
                  <a:pt x="2281553" y="37163"/>
                  <a:pt x="2284374" y="38257"/>
                </a:cubicBezTo>
                <a:cubicBezTo>
                  <a:pt x="2287195" y="39351"/>
                  <a:pt x="2289584" y="40948"/>
                  <a:pt x="2291542" y="43050"/>
                </a:cubicBezTo>
                <a:cubicBezTo>
                  <a:pt x="2293499" y="45151"/>
                  <a:pt x="2295082" y="47900"/>
                  <a:pt x="2296291" y="51297"/>
                </a:cubicBezTo>
                <a:cubicBezTo>
                  <a:pt x="2302106" y="45885"/>
                  <a:pt x="2307158" y="42085"/>
                  <a:pt x="2311447" y="39898"/>
                </a:cubicBezTo>
                <a:cubicBezTo>
                  <a:pt x="2315736" y="37710"/>
                  <a:pt x="2320213" y="36616"/>
                  <a:pt x="2324876" y="36616"/>
                </a:cubicBezTo>
                <a:cubicBezTo>
                  <a:pt x="2329482" y="36616"/>
                  <a:pt x="2333296" y="37220"/>
                  <a:pt x="2336319" y="38429"/>
                </a:cubicBezTo>
                <a:cubicBezTo>
                  <a:pt x="2339341" y="39638"/>
                  <a:pt x="2341831" y="41510"/>
                  <a:pt x="2343789" y="44043"/>
                </a:cubicBezTo>
                <a:cubicBezTo>
                  <a:pt x="2345746" y="46576"/>
                  <a:pt x="2347171" y="49742"/>
                  <a:pt x="2348063" y="53542"/>
                </a:cubicBezTo>
                <a:cubicBezTo>
                  <a:pt x="2348956" y="57342"/>
                  <a:pt x="2349402" y="61890"/>
                  <a:pt x="2349402" y="67187"/>
                </a:cubicBezTo>
                <a:lnTo>
                  <a:pt x="2349402" y="98708"/>
                </a:lnTo>
                <a:cubicBezTo>
                  <a:pt x="2349402" y="101241"/>
                  <a:pt x="2349445" y="103616"/>
                  <a:pt x="2349531" y="105832"/>
                </a:cubicBezTo>
                <a:cubicBezTo>
                  <a:pt x="2349618" y="108049"/>
                  <a:pt x="2349834" y="109819"/>
                  <a:pt x="2350179" y="111143"/>
                </a:cubicBezTo>
                <a:cubicBezTo>
                  <a:pt x="2350524" y="112467"/>
                  <a:pt x="2350999" y="113547"/>
                  <a:pt x="2351604" y="114382"/>
                </a:cubicBezTo>
                <a:cubicBezTo>
                  <a:pt x="2352208" y="115216"/>
                  <a:pt x="2353058" y="115922"/>
                  <a:pt x="2354152" y="116497"/>
                </a:cubicBezTo>
                <a:cubicBezTo>
                  <a:pt x="2355245" y="117073"/>
                  <a:pt x="2356570" y="117562"/>
                  <a:pt x="2358124" y="117965"/>
                </a:cubicBezTo>
                <a:lnTo>
                  <a:pt x="2358124" y="123665"/>
                </a:lnTo>
                <a:lnTo>
                  <a:pt x="2316499" y="123665"/>
                </a:lnTo>
                <a:lnTo>
                  <a:pt x="2316499" y="117965"/>
                </a:lnTo>
                <a:cubicBezTo>
                  <a:pt x="2319090" y="117332"/>
                  <a:pt x="2320875" y="116411"/>
                  <a:pt x="2321854" y="115202"/>
                </a:cubicBezTo>
                <a:cubicBezTo>
                  <a:pt x="2322832" y="113993"/>
                  <a:pt x="2323509" y="112323"/>
                  <a:pt x="2323883" y="110193"/>
                </a:cubicBezTo>
                <a:cubicBezTo>
                  <a:pt x="2324257" y="108063"/>
                  <a:pt x="2324444" y="104263"/>
                  <a:pt x="2324444" y="98794"/>
                </a:cubicBezTo>
                <a:lnTo>
                  <a:pt x="2324444" y="75650"/>
                </a:lnTo>
                <a:cubicBezTo>
                  <a:pt x="2324444" y="70468"/>
                  <a:pt x="2324272" y="66251"/>
                  <a:pt x="2323926" y="62998"/>
                </a:cubicBezTo>
                <a:cubicBezTo>
                  <a:pt x="2323581" y="59746"/>
                  <a:pt x="2322919" y="57198"/>
                  <a:pt x="2321940" y="55356"/>
                </a:cubicBezTo>
                <a:cubicBezTo>
                  <a:pt x="2320961" y="53513"/>
                  <a:pt x="2319795" y="52189"/>
                  <a:pt x="2318442" y="51383"/>
                </a:cubicBezTo>
                <a:cubicBezTo>
                  <a:pt x="2317089" y="50577"/>
                  <a:pt x="2315319" y="50174"/>
                  <a:pt x="2313131" y="50174"/>
                </a:cubicBezTo>
                <a:cubicBezTo>
                  <a:pt x="2311634" y="50174"/>
                  <a:pt x="2310253" y="50404"/>
                  <a:pt x="2308986" y="50865"/>
                </a:cubicBezTo>
                <a:cubicBezTo>
                  <a:pt x="2307720" y="51326"/>
                  <a:pt x="2306439" y="52031"/>
                  <a:pt x="2305143" y="52981"/>
                </a:cubicBezTo>
                <a:cubicBezTo>
                  <a:pt x="2303848" y="53931"/>
                  <a:pt x="2302740" y="54895"/>
                  <a:pt x="2301818" y="55874"/>
                </a:cubicBezTo>
                <a:cubicBezTo>
                  <a:pt x="2300897" y="56853"/>
                  <a:pt x="2300163" y="57946"/>
                  <a:pt x="2299616" y="59155"/>
                </a:cubicBezTo>
                <a:cubicBezTo>
                  <a:pt x="2299069" y="60364"/>
                  <a:pt x="2298695" y="61717"/>
                  <a:pt x="2298494" y="63214"/>
                </a:cubicBezTo>
                <a:cubicBezTo>
                  <a:pt x="2298292" y="64711"/>
                  <a:pt x="2298191" y="67158"/>
                  <a:pt x="2298191" y="70555"/>
                </a:cubicBezTo>
                <a:lnTo>
                  <a:pt x="2298191" y="98708"/>
                </a:lnTo>
                <a:cubicBezTo>
                  <a:pt x="2298191" y="102622"/>
                  <a:pt x="2298263" y="105616"/>
                  <a:pt x="2298407" y="107689"/>
                </a:cubicBezTo>
                <a:cubicBezTo>
                  <a:pt x="2298551" y="109761"/>
                  <a:pt x="2298853" y="111431"/>
                  <a:pt x="2299314" y="112698"/>
                </a:cubicBezTo>
                <a:cubicBezTo>
                  <a:pt x="2299775" y="113964"/>
                  <a:pt x="2300509" y="115015"/>
                  <a:pt x="2301516" y="115850"/>
                </a:cubicBezTo>
                <a:cubicBezTo>
                  <a:pt x="2302524" y="116684"/>
                  <a:pt x="2304092" y="117390"/>
                  <a:pt x="2306223" y="117965"/>
                </a:cubicBezTo>
                <a:lnTo>
                  <a:pt x="2306223" y="123665"/>
                </a:lnTo>
                <a:lnTo>
                  <a:pt x="2265116" y="123665"/>
                </a:lnTo>
                <a:lnTo>
                  <a:pt x="2265116" y="117965"/>
                </a:lnTo>
                <a:cubicBezTo>
                  <a:pt x="2267764" y="117332"/>
                  <a:pt x="2269592" y="116411"/>
                  <a:pt x="2270600" y="115202"/>
                </a:cubicBezTo>
                <a:cubicBezTo>
                  <a:pt x="2271607" y="113993"/>
                  <a:pt x="2272284" y="112338"/>
                  <a:pt x="2272629" y="110236"/>
                </a:cubicBezTo>
                <a:cubicBezTo>
                  <a:pt x="2272975" y="108135"/>
                  <a:pt x="2273147" y="104321"/>
                  <a:pt x="2273147" y="98794"/>
                </a:cubicBezTo>
                <a:lnTo>
                  <a:pt x="2273147" y="75650"/>
                </a:lnTo>
                <a:cubicBezTo>
                  <a:pt x="2273147" y="71850"/>
                  <a:pt x="2273075" y="68640"/>
                  <a:pt x="2272932" y="66021"/>
                </a:cubicBezTo>
                <a:cubicBezTo>
                  <a:pt x="2272788" y="63401"/>
                  <a:pt x="2272543" y="61286"/>
                  <a:pt x="2272197" y="59674"/>
                </a:cubicBezTo>
                <a:cubicBezTo>
                  <a:pt x="2271852" y="58062"/>
                  <a:pt x="2271377" y="56651"/>
                  <a:pt x="2270773" y="55442"/>
                </a:cubicBezTo>
                <a:cubicBezTo>
                  <a:pt x="2270168" y="54233"/>
                  <a:pt x="2269477" y="53254"/>
                  <a:pt x="2268700" y="52506"/>
                </a:cubicBezTo>
                <a:cubicBezTo>
                  <a:pt x="2267923" y="51757"/>
                  <a:pt x="2267002" y="51182"/>
                  <a:pt x="2265936" y="50779"/>
                </a:cubicBezTo>
                <a:cubicBezTo>
                  <a:pt x="2264871" y="50376"/>
                  <a:pt x="2263533" y="50174"/>
                  <a:pt x="2261921" y="50174"/>
                </a:cubicBezTo>
                <a:cubicBezTo>
                  <a:pt x="2259791" y="50174"/>
                  <a:pt x="2257560" y="50836"/>
                  <a:pt x="2255228" y="52160"/>
                </a:cubicBezTo>
                <a:cubicBezTo>
                  <a:pt x="2252896" y="53485"/>
                  <a:pt x="2250939" y="55327"/>
                  <a:pt x="2249356" y="57687"/>
                </a:cubicBezTo>
                <a:cubicBezTo>
                  <a:pt x="2247772" y="60048"/>
                  <a:pt x="2246981" y="62581"/>
                  <a:pt x="2246981" y="65287"/>
                </a:cubicBezTo>
                <a:lnTo>
                  <a:pt x="2246981" y="98708"/>
                </a:lnTo>
                <a:cubicBezTo>
                  <a:pt x="2246981" y="104119"/>
                  <a:pt x="2247139" y="107905"/>
                  <a:pt x="2247456" y="110064"/>
                </a:cubicBezTo>
                <a:cubicBezTo>
                  <a:pt x="2247772" y="112223"/>
                  <a:pt x="2248449" y="113921"/>
                  <a:pt x="2249485" y="115159"/>
                </a:cubicBezTo>
                <a:cubicBezTo>
                  <a:pt x="2250522" y="116397"/>
                  <a:pt x="2252335" y="117332"/>
                  <a:pt x="2254926" y="117965"/>
                </a:cubicBezTo>
                <a:lnTo>
                  <a:pt x="2254926" y="123665"/>
                </a:lnTo>
                <a:lnTo>
                  <a:pt x="2213560" y="123665"/>
                </a:lnTo>
                <a:lnTo>
                  <a:pt x="2213560" y="117965"/>
                </a:lnTo>
                <a:cubicBezTo>
                  <a:pt x="2216324" y="117217"/>
                  <a:pt x="2218238" y="116238"/>
                  <a:pt x="2219303" y="115029"/>
                </a:cubicBezTo>
                <a:cubicBezTo>
                  <a:pt x="2220368" y="113820"/>
                  <a:pt x="2221088" y="112179"/>
                  <a:pt x="2221462" y="110107"/>
                </a:cubicBezTo>
                <a:cubicBezTo>
                  <a:pt x="2221836" y="108034"/>
                  <a:pt x="2222023" y="104263"/>
                  <a:pt x="2222023" y="98794"/>
                </a:cubicBezTo>
                <a:lnTo>
                  <a:pt x="2222023" y="63301"/>
                </a:lnTo>
                <a:cubicBezTo>
                  <a:pt x="2222023" y="59040"/>
                  <a:pt x="2221951" y="55888"/>
                  <a:pt x="2221807" y="53844"/>
                </a:cubicBezTo>
                <a:cubicBezTo>
                  <a:pt x="2221663" y="51801"/>
                  <a:pt x="2221318" y="50160"/>
                  <a:pt x="2220771" y="48922"/>
                </a:cubicBezTo>
                <a:cubicBezTo>
                  <a:pt x="2220224" y="47684"/>
                  <a:pt x="2219389" y="46677"/>
                  <a:pt x="2218267" y="45899"/>
                </a:cubicBezTo>
                <a:cubicBezTo>
                  <a:pt x="2217144" y="45122"/>
                  <a:pt x="2215201" y="44446"/>
                  <a:pt x="2212438" y="43870"/>
                </a:cubicBezTo>
                <a:lnTo>
                  <a:pt x="2212438" y="37998"/>
                </a:lnTo>
                <a:lnTo>
                  <a:pt x="2236100" y="37307"/>
                </a:lnTo>
                <a:lnTo>
                  <a:pt x="2246981" y="37307"/>
                </a:lnTo>
                <a:lnTo>
                  <a:pt x="2245685" y="49742"/>
                </a:lnTo>
                <a:close/>
                <a:moveTo>
                  <a:pt x="2403619" y="139123"/>
                </a:moveTo>
                <a:cubicBezTo>
                  <a:pt x="2403619" y="143441"/>
                  <a:pt x="2403849" y="146492"/>
                  <a:pt x="2404310" y="148277"/>
                </a:cubicBezTo>
                <a:cubicBezTo>
                  <a:pt x="2404770" y="150062"/>
                  <a:pt x="2405591" y="151472"/>
                  <a:pt x="2406771" y="152509"/>
                </a:cubicBezTo>
                <a:cubicBezTo>
                  <a:pt x="2407951" y="153545"/>
                  <a:pt x="2410038" y="154409"/>
                  <a:pt x="2413032" y="155100"/>
                </a:cubicBezTo>
                <a:lnTo>
                  <a:pt x="2413032" y="160799"/>
                </a:lnTo>
                <a:lnTo>
                  <a:pt x="2370025" y="160799"/>
                </a:lnTo>
                <a:lnTo>
                  <a:pt x="2370025" y="155100"/>
                </a:lnTo>
                <a:cubicBezTo>
                  <a:pt x="2372731" y="154294"/>
                  <a:pt x="2374617" y="153401"/>
                  <a:pt x="2375682" y="152422"/>
                </a:cubicBezTo>
                <a:cubicBezTo>
                  <a:pt x="2376747" y="151444"/>
                  <a:pt x="2377510" y="150076"/>
                  <a:pt x="2377970" y="148320"/>
                </a:cubicBezTo>
                <a:cubicBezTo>
                  <a:pt x="2378431" y="146564"/>
                  <a:pt x="2378661" y="143499"/>
                  <a:pt x="2378661" y="139123"/>
                </a:cubicBezTo>
                <a:lnTo>
                  <a:pt x="2378661" y="63560"/>
                </a:lnTo>
                <a:cubicBezTo>
                  <a:pt x="2378661" y="59472"/>
                  <a:pt x="2378618" y="56565"/>
                  <a:pt x="2378532" y="54838"/>
                </a:cubicBezTo>
                <a:cubicBezTo>
                  <a:pt x="2378445" y="53110"/>
                  <a:pt x="2378244" y="51642"/>
                  <a:pt x="2377927" y="50433"/>
                </a:cubicBezTo>
                <a:cubicBezTo>
                  <a:pt x="2377611" y="49224"/>
                  <a:pt x="2377164" y="48231"/>
                  <a:pt x="2376589" y="47454"/>
                </a:cubicBezTo>
                <a:cubicBezTo>
                  <a:pt x="2376013" y="46677"/>
                  <a:pt x="2375164" y="46000"/>
                  <a:pt x="2374041" y="45424"/>
                </a:cubicBezTo>
                <a:cubicBezTo>
                  <a:pt x="2372918" y="44849"/>
                  <a:pt x="2371263" y="44331"/>
                  <a:pt x="2369075" y="43870"/>
                </a:cubicBezTo>
                <a:lnTo>
                  <a:pt x="2369075" y="37998"/>
                </a:lnTo>
                <a:lnTo>
                  <a:pt x="2392997" y="37307"/>
                </a:lnTo>
                <a:lnTo>
                  <a:pt x="2403619" y="37307"/>
                </a:lnTo>
                <a:lnTo>
                  <a:pt x="2402323" y="49829"/>
                </a:lnTo>
                <a:lnTo>
                  <a:pt x="2403360" y="50088"/>
                </a:lnTo>
                <a:cubicBezTo>
                  <a:pt x="2408311" y="45309"/>
                  <a:pt x="2412931" y="41869"/>
                  <a:pt x="2417220" y="39768"/>
                </a:cubicBezTo>
                <a:cubicBezTo>
                  <a:pt x="2421509" y="37667"/>
                  <a:pt x="2425928" y="36616"/>
                  <a:pt x="2430476" y="36616"/>
                </a:cubicBezTo>
                <a:cubicBezTo>
                  <a:pt x="2440724" y="36616"/>
                  <a:pt x="2448410" y="40229"/>
                  <a:pt x="2453534" y="47454"/>
                </a:cubicBezTo>
                <a:cubicBezTo>
                  <a:pt x="2458658" y="54679"/>
                  <a:pt x="2461220" y="65488"/>
                  <a:pt x="2461220" y="79881"/>
                </a:cubicBezTo>
                <a:cubicBezTo>
                  <a:pt x="2461220" y="89841"/>
                  <a:pt x="2459708" y="98175"/>
                  <a:pt x="2456686" y="104882"/>
                </a:cubicBezTo>
                <a:cubicBezTo>
                  <a:pt x="2453663" y="111589"/>
                  <a:pt x="2449158" y="116627"/>
                  <a:pt x="2443171" y="119995"/>
                </a:cubicBezTo>
                <a:cubicBezTo>
                  <a:pt x="2437183" y="123363"/>
                  <a:pt x="2429814" y="125047"/>
                  <a:pt x="2421063" y="125047"/>
                </a:cubicBezTo>
                <a:cubicBezTo>
                  <a:pt x="2415133" y="125047"/>
                  <a:pt x="2409318" y="124298"/>
                  <a:pt x="2403619" y="122802"/>
                </a:cubicBezTo>
                <a:lnTo>
                  <a:pt x="2403619" y="139123"/>
                </a:lnTo>
                <a:moveTo>
                  <a:pt x="2403619" y="95340"/>
                </a:moveTo>
                <a:cubicBezTo>
                  <a:pt x="2403619" y="102421"/>
                  <a:pt x="2404842" y="107646"/>
                  <a:pt x="2407289" y="111014"/>
                </a:cubicBezTo>
                <a:cubicBezTo>
                  <a:pt x="2409736" y="114382"/>
                  <a:pt x="2413521" y="116066"/>
                  <a:pt x="2418645" y="116066"/>
                </a:cubicBezTo>
                <a:cubicBezTo>
                  <a:pt x="2423942" y="116066"/>
                  <a:pt x="2427986" y="113288"/>
                  <a:pt x="2430778" y="107732"/>
                </a:cubicBezTo>
                <a:cubicBezTo>
                  <a:pt x="2433571" y="102176"/>
                  <a:pt x="2434967" y="94246"/>
                  <a:pt x="2434967" y="83940"/>
                </a:cubicBezTo>
                <a:cubicBezTo>
                  <a:pt x="2434967" y="72483"/>
                  <a:pt x="2433715" y="63992"/>
                  <a:pt x="2431210" y="58465"/>
                </a:cubicBezTo>
                <a:cubicBezTo>
                  <a:pt x="2428706" y="52938"/>
                  <a:pt x="2424805" y="50174"/>
                  <a:pt x="2419509" y="50174"/>
                </a:cubicBezTo>
                <a:cubicBezTo>
                  <a:pt x="2416918" y="50174"/>
                  <a:pt x="2414399" y="50836"/>
                  <a:pt x="2411952" y="52160"/>
                </a:cubicBezTo>
                <a:cubicBezTo>
                  <a:pt x="2409506" y="53485"/>
                  <a:pt x="2407505" y="55370"/>
                  <a:pt x="2405950" y="57817"/>
                </a:cubicBezTo>
                <a:cubicBezTo>
                  <a:pt x="2404396" y="60264"/>
                  <a:pt x="2403619" y="63013"/>
                  <a:pt x="2403619" y="66064"/>
                </a:cubicBezTo>
                <a:lnTo>
                  <a:pt x="2403619" y="95340"/>
                </a:lnTo>
                <a:close/>
                <a:moveTo>
                  <a:pt x="2509559" y="98708"/>
                </a:moveTo>
                <a:cubicBezTo>
                  <a:pt x="2509559" y="104177"/>
                  <a:pt x="2509732" y="107948"/>
                  <a:pt x="2510078" y="110020"/>
                </a:cubicBezTo>
                <a:cubicBezTo>
                  <a:pt x="2510423" y="112093"/>
                  <a:pt x="2511128" y="113748"/>
                  <a:pt x="2512193" y="114986"/>
                </a:cubicBezTo>
                <a:cubicBezTo>
                  <a:pt x="2513258" y="116224"/>
                  <a:pt x="2515259" y="117217"/>
                  <a:pt x="2518195" y="117965"/>
                </a:cubicBezTo>
                <a:lnTo>
                  <a:pt x="2518195" y="123665"/>
                </a:lnTo>
                <a:lnTo>
                  <a:pt x="2475880" y="123665"/>
                </a:lnTo>
                <a:lnTo>
                  <a:pt x="2475880" y="117965"/>
                </a:lnTo>
                <a:cubicBezTo>
                  <a:pt x="2477607" y="117562"/>
                  <a:pt x="2478960" y="117087"/>
                  <a:pt x="2479939" y="116541"/>
                </a:cubicBezTo>
                <a:cubicBezTo>
                  <a:pt x="2480917" y="115994"/>
                  <a:pt x="2481680" y="115360"/>
                  <a:pt x="2482227" y="114641"/>
                </a:cubicBezTo>
                <a:cubicBezTo>
                  <a:pt x="2482774" y="113921"/>
                  <a:pt x="2483249" y="113000"/>
                  <a:pt x="2483652" y="111877"/>
                </a:cubicBezTo>
                <a:cubicBezTo>
                  <a:pt x="2484055" y="110755"/>
                  <a:pt x="2484314" y="109200"/>
                  <a:pt x="2484429" y="107214"/>
                </a:cubicBezTo>
                <a:cubicBezTo>
                  <a:pt x="2484544" y="105228"/>
                  <a:pt x="2484602" y="102392"/>
                  <a:pt x="2484602" y="98708"/>
                </a:cubicBezTo>
                <a:lnTo>
                  <a:pt x="2484602" y="31348"/>
                </a:lnTo>
                <a:cubicBezTo>
                  <a:pt x="2484602" y="26397"/>
                  <a:pt x="2484559" y="22755"/>
                  <a:pt x="2484472" y="20424"/>
                </a:cubicBezTo>
                <a:cubicBezTo>
                  <a:pt x="2484386" y="18092"/>
                  <a:pt x="2484213" y="16135"/>
                  <a:pt x="2483954" y="14551"/>
                </a:cubicBezTo>
                <a:cubicBezTo>
                  <a:pt x="2483695" y="12968"/>
                  <a:pt x="2483263" y="11702"/>
                  <a:pt x="2482659" y="10752"/>
                </a:cubicBezTo>
                <a:cubicBezTo>
                  <a:pt x="2482054" y="9802"/>
                  <a:pt x="2481205" y="9039"/>
                  <a:pt x="2480111" y="8463"/>
                </a:cubicBezTo>
                <a:cubicBezTo>
                  <a:pt x="2479017" y="7887"/>
                  <a:pt x="2477261" y="7369"/>
                  <a:pt x="2474843" y="6909"/>
                </a:cubicBezTo>
                <a:lnTo>
                  <a:pt x="2474843" y="1209"/>
                </a:lnTo>
                <a:lnTo>
                  <a:pt x="2498765" y="0"/>
                </a:lnTo>
                <a:lnTo>
                  <a:pt x="2509559" y="0"/>
                </a:lnTo>
                <a:lnTo>
                  <a:pt x="2509559" y="98708"/>
                </a:lnTo>
                <a:close/>
                <a:moveTo>
                  <a:pt x="2609889" y="107948"/>
                </a:moveTo>
                <a:cubicBezTo>
                  <a:pt x="2604016" y="114166"/>
                  <a:pt x="2598201" y="118570"/>
                  <a:pt x="2592444" y="121161"/>
                </a:cubicBezTo>
                <a:cubicBezTo>
                  <a:pt x="2586687" y="123751"/>
                  <a:pt x="2580066" y="125047"/>
                  <a:pt x="2572582" y="125047"/>
                </a:cubicBezTo>
                <a:cubicBezTo>
                  <a:pt x="2559167" y="125047"/>
                  <a:pt x="2549078" y="121377"/>
                  <a:pt x="2542313" y="114036"/>
                </a:cubicBezTo>
                <a:cubicBezTo>
                  <a:pt x="2535548" y="106696"/>
                  <a:pt x="2532166" y="95800"/>
                  <a:pt x="2532166" y="81350"/>
                </a:cubicBezTo>
                <a:cubicBezTo>
                  <a:pt x="2532166" y="72023"/>
                  <a:pt x="2533908" y="63977"/>
                  <a:pt x="2537391" y="57212"/>
                </a:cubicBezTo>
                <a:cubicBezTo>
                  <a:pt x="2540874" y="50448"/>
                  <a:pt x="2545811" y="45324"/>
                  <a:pt x="2552201" y="41841"/>
                </a:cubicBezTo>
                <a:cubicBezTo>
                  <a:pt x="2558592" y="38357"/>
                  <a:pt x="2566018" y="36616"/>
                  <a:pt x="2574482" y="36616"/>
                </a:cubicBezTo>
                <a:cubicBezTo>
                  <a:pt x="2579721" y="36616"/>
                  <a:pt x="2584312" y="37220"/>
                  <a:pt x="2588256" y="38429"/>
                </a:cubicBezTo>
                <a:cubicBezTo>
                  <a:pt x="2592199" y="39638"/>
                  <a:pt x="2595582" y="41322"/>
                  <a:pt x="2598403" y="43481"/>
                </a:cubicBezTo>
                <a:cubicBezTo>
                  <a:pt x="2601224" y="45640"/>
                  <a:pt x="2603556" y="48246"/>
                  <a:pt x="2605398" y="51297"/>
                </a:cubicBezTo>
                <a:cubicBezTo>
                  <a:pt x="2607586" y="54924"/>
                  <a:pt x="2609226" y="59069"/>
                  <a:pt x="2610320" y="63732"/>
                </a:cubicBezTo>
                <a:cubicBezTo>
                  <a:pt x="2611472" y="68511"/>
                  <a:pt x="2612076" y="74297"/>
                  <a:pt x="2612134" y="81090"/>
                </a:cubicBezTo>
                <a:lnTo>
                  <a:pt x="2557383" y="81090"/>
                </a:lnTo>
                <a:cubicBezTo>
                  <a:pt x="2557440" y="91511"/>
                  <a:pt x="2559297" y="99183"/>
                  <a:pt x="2562953" y="104105"/>
                </a:cubicBezTo>
                <a:cubicBezTo>
                  <a:pt x="2566609" y="109027"/>
                  <a:pt x="2572179" y="111489"/>
                  <a:pt x="2579663" y="111489"/>
                </a:cubicBezTo>
                <a:cubicBezTo>
                  <a:pt x="2584039" y="111489"/>
                  <a:pt x="2587982" y="110668"/>
                  <a:pt x="2591494" y="109027"/>
                </a:cubicBezTo>
                <a:cubicBezTo>
                  <a:pt x="2595006" y="107387"/>
                  <a:pt x="2598806" y="104494"/>
                  <a:pt x="2602893" y="100348"/>
                </a:cubicBezTo>
                <a:lnTo>
                  <a:pt x="2609889" y="107948"/>
                </a:lnTo>
                <a:moveTo>
                  <a:pt x="2586572" y="71764"/>
                </a:moveTo>
                <a:cubicBezTo>
                  <a:pt x="2586341" y="62955"/>
                  <a:pt x="2585190" y="56392"/>
                  <a:pt x="2583117" y="52074"/>
                </a:cubicBezTo>
                <a:cubicBezTo>
                  <a:pt x="2581045" y="47756"/>
                  <a:pt x="2577706" y="45597"/>
                  <a:pt x="2573100" y="45597"/>
                </a:cubicBezTo>
                <a:cubicBezTo>
                  <a:pt x="2568667" y="45597"/>
                  <a:pt x="2565141" y="47843"/>
                  <a:pt x="2562521" y="52333"/>
                </a:cubicBezTo>
                <a:cubicBezTo>
                  <a:pt x="2559901" y="56824"/>
                  <a:pt x="2558333" y="63301"/>
                  <a:pt x="2557814" y="71764"/>
                </a:cubicBezTo>
                <a:lnTo>
                  <a:pt x="2586572" y="71764"/>
                </a:lnTo>
                <a:close/>
                <a:moveTo>
                  <a:pt x="2684717" y="113302"/>
                </a:moveTo>
                <a:cubicBezTo>
                  <a:pt x="2679650" y="117620"/>
                  <a:pt x="2675045" y="120657"/>
                  <a:pt x="2670899" y="122413"/>
                </a:cubicBezTo>
                <a:cubicBezTo>
                  <a:pt x="2666754" y="124169"/>
                  <a:pt x="2662379" y="125047"/>
                  <a:pt x="2657773" y="125047"/>
                </a:cubicBezTo>
                <a:cubicBezTo>
                  <a:pt x="2649195" y="125047"/>
                  <a:pt x="2642790" y="122730"/>
                  <a:pt x="2638558" y="118095"/>
                </a:cubicBezTo>
                <a:cubicBezTo>
                  <a:pt x="2634327" y="113460"/>
                  <a:pt x="2632211" y="106451"/>
                  <a:pt x="2632211" y="97067"/>
                </a:cubicBezTo>
                <a:lnTo>
                  <a:pt x="2632211" y="48792"/>
                </a:lnTo>
                <a:lnTo>
                  <a:pt x="2621416" y="48792"/>
                </a:lnTo>
                <a:lnTo>
                  <a:pt x="2621416" y="42834"/>
                </a:lnTo>
                <a:cubicBezTo>
                  <a:pt x="2624928" y="42258"/>
                  <a:pt x="2627519" y="41394"/>
                  <a:pt x="2629188" y="40243"/>
                </a:cubicBezTo>
                <a:cubicBezTo>
                  <a:pt x="2630858" y="39092"/>
                  <a:pt x="2632153" y="37551"/>
                  <a:pt x="2633075" y="35623"/>
                </a:cubicBezTo>
                <a:cubicBezTo>
                  <a:pt x="2633996" y="33694"/>
                  <a:pt x="2634730" y="31175"/>
                  <a:pt x="2635277" y="28066"/>
                </a:cubicBezTo>
                <a:cubicBezTo>
                  <a:pt x="2635824" y="24958"/>
                  <a:pt x="2636241" y="21071"/>
                  <a:pt x="2636529" y="16408"/>
                </a:cubicBezTo>
                <a:lnTo>
                  <a:pt x="2657168" y="16408"/>
                </a:lnTo>
                <a:lnTo>
                  <a:pt x="2657168" y="37998"/>
                </a:lnTo>
                <a:lnTo>
                  <a:pt x="2681781" y="37998"/>
                </a:lnTo>
                <a:lnTo>
                  <a:pt x="2681781" y="48792"/>
                </a:lnTo>
                <a:lnTo>
                  <a:pt x="2657168" y="48792"/>
                </a:lnTo>
                <a:lnTo>
                  <a:pt x="2657168" y="87740"/>
                </a:lnTo>
                <a:cubicBezTo>
                  <a:pt x="2657168" y="94246"/>
                  <a:pt x="2657471" y="99053"/>
                  <a:pt x="2658075" y="102162"/>
                </a:cubicBezTo>
                <a:cubicBezTo>
                  <a:pt x="2658680" y="105271"/>
                  <a:pt x="2659702" y="107559"/>
                  <a:pt x="2661141" y="109027"/>
                </a:cubicBezTo>
                <a:cubicBezTo>
                  <a:pt x="2662580" y="110495"/>
                  <a:pt x="2664365" y="111230"/>
                  <a:pt x="2666495" y="111230"/>
                </a:cubicBezTo>
                <a:cubicBezTo>
                  <a:pt x="2668107" y="111230"/>
                  <a:pt x="2669546" y="111086"/>
                  <a:pt x="2670813" y="110798"/>
                </a:cubicBezTo>
                <a:cubicBezTo>
                  <a:pt x="2672080" y="110510"/>
                  <a:pt x="2673418" y="109992"/>
                  <a:pt x="2674829" y="109243"/>
                </a:cubicBezTo>
                <a:cubicBezTo>
                  <a:pt x="2676239" y="108495"/>
                  <a:pt x="2677722" y="107430"/>
                  <a:pt x="2679276" y="106048"/>
                </a:cubicBezTo>
                <a:lnTo>
                  <a:pt x="2684717" y="113302"/>
                </a:lnTo>
                <a:close/>
                <a:moveTo>
                  <a:pt x="2722223" y="3541"/>
                </a:moveTo>
                <a:lnTo>
                  <a:pt x="2722223" y="24698"/>
                </a:lnTo>
                <a:lnTo>
                  <a:pt x="2698560" y="24698"/>
                </a:lnTo>
                <a:lnTo>
                  <a:pt x="2698560" y="3541"/>
                </a:lnTo>
                <a:lnTo>
                  <a:pt x="2722223" y="3541"/>
                </a:lnTo>
                <a:moveTo>
                  <a:pt x="2689406" y="117965"/>
                </a:moveTo>
                <a:cubicBezTo>
                  <a:pt x="2692227" y="117217"/>
                  <a:pt x="2694171" y="116238"/>
                  <a:pt x="2695236" y="115029"/>
                </a:cubicBezTo>
                <a:cubicBezTo>
                  <a:pt x="2696301" y="113820"/>
                  <a:pt x="2697020" y="112179"/>
                  <a:pt x="2697395" y="110107"/>
                </a:cubicBezTo>
                <a:cubicBezTo>
                  <a:pt x="2697769" y="108034"/>
                  <a:pt x="2697956" y="104263"/>
                  <a:pt x="2697956" y="98794"/>
                </a:cubicBezTo>
                <a:lnTo>
                  <a:pt x="2697956" y="58637"/>
                </a:lnTo>
                <a:cubicBezTo>
                  <a:pt x="2697956" y="55816"/>
                  <a:pt x="2697826" y="53542"/>
                  <a:pt x="2697567" y="51815"/>
                </a:cubicBezTo>
                <a:cubicBezTo>
                  <a:pt x="2697308" y="50088"/>
                  <a:pt x="2696819" y="48706"/>
                  <a:pt x="2696099" y="47670"/>
                </a:cubicBezTo>
                <a:cubicBezTo>
                  <a:pt x="2695380" y="46633"/>
                  <a:pt x="2694401" y="45842"/>
                  <a:pt x="2693163" y="45295"/>
                </a:cubicBezTo>
                <a:cubicBezTo>
                  <a:pt x="2691925" y="44748"/>
                  <a:pt x="2690328" y="44273"/>
                  <a:pt x="2688370" y="43870"/>
                </a:cubicBezTo>
                <a:lnTo>
                  <a:pt x="2688370" y="37998"/>
                </a:lnTo>
                <a:lnTo>
                  <a:pt x="2712119" y="37307"/>
                </a:lnTo>
                <a:lnTo>
                  <a:pt x="2722913" y="37307"/>
                </a:lnTo>
                <a:lnTo>
                  <a:pt x="2722913" y="98708"/>
                </a:lnTo>
                <a:cubicBezTo>
                  <a:pt x="2722913" y="101932"/>
                  <a:pt x="2722957" y="104422"/>
                  <a:pt x="2723043" y="106178"/>
                </a:cubicBezTo>
                <a:cubicBezTo>
                  <a:pt x="2723129" y="107933"/>
                  <a:pt x="2723259" y="109286"/>
                  <a:pt x="2723432" y="110236"/>
                </a:cubicBezTo>
                <a:cubicBezTo>
                  <a:pt x="2723604" y="111186"/>
                  <a:pt x="2723849" y="112036"/>
                  <a:pt x="2724166" y="112784"/>
                </a:cubicBezTo>
                <a:cubicBezTo>
                  <a:pt x="2724482" y="113532"/>
                  <a:pt x="2724900" y="114223"/>
                  <a:pt x="2725418" y="114857"/>
                </a:cubicBezTo>
                <a:cubicBezTo>
                  <a:pt x="2725936" y="115490"/>
                  <a:pt x="2726684" y="116066"/>
                  <a:pt x="2727663" y="116584"/>
                </a:cubicBezTo>
                <a:cubicBezTo>
                  <a:pt x="2728642" y="117102"/>
                  <a:pt x="2729937" y="117562"/>
                  <a:pt x="2731549" y="117965"/>
                </a:cubicBezTo>
                <a:lnTo>
                  <a:pt x="2731549" y="123665"/>
                </a:lnTo>
                <a:lnTo>
                  <a:pt x="2689406" y="123665"/>
                </a:lnTo>
                <a:lnTo>
                  <a:pt x="2689406" y="117965"/>
                </a:lnTo>
                <a:close/>
                <a:moveTo>
                  <a:pt x="2787796" y="125047"/>
                </a:moveTo>
                <a:cubicBezTo>
                  <a:pt x="2779333" y="125047"/>
                  <a:pt x="2772036" y="123564"/>
                  <a:pt x="2765904" y="120599"/>
                </a:cubicBezTo>
                <a:cubicBezTo>
                  <a:pt x="2759773" y="117634"/>
                  <a:pt x="2754980" y="112885"/>
                  <a:pt x="2751526" y="106350"/>
                </a:cubicBezTo>
                <a:cubicBezTo>
                  <a:pt x="2748071" y="99816"/>
                  <a:pt x="2746344" y="91511"/>
                  <a:pt x="2746344" y="81436"/>
                </a:cubicBezTo>
                <a:cubicBezTo>
                  <a:pt x="2746344" y="73721"/>
                  <a:pt x="2747409" y="67043"/>
                  <a:pt x="2749539" y="61401"/>
                </a:cubicBezTo>
                <a:cubicBezTo>
                  <a:pt x="2751670" y="55759"/>
                  <a:pt x="2754635" y="51095"/>
                  <a:pt x="2758434" y="47411"/>
                </a:cubicBezTo>
                <a:cubicBezTo>
                  <a:pt x="2762234" y="43726"/>
                  <a:pt x="2766768" y="41006"/>
                  <a:pt x="2772036" y="39250"/>
                </a:cubicBezTo>
                <a:cubicBezTo>
                  <a:pt x="2777304" y="37494"/>
                  <a:pt x="2783018" y="36616"/>
                  <a:pt x="2789178" y="36616"/>
                </a:cubicBezTo>
                <a:cubicBezTo>
                  <a:pt x="2803110" y="36616"/>
                  <a:pt x="2813617" y="40286"/>
                  <a:pt x="2820699" y="47627"/>
                </a:cubicBezTo>
                <a:cubicBezTo>
                  <a:pt x="2827780" y="54967"/>
                  <a:pt x="2831321" y="65719"/>
                  <a:pt x="2831321" y="79881"/>
                </a:cubicBezTo>
                <a:cubicBezTo>
                  <a:pt x="2831321" y="89899"/>
                  <a:pt x="2829565" y="98290"/>
                  <a:pt x="2826053" y="105055"/>
                </a:cubicBezTo>
                <a:cubicBezTo>
                  <a:pt x="2822541" y="111820"/>
                  <a:pt x="2817532" y="116843"/>
                  <a:pt x="2811027" y="120124"/>
                </a:cubicBezTo>
                <a:cubicBezTo>
                  <a:pt x="2804521" y="123406"/>
                  <a:pt x="2796777" y="125047"/>
                  <a:pt x="2787796" y="125047"/>
                </a:cubicBezTo>
                <a:moveTo>
                  <a:pt x="2772597" y="79536"/>
                </a:moveTo>
                <a:cubicBezTo>
                  <a:pt x="2772597" y="91741"/>
                  <a:pt x="2773964" y="100881"/>
                  <a:pt x="2776699" y="106955"/>
                </a:cubicBezTo>
                <a:cubicBezTo>
                  <a:pt x="2779434" y="113029"/>
                  <a:pt x="2783565" y="116066"/>
                  <a:pt x="2789092" y="116066"/>
                </a:cubicBezTo>
                <a:cubicBezTo>
                  <a:pt x="2792143" y="116066"/>
                  <a:pt x="2794690" y="115288"/>
                  <a:pt x="2796734" y="113734"/>
                </a:cubicBezTo>
                <a:cubicBezTo>
                  <a:pt x="2798778" y="112179"/>
                  <a:pt x="2800419" y="109934"/>
                  <a:pt x="2801657" y="106998"/>
                </a:cubicBezTo>
                <a:cubicBezTo>
                  <a:pt x="2802895" y="104062"/>
                  <a:pt x="2803772" y="100535"/>
                  <a:pt x="2804291" y="96419"/>
                </a:cubicBezTo>
                <a:cubicBezTo>
                  <a:pt x="2804809" y="92303"/>
                  <a:pt x="2805068" y="87682"/>
                  <a:pt x="2805068" y="82559"/>
                </a:cubicBezTo>
                <a:cubicBezTo>
                  <a:pt x="2805068" y="70181"/>
                  <a:pt x="2803701" y="60926"/>
                  <a:pt x="2800966" y="54794"/>
                </a:cubicBezTo>
                <a:cubicBezTo>
                  <a:pt x="2798231" y="48663"/>
                  <a:pt x="2794187" y="45597"/>
                  <a:pt x="2788833" y="45597"/>
                </a:cubicBezTo>
                <a:cubicBezTo>
                  <a:pt x="2784918" y="45597"/>
                  <a:pt x="2781780" y="46835"/>
                  <a:pt x="2779419" y="49311"/>
                </a:cubicBezTo>
                <a:cubicBezTo>
                  <a:pt x="2777059" y="51786"/>
                  <a:pt x="2775332" y="55500"/>
                  <a:pt x="2774238" y="60451"/>
                </a:cubicBezTo>
                <a:cubicBezTo>
                  <a:pt x="2773144" y="65402"/>
                  <a:pt x="2772597" y="71764"/>
                  <a:pt x="2772597" y="79536"/>
                </a:cubicBezTo>
                <a:close/>
                <a:moveTo>
                  <a:pt x="2940948" y="123665"/>
                </a:moveTo>
                <a:lnTo>
                  <a:pt x="2899064" y="123665"/>
                </a:lnTo>
                <a:lnTo>
                  <a:pt x="2899064" y="117965"/>
                </a:lnTo>
                <a:cubicBezTo>
                  <a:pt x="2901712" y="117332"/>
                  <a:pt x="2903555" y="116397"/>
                  <a:pt x="2904591" y="115159"/>
                </a:cubicBezTo>
                <a:cubicBezTo>
                  <a:pt x="2905627" y="113921"/>
                  <a:pt x="2906332" y="112251"/>
                  <a:pt x="2906707" y="110150"/>
                </a:cubicBezTo>
                <a:cubicBezTo>
                  <a:pt x="2907081" y="108049"/>
                  <a:pt x="2907268" y="104263"/>
                  <a:pt x="2907268" y="98794"/>
                </a:cubicBezTo>
                <a:lnTo>
                  <a:pt x="2907268" y="75736"/>
                </a:lnTo>
                <a:cubicBezTo>
                  <a:pt x="2907268" y="71649"/>
                  <a:pt x="2907182" y="68295"/>
                  <a:pt x="2907009" y="65675"/>
                </a:cubicBezTo>
                <a:cubicBezTo>
                  <a:pt x="2906836" y="63056"/>
                  <a:pt x="2906563" y="60911"/>
                  <a:pt x="2906188" y="59242"/>
                </a:cubicBezTo>
                <a:cubicBezTo>
                  <a:pt x="2905814" y="57572"/>
                  <a:pt x="2905296" y="56176"/>
                  <a:pt x="2904634" y="55053"/>
                </a:cubicBezTo>
                <a:cubicBezTo>
                  <a:pt x="2903972" y="53931"/>
                  <a:pt x="2903238" y="53010"/>
                  <a:pt x="2902432" y="52290"/>
                </a:cubicBezTo>
                <a:cubicBezTo>
                  <a:pt x="2901626" y="51570"/>
                  <a:pt x="2900705" y="51038"/>
                  <a:pt x="2899668" y="50692"/>
                </a:cubicBezTo>
                <a:cubicBezTo>
                  <a:pt x="2898632" y="50347"/>
                  <a:pt x="2897308" y="50174"/>
                  <a:pt x="2895696" y="50174"/>
                </a:cubicBezTo>
                <a:cubicBezTo>
                  <a:pt x="2893508" y="50174"/>
                  <a:pt x="2891234" y="50851"/>
                  <a:pt x="2888874" y="52204"/>
                </a:cubicBezTo>
                <a:cubicBezTo>
                  <a:pt x="2886513" y="53557"/>
                  <a:pt x="2884527" y="55428"/>
                  <a:pt x="2882915" y="57817"/>
                </a:cubicBezTo>
                <a:cubicBezTo>
                  <a:pt x="2881303" y="60206"/>
                  <a:pt x="2880497" y="62754"/>
                  <a:pt x="2880497" y="65460"/>
                </a:cubicBezTo>
                <a:lnTo>
                  <a:pt x="2880497" y="98708"/>
                </a:lnTo>
                <a:cubicBezTo>
                  <a:pt x="2880497" y="104177"/>
                  <a:pt x="2880670" y="107977"/>
                  <a:pt x="2881015" y="110107"/>
                </a:cubicBezTo>
                <a:cubicBezTo>
                  <a:pt x="2881360" y="112237"/>
                  <a:pt x="2882066" y="113921"/>
                  <a:pt x="2883131" y="115159"/>
                </a:cubicBezTo>
                <a:cubicBezTo>
                  <a:pt x="2884196" y="116397"/>
                  <a:pt x="2886081" y="117332"/>
                  <a:pt x="2888787" y="117965"/>
                </a:cubicBezTo>
                <a:lnTo>
                  <a:pt x="2888787" y="123665"/>
                </a:lnTo>
                <a:lnTo>
                  <a:pt x="2847076" y="123665"/>
                </a:lnTo>
                <a:lnTo>
                  <a:pt x="2847076" y="117965"/>
                </a:lnTo>
                <a:cubicBezTo>
                  <a:pt x="2849840" y="117217"/>
                  <a:pt x="2851754" y="116238"/>
                  <a:pt x="2852819" y="115029"/>
                </a:cubicBezTo>
                <a:cubicBezTo>
                  <a:pt x="2853884" y="113820"/>
                  <a:pt x="2854604" y="112179"/>
                  <a:pt x="2854978" y="110107"/>
                </a:cubicBezTo>
                <a:cubicBezTo>
                  <a:pt x="2855352" y="108034"/>
                  <a:pt x="2855539" y="104263"/>
                  <a:pt x="2855539" y="98794"/>
                </a:cubicBezTo>
                <a:lnTo>
                  <a:pt x="2855539" y="63301"/>
                </a:lnTo>
                <a:cubicBezTo>
                  <a:pt x="2855539" y="59040"/>
                  <a:pt x="2855467" y="55888"/>
                  <a:pt x="2855323" y="53844"/>
                </a:cubicBezTo>
                <a:cubicBezTo>
                  <a:pt x="2855180" y="51801"/>
                  <a:pt x="2854834" y="50160"/>
                  <a:pt x="2854287" y="48922"/>
                </a:cubicBezTo>
                <a:cubicBezTo>
                  <a:pt x="2853740" y="47684"/>
                  <a:pt x="2852905" y="46677"/>
                  <a:pt x="2851783" y="45899"/>
                </a:cubicBezTo>
                <a:cubicBezTo>
                  <a:pt x="2850660" y="45122"/>
                  <a:pt x="2848717" y="44446"/>
                  <a:pt x="2845954" y="43870"/>
                </a:cubicBezTo>
                <a:lnTo>
                  <a:pt x="2845954" y="37998"/>
                </a:lnTo>
                <a:lnTo>
                  <a:pt x="2869616" y="37307"/>
                </a:lnTo>
                <a:lnTo>
                  <a:pt x="2880497" y="37307"/>
                </a:lnTo>
                <a:lnTo>
                  <a:pt x="2879202" y="49742"/>
                </a:lnTo>
                <a:lnTo>
                  <a:pt x="2880238" y="50001"/>
                </a:lnTo>
                <a:cubicBezTo>
                  <a:pt x="2883807" y="46835"/>
                  <a:pt x="2886945" y="44345"/>
                  <a:pt x="2889651" y="42531"/>
                </a:cubicBezTo>
                <a:cubicBezTo>
                  <a:pt x="2892357" y="40718"/>
                  <a:pt x="2895192" y="39279"/>
                  <a:pt x="2898157" y="38214"/>
                </a:cubicBezTo>
                <a:cubicBezTo>
                  <a:pt x="2901122" y="37148"/>
                  <a:pt x="2904245" y="36616"/>
                  <a:pt x="2907527" y="36616"/>
                </a:cubicBezTo>
                <a:cubicBezTo>
                  <a:pt x="2912248" y="36616"/>
                  <a:pt x="2916163" y="37292"/>
                  <a:pt x="2919272" y="38645"/>
                </a:cubicBezTo>
                <a:cubicBezTo>
                  <a:pt x="2922381" y="39998"/>
                  <a:pt x="2924899" y="41970"/>
                  <a:pt x="2926828" y="44561"/>
                </a:cubicBezTo>
                <a:cubicBezTo>
                  <a:pt x="2928757" y="47152"/>
                  <a:pt x="2930139" y="50318"/>
                  <a:pt x="2930973" y="54060"/>
                </a:cubicBezTo>
                <a:cubicBezTo>
                  <a:pt x="2931808" y="57802"/>
                  <a:pt x="2932226" y="62149"/>
                  <a:pt x="2932226" y="67100"/>
                </a:cubicBezTo>
                <a:lnTo>
                  <a:pt x="2932226" y="98708"/>
                </a:lnTo>
                <a:cubicBezTo>
                  <a:pt x="2932226" y="101241"/>
                  <a:pt x="2932269" y="103616"/>
                  <a:pt x="2932355" y="105832"/>
                </a:cubicBezTo>
                <a:cubicBezTo>
                  <a:pt x="2932441" y="108049"/>
                  <a:pt x="2932657" y="109819"/>
                  <a:pt x="2933003" y="111143"/>
                </a:cubicBezTo>
                <a:cubicBezTo>
                  <a:pt x="2933348" y="112467"/>
                  <a:pt x="2933823" y="113547"/>
                  <a:pt x="2934428" y="114382"/>
                </a:cubicBezTo>
                <a:cubicBezTo>
                  <a:pt x="2935032" y="115216"/>
                  <a:pt x="2935881" y="115922"/>
                  <a:pt x="2936975" y="116497"/>
                </a:cubicBezTo>
                <a:cubicBezTo>
                  <a:pt x="2938069" y="117073"/>
                  <a:pt x="2939393" y="117562"/>
                  <a:pt x="2940948" y="117965"/>
                </a:cubicBezTo>
                <a:lnTo>
                  <a:pt x="2940948" y="123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B3F48-EC81-4EF2-9CC0-EA1F3FD0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932" y="1143971"/>
            <a:ext cx="3405179" cy="266472"/>
          </a:xfrm>
          <a:custGeom xmlns:a="http://schemas.openxmlformats.org/drawingml/2006/main">
            <a:pathLst>
              <a:path w="3405179" h="266472" fill="none">
                <a:moveTo>
                  <a:pt x="0" y="266472"/>
                </a:moveTo>
                <a:lnTo>
                  <a:pt x="3405179" y="266472"/>
                </a:lnTo>
                <a:lnTo>
                  <a:pt x="3405179" y="0"/>
                </a:lnTo>
                <a:lnTo>
                  <a:pt x="0" y="0"/>
                </a:lnTo>
                <a:lnTo>
                  <a:pt x="0" y="2664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09" name="Text BodyLevelCodeGeneration">
            <a:extLst xmlns:a="http://schemas.openxmlformats.org/drawingml/2006/main">
              <a:ext uri="{FF2B5EF4-FFF2-40B4-BE49-F238E27FC236}">
                <a16:creationId xmlns:a16="http://schemas.microsoft.com/office/drawing/2014/main" id="{5682214C-7927-4C6A-AC29-B90435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215" y="1220357"/>
            <a:ext cx="2263449" cy="161404"/>
          </a:xfrm>
          <a:custGeom xmlns:a="http://schemas.openxmlformats.org/drawingml/2006/main">
            <a:pathLst>
              <a:path w="2263449" h="161404">
                <a:moveTo>
                  <a:pt x="74355" y="61919"/>
                </a:moveTo>
                <a:cubicBezTo>
                  <a:pt x="82415" y="64452"/>
                  <a:pt x="88560" y="68122"/>
                  <a:pt x="92792" y="72930"/>
                </a:cubicBezTo>
                <a:cubicBezTo>
                  <a:pt x="97024" y="77737"/>
                  <a:pt x="99139" y="83508"/>
                  <a:pt x="99139" y="90244"/>
                </a:cubicBezTo>
                <a:cubicBezTo>
                  <a:pt x="99139" y="96002"/>
                  <a:pt x="98175" y="101010"/>
                  <a:pt x="96246" y="105271"/>
                </a:cubicBezTo>
                <a:cubicBezTo>
                  <a:pt x="94318" y="109531"/>
                  <a:pt x="91381" y="113029"/>
                  <a:pt x="87438" y="115763"/>
                </a:cubicBezTo>
                <a:cubicBezTo>
                  <a:pt x="83494" y="118498"/>
                  <a:pt x="78860" y="120499"/>
                  <a:pt x="73534" y="121765"/>
                </a:cubicBezTo>
                <a:cubicBezTo>
                  <a:pt x="68209" y="123032"/>
                  <a:pt x="61430" y="123665"/>
                  <a:pt x="53197" y="123665"/>
                </a:cubicBez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71"/>
                  <a:pt x="5052" y="116109"/>
                </a:cubicBezTo>
                <a:cubicBezTo>
                  <a:pt x="6290" y="115447"/>
                  <a:pt x="7211" y="114526"/>
                  <a:pt x="7815" y="113345"/>
                </a:cubicBezTo>
                <a:cubicBezTo>
                  <a:pt x="8420" y="112165"/>
                  <a:pt x="8809" y="110668"/>
                  <a:pt x="8981" y="108855"/>
                </a:cubicBezTo>
                <a:cubicBezTo>
                  <a:pt x="9154" y="107041"/>
                  <a:pt x="9240" y="104753"/>
                  <a:pt x="9240" y="101989"/>
                </a:cubicBezTo>
                <a:lnTo>
                  <a:pt x="9240" y="27548"/>
                </a:lnTo>
                <a:cubicBezTo>
                  <a:pt x="9240" y="24842"/>
                  <a:pt x="9168" y="22568"/>
                  <a:pt x="9024" y="20726"/>
                </a:cubicBezTo>
                <a:cubicBezTo>
                  <a:pt x="8881" y="18884"/>
                  <a:pt x="8506" y="17387"/>
                  <a:pt x="7902" y="16235"/>
                </a:cubicBezTo>
                <a:cubicBezTo>
                  <a:pt x="7297" y="15084"/>
                  <a:pt x="6376" y="14148"/>
                  <a:pt x="5138" y="13429"/>
                </a:cubicBezTo>
                <a:cubicBezTo>
                  <a:pt x="3901" y="12709"/>
                  <a:pt x="2188" y="12061"/>
                  <a:pt x="0" y="11486"/>
                </a:cubicBezTo>
                <a:lnTo>
                  <a:pt x="0" y="5786"/>
                </a:lnTo>
                <a:lnTo>
                  <a:pt x="56565" y="5786"/>
                </a:lnTo>
                <a:cubicBezTo>
                  <a:pt x="63013" y="5786"/>
                  <a:pt x="68281" y="6103"/>
                  <a:pt x="72368" y="6736"/>
                </a:cubicBezTo>
                <a:cubicBezTo>
                  <a:pt x="77780" y="7600"/>
                  <a:pt x="82472" y="9096"/>
                  <a:pt x="86445" y="11227"/>
                </a:cubicBezTo>
                <a:cubicBezTo>
                  <a:pt x="90014" y="13126"/>
                  <a:pt x="92806" y="15832"/>
                  <a:pt x="94821" y="19344"/>
                </a:cubicBezTo>
                <a:cubicBezTo>
                  <a:pt x="96836" y="22856"/>
                  <a:pt x="97844" y="27030"/>
                  <a:pt x="97844" y="31866"/>
                </a:cubicBezTo>
                <a:cubicBezTo>
                  <a:pt x="97844" y="44878"/>
                  <a:pt x="90014" y="54636"/>
                  <a:pt x="74355" y="61142"/>
                </a:cubicBezTo>
                <a:lnTo>
                  <a:pt x="74355" y="61919"/>
                </a:lnTo>
                <a:moveTo>
                  <a:pt x="47497" y="57428"/>
                </a:moveTo>
                <a:cubicBezTo>
                  <a:pt x="53254" y="57428"/>
                  <a:pt x="57774" y="56593"/>
                  <a:pt x="61055" y="54924"/>
                </a:cubicBezTo>
                <a:cubicBezTo>
                  <a:pt x="64337" y="53254"/>
                  <a:pt x="66827" y="50879"/>
                  <a:pt x="68525" y="47799"/>
                </a:cubicBezTo>
                <a:cubicBezTo>
                  <a:pt x="70224" y="44719"/>
                  <a:pt x="71073" y="40473"/>
                  <a:pt x="71073" y="35061"/>
                </a:cubicBezTo>
                <a:cubicBezTo>
                  <a:pt x="71073" y="30283"/>
                  <a:pt x="70152" y="26498"/>
                  <a:pt x="68309" y="23705"/>
                </a:cubicBezTo>
                <a:cubicBezTo>
                  <a:pt x="66467" y="20913"/>
                  <a:pt x="63848" y="18912"/>
                  <a:pt x="60451" y="17703"/>
                </a:cubicBezTo>
                <a:cubicBezTo>
                  <a:pt x="57054" y="16494"/>
                  <a:pt x="52823" y="15890"/>
                  <a:pt x="47756" y="15890"/>
                </a:cubicBezTo>
                <a:cubicBezTo>
                  <a:pt x="43726" y="15890"/>
                  <a:pt x="39811" y="16034"/>
                  <a:pt x="36011" y="16322"/>
                </a:cubicBezTo>
                <a:lnTo>
                  <a:pt x="36011" y="57428"/>
                </a:lnTo>
                <a:lnTo>
                  <a:pt x="47497" y="57428"/>
                </a:lnTo>
                <a:moveTo>
                  <a:pt x="36011" y="113302"/>
                </a:moveTo>
                <a:cubicBezTo>
                  <a:pt x="39408" y="113475"/>
                  <a:pt x="43323" y="113561"/>
                  <a:pt x="47756" y="113561"/>
                </a:cubicBezTo>
                <a:cubicBezTo>
                  <a:pt x="53226" y="113561"/>
                  <a:pt x="57731" y="112885"/>
                  <a:pt x="61271" y="111532"/>
                </a:cubicBezTo>
                <a:cubicBezTo>
                  <a:pt x="64812" y="110179"/>
                  <a:pt x="67561" y="107818"/>
                  <a:pt x="69518" y="104450"/>
                </a:cubicBezTo>
                <a:cubicBezTo>
                  <a:pt x="71476" y="101082"/>
                  <a:pt x="72455" y="96462"/>
                  <a:pt x="72455" y="90590"/>
                </a:cubicBezTo>
                <a:cubicBezTo>
                  <a:pt x="72455" y="86445"/>
                  <a:pt x="71936" y="82890"/>
                  <a:pt x="70900" y="79925"/>
                </a:cubicBezTo>
                <a:cubicBezTo>
                  <a:pt x="69864" y="76960"/>
                  <a:pt x="68309" y="74570"/>
                  <a:pt x="66237" y="72757"/>
                </a:cubicBezTo>
                <a:cubicBezTo>
                  <a:pt x="64164" y="70943"/>
                  <a:pt x="61689" y="69619"/>
                  <a:pt x="58810" y="68784"/>
                </a:cubicBezTo>
                <a:cubicBezTo>
                  <a:pt x="55931" y="67950"/>
                  <a:pt x="52333" y="67532"/>
                  <a:pt x="48015" y="67532"/>
                </a:cubicBezTo>
                <a:lnTo>
                  <a:pt x="36011" y="67532"/>
                </a:lnTo>
                <a:lnTo>
                  <a:pt x="36011" y="113302"/>
                </a:lnTo>
                <a:close/>
                <a:moveTo>
                  <a:pt x="156157" y="125047"/>
                </a:moveTo>
                <a:cubicBezTo>
                  <a:pt x="147694" y="125047"/>
                  <a:pt x="140397" y="123564"/>
                  <a:pt x="134265" y="120599"/>
                </a:cubicBezTo>
                <a:cubicBezTo>
                  <a:pt x="128134" y="117634"/>
                  <a:pt x="123341" y="112885"/>
                  <a:pt x="119887" y="106350"/>
                </a:cubicBezTo>
                <a:cubicBezTo>
                  <a:pt x="116432" y="99816"/>
                  <a:pt x="114705" y="91511"/>
                  <a:pt x="114705" y="81436"/>
                </a:cubicBezTo>
                <a:cubicBezTo>
                  <a:pt x="114705" y="73721"/>
                  <a:pt x="115770" y="67043"/>
                  <a:pt x="117900" y="61401"/>
                </a:cubicBezTo>
                <a:cubicBezTo>
                  <a:pt x="120031" y="55759"/>
                  <a:pt x="122996" y="51095"/>
                  <a:pt x="126795" y="47411"/>
                </a:cubicBezTo>
                <a:cubicBezTo>
                  <a:pt x="130595" y="43726"/>
                  <a:pt x="135129" y="41006"/>
                  <a:pt x="140397" y="39250"/>
                </a:cubicBezTo>
                <a:cubicBezTo>
                  <a:pt x="145665" y="37494"/>
                  <a:pt x="151379" y="36616"/>
                  <a:pt x="157539" y="36616"/>
                </a:cubicBezTo>
                <a:cubicBezTo>
                  <a:pt x="171471" y="36616"/>
                  <a:pt x="181978" y="40286"/>
                  <a:pt x="189060" y="47627"/>
                </a:cubicBezTo>
                <a:cubicBezTo>
                  <a:pt x="196141" y="54967"/>
                  <a:pt x="199682" y="65719"/>
                  <a:pt x="199682" y="79881"/>
                </a:cubicBezTo>
                <a:cubicBezTo>
                  <a:pt x="199682" y="89899"/>
                  <a:pt x="197926" y="98290"/>
                  <a:pt x="194414" y="105055"/>
                </a:cubicBezTo>
                <a:cubicBezTo>
                  <a:pt x="190902" y="111820"/>
                  <a:pt x="185893" y="116843"/>
                  <a:pt x="179388" y="120124"/>
                </a:cubicBezTo>
                <a:cubicBezTo>
                  <a:pt x="172882" y="123406"/>
                  <a:pt x="165138" y="125047"/>
                  <a:pt x="156157" y="125047"/>
                </a:cubicBezTo>
                <a:moveTo>
                  <a:pt x="140958" y="79536"/>
                </a:moveTo>
                <a:cubicBezTo>
                  <a:pt x="140958" y="91741"/>
                  <a:pt x="142325" y="100881"/>
                  <a:pt x="145060" y="106955"/>
                </a:cubicBezTo>
                <a:cubicBezTo>
                  <a:pt x="147795" y="113029"/>
                  <a:pt x="151926" y="116066"/>
                  <a:pt x="157453" y="116066"/>
                </a:cubicBezTo>
                <a:cubicBezTo>
                  <a:pt x="160504" y="116066"/>
                  <a:pt x="163051" y="115288"/>
                  <a:pt x="165095" y="113734"/>
                </a:cubicBezTo>
                <a:cubicBezTo>
                  <a:pt x="167139" y="112179"/>
                  <a:pt x="168780" y="109934"/>
                  <a:pt x="170018" y="106998"/>
                </a:cubicBezTo>
                <a:cubicBezTo>
                  <a:pt x="171255" y="104062"/>
                  <a:pt x="172133" y="100535"/>
                  <a:pt x="172652" y="96419"/>
                </a:cubicBezTo>
                <a:cubicBezTo>
                  <a:pt x="173170" y="92303"/>
                  <a:pt x="173429" y="87682"/>
                  <a:pt x="173429" y="82559"/>
                </a:cubicBezTo>
                <a:cubicBezTo>
                  <a:pt x="173429" y="70181"/>
                  <a:pt x="172061" y="60926"/>
                  <a:pt x="169327" y="54794"/>
                </a:cubicBezTo>
                <a:cubicBezTo>
                  <a:pt x="166592" y="48663"/>
                  <a:pt x="162548" y="45597"/>
                  <a:pt x="157193" y="45597"/>
                </a:cubicBezTo>
                <a:cubicBezTo>
                  <a:pt x="153279" y="45597"/>
                  <a:pt x="150141" y="46835"/>
                  <a:pt x="147780" y="49311"/>
                </a:cubicBezTo>
                <a:cubicBezTo>
                  <a:pt x="145420" y="51786"/>
                  <a:pt x="143693" y="55500"/>
                  <a:pt x="142599" y="60451"/>
                </a:cubicBezTo>
                <a:cubicBezTo>
                  <a:pt x="141505" y="65402"/>
                  <a:pt x="140958" y="71764"/>
                  <a:pt x="140958" y="79536"/>
                </a:cubicBezTo>
                <a:close/>
                <a:moveTo>
                  <a:pt x="299391" y="98448"/>
                </a:moveTo>
                <a:cubicBezTo>
                  <a:pt x="299391" y="102824"/>
                  <a:pt x="299463" y="106019"/>
                  <a:pt x="299607" y="108034"/>
                </a:cubicBezTo>
                <a:cubicBezTo>
                  <a:pt x="299751" y="110049"/>
                  <a:pt x="300082" y="111661"/>
                  <a:pt x="300600" y="112870"/>
                </a:cubicBezTo>
                <a:cubicBezTo>
                  <a:pt x="301118" y="114079"/>
                  <a:pt x="301953" y="115072"/>
                  <a:pt x="303104" y="115850"/>
                </a:cubicBezTo>
                <a:cubicBezTo>
                  <a:pt x="304256" y="116627"/>
                  <a:pt x="306185" y="117303"/>
                  <a:pt x="308890" y="117879"/>
                </a:cubicBezTo>
                <a:lnTo>
                  <a:pt x="308890" y="123665"/>
                </a:lnTo>
                <a:lnTo>
                  <a:pt x="285401" y="124442"/>
                </a:lnTo>
                <a:lnTo>
                  <a:pt x="274952" y="124442"/>
                </a:lnTo>
                <a:lnTo>
                  <a:pt x="275729" y="112007"/>
                </a:lnTo>
                <a:lnTo>
                  <a:pt x="274434" y="111920"/>
                </a:lnTo>
                <a:cubicBezTo>
                  <a:pt x="270288" y="116123"/>
                  <a:pt x="265927" y="119362"/>
                  <a:pt x="261350" y="121636"/>
                </a:cubicBezTo>
                <a:cubicBezTo>
                  <a:pt x="256773" y="123910"/>
                  <a:pt x="252383" y="125047"/>
                  <a:pt x="248181" y="125047"/>
                </a:cubicBezTo>
                <a:cubicBezTo>
                  <a:pt x="237702" y="125047"/>
                  <a:pt x="229858" y="121449"/>
                  <a:pt x="224648" y="114252"/>
                </a:cubicBezTo>
                <a:cubicBezTo>
                  <a:pt x="219438" y="107056"/>
                  <a:pt x="216833" y="96232"/>
                  <a:pt x="216833" y="81781"/>
                </a:cubicBezTo>
                <a:cubicBezTo>
                  <a:pt x="216833" y="71994"/>
                  <a:pt x="218416" y="63747"/>
                  <a:pt x="221582" y="57040"/>
                </a:cubicBezTo>
                <a:cubicBezTo>
                  <a:pt x="224749" y="50333"/>
                  <a:pt x="229455" y="45252"/>
                  <a:pt x="235702" y="41797"/>
                </a:cubicBezTo>
                <a:cubicBezTo>
                  <a:pt x="241948" y="38343"/>
                  <a:pt x="249476" y="36616"/>
                  <a:pt x="258285" y="36616"/>
                </a:cubicBezTo>
                <a:cubicBezTo>
                  <a:pt x="260818" y="36616"/>
                  <a:pt x="263308" y="36774"/>
                  <a:pt x="265755" y="37091"/>
                </a:cubicBezTo>
                <a:cubicBezTo>
                  <a:pt x="268201" y="37408"/>
                  <a:pt x="271094" y="38026"/>
                  <a:pt x="274434" y="38948"/>
                </a:cubicBezTo>
                <a:lnTo>
                  <a:pt x="274434" y="31089"/>
                </a:lnTo>
                <a:cubicBezTo>
                  <a:pt x="274434" y="24929"/>
                  <a:pt x="274347" y="20568"/>
                  <a:pt x="274174" y="18006"/>
                </a:cubicBezTo>
                <a:cubicBezTo>
                  <a:pt x="274002" y="15444"/>
                  <a:pt x="273642" y="13486"/>
                  <a:pt x="273095" y="12133"/>
                </a:cubicBezTo>
                <a:cubicBezTo>
                  <a:pt x="272548" y="10780"/>
                  <a:pt x="271728" y="9730"/>
                  <a:pt x="270634" y="8981"/>
                </a:cubicBezTo>
                <a:cubicBezTo>
                  <a:pt x="269540" y="8233"/>
                  <a:pt x="267554" y="7571"/>
                  <a:pt x="264675" y="6995"/>
                </a:cubicBezTo>
                <a:lnTo>
                  <a:pt x="264675" y="1209"/>
                </a:lnTo>
                <a:lnTo>
                  <a:pt x="288596" y="0"/>
                </a:lnTo>
                <a:lnTo>
                  <a:pt x="299391" y="0"/>
                </a:lnTo>
                <a:lnTo>
                  <a:pt x="299391" y="98448"/>
                </a:lnTo>
                <a:moveTo>
                  <a:pt x="274434" y="66323"/>
                </a:moveTo>
                <a:cubicBezTo>
                  <a:pt x="274434" y="59299"/>
                  <a:pt x="273253" y="54089"/>
                  <a:pt x="270893" y="50692"/>
                </a:cubicBezTo>
                <a:cubicBezTo>
                  <a:pt x="268532" y="47296"/>
                  <a:pt x="264905" y="45597"/>
                  <a:pt x="260012" y="45597"/>
                </a:cubicBezTo>
                <a:cubicBezTo>
                  <a:pt x="256442" y="45597"/>
                  <a:pt x="253376" y="46878"/>
                  <a:pt x="250815" y="49440"/>
                </a:cubicBezTo>
                <a:cubicBezTo>
                  <a:pt x="248253" y="52002"/>
                  <a:pt x="246324" y="55701"/>
                  <a:pt x="245029" y="60537"/>
                </a:cubicBezTo>
                <a:cubicBezTo>
                  <a:pt x="243733" y="65373"/>
                  <a:pt x="243085" y="71102"/>
                  <a:pt x="243085" y="77722"/>
                </a:cubicBezTo>
                <a:cubicBezTo>
                  <a:pt x="243085" y="89064"/>
                  <a:pt x="244323" y="97527"/>
                  <a:pt x="246799" y="103112"/>
                </a:cubicBezTo>
                <a:cubicBezTo>
                  <a:pt x="249274" y="108696"/>
                  <a:pt x="253132" y="111489"/>
                  <a:pt x="258371" y="111489"/>
                </a:cubicBezTo>
                <a:cubicBezTo>
                  <a:pt x="260846" y="111489"/>
                  <a:pt x="263308" y="110870"/>
                  <a:pt x="265755" y="109632"/>
                </a:cubicBezTo>
                <a:cubicBezTo>
                  <a:pt x="268201" y="108394"/>
                  <a:pt x="270260" y="106494"/>
                  <a:pt x="271929" y="103932"/>
                </a:cubicBezTo>
                <a:cubicBezTo>
                  <a:pt x="273599" y="101370"/>
                  <a:pt x="274434" y="98420"/>
                  <a:pt x="274434" y="95081"/>
                </a:cubicBezTo>
                <a:lnTo>
                  <a:pt x="274434" y="66323"/>
                </a:lnTo>
                <a:close/>
                <a:moveTo>
                  <a:pt x="365433" y="127551"/>
                </a:moveTo>
                <a:cubicBezTo>
                  <a:pt x="361691" y="135899"/>
                  <a:pt x="358165" y="142448"/>
                  <a:pt x="354854" y="147198"/>
                </a:cubicBezTo>
                <a:cubicBezTo>
                  <a:pt x="351544" y="151947"/>
                  <a:pt x="347975" y="155503"/>
                  <a:pt x="344146" y="157863"/>
                </a:cubicBezTo>
                <a:cubicBezTo>
                  <a:pt x="340317" y="160223"/>
                  <a:pt x="335553" y="161404"/>
                  <a:pt x="329854" y="161404"/>
                </a:cubicBezTo>
                <a:cubicBezTo>
                  <a:pt x="325536" y="161404"/>
                  <a:pt x="321506" y="160857"/>
                  <a:pt x="317764" y="159763"/>
                </a:cubicBezTo>
                <a:lnTo>
                  <a:pt x="317764" y="139987"/>
                </a:lnTo>
                <a:lnTo>
                  <a:pt x="327436" y="139987"/>
                </a:lnTo>
                <a:cubicBezTo>
                  <a:pt x="328184" y="142693"/>
                  <a:pt x="329120" y="144549"/>
                  <a:pt x="330242" y="145557"/>
                </a:cubicBezTo>
                <a:cubicBezTo>
                  <a:pt x="331365" y="146564"/>
                  <a:pt x="332934" y="147068"/>
                  <a:pt x="334949" y="147068"/>
                </a:cubicBezTo>
                <a:cubicBezTo>
                  <a:pt x="337137" y="147068"/>
                  <a:pt x="339108" y="146464"/>
                  <a:pt x="340864" y="145255"/>
                </a:cubicBezTo>
                <a:cubicBezTo>
                  <a:pt x="342620" y="144046"/>
                  <a:pt x="344607" y="141786"/>
                  <a:pt x="346823" y="138476"/>
                </a:cubicBezTo>
                <a:cubicBezTo>
                  <a:pt x="349040" y="135165"/>
                  <a:pt x="351760" y="130228"/>
                  <a:pt x="354984" y="123665"/>
                </a:cubicBezTo>
                <a:lnTo>
                  <a:pt x="350062" y="123665"/>
                </a:lnTo>
                <a:lnTo>
                  <a:pt x="327522" y="58810"/>
                </a:lnTo>
                <a:cubicBezTo>
                  <a:pt x="325910" y="54262"/>
                  <a:pt x="324629" y="51139"/>
                  <a:pt x="323679" y="49440"/>
                </a:cubicBezTo>
                <a:cubicBezTo>
                  <a:pt x="322729" y="47742"/>
                  <a:pt x="321664" y="46446"/>
                  <a:pt x="320484" y="45554"/>
                </a:cubicBezTo>
                <a:cubicBezTo>
                  <a:pt x="319304" y="44662"/>
                  <a:pt x="317850" y="44043"/>
                  <a:pt x="316123" y="43697"/>
                </a:cubicBezTo>
                <a:lnTo>
                  <a:pt x="316123" y="37998"/>
                </a:lnTo>
                <a:lnTo>
                  <a:pt x="359216" y="37998"/>
                </a:lnTo>
                <a:lnTo>
                  <a:pt x="359216" y="43697"/>
                </a:lnTo>
                <a:cubicBezTo>
                  <a:pt x="356510" y="44215"/>
                  <a:pt x="354523" y="44993"/>
                  <a:pt x="353257" y="46029"/>
                </a:cubicBezTo>
                <a:cubicBezTo>
                  <a:pt x="351990" y="47065"/>
                  <a:pt x="351357" y="48620"/>
                  <a:pt x="351357" y="50692"/>
                </a:cubicBezTo>
                <a:cubicBezTo>
                  <a:pt x="351357" y="53456"/>
                  <a:pt x="352105" y="57054"/>
                  <a:pt x="353602" y="61487"/>
                </a:cubicBezTo>
                <a:lnTo>
                  <a:pt x="366038" y="99226"/>
                </a:lnTo>
                <a:lnTo>
                  <a:pt x="379769" y="66150"/>
                </a:lnTo>
                <a:cubicBezTo>
                  <a:pt x="380920" y="63387"/>
                  <a:pt x="381784" y="60955"/>
                  <a:pt x="382360" y="58853"/>
                </a:cubicBezTo>
                <a:cubicBezTo>
                  <a:pt x="382935" y="56752"/>
                  <a:pt x="383223" y="54694"/>
                  <a:pt x="383223" y="52679"/>
                </a:cubicBezTo>
                <a:cubicBezTo>
                  <a:pt x="383223" y="50261"/>
                  <a:pt x="382532" y="48260"/>
                  <a:pt x="381151" y="46677"/>
                </a:cubicBezTo>
                <a:cubicBezTo>
                  <a:pt x="379769" y="45093"/>
                  <a:pt x="377811" y="44100"/>
                  <a:pt x="375278" y="43697"/>
                </a:cubicBezTo>
                <a:lnTo>
                  <a:pt x="375278" y="37998"/>
                </a:lnTo>
                <a:lnTo>
                  <a:pt x="408872" y="37998"/>
                </a:lnTo>
                <a:lnTo>
                  <a:pt x="408872" y="43784"/>
                </a:lnTo>
                <a:cubicBezTo>
                  <a:pt x="407202" y="44302"/>
                  <a:pt x="405863" y="44935"/>
                  <a:pt x="404856" y="45684"/>
                </a:cubicBezTo>
                <a:cubicBezTo>
                  <a:pt x="403848" y="46432"/>
                  <a:pt x="402898" y="47411"/>
                  <a:pt x="402006" y="48620"/>
                </a:cubicBezTo>
                <a:cubicBezTo>
                  <a:pt x="401114" y="49829"/>
                  <a:pt x="400034" y="51628"/>
                  <a:pt x="398768" y="54017"/>
                </a:cubicBezTo>
                <a:cubicBezTo>
                  <a:pt x="397501" y="56406"/>
                  <a:pt x="395774" y="60019"/>
                  <a:pt x="393586" y="64855"/>
                </a:cubicBezTo>
                <a:lnTo>
                  <a:pt x="365433" y="127551"/>
                </a:lnTo>
                <a:close/>
                <a:moveTo>
                  <a:pt x="500225" y="5786"/>
                </a:moveTo>
                <a:lnTo>
                  <a:pt x="500225" y="11486"/>
                </a:lnTo>
                <a:cubicBezTo>
                  <a:pt x="498152" y="12061"/>
                  <a:pt x="496512" y="12680"/>
                  <a:pt x="495303" y="13342"/>
                </a:cubicBezTo>
                <a:cubicBezTo>
                  <a:pt x="494094" y="14004"/>
                  <a:pt x="493158" y="14911"/>
                  <a:pt x="492496" y="16063"/>
                </a:cubicBezTo>
                <a:cubicBezTo>
                  <a:pt x="491834" y="17214"/>
                  <a:pt x="491402" y="18697"/>
                  <a:pt x="491201" y="20510"/>
                </a:cubicBezTo>
                <a:cubicBezTo>
                  <a:pt x="490999" y="22324"/>
                  <a:pt x="490898" y="24612"/>
                  <a:pt x="490898" y="27376"/>
                </a:cubicBezTo>
                <a:lnTo>
                  <a:pt x="490898" y="113388"/>
                </a:lnTo>
                <a:lnTo>
                  <a:pt x="507652" y="113388"/>
                </a:lnTo>
                <a:cubicBezTo>
                  <a:pt x="510991" y="113388"/>
                  <a:pt x="513668" y="112870"/>
                  <a:pt x="515683" y="111834"/>
                </a:cubicBezTo>
                <a:cubicBezTo>
                  <a:pt x="517698" y="110798"/>
                  <a:pt x="519440" y="109200"/>
                  <a:pt x="520908" y="107041"/>
                </a:cubicBezTo>
                <a:cubicBezTo>
                  <a:pt x="522376" y="104882"/>
                  <a:pt x="523642" y="102061"/>
                  <a:pt x="524708" y="98578"/>
                </a:cubicBezTo>
                <a:cubicBezTo>
                  <a:pt x="525773" y="95095"/>
                  <a:pt x="526622" y="91828"/>
                  <a:pt x="527255" y="88776"/>
                </a:cubicBezTo>
                <a:lnTo>
                  <a:pt x="539086" y="88776"/>
                </a:lnTo>
                <a:lnTo>
                  <a:pt x="537186" y="123665"/>
                </a:lnTo>
                <a:lnTo>
                  <a:pt x="454887" y="123665"/>
                </a:lnTo>
                <a:lnTo>
                  <a:pt x="454887" y="117965"/>
                </a:lnTo>
                <a:cubicBezTo>
                  <a:pt x="457017" y="117390"/>
                  <a:pt x="458701" y="116756"/>
                  <a:pt x="459939" y="116066"/>
                </a:cubicBezTo>
                <a:cubicBezTo>
                  <a:pt x="461177" y="115375"/>
                  <a:pt x="462098" y="114439"/>
                  <a:pt x="462702" y="113259"/>
                </a:cubicBezTo>
                <a:cubicBezTo>
                  <a:pt x="463307" y="112079"/>
                  <a:pt x="463695" y="110582"/>
                  <a:pt x="463868" y="108768"/>
                </a:cubicBezTo>
                <a:cubicBezTo>
                  <a:pt x="464041" y="106955"/>
                  <a:pt x="464127" y="104666"/>
                  <a:pt x="464127" y="101903"/>
                </a:cubicBezTo>
                <a:lnTo>
                  <a:pt x="464127" y="27548"/>
                </a:lnTo>
                <a:cubicBezTo>
                  <a:pt x="464127" y="24842"/>
                  <a:pt x="464055" y="22568"/>
                  <a:pt x="463911" y="20726"/>
                </a:cubicBezTo>
                <a:cubicBezTo>
                  <a:pt x="463767" y="18884"/>
                  <a:pt x="463393" y="17387"/>
                  <a:pt x="462789" y="16235"/>
                </a:cubicBezTo>
                <a:cubicBezTo>
                  <a:pt x="462184" y="15084"/>
                  <a:pt x="461263" y="14148"/>
                  <a:pt x="460025" y="13429"/>
                </a:cubicBezTo>
                <a:cubicBezTo>
                  <a:pt x="458787" y="12709"/>
                  <a:pt x="457075" y="12061"/>
                  <a:pt x="454887" y="11486"/>
                </a:cubicBezTo>
                <a:lnTo>
                  <a:pt x="454887" y="5786"/>
                </a:lnTo>
                <a:lnTo>
                  <a:pt x="500225" y="5786"/>
                </a:lnTo>
                <a:close/>
                <a:moveTo>
                  <a:pt x="628921" y="107948"/>
                </a:moveTo>
                <a:cubicBezTo>
                  <a:pt x="623049" y="114166"/>
                  <a:pt x="617234" y="118570"/>
                  <a:pt x="611477" y="121161"/>
                </a:cubicBezTo>
                <a:cubicBezTo>
                  <a:pt x="605719" y="123751"/>
                  <a:pt x="599099" y="125047"/>
                  <a:pt x="591614" y="125047"/>
                </a:cubicBezTo>
                <a:cubicBezTo>
                  <a:pt x="578200" y="125047"/>
                  <a:pt x="568110" y="121377"/>
                  <a:pt x="561346" y="114036"/>
                </a:cubicBezTo>
                <a:cubicBezTo>
                  <a:pt x="554581" y="106696"/>
                  <a:pt x="551199" y="95800"/>
                  <a:pt x="551199" y="81350"/>
                </a:cubicBezTo>
                <a:cubicBezTo>
                  <a:pt x="551199" y="72023"/>
                  <a:pt x="552940" y="63977"/>
                  <a:pt x="556423" y="57212"/>
                </a:cubicBezTo>
                <a:cubicBezTo>
                  <a:pt x="559906" y="50448"/>
                  <a:pt x="564843" y="45324"/>
                  <a:pt x="571234" y="41841"/>
                </a:cubicBezTo>
                <a:cubicBezTo>
                  <a:pt x="577624" y="38357"/>
                  <a:pt x="585051" y="36616"/>
                  <a:pt x="593514" y="36616"/>
                </a:cubicBezTo>
                <a:cubicBezTo>
                  <a:pt x="598753" y="36616"/>
                  <a:pt x="603345" y="37220"/>
                  <a:pt x="607288" y="38429"/>
                </a:cubicBezTo>
                <a:cubicBezTo>
                  <a:pt x="611232" y="39638"/>
                  <a:pt x="614614" y="41322"/>
                  <a:pt x="617435" y="43481"/>
                </a:cubicBezTo>
                <a:cubicBezTo>
                  <a:pt x="620256" y="45640"/>
                  <a:pt x="622588" y="48246"/>
                  <a:pt x="624430" y="51297"/>
                </a:cubicBezTo>
                <a:cubicBezTo>
                  <a:pt x="626618" y="54924"/>
                  <a:pt x="628259" y="59069"/>
                  <a:pt x="629353" y="63732"/>
                </a:cubicBezTo>
                <a:cubicBezTo>
                  <a:pt x="630504" y="68511"/>
                  <a:pt x="631109" y="74297"/>
                  <a:pt x="631166" y="81090"/>
                </a:cubicBezTo>
                <a:lnTo>
                  <a:pt x="576415" y="81090"/>
                </a:lnTo>
                <a:cubicBezTo>
                  <a:pt x="576473" y="91511"/>
                  <a:pt x="578329" y="99183"/>
                  <a:pt x="581985" y="104105"/>
                </a:cubicBezTo>
                <a:cubicBezTo>
                  <a:pt x="585641" y="109027"/>
                  <a:pt x="591211" y="111489"/>
                  <a:pt x="598696" y="111489"/>
                </a:cubicBezTo>
                <a:cubicBezTo>
                  <a:pt x="603071" y="111489"/>
                  <a:pt x="607015" y="110668"/>
                  <a:pt x="610527" y="109027"/>
                </a:cubicBezTo>
                <a:cubicBezTo>
                  <a:pt x="614039" y="107387"/>
                  <a:pt x="617838" y="104494"/>
                  <a:pt x="621926" y="100348"/>
                </a:cubicBezTo>
                <a:lnTo>
                  <a:pt x="628921" y="107948"/>
                </a:lnTo>
                <a:moveTo>
                  <a:pt x="605604" y="71764"/>
                </a:moveTo>
                <a:cubicBezTo>
                  <a:pt x="605374" y="62955"/>
                  <a:pt x="604223" y="56392"/>
                  <a:pt x="602150" y="52074"/>
                </a:cubicBezTo>
                <a:cubicBezTo>
                  <a:pt x="600077" y="47756"/>
                  <a:pt x="596738" y="45597"/>
                  <a:pt x="592132" y="45597"/>
                </a:cubicBezTo>
                <a:cubicBezTo>
                  <a:pt x="587699" y="45597"/>
                  <a:pt x="584173" y="47843"/>
                  <a:pt x="581554" y="52333"/>
                </a:cubicBezTo>
                <a:cubicBezTo>
                  <a:pt x="578934" y="56824"/>
                  <a:pt x="577365" y="63301"/>
                  <a:pt x="576847" y="71764"/>
                </a:cubicBezTo>
                <a:lnTo>
                  <a:pt x="605604" y="71764"/>
                </a:lnTo>
                <a:close/>
                <a:moveTo>
                  <a:pt x="681987" y="37998"/>
                </a:moveTo>
                <a:lnTo>
                  <a:pt x="681987" y="43697"/>
                </a:lnTo>
                <a:cubicBezTo>
                  <a:pt x="679281" y="44215"/>
                  <a:pt x="677295" y="44993"/>
                  <a:pt x="676028" y="46029"/>
                </a:cubicBezTo>
                <a:cubicBezTo>
                  <a:pt x="674762" y="47065"/>
                  <a:pt x="674128" y="48620"/>
                  <a:pt x="674128" y="50692"/>
                </a:cubicBezTo>
                <a:cubicBezTo>
                  <a:pt x="674128" y="53456"/>
                  <a:pt x="674877" y="57054"/>
                  <a:pt x="676374" y="61487"/>
                </a:cubicBezTo>
                <a:lnTo>
                  <a:pt x="688809" y="99226"/>
                </a:lnTo>
                <a:lnTo>
                  <a:pt x="702540" y="66150"/>
                </a:lnTo>
                <a:cubicBezTo>
                  <a:pt x="703692" y="63387"/>
                  <a:pt x="704555" y="60955"/>
                  <a:pt x="705131" y="58853"/>
                </a:cubicBezTo>
                <a:cubicBezTo>
                  <a:pt x="705707" y="56752"/>
                  <a:pt x="705995" y="54694"/>
                  <a:pt x="705995" y="52679"/>
                </a:cubicBezTo>
                <a:cubicBezTo>
                  <a:pt x="705995" y="50261"/>
                  <a:pt x="705304" y="48260"/>
                  <a:pt x="703922" y="46677"/>
                </a:cubicBezTo>
                <a:cubicBezTo>
                  <a:pt x="702540" y="45093"/>
                  <a:pt x="700583" y="44100"/>
                  <a:pt x="698050" y="43697"/>
                </a:cubicBezTo>
                <a:lnTo>
                  <a:pt x="698050" y="37998"/>
                </a:lnTo>
                <a:lnTo>
                  <a:pt x="731643" y="37998"/>
                </a:lnTo>
                <a:lnTo>
                  <a:pt x="731643" y="43784"/>
                </a:lnTo>
                <a:cubicBezTo>
                  <a:pt x="729973" y="44302"/>
                  <a:pt x="728635" y="44935"/>
                  <a:pt x="727627" y="45684"/>
                </a:cubicBezTo>
                <a:cubicBezTo>
                  <a:pt x="726620" y="46432"/>
                  <a:pt x="725670" y="47411"/>
                  <a:pt x="724778" y="48620"/>
                </a:cubicBezTo>
                <a:cubicBezTo>
                  <a:pt x="723885" y="49829"/>
                  <a:pt x="722806" y="51628"/>
                  <a:pt x="721539" y="54017"/>
                </a:cubicBezTo>
                <a:cubicBezTo>
                  <a:pt x="720273" y="56406"/>
                  <a:pt x="718545" y="60019"/>
                  <a:pt x="716358" y="64855"/>
                </a:cubicBezTo>
                <a:lnTo>
                  <a:pt x="689414" y="124529"/>
                </a:lnTo>
                <a:lnTo>
                  <a:pt x="673092" y="124529"/>
                </a:lnTo>
                <a:lnTo>
                  <a:pt x="650294" y="58810"/>
                </a:lnTo>
                <a:cubicBezTo>
                  <a:pt x="648739" y="54262"/>
                  <a:pt x="647472" y="51139"/>
                  <a:pt x="646494" y="49440"/>
                </a:cubicBezTo>
                <a:cubicBezTo>
                  <a:pt x="645515" y="47742"/>
                  <a:pt x="644436" y="46446"/>
                  <a:pt x="643255" y="45554"/>
                </a:cubicBezTo>
                <a:cubicBezTo>
                  <a:pt x="642075" y="44662"/>
                  <a:pt x="640621" y="44043"/>
                  <a:pt x="638894" y="43697"/>
                </a:cubicBezTo>
                <a:lnTo>
                  <a:pt x="638894" y="37998"/>
                </a:lnTo>
                <a:lnTo>
                  <a:pt x="681987" y="37998"/>
                </a:lnTo>
                <a:close/>
                <a:moveTo>
                  <a:pt x="817455" y="107948"/>
                </a:moveTo>
                <a:cubicBezTo>
                  <a:pt x="811583" y="114166"/>
                  <a:pt x="805768" y="118570"/>
                  <a:pt x="800011" y="121161"/>
                </a:cubicBezTo>
                <a:cubicBezTo>
                  <a:pt x="794254" y="123751"/>
                  <a:pt x="787633" y="125047"/>
                  <a:pt x="780148" y="125047"/>
                </a:cubicBezTo>
                <a:cubicBezTo>
                  <a:pt x="766734" y="125047"/>
                  <a:pt x="756645" y="121377"/>
                  <a:pt x="749880" y="114036"/>
                </a:cubicBezTo>
                <a:cubicBezTo>
                  <a:pt x="743115" y="106696"/>
                  <a:pt x="739733" y="95800"/>
                  <a:pt x="739733" y="81350"/>
                </a:cubicBezTo>
                <a:cubicBezTo>
                  <a:pt x="739733" y="72023"/>
                  <a:pt x="741474" y="63977"/>
                  <a:pt x="744957" y="57212"/>
                </a:cubicBezTo>
                <a:cubicBezTo>
                  <a:pt x="748441" y="50448"/>
                  <a:pt x="753377" y="45324"/>
                  <a:pt x="759768" y="41841"/>
                </a:cubicBezTo>
                <a:cubicBezTo>
                  <a:pt x="766158" y="38357"/>
                  <a:pt x="773585" y="36616"/>
                  <a:pt x="782048" y="36616"/>
                </a:cubicBezTo>
                <a:cubicBezTo>
                  <a:pt x="787287" y="36616"/>
                  <a:pt x="791879" y="37220"/>
                  <a:pt x="795822" y="38429"/>
                </a:cubicBezTo>
                <a:cubicBezTo>
                  <a:pt x="799766" y="39638"/>
                  <a:pt x="803149" y="41322"/>
                  <a:pt x="805970" y="43481"/>
                </a:cubicBezTo>
                <a:cubicBezTo>
                  <a:pt x="808791" y="45640"/>
                  <a:pt x="811122" y="48246"/>
                  <a:pt x="812965" y="51297"/>
                </a:cubicBezTo>
                <a:cubicBezTo>
                  <a:pt x="815152" y="54924"/>
                  <a:pt x="816793" y="59069"/>
                  <a:pt x="817887" y="63732"/>
                </a:cubicBezTo>
                <a:cubicBezTo>
                  <a:pt x="819038" y="68511"/>
                  <a:pt x="819643" y="74297"/>
                  <a:pt x="819701" y="81090"/>
                </a:cubicBezTo>
                <a:lnTo>
                  <a:pt x="764949" y="81090"/>
                </a:lnTo>
                <a:cubicBezTo>
                  <a:pt x="765007" y="91511"/>
                  <a:pt x="766864" y="99183"/>
                  <a:pt x="770519" y="104105"/>
                </a:cubicBezTo>
                <a:cubicBezTo>
                  <a:pt x="774175" y="109027"/>
                  <a:pt x="779745" y="111489"/>
                  <a:pt x="787230" y="111489"/>
                </a:cubicBezTo>
                <a:cubicBezTo>
                  <a:pt x="791605" y="111489"/>
                  <a:pt x="795549" y="110668"/>
                  <a:pt x="799061" y="109027"/>
                </a:cubicBezTo>
                <a:cubicBezTo>
                  <a:pt x="802573" y="107387"/>
                  <a:pt x="806373" y="104494"/>
                  <a:pt x="810460" y="100348"/>
                </a:cubicBezTo>
                <a:lnTo>
                  <a:pt x="817455" y="107948"/>
                </a:lnTo>
                <a:moveTo>
                  <a:pt x="794138" y="71764"/>
                </a:moveTo>
                <a:cubicBezTo>
                  <a:pt x="793908" y="62955"/>
                  <a:pt x="792757" y="56392"/>
                  <a:pt x="790684" y="52074"/>
                </a:cubicBezTo>
                <a:cubicBezTo>
                  <a:pt x="788612" y="47756"/>
                  <a:pt x="785272" y="45597"/>
                  <a:pt x="780667" y="45597"/>
                </a:cubicBezTo>
                <a:cubicBezTo>
                  <a:pt x="776233" y="45597"/>
                  <a:pt x="772707" y="47843"/>
                  <a:pt x="770088" y="52333"/>
                </a:cubicBezTo>
                <a:cubicBezTo>
                  <a:pt x="767468" y="56824"/>
                  <a:pt x="765899" y="63301"/>
                  <a:pt x="765381" y="71764"/>
                </a:cubicBezTo>
                <a:lnTo>
                  <a:pt x="794138" y="71764"/>
                </a:lnTo>
                <a:close/>
                <a:moveTo>
                  <a:pt x="865512" y="98708"/>
                </a:moveTo>
                <a:cubicBezTo>
                  <a:pt x="865512" y="104177"/>
                  <a:pt x="865685" y="107948"/>
                  <a:pt x="866031" y="110020"/>
                </a:cubicBezTo>
                <a:cubicBezTo>
                  <a:pt x="866376" y="112093"/>
                  <a:pt x="867081" y="113748"/>
                  <a:pt x="868146" y="114986"/>
                </a:cubicBezTo>
                <a:cubicBezTo>
                  <a:pt x="869211" y="116224"/>
                  <a:pt x="871212" y="117217"/>
                  <a:pt x="874148" y="117965"/>
                </a:cubicBezTo>
                <a:lnTo>
                  <a:pt x="874148" y="123665"/>
                </a:lnTo>
                <a:lnTo>
                  <a:pt x="831833" y="123665"/>
                </a:lnTo>
                <a:lnTo>
                  <a:pt x="831833" y="117965"/>
                </a:lnTo>
                <a:cubicBezTo>
                  <a:pt x="833560" y="117562"/>
                  <a:pt x="834913" y="117087"/>
                  <a:pt x="835891" y="116541"/>
                </a:cubicBezTo>
                <a:cubicBezTo>
                  <a:pt x="836870" y="115994"/>
                  <a:pt x="837633" y="115360"/>
                  <a:pt x="838180" y="114641"/>
                </a:cubicBezTo>
                <a:cubicBezTo>
                  <a:pt x="838727" y="113921"/>
                  <a:pt x="839202" y="113000"/>
                  <a:pt x="839605" y="111877"/>
                </a:cubicBezTo>
                <a:cubicBezTo>
                  <a:pt x="840008" y="110755"/>
                  <a:pt x="840267" y="109200"/>
                  <a:pt x="840382" y="107214"/>
                </a:cubicBezTo>
                <a:cubicBezTo>
                  <a:pt x="840497" y="105228"/>
                  <a:pt x="840555" y="102392"/>
                  <a:pt x="840555" y="98708"/>
                </a:cubicBezTo>
                <a:lnTo>
                  <a:pt x="840555" y="31348"/>
                </a:lnTo>
                <a:cubicBezTo>
                  <a:pt x="840555" y="26397"/>
                  <a:pt x="840512" y="22755"/>
                  <a:pt x="840425" y="20424"/>
                </a:cubicBezTo>
                <a:cubicBezTo>
                  <a:pt x="840339" y="18092"/>
                  <a:pt x="840166" y="16135"/>
                  <a:pt x="839907" y="14551"/>
                </a:cubicBezTo>
                <a:cubicBezTo>
                  <a:pt x="839648" y="12968"/>
                  <a:pt x="839216" y="11702"/>
                  <a:pt x="838612" y="10752"/>
                </a:cubicBezTo>
                <a:cubicBezTo>
                  <a:pt x="838007" y="9802"/>
                  <a:pt x="837158" y="9039"/>
                  <a:pt x="836064" y="8463"/>
                </a:cubicBezTo>
                <a:cubicBezTo>
                  <a:pt x="834970" y="7887"/>
                  <a:pt x="833214" y="7369"/>
                  <a:pt x="830796" y="6909"/>
                </a:cubicBezTo>
                <a:lnTo>
                  <a:pt x="830796" y="1209"/>
                </a:lnTo>
                <a:lnTo>
                  <a:pt x="854718" y="0"/>
                </a:lnTo>
                <a:lnTo>
                  <a:pt x="865512" y="0"/>
                </a:lnTo>
                <a:lnTo>
                  <a:pt x="865512" y="98708"/>
                </a:lnTo>
                <a:close/>
                <a:moveTo>
                  <a:pt x="1012153" y="8463"/>
                </a:moveTo>
                <a:lnTo>
                  <a:pt x="1012153" y="33507"/>
                </a:lnTo>
                <a:lnTo>
                  <a:pt x="1000408" y="33507"/>
                </a:lnTo>
                <a:cubicBezTo>
                  <a:pt x="999027" y="27001"/>
                  <a:pt x="996839" y="22208"/>
                  <a:pt x="993845" y="19128"/>
                </a:cubicBezTo>
                <a:cubicBezTo>
                  <a:pt x="990851" y="16048"/>
                  <a:pt x="986936" y="14508"/>
                  <a:pt x="982100" y="14508"/>
                </a:cubicBezTo>
                <a:cubicBezTo>
                  <a:pt x="973004" y="14508"/>
                  <a:pt x="966124" y="18869"/>
                  <a:pt x="961461" y="27591"/>
                </a:cubicBezTo>
                <a:cubicBezTo>
                  <a:pt x="956797" y="36314"/>
                  <a:pt x="954466" y="49253"/>
                  <a:pt x="954466" y="66410"/>
                </a:cubicBezTo>
                <a:cubicBezTo>
                  <a:pt x="954466" y="82357"/>
                  <a:pt x="956596" y="94433"/>
                  <a:pt x="960856" y="102637"/>
                </a:cubicBezTo>
                <a:cubicBezTo>
                  <a:pt x="965117" y="110841"/>
                  <a:pt x="971363" y="114943"/>
                  <a:pt x="979596" y="114943"/>
                </a:cubicBezTo>
                <a:cubicBezTo>
                  <a:pt x="983799" y="114943"/>
                  <a:pt x="987224" y="114238"/>
                  <a:pt x="989873" y="112827"/>
                </a:cubicBezTo>
                <a:cubicBezTo>
                  <a:pt x="992521" y="111417"/>
                  <a:pt x="994637" y="109301"/>
                  <a:pt x="996220" y="106480"/>
                </a:cubicBezTo>
                <a:cubicBezTo>
                  <a:pt x="997803" y="103659"/>
                  <a:pt x="999170" y="99686"/>
                  <a:pt x="1000322" y="94562"/>
                </a:cubicBezTo>
                <a:lnTo>
                  <a:pt x="1012153" y="94562"/>
                </a:lnTo>
                <a:lnTo>
                  <a:pt x="1012153" y="120729"/>
                </a:lnTo>
                <a:cubicBezTo>
                  <a:pt x="1005820" y="122226"/>
                  <a:pt x="1000034" y="123320"/>
                  <a:pt x="994795" y="124011"/>
                </a:cubicBezTo>
                <a:cubicBezTo>
                  <a:pt x="989556" y="124701"/>
                  <a:pt x="984115" y="125047"/>
                  <a:pt x="978473" y="125047"/>
                </a:cubicBezTo>
                <a:cubicBezTo>
                  <a:pt x="966498" y="125047"/>
                  <a:pt x="956725" y="122888"/>
                  <a:pt x="949155" y="118570"/>
                </a:cubicBezTo>
                <a:cubicBezTo>
                  <a:pt x="941584" y="114252"/>
                  <a:pt x="935999" y="107732"/>
                  <a:pt x="932401" y="99010"/>
                </a:cubicBezTo>
                <a:cubicBezTo>
                  <a:pt x="928803" y="90288"/>
                  <a:pt x="927004" y="79248"/>
                  <a:pt x="927004" y="65891"/>
                </a:cubicBezTo>
                <a:cubicBezTo>
                  <a:pt x="927004" y="53398"/>
                  <a:pt x="929120" y="42531"/>
                  <a:pt x="933351" y="33291"/>
                </a:cubicBezTo>
                <a:cubicBezTo>
                  <a:pt x="937583" y="24051"/>
                  <a:pt x="943815" y="16926"/>
                  <a:pt x="952048" y="11917"/>
                </a:cubicBezTo>
                <a:cubicBezTo>
                  <a:pt x="960280" y="6909"/>
                  <a:pt x="970125" y="4404"/>
                  <a:pt x="981582" y="4404"/>
                </a:cubicBezTo>
                <a:cubicBezTo>
                  <a:pt x="987397" y="4404"/>
                  <a:pt x="992665" y="4721"/>
                  <a:pt x="997386" y="5354"/>
                </a:cubicBezTo>
                <a:cubicBezTo>
                  <a:pt x="1002107" y="5988"/>
                  <a:pt x="1007029" y="7024"/>
                  <a:pt x="1012153" y="8463"/>
                </a:cubicBezTo>
                <a:close/>
                <a:moveTo>
                  <a:pt x="1068761" y="125047"/>
                </a:moveTo>
                <a:cubicBezTo>
                  <a:pt x="1060298" y="125047"/>
                  <a:pt x="1053001" y="123564"/>
                  <a:pt x="1046869" y="120599"/>
                </a:cubicBezTo>
                <a:cubicBezTo>
                  <a:pt x="1040738" y="117634"/>
                  <a:pt x="1035945" y="112885"/>
                  <a:pt x="1032490" y="106350"/>
                </a:cubicBezTo>
                <a:cubicBezTo>
                  <a:pt x="1029036" y="99816"/>
                  <a:pt x="1027309" y="91511"/>
                  <a:pt x="1027309" y="81436"/>
                </a:cubicBezTo>
                <a:cubicBezTo>
                  <a:pt x="1027309" y="73721"/>
                  <a:pt x="1028374" y="67043"/>
                  <a:pt x="1030504" y="61401"/>
                </a:cubicBezTo>
                <a:cubicBezTo>
                  <a:pt x="1032634" y="55759"/>
                  <a:pt x="1035599" y="51095"/>
                  <a:pt x="1039399" y="47411"/>
                </a:cubicBezTo>
                <a:cubicBezTo>
                  <a:pt x="1043199" y="43726"/>
                  <a:pt x="1047733" y="41006"/>
                  <a:pt x="1053001" y="39250"/>
                </a:cubicBezTo>
                <a:cubicBezTo>
                  <a:pt x="1058268" y="37494"/>
                  <a:pt x="1063982" y="36616"/>
                  <a:pt x="1070143" y="36616"/>
                </a:cubicBezTo>
                <a:cubicBezTo>
                  <a:pt x="1084075" y="36616"/>
                  <a:pt x="1094582" y="40286"/>
                  <a:pt x="1101663" y="47627"/>
                </a:cubicBezTo>
                <a:cubicBezTo>
                  <a:pt x="1108745" y="54967"/>
                  <a:pt x="1112286" y="65719"/>
                  <a:pt x="1112286" y="79881"/>
                </a:cubicBezTo>
                <a:cubicBezTo>
                  <a:pt x="1112286" y="89899"/>
                  <a:pt x="1110530" y="98290"/>
                  <a:pt x="1107018" y="105055"/>
                </a:cubicBezTo>
                <a:cubicBezTo>
                  <a:pt x="1103506" y="111820"/>
                  <a:pt x="1098497" y="116843"/>
                  <a:pt x="1091991" y="120124"/>
                </a:cubicBezTo>
                <a:cubicBezTo>
                  <a:pt x="1085486" y="123406"/>
                  <a:pt x="1077742" y="125047"/>
                  <a:pt x="1068761" y="125047"/>
                </a:cubicBezTo>
                <a:moveTo>
                  <a:pt x="1053562" y="79536"/>
                </a:moveTo>
                <a:cubicBezTo>
                  <a:pt x="1053562" y="91741"/>
                  <a:pt x="1054929" y="100881"/>
                  <a:pt x="1057664" y="106955"/>
                </a:cubicBezTo>
                <a:cubicBezTo>
                  <a:pt x="1060399" y="113029"/>
                  <a:pt x="1064529" y="116066"/>
                  <a:pt x="1070056" y="116066"/>
                </a:cubicBezTo>
                <a:cubicBezTo>
                  <a:pt x="1073108" y="116066"/>
                  <a:pt x="1075655" y="115288"/>
                  <a:pt x="1077699" y="113734"/>
                </a:cubicBezTo>
                <a:cubicBezTo>
                  <a:pt x="1079743" y="112179"/>
                  <a:pt x="1081384" y="109934"/>
                  <a:pt x="1082621" y="106998"/>
                </a:cubicBezTo>
                <a:cubicBezTo>
                  <a:pt x="1083859" y="104062"/>
                  <a:pt x="1084737" y="100535"/>
                  <a:pt x="1085255" y="96419"/>
                </a:cubicBezTo>
                <a:cubicBezTo>
                  <a:pt x="1085774" y="92303"/>
                  <a:pt x="1086033" y="87682"/>
                  <a:pt x="1086033" y="82559"/>
                </a:cubicBezTo>
                <a:cubicBezTo>
                  <a:pt x="1086033" y="70181"/>
                  <a:pt x="1084665" y="60926"/>
                  <a:pt x="1081931" y="54794"/>
                </a:cubicBezTo>
                <a:cubicBezTo>
                  <a:pt x="1079196" y="48663"/>
                  <a:pt x="1075151" y="45597"/>
                  <a:pt x="1069797" y="45597"/>
                </a:cubicBezTo>
                <a:cubicBezTo>
                  <a:pt x="1065882" y="45597"/>
                  <a:pt x="1062745" y="46835"/>
                  <a:pt x="1060384" y="49311"/>
                </a:cubicBezTo>
                <a:cubicBezTo>
                  <a:pt x="1058024" y="51786"/>
                  <a:pt x="1056297" y="55500"/>
                  <a:pt x="1055203" y="60451"/>
                </a:cubicBezTo>
                <a:cubicBezTo>
                  <a:pt x="1054109" y="65402"/>
                  <a:pt x="1053562" y="71764"/>
                  <a:pt x="1053562" y="79536"/>
                </a:cubicBezTo>
                <a:close/>
                <a:moveTo>
                  <a:pt x="1211641" y="98448"/>
                </a:moveTo>
                <a:cubicBezTo>
                  <a:pt x="1211641" y="102824"/>
                  <a:pt x="1211713" y="106019"/>
                  <a:pt x="1211857" y="108034"/>
                </a:cubicBezTo>
                <a:cubicBezTo>
                  <a:pt x="1212001" y="110049"/>
                  <a:pt x="1212332" y="111661"/>
                  <a:pt x="1212850" y="112870"/>
                </a:cubicBezTo>
                <a:cubicBezTo>
                  <a:pt x="1213368" y="114079"/>
                  <a:pt x="1214203" y="115072"/>
                  <a:pt x="1215354" y="115850"/>
                </a:cubicBezTo>
                <a:cubicBezTo>
                  <a:pt x="1216506" y="116627"/>
                  <a:pt x="1218434" y="117303"/>
                  <a:pt x="1221140" y="117879"/>
                </a:cubicBezTo>
                <a:lnTo>
                  <a:pt x="1221140" y="123665"/>
                </a:lnTo>
                <a:lnTo>
                  <a:pt x="1197651" y="124442"/>
                </a:lnTo>
                <a:lnTo>
                  <a:pt x="1187201" y="124442"/>
                </a:lnTo>
                <a:lnTo>
                  <a:pt x="1187979" y="112007"/>
                </a:lnTo>
                <a:lnTo>
                  <a:pt x="1186683" y="111920"/>
                </a:lnTo>
                <a:cubicBezTo>
                  <a:pt x="1182538" y="116123"/>
                  <a:pt x="1178177" y="119362"/>
                  <a:pt x="1173600" y="121636"/>
                </a:cubicBezTo>
                <a:cubicBezTo>
                  <a:pt x="1169023" y="123910"/>
                  <a:pt x="1164633" y="125047"/>
                  <a:pt x="1160430" y="125047"/>
                </a:cubicBezTo>
                <a:cubicBezTo>
                  <a:pt x="1149952" y="125047"/>
                  <a:pt x="1142108" y="121449"/>
                  <a:pt x="1136898" y="114252"/>
                </a:cubicBezTo>
                <a:cubicBezTo>
                  <a:pt x="1131687" y="107056"/>
                  <a:pt x="1129082" y="96232"/>
                  <a:pt x="1129082" y="81781"/>
                </a:cubicBezTo>
                <a:cubicBezTo>
                  <a:pt x="1129082" y="71994"/>
                  <a:pt x="1130665" y="63747"/>
                  <a:pt x="1133832" y="57040"/>
                </a:cubicBezTo>
                <a:cubicBezTo>
                  <a:pt x="1136998" y="50333"/>
                  <a:pt x="1141705" y="45252"/>
                  <a:pt x="1147952" y="41797"/>
                </a:cubicBezTo>
                <a:cubicBezTo>
                  <a:pt x="1154198" y="38343"/>
                  <a:pt x="1161726" y="36616"/>
                  <a:pt x="1170534" y="36616"/>
                </a:cubicBezTo>
                <a:cubicBezTo>
                  <a:pt x="1173067" y="36616"/>
                  <a:pt x="1175557" y="36774"/>
                  <a:pt x="1178004" y="37091"/>
                </a:cubicBezTo>
                <a:cubicBezTo>
                  <a:pt x="1180451" y="37408"/>
                  <a:pt x="1183344" y="38026"/>
                  <a:pt x="1186683" y="38948"/>
                </a:cubicBezTo>
                <a:lnTo>
                  <a:pt x="1186683" y="31089"/>
                </a:lnTo>
                <a:cubicBezTo>
                  <a:pt x="1186683" y="24929"/>
                  <a:pt x="1186597" y="20568"/>
                  <a:pt x="1186424" y="18006"/>
                </a:cubicBezTo>
                <a:cubicBezTo>
                  <a:pt x="1186251" y="15444"/>
                  <a:pt x="1185892" y="13486"/>
                  <a:pt x="1185345" y="12133"/>
                </a:cubicBezTo>
                <a:cubicBezTo>
                  <a:pt x="1184798" y="10780"/>
                  <a:pt x="1183977" y="9730"/>
                  <a:pt x="1182883" y="8981"/>
                </a:cubicBezTo>
                <a:cubicBezTo>
                  <a:pt x="1181790" y="8233"/>
                  <a:pt x="1179803" y="7571"/>
                  <a:pt x="1176925" y="6995"/>
                </a:cubicBezTo>
                <a:lnTo>
                  <a:pt x="1176925" y="1209"/>
                </a:lnTo>
                <a:lnTo>
                  <a:pt x="1200846" y="0"/>
                </a:lnTo>
                <a:lnTo>
                  <a:pt x="1211641" y="0"/>
                </a:lnTo>
                <a:lnTo>
                  <a:pt x="1211641" y="98448"/>
                </a:lnTo>
                <a:moveTo>
                  <a:pt x="1186683" y="66323"/>
                </a:moveTo>
                <a:cubicBezTo>
                  <a:pt x="1186683" y="59299"/>
                  <a:pt x="1185503" y="54089"/>
                  <a:pt x="1183143" y="50692"/>
                </a:cubicBezTo>
                <a:cubicBezTo>
                  <a:pt x="1180782" y="47296"/>
                  <a:pt x="1177155" y="45597"/>
                  <a:pt x="1172261" y="45597"/>
                </a:cubicBezTo>
                <a:cubicBezTo>
                  <a:pt x="1168692" y="45597"/>
                  <a:pt x="1165626" y="46878"/>
                  <a:pt x="1163064" y="49440"/>
                </a:cubicBezTo>
                <a:cubicBezTo>
                  <a:pt x="1160502" y="52002"/>
                  <a:pt x="1158574" y="55701"/>
                  <a:pt x="1157278" y="60537"/>
                </a:cubicBezTo>
                <a:cubicBezTo>
                  <a:pt x="1155983" y="65373"/>
                  <a:pt x="1155335" y="71102"/>
                  <a:pt x="1155335" y="77722"/>
                </a:cubicBezTo>
                <a:cubicBezTo>
                  <a:pt x="1155335" y="89064"/>
                  <a:pt x="1156573" y="97527"/>
                  <a:pt x="1159049" y="103112"/>
                </a:cubicBezTo>
                <a:cubicBezTo>
                  <a:pt x="1161524" y="108696"/>
                  <a:pt x="1165382" y="111489"/>
                  <a:pt x="1170621" y="111489"/>
                </a:cubicBezTo>
                <a:cubicBezTo>
                  <a:pt x="1173096" y="111489"/>
                  <a:pt x="1175557" y="110870"/>
                  <a:pt x="1178004" y="109632"/>
                </a:cubicBezTo>
                <a:cubicBezTo>
                  <a:pt x="1180451" y="108394"/>
                  <a:pt x="1182509" y="106494"/>
                  <a:pt x="1184179" y="103932"/>
                </a:cubicBezTo>
                <a:cubicBezTo>
                  <a:pt x="1185848" y="101370"/>
                  <a:pt x="1186683" y="98420"/>
                  <a:pt x="1186683" y="95081"/>
                </a:cubicBezTo>
                <a:lnTo>
                  <a:pt x="1186683" y="66323"/>
                </a:lnTo>
                <a:close/>
                <a:moveTo>
                  <a:pt x="1312313" y="107948"/>
                </a:moveTo>
                <a:cubicBezTo>
                  <a:pt x="1306441" y="114166"/>
                  <a:pt x="1300626" y="118570"/>
                  <a:pt x="1294869" y="121161"/>
                </a:cubicBezTo>
                <a:cubicBezTo>
                  <a:pt x="1289112" y="123751"/>
                  <a:pt x="1282491" y="125047"/>
                  <a:pt x="1275007" y="125047"/>
                </a:cubicBezTo>
                <a:cubicBezTo>
                  <a:pt x="1261592" y="125047"/>
                  <a:pt x="1251503" y="121377"/>
                  <a:pt x="1244738" y="114036"/>
                </a:cubicBezTo>
                <a:cubicBezTo>
                  <a:pt x="1237973" y="106696"/>
                  <a:pt x="1234591" y="95800"/>
                  <a:pt x="1234591" y="81350"/>
                </a:cubicBezTo>
                <a:cubicBezTo>
                  <a:pt x="1234591" y="72023"/>
                  <a:pt x="1236332" y="63977"/>
                  <a:pt x="1239816" y="57212"/>
                </a:cubicBezTo>
                <a:cubicBezTo>
                  <a:pt x="1243299" y="50448"/>
                  <a:pt x="1248235" y="45324"/>
                  <a:pt x="1254626" y="41841"/>
                </a:cubicBezTo>
                <a:cubicBezTo>
                  <a:pt x="1261016" y="38357"/>
                  <a:pt x="1268443" y="36616"/>
                  <a:pt x="1276906" y="36616"/>
                </a:cubicBezTo>
                <a:cubicBezTo>
                  <a:pt x="1282145" y="36616"/>
                  <a:pt x="1286737" y="37220"/>
                  <a:pt x="1290681" y="38429"/>
                </a:cubicBezTo>
                <a:cubicBezTo>
                  <a:pt x="1294624" y="39638"/>
                  <a:pt x="1298007" y="41322"/>
                  <a:pt x="1300828" y="43481"/>
                </a:cubicBezTo>
                <a:cubicBezTo>
                  <a:pt x="1303649" y="45640"/>
                  <a:pt x="1305980" y="48246"/>
                  <a:pt x="1307823" y="51297"/>
                </a:cubicBezTo>
                <a:cubicBezTo>
                  <a:pt x="1310010" y="54924"/>
                  <a:pt x="1311651" y="59069"/>
                  <a:pt x="1312745" y="63732"/>
                </a:cubicBezTo>
                <a:cubicBezTo>
                  <a:pt x="1313897" y="68511"/>
                  <a:pt x="1314501" y="74297"/>
                  <a:pt x="1314559" y="81090"/>
                </a:cubicBezTo>
                <a:lnTo>
                  <a:pt x="1259807" y="81090"/>
                </a:lnTo>
                <a:cubicBezTo>
                  <a:pt x="1259865" y="91511"/>
                  <a:pt x="1261722" y="99183"/>
                  <a:pt x="1265378" y="104105"/>
                </a:cubicBezTo>
                <a:cubicBezTo>
                  <a:pt x="1269033" y="109027"/>
                  <a:pt x="1274604" y="111489"/>
                  <a:pt x="1282088" y="111489"/>
                </a:cubicBezTo>
                <a:cubicBezTo>
                  <a:pt x="1286463" y="111489"/>
                  <a:pt x="1290407" y="110668"/>
                  <a:pt x="1293919" y="109027"/>
                </a:cubicBezTo>
                <a:cubicBezTo>
                  <a:pt x="1297431" y="107387"/>
                  <a:pt x="1301231" y="104494"/>
                  <a:pt x="1305318" y="100348"/>
                </a:cubicBezTo>
                <a:lnTo>
                  <a:pt x="1312313" y="107948"/>
                </a:lnTo>
                <a:moveTo>
                  <a:pt x="1288997" y="71764"/>
                </a:moveTo>
                <a:cubicBezTo>
                  <a:pt x="1288766" y="62955"/>
                  <a:pt x="1287615" y="56392"/>
                  <a:pt x="1285542" y="52074"/>
                </a:cubicBezTo>
                <a:cubicBezTo>
                  <a:pt x="1283470" y="47756"/>
                  <a:pt x="1280130" y="45597"/>
                  <a:pt x="1275525" y="45597"/>
                </a:cubicBezTo>
                <a:cubicBezTo>
                  <a:pt x="1271092" y="45597"/>
                  <a:pt x="1267565" y="47843"/>
                  <a:pt x="1264946" y="52333"/>
                </a:cubicBezTo>
                <a:cubicBezTo>
                  <a:pt x="1262326" y="56824"/>
                  <a:pt x="1260757" y="63301"/>
                  <a:pt x="1260239" y="71764"/>
                </a:cubicBezTo>
                <a:lnTo>
                  <a:pt x="1288997" y="71764"/>
                </a:lnTo>
                <a:close/>
                <a:moveTo>
                  <a:pt x="1455252" y="8981"/>
                </a:moveTo>
                <a:lnTo>
                  <a:pt x="1455252" y="33507"/>
                </a:lnTo>
                <a:lnTo>
                  <a:pt x="1443421" y="33507"/>
                </a:lnTo>
                <a:cubicBezTo>
                  <a:pt x="1442097" y="28671"/>
                  <a:pt x="1440585" y="24943"/>
                  <a:pt x="1438887" y="22324"/>
                </a:cubicBezTo>
                <a:cubicBezTo>
                  <a:pt x="1437189" y="19704"/>
                  <a:pt x="1435001" y="17747"/>
                  <a:pt x="1432324" y="16451"/>
                </a:cubicBezTo>
                <a:cubicBezTo>
                  <a:pt x="1429647" y="15156"/>
                  <a:pt x="1426207" y="14508"/>
                  <a:pt x="1422004" y="14508"/>
                </a:cubicBezTo>
                <a:cubicBezTo>
                  <a:pt x="1416304" y="14508"/>
                  <a:pt x="1411267" y="16250"/>
                  <a:pt x="1406891" y="19733"/>
                </a:cubicBezTo>
                <a:cubicBezTo>
                  <a:pt x="1402516" y="23216"/>
                  <a:pt x="1399061" y="28772"/>
                  <a:pt x="1396528" y="36400"/>
                </a:cubicBezTo>
                <a:cubicBezTo>
                  <a:pt x="1393995" y="44028"/>
                  <a:pt x="1392728" y="53686"/>
                  <a:pt x="1392728" y="65373"/>
                </a:cubicBezTo>
                <a:cubicBezTo>
                  <a:pt x="1392728" y="75448"/>
                  <a:pt x="1393578" y="84185"/>
                  <a:pt x="1395276" y="91583"/>
                </a:cubicBezTo>
                <a:cubicBezTo>
                  <a:pt x="1396974" y="98981"/>
                  <a:pt x="1399565" y="104724"/>
                  <a:pt x="1403048" y="108811"/>
                </a:cubicBezTo>
                <a:cubicBezTo>
                  <a:pt x="1406531" y="112899"/>
                  <a:pt x="1410835" y="114943"/>
                  <a:pt x="1415959" y="114943"/>
                </a:cubicBezTo>
                <a:cubicBezTo>
                  <a:pt x="1421025" y="114943"/>
                  <a:pt x="1424767" y="113432"/>
                  <a:pt x="1427185" y="110409"/>
                </a:cubicBezTo>
                <a:cubicBezTo>
                  <a:pt x="1429603" y="107387"/>
                  <a:pt x="1430812" y="102565"/>
                  <a:pt x="1430812" y="95944"/>
                </a:cubicBezTo>
                <a:lnTo>
                  <a:pt x="1430812" y="92662"/>
                </a:lnTo>
                <a:cubicBezTo>
                  <a:pt x="1430812" y="88287"/>
                  <a:pt x="1430669" y="85164"/>
                  <a:pt x="1430381" y="83293"/>
                </a:cubicBezTo>
                <a:cubicBezTo>
                  <a:pt x="1430093" y="81421"/>
                  <a:pt x="1429647" y="80025"/>
                  <a:pt x="1429042" y="79104"/>
                </a:cubicBezTo>
                <a:cubicBezTo>
                  <a:pt x="1428438" y="78183"/>
                  <a:pt x="1427646" y="77435"/>
                  <a:pt x="1426667" y="76859"/>
                </a:cubicBezTo>
                <a:cubicBezTo>
                  <a:pt x="1425689" y="76283"/>
                  <a:pt x="1423961" y="75621"/>
                  <a:pt x="1421486" y="74873"/>
                </a:cubicBezTo>
                <a:lnTo>
                  <a:pt x="1421486" y="69173"/>
                </a:lnTo>
                <a:lnTo>
                  <a:pt x="1465701" y="69173"/>
                </a:lnTo>
                <a:lnTo>
                  <a:pt x="1465701" y="74873"/>
                </a:lnTo>
                <a:cubicBezTo>
                  <a:pt x="1462823" y="75736"/>
                  <a:pt x="1460865" y="76715"/>
                  <a:pt x="1459829" y="77809"/>
                </a:cubicBezTo>
                <a:cubicBezTo>
                  <a:pt x="1458793" y="78903"/>
                  <a:pt x="1458087" y="80356"/>
                  <a:pt x="1457713" y="82170"/>
                </a:cubicBezTo>
                <a:cubicBezTo>
                  <a:pt x="1457339" y="83983"/>
                  <a:pt x="1457152" y="86531"/>
                  <a:pt x="1457152" y="89813"/>
                </a:cubicBezTo>
                <a:lnTo>
                  <a:pt x="1457152" y="122370"/>
                </a:lnTo>
                <a:lnTo>
                  <a:pt x="1444716" y="124960"/>
                </a:lnTo>
                <a:lnTo>
                  <a:pt x="1438844" y="118743"/>
                </a:lnTo>
                <a:cubicBezTo>
                  <a:pt x="1431993" y="122945"/>
                  <a:pt x="1424134" y="125047"/>
                  <a:pt x="1415268" y="125047"/>
                </a:cubicBezTo>
                <a:cubicBezTo>
                  <a:pt x="1398457" y="125047"/>
                  <a:pt x="1385921" y="120139"/>
                  <a:pt x="1377659" y="110323"/>
                </a:cubicBezTo>
                <a:cubicBezTo>
                  <a:pt x="1369397" y="100507"/>
                  <a:pt x="1365266" y="85639"/>
                  <a:pt x="1365266" y="65719"/>
                </a:cubicBezTo>
                <a:cubicBezTo>
                  <a:pt x="1365266" y="55241"/>
                  <a:pt x="1366735" y="46029"/>
                  <a:pt x="1369671" y="38084"/>
                </a:cubicBezTo>
                <a:cubicBezTo>
                  <a:pt x="1372607" y="30139"/>
                  <a:pt x="1376680" y="23677"/>
                  <a:pt x="1381890" y="18697"/>
                </a:cubicBezTo>
                <a:cubicBezTo>
                  <a:pt x="1387101" y="13717"/>
                  <a:pt x="1392973" y="10090"/>
                  <a:pt x="1399508" y="7815"/>
                </a:cubicBezTo>
                <a:cubicBezTo>
                  <a:pt x="1406042" y="5541"/>
                  <a:pt x="1413051" y="4404"/>
                  <a:pt x="1420536" y="4404"/>
                </a:cubicBezTo>
                <a:cubicBezTo>
                  <a:pt x="1433144" y="4404"/>
                  <a:pt x="1444716" y="5930"/>
                  <a:pt x="1455252" y="8981"/>
                </a:cubicBezTo>
                <a:close/>
                <a:moveTo>
                  <a:pt x="1555143" y="107948"/>
                </a:moveTo>
                <a:cubicBezTo>
                  <a:pt x="1549271" y="114166"/>
                  <a:pt x="1543456" y="118570"/>
                  <a:pt x="1537699" y="121161"/>
                </a:cubicBezTo>
                <a:cubicBezTo>
                  <a:pt x="1531942" y="123751"/>
                  <a:pt x="1525321" y="125047"/>
                  <a:pt x="1517837" y="125047"/>
                </a:cubicBezTo>
                <a:cubicBezTo>
                  <a:pt x="1504422" y="125047"/>
                  <a:pt x="1494333" y="121377"/>
                  <a:pt x="1487568" y="114036"/>
                </a:cubicBezTo>
                <a:cubicBezTo>
                  <a:pt x="1480803" y="106696"/>
                  <a:pt x="1477421" y="95800"/>
                  <a:pt x="1477421" y="81350"/>
                </a:cubicBezTo>
                <a:cubicBezTo>
                  <a:pt x="1477421" y="72023"/>
                  <a:pt x="1479162" y="63977"/>
                  <a:pt x="1482646" y="57212"/>
                </a:cubicBezTo>
                <a:cubicBezTo>
                  <a:pt x="1486129" y="50448"/>
                  <a:pt x="1491066" y="45324"/>
                  <a:pt x="1497456" y="41841"/>
                </a:cubicBezTo>
                <a:cubicBezTo>
                  <a:pt x="1503847" y="38357"/>
                  <a:pt x="1511273" y="36616"/>
                  <a:pt x="1519736" y="36616"/>
                </a:cubicBezTo>
                <a:cubicBezTo>
                  <a:pt x="1524976" y="36616"/>
                  <a:pt x="1529567" y="37220"/>
                  <a:pt x="1533511" y="38429"/>
                </a:cubicBezTo>
                <a:cubicBezTo>
                  <a:pt x="1537454" y="39638"/>
                  <a:pt x="1540837" y="41322"/>
                  <a:pt x="1543658" y="43481"/>
                </a:cubicBezTo>
                <a:cubicBezTo>
                  <a:pt x="1546479" y="45640"/>
                  <a:pt x="1548810" y="48246"/>
                  <a:pt x="1550653" y="51297"/>
                </a:cubicBezTo>
                <a:cubicBezTo>
                  <a:pt x="1552841" y="54924"/>
                  <a:pt x="1554481" y="59069"/>
                  <a:pt x="1555575" y="63732"/>
                </a:cubicBezTo>
                <a:cubicBezTo>
                  <a:pt x="1556727" y="68511"/>
                  <a:pt x="1557331" y="74297"/>
                  <a:pt x="1557389" y="81090"/>
                </a:cubicBezTo>
                <a:lnTo>
                  <a:pt x="1502638" y="81090"/>
                </a:lnTo>
                <a:cubicBezTo>
                  <a:pt x="1502695" y="91511"/>
                  <a:pt x="1504552" y="99183"/>
                  <a:pt x="1508208" y="104105"/>
                </a:cubicBezTo>
                <a:cubicBezTo>
                  <a:pt x="1511863" y="109027"/>
                  <a:pt x="1517434" y="111489"/>
                  <a:pt x="1524918" y="111489"/>
                </a:cubicBezTo>
                <a:cubicBezTo>
                  <a:pt x="1529293" y="111489"/>
                  <a:pt x="1533237" y="110668"/>
                  <a:pt x="1536749" y="109027"/>
                </a:cubicBezTo>
                <a:cubicBezTo>
                  <a:pt x="1540261" y="107387"/>
                  <a:pt x="1544061" y="104494"/>
                  <a:pt x="1548148" y="100348"/>
                </a:cubicBezTo>
                <a:lnTo>
                  <a:pt x="1555143" y="107948"/>
                </a:lnTo>
                <a:moveTo>
                  <a:pt x="1531827" y="71764"/>
                </a:moveTo>
                <a:cubicBezTo>
                  <a:pt x="1531596" y="62955"/>
                  <a:pt x="1530445" y="56392"/>
                  <a:pt x="1528372" y="52074"/>
                </a:cubicBezTo>
                <a:cubicBezTo>
                  <a:pt x="1526300" y="47756"/>
                  <a:pt x="1522961" y="45597"/>
                  <a:pt x="1518355" y="45597"/>
                </a:cubicBezTo>
                <a:cubicBezTo>
                  <a:pt x="1513922" y="45597"/>
                  <a:pt x="1510395" y="47843"/>
                  <a:pt x="1507776" y="52333"/>
                </a:cubicBezTo>
                <a:cubicBezTo>
                  <a:pt x="1505156" y="56824"/>
                  <a:pt x="1503587" y="63301"/>
                  <a:pt x="1503069" y="71764"/>
                </a:cubicBezTo>
                <a:lnTo>
                  <a:pt x="1531827" y="71764"/>
                </a:lnTo>
                <a:close/>
                <a:moveTo>
                  <a:pt x="1664774" y="123665"/>
                </a:moveTo>
                <a:lnTo>
                  <a:pt x="1622890" y="123665"/>
                </a:lnTo>
                <a:lnTo>
                  <a:pt x="1622890" y="117965"/>
                </a:lnTo>
                <a:cubicBezTo>
                  <a:pt x="1625539" y="117332"/>
                  <a:pt x="1627381" y="116397"/>
                  <a:pt x="1628417" y="115159"/>
                </a:cubicBezTo>
                <a:cubicBezTo>
                  <a:pt x="1629454" y="113921"/>
                  <a:pt x="1630159" y="112251"/>
                  <a:pt x="1630533" y="110150"/>
                </a:cubicBezTo>
                <a:cubicBezTo>
                  <a:pt x="1630907" y="108049"/>
                  <a:pt x="1631094" y="104263"/>
                  <a:pt x="1631094" y="98794"/>
                </a:cubicBezTo>
                <a:lnTo>
                  <a:pt x="1631094" y="75736"/>
                </a:lnTo>
                <a:cubicBezTo>
                  <a:pt x="1631094" y="71649"/>
                  <a:pt x="1631008" y="68295"/>
                  <a:pt x="1630835" y="65675"/>
                </a:cubicBezTo>
                <a:cubicBezTo>
                  <a:pt x="1630663" y="63056"/>
                  <a:pt x="1630389" y="60911"/>
                  <a:pt x="1630015" y="59242"/>
                </a:cubicBezTo>
                <a:cubicBezTo>
                  <a:pt x="1629641" y="57572"/>
                  <a:pt x="1629122" y="56176"/>
                  <a:pt x="1628460" y="55053"/>
                </a:cubicBezTo>
                <a:cubicBezTo>
                  <a:pt x="1627798" y="53931"/>
                  <a:pt x="1627064" y="53010"/>
                  <a:pt x="1626258" y="52290"/>
                </a:cubicBezTo>
                <a:cubicBezTo>
                  <a:pt x="1625452" y="51570"/>
                  <a:pt x="1624531" y="51038"/>
                  <a:pt x="1623495" y="50692"/>
                </a:cubicBezTo>
                <a:cubicBezTo>
                  <a:pt x="1622458" y="50347"/>
                  <a:pt x="1621134" y="50174"/>
                  <a:pt x="1619522" y="50174"/>
                </a:cubicBezTo>
                <a:cubicBezTo>
                  <a:pt x="1617335" y="50174"/>
                  <a:pt x="1615060" y="50851"/>
                  <a:pt x="1612700" y="52204"/>
                </a:cubicBezTo>
                <a:cubicBezTo>
                  <a:pt x="1610340" y="53557"/>
                  <a:pt x="1608353" y="55428"/>
                  <a:pt x="1606741" y="57817"/>
                </a:cubicBezTo>
                <a:cubicBezTo>
                  <a:pt x="1605129" y="60206"/>
                  <a:pt x="1604323" y="62754"/>
                  <a:pt x="1604323" y="65460"/>
                </a:cubicBezTo>
                <a:lnTo>
                  <a:pt x="1604323" y="98708"/>
                </a:lnTo>
                <a:cubicBezTo>
                  <a:pt x="1604323" y="104177"/>
                  <a:pt x="1604496" y="107977"/>
                  <a:pt x="1604841" y="110107"/>
                </a:cubicBezTo>
                <a:cubicBezTo>
                  <a:pt x="1605187" y="112237"/>
                  <a:pt x="1605892" y="113921"/>
                  <a:pt x="1606957" y="115159"/>
                </a:cubicBezTo>
                <a:cubicBezTo>
                  <a:pt x="1608022" y="116397"/>
                  <a:pt x="1609908" y="117332"/>
                  <a:pt x="1612614" y="117965"/>
                </a:cubicBezTo>
                <a:lnTo>
                  <a:pt x="1612614" y="123665"/>
                </a:lnTo>
                <a:lnTo>
                  <a:pt x="1570903" y="123665"/>
                </a:lnTo>
                <a:lnTo>
                  <a:pt x="1570903" y="117965"/>
                </a:lnTo>
                <a:cubicBezTo>
                  <a:pt x="1573666" y="117217"/>
                  <a:pt x="1575580" y="116238"/>
                  <a:pt x="1576645" y="115029"/>
                </a:cubicBezTo>
                <a:cubicBezTo>
                  <a:pt x="1577710" y="113820"/>
                  <a:pt x="1578430" y="112179"/>
                  <a:pt x="1578804" y="110107"/>
                </a:cubicBezTo>
                <a:cubicBezTo>
                  <a:pt x="1579179" y="108034"/>
                  <a:pt x="1579366" y="104263"/>
                  <a:pt x="1579366" y="98794"/>
                </a:cubicBezTo>
                <a:lnTo>
                  <a:pt x="1579366" y="63301"/>
                </a:lnTo>
                <a:cubicBezTo>
                  <a:pt x="1579366" y="59040"/>
                  <a:pt x="1579294" y="55888"/>
                  <a:pt x="1579150" y="53844"/>
                </a:cubicBezTo>
                <a:cubicBezTo>
                  <a:pt x="1579006" y="51801"/>
                  <a:pt x="1578660" y="50160"/>
                  <a:pt x="1578113" y="48922"/>
                </a:cubicBezTo>
                <a:cubicBezTo>
                  <a:pt x="1577567" y="47684"/>
                  <a:pt x="1576732" y="46677"/>
                  <a:pt x="1575609" y="45899"/>
                </a:cubicBezTo>
                <a:cubicBezTo>
                  <a:pt x="1574486" y="45122"/>
                  <a:pt x="1572543" y="44446"/>
                  <a:pt x="1569780" y="43870"/>
                </a:cubicBezTo>
                <a:lnTo>
                  <a:pt x="1569780" y="37998"/>
                </a:lnTo>
                <a:lnTo>
                  <a:pt x="1593442" y="37307"/>
                </a:lnTo>
                <a:lnTo>
                  <a:pt x="1604323" y="37307"/>
                </a:lnTo>
                <a:lnTo>
                  <a:pt x="1603028" y="49742"/>
                </a:lnTo>
                <a:lnTo>
                  <a:pt x="1604064" y="50001"/>
                </a:lnTo>
                <a:cubicBezTo>
                  <a:pt x="1607634" y="46835"/>
                  <a:pt x="1610771" y="44345"/>
                  <a:pt x="1613477" y="42531"/>
                </a:cubicBezTo>
                <a:cubicBezTo>
                  <a:pt x="1616183" y="40718"/>
                  <a:pt x="1619019" y="39279"/>
                  <a:pt x="1621984" y="38214"/>
                </a:cubicBezTo>
                <a:cubicBezTo>
                  <a:pt x="1624948" y="37148"/>
                  <a:pt x="1628072" y="36616"/>
                  <a:pt x="1631353" y="36616"/>
                </a:cubicBezTo>
                <a:cubicBezTo>
                  <a:pt x="1636074" y="36616"/>
                  <a:pt x="1639989" y="37292"/>
                  <a:pt x="1643098" y="38645"/>
                </a:cubicBezTo>
                <a:cubicBezTo>
                  <a:pt x="1646207" y="39998"/>
                  <a:pt x="1648726" y="41970"/>
                  <a:pt x="1650654" y="44561"/>
                </a:cubicBezTo>
                <a:cubicBezTo>
                  <a:pt x="1652583" y="47152"/>
                  <a:pt x="1653965" y="50318"/>
                  <a:pt x="1654800" y="54060"/>
                </a:cubicBezTo>
                <a:cubicBezTo>
                  <a:pt x="1655634" y="57802"/>
                  <a:pt x="1656052" y="62149"/>
                  <a:pt x="1656052" y="67100"/>
                </a:cubicBezTo>
                <a:lnTo>
                  <a:pt x="1656052" y="98708"/>
                </a:lnTo>
                <a:cubicBezTo>
                  <a:pt x="1656052" y="101241"/>
                  <a:pt x="1656095" y="103616"/>
                  <a:pt x="1656181" y="105832"/>
                </a:cubicBezTo>
                <a:cubicBezTo>
                  <a:pt x="1656268" y="108049"/>
                  <a:pt x="1656484" y="109819"/>
                  <a:pt x="1656829" y="111143"/>
                </a:cubicBezTo>
                <a:cubicBezTo>
                  <a:pt x="1657175" y="112467"/>
                  <a:pt x="1657649" y="113547"/>
                  <a:pt x="1658254" y="114382"/>
                </a:cubicBezTo>
                <a:cubicBezTo>
                  <a:pt x="1658859" y="115216"/>
                  <a:pt x="1659708" y="115922"/>
                  <a:pt x="1660802" y="116497"/>
                </a:cubicBezTo>
                <a:cubicBezTo>
                  <a:pt x="1661895" y="117073"/>
                  <a:pt x="1663220" y="117562"/>
                  <a:pt x="1664774" y="117965"/>
                </a:cubicBezTo>
                <a:lnTo>
                  <a:pt x="1664774" y="123665"/>
                </a:lnTo>
                <a:close/>
                <a:moveTo>
                  <a:pt x="1755882" y="107948"/>
                </a:moveTo>
                <a:cubicBezTo>
                  <a:pt x="1750009" y="114166"/>
                  <a:pt x="1744194" y="118570"/>
                  <a:pt x="1738437" y="121161"/>
                </a:cubicBezTo>
                <a:cubicBezTo>
                  <a:pt x="1732680" y="123751"/>
                  <a:pt x="1726059" y="125047"/>
                  <a:pt x="1718575" y="125047"/>
                </a:cubicBezTo>
                <a:cubicBezTo>
                  <a:pt x="1705161" y="125047"/>
                  <a:pt x="1695071" y="121377"/>
                  <a:pt x="1688306" y="114036"/>
                </a:cubicBezTo>
                <a:cubicBezTo>
                  <a:pt x="1681542" y="106696"/>
                  <a:pt x="1678159" y="95800"/>
                  <a:pt x="1678159" y="81350"/>
                </a:cubicBezTo>
                <a:cubicBezTo>
                  <a:pt x="1678159" y="72023"/>
                  <a:pt x="1679901" y="63977"/>
                  <a:pt x="1683384" y="57212"/>
                </a:cubicBezTo>
                <a:cubicBezTo>
                  <a:pt x="1686867" y="50448"/>
                  <a:pt x="1691804" y="45324"/>
                  <a:pt x="1698194" y="41841"/>
                </a:cubicBezTo>
                <a:cubicBezTo>
                  <a:pt x="1704585" y="38357"/>
                  <a:pt x="1712012" y="36616"/>
                  <a:pt x="1720475" y="36616"/>
                </a:cubicBezTo>
                <a:cubicBezTo>
                  <a:pt x="1725714" y="36616"/>
                  <a:pt x="1730305" y="37220"/>
                  <a:pt x="1734249" y="38429"/>
                </a:cubicBezTo>
                <a:cubicBezTo>
                  <a:pt x="1738193" y="39638"/>
                  <a:pt x="1741575" y="41322"/>
                  <a:pt x="1744396" y="43481"/>
                </a:cubicBezTo>
                <a:cubicBezTo>
                  <a:pt x="1747217" y="45640"/>
                  <a:pt x="1749549" y="48246"/>
                  <a:pt x="1751391" y="51297"/>
                </a:cubicBezTo>
                <a:cubicBezTo>
                  <a:pt x="1753579" y="54924"/>
                  <a:pt x="1755220" y="59069"/>
                  <a:pt x="1756313" y="63732"/>
                </a:cubicBezTo>
                <a:cubicBezTo>
                  <a:pt x="1757465" y="68511"/>
                  <a:pt x="1758069" y="74297"/>
                  <a:pt x="1758127" y="81090"/>
                </a:cubicBezTo>
                <a:lnTo>
                  <a:pt x="1703376" y="81090"/>
                </a:lnTo>
                <a:cubicBezTo>
                  <a:pt x="1703433" y="91511"/>
                  <a:pt x="1705290" y="99183"/>
                  <a:pt x="1708946" y="104105"/>
                </a:cubicBezTo>
                <a:cubicBezTo>
                  <a:pt x="1712602" y="109027"/>
                  <a:pt x="1718172" y="111489"/>
                  <a:pt x="1725656" y="111489"/>
                </a:cubicBezTo>
                <a:cubicBezTo>
                  <a:pt x="1730032" y="111489"/>
                  <a:pt x="1733975" y="110668"/>
                  <a:pt x="1737487" y="109027"/>
                </a:cubicBezTo>
                <a:cubicBezTo>
                  <a:pt x="1740999" y="107387"/>
                  <a:pt x="1744799" y="104494"/>
                  <a:pt x="1748887" y="100348"/>
                </a:cubicBezTo>
                <a:lnTo>
                  <a:pt x="1755882" y="107948"/>
                </a:lnTo>
                <a:moveTo>
                  <a:pt x="1732565" y="71764"/>
                </a:moveTo>
                <a:cubicBezTo>
                  <a:pt x="1732335" y="62955"/>
                  <a:pt x="1731183" y="56392"/>
                  <a:pt x="1729111" y="52074"/>
                </a:cubicBezTo>
                <a:cubicBezTo>
                  <a:pt x="1727038" y="47756"/>
                  <a:pt x="1723699" y="45597"/>
                  <a:pt x="1719093" y="45597"/>
                </a:cubicBezTo>
                <a:cubicBezTo>
                  <a:pt x="1714660" y="45597"/>
                  <a:pt x="1711134" y="47843"/>
                  <a:pt x="1708514" y="52333"/>
                </a:cubicBezTo>
                <a:cubicBezTo>
                  <a:pt x="1705895" y="56824"/>
                  <a:pt x="1704326" y="63301"/>
                  <a:pt x="1703808" y="71764"/>
                </a:cubicBezTo>
                <a:lnTo>
                  <a:pt x="1732565" y="71764"/>
                </a:lnTo>
                <a:close/>
                <a:moveTo>
                  <a:pt x="1803852" y="50347"/>
                </a:moveTo>
                <a:lnTo>
                  <a:pt x="1804975" y="50606"/>
                </a:lnTo>
                <a:cubicBezTo>
                  <a:pt x="1809178" y="45655"/>
                  <a:pt x="1813496" y="42085"/>
                  <a:pt x="1817929" y="39898"/>
                </a:cubicBezTo>
                <a:cubicBezTo>
                  <a:pt x="1822362" y="37710"/>
                  <a:pt x="1827169" y="36616"/>
                  <a:pt x="1832351" y="36616"/>
                </a:cubicBezTo>
                <a:cubicBezTo>
                  <a:pt x="1835863" y="36616"/>
                  <a:pt x="1839547" y="36990"/>
                  <a:pt x="1843405" y="37739"/>
                </a:cubicBezTo>
                <a:lnTo>
                  <a:pt x="1843405" y="61573"/>
                </a:lnTo>
                <a:lnTo>
                  <a:pt x="1827774" y="61573"/>
                </a:lnTo>
                <a:cubicBezTo>
                  <a:pt x="1826795" y="58234"/>
                  <a:pt x="1825514" y="55672"/>
                  <a:pt x="1823931" y="53888"/>
                </a:cubicBezTo>
                <a:cubicBezTo>
                  <a:pt x="1822348" y="52103"/>
                  <a:pt x="1820232" y="51210"/>
                  <a:pt x="1817583" y="51210"/>
                </a:cubicBezTo>
                <a:cubicBezTo>
                  <a:pt x="1816317" y="51210"/>
                  <a:pt x="1814921" y="51599"/>
                  <a:pt x="1813395" y="52376"/>
                </a:cubicBezTo>
                <a:cubicBezTo>
                  <a:pt x="1811869" y="53154"/>
                  <a:pt x="1810459" y="54247"/>
                  <a:pt x="1809163" y="55658"/>
                </a:cubicBezTo>
                <a:cubicBezTo>
                  <a:pt x="1807868" y="57068"/>
                  <a:pt x="1806947" y="58508"/>
                  <a:pt x="1806400" y="59976"/>
                </a:cubicBezTo>
                <a:cubicBezTo>
                  <a:pt x="1805853" y="61444"/>
                  <a:pt x="1805493" y="62926"/>
                  <a:pt x="1805321" y="64423"/>
                </a:cubicBezTo>
                <a:cubicBezTo>
                  <a:pt x="1805148" y="65920"/>
                  <a:pt x="1805061" y="68165"/>
                  <a:pt x="1805061" y="71159"/>
                </a:cubicBezTo>
                <a:lnTo>
                  <a:pt x="1805061" y="98708"/>
                </a:lnTo>
                <a:cubicBezTo>
                  <a:pt x="1805061" y="104177"/>
                  <a:pt x="1805263" y="108005"/>
                  <a:pt x="1805666" y="110193"/>
                </a:cubicBezTo>
                <a:cubicBezTo>
                  <a:pt x="1806069" y="112381"/>
                  <a:pt x="1806875" y="114094"/>
                  <a:pt x="1808084" y="115332"/>
                </a:cubicBezTo>
                <a:cubicBezTo>
                  <a:pt x="1809293" y="116569"/>
                  <a:pt x="1811337" y="117447"/>
                  <a:pt x="1814215" y="117965"/>
                </a:cubicBezTo>
                <a:lnTo>
                  <a:pt x="1814215" y="123665"/>
                </a:lnTo>
                <a:lnTo>
                  <a:pt x="1771641" y="123665"/>
                </a:lnTo>
                <a:lnTo>
                  <a:pt x="1771641" y="117965"/>
                </a:lnTo>
                <a:cubicBezTo>
                  <a:pt x="1774404" y="117217"/>
                  <a:pt x="1776319" y="116238"/>
                  <a:pt x="1777384" y="115029"/>
                </a:cubicBezTo>
                <a:cubicBezTo>
                  <a:pt x="1778449" y="113820"/>
                  <a:pt x="1779168" y="112179"/>
                  <a:pt x="1779543" y="110107"/>
                </a:cubicBezTo>
                <a:cubicBezTo>
                  <a:pt x="1779917" y="108034"/>
                  <a:pt x="1780104" y="104263"/>
                  <a:pt x="1780104" y="98794"/>
                </a:cubicBezTo>
                <a:lnTo>
                  <a:pt x="1780104" y="63301"/>
                </a:lnTo>
                <a:cubicBezTo>
                  <a:pt x="1780104" y="59040"/>
                  <a:pt x="1780032" y="55888"/>
                  <a:pt x="1779888" y="53844"/>
                </a:cubicBezTo>
                <a:cubicBezTo>
                  <a:pt x="1779744" y="51801"/>
                  <a:pt x="1779399" y="50160"/>
                  <a:pt x="1778852" y="48922"/>
                </a:cubicBezTo>
                <a:cubicBezTo>
                  <a:pt x="1778305" y="47684"/>
                  <a:pt x="1777470" y="46677"/>
                  <a:pt x="1776347" y="45899"/>
                </a:cubicBezTo>
                <a:cubicBezTo>
                  <a:pt x="1775225" y="45122"/>
                  <a:pt x="1773282" y="44446"/>
                  <a:pt x="1770518" y="43870"/>
                </a:cubicBezTo>
                <a:lnTo>
                  <a:pt x="1770518" y="37998"/>
                </a:lnTo>
                <a:lnTo>
                  <a:pt x="1794180" y="37307"/>
                </a:lnTo>
                <a:lnTo>
                  <a:pt x="1805061" y="37307"/>
                </a:lnTo>
                <a:lnTo>
                  <a:pt x="1803852" y="50347"/>
                </a:lnTo>
                <a:close/>
                <a:moveTo>
                  <a:pt x="1905095" y="112352"/>
                </a:moveTo>
                <a:lnTo>
                  <a:pt x="1903800" y="111920"/>
                </a:lnTo>
                <a:cubicBezTo>
                  <a:pt x="1899079" y="116526"/>
                  <a:pt x="1894487" y="119865"/>
                  <a:pt x="1890026" y="121938"/>
                </a:cubicBezTo>
                <a:cubicBezTo>
                  <a:pt x="1885564" y="124011"/>
                  <a:pt x="1880828" y="125047"/>
                  <a:pt x="1875820" y="125047"/>
                </a:cubicBezTo>
                <a:cubicBezTo>
                  <a:pt x="1870868" y="125047"/>
                  <a:pt x="1866565" y="124140"/>
                  <a:pt x="1862909" y="122327"/>
                </a:cubicBezTo>
                <a:cubicBezTo>
                  <a:pt x="1859253" y="120513"/>
                  <a:pt x="1856490" y="117994"/>
                  <a:pt x="1854619" y="114770"/>
                </a:cubicBezTo>
                <a:cubicBezTo>
                  <a:pt x="1852748" y="111546"/>
                  <a:pt x="1851812" y="107833"/>
                  <a:pt x="1851812" y="103630"/>
                </a:cubicBezTo>
                <a:cubicBezTo>
                  <a:pt x="1851812" y="95167"/>
                  <a:pt x="1855972" y="88503"/>
                  <a:pt x="1864291" y="83638"/>
                </a:cubicBezTo>
                <a:cubicBezTo>
                  <a:pt x="1872610" y="78773"/>
                  <a:pt x="1885233" y="75707"/>
                  <a:pt x="1902159" y="74441"/>
                </a:cubicBezTo>
                <a:lnTo>
                  <a:pt x="1902159" y="66237"/>
                </a:lnTo>
                <a:cubicBezTo>
                  <a:pt x="1902159" y="60883"/>
                  <a:pt x="1901554" y="56752"/>
                  <a:pt x="1900345" y="53844"/>
                </a:cubicBezTo>
                <a:cubicBezTo>
                  <a:pt x="1899136" y="50937"/>
                  <a:pt x="1897582" y="48893"/>
                  <a:pt x="1895682" y="47713"/>
                </a:cubicBezTo>
                <a:cubicBezTo>
                  <a:pt x="1893782" y="46533"/>
                  <a:pt x="1891508" y="45943"/>
                  <a:pt x="1888860" y="45943"/>
                </a:cubicBezTo>
                <a:cubicBezTo>
                  <a:pt x="1886211" y="45943"/>
                  <a:pt x="1883923" y="46403"/>
                  <a:pt x="1881994" y="47324"/>
                </a:cubicBezTo>
                <a:cubicBezTo>
                  <a:pt x="1880066" y="48246"/>
                  <a:pt x="1878324" y="49987"/>
                  <a:pt x="1876770" y="52549"/>
                </a:cubicBezTo>
                <a:cubicBezTo>
                  <a:pt x="1875215" y="55111"/>
                  <a:pt x="1874064" y="58666"/>
                  <a:pt x="1873315" y="63214"/>
                </a:cubicBezTo>
                <a:lnTo>
                  <a:pt x="1856994" y="63214"/>
                </a:lnTo>
                <a:lnTo>
                  <a:pt x="1856994" y="47497"/>
                </a:lnTo>
                <a:cubicBezTo>
                  <a:pt x="1862290" y="45137"/>
                  <a:pt x="1866694" y="43323"/>
                  <a:pt x="1870206" y="42056"/>
                </a:cubicBezTo>
                <a:cubicBezTo>
                  <a:pt x="1873718" y="40790"/>
                  <a:pt x="1877187" y="39739"/>
                  <a:pt x="1880613" y="38904"/>
                </a:cubicBezTo>
                <a:cubicBezTo>
                  <a:pt x="1884038" y="38070"/>
                  <a:pt x="1887104" y="37480"/>
                  <a:pt x="1889810" y="37134"/>
                </a:cubicBezTo>
                <a:cubicBezTo>
                  <a:pt x="1892516" y="36789"/>
                  <a:pt x="1895222" y="36616"/>
                  <a:pt x="1897927" y="36616"/>
                </a:cubicBezTo>
                <a:cubicBezTo>
                  <a:pt x="1904894" y="36616"/>
                  <a:pt x="1910464" y="37537"/>
                  <a:pt x="1914638" y="39379"/>
                </a:cubicBezTo>
                <a:cubicBezTo>
                  <a:pt x="1918812" y="41222"/>
                  <a:pt x="1921935" y="44215"/>
                  <a:pt x="1924008" y="48361"/>
                </a:cubicBezTo>
                <a:cubicBezTo>
                  <a:pt x="1926080" y="52506"/>
                  <a:pt x="1927117" y="58234"/>
                  <a:pt x="1927117" y="65546"/>
                </a:cubicBezTo>
                <a:lnTo>
                  <a:pt x="1927117" y="99226"/>
                </a:lnTo>
                <a:cubicBezTo>
                  <a:pt x="1927117" y="103025"/>
                  <a:pt x="1927203" y="105962"/>
                  <a:pt x="1927376" y="108034"/>
                </a:cubicBezTo>
                <a:cubicBezTo>
                  <a:pt x="1927548" y="110107"/>
                  <a:pt x="1927822" y="111647"/>
                  <a:pt x="1928196" y="112654"/>
                </a:cubicBezTo>
                <a:cubicBezTo>
                  <a:pt x="1928570" y="113662"/>
                  <a:pt x="1929045" y="114468"/>
                  <a:pt x="1929621" y="115072"/>
                </a:cubicBezTo>
                <a:cubicBezTo>
                  <a:pt x="1930197" y="115677"/>
                  <a:pt x="1930902" y="116166"/>
                  <a:pt x="1931737" y="116541"/>
                </a:cubicBezTo>
                <a:cubicBezTo>
                  <a:pt x="1932571" y="116915"/>
                  <a:pt x="1934140" y="117390"/>
                  <a:pt x="1936443" y="117965"/>
                </a:cubicBezTo>
                <a:lnTo>
                  <a:pt x="1936443" y="123665"/>
                </a:lnTo>
                <a:lnTo>
                  <a:pt x="1904318" y="123665"/>
                </a:lnTo>
                <a:lnTo>
                  <a:pt x="1905095" y="112352"/>
                </a:lnTo>
                <a:moveTo>
                  <a:pt x="1902245" y="82904"/>
                </a:moveTo>
                <a:cubicBezTo>
                  <a:pt x="1893322" y="83134"/>
                  <a:pt x="1886715" y="84804"/>
                  <a:pt x="1882426" y="87913"/>
                </a:cubicBezTo>
                <a:cubicBezTo>
                  <a:pt x="1878137" y="91022"/>
                  <a:pt x="1875992" y="95570"/>
                  <a:pt x="1875992" y="101557"/>
                </a:cubicBezTo>
                <a:cubicBezTo>
                  <a:pt x="1875992" y="105127"/>
                  <a:pt x="1876971" y="107847"/>
                  <a:pt x="1878929" y="109718"/>
                </a:cubicBezTo>
                <a:cubicBezTo>
                  <a:pt x="1880886" y="111589"/>
                  <a:pt x="1883592" y="112525"/>
                  <a:pt x="1887046" y="112525"/>
                </a:cubicBezTo>
                <a:cubicBezTo>
                  <a:pt x="1889695" y="112525"/>
                  <a:pt x="1892199" y="111820"/>
                  <a:pt x="1894559" y="110409"/>
                </a:cubicBezTo>
                <a:cubicBezTo>
                  <a:pt x="1896920" y="108999"/>
                  <a:pt x="1898791" y="107113"/>
                  <a:pt x="1900173" y="104753"/>
                </a:cubicBezTo>
                <a:cubicBezTo>
                  <a:pt x="1901554" y="102392"/>
                  <a:pt x="1902245" y="99888"/>
                  <a:pt x="1902245" y="97239"/>
                </a:cubicBezTo>
                <a:lnTo>
                  <a:pt x="1902245" y="82904"/>
                </a:lnTo>
                <a:close/>
                <a:moveTo>
                  <a:pt x="2007748" y="113302"/>
                </a:moveTo>
                <a:cubicBezTo>
                  <a:pt x="2002681" y="117620"/>
                  <a:pt x="1998076" y="120657"/>
                  <a:pt x="1993930" y="122413"/>
                </a:cubicBezTo>
                <a:cubicBezTo>
                  <a:pt x="1989785" y="124169"/>
                  <a:pt x="1985410" y="125047"/>
                  <a:pt x="1980804" y="125047"/>
                </a:cubicBezTo>
                <a:cubicBezTo>
                  <a:pt x="1972226" y="125047"/>
                  <a:pt x="1965821" y="122730"/>
                  <a:pt x="1961589" y="118095"/>
                </a:cubicBezTo>
                <a:cubicBezTo>
                  <a:pt x="1957358" y="113460"/>
                  <a:pt x="1955242" y="106451"/>
                  <a:pt x="1955242" y="97067"/>
                </a:cubicBezTo>
                <a:lnTo>
                  <a:pt x="1955242" y="48792"/>
                </a:lnTo>
                <a:lnTo>
                  <a:pt x="1944447" y="48792"/>
                </a:lnTo>
                <a:lnTo>
                  <a:pt x="1944447" y="42834"/>
                </a:lnTo>
                <a:cubicBezTo>
                  <a:pt x="1947959" y="42258"/>
                  <a:pt x="1950550" y="41394"/>
                  <a:pt x="1952219" y="40243"/>
                </a:cubicBezTo>
                <a:cubicBezTo>
                  <a:pt x="1953889" y="39092"/>
                  <a:pt x="1955184" y="37551"/>
                  <a:pt x="1956105" y="35623"/>
                </a:cubicBezTo>
                <a:cubicBezTo>
                  <a:pt x="1957027" y="33694"/>
                  <a:pt x="1957761" y="31175"/>
                  <a:pt x="1958308" y="28066"/>
                </a:cubicBezTo>
                <a:cubicBezTo>
                  <a:pt x="1958855" y="24958"/>
                  <a:pt x="1959272" y="21071"/>
                  <a:pt x="1959560" y="16408"/>
                </a:cubicBezTo>
                <a:lnTo>
                  <a:pt x="1980199" y="16408"/>
                </a:lnTo>
                <a:lnTo>
                  <a:pt x="1980199" y="37998"/>
                </a:lnTo>
                <a:lnTo>
                  <a:pt x="2004812" y="37998"/>
                </a:lnTo>
                <a:lnTo>
                  <a:pt x="2004812" y="48792"/>
                </a:lnTo>
                <a:lnTo>
                  <a:pt x="1980199" y="48792"/>
                </a:lnTo>
                <a:lnTo>
                  <a:pt x="1980199" y="87740"/>
                </a:lnTo>
                <a:cubicBezTo>
                  <a:pt x="1980199" y="94246"/>
                  <a:pt x="1980502" y="99053"/>
                  <a:pt x="1981106" y="102162"/>
                </a:cubicBezTo>
                <a:cubicBezTo>
                  <a:pt x="1981711" y="105271"/>
                  <a:pt x="1982733" y="107559"/>
                  <a:pt x="1984172" y="109027"/>
                </a:cubicBezTo>
                <a:cubicBezTo>
                  <a:pt x="1985611" y="110495"/>
                  <a:pt x="1987396" y="111230"/>
                  <a:pt x="1989526" y="111230"/>
                </a:cubicBezTo>
                <a:cubicBezTo>
                  <a:pt x="1991138" y="111230"/>
                  <a:pt x="1992577" y="111086"/>
                  <a:pt x="1993844" y="110798"/>
                </a:cubicBezTo>
                <a:cubicBezTo>
                  <a:pt x="1995111" y="110510"/>
                  <a:pt x="1996449" y="109992"/>
                  <a:pt x="1997860" y="109243"/>
                </a:cubicBezTo>
                <a:cubicBezTo>
                  <a:pt x="1999270" y="108495"/>
                  <a:pt x="2000753" y="107430"/>
                  <a:pt x="2002307" y="106048"/>
                </a:cubicBezTo>
                <a:lnTo>
                  <a:pt x="2007748" y="113302"/>
                </a:lnTo>
                <a:close/>
                <a:moveTo>
                  <a:pt x="2044724" y="3541"/>
                </a:moveTo>
                <a:lnTo>
                  <a:pt x="2044724" y="24698"/>
                </a:lnTo>
                <a:lnTo>
                  <a:pt x="2021062" y="24698"/>
                </a:lnTo>
                <a:lnTo>
                  <a:pt x="2021062" y="3541"/>
                </a:lnTo>
                <a:lnTo>
                  <a:pt x="2044724" y="3541"/>
                </a:lnTo>
                <a:moveTo>
                  <a:pt x="2011908" y="117965"/>
                </a:moveTo>
                <a:cubicBezTo>
                  <a:pt x="2014729" y="117217"/>
                  <a:pt x="2016672" y="116238"/>
                  <a:pt x="2017737" y="115029"/>
                </a:cubicBezTo>
                <a:cubicBezTo>
                  <a:pt x="2018802" y="113820"/>
                  <a:pt x="2019522" y="112179"/>
                  <a:pt x="2019896" y="110107"/>
                </a:cubicBezTo>
                <a:cubicBezTo>
                  <a:pt x="2020270" y="108034"/>
                  <a:pt x="2020457" y="104263"/>
                  <a:pt x="2020457" y="98794"/>
                </a:cubicBezTo>
                <a:lnTo>
                  <a:pt x="2020457" y="58637"/>
                </a:lnTo>
                <a:cubicBezTo>
                  <a:pt x="2020457" y="55816"/>
                  <a:pt x="2020328" y="53542"/>
                  <a:pt x="2020069" y="51815"/>
                </a:cubicBezTo>
                <a:cubicBezTo>
                  <a:pt x="2019810" y="50088"/>
                  <a:pt x="2019320" y="48706"/>
                  <a:pt x="2018601" y="47670"/>
                </a:cubicBezTo>
                <a:cubicBezTo>
                  <a:pt x="2017881" y="46633"/>
                  <a:pt x="2016902" y="45842"/>
                  <a:pt x="2015665" y="45295"/>
                </a:cubicBezTo>
                <a:cubicBezTo>
                  <a:pt x="2014427" y="44748"/>
                  <a:pt x="2012829" y="44273"/>
                  <a:pt x="2010872" y="43870"/>
                </a:cubicBezTo>
                <a:lnTo>
                  <a:pt x="2010872" y="37998"/>
                </a:lnTo>
                <a:lnTo>
                  <a:pt x="2034620" y="37307"/>
                </a:lnTo>
                <a:lnTo>
                  <a:pt x="2045415" y="37307"/>
                </a:lnTo>
                <a:lnTo>
                  <a:pt x="2045415" y="98708"/>
                </a:lnTo>
                <a:cubicBezTo>
                  <a:pt x="2045415" y="101932"/>
                  <a:pt x="2045458" y="104422"/>
                  <a:pt x="2045544" y="106178"/>
                </a:cubicBezTo>
                <a:cubicBezTo>
                  <a:pt x="2045631" y="107933"/>
                  <a:pt x="2045760" y="109286"/>
                  <a:pt x="2045933" y="110236"/>
                </a:cubicBezTo>
                <a:cubicBezTo>
                  <a:pt x="2046106" y="111186"/>
                  <a:pt x="2046350" y="112036"/>
                  <a:pt x="2046667" y="112784"/>
                </a:cubicBezTo>
                <a:cubicBezTo>
                  <a:pt x="2046984" y="113532"/>
                  <a:pt x="2047401" y="114223"/>
                  <a:pt x="2047919" y="114857"/>
                </a:cubicBezTo>
                <a:cubicBezTo>
                  <a:pt x="2048437" y="115490"/>
                  <a:pt x="2049186" y="116066"/>
                  <a:pt x="2050165" y="116584"/>
                </a:cubicBezTo>
                <a:cubicBezTo>
                  <a:pt x="2051143" y="117102"/>
                  <a:pt x="2052439" y="117562"/>
                  <a:pt x="2054051" y="117965"/>
                </a:cubicBezTo>
                <a:lnTo>
                  <a:pt x="2054051" y="123665"/>
                </a:lnTo>
                <a:lnTo>
                  <a:pt x="2011908" y="123665"/>
                </a:lnTo>
                <a:lnTo>
                  <a:pt x="2011908" y="117965"/>
                </a:lnTo>
                <a:close/>
                <a:moveTo>
                  <a:pt x="2110297" y="125047"/>
                </a:moveTo>
                <a:cubicBezTo>
                  <a:pt x="2101834" y="125047"/>
                  <a:pt x="2094537" y="123564"/>
                  <a:pt x="2088406" y="120599"/>
                </a:cubicBezTo>
                <a:cubicBezTo>
                  <a:pt x="2082274" y="117634"/>
                  <a:pt x="2077481" y="112885"/>
                  <a:pt x="2074027" y="106350"/>
                </a:cubicBezTo>
                <a:cubicBezTo>
                  <a:pt x="2070573" y="99816"/>
                  <a:pt x="2068845" y="91511"/>
                  <a:pt x="2068845" y="81436"/>
                </a:cubicBezTo>
                <a:cubicBezTo>
                  <a:pt x="2068845" y="73721"/>
                  <a:pt x="2069910" y="67043"/>
                  <a:pt x="2072041" y="61401"/>
                </a:cubicBezTo>
                <a:cubicBezTo>
                  <a:pt x="2074171" y="55759"/>
                  <a:pt x="2077136" y="51095"/>
                  <a:pt x="2080936" y="47411"/>
                </a:cubicBezTo>
                <a:cubicBezTo>
                  <a:pt x="2084735" y="43726"/>
                  <a:pt x="2089269" y="41006"/>
                  <a:pt x="2094537" y="39250"/>
                </a:cubicBezTo>
                <a:cubicBezTo>
                  <a:pt x="2099805" y="37494"/>
                  <a:pt x="2105519" y="36616"/>
                  <a:pt x="2111679" y="36616"/>
                </a:cubicBezTo>
                <a:cubicBezTo>
                  <a:pt x="2125612" y="36616"/>
                  <a:pt x="2136119" y="40286"/>
                  <a:pt x="2143200" y="47627"/>
                </a:cubicBezTo>
                <a:cubicBezTo>
                  <a:pt x="2150281" y="54967"/>
                  <a:pt x="2153822" y="65719"/>
                  <a:pt x="2153822" y="79881"/>
                </a:cubicBezTo>
                <a:cubicBezTo>
                  <a:pt x="2153822" y="89899"/>
                  <a:pt x="2152066" y="98290"/>
                  <a:pt x="2148554" y="105055"/>
                </a:cubicBezTo>
                <a:cubicBezTo>
                  <a:pt x="2145042" y="111820"/>
                  <a:pt x="2140033" y="116843"/>
                  <a:pt x="2133528" y="120124"/>
                </a:cubicBezTo>
                <a:cubicBezTo>
                  <a:pt x="2127022" y="123406"/>
                  <a:pt x="2119279" y="125047"/>
                  <a:pt x="2110297" y="125047"/>
                </a:cubicBezTo>
                <a:moveTo>
                  <a:pt x="2095098" y="79536"/>
                </a:moveTo>
                <a:cubicBezTo>
                  <a:pt x="2095098" y="91741"/>
                  <a:pt x="2096466" y="100881"/>
                  <a:pt x="2099200" y="106955"/>
                </a:cubicBezTo>
                <a:cubicBezTo>
                  <a:pt x="2101935" y="113029"/>
                  <a:pt x="2106066" y="116066"/>
                  <a:pt x="2111593" y="116066"/>
                </a:cubicBezTo>
                <a:cubicBezTo>
                  <a:pt x="2114644" y="116066"/>
                  <a:pt x="2117192" y="115288"/>
                  <a:pt x="2119235" y="113734"/>
                </a:cubicBezTo>
                <a:cubicBezTo>
                  <a:pt x="2121279" y="112179"/>
                  <a:pt x="2122920" y="109934"/>
                  <a:pt x="2124158" y="106998"/>
                </a:cubicBezTo>
                <a:cubicBezTo>
                  <a:pt x="2125396" y="104062"/>
                  <a:pt x="2126274" y="100535"/>
                  <a:pt x="2126792" y="96419"/>
                </a:cubicBezTo>
                <a:cubicBezTo>
                  <a:pt x="2127310" y="92303"/>
                  <a:pt x="2127569" y="87682"/>
                  <a:pt x="2127569" y="82559"/>
                </a:cubicBezTo>
                <a:cubicBezTo>
                  <a:pt x="2127569" y="70181"/>
                  <a:pt x="2126202" y="60926"/>
                  <a:pt x="2123467" y="54794"/>
                </a:cubicBezTo>
                <a:cubicBezTo>
                  <a:pt x="2120732" y="48663"/>
                  <a:pt x="2116688" y="45597"/>
                  <a:pt x="2111334" y="45597"/>
                </a:cubicBezTo>
                <a:cubicBezTo>
                  <a:pt x="2107419" y="45597"/>
                  <a:pt x="2104281" y="46835"/>
                  <a:pt x="2101921" y="49311"/>
                </a:cubicBezTo>
                <a:cubicBezTo>
                  <a:pt x="2099560" y="51786"/>
                  <a:pt x="2097833" y="55500"/>
                  <a:pt x="2096739" y="60451"/>
                </a:cubicBezTo>
                <a:cubicBezTo>
                  <a:pt x="2095645" y="65402"/>
                  <a:pt x="2095098" y="71764"/>
                  <a:pt x="2095098" y="79536"/>
                </a:cubicBezTo>
                <a:close/>
                <a:moveTo>
                  <a:pt x="2263449" y="123665"/>
                </a:moveTo>
                <a:lnTo>
                  <a:pt x="2221565" y="123665"/>
                </a:lnTo>
                <a:lnTo>
                  <a:pt x="2221565" y="117965"/>
                </a:lnTo>
                <a:cubicBezTo>
                  <a:pt x="2224213" y="117332"/>
                  <a:pt x="2226055" y="116397"/>
                  <a:pt x="2227092" y="115159"/>
                </a:cubicBezTo>
                <a:cubicBezTo>
                  <a:pt x="2228128" y="113921"/>
                  <a:pt x="2228833" y="112251"/>
                  <a:pt x="2229208" y="110150"/>
                </a:cubicBezTo>
                <a:cubicBezTo>
                  <a:pt x="2229582" y="108049"/>
                  <a:pt x="2229769" y="104263"/>
                  <a:pt x="2229769" y="98794"/>
                </a:cubicBezTo>
                <a:lnTo>
                  <a:pt x="2229769" y="75736"/>
                </a:lnTo>
                <a:cubicBezTo>
                  <a:pt x="2229769" y="71649"/>
                  <a:pt x="2229683" y="68295"/>
                  <a:pt x="2229510" y="65675"/>
                </a:cubicBezTo>
                <a:cubicBezTo>
                  <a:pt x="2229337" y="63056"/>
                  <a:pt x="2229064" y="60911"/>
                  <a:pt x="2228689" y="59242"/>
                </a:cubicBezTo>
                <a:cubicBezTo>
                  <a:pt x="2228315" y="57572"/>
                  <a:pt x="2227797" y="56176"/>
                  <a:pt x="2227135" y="55053"/>
                </a:cubicBezTo>
                <a:cubicBezTo>
                  <a:pt x="2226473" y="53931"/>
                  <a:pt x="2225739" y="53010"/>
                  <a:pt x="2224933" y="52290"/>
                </a:cubicBezTo>
                <a:cubicBezTo>
                  <a:pt x="2224127" y="51570"/>
                  <a:pt x="2223206" y="51038"/>
                  <a:pt x="2222169" y="50692"/>
                </a:cubicBezTo>
                <a:cubicBezTo>
                  <a:pt x="2221133" y="50347"/>
                  <a:pt x="2219809" y="50174"/>
                  <a:pt x="2218197" y="50174"/>
                </a:cubicBezTo>
                <a:cubicBezTo>
                  <a:pt x="2216009" y="50174"/>
                  <a:pt x="2213735" y="50851"/>
                  <a:pt x="2211375" y="52204"/>
                </a:cubicBezTo>
                <a:cubicBezTo>
                  <a:pt x="2209014" y="53557"/>
                  <a:pt x="2207028" y="55428"/>
                  <a:pt x="2205416" y="57817"/>
                </a:cubicBezTo>
                <a:cubicBezTo>
                  <a:pt x="2203804" y="60206"/>
                  <a:pt x="2202998" y="62754"/>
                  <a:pt x="2202998" y="65460"/>
                </a:cubicBezTo>
                <a:lnTo>
                  <a:pt x="2202998" y="98708"/>
                </a:lnTo>
                <a:cubicBezTo>
                  <a:pt x="2202998" y="104177"/>
                  <a:pt x="2203170" y="107977"/>
                  <a:pt x="2203516" y="110107"/>
                </a:cubicBezTo>
                <a:cubicBezTo>
                  <a:pt x="2203861" y="112237"/>
                  <a:pt x="2204567" y="113921"/>
                  <a:pt x="2205632" y="115159"/>
                </a:cubicBezTo>
                <a:cubicBezTo>
                  <a:pt x="2206697" y="116397"/>
                  <a:pt x="2208582" y="117332"/>
                  <a:pt x="2211288" y="117965"/>
                </a:cubicBezTo>
                <a:lnTo>
                  <a:pt x="2211288" y="123665"/>
                </a:lnTo>
                <a:lnTo>
                  <a:pt x="2169577" y="123665"/>
                </a:lnTo>
                <a:lnTo>
                  <a:pt x="2169577" y="117965"/>
                </a:lnTo>
                <a:cubicBezTo>
                  <a:pt x="2172341" y="117217"/>
                  <a:pt x="2174255" y="116238"/>
                  <a:pt x="2175320" y="115029"/>
                </a:cubicBezTo>
                <a:cubicBezTo>
                  <a:pt x="2176385" y="113820"/>
                  <a:pt x="2177105" y="112179"/>
                  <a:pt x="2177479" y="110107"/>
                </a:cubicBezTo>
                <a:cubicBezTo>
                  <a:pt x="2177853" y="108034"/>
                  <a:pt x="2178040" y="104263"/>
                  <a:pt x="2178040" y="98794"/>
                </a:cubicBezTo>
                <a:lnTo>
                  <a:pt x="2178040" y="63301"/>
                </a:lnTo>
                <a:cubicBezTo>
                  <a:pt x="2178040" y="59040"/>
                  <a:pt x="2177968" y="55888"/>
                  <a:pt x="2177824" y="53844"/>
                </a:cubicBezTo>
                <a:cubicBezTo>
                  <a:pt x="2177680" y="51801"/>
                  <a:pt x="2177335" y="50160"/>
                  <a:pt x="2176788" y="48922"/>
                </a:cubicBezTo>
                <a:cubicBezTo>
                  <a:pt x="2176241" y="47684"/>
                  <a:pt x="2175406" y="46677"/>
                  <a:pt x="2174284" y="45899"/>
                </a:cubicBezTo>
                <a:cubicBezTo>
                  <a:pt x="2173161" y="45122"/>
                  <a:pt x="2171218" y="44446"/>
                  <a:pt x="2168454" y="43870"/>
                </a:cubicBezTo>
                <a:lnTo>
                  <a:pt x="2168454" y="37998"/>
                </a:lnTo>
                <a:lnTo>
                  <a:pt x="2192117" y="37307"/>
                </a:lnTo>
                <a:lnTo>
                  <a:pt x="2202998" y="37307"/>
                </a:lnTo>
                <a:lnTo>
                  <a:pt x="2201702" y="49742"/>
                </a:lnTo>
                <a:lnTo>
                  <a:pt x="2202739" y="50001"/>
                </a:lnTo>
                <a:cubicBezTo>
                  <a:pt x="2206308" y="46835"/>
                  <a:pt x="2209446" y="44345"/>
                  <a:pt x="2212152" y="42531"/>
                </a:cubicBezTo>
                <a:cubicBezTo>
                  <a:pt x="2214858" y="40718"/>
                  <a:pt x="2217693" y="39279"/>
                  <a:pt x="2220658" y="38214"/>
                </a:cubicBezTo>
                <a:cubicBezTo>
                  <a:pt x="2223623" y="37148"/>
                  <a:pt x="2226746" y="36616"/>
                  <a:pt x="2230028" y="36616"/>
                </a:cubicBezTo>
                <a:cubicBezTo>
                  <a:pt x="2234749" y="36616"/>
                  <a:pt x="2238664" y="37292"/>
                  <a:pt x="2241773" y="38645"/>
                </a:cubicBezTo>
                <a:cubicBezTo>
                  <a:pt x="2244882" y="39998"/>
                  <a:pt x="2247400" y="41970"/>
                  <a:pt x="2249329" y="44561"/>
                </a:cubicBezTo>
                <a:cubicBezTo>
                  <a:pt x="2251258" y="47152"/>
                  <a:pt x="2252639" y="50318"/>
                  <a:pt x="2253474" y="54060"/>
                </a:cubicBezTo>
                <a:cubicBezTo>
                  <a:pt x="2254309" y="57802"/>
                  <a:pt x="2254726" y="62149"/>
                  <a:pt x="2254726" y="67100"/>
                </a:cubicBezTo>
                <a:lnTo>
                  <a:pt x="2254726" y="98708"/>
                </a:lnTo>
                <a:cubicBezTo>
                  <a:pt x="2254726" y="101241"/>
                  <a:pt x="2254770" y="103616"/>
                  <a:pt x="2254856" y="105832"/>
                </a:cubicBezTo>
                <a:cubicBezTo>
                  <a:pt x="2254942" y="108049"/>
                  <a:pt x="2255158" y="109819"/>
                  <a:pt x="2255504" y="111143"/>
                </a:cubicBezTo>
                <a:cubicBezTo>
                  <a:pt x="2255849" y="112467"/>
                  <a:pt x="2256324" y="113547"/>
                  <a:pt x="2256929" y="114382"/>
                </a:cubicBezTo>
                <a:cubicBezTo>
                  <a:pt x="2257533" y="115216"/>
                  <a:pt x="2258382" y="115922"/>
                  <a:pt x="2259476" y="116497"/>
                </a:cubicBezTo>
                <a:cubicBezTo>
                  <a:pt x="2260570" y="117073"/>
                  <a:pt x="2261894" y="117562"/>
                  <a:pt x="2263449" y="117965"/>
                </a:cubicBezTo>
                <a:lnTo>
                  <a:pt x="2263449" y="123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7C0C8-312A-4B25-A6EC-753CB61F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36" y="761950"/>
            <a:ext cx="2339292" cy="266472"/>
          </a:xfrm>
          <a:custGeom xmlns:a="http://schemas.openxmlformats.org/drawingml/2006/main">
            <a:pathLst>
              <a:path w="2339292" h="266472">
                <a:moveTo>
                  <a:pt x="0" y="133236"/>
                </a:moveTo>
                <a:cubicBezTo>
                  <a:pt x="0" y="59740"/>
                  <a:pt x="59740" y="0"/>
                  <a:pt x="133236" y="0"/>
                </a:cubicBezTo>
                <a:lnTo>
                  <a:pt x="2206056" y="0"/>
                </a:lnTo>
                <a:cubicBezTo>
                  <a:pt x="2279552" y="0"/>
                  <a:pt x="2339292" y="59740"/>
                  <a:pt x="2339292" y="133236"/>
                </a:cubicBezTo>
                <a:cubicBezTo>
                  <a:pt x="2339292" y="206732"/>
                  <a:pt x="2279552" y="266472"/>
                  <a:pt x="2206056" y="266472"/>
                </a:cubicBezTo>
                <a:lnTo>
                  <a:pt x="133236" y="266472"/>
                </a:lnTo>
                <a:cubicBezTo>
                  <a:pt x="59740" y="266472"/>
                  <a:pt x="0" y="206732"/>
                  <a:pt x="0" y="133236"/>
                </a:cubicBez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2DEB3-6FA2-459E-880E-B9A176F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1536" y="761950"/>
            <a:ext cx="2339292" cy="266472"/>
          </a:xfrm>
          <a:custGeom xmlns:a="http://schemas.openxmlformats.org/drawingml/2006/main">
            <a:pathLst>
              <a:path w="2339292" h="266472" fill="none">
                <a:moveTo>
                  <a:pt x="0" y="133236"/>
                </a:moveTo>
                <a:cubicBezTo>
                  <a:pt x="0" y="59740"/>
                  <a:pt x="59740" y="0"/>
                  <a:pt x="133236" y="0"/>
                </a:cubicBezTo>
                <a:lnTo>
                  <a:pt x="2206056" y="0"/>
                </a:lnTo>
                <a:cubicBezTo>
                  <a:pt x="2279552" y="0"/>
                  <a:pt x="2339292" y="59740"/>
                  <a:pt x="2339292" y="133236"/>
                </a:cubicBezTo>
                <a:cubicBezTo>
                  <a:pt x="2339292" y="206732"/>
                  <a:pt x="2279552" y="266472"/>
                  <a:pt x="2206056" y="266472"/>
                </a:cubicBezTo>
                <a:lnTo>
                  <a:pt x="133236" y="266472"/>
                </a:lnTo>
                <a:cubicBezTo>
                  <a:pt x="59740" y="266472"/>
                  <a:pt x="0" y="206732"/>
                  <a:pt x="0" y="1332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F7F7F"/>
            </a:solidFill>
            <a:round/>
          </a:ln>
        </p:spPr>
      </p:sp>
      <p:sp>
        <p:nvSpPr>
          <p:cNvPr id="112" name="Text cursor=conn.cursor()">
            <a:extLst xmlns:a="http://schemas.openxmlformats.org/drawingml/2006/main">
              <a:ext uri="{FF2B5EF4-FFF2-40B4-BE49-F238E27FC236}">
                <a16:creationId xmlns:a16="http://schemas.microsoft.com/office/drawing/2014/main" id="{4614D4CE-B0C6-4FFB-B48B-6DAAFEC0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679" y="814545"/>
            <a:ext cx="2013652" cy="151675"/>
          </a:xfrm>
          <a:custGeom xmlns:a="http://schemas.openxmlformats.org/drawingml/2006/main">
            <a:pathLst>
              <a:path w="2013652" h="151675">
                <a:moveTo>
                  <a:pt x="655053" y="67937"/>
                </a:moveTo>
                <a:lnTo>
                  <a:pt x="722990" y="67937"/>
                </a:lnTo>
                <a:lnTo>
                  <a:pt x="722990" y="55297"/>
                </a:lnTo>
                <a:lnTo>
                  <a:pt x="655053" y="55297"/>
                </a:lnTo>
                <a:lnTo>
                  <a:pt x="655053" y="67937"/>
                </a:lnTo>
                <a:close/>
                <a:moveTo>
                  <a:pt x="206659" y="132717"/>
                </a:moveTo>
                <a:lnTo>
                  <a:pt x="206659" y="77417"/>
                </a:lnTo>
                <a:lnTo>
                  <a:pt x="206667" y="76582"/>
                </a:lnTo>
                <a:lnTo>
                  <a:pt x="206693" y="75765"/>
                </a:lnTo>
                <a:lnTo>
                  <a:pt x="206735" y="74963"/>
                </a:lnTo>
                <a:lnTo>
                  <a:pt x="206795" y="74178"/>
                </a:lnTo>
                <a:lnTo>
                  <a:pt x="206872" y="73410"/>
                </a:lnTo>
                <a:lnTo>
                  <a:pt x="206965" y="72657"/>
                </a:lnTo>
                <a:lnTo>
                  <a:pt x="207076" y="71922"/>
                </a:lnTo>
                <a:lnTo>
                  <a:pt x="207203" y="71203"/>
                </a:lnTo>
                <a:lnTo>
                  <a:pt x="207348" y="70500"/>
                </a:lnTo>
                <a:lnTo>
                  <a:pt x="207509" y="69814"/>
                </a:lnTo>
                <a:lnTo>
                  <a:pt x="207688" y="69144"/>
                </a:lnTo>
                <a:lnTo>
                  <a:pt x="207884" y="68491"/>
                </a:lnTo>
                <a:lnTo>
                  <a:pt x="208096" y="67854"/>
                </a:lnTo>
                <a:lnTo>
                  <a:pt x="208326" y="67233"/>
                </a:lnTo>
                <a:lnTo>
                  <a:pt x="208573" y="66629"/>
                </a:lnTo>
                <a:lnTo>
                  <a:pt x="208836" y="66042"/>
                </a:lnTo>
                <a:lnTo>
                  <a:pt x="209117" y="65471"/>
                </a:lnTo>
                <a:lnTo>
                  <a:pt x="209415" y="64916"/>
                </a:lnTo>
                <a:lnTo>
                  <a:pt x="209729" y="64378"/>
                </a:lnTo>
                <a:lnTo>
                  <a:pt x="210061" y="63856"/>
                </a:lnTo>
                <a:lnTo>
                  <a:pt x="210410" y="63351"/>
                </a:lnTo>
                <a:lnTo>
                  <a:pt x="210775" y="62863"/>
                </a:lnTo>
                <a:lnTo>
                  <a:pt x="211158" y="62390"/>
                </a:lnTo>
                <a:lnTo>
                  <a:pt x="211558" y="61934"/>
                </a:lnTo>
                <a:lnTo>
                  <a:pt x="211974" y="61496"/>
                </a:lnTo>
                <a:lnTo>
                  <a:pt x="212405" y="61076"/>
                </a:lnTo>
                <a:lnTo>
                  <a:pt x="212852" y="60675"/>
                </a:lnTo>
                <a:lnTo>
                  <a:pt x="213314" y="60293"/>
                </a:lnTo>
                <a:lnTo>
                  <a:pt x="213791" y="59929"/>
                </a:lnTo>
                <a:lnTo>
                  <a:pt x="214284" y="59584"/>
                </a:lnTo>
                <a:lnTo>
                  <a:pt x="214792" y="59258"/>
                </a:lnTo>
                <a:lnTo>
                  <a:pt x="215315" y="58950"/>
                </a:lnTo>
                <a:lnTo>
                  <a:pt x="215854" y="58661"/>
                </a:lnTo>
                <a:lnTo>
                  <a:pt x="216408" y="58391"/>
                </a:lnTo>
                <a:lnTo>
                  <a:pt x="216977" y="58139"/>
                </a:lnTo>
                <a:lnTo>
                  <a:pt x="217562" y="57906"/>
                </a:lnTo>
                <a:lnTo>
                  <a:pt x="218162" y="57691"/>
                </a:lnTo>
                <a:lnTo>
                  <a:pt x="218778" y="57496"/>
                </a:lnTo>
                <a:lnTo>
                  <a:pt x="219408" y="57318"/>
                </a:lnTo>
                <a:lnTo>
                  <a:pt x="220055" y="57160"/>
                </a:lnTo>
                <a:lnTo>
                  <a:pt x="220716" y="57020"/>
                </a:lnTo>
                <a:lnTo>
                  <a:pt x="221393" y="56899"/>
                </a:lnTo>
                <a:lnTo>
                  <a:pt x="222085" y="56796"/>
                </a:lnTo>
                <a:lnTo>
                  <a:pt x="222793" y="56712"/>
                </a:lnTo>
                <a:lnTo>
                  <a:pt x="223516" y="56647"/>
                </a:lnTo>
                <a:lnTo>
                  <a:pt x="224254" y="56600"/>
                </a:lnTo>
                <a:lnTo>
                  <a:pt x="225008" y="56572"/>
                </a:lnTo>
                <a:lnTo>
                  <a:pt x="225777" y="56563"/>
                </a:lnTo>
                <a:lnTo>
                  <a:pt x="226520" y="56571"/>
                </a:lnTo>
                <a:lnTo>
                  <a:pt x="227248" y="56595"/>
                </a:lnTo>
                <a:lnTo>
                  <a:pt x="227962" y="56636"/>
                </a:lnTo>
                <a:lnTo>
                  <a:pt x="228661" y="56692"/>
                </a:lnTo>
                <a:lnTo>
                  <a:pt x="229345" y="56765"/>
                </a:lnTo>
                <a:lnTo>
                  <a:pt x="230014" y="56854"/>
                </a:lnTo>
                <a:lnTo>
                  <a:pt x="230668" y="56959"/>
                </a:lnTo>
                <a:lnTo>
                  <a:pt x="231307" y="57081"/>
                </a:lnTo>
                <a:lnTo>
                  <a:pt x="231932" y="57218"/>
                </a:lnTo>
                <a:lnTo>
                  <a:pt x="232542" y="57372"/>
                </a:lnTo>
                <a:lnTo>
                  <a:pt x="233137" y="57542"/>
                </a:lnTo>
                <a:lnTo>
                  <a:pt x="233717" y="57728"/>
                </a:lnTo>
                <a:lnTo>
                  <a:pt x="234282" y="57930"/>
                </a:lnTo>
                <a:lnTo>
                  <a:pt x="234833" y="58149"/>
                </a:lnTo>
                <a:lnTo>
                  <a:pt x="235369" y="58383"/>
                </a:lnTo>
                <a:lnTo>
                  <a:pt x="235890" y="58634"/>
                </a:lnTo>
                <a:lnTo>
                  <a:pt x="236396" y="58901"/>
                </a:lnTo>
                <a:lnTo>
                  <a:pt x="236887" y="59184"/>
                </a:lnTo>
                <a:lnTo>
                  <a:pt x="237363" y="59484"/>
                </a:lnTo>
                <a:lnTo>
                  <a:pt x="237825" y="59799"/>
                </a:lnTo>
                <a:lnTo>
                  <a:pt x="238272" y="60131"/>
                </a:lnTo>
                <a:lnTo>
                  <a:pt x="238704" y="60479"/>
                </a:lnTo>
                <a:lnTo>
                  <a:pt x="239121" y="60843"/>
                </a:lnTo>
                <a:lnTo>
                  <a:pt x="239523" y="61223"/>
                </a:lnTo>
                <a:lnTo>
                  <a:pt x="239910" y="61620"/>
                </a:lnTo>
                <a:lnTo>
                  <a:pt x="240280" y="62034"/>
                </a:lnTo>
                <a:lnTo>
                  <a:pt x="240634" y="62466"/>
                </a:lnTo>
                <a:lnTo>
                  <a:pt x="240972" y="62915"/>
                </a:lnTo>
                <a:lnTo>
                  <a:pt x="241293" y="63381"/>
                </a:lnTo>
                <a:lnTo>
                  <a:pt x="241597" y="63864"/>
                </a:lnTo>
                <a:lnTo>
                  <a:pt x="241885" y="64365"/>
                </a:lnTo>
                <a:lnTo>
                  <a:pt x="242157" y="64883"/>
                </a:lnTo>
                <a:lnTo>
                  <a:pt x="242412" y="65418"/>
                </a:lnTo>
                <a:lnTo>
                  <a:pt x="242650" y="65971"/>
                </a:lnTo>
                <a:lnTo>
                  <a:pt x="242873" y="66541"/>
                </a:lnTo>
                <a:lnTo>
                  <a:pt x="243078" y="67128"/>
                </a:lnTo>
                <a:lnTo>
                  <a:pt x="243267" y="67732"/>
                </a:lnTo>
                <a:lnTo>
                  <a:pt x="243440" y="68354"/>
                </a:lnTo>
                <a:lnTo>
                  <a:pt x="243597" y="68993"/>
                </a:lnTo>
                <a:lnTo>
                  <a:pt x="243737" y="69649"/>
                </a:lnTo>
                <a:lnTo>
                  <a:pt x="243860" y="70323"/>
                </a:lnTo>
                <a:lnTo>
                  <a:pt x="243967" y="71014"/>
                </a:lnTo>
                <a:lnTo>
                  <a:pt x="244057" y="71722"/>
                </a:lnTo>
                <a:lnTo>
                  <a:pt x="244131" y="72447"/>
                </a:lnTo>
                <a:lnTo>
                  <a:pt x="244189" y="73190"/>
                </a:lnTo>
                <a:lnTo>
                  <a:pt x="244230" y="73950"/>
                </a:lnTo>
                <a:lnTo>
                  <a:pt x="244255" y="74727"/>
                </a:lnTo>
                <a:lnTo>
                  <a:pt x="244263" y="75522"/>
                </a:lnTo>
                <a:lnTo>
                  <a:pt x="244263" y="82947"/>
                </a:lnTo>
                <a:lnTo>
                  <a:pt x="258482" y="82947"/>
                </a:lnTo>
                <a:lnTo>
                  <a:pt x="258482" y="75522"/>
                </a:lnTo>
                <a:lnTo>
                  <a:pt x="258470" y="74283"/>
                </a:lnTo>
                <a:lnTo>
                  <a:pt x="258431" y="73068"/>
                </a:lnTo>
                <a:lnTo>
                  <a:pt x="258367" y="71877"/>
                </a:lnTo>
                <a:lnTo>
                  <a:pt x="258278" y="70709"/>
                </a:lnTo>
                <a:lnTo>
                  <a:pt x="258163" y="69566"/>
                </a:lnTo>
                <a:lnTo>
                  <a:pt x="258023" y="68447"/>
                </a:lnTo>
                <a:lnTo>
                  <a:pt x="257857" y="67351"/>
                </a:lnTo>
                <a:lnTo>
                  <a:pt x="257666" y="66279"/>
                </a:lnTo>
                <a:lnTo>
                  <a:pt x="257449" y="65231"/>
                </a:lnTo>
                <a:lnTo>
                  <a:pt x="257207" y="64207"/>
                </a:lnTo>
                <a:lnTo>
                  <a:pt x="256939" y="63207"/>
                </a:lnTo>
                <a:lnTo>
                  <a:pt x="256645" y="62230"/>
                </a:lnTo>
                <a:lnTo>
                  <a:pt x="256326" y="61278"/>
                </a:lnTo>
                <a:lnTo>
                  <a:pt x="255982" y="60349"/>
                </a:lnTo>
                <a:lnTo>
                  <a:pt x="255612" y="59444"/>
                </a:lnTo>
                <a:lnTo>
                  <a:pt x="255216" y="58563"/>
                </a:lnTo>
                <a:lnTo>
                  <a:pt x="254795" y="57706"/>
                </a:lnTo>
                <a:lnTo>
                  <a:pt x="254349" y="56873"/>
                </a:lnTo>
                <a:lnTo>
                  <a:pt x="253877" y="56064"/>
                </a:lnTo>
                <a:lnTo>
                  <a:pt x="253379" y="55279"/>
                </a:lnTo>
                <a:lnTo>
                  <a:pt x="252856" y="54517"/>
                </a:lnTo>
                <a:lnTo>
                  <a:pt x="252308" y="53779"/>
                </a:lnTo>
                <a:lnTo>
                  <a:pt x="251734" y="53065"/>
                </a:lnTo>
                <a:lnTo>
                  <a:pt x="251134" y="52375"/>
                </a:lnTo>
                <a:lnTo>
                  <a:pt x="250511" y="51711"/>
                </a:lnTo>
                <a:lnTo>
                  <a:pt x="249866" y="51076"/>
                </a:lnTo>
                <a:lnTo>
                  <a:pt x="249200" y="50468"/>
                </a:lnTo>
                <a:lnTo>
                  <a:pt x="248512" y="49889"/>
                </a:lnTo>
                <a:lnTo>
                  <a:pt x="247802" y="49338"/>
                </a:lnTo>
                <a:lnTo>
                  <a:pt x="247071" y="48816"/>
                </a:lnTo>
                <a:lnTo>
                  <a:pt x="246318" y="48321"/>
                </a:lnTo>
                <a:lnTo>
                  <a:pt x="245543" y="47855"/>
                </a:lnTo>
                <a:lnTo>
                  <a:pt x="244747" y="47417"/>
                </a:lnTo>
                <a:lnTo>
                  <a:pt x="243929" y="47008"/>
                </a:lnTo>
                <a:lnTo>
                  <a:pt x="243089" y="46626"/>
                </a:lnTo>
                <a:lnTo>
                  <a:pt x="242228" y="46273"/>
                </a:lnTo>
                <a:lnTo>
                  <a:pt x="241345" y="45948"/>
                </a:lnTo>
                <a:lnTo>
                  <a:pt x="240440" y="45651"/>
                </a:lnTo>
                <a:lnTo>
                  <a:pt x="239514" y="45383"/>
                </a:lnTo>
                <a:lnTo>
                  <a:pt x="238566" y="45143"/>
                </a:lnTo>
                <a:lnTo>
                  <a:pt x="237596" y="44931"/>
                </a:lnTo>
                <a:lnTo>
                  <a:pt x="236604" y="44747"/>
                </a:lnTo>
                <a:lnTo>
                  <a:pt x="235591" y="44592"/>
                </a:lnTo>
                <a:lnTo>
                  <a:pt x="234557" y="44465"/>
                </a:lnTo>
                <a:lnTo>
                  <a:pt x="233500" y="44366"/>
                </a:lnTo>
                <a:lnTo>
                  <a:pt x="232422" y="44295"/>
                </a:lnTo>
                <a:lnTo>
                  <a:pt x="231322" y="44253"/>
                </a:lnTo>
                <a:lnTo>
                  <a:pt x="230201" y="44239"/>
                </a:lnTo>
                <a:lnTo>
                  <a:pt x="229288" y="44249"/>
                </a:lnTo>
                <a:lnTo>
                  <a:pt x="228391" y="44280"/>
                </a:lnTo>
                <a:lnTo>
                  <a:pt x="227511" y="44331"/>
                </a:lnTo>
                <a:lnTo>
                  <a:pt x="226648" y="44403"/>
                </a:lnTo>
                <a:lnTo>
                  <a:pt x="225802" y="44496"/>
                </a:lnTo>
                <a:lnTo>
                  <a:pt x="224973" y="44609"/>
                </a:lnTo>
                <a:lnTo>
                  <a:pt x="224160" y="44743"/>
                </a:lnTo>
                <a:lnTo>
                  <a:pt x="223364" y="44897"/>
                </a:lnTo>
                <a:lnTo>
                  <a:pt x="222584" y="45072"/>
                </a:lnTo>
                <a:lnTo>
                  <a:pt x="221822" y="45268"/>
                </a:lnTo>
                <a:lnTo>
                  <a:pt x="221076" y="45484"/>
                </a:lnTo>
                <a:lnTo>
                  <a:pt x="220346" y="45720"/>
                </a:lnTo>
                <a:lnTo>
                  <a:pt x="219634" y="45977"/>
                </a:lnTo>
                <a:lnTo>
                  <a:pt x="218938" y="46255"/>
                </a:lnTo>
                <a:lnTo>
                  <a:pt x="218259" y="46554"/>
                </a:lnTo>
                <a:lnTo>
                  <a:pt x="217597" y="46873"/>
                </a:lnTo>
                <a:lnTo>
                  <a:pt x="216951" y="47212"/>
                </a:lnTo>
                <a:lnTo>
                  <a:pt x="216322" y="47572"/>
                </a:lnTo>
                <a:lnTo>
                  <a:pt x="215710" y="47953"/>
                </a:lnTo>
                <a:lnTo>
                  <a:pt x="215115" y="48354"/>
                </a:lnTo>
                <a:lnTo>
                  <a:pt x="214536" y="48776"/>
                </a:lnTo>
                <a:lnTo>
                  <a:pt x="213974" y="49218"/>
                </a:lnTo>
                <a:lnTo>
                  <a:pt x="213429" y="49681"/>
                </a:lnTo>
                <a:lnTo>
                  <a:pt x="212901" y="50165"/>
                </a:lnTo>
                <a:lnTo>
                  <a:pt x="212391" y="50666"/>
                </a:lnTo>
                <a:lnTo>
                  <a:pt x="211904" y="51181"/>
                </a:lnTo>
                <a:lnTo>
                  <a:pt x="211438" y="51711"/>
                </a:lnTo>
                <a:lnTo>
                  <a:pt x="210993" y="52255"/>
                </a:lnTo>
                <a:lnTo>
                  <a:pt x="210571" y="52815"/>
                </a:lnTo>
                <a:lnTo>
                  <a:pt x="210170" y="53388"/>
                </a:lnTo>
                <a:lnTo>
                  <a:pt x="209791" y="53976"/>
                </a:lnTo>
                <a:lnTo>
                  <a:pt x="209433" y="54579"/>
                </a:lnTo>
                <a:lnTo>
                  <a:pt x="209097" y="55196"/>
                </a:lnTo>
                <a:lnTo>
                  <a:pt x="208783" y="55828"/>
                </a:lnTo>
                <a:lnTo>
                  <a:pt x="208490" y="56474"/>
                </a:lnTo>
                <a:lnTo>
                  <a:pt x="208219" y="57135"/>
                </a:lnTo>
                <a:lnTo>
                  <a:pt x="207970" y="57810"/>
                </a:lnTo>
                <a:lnTo>
                  <a:pt x="207743" y="58500"/>
                </a:lnTo>
                <a:lnTo>
                  <a:pt x="207537" y="59205"/>
                </a:lnTo>
                <a:lnTo>
                  <a:pt x="207352" y="59924"/>
                </a:lnTo>
                <a:lnTo>
                  <a:pt x="207190" y="60657"/>
                </a:lnTo>
                <a:lnTo>
                  <a:pt x="207049" y="61405"/>
                </a:lnTo>
                <a:lnTo>
                  <a:pt x="206930" y="62168"/>
                </a:lnTo>
                <a:lnTo>
                  <a:pt x="206900" y="62407"/>
                </a:lnTo>
                <a:lnTo>
                  <a:pt x="206659" y="62407"/>
                </a:lnTo>
                <a:lnTo>
                  <a:pt x="206659" y="45818"/>
                </a:lnTo>
                <a:lnTo>
                  <a:pt x="192440" y="45818"/>
                </a:lnTo>
                <a:lnTo>
                  <a:pt x="192440" y="132717"/>
                </a:lnTo>
                <a:lnTo>
                  <a:pt x="206659" y="132717"/>
                </a:lnTo>
                <a:close/>
                <a:moveTo>
                  <a:pt x="484890" y="132717"/>
                </a:moveTo>
                <a:lnTo>
                  <a:pt x="484890" y="77417"/>
                </a:lnTo>
                <a:lnTo>
                  <a:pt x="484898" y="76582"/>
                </a:lnTo>
                <a:lnTo>
                  <a:pt x="484924" y="75765"/>
                </a:lnTo>
                <a:lnTo>
                  <a:pt x="484967" y="74963"/>
                </a:lnTo>
                <a:lnTo>
                  <a:pt x="485026" y="74178"/>
                </a:lnTo>
                <a:lnTo>
                  <a:pt x="485103" y="73410"/>
                </a:lnTo>
                <a:lnTo>
                  <a:pt x="485196" y="72657"/>
                </a:lnTo>
                <a:lnTo>
                  <a:pt x="485307" y="71922"/>
                </a:lnTo>
                <a:lnTo>
                  <a:pt x="485434" y="71203"/>
                </a:lnTo>
                <a:lnTo>
                  <a:pt x="485579" y="70500"/>
                </a:lnTo>
                <a:lnTo>
                  <a:pt x="485740" y="69814"/>
                </a:lnTo>
                <a:lnTo>
                  <a:pt x="485919" y="69144"/>
                </a:lnTo>
                <a:lnTo>
                  <a:pt x="486115" y="68491"/>
                </a:lnTo>
                <a:lnTo>
                  <a:pt x="486327" y="67854"/>
                </a:lnTo>
                <a:lnTo>
                  <a:pt x="486557" y="67233"/>
                </a:lnTo>
                <a:lnTo>
                  <a:pt x="486804" y="66629"/>
                </a:lnTo>
                <a:lnTo>
                  <a:pt x="487067" y="66042"/>
                </a:lnTo>
                <a:lnTo>
                  <a:pt x="487348" y="65471"/>
                </a:lnTo>
                <a:lnTo>
                  <a:pt x="487646" y="64916"/>
                </a:lnTo>
                <a:lnTo>
                  <a:pt x="487960" y="64378"/>
                </a:lnTo>
                <a:lnTo>
                  <a:pt x="488292" y="63856"/>
                </a:lnTo>
                <a:lnTo>
                  <a:pt x="488641" y="63351"/>
                </a:lnTo>
                <a:lnTo>
                  <a:pt x="489006" y="62863"/>
                </a:lnTo>
                <a:lnTo>
                  <a:pt x="489389" y="62390"/>
                </a:lnTo>
                <a:lnTo>
                  <a:pt x="489789" y="61934"/>
                </a:lnTo>
                <a:lnTo>
                  <a:pt x="490205" y="61496"/>
                </a:lnTo>
                <a:lnTo>
                  <a:pt x="490636" y="61076"/>
                </a:lnTo>
                <a:lnTo>
                  <a:pt x="491083" y="60675"/>
                </a:lnTo>
                <a:lnTo>
                  <a:pt x="491545" y="60293"/>
                </a:lnTo>
                <a:lnTo>
                  <a:pt x="492022" y="59929"/>
                </a:lnTo>
                <a:lnTo>
                  <a:pt x="492515" y="59584"/>
                </a:lnTo>
                <a:lnTo>
                  <a:pt x="493023" y="59258"/>
                </a:lnTo>
                <a:lnTo>
                  <a:pt x="493546" y="58950"/>
                </a:lnTo>
                <a:lnTo>
                  <a:pt x="494085" y="58661"/>
                </a:lnTo>
                <a:lnTo>
                  <a:pt x="494639" y="58391"/>
                </a:lnTo>
                <a:lnTo>
                  <a:pt x="495208" y="58139"/>
                </a:lnTo>
                <a:lnTo>
                  <a:pt x="495793" y="57906"/>
                </a:lnTo>
                <a:lnTo>
                  <a:pt x="496393" y="57691"/>
                </a:lnTo>
                <a:lnTo>
                  <a:pt x="497009" y="57496"/>
                </a:lnTo>
                <a:lnTo>
                  <a:pt x="497639" y="57318"/>
                </a:lnTo>
                <a:lnTo>
                  <a:pt x="498286" y="57160"/>
                </a:lnTo>
                <a:lnTo>
                  <a:pt x="498947" y="57020"/>
                </a:lnTo>
                <a:lnTo>
                  <a:pt x="499624" y="56899"/>
                </a:lnTo>
                <a:lnTo>
                  <a:pt x="500316" y="56796"/>
                </a:lnTo>
                <a:lnTo>
                  <a:pt x="501024" y="56712"/>
                </a:lnTo>
                <a:lnTo>
                  <a:pt x="501747" y="56647"/>
                </a:lnTo>
                <a:lnTo>
                  <a:pt x="502485" y="56600"/>
                </a:lnTo>
                <a:lnTo>
                  <a:pt x="503239" y="56572"/>
                </a:lnTo>
                <a:lnTo>
                  <a:pt x="504008" y="56563"/>
                </a:lnTo>
                <a:lnTo>
                  <a:pt x="504751" y="56571"/>
                </a:lnTo>
                <a:lnTo>
                  <a:pt x="505479" y="56595"/>
                </a:lnTo>
                <a:lnTo>
                  <a:pt x="506193" y="56636"/>
                </a:lnTo>
                <a:lnTo>
                  <a:pt x="506892" y="56692"/>
                </a:lnTo>
                <a:lnTo>
                  <a:pt x="507576" y="56765"/>
                </a:lnTo>
                <a:lnTo>
                  <a:pt x="508245" y="56854"/>
                </a:lnTo>
                <a:lnTo>
                  <a:pt x="508899" y="56959"/>
                </a:lnTo>
                <a:lnTo>
                  <a:pt x="509538" y="57081"/>
                </a:lnTo>
                <a:lnTo>
                  <a:pt x="510163" y="57218"/>
                </a:lnTo>
                <a:lnTo>
                  <a:pt x="510773" y="57372"/>
                </a:lnTo>
                <a:lnTo>
                  <a:pt x="511368" y="57542"/>
                </a:lnTo>
                <a:lnTo>
                  <a:pt x="511948" y="57728"/>
                </a:lnTo>
                <a:lnTo>
                  <a:pt x="512513" y="57930"/>
                </a:lnTo>
                <a:lnTo>
                  <a:pt x="513064" y="58149"/>
                </a:lnTo>
                <a:lnTo>
                  <a:pt x="513600" y="58383"/>
                </a:lnTo>
                <a:lnTo>
                  <a:pt x="514121" y="58634"/>
                </a:lnTo>
                <a:lnTo>
                  <a:pt x="514627" y="58901"/>
                </a:lnTo>
                <a:lnTo>
                  <a:pt x="515118" y="59184"/>
                </a:lnTo>
                <a:lnTo>
                  <a:pt x="515594" y="59484"/>
                </a:lnTo>
                <a:lnTo>
                  <a:pt x="516056" y="59799"/>
                </a:lnTo>
                <a:lnTo>
                  <a:pt x="516503" y="60131"/>
                </a:lnTo>
                <a:lnTo>
                  <a:pt x="516935" y="60479"/>
                </a:lnTo>
                <a:lnTo>
                  <a:pt x="517352" y="60843"/>
                </a:lnTo>
                <a:lnTo>
                  <a:pt x="517755" y="61223"/>
                </a:lnTo>
                <a:lnTo>
                  <a:pt x="518141" y="61620"/>
                </a:lnTo>
                <a:lnTo>
                  <a:pt x="518512" y="62034"/>
                </a:lnTo>
                <a:lnTo>
                  <a:pt x="518865" y="62466"/>
                </a:lnTo>
                <a:lnTo>
                  <a:pt x="519203" y="62915"/>
                </a:lnTo>
                <a:lnTo>
                  <a:pt x="519524" y="63381"/>
                </a:lnTo>
                <a:lnTo>
                  <a:pt x="519828" y="63864"/>
                </a:lnTo>
                <a:lnTo>
                  <a:pt x="520116" y="64365"/>
                </a:lnTo>
                <a:lnTo>
                  <a:pt x="520388" y="64883"/>
                </a:lnTo>
                <a:lnTo>
                  <a:pt x="520643" y="65418"/>
                </a:lnTo>
                <a:lnTo>
                  <a:pt x="520881" y="65971"/>
                </a:lnTo>
                <a:lnTo>
                  <a:pt x="521104" y="66541"/>
                </a:lnTo>
                <a:lnTo>
                  <a:pt x="521309" y="67128"/>
                </a:lnTo>
                <a:lnTo>
                  <a:pt x="521499" y="67732"/>
                </a:lnTo>
                <a:lnTo>
                  <a:pt x="521671" y="68354"/>
                </a:lnTo>
                <a:lnTo>
                  <a:pt x="521828" y="68993"/>
                </a:lnTo>
                <a:lnTo>
                  <a:pt x="521968" y="69649"/>
                </a:lnTo>
                <a:lnTo>
                  <a:pt x="522091" y="70323"/>
                </a:lnTo>
                <a:lnTo>
                  <a:pt x="522198" y="71014"/>
                </a:lnTo>
                <a:lnTo>
                  <a:pt x="522288" y="71722"/>
                </a:lnTo>
                <a:lnTo>
                  <a:pt x="522363" y="72447"/>
                </a:lnTo>
                <a:lnTo>
                  <a:pt x="522420" y="73190"/>
                </a:lnTo>
                <a:lnTo>
                  <a:pt x="522461" y="73950"/>
                </a:lnTo>
                <a:lnTo>
                  <a:pt x="522486" y="74727"/>
                </a:lnTo>
                <a:lnTo>
                  <a:pt x="522494" y="75522"/>
                </a:lnTo>
                <a:lnTo>
                  <a:pt x="522494" y="82947"/>
                </a:lnTo>
                <a:lnTo>
                  <a:pt x="536713" y="82947"/>
                </a:lnTo>
                <a:lnTo>
                  <a:pt x="536713" y="75522"/>
                </a:lnTo>
                <a:lnTo>
                  <a:pt x="536701" y="74283"/>
                </a:lnTo>
                <a:lnTo>
                  <a:pt x="536662" y="73068"/>
                </a:lnTo>
                <a:lnTo>
                  <a:pt x="536599" y="71877"/>
                </a:lnTo>
                <a:lnTo>
                  <a:pt x="536509" y="70709"/>
                </a:lnTo>
                <a:lnTo>
                  <a:pt x="536394" y="69566"/>
                </a:lnTo>
                <a:lnTo>
                  <a:pt x="536254" y="68447"/>
                </a:lnTo>
                <a:lnTo>
                  <a:pt x="536088" y="67351"/>
                </a:lnTo>
                <a:lnTo>
                  <a:pt x="535897" y="66279"/>
                </a:lnTo>
                <a:lnTo>
                  <a:pt x="535680" y="65231"/>
                </a:lnTo>
                <a:lnTo>
                  <a:pt x="535438" y="64207"/>
                </a:lnTo>
                <a:lnTo>
                  <a:pt x="535170" y="63207"/>
                </a:lnTo>
                <a:lnTo>
                  <a:pt x="534876" y="62230"/>
                </a:lnTo>
                <a:lnTo>
                  <a:pt x="534557" y="61278"/>
                </a:lnTo>
                <a:lnTo>
                  <a:pt x="534213" y="60349"/>
                </a:lnTo>
                <a:lnTo>
                  <a:pt x="533843" y="59444"/>
                </a:lnTo>
                <a:lnTo>
                  <a:pt x="533447" y="58563"/>
                </a:lnTo>
                <a:lnTo>
                  <a:pt x="533026" y="57706"/>
                </a:lnTo>
                <a:lnTo>
                  <a:pt x="532580" y="56873"/>
                </a:lnTo>
                <a:lnTo>
                  <a:pt x="532108" y="56064"/>
                </a:lnTo>
                <a:lnTo>
                  <a:pt x="531610" y="55279"/>
                </a:lnTo>
                <a:lnTo>
                  <a:pt x="531087" y="54517"/>
                </a:lnTo>
                <a:lnTo>
                  <a:pt x="530539" y="53779"/>
                </a:lnTo>
                <a:lnTo>
                  <a:pt x="529965" y="53065"/>
                </a:lnTo>
                <a:lnTo>
                  <a:pt x="529365" y="52375"/>
                </a:lnTo>
                <a:lnTo>
                  <a:pt x="528742" y="51711"/>
                </a:lnTo>
                <a:lnTo>
                  <a:pt x="528097" y="51076"/>
                </a:lnTo>
                <a:lnTo>
                  <a:pt x="527431" y="50468"/>
                </a:lnTo>
                <a:lnTo>
                  <a:pt x="526743" y="49889"/>
                </a:lnTo>
                <a:lnTo>
                  <a:pt x="526033" y="49338"/>
                </a:lnTo>
                <a:lnTo>
                  <a:pt x="525302" y="48816"/>
                </a:lnTo>
                <a:lnTo>
                  <a:pt x="524549" y="48321"/>
                </a:lnTo>
                <a:lnTo>
                  <a:pt x="523774" y="47855"/>
                </a:lnTo>
                <a:lnTo>
                  <a:pt x="522978" y="47417"/>
                </a:lnTo>
                <a:lnTo>
                  <a:pt x="522160" y="47008"/>
                </a:lnTo>
                <a:lnTo>
                  <a:pt x="521320" y="46626"/>
                </a:lnTo>
                <a:lnTo>
                  <a:pt x="520459" y="46273"/>
                </a:lnTo>
                <a:lnTo>
                  <a:pt x="519576" y="45948"/>
                </a:lnTo>
                <a:lnTo>
                  <a:pt x="518671" y="45651"/>
                </a:lnTo>
                <a:lnTo>
                  <a:pt x="517745" y="45383"/>
                </a:lnTo>
                <a:lnTo>
                  <a:pt x="516797" y="45143"/>
                </a:lnTo>
                <a:lnTo>
                  <a:pt x="515827" y="44931"/>
                </a:lnTo>
                <a:lnTo>
                  <a:pt x="514835" y="44747"/>
                </a:lnTo>
                <a:lnTo>
                  <a:pt x="513822" y="44592"/>
                </a:lnTo>
                <a:lnTo>
                  <a:pt x="512788" y="44465"/>
                </a:lnTo>
                <a:lnTo>
                  <a:pt x="511731" y="44366"/>
                </a:lnTo>
                <a:lnTo>
                  <a:pt x="510653" y="44295"/>
                </a:lnTo>
                <a:lnTo>
                  <a:pt x="509553" y="44253"/>
                </a:lnTo>
                <a:lnTo>
                  <a:pt x="508432" y="44239"/>
                </a:lnTo>
                <a:lnTo>
                  <a:pt x="507519" y="44249"/>
                </a:lnTo>
                <a:lnTo>
                  <a:pt x="506622" y="44280"/>
                </a:lnTo>
                <a:lnTo>
                  <a:pt x="505742" y="44331"/>
                </a:lnTo>
                <a:lnTo>
                  <a:pt x="504879" y="44403"/>
                </a:lnTo>
                <a:lnTo>
                  <a:pt x="504033" y="44496"/>
                </a:lnTo>
                <a:lnTo>
                  <a:pt x="503204" y="44609"/>
                </a:lnTo>
                <a:lnTo>
                  <a:pt x="502391" y="44743"/>
                </a:lnTo>
                <a:lnTo>
                  <a:pt x="501595" y="44897"/>
                </a:lnTo>
                <a:lnTo>
                  <a:pt x="500815" y="45072"/>
                </a:lnTo>
                <a:lnTo>
                  <a:pt x="500053" y="45268"/>
                </a:lnTo>
                <a:lnTo>
                  <a:pt x="499307" y="45484"/>
                </a:lnTo>
                <a:lnTo>
                  <a:pt x="498578" y="45720"/>
                </a:lnTo>
                <a:lnTo>
                  <a:pt x="497865" y="45977"/>
                </a:lnTo>
                <a:lnTo>
                  <a:pt x="497169" y="46255"/>
                </a:lnTo>
                <a:lnTo>
                  <a:pt x="496490" y="46554"/>
                </a:lnTo>
                <a:lnTo>
                  <a:pt x="495828" y="46873"/>
                </a:lnTo>
                <a:lnTo>
                  <a:pt x="495182" y="47212"/>
                </a:lnTo>
                <a:lnTo>
                  <a:pt x="494554" y="47572"/>
                </a:lnTo>
                <a:lnTo>
                  <a:pt x="493941" y="47953"/>
                </a:lnTo>
                <a:lnTo>
                  <a:pt x="493346" y="48354"/>
                </a:lnTo>
                <a:lnTo>
                  <a:pt x="492767" y="48776"/>
                </a:lnTo>
                <a:lnTo>
                  <a:pt x="492205" y="49218"/>
                </a:lnTo>
                <a:lnTo>
                  <a:pt x="491660" y="49681"/>
                </a:lnTo>
                <a:lnTo>
                  <a:pt x="491132" y="50165"/>
                </a:lnTo>
                <a:lnTo>
                  <a:pt x="490622" y="50666"/>
                </a:lnTo>
                <a:lnTo>
                  <a:pt x="490135" y="51181"/>
                </a:lnTo>
                <a:lnTo>
                  <a:pt x="489669" y="51711"/>
                </a:lnTo>
                <a:lnTo>
                  <a:pt x="489224" y="52255"/>
                </a:lnTo>
                <a:lnTo>
                  <a:pt x="488802" y="52815"/>
                </a:lnTo>
                <a:lnTo>
                  <a:pt x="488401" y="53388"/>
                </a:lnTo>
                <a:lnTo>
                  <a:pt x="488022" y="53976"/>
                </a:lnTo>
                <a:lnTo>
                  <a:pt x="487664" y="54579"/>
                </a:lnTo>
                <a:lnTo>
                  <a:pt x="487328" y="55196"/>
                </a:lnTo>
                <a:lnTo>
                  <a:pt x="487014" y="55828"/>
                </a:lnTo>
                <a:lnTo>
                  <a:pt x="486721" y="56474"/>
                </a:lnTo>
                <a:lnTo>
                  <a:pt x="486450" y="57135"/>
                </a:lnTo>
                <a:lnTo>
                  <a:pt x="486201" y="57810"/>
                </a:lnTo>
                <a:lnTo>
                  <a:pt x="485974" y="58500"/>
                </a:lnTo>
                <a:lnTo>
                  <a:pt x="485768" y="59205"/>
                </a:lnTo>
                <a:lnTo>
                  <a:pt x="485584" y="59924"/>
                </a:lnTo>
                <a:lnTo>
                  <a:pt x="485421" y="60657"/>
                </a:lnTo>
                <a:lnTo>
                  <a:pt x="485280" y="61405"/>
                </a:lnTo>
                <a:lnTo>
                  <a:pt x="485161" y="62168"/>
                </a:lnTo>
                <a:lnTo>
                  <a:pt x="485131" y="62407"/>
                </a:lnTo>
                <a:lnTo>
                  <a:pt x="484890" y="62407"/>
                </a:lnTo>
                <a:lnTo>
                  <a:pt x="484890" y="45818"/>
                </a:lnTo>
                <a:lnTo>
                  <a:pt x="470671" y="45818"/>
                </a:lnTo>
                <a:lnTo>
                  <a:pt x="470671" y="132717"/>
                </a:lnTo>
                <a:lnTo>
                  <a:pt x="484890" y="132717"/>
                </a:lnTo>
                <a:close/>
                <a:moveTo>
                  <a:pt x="1029245" y="132717"/>
                </a:moveTo>
                <a:lnTo>
                  <a:pt x="1043467" y="132717"/>
                </a:lnTo>
                <a:lnTo>
                  <a:pt x="1043467" y="77417"/>
                </a:lnTo>
                <a:lnTo>
                  <a:pt x="1043476" y="76582"/>
                </a:lnTo>
                <a:lnTo>
                  <a:pt x="1043503" y="75763"/>
                </a:lnTo>
                <a:lnTo>
                  <a:pt x="1043547" y="74961"/>
                </a:lnTo>
                <a:lnTo>
                  <a:pt x="1043609" y="74174"/>
                </a:lnTo>
                <a:lnTo>
                  <a:pt x="1043690" y="73403"/>
                </a:lnTo>
                <a:lnTo>
                  <a:pt x="1043788" y="72648"/>
                </a:lnTo>
                <a:lnTo>
                  <a:pt x="1043903" y="71909"/>
                </a:lnTo>
                <a:lnTo>
                  <a:pt x="1044037" y="71185"/>
                </a:lnTo>
                <a:lnTo>
                  <a:pt x="1044189" y="70478"/>
                </a:lnTo>
                <a:lnTo>
                  <a:pt x="1044358" y="69787"/>
                </a:lnTo>
                <a:lnTo>
                  <a:pt x="1044545" y="69111"/>
                </a:lnTo>
                <a:lnTo>
                  <a:pt x="1044750" y="68451"/>
                </a:lnTo>
                <a:lnTo>
                  <a:pt x="1044973" y="67808"/>
                </a:lnTo>
                <a:lnTo>
                  <a:pt x="1045213" y="67180"/>
                </a:lnTo>
                <a:lnTo>
                  <a:pt x="1045472" y="66568"/>
                </a:lnTo>
                <a:lnTo>
                  <a:pt x="1045748" y="65972"/>
                </a:lnTo>
                <a:lnTo>
                  <a:pt x="1046042" y="65392"/>
                </a:lnTo>
                <a:lnTo>
                  <a:pt x="1046354" y="64828"/>
                </a:lnTo>
                <a:lnTo>
                  <a:pt x="1046684" y="64280"/>
                </a:lnTo>
                <a:lnTo>
                  <a:pt x="1047031" y="63748"/>
                </a:lnTo>
                <a:lnTo>
                  <a:pt x="1047397" y="63231"/>
                </a:lnTo>
                <a:lnTo>
                  <a:pt x="1047780" y="62731"/>
                </a:lnTo>
                <a:lnTo>
                  <a:pt x="1048181" y="62246"/>
                </a:lnTo>
                <a:lnTo>
                  <a:pt x="1048600" y="61778"/>
                </a:lnTo>
                <a:lnTo>
                  <a:pt x="1049034" y="61326"/>
                </a:lnTo>
                <a:lnTo>
                  <a:pt x="1049481" y="60894"/>
                </a:lnTo>
                <a:lnTo>
                  <a:pt x="1049941" y="60481"/>
                </a:lnTo>
                <a:lnTo>
                  <a:pt x="1050414" y="60088"/>
                </a:lnTo>
                <a:lnTo>
                  <a:pt x="1050900" y="59713"/>
                </a:lnTo>
                <a:lnTo>
                  <a:pt x="1051399" y="59358"/>
                </a:lnTo>
                <a:lnTo>
                  <a:pt x="1051911" y="59022"/>
                </a:lnTo>
                <a:lnTo>
                  <a:pt x="1052435" y="58705"/>
                </a:lnTo>
                <a:lnTo>
                  <a:pt x="1052973" y="58408"/>
                </a:lnTo>
                <a:lnTo>
                  <a:pt x="1053523" y="58129"/>
                </a:lnTo>
                <a:lnTo>
                  <a:pt x="1054087" y="57870"/>
                </a:lnTo>
                <a:lnTo>
                  <a:pt x="1054663" y="57630"/>
                </a:lnTo>
                <a:lnTo>
                  <a:pt x="1055252" y="57409"/>
                </a:lnTo>
                <a:lnTo>
                  <a:pt x="1055854" y="57207"/>
                </a:lnTo>
                <a:lnTo>
                  <a:pt x="1056469" y="57025"/>
                </a:lnTo>
                <a:lnTo>
                  <a:pt x="1057096" y="56862"/>
                </a:lnTo>
                <a:lnTo>
                  <a:pt x="1057737" y="56718"/>
                </a:lnTo>
                <a:lnTo>
                  <a:pt x="1058391" y="56593"/>
                </a:lnTo>
                <a:lnTo>
                  <a:pt x="1059057" y="56487"/>
                </a:lnTo>
                <a:lnTo>
                  <a:pt x="1059736" y="56401"/>
                </a:lnTo>
                <a:lnTo>
                  <a:pt x="1060428" y="56334"/>
                </a:lnTo>
                <a:lnTo>
                  <a:pt x="1061134" y="56286"/>
                </a:lnTo>
                <a:lnTo>
                  <a:pt x="1061852" y="56257"/>
                </a:lnTo>
                <a:lnTo>
                  <a:pt x="1062582" y="56247"/>
                </a:lnTo>
                <a:lnTo>
                  <a:pt x="1063287" y="56256"/>
                </a:lnTo>
                <a:lnTo>
                  <a:pt x="1063980" y="56284"/>
                </a:lnTo>
                <a:lnTo>
                  <a:pt x="1064660" y="56330"/>
                </a:lnTo>
                <a:lnTo>
                  <a:pt x="1065328" y="56394"/>
                </a:lnTo>
                <a:lnTo>
                  <a:pt x="1065983" y="56477"/>
                </a:lnTo>
                <a:lnTo>
                  <a:pt x="1066626" y="56578"/>
                </a:lnTo>
                <a:lnTo>
                  <a:pt x="1067257" y="56697"/>
                </a:lnTo>
                <a:lnTo>
                  <a:pt x="1067875" y="56835"/>
                </a:lnTo>
                <a:lnTo>
                  <a:pt x="1068481" y="56991"/>
                </a:lnTo>
                <a:lnTo>
                  <a:pt x="1069075" y="57166"/>
                </a:lnTo>
                <a:lnTo>
                  <a:pt x="1069656" y="57359"/>
                </a:lnTo>
                <a:lnTo>
                  <a:pt x="1070225" y="57570"/>
                </a:lnTo>
                <a:lnTo>
                  <a:pt x="1070782" y="57800"/>
                </a:lnTo>
                <a:lnTo>
                  <a:pt x="1071326" y="58048"/>
                </a:lnTo>
                <a:lnTo>
                  <a:pt x="1071858" y="58314"/>
                </a:lnTo>
                <a:lnTo>
                  <a:pt x="1072378" y="58599"/>
                </a:lnTo>
                <a:lnTo>
                  <a:pt x="1072885" y="58902"/>
                </a:lnTo>
                <a:lnTo>
                  <a:pt x="1073380" y="59224"/>
                </a:lnTo>
                <a:lnTo>
                  <a:pt x="1073863" y="59564"/>
                </a:lnTo>
                <a:lnTo>
                  <a:pt x="1074333" y="59922"/>
                </a:lnTo>
                <a:lnTo>
                  <a:pt x="1074791" y="60299"/>
                </a:lnTo>
                <a:lnTo>
                  <a:pt x="1075236" y="60694"/>
                </a:lnTo>
                <a:lnTo>
                  <a:pt x="1075669" y="61107"/>
                </a:lnTo>
                <a:lnTo>
                  <a:pt x="1076090" y="61539"/>
                </a:lnTo>
                <a:lnTo>
                  <a:pt x="1076497" y="61988"/>
                </a:lnTo>
                <a:lnTo>
                  <a:pt x="1076885" y="62453"/>
                </a:lnTo>
                <a:lnTo>
                  <a:pt x="1077257" y="62935"/>
                </a:lnTo>
                <a:lnTo>
                  <a:pt x="1077611" y="63432"/>
                </a:lnTo>
                <a:lnTo>
                  <a:pt x="1077949" y="63946"/>
                </a:lnTo>
                <a:lnTo>
                  <a:pt x="1078268" y="64476"/>
                </a:lnTo>
                <a:lnTo>
                  <a:pt x="1078571" y="65023"/>
                </a:lnTo>
                <a:lnTo>
                  <a:pt x="1078856" y="65585"/>
                </a:lnTo>
                <a:lnTo>
                  <a:pt x="1079124" y="66164"/>
                </a:lnTo>
                <a:lnTo>
                  <a:pt x="1079375" y="66758"/>
                </a:lnTo>
                <a:lnTo>
                  <a:pt x="1079608" y="67369"/>
                </a:lnTo>
                <a:lnTo>
                  <a:pt x="1079824" y="67996"/>
                </a:lnTo>
                <a:lnTo>
                  <a:pt x="1080023" y="68640"/>
                </a:lnTo>
                <a:lnTo>
                  <a:pt x="1080204" y="69299"/>
                </a:lnTo>
                <a:lnTo>
                  <a:pt x="1080369" y="69975"/>
                </a:lnTo>
                <a:lnTo>
                  <a:pt x="1080516" y="70667"/>
                </a:lnTo>
                <a:lnTo>
                  <a:pt x="1080645" y="71375"/>
                </a:lnTo>
                <a:lnTo>
                  <a:pt x="1080758" y="72099"/>
                </a:lnTo>
                <a:lnTo>
                  <a:pt x="1080853" y="72840"/>
                </a:lnTo>
                <a:lnTo>
                  <a:pt x="1080930" y="73597"/>
                </a:lnTo>
                <a:lnTo>
                  <a:pt x="1080991" y="74369"/>
                </a:lnTo>
                <a:lnTo>
                  <a:pt x="1081034" y="75158"/>
                </a:lnTo>
                <a:lnTo>
                  <a:pt x="1081060" y="75964"/>
                </a:lnTo>
                <a:lnTo>
                  <a:pt x="1081069" y="76785"/>
                </a:lnTo>
                <a:lnTo>
                  <a:pt x="1081069" y="132717"/>
                </a:lnTo>
                <a:lnTo>
                  <a:pt x="1095288" y="132717"/>
                </a:lnTo>
                <a:lnTo>
                  <a:pt x="1095288" y="74259"/>
                </a:lnTo>
                <a:lnTo>
                  <a:pt x="1095274" y="73110"/>
                </a:lnTo>
                <a:lnTo>
                  <a:pt x="1095234" y="71982"/>
                </a:lnTo>
                <a:lnTo>
                  <a:pt x="1095167" y="70874"/>
                </a:lnTo>
                <a:lnTo>
                  <a:pt x="1095073" y="69787"/>
                </a:lnTo>
                <a:lnTo>
                  <a:pt x="1094952" y="68719"/>
                </a:lnTo>
                <a:lnTo>
                  <a:pt x="1094804" y="67672"/>
                </a:lnTo>
                <a:lnTo>
                  <a:pt x="1094629" y="66646"/>
                </a:lnTo>
                <a:lnTo>
                  <a:pt x="1094428" y="65639"/>
                </a:lnTo>
                <a:lnTo>
                  <a:pt x="1094199" y="64653"/>
                </a:lnTo>
                <a:lnTo>
                  <a:pt x="1093944" y="63687"/>
                </a:lnTo>
                <a:lnTo>
                  <a:pt x="1093662" y="62742"/>
                </a:lnTo>
                <a:lnTo>
                  <a:pt x="1093352" y="61817"/>
                </a:lnTo>
                <a:lnTo>
                  <a:pt x="1093016" y="60912"/>
                </a:lnTo>
                <a:lnTo>
                  <a:pt x="1092654" y="60027"/>
                </a:lnTo>
                <a:lnTo>
                  <a:pt x="1092264" y="59163"/>
                </a:lnTo>
                <a:lnTo>
                  <a:pt x="1091847" y="58319"/>
                </a:lnTo>
                <a:lnTo>
                  <a:pt x="1091404" y="57496"/>
                </a:lnTo>
                <a:lnTo>
                  <a:pt x="1090933" y="56692"/>
                </a:lnTo>
                <a:lnTo>
                  <a:pt x="1090436" y="55909"/>
                </a:lnTo>
                <a:lnTo>
                  <a:pt x="1089912" y="55146"/>
                </a:lnTo>
                <a:lnTo>
                  <a:pt x="1089361" y="54404"/>
                </a:lnTo>
                <a:lnTo>
                  <a:pt x="1088783" y="53682"/>
                </a:lnTo>
                <a:lnTo>
                  <a:pt x="1088178" y="52980"/>
                </a:lnTo>
                <a:lnTo>
                  <a:pt x="1087547" y="52298"/>
                </a:lnTo>
                <a:lnTo>
                  <a:pt x="1086892" y="51641"/>
                </a:lnTo>
                <a:lnTo>
                  <a:pt x="1086219" y="51011"/>
                </a:lnTo>
                <a:lnTo>
                  <a:pt x="1085527" y="50409"/>
                </a:lnTo>
                <a:lnTo>
                  <a:pt x="1084817" y="49836"/>
                </a:lnTo>
                <a:lnTo>
                  <a:pt x="1084088" y="49290"/>
                </a:lnTo>
                <a:lnTo>
                  <a:pt x="1083340" y="48772"/>
                </a:lnTo>
                <a:lnTo>
                  <a:pt x="1082574" y="48283"/>
                </a:lnTo>
                <a:lnTo>
                  <a:pt x="1081789" y="47821"/>
                </a:lnTo>
                <a:lnTo>
                  <a:pt x="1080985" y="47387"/>
                </a:lnTo>
                <a:lnTo>
                  <a:pt x="1080163" y="46981"/>
                </a:lnTo>
                <a:lnTo>
                  <a:pt x="1079322" y="46603"/>
                </a:lnTo>
                <a:lnTo>
                  <a:pt x="1078462" y="46254"/>
                </a:lnTo>
                <a:lnTo>
                  <a:pt x="1077584" y="45932"/>
                </a:lnTo>
                <a:lnTo>
                  <a:pt x="1076687" y="45638"/>
                </a:lnTo>
                <a:lnTo>
                  <a:pt x="1075771" y="45372"/>
                </a:lnTo>
                <a:lnTo>
                  <a:pt x="1074837" y="45134"/>
                </a:lnTo>
                <a:lnTo>
                  <a:pt x="1073884" y="44924"/>
                </a:lnTo>
                <a:lnTo>
                  <a:pt x="1072912" y="44743"/>
                </a:lnTo>
                <a:lnTo>
                  <a:pt x="1071922" y="44589"/>
                </a:lnTo>
                <a:lnTo>
                  <a:pt x="1070913" y="44463"/>
                </a:lnTo>
                <a:lnTo>
                  <a:pt x="1069885" y="44365"/>
                </a:lnTo>
                <a:lnTo>
                  <a:pt x="1068839" y="44295"/>
                </a:lnTo>
                <a:lnTo>
                  <a:pt x="1067774" y="44253"/>
                </a:lnTo>
                <a:lnTo>
                  <a:pt x="1066690" y="44239"/>
                </a:lnTo>
                <a:lnTo>
                  <a:pt x="1065790" y="44249"/>
                </a:lnTo>
                <a:lnTo>
                  <a:pt x="1064906" y="44278"/>
                </a:lnTo>
                <a:lnTo>
                  <a:pt x="1064039" y="44326"/>
                </a:lnTo>
                <a:lnTo>
                  <a:pt x="1063188" y="44395"/>
                </a:lnTo>
                <a:lnTo>
                  <a:pt x="1062354" y="44482"/>
                </a:lnTo>
                <a:lnTo>
                  <a:pt x="1061536" y="44589"/>
                </a:lnTo>
                <a:lnTo>
                  <a:pt x="1060734" y="44716"/>
                </a:lnTo>
                <a:lnTo>
                  <a:pt x="1059949" y="44862"/>
                </a:lnTo>
                <a:lnTo>
                  <a:pt x="1059181" y="45028"/>
                </a:lnTo>
                <a:lnTo>
                  <a:pt x="1058428" y="45213"/>
                </a:lnTo>
                <a:lnTo>
                  <a:pt x="1057693" y="45417"/>
                </a:lnTo>
                <a:lnTo>
                  <a:pt x="1056974" y="45641"/>
                </a:lnTo>
                <a:lnTo>
                  <a:pt x="1056271" y="45885"/>
                </a:lnTo>
                <a:lnTo>
                  <a:pt x="1055584" y="46148"/>
                </a:lnTo>
                <a:lnTo>
                  <a:pt x="1054915" y="46430"/>
                </a:lnTo>
                <a:lnTo>
                  <a:pt x="1054261" y="46732"/>
                </a:lnTo>
                <a:lnTo>
                  <a:pt x="1053624" y="47054"/>
                </a:lnTo>
                <a:lnTo>
                  <a:pt x="1053004" y="47394"/>
                </a:lnTo>
                <a:lnTo>
                  <a:pt x="1052400" y="47755"/>
                </a:lnTo>
                <a:lnTo>
                  <a:pt x="1051812" y="48135"/>
                </a:lnTo>
                <a:lnTo>
                  <a:pt x="1051241" y="48534"/>
                </a:lnTo>
                <a:lnTo>
                  <a:pt x="1050686" y="48953"/>
                </a:lnTo>
                <a:lnTo>
                  <a:pt x="1050148" y="49391"/>
                </a:lnTo>
                <a:lnTo>
                  <a:pt x="1049627" y="49849"/>
                </a:lnTo>
                <a:lnTo>
                  <a:pt x="1049124" y="50324"/>
                </a:lnTo>
                <a:lnTo>
                  <a:pt x="1048643" y="50816"/>
                </a:lnTo>
                <a:lnTo>
                  <a:pt x="1048183" y="51324"/>
                </a:lnTo>
                <a:lnTo>
                  <a:pt x="1047744" y="51848"/>
                </a:lnTo>
                <a:lnTo>
                  <a:pt x="1047327" y="52388"/>
                </a:lnTo>
                <a:lnTo>
                  <a:pt x="1046932" y="52944"/>
                </a:lnTo>
                <a:lnTo>
                  <a:pt x="1046557" y="53517"/>
                </a:lnTo>
                <a:lnTo>
                  <a:pt x="1046205" y="54105"/>
                </a:lnTo>
                <a:lnTo>
                  <a:pt x="1045873" y="54710"/>
                </a:lnTo>
                <a:lnTo>
                  <a:pt x="1045563" y="55331"/>
                </a:lnTo>
                <a:lnTo>
                  <a:pt x="1045274" y="55969"/>
                </a:lnTo>
                <a:lnTo>
                  <a:pt x="1045007" y="56622"/>
                </a:lnTo>
                <a:lnTo>
                  <a:pt x="1044761" y="57292"/>
                </a:lnTo>
                <a:lnTo>
                  <a:pt x="1044536" y="57978"/>
                </a:lnTo>
                <a:lnTo>
                  <a:pt x="1044333" y="58680"/>
                </a:lnTo>
                <a:lnTo>
                  <a:pt x="1044151" y="59398"/>
                </a:lnTo>
                <a:lnTo>
                  <a:pt x="1043991" y="60132"/>
                </a:lnTo>
                <a:lnTo>
                  <a:pt x="1043852" y="60883"/>
                </a:lnTo>
                <a:lnTo>
                  <a:pt x="1043734" y="61650"/>
                </a:lnTo>
                <a:lnTo>
                  <a:pt x="1043641" y="62407"/>
                </a:lnTo>
                <a:lnTo>
                  <a:pt x="1043467" y="62407"/>
                </a:lnTo>
                <a:lnTo>
                  <a:pt x="1043467" y="45818"/>
                </a:lnTo>
                <a:lnTo>
                  <a:pt x="1029245" y="45818"/>
                </a:lnTo>
                <a:lnTo>
                  <a:pt x="1029245" y="132717"/>
                </a:lnTo>
                <a:close/>
                <a:moveTo>
                  <a:pt x="322236" y="133793"/>
                </a:moveTo>
                <a:lnTo>
                  <a:pt x="323345" y="133688"/>
                </a:lnTo>
                <a:lnTo>
                  <a:pt x="324431" y="133560"/>
                </a:lnTo>
                <a:lnTo>
                  <a:pt x="325494" y="133409"/>
                </a:lnTo>
                <a:lnTo>
                  <a:pt x="326535" y="133234"/>
                </a:lnTo>
                <a:lnTo>
                  <a:pt x="327552" y="133036"/>
                </a:lnTo>
                <a:lnTo>
                  <a:pt x="328547" y="132814"/>
                </a:lnTo>
                <a:lnTo>
                  <a:pt x="329520" y="132569"/>
                </a:lnTo>
                <a:lnTo>
                  <a:pt x="330469" y="132301"/>
                </a:lnTo>
                <a:lnTo>
                  <a:pt x="331396" y="132010"/>
                </a:lnTo>
                <a:lnTo>
                  <a:pt x="332299" y="131695"/>
                </a:lnTo>
                <a:lnTo>
                  <a:pt x="333181" y="131357"/>
                </a:lnTo>
                <a:lnTo>
                  <a:pt x="334039" y="130996"/>
                </a:lnTo>
                <a:lnTo>
                  <a:pt x="334874" y="130611"/>
                </a:lnTo>
                <a:lnTo>
                  <a:pt x="335687" y="130203"/>
                </a:lnTo>
                <a:lnTo>
                  <a:pt x="336477" y="129772"/>
                </a:lnTo>
                <a:lnTo>
                  <a:pt x="337244" y="129317"/>
                </a:lnTo>
                <a:lnTo>
                  <a:pt x="337989" y="128839"/>
                </a:lnTo>
                <a:lnTo>
                  <a:pt x="338711" y="128338"/>
                </a:lnTo>
                <a:lnTo>
                  <a:pt x="339410" y="127813"/>
                </a:lnTo>
                <a:lnTo>
                  <a:pt x="340086" y="127266"/>
                </a:lnTo>
                <a:lnTo>
                  <a:pt x="340737" y="126697"/>
                </a:lnTo>
                <a:lnTo>
                  <a:pt x="341360" y="126109"/>
                </a:lnTo>
                <a:lnTo>
                  <a:pt x="341956" y="125502"/>
                </a:lnTo>
                <a:lnTo>
                  <a:pt x="342524" y="124876"/>
                </a:lnTo>
                <a:lnTo>
                  <a:pt x="343064" y="124231"/>
                </a:lnTo>
                <a:lnTo>
                  <a:pt x="343577" y="123568"/>
                </a:lnTo>
                <a:lnTo>
                  <a:pt x="344062" y="122885"/>
                </a:lnTo>
                <a:lnTo>
                  <a:pt x="344519" y="122184"/>
                </a:lnTo>
                <a:lnTo>
                  <a:pt x="344948" y="121463"/>
                </a:lnTo>
                <a:lnTo>
                  <a:pt x="345350" y="120724"/>
                </a:lnTo>
                <a:lnTo>
                  <a:pt x="345724" y="119965"/>
                </a:lnTo>
                <a:lnTo>
                  <a:pt x="346071" y="119188"/>
                </a:lnTo>
                <a:lnTo>
                  <a:pt x="346389" y="118392"/>
                </a:lnTo>
                <a:lnTo>
                  <a:pt x="346680" y="117577"/>
                </a:lnTo>
                <a:lnTo>
                  <a:pt x="346943" y="116743"/>
                </a:lnTo>
                <a:lnTo>
                  <a:pt x="347179" y="115890"/>
                </a:lnTo>
                <a:lnTo>
                  <a:pt x="347387" y="115018"/>
                </a:lnTo>
                <a:lnTo>
                  <a:pt x="347567" y="114127"/>
                </a:lnTo>
                <a:lnTo>
                  <a:pt x="347719" y="113217"/>
                </a:lnTo>
                <a:lnTo>
                  <a:pt x="347844" y="112288"/>
                </a:lnTo>
                <a:lnTo>
                  <a:pt x="347941" y="111341"/>
                </a:lnTo>
                <a:lnTo>
                  <a:pt x="348010" y="110374"/>
                </a:lnTo>
                <a:lnTo>
                  <a:pt x="348052" y="109388"/>
                </a:lnTo>
                <a:lnTo>
                  <a:pt x="348066" y="108384"/>
                </a:lnTo>
                <a:lnTo>
                  <a:pt x="348056" y="107445"/>
                </a:lnTo>
                <a:lnTo>
                  <a:pt x="348027" y="106522"/>
                </a:lnTo>
                <a:lnTo>
                  <a:pt x="347979" y="105617"/>
                </a:lnTo>
                <a:lnTo>
                  <a:pt x="347912" y="104729"/>
                </a:lnTo>
                <a:lnTo>
                  <a:pt x="347826" y="103857"/>
                </a:lnTo>
                <a:lnTo>
                  <a:pt x="347720" y="103003"/>
                </a:lnTo>
                <a:lnTo>
                  <a:pt x="347595" y="102165"/>
                </a:lnTo>
                <a:lnTo>
                  <a:pt x="347451" y="101345"/>
                </a:lnTo>
                <a:lnTo>
                  <a:pt x="347288" y="100542"/>
                </a:lnTo>
                <a:lnTo>
                  <a:pt x="347105" y="99755"/>
                </a:lnTo>
                <a:lnTo>
                  <a:pt x="346904" y="98986"/>
                </a:lnTo>
                <a:lnTo>
                  <a:pt x="346683" y="98234"/>
                </a:lnTo>
                <a:lnTo>
                  <a:pt x="346443" y="97498"/>
                </a:lnTo>
                <a:lnTo>
                  <a:pt x="346184" y="96780"/>
                </a:lnTo>
                <a:lnTo>
                  <a:pt x="345905" y="96079"/>
                </a:lnTo>
                <a:lnTo>
                  <a:pt x="345608" y="95394"/>
                </a:lnTo>
                <a:lnTo>
                  <a:pt x="345291" y="94727"/>
                </a:lnTo>
                <a:lnTo>
                  <a:pt x="344955" y="94077"/>
                </a:lnTo>
                <a:lnTo>
                  <a:pt x="344599" y="93443"/>
                </a:lnTo>
                <a:lnTo>
                  <a:pt x="344225" y="92827"/>
                </a:lnTo>
                <a:lnTo>
                  <a:pt x="343831" y="92228"/>
                </a:lnTo>
                <a:lnTo>
                  <a:pt x="343418" y="91645"/>
                </a:lnTo>
                <a:lnTo>
                  <a:pt x="342986" y="91080"/>
                </a:lnTo>
                <a:lnTo>
                  <a:pt x="342535" y="90532"/>
                </a:lnTo>
                <a:lnTo>
                  <a:pt x="342065" y="90000"/>
                </a:lnTo>
                <a:lnTo>
                  <a:pt x="341575" y="89486"/>
                </a:lnTo>
                <a:lnTo>
                  <a:pt x="341067" y="88989"/>
                </a:lnTo>
                <a:lnTo>
                  <a:pt x="340539" y="88508"/>
                </a:lnTo>
                <a:lnTo>
                  <a:pt x="339992" y="88045"/>
                </a:lnTo>
                <a:lnTo>
                  <a:pt x="339425" y="87599"/>
                </a:lnTo>
                <a:lnTo>
                  <a:pt x="338840" y="87170"/>
                </a:lnTo>
                <a:lnTo>
                  <a:pt x="338235" y="86757"/>
                </a:lnTo>
                <a:lnTo>
                  <a:pt x="337611" y="86362"/>
                </a:lnTo>
                <a:lnTo>
                  <a:pt x="336968" y="85984"/>
                </a:lnTo>
                <a:lnTo>
                  <a:pt x="336305" y="85623"/>
                </a:lnTo>
                <a:lnTo>
                  <a:pt x="335624" y="85279"/>
                </a:lnTo>
                <a:lnTo>
                  <a:pt x="334923" y="84951"/>
                </a:lnTo>
                <a:lnTo>
                  <a:pt x="334203" y="84641"/>
                </a:lnTo>
                <a:lnTo>
                  <a:pt x="333464" y="84348"/>
                </a:lnTo>
                <a:lnTo>
                  <a:pt x="332705" y="84072"/>
                </a:lnTo>
                <a:lnTo>
                  <a:pt x="331928" y="83813"/>
                </a:lnTo>
                <a:lnTo>
                  <a:pt x="331131" y="83570"/>
                </a:lnTo>
                <a:lnTo>
                  <a:pt x="330315" y="83345"/>
                </a:lnTo>
                <a:lnTo>
                  <a:pt x="329479" y="83137"/>
                </a:lnTo>
                <a:lnTo>
                  <a:pt x="328625" y="82946"/>
                </a:lnTo>
                <a:lnTo>
                  <a:pt x="327751" y="82772"/>
                </a:lnTo>
                <a:lnTo>
                  <a:pt x="326858" y="82615"/>
                </a:lnTo>
                <a:lnTo>
                  <a:pt x="325946" y="82475"/>
                </a:lnTo>
                <a:lnTo>
                  <a:pt x="303511" y="79314"/>
                </a:lnTo>
                <a:lnTo>
                  <a:pt x="303172" y="79258"/>
                </a:lnTo>
                <a:lnTo>
                  <a:pt x="302840" y="79195"/>
                </a:lnTo>
                <a:lnTo>
                  <a:pt x="302515" y="79124"/>
                </a:lnTo>
                <a:lnTo>
                  <a:pt x="302196" y="79046"/>
                </a:lnTo>
                <a:lnTo>
                  <a:pt x="301885" y="78962"/>
                </a:lnTo>
                <a:lnTo>
                  <a:pt x="301580" y="78870"/>
                </a:lnTo>
                <a:lnTo>
                  <a:pt x="301283" y="78771"/>
                </a:lnTo>
                <a:lnTo>
                  <a:pt x="300992" y="78665"/>
                </a:lnTo>
                <a:lnTo>
                  <a:pt x="300708" y="78552"/>
                </a:lnTo>
                <a:lnTo>
                  <a:pt x="300430" y="78431"/>
                </a:lnTo>
                <a:lnTo>
                  <a:pt x="300160" y="78304"/>
                </a:lnTo>
                <a:lnTo>
                  <a:pt x="299897" y="78169"/>
                </a:lnTo>
                <a:lnTo>
                  <a:pt x="299640" y="78027"/>
                </a:lnTo>
                <a:lnTo>
                  <a:pt x="299390" y="77878"/>
                </a:lnTo>
                <a:lnTo>
                  <a:pt x="299147" y="77722"/>
                </a:lnTo>
                <a:lnTo>
                  <a:pt x="298911" y="77559"/>
                </a:lnTo>
                <a:lnTo>
                  <a:pt x="298682" y="77389"/>
                </a:lnTo>
                <a:lnTo>
                  <a:pt x="298460" y="77211"/>
                </a:lnTo>
                <a:lnTo>
                  <a:pt x="298244" y="77027"/>
                </a:lnTo>
                <a:lnTo>
                  <a:pt x="298035" y="76835"/>
                </a:lnTo>
                <a:lnTo>
                  <a:pt x="297834" y="76636"/>
                </a:lnTo>
                <a:lnTo>
                  <a:pt x="297639" y="76430"/>
                </a:lnTo>
                <a:lnTo>
                  <a:pt x="297451" y="76217"/>
                </a:lnTo>
                <a:lnTo>
                  <a:pt x="297269" y="75997"/>
                </a:lnTo>
                <a:lnTo>
                  <a:pt x="297095" y="75770"/>
                </a:lnTo>
                <a:lnTo>
                  <a:pt x="296929" y="75537"/>
                </a:lnTo>
                <a:lnTo>
                  <a:pt x="296769" y="75298"/>
                </a:lnTo>
                <a:lnTo>
                  <a:pt x="296617" y="75053"/>
                </a:lnTo>
                <a:lnTo>
                  <a:pt x="296473" y="74801"/>
                </a:lnTo>
                <a:lnTo>
                  <a:pt x="296336" y="74544"/>
                </a:lnTo>
                <a:lnTo>
                  <a:pt x="296206" y="74281"/>
                </a:lnTo>
                <a:lnTo>
                  <a:pt x="296084" y="74012"/>
                </a:lnTo>
                <a:lnTo>
                  <a:pt x="295969" y="73737"/>
                </a:lnTo>
                <a:lnTo>
                  <a:pt x="295862" y="73455"/>
                </a:lnTo>
                <a:lnTo>
                  <a:pt x="295762" y="73168"/>
                </a:lnTo>
                <a:lnTo>
                  <a:pt x="295669" y="72875"/>
                </a:lnTo>
                <a:lnTo>
                  <a:pt x="295584" y="72575"/>
                </a:lnTo>
                <a:lnTo>
                  <a:pt x="295506" y="72270"/>
                </a:lnTo>
                <a:lnTo>
                  <a:pt x="295436" y="71959"/>
                </a:lnTo>
                <a:lnTo>
                  <a:pt x="295373" y="71641"/>
                </a:lnTo>
                <a:lnTo>
                  <a:pt x="295317" y="71318"/>
                </a:lnTo>
                <a:lnTo>
                  <a:pt x="295269" y="70988"/>
                </a:lnTo>
                <a:lnTo>
                  <a:pt x="295228" y="70653"/>
                </a:lnTo>
                <a:lnTo>
                  <a:pt x="295195" y="70311"/>
                </a:lnTo>
                <a:lnTo>
                  <a:pt x="295169" y="69964"/>
                </a:lnTo>
                <a:lnTo>
                  <a:pt x="295151" y="69610"/>
                </a:lnTo>
                <a:lnTo>
                  <a:pt x="295139" y="69250"/>
                </a:lnTo>
                <a:lnTo>
                  <a:pt x="295136" y="68885"/>
                </a:lnTo>
                <a:lnTo>
                  <a:pt x="295143" y="68415"/>
                </a:lnTo>
                <a:lnTo>
                  <a:pt x="295164" y="67953"/>
                </a:lnTo>
                <a:lnTo>
                  <a:pt x="295200" y="67500"/>
                </a:lnTo>
                <a:lnTo>
                  <a:pt x="295250" y="67055"/>
                </a:lnTo>
                <a:lnTo>
                  <a:pt x="295314" y="66618"/>
                </a:lnTo>
                <a:lnTo>
                  <a:pt x="295392" y="66189"/>
                </a:lnTo>
                <a:lnTo>
                  <a:pt x="295485" y="65769"/>
                </a:lnTo>
                <a:lnTo>
                  <a:pt x="295592" y="65357"/>
                </a:lnTo>
                <a:lnTo>
                  <a:pt x="295713" y="64953"/>
                </a:lnTo>
                <a:lnTo>
                  <a:pt x="295849" y="64557"/>
                </a:lnTo>
                <a:lnTo>
                  <a:pt x="295999" y="64169"/>
                </a:lnTo>
                <a:lnTo>
                  <a:pt x="296163" y="63790"/>
                </a:lnTo>
                <a:lnTo>
                  <a:pt x="296341" y="63419"/>
                </a:lnTo>
                <a:lnTo>
                  <a:pt x="296534" y="63056"/>
                </a:lnTo>
                <a:lnTo>
                  <a:pt x="296740" y="62702"/>
                </a:lnTo>
                <a:lnTo>
                  <a:pt x="296962" y="62355"/>
                </a:lnTo>
                <a:lnTo>
                  <a:pt x="297197" y="62017"/>
                </a:lnTo>
                <a:lnTo>
                  <a:pt x="297447" y="61687"/>
                </a:lnTo>
                <a:lnTo>
                  <a:pt x="297710" y="61365"/>
                </a:lnTo>
                <a:lnTo>
                  <a:pt x="297989" y="61052"/>
                </a:lnTo>
                <a:lnTo>
                  <a:pt x="298281" y="60747"/>
                </a:lnTo>
                <a:lnTo>
                  <a:pt x="298588" y="60450"/>
                </a:lnTo>
                <a:lnTo>
                  <a:pt x="298909" y="60161"/>
                </a:lnTo>
                <a:lnTo>
                  <a:pt x="299244" y="59880"/>
                </a:lnTo>
                <a:lnTo>
                  <a:pt x="299592" y="59610"/>
                </a:lnTo>
                <a:lnTo>
                  <a:pt x="299950" y="59350"/>
                </a:lnTo>
                <a:lnTo>
                  <a:pt x="300320" y="59103"/>
                </a:lnTo>
                <a:lnTo>
                  <a:pt x="300701" y="58867"/>
                </a:lnTo>
                <a:lnTo>
                  <a:pt x="301093" y="58642"/>
                </a:lnTo>
                <a:lnTo>
                  <a:pt x="301495" y="58429"/>
                </a:lnTo>
                <a:lnTo>
                  <a:pt x="301909" y="58227"/>
                </a:lnTo>
                <a:lnTo>
                  <a:pt x="302334" y="58037"/>
                </a:lnTo>
                <a:lnTo>
                  <a:pt x="302769" y="57859"/>
                </a:lnTo>
                <a:lnTo>
                  <a:pt x="303216" y="57692"/>
                </a:lnTo>
                <a:lnTo>
                  <a:pt x="303673" y="57536"/>
                </a:lnTo>
                <a:lnTo>
                  <a:pt x="304142" y="57392"/>
                </a:lnTo>
                <a:lnTo>
                  <a:pt x="304622" y="57260"/>
                </a:lnTo>
                <a:lnTo>
                  <a:pt x="305112" y="57139"/>
                </a:lnTo>
                <a:lnTo>
                  <a:pt x="305613" y="57030"/>
                </a:lnTo>
                <a:lnTo>
                  <a:pt x="306126" y="56932"/>
                </a:lnTo>
                <a:lnTo>
                  <a:pt x="306649" y="56845"/>
                </a:lnTo>
                <a:lnTo>
                  <a:pt x="307184" y="56770"/>
                </a:lnTo>
                <a:lnTo>
                  <a:pt x="307729" y="56707"/>
                </a:lnTo>
                <a:lnTo>
                  <a:pt x="308285" y="56655"/>
                </a:lnTo>
                <a:lnTo>
                  <a:pt x="308853" y="56615"/>
                </a:lnTo>
                <a:lnTo>
                  <a:pt x="309431" y="56586"/>
                </a:lnTo>
                <a:lnTo>
                  <a:pt x="310020" y="56569"/>
                </a:lnTo>
                <a:lnTo>
                  <a:pt x="310621" y="56563"/>
                </a:lnTo>
                <a:lnTo>
                  <a:pt x="317573" y="56563"/>
                </a:lnTo>
                <a:lnTo>
                  <a:pt x="318109" y="56568"/>
                </a:lnTo>
                <a:lnTo>
                  <a:pt x="318636" y="56584"/>
                </a:lnTo>
                <a:lnTo>
                  <a:pt x="319155" y="56610"/>
                </a:lnTo>
                <a:lnTo>
                  <a:pt x="319665" y="56646"/>
                </a:lnTo>
                <a:lnTo>
                  <a:pt x="320166" y="56693"/>
                </a:lnTo>
                <a:lnTo>
                  <a:pt x="320659" y="56751"/>
                </a:lnTo>
                <a:lnTo>
                  <a:pt x="321144" y="56818"/>
                </a:lnTo>
                <a:lnTo>
                  <a:pt x="321620" y="56897"/>
                </a:lnTo>
                <a:lnTo>
                  <a:pt x="322087" y="56985"/>
                </a:lnTo>
                <a:lnTo>
                  <a:pt x="322546" y="57084"/>
                </a:lnTo>
                <a:lnTo>
                  <a:pt x="322997" y="57194"/>
                </a:lnTo>
                <a:lnTo>
                  <a:pt x="323439" y="57313"/>
                </a:lnTo>
                <a:lnTo>
                  <a:pt x="323872" y="57444"/>
                </a:lnTo>
                <a:lnTo>
                  <a:pt x="324297" y="57584"/>
                </a:lnTo>
                <a:lnTo>
                  <a:pt x="324714" y="57735"/>
                </a:lnTo>
                <a:lnTo>
                  <a:pt x="325122" y="57897"/>
                </a:lnTo>
                <a:lnTo>
                  <a:pt x="325521" y="58069"/>
                </a:lnTo>
                <a:lnTo>
                  <a:pt x="325912" y="58251"/>
                </a:lnTo>
                <a:lnTo>
                  <a:pt x="326295" y="58444"/>
                </a:lnTo>
                <a:lnTo>
                  <a:pt x="326669" y="58647"/>
                </a:lnTo>
                <a:lnTo>
                  <a:pt x="327034" y="58861"/>
                </a:lnTo>
                <a:lnTo>
                  <a:pt x="327391" y="59085"/>
                </a:lnTo>
                <a:lnTo>
                  <a:pt x="327740" y="59320"/>
                </a:lnTo>
                <a:lnTo>
                  <a:pt x="328080" y="59565"/>
                </a:lnTo>
                <a:lnTo>
                  <a:pt x="328409" y="59817"/>
                </a:lnTo>
                <a:lnTo>
                  <a:pt x="328725" y="60076"/>
                </a:lnTo>
                <a:lnTo>
                  <a:pt x="329029" y="60340"/>
                </a:lnTo>
                <a:lnTo>
                  <a:pt x="329319" y="60609"/>
                </a:lnTo>
                <a:lnTo>
                  <a:pt x="329597" y="60884"/>
                </a:lnTo>
                <a:lnTo>
                  <a:pt x="329862" y="61164"/>
                </a:lnTo>
                <a:lnTo>
                  <a:pt x="330114" y="61450"/>
                </a:lnTo>
                <a:lnTo>
                  <a:pt x="330353" y="61741"/>
                </a:lnTo>
                <a:lnTo>
                  <a:pt x="330579" y="62038"/>
                </a:lnTo>
                <a:lnTo>
                  <a:pt x="330792" y="62340"/>
                </a:lnTo>
                <a:lnTo>
                  <a:pt x="330993" y="62648"/>
                </a:lnTo>
                <a:lnTo>
                  <a:pt x="331180" y="62961"/>
                </a:lnTo>
                <a:lnTo>
                  <a:pt x="331355" y="63280"/>
                </a:lnTo>
                <a:lnTo>
                  <a:pt x="331516" y="63604"/>
                </a:lnTo>
                <a:lnTo>
                  <a:pt x="331665" y="63934"/>
                </a:lnTo>
                <a:lnTo>
                  <a:pt x="331801" y="64269"/>
                </a:lnTo>
                <a:lnTo>
                  <a:pt x="331924" y="64610"/>
                </a:lnTo>
                <a:lnTo>
                  <a:pt x="332034" y="64956"/>
                </a:lnTo>
                <a:lnTo>
                  <a:pt x="332131" y="65308"/>
                </a:lnTo>
                <a:lnTo>
                  <a:pt x="332216" y="65665"/>
                </a:lnTo>
                <a:lnTo>
                  <a:pt x="332287" y="66028"/>
                </a:lnTo>
                <a:lnTo>
                  <a:pt x="332346" y="66396"/>
                </a:lnTo>
                <a:lnTo>
                  <a:pt x="332391" y="66770"/>
                </a:lnTo>
                <a:lnTo>
                  <a:pt x="332424" y="67149"/>
                </a:lnTo>
                <a:lnTo>
                  <a:pt x="346802" y="67149"/>
                </a:lnTo>
                <a:lnTo>
                  <a:pt x="346737" y="66313"/>
                </a:lnTo>
                <a:lnTo>
                  <a:pt x="346646" y="65490"/>
                </a:lnTo>
                <a:lnTo>
                  <a:pt x="346530" y="64681"/>
                </a:lnTo>
                <a:lnTo>
                  <a:pt x="346388" y="63885"/>
                </a:lnTo>
                <a:lnTo>
                  <a:pt x="346220" y="63103"/>
                </a:lnTo>
                <a:lnTo>
                  <a:pt x="346027" y="62334"/>
                </a:lnTo>
                <a:lnTo>
                  <a:pt x="345809" y="61579"/>
                </a:lnTo>
                <a:lnTo>
                  <a:pt x="345565" y="60837"/>
                </a:lnTo>
                <a:lnTo>
                  <a:pt x="345295" y="60109"/>
                </a:lnTo>
                <a:lnTo>
                  <a:pt x="345000" y="59394"/>
                </a:lnTo>
                <a:lnTo>
                  <a:pt x="344680" y="58692"/>
                </a:lnTo>
                <a:lnTo>
                  <a:pt x="344334" y="58004"/>
                </a:lnTo>
                <a:lnTo>
                  <a:pt x="343962" y="57329"/>
                </a:lnTo>
                <a:lnTo>
                  <a:pt x="343565" y="56668"/>
                </a:lnTo>
                <a:lnTo>
                  <a:pt x="343142" y="56021"/>
                </a:lnTo>
                <a:lnTo>
                  <a:pt x="342694" y="55386"/>
                </a:lnTo>
                <a:lnTo>
                  <a:pt x="342221" y="54765"/>
                </a:lnTo>
                <a:lnTo>
                  <a:pt x="341722" y="54158"/>
                </a:lnTo>
                <a:lnTo>
                  <a:pt x="341197" y="53564"/>
                </a:lnTo>
                <a:lnTo>
                  <a:pt x="340647" y="52984"/>
                </a:lnTo>
                <a:lnTo>
                  <a:pt x="340071" y="52417"/>
                </a:lnTo>
                <a:lnTo>
                  <a:pt x="339470" y="51863"/>
                </a:lnTo>
                <a:lnTo>
                  <a:pt x="338843" y="51323"/>
                </a:lnTo>
                <a:lnTo>
                  <a:pt x="338191" y="50796"/>
                </a:lnTo>
                <a:lnTo>
                  <a:pt x="337518" y="50287"/>
                </a:lnTo>
                <a:lnTo>
                  <a:pt x="336829" y="49799"/>
                </a:lnTo>
                <a:lnTo>
                  <a:pt x="336123" y="49333"/>
                </a:lnTo>
                <a:lnTo>
                  <a:pt x="335401" y="48889"/>
                </a:lnTo>
                <a:lnTo>
                  <a:pt x="334664" y="48467"/>
                </a:lnTo>
                <a:lnTo>
                  <a:pt x="333910" y="48066"/>
                </a:lnTo>
                <a:lnTo>
                  <a:pt x="333140" y="47686"/>
                </a:lnTo>
                <a:lnTo>
                  <a:pt x="332353" y="47329"/>
                </a:lnTo>
                <a:lnTo>
                  <a:pt x="331551" y="46993"/>
                </a:lnTo>
                <a:lnTo>
                  <a:pt x="330732" y="46679"/>
                </a:lnTo>
                <a:lnTo>
                  <a:pt x="329898" y="46386"/>
                </a:lnTo>
                <a:lnTo>
                  <a:pt x="329047" y="46115"/>
                </a:lnTo>
                <a:lnTo>
                  <a:pt x="328179" y="45866"/>
                </a:lnTo>
                <a:lnTo>
                  <a:pt x="327296" y="45638"/>
                </a:lnTo>
                <a:lnTo>
                  <a:pt x="326397" y="45432"/>
                </a:lnTo>
                <a:lnTo>
                  <a:pt x="325481" y="45248"/>
                </a:lnTo>
                <a:lnTo>
                  <a:pt x="324549" y="45086"/>
                </a:lnTo>
                <a:lnTo>
                  <a:pt x="323601" y="44945"/>
                </a:lnTo>
                <a:lnTo>
                  <a:pt x="322637" y="44826"/>
                </a:lnTo>
                <a:lnTo>
                  <a:pt x="321657" y="44728"/>
                </a:lnTo>
                <a:lnTo>
                  <a:pt x="320660" y="44652"/>
                </a:lnTo>
                <a:lnTo>
                  <a:pt x="319647" y="44598"/>
                </a:lnTo>
                <a:lnTo>
                  <a:pt x="318618" y="44565"/>
                </a:lnTo>
                <a:lnTo>
                  <a:pt x="317573" y="44555"/>
                </a:lnTo>
                <a:lnTo>
                  <a:pt x="310621" y="44555"/>
                </a:lnTo>
                <a:lnTo>
                  <a:pt x="309485" y="44566"/>
                </a:lnTo>
                <a:lnTo>
                  <a:pt x="308371" y="44600"/>
                </a:lnTo>
                <a:lnTo>
                  <a:pt x="307276" y="44656"/>
                </a:lnTo>
                <a:lnTo>
                  <a:pt x="306203" y="44735"/>
                </a:lnTo>
                <a:lnTo>
                  <a:pt x="305150" y="44836"/>
                </a:lnTo>
                <a:lnTo>
                  <a:pt x="304118" y="44960"/>
                </a:lnTo>
                <a:lnTo>
                  <a:pt x="303106" y="45106"/>
                </a:lnTo>
                <a:lnTo>
                  <a:pt x="302115" y="45274"/>
                </a:lnTo>
                <a:lnTo>
                  <a:pt x="301144" y="45466"/>
                </a:lnTo>
                <a:lnTo>
                  <a:pt x="300194" y="45679"/>
                </a:lnTo>
                <a:lnTo>
                  <a:pt x="299264" y="45915"/>
                </a:lnTo>
                <a:lnTo>
                  <a:pt x="298355" y="46174"/>
                </a:lnTo>
                <a:lnTo>
                  <a:pt x="297467" y="46455"/>
                </a:lnTo>
                <a:lnTo>
                  <a:pt x="296599" y="46759"/>
                </a:lnTo>
                <a:lnTo>
                  <a:pt x="295752" y="47085"/>
                </a:lnTo>
                <a:lnTo>
                  <a:pt x="294925" y="47434"/>
                </a:lnTo>
                <a:lnTo>
                  <a:pt x="294119" y="47805"/>
                </a:lnTo>
                <a:lnTo>
                  <a:pt x="293334" y="48198"/>
                </a:lnTo>
                <a:lnTo>
                  <a:pt x="292569" y="48615"/>
                </a:lnTo>
                <a:lnTo>
                  <a:pt x="291825" y="49053"/>
                </a:lnTo>
                <a:lnTo>
                  <a:pt x="291101" y="49514"/>
                </a:lnTo>
                <a:lnTo>
                  <a:pt x="290398" y="49998"/>
                </a:lnTo>
                <a:lnTo>
                  <a:pt x="289715" y="50504"/>
                </a:lnTo>
                <a:lnTo>
                  <a:pt x="289053" y="51033"/>
                </a:lnTo>
                <a:lnTo>
                  <a:pt x="288415" y="51581"/>
                </a:lnTo>
                <a:lnTo>
                  <a:pt x="287804" y="52146"/>
                </a:lnTo>
                <a:lnTo>
                  <a:pt x="287220" y="52729"/>
                </a:lnTo>
                <a:lnTo>
                  <a:pt x="286664" y="53328"/>
                </a:lnTo>
                <a:lnTo>
                  <a:pt x="286134" y="53944"/>
                </a:lnTo>
                <a:lnTo>
                  <a:pt x="285632" y="54578"/>
                </a:lnTo>
                <a:lnTo>
                  <a:pt x="285156" y="55228"/>
                </a:lnTo>
                <a:lnTo>
                  <a:pt x="284708" y="55895"/>
                </a:lnTo>
                <a:lnTo>
                  <a:pt x="284287" y="56580"/>
                </a:lnTo>
                <a:lnTo>
                  <a:pt x="283894" y="57281"/>
                </a:lnTo>
                <a:lnTo>
                  <a:pt x="283527" y="57999"/>
                </a:lnTo>
                <a:lnTo>
                  <a:pt x="283188" y="58735"/>
                </a:lnTo>
                <a:lnTo>
                  <a:pt x="282875" y="59487"/>
                </a:lnTo>
                <a:lnTo>
                  <a:pt x="282590" y="60256"/>
                </a:lnTo>
                <a:lnTo>
                  <a:pt x="282332" y="61043"/>
                </a:lnTo>
                <a:lnTo>
                  <a:pt x="282101" y="61846"/>
                </a:lnTo>
                <a:lnTo>
                  <a:pt x="281898" y="62666"/>
                </a:lnTo>
                <a:lnTo>
                  <a:pt x="281721" y="63504"/>
                </a:lnTo>
                <a:lnTo>
                  <a:pt x="281572" y="64358"/>
                </a:lnTo>
                <a:lnTo>
                  <a:pt x="281450" y="65229"/>
                </a:lnTo>
                <a:lnTo>
                  <a:pt x="281355" y="66118"/>
                </a:lnTo>
                <a:lnTo>
                  <a:pt x="281287" y="67023"/>
                </a:lnTo>
                <a:lnTo>
                  <a:pt x="281246" y="67945"/>
                </a:lnTo>
                <a:lnTo>
                  <a:pt x="281232" y="68885"/>
                </a:lnTo>
                <a:lnTo>
                  <a:pt x="281241" y="69708"/>
                </a:lnTo>
                <a:lnTo>
                  <a:pt x="281266" y="70517"/>
                </a:lnTo>
                <a:lnTo>
                  <a:pt x="281309" y="71313"/>
                </a:lnTo>
                <a:lnTo>
                  <a:pt x="281369" y="72095"/>
                </a:lnTo>
                <a:lnTo>
                  <a:pt x="281445" y="72864"/>
                </a:lnTo>
                <a:lnTo>
                  <a:pt x="281539" y="73620"/>
                </a:lnTo>
                <a:lnTo>
                  <a:pt x="281649" y="74362"/>
                </a:lnTo>
                <a:lnTo>
                  <a:pt x="281777" y="75091"/>
                </a:lnTo>
                <a:lnTo>
                  <a:pt x="281921" y="75806"/>
                </a:lnTo>
                <a:lnTo>
                  <a:pt x="282083" y="76508"/>
                </a:lnTo>
                <a:lnTo>
                  <a:pt x="282262" y="77196"/>
                </a:lnTo>
                <a:lnTo>
                  <a:pt x="282457" y="77871"/>
                </a:lnTo>
                <a:lnTo>
                  <a:pt x="282670" y="78533"/>
                </a:lnTo>
                <a:lnTo>
                  <a:pt x="282899" y="79181"/>
                </a:lnTo>
                <a:lnTo>
                  <a:pt x="283146" y="79815"/>
                </a:lnTo>
                <a:lnTo>
                  <a:pt x="283410" y="80436"/>
                </a:lnTo>
                <a:lnTo>
                  <a:pt x="283690" y="81044"/>
                </a:lnTo>
                <a:lnTo>
                  <a:pt x="283988" y="81638"/>
                </a:lnTo>
                <a:lnTo>
                  <a:pt x="284303" y="82219"/>
                </a:lnTo>
                <a:lnTo>
                  <a:pt x="284634" y="82787"/>
                </a:lnTo>
                <a:lnTo>
                  <a:pt x="284983" y="83341"/>
                </a:lnTo>
                <a:lnTo>
                  <a:pt x="285349" y="83881"/>
                </a:lnTo>
                <a:lnTo>
                  <a:pt x="285732" y="84408"/>
                </a:lnTo>
                <a:lnTo>
                  <a:pt x="286131" y="84922"/>
                </a:lnTo>
                <a:lnTo>
                  <a:pt x="286546" y="85420"/>
                </a:lnTo>
                <a:lnTo>
                  <a:pt x="286975" y="85902"/>
                </a:lnTo>
                <a:lnTo>
                  <a:pt x="287418" y="86367"/>
                </a:lnTo>
                <a:lnTo>
                  <a:pt x="287874" y="86815"/>
                </a:lnTo>
                <a:lnTo>
                  <a:pt x="288344" y="87247"/>
                </a:lnTo>
                <a:lnTo>
                  <a:pt x="288827" y="87662"/>
                </a:lnTo>
                <a:lnTo>
                  <a:pt x="289325" y="88060"/>
                </a:lnTo>
                <a:lnTo>
                  <a:pt x="289836" y="88442"/>
                </a:lnTo>
                <a:lnTo>
                  <a:pt x="290361" y="88806"/>
                </a:lnTo>
                <a:lnTo>
                  <a:pt x="290899" y="89154"/>
                </a:lnTo>
                <a:lnTo>
                  <a:pt x="291451" y="89485"/>
                </a:lnTo>
                <a:lnTo>
                  <a:pt x="292017" y="89800"/>
                </a:lnTo>
                <a:lnTo>
                  <a:pt x="292597" y="90098"/>
                </a:lnTo>
                <a:lnTo>
                  <a:pt x="293190" y="90379"/>
                </a:lnTo>
                <a:lnTo>
                  <a:pt x="293797" y="90643"/>
                </a:lnTo>
                <a:lnTo>
                  <a:pt x="294418" y="90891"/>
                </a:lnTo>
                <a:lnTo>
                  <a:pt x="295053" y="91122"/>
                </a:lnTo>
                <a:lnTo>
                  <a:pt x="295701" y="91336"/>
                </a:lnTo>
                <a:lnTo>
                  <a:pt x="296363" y="91533"/>
                </a:lnTo>
                <a:lnTo>
                  <a:pt x="297038" y="91714"/>
                </a:lnTo>
                <a:lnTo>
                  <a:pt x="297728" y="91878"/>
                </a:lnTo>
                <a:lnTo>
                  <a:pt x="298431" y="92026"/>
                </a:lnTo>
                <a:lnTo>
                  <a:pt x="299147" y="92156"/>
                </a:lnTo>
                <a:lnTo>
                  <a:pt x="299878" y="92270"/>
                </a:lnTo>
                <a:lnTo>
                  <a:pt x="323892" y="95746"/>
                </a:lnTo>
                <a:lnTo>
                  <a:pt x="324322" y="95803"/>
                </a:lnTo>
                <a:lnTo>
                  <a:pt x="324743" y="95869"/>
                </a:lnTo>
                <a:lnTo>
                  <a:pt x="325154" y="95944"/>
                </a:lnTo>
                <a:lnTo>
                  <a:pt x="325556" y="96027"/>
                </a:lnTo>
                <a:lnTo>
                  <a:pt x="325948" y="96119"/>
                </a:lnTo>
                <a:lnTo>
                  <a:pt x="326331" y="96220"/>
                </a:lnTo>
                <a:lnTo>
                  <a:pt x="326705" y="96330"/>
                </a:lnTo>
                <a:lnTo>
                  <a:pt x="327070" y="96448"/>
                </a:lnTo>
                <a:lnTo>
                  <a:pt x="327425" y="96576"/>
                </a:lnTo>
                <a:lnTo>
                  <a:pt x="327771" y="96712"/>
                </a:lnTo>
                <a:lnTo>
                  <a:pt x="328108" y="96857"/>
                </a:lnTo>
                <a:lnTo>
                  <a:pt x="328435" y="97010"/>
                </a:lnTo>
                <a:lnTo>
                  <a:pt x="328753" y="97173"/>
                </a:lnTo>
                <a:lnTo>
                  <a:pt x="329061" y="97344"/>
                </a:lnTo>
                <a:lnTo>
                  <a:pt x="329360" y="97524"/>
                </a:lnTo>
                <a:lnTo>
                  <a:pt x="329650" y="97713"/>
                </a:lnTo>
                <a:lnTo>
                  <a:pt x="329931" y="97910"/>
                </a:lnTo>
                <a:lnTo>
                  <a:pt x="330202" y="98116"/>
                </a:lnTo>
                <a:lnTo>
                  <a:pt x="330464" y="98331"/>
                </a:lnTo>
                <a:lnTo>
                  <a:pt x="330717" y="98555"/>
                </a:lnTo>
                <a:lnTo>
                  <a:pt x="330960" y="98788"/>
                </a:lnTo>
                <a:lnTo>
                  <a:pt x="331194" y="99029"/>
                </a:lnTo>
                <a:lnTo>
                  <a:pt x="331418" y="99280"/>
                </a:lnTo>
                <a:lnTo>
                  <a:pt x="331633" y="99539"/>
                </a:lnTo>
                <a:lnTo>
                  <a:pt x="331840" y="99806"/>
                </a:lnTo>
                <a:lnTo>
                  <a:pt x="332037" y="100083"/>
                </a:lnTo>
                <a:lnTo>
                  <a:pt x="332226" y="100368"/>
                </a:lnTo>
                <a:lnTo>
                  <a:pt x="332406" y="100662"/>
                </a:lnTo>
                <a:lnTo>
                  <a:pt x="332577" y="100964"/>
                </a:lnTo>
                <a:lnTo>
                  <a:pt x="332740" y="101276"/>
                </a:lnTo>
                <a:lnTo>
                  <a:pt x="332893" y="101596"/>
                </a:lnTo>
                <a:lnTo>
                  <a:pt x="333038" y="101925"/>
                </a:lnTo>
                <a:lnTo>
                  <a:pt x="333174" y="102263"/>
                </a:lnTo>
                <a:lnTo>
                  <a:pt x="333302" y="102609"/>
                </a:lnTo>
                <a:lnTo>
                  <a:pt x="333420" y="102965"/>
                </a:lnTo>
                <a:lnTo>
                  <a:pt x="333530" y="103329"/>
                </a:lnTo>
                <a:lnTo>
                  <a:pt x="333631" y="103702"/>
                </a:lnTo>
                <a:lnTo>
                  <a:pt x="333723" y="104084"/>
                </a:lnTo>
                <a:lnTo>
                  <a:pt x="333807" y="104474"/>
                </a:lnTo>
                <a:lnTo>
                  <a:pt x="333881" y="104874"/>
                </a:lnTo>
                <a:lnTo>
                  <a:pt x="333947" y="105282"/>
                </a:lnTo>
                <a:lnTo>
                  <a:pt x="334004" y="105698"/>
                </a:lnTo>
                <a:lnTo>
                  <a:pt x="334053" y="106124"/>
                </a:lnTo>
                <a:lnTo>
                  <a:pt x="334092" y="106558"/>
                </a:lnTo>
                <a:lnTo>
                  <a:pt x="334123" y="107002"/>
                </a:lnTo>
                <a:lnTo>
                  <a:pt x="334145" y="107454"/>
                </a:lnTo>
                <a:lnTo>
                  <a:pt x="334158" y="107914"/>
                </a:lnTo>
                <a:lnTo>
                  <a:pt x="334162" y="108384"/>
                </a:lnTo>
                <a:lnTo>
                  <a:pt x="334155" y="108906"/>
                </a:lnTo>
                <a:lnTo>
                  <a:pt x="334132" y="109418"/>
                </a:lnTo>
                <a:lnTo>
                  <a:pt x="334094" y="109920"/>
                </a:lnTo>
                <a:lnTo>
                  <a:pt x="334042" y="110412"/>
                </a:lnTo>
                <a:lnTo>
                  <a:pt x="333974" y="110894"/>
                </a:lnTo>
                <a:lnTo>
                  <a:pt x="333891" y="111367"/>
                </a:lnTo>
                <a:lnTo>
                  <a:pt x="333793" y="111829"/>
                </a:lnTo>
                <a:lnTo>
                  <a:pt x="333679" y="112282"/>
                </a:lnTo>
                <a:lnTo>
                  <a:pt x="333551" y="112725"/>
                </a:lnTo>
                <a:lnTo>
                  <a:pt x="333408" y="113158"/>
                </a:lnTo>
                <a:lnTo>
                  <a:pt x="333249" y="113581"/>
                </a:lnTo>
                <a:lnTo>
                  <a:pt x="333076" y="113994"/>
                </a:lnTo>
                <a:lnTo>
                  <a:pt x="332887" y="114397"/>
                </a:lnTo>
                <a:lnTo>
                  <a:pt x="332683" y="114791"/>
                </a:lnTo>
                <a:lnTo>
                  <a:pt x="332464" y="115174"/>
                </a:lnTo>
                <a:lnTo>
                  <a:pt x="332230" y="115548"/>
                </a:lnTo>
                <a:lnTo>
                  <a:pt x="331981" y="115912"/>
                </a:lnTo>
                <a:lnTo>
                  <a:pt x="331717" y="116266"/>
                </a:lnTo>
                <a:lnTo>
                  <a:pt x="331438" y="116610"/>
                </a:lnTo>
                <a:lnTo>
                  <a:pt x="331144" y="116944"/>
                </a:lnTo>
                <a:lnTo>
                  <a:pt x="330834" y="117268"/>
                </a:lnTo>
                <a:lnTo>
                  <a:pt x="330510" y="117582"/>
                </a:lnTo>
                <a:lnTo>
                  <a:pt x="330170" y="117887"/>
                </a:lnTo>
                <a:lnTo>
                  <a:pt x="329816" y="118182"/>
                </a:lnTo>
                <a:lnTo>
                  <a:pt x="329447" y="118465"/>
                </a:lnTo>
                <a:lnTo>
                  <a:pt x="329067" y="118736"/>
                </a:lnTo>
                <a:lnTo>
                  <a:pt x="328674" y="118996"/>
                </a:lnTo>
                <a:lnTo>
                  <a:pt x="328269" y="119243"/>
                </a:lnTo>
                <a:lnTo>
                  <a:pt x="327851" y="119478"/>
                </a:lnTo>
                <a:lnTo>
                  <a:pt x="327421" y="119701"/>
                </a:lnTo>
                <a:lnTo>
                  <a:pt x="326979" y="119913"/>
                </a:lnTo>
                <a:lnTo>
                  <a:pt x="326525" y="120112"/>
                </a:lnTo>
                <a:lnTo>
                  <a:pt x="326058" y="120299"/>
                </a:lnTo>
                <a:lnTo>
                  <a:pt x="325578" y="120473"/>
                </a:lnTo>
                <a:lnTo>
                  <a:pt x="325087" y="120636"/>
                </a:lnTo>
                <a:lnTo>
                  <a:pt x="324583" y="120787"/>
                </a:lnTo>
                <a:lnTo>
                  <a:pt x="324067" y="120926"/>
                </a:lnTo>
                <a:lnTo>
                  <a:pt x="323538" y="121052"/>
                </a:lnTo>
                <a:lnTo>
                  <a:pt x="322997" y="121167"/>
                </a:lnTo>
                <a:lnTo>
                  <a:pt x="322444" y="121270"/>
                </a:lnTo>
                <a:lnTo>
                  <a:pt x="321878" y="121360"/>
                </a:lnTo>
                <a:lnTo>
                  <a:pt x="321300" y="121438"/>
                </a:lnTo>
                <a:lnTo>
                  <a:pt x="320710" y="121505"/>
                </a:lnTo>
                <a:lnTo>
                  <a:pt x="320107" y="121559"/>
                </a:lnTo>
                <a:lnTo>
                  <a:pt x="319492" y="121601"/>
                </a:lnTo>
                <a:lnTo>
                  <a:pt x="318865" y="121631"/>
                </a:lnTo>
                <a:lnTo>
                  <a:pt x="318225" y="121650"/>
                </a:lnTo>
                <a:lnTo>
                  <a:pt x="317573" y="121656"/>
                </a:lnTo>
                <a:lnTo>
                  <a:pt x="310621" y="121656"/>
                </a:lnTo>
                <a:lnTo>
                  <a:pt x="309981" y="121650"/>
                </a:lnTo>
                <a:lnTo>
                  <a:pt x="309354" y="121632"/>
                </a:lnTo>
                <a:lnTo>
                  <a:pt x="308739" y="121603"/>
                </a:lnTo>
                <a:lnTo>
                  <a:pt x="308137" y="121561"/>
                </a:lnTo>
                <a:lnTo>
                  <a:pt x="307546" y="121508"/>
                </a:lnTo>
                <a:lnTo>
                  <a:pt x="306967" y="121443"/>
                </a:lnTo>
                <a:lnTo>
                  <a:pt x="306400" y="121367"/>
                </a:lnTo>
                <a:lnTo>
                  <a:pt x="305846" y="121278"/>
                </a:lnTo>
                <a:lnTo>
                  <a:pt x="305303" y="121178"/>
                </a:lnTo>
                <a:lnTo>
                  <a:pt x="304773" y="121066"/>
                </a:lnTo>
                <a:lnTo>
                  <a:pt x="304254" y="120942"/>
                </a:lnTo>
                <a:lnTo>
                  <a:pt x="303748" y="120806"/>
                </a:lnTo>
                <a:lnTo>
                  <a:pt x="303254" y="120659"/>
                </a:lnTo>
                <a:lnTo>
                  <a:pt x="302771" y="120500"/>
                </a:lnTo>
                <a:lnTo>
                  <a:pt x="302301" y="120329"/>
                </a:lnTo>
                <a:lnTo>
                  <a:pt x="301843" y="120146"/>
                </a:lnTo>
                <a:lnTo>
                  <a:pt x="301397" y="119951"/>
                </a:lnTo>
                <a:lnTo>
                  <a:pt x="300963" y="119745"/>
                </a:lnTo>
                <a:lnTo>
                  <a:pt x="300541" y="119527"/>
                </a:lnTo>
                <a:lnTo>
                  <a:pt x="300131" y="119297"/>
                </a:lnTo>
                <a:lnTo>
                  <a:pt x="299733" y="119055"/>
                </a:lnTo>
                <a:lnTo>
                  <a:pt x="299347" y="118801"/>
                </a:lnTo>
                <a:lnTo>
                  <a:pt x="298974" y="118536"/>
                </a:lnTo>
                <a:lnTo>
                  <a:pt x="298612" y="118259"/>
                </a:lnTo>
                <a:lnTo>
                  <a:pt x="298264" y="117971"/>
                </a:lnTo>
                <a:lnTo>
                  <a:pt x="297931" y="117674"/>
                </a:lnTo>
                <a:lnTo>
                  <a:pt x="297613" y="117369"/>
                </a:lnTo>
                <a:lnTo>
                  <a:pt x="297309" y="117054"/>
                </a:lnTo>
                <a:lnTo>
                  <a:pt x="297020" y="116730"/>
                </a:lnTo>
                <a:lnTo>
                  <a:pt x="296746" y="116397"/>
                </a:lnTo>
                <a:lnTo>
                  <a:pt x="296487" y="116056"/>
                </a:lnTo>
                <a:lnTo>
                  <a:pt x="296243" y="115705"/>
                </a:lnTo>
                <a:lnTo>
                  <a:pt x="296013" y="115345"/>
                </a:lnTo>
                <a:lnTo>
                  <a:pt x="295799" y="114976"/>
                </a:lnTo>
                <a:lnTo>
                  <a:pt x="295599" y="114597"/>
                </a:lnTo>
                <a:lnTo>
                  <a:pt x="295414" y="114210"/>
                </a:lnTo>
                <a:lnTo>
                  <a:pt x="295243" y="113814"/>
                </a:lnTo>
                <a:lnTo>
                  <a:pt x="295088" y="113409"/>
                </a:lnTo>
                <a:lnTo>
                  <a:pt x="294947" y="112995"/>
                </a:lnTo>
                <a:lnTo>
                  <a:pt x="294821" y="112571"/>
                </a:lnTo>
                <a:lnTo>
                  <a:pt x="294710" y="112139"/>
                </a:lnTo>
                <a:lnTo>
                  <a:pt x="294614" y="111697"/>
                </a:lnTo>
                <a:lnTo>
                  <a:pt x="294532" y="111247"/>
                </a:lnTo>
                <a:lnTo>
                  <a:pt x="294466" y="110787"/>
                </a:lnTo>
                <a:lnTo>
                  <a:pt x="294414" y="110319"/>
                </a:lnTo>
                <a:lnTo>
                  <a:pt x="294377" y="109841"/>
                </a:lnTo>
                <a:lnTo>
                  <a:pt x="294355" y="109355"/>
                </a:lnTo>
                <a:lnTo>
                  <a:pt x="294347" y="108859"/>
                </a:lnTo>
                <a:lnTo>
                  <a:pt x="280128" y="108859"/>
                </a:lnTo>
                <a:lnTo>
                  <a:pt x="280134" y="109526"/>
                </a:lnTo>
                <a:lnTo>
                  <a:pt x="280153" y="110185"/>
                </a:lnTo>
                <a:lnTo>
                  <a:pt x="280184" y="110835"/>
                </a:lnTo>
                <a:lnTo>
                  <a:pt x="280227" y="111477"/>
                </a:lnTo>
                <a:lnTo>
                  <a:pt x="280282" y="112110"/>
                </a:lnTo>
                <a:lnTo>
                  <a:pt x="280350" y="112734"/>
                </a:lnTo>
                <a:lnTo>
                  <a:pt x="280431" y="113351"/>
                </a:lnTo>
                <a:lnTo>
                  <a:pt x="280523" y="113958"/>
                </a:lnTo>
                <a:lnTo>
                  <a:pt x="280628" y="114558"/>
                </a:lnTo>
                <a:lnTo>
                  <a:pt x="280745" y="115148"/>
                </a:lnTo>
                <a:lnTo>
                  <a:pt x="280875" y="115730"/>
                </a:lnTo>
                <a:lnTo>
                  <a:pt x="281017" y="116304"/>
                </a:lnTo>
                <a:lnTo>
                  <a:pt x="281171" y="116869"/>
                </a:lnTo>
                <a:lnTo>
                  <a:pt x="281337" y="117426"/>
                </a:lnTo>
                <a:lnTo>
                  <a:pt x="281516" y="117974"/>
                </a:lnTo>
                <a:lnTo>
                  <a:pt x="281708" y="118514"/>
                </a:lnTo>
                <a:lnTo>
                  <a:pt x="281911" y="119045"/>
                </a:lnTo>
                <a:lnTo>
                  <a:pt x="282127" y="119568"/>
                </a:lnTo>
                <a:lnTo>
                  <a:pt x="282355" y="120082"/>
                </a:lnTo>
                <a:lnTo>
                  <a:pt x="282596" y="120588"/>
                </a:lnTo>
                <a:lnTo>
                  <a:pt x="282849" y="121085"/>
                </a:lnTo>
                <a:lnTo>
                  <a:pt x="283114" y="121574"/>
                </a:lnTo>
                <a:lnTo>
                  <a:pt x="283392" y="122054"/>
                </a:lnTo>
                <a:lnTo>
                  <a:pt x="283682" y="122526"/>
                </a:lnTo>
                <a:lnTo>
                  <a:pt x="283984" y="122989"/>
                </a:lnTo>
                <a:lnTo>
                  <a:pt x="284298" y="123442"/>
                </a:lnTo>
                <a:lnTo>
                  <a:pt x="284623" y="123886"/>
                </a:lnTo>
                <a:lnTo>
                  <a:pt x="284959" y="124321"/>
                </a:lnTo>
                <a:lnTo>
                  <a:pt x="285307" y="124746"/>
                </a:lnTo>
                <a:lnTo>
                  <a:pt x="285667" y="125162"/>
                </a:lnTo>
                <a:lnTo>
                  <a:pt x="286038" y="125569"/>
                </a:lnTo>
                <a:lnTo>
                  <a:pt x="286421" y="125966"/>
                </a:lnTo>
                <a:lnTo>
                  <a:pt x="286815" y="126354"/>
                </a:lnTo>
                <a:lnTo>
                  <a:pt x="287221" y="126733"/>
                </a:lnTo>
                <a:lnTo>
                  <a:pt x="287638" y="127103"/>
                </a:lnTo>
                <a:lnTo>
                  <a:pt x="288067" y="127463"/>
                </a:lnTo>
                <a:lnTo>
                  <a:pt x="288507" y="127814"/>
                </a:lnTo>
                <a:lnTo>
                  <a:pt x="288958" y="128155"/>
                </a:lnTo>
                <a:lnTo>
                  <a:pt x="289422" y="128487"/>
                </a:lnTo>
                <a:lnTo>
                  <a:pt x="289896" y="128810"/>
                </a:lnTo>
                <a:lnTo>
                  <a:pt x="290383" y="129124"/>
                </a:lnTo>
                <a:lnTo>
                  <a:pt x="290880" y="129428"/>
                </a:lnTo>
                <a:lnTo>
                  <a:pt x="291390" y="129723"/>
                </a:lnTo>
                <a:lnTo>
                  <a:pt x="291910" y="130009"/>
                </a:lnTo>
                <a:lnTo>
                  <a:pt x="292443" y="130285"/>
                </a:lnTo>
                <a:lnTo>
                  <a:pt x="292987" y="130552"/>
                </a:lnTo>
                <a:lnTo>
                  <a:pt x="293542" y="130810"/>
                </a:lnTo>
                <a:lnTo>
                  <a:pt x="294109" y="131058"/>
                </a:lnTo>
                <a:lnTo>
                  <a:pt x="294686" y="131296"/>
                </a:lnTo>
                <a:lnTo>
                  <a:pt x="295273" y="131525"/>
                </a:lnTo>
                <a:lnTo>
                  <a:pt x="295870" y="131743"/>
                </a:lnTo>
                <a:lnTo>
                  <a:pt x="296477" y="131951"/>
                </a:lnTo>
                <a:lnTo>
                  <a:pt x="297093" y="132149"/>
                </a:lnTo>
                <a:lnTo>
                  <a:pt x="297718" y="132336"/>
                </a:lnTo>
                <a:lnTo>
                  <a:pt x="298353" y="132514"/>
                </a:lnTo>
                <a:lnTo>
                  <a:pt x="298998" y="132681"/>
                </a:lnTo>
                <a:lnTo>
                  <a:pt x="299653" y="132838"/>
                </a:lnTo>
                <a:lnTo>
                  <a:pt x="300317" y="132986"/>
                </a:lnTo>
                <a:lnTo>
                  <a:pt x="300990" y="133122"/>
                </a:lnTo>
                <a:lnTo>
                  <a:pt x="301673" y="133249"/>
                </a:lnTo>
                <a:lnTo>
                  <a:pt x="302366" y="133366"/>
                </a:lnTo>
                <a:lnTo>
                  <a:pt x="303068" y="133473"/>
                </a:lnTo>
                <a:lnTo>
                  <a:pt x="303780" y="133569"/>
                </a:lnTo>
                <a:lnTo>
                  <a:pt x="304502" y="133655"/>
                </a:lnTo>
                <a:lnTo>
                  <a:pt x="305233" y="133731"/>
                </a:lnTo>
                <a:lnTo>
                  <a:pt x="305974" y="133797"/>
                </a:lnTo>
                <a:lnTo>
                  <a:pt x="306724" y="133853"/>
                </a:lnTo>
                <a:lnTo>
                  <a:pt x="307484" y="133899"/>
                </a:lnTo>
                <a:lnTo>
                  <a:pt x="308254" y="133934"/>
                </a:lnTo>
                <a:lnTo>
                  <a:pt x="309033" y="133960"/>
                </a:lnTo>
                <a:lnTo>
                  <a:pt x="309822" y="133975"/>
                </a:lnTo>
                <a:lnTo>
                  <a:pt x="310621" y="133980"/>
                </a:lnTo>
                <a:lnTo>
                  <a:pt x="317573" y="133980"/>
                </a:lnTo>
                <a:lnTo>
                  <a:pt x="318773" y="133968"/>
                </a:lnTo>
                <a:lnTo>
                  <a:pt x="319950" y="133933"/>
                </a:lnTo>
                <a:lnTo>
                  <a:pt x="321105" y="133875"/>
                </a:lnTo>
                <a:lnTo>
                  <a:pt x="322236" y="133793"/>
                </a:lnTo>
                <a:close/>
                <a:moveTo>
                  <a:pt x="413119" y="133802"/>
                </a:moveTo>
                <a:lnTo>
                  <a:pt x="413935" y="133723"/>
                </a:lnTo>
                <a:lnTo>
                  <a:pt x="414742" y="133630"/>
                </a:lnTo>
                <a:lnTo>
                  <a:pt x="415539" y="133523"/>
                </a:lnTo>
                <a:lnTo>
                  <a:pt x="416326" y="133402"/>
                </a:lnTo>
                <a:lnTo>
                  <a:pt x="417103" y="133267"/>
                </a:lnTo>
                <a:lnTo>
                  <a:pt x="417872" y="133117"/>
                </a:lnTo>
                <a:lnTo>
                  <a:pt x="418630" y="132953"/>
                </a:lnTo>
                <a:lnTo>
                  <a:pt x="419379" y="132774"/>
                </a:lnTo>
                <a:lnTo>
                  <a:pt x="420118" y="132582"/>
                </a:lnTo>
                <a:lnTo>
                  <a:pt x="420848" y="132375"/>
                </a:lnTo>
                <a:lnTo>
                  <a:pt x="421568" y="132154"/>
                </a:lnTo>
                <a:lnTo>
                  <a:pt x="422278" y="131919"/>
                </a:lnTo>
                <a:lnTo>
                  <a:pt x="422979" y="131669"/>
                </a:lnTo>
                <a:lnTo>
                  <a:pt x="423671" y="131405"/>
                </a:lnTo>
                <a:lnTo>
                  <a:pt x="424352" y="131127"/>
                </a:lnTo>
                <a:lnTo>
                  <a:pt x="425024" y="130835"/>
                </a:lnTo>
                <a:lnTo>
                  <a:pt x="425687" y="130528"/>
                </a:lnTo>
                <a:lnTo>
                  <a:pt x="426340" y="130207"/>
                </a:lnTo>
                <a:lnTo>
                  <a:pt x="426983" y="129872"/>
                </a:lnTo>
                <a:lnTo>
                  <a:pt x="427616" y="129523"/>
                </a:lnTo>
                <a:lnTo>
                  <a:pt x="428236" y="129161"/>
                </a:lnTo>
                <a:lnTo>
                  <a:pt x="428845" y="128787"/>
                </a:lnTo>
                <a:lnTo>
                  <a:pt x="429441" y="128399"/>
                </a:lnTo>
                <a:lnTo>
                  <a:pt x="430025" y="127999"/>
                </a:lnTo>
                <a:lnTo>
                  <a:pt x="430598" y="127586"/>
                </a:lnTo>
                <a:lnTo>
                  <a:pt x="431158" y="127160"/>
                </a:lnTo>
                <a:lnTo>
                  <a:pt x="431706" y="126721"/>
                </a:lnTo>
                <a:lnTo>
                  <a:pt x="432242" y="126269"/>
                </a:lnTo>
                <a:lnTo>
                  <a:pt x="432766" y="125804"/>
                </a:lnTo>
                <a:lnTo>
                  <a:pt x="433278" y="125326"/>
                </a:lnTo>
                <a:lnTo>
                  <a:pt x="433778" y="124836"/>
                </a:lnTo>
                <a:lnTo>
                  <a:pt x="434266" y="124332"/>
                </a:lnTo>
                <a:lnTo>
                  <a:pt x="434741" y="123816"/>
                </a:lnTo>
                <a:lnTo>
                  <a:pt x="435205" y="123286"/>
                </a:lnTo>
                <a:lnTo>
                  <a:pt x="435657" y="122744"/>
                </a:lnTo>
                <a:lnTo>
                  <a:pt x="436096" y="122189"/>
                </a:lnTo>
                <a:lnTo>
                  <a:pt x="436524" y="121621"/>
                </a:lnTo>
                <a:lnTo>
                  <a:pt x="436939" y="121040"/>
                </a:lnTo>
                <a:lnTo>
                  <a:pt x="437342" y="120447"/>
                </a:lnTo>
                <a:lnTo>
                  <a:pt x="437733" y="119840"/>
                </a:lnTo>
                <a:lnTo>
                  <a:pt x="438113" y="119221"/>
                </a:lnTo>
                <a:lnTo>
                  <a:pt x="438480" y="118588"/>
                </a:lnTo>
                <a:lnTo>
                  <a:pt x="438835" y="117943"/>
                </a:lnTo>
                <a:lnTo>
                  <a:pt x="439176" y="117286"/>
                </a:lnTo>
                <a:lnTo>
                  <a:pt x="439504" y="116618"/>
                </a:lnTo>
                <a:lnTo>
                  <a:pt x="439816" y="115940"/>
                </a:lnTo>
                <a:lnTo>
                  <a:pt x="440114" y="115250"/>
                </a:lnTo>
                <a:lnTo>
                  <a:pt x="440398" y="114551"/>
                </a:lnTo>
                <a:lnTo>
                  <a:pt x="440667" y="113840"/>
                </a:lnTo>
                <a:lnTo>
                  <a:pt x="440921" y="113119"/>
                </a:lnTo>
                <a:lnTo>
                  <a:pt x="441161" y="112387"/>
                </a:lnTo>
                <a:lnTo>
                  <a:pt x="441387" y="111644"/>
                </a:lnTo>
                <a:lnTo>
                  <a:pt x="441597" y="110891"/>
                </a:lnTo>
                <a:lnTo>
                  <a:pt x="441794" y="110127"/>
                </a:lnTo>
                <a:lnTo>
                  <a:pt x="441975" y="109352"/>
                </a:lnTo>
                <a:lnTo>
                  <a:pt x="442143" y="108566"/>
                </a:lnTo>
                <a:lnTo>
                  <a:pt x="442295" y="107770"/>
                </a:lnTo>
                <a:lnTo>
                  <a:pt x="442433" y="106963"/>
                </a:lnTo>
                <a:lnTo>
                  <a:pt x="442557" y="106146"/>
                </a:lnTo>
                <a:lnTo>
                  <a:pt x="442666" y="105318"/>
                </a:lnTo>
                <a:lnTo>
                  <a:pt x="442761" y="104479"/>
                </a:lnTo>
                <a:lnTo>
                  <a:pt x="442841" y="103629"/>
                </a:lnTo>
                <a:lnTo>
                  <a:pt x="442906" y="102769"/>
                </a:lnTo>
                <a:lnTo>
                  <a:pt x="442957" y="101898"/>
                </a:lnTo>
                <a:lnTo>
                  <a:pt x="442993" y="101016"/>
                </a:lnTo>
                <a:lnTo>
                  <a:pt x="443015" y="100124"/>
                </a:lnTo>
                <a:lnTo>
                  <a:pt x="443022" y="99220"/>
                </a:lnTo>
                <a:lnTo>
                  <a:pt x="443022" y="79314"/>
                </a:lnTo>
                <a:lnTo>
                  <a:pt x="443015" y="78398"/>
                </a:lnTo>
                <a:lnTo>
                  <a:pt x="442993" y="77494"/>
                </a:lnTo>
                <a:lnTo>
                  <a:pt x="442957" y="76601"/>
                </a:lnTo>
                <a:lnTo>
                  <a:pt x="442906" y="75719"/>
                </a:lnTo>
                <a:lnTo>
                  <a:pt x="442841" y="74849"/>
                </a:lnTo>
                <a:lnTo>
                  <a:pt x="442761" y="73991"/>
                </a:lnTo>
                <a:lnTo>
                  <a:pt x="442666" y="73144"/>
                </a:lnTo>
                <a:lnTo>
                  <a:pt x="442557" y="72309"/>
                </a:lnTo>
                <a:lnTo>
                  <a:pt x="442433" y="71485"/>
                </a:lnTo>
                <a:lnTo>
                  <a:pt x="442295" y="70673"/>
                </a:lnTo>
                <a:lnTo>
                  <a:pt x="442143" y="69872"/>
                </a:lnTo>
                <a:lnTo>
                  <a:pt x="441975" y="69083"/>
                </a:lnTo>
                <a:lnTo>
                  <a:pt x="441794" y="68305"/>
                </a:lnTo>
                <a:lnTo>
                  <a:pt x="441597" y="67539"/>
                </a:lnTo>
                <a:lnTo>
                  <a:pt x="441387" y="66785"/>
                </a:lnTo>
                <a:lnTo>
                  <a:pt x="441161" y="66042"/>
                </a:lnTo>
                <a:lnTo>
                  <a:pt x="440921" y="65310"/>
                </a:lnTo>
                <a:lnTo>
                  <a:pt x="440667" y="64590"/>
                </a:lnTo>
                <a:lnTo>
                  <a:pt x="440398" y="63882"/>
                </a:lnTo>
                <a:lnTo>
                  <a:pt x="440114" y="63185"/>
                </a:lnTo>
                <a:lnTo>
                  <a:pt x="439816" y="62499"/>
                </a:lnTo>
                <a:lnTo>
                  <a:pt x="439504" y="61825"/>
                </a:lnTo>
                <a:lnTo>
                  <a:pt x="439176" y="61163"/>
                </a:lnTo>
                <a:lnTo>
                  <a:pt x="438835" y="60512"/>
                </a:lnTo>
                <a:lnTo>
                  <a:pt x="438480" y="59873"/>
                </a:lnTo>
                <a:lnTo>
                  <a:pt x="438113" y="59247"/>
                </a:lnTo>
                <a:lnTo>
                  <a:pt x="437735" y="58633"/>
                </a:lnTo>
                <a:lnTo>
                  <a:pt x="437344" y="58033"/>
                </a:lnTo>
                <a:lnTo>
                  <a:pt x="436942" y="57444"/>
                </a:lnTo>
                <a:lnTo>
                  <a:pt x="436529" y="56868"/>
                </a:lnTo>
                <a:lnTo>
                  <a:pt x="436103" y="56305"/>
                </a:lnTo>
                <a:lnTo>
                  <a:pt x="435665" y="55755"/>
                </a:lnTo>
                <a:lnTo>
                  <a:pt x="435216" y="55217"/>
                </a:lnTo>
                <a:lnTo>
                  <a:pt x="434755" y="54692"/>
                </a:lnTo>
                <a:lnTo>
                  <a:pt x="434282" y="54179"/>
                </a:lnTo>
                <a:lnTo>
                  <a:pt x="433798" y="53679"/>
                </a:lnTo>
                <a:lnTo>
                  <a:pt x="433301" y="53192"/>
                </a:lnTo>
                <a:lnTo>
                  <a:pt x="432793" y="52717"/>
                </a:lnTo>
                <a:lnTo>
                  <a:pt x="432273" y="52255"/>
                </a:lnTo>
                <a:lnTo>
                  <a:pt x="431741" y="51805"/>
                </a:lnTo>
                <a:lnTo>
                  <a:pt x="431198" y="51368"/>
                </a:lnTo>
                <a:lnTo>
                  <a:pt x="430643" y="50944"/>
                </a:lnTo>
                <a:lnTo>
                  <a:pt x="430075" y="50532"/>
                </a:lnTo>
                <a:lnTo>
                  <a:pt x="429496" y="50133"/>
                </a:lnTo>
                <a:lnTo>
                  <a:pt x="428906" y="49747"/>
                </a:lnTo>
                <a:lnTo>
                  <a:pt x="428303" y="49373"/>
                </a:lnTo>
                <a:lnTo>
                  <a:pt x="427689" y="49011"/>
                </a:lnTo>
                <a:lnTo>
                  <a:pt x="427063" y="48663"/>
                </a:lnTo>
                <a:lnTo>
                  <a:pt x="426426" y="48328"/>
                </a:lnTo>
                <a:lnTo>
                  <a:pt x="425778" y="48007"/>
                </a:lnTo>
                <a:lnTo>
                  <a:pt x="425120" y="47700"/>
                </a:lnTo>
                <a:lnTo>
                  <a:pt x="424452" y="47407"/>
                </a:lnTo>
                <a:lnTo>
                  <a:pt x="423773" y="47129"/>
                </a:lnTo>
                <a:lnTo>
                  <a:pt x="423084" y="46865"/>
                </a:lnTo>
                <a:lnTo>
                  <a:pt x="422384" y="46616"/>
                </a:lnTo>
                <a:lnTo>
                  <a:pt x="421674" y="46380"/>
                </a:lnTo>
                <a:lnTo>
                  <a:pt x="420954" y="46159"/>
                </a:lnTo>
                <a:lnTo>
                  <a:pt x="420223" y="45953"/>
                </a:lnTo>
                <a:lnTo>
                  <a:pt x="419481" y="45760"/>
                </a:lnTo>
                <a:lnTo>
                  <a:pt x="418730" y="45582"/>
                </a:lnTo>
                <a:lnTo>
                  <a:pt x="417967" y="45418"/>
                </a:lnTo>
                <a:lnTo>
                  <a:pt x="417195" y="45268"/>
                </a:lnTo>
                <a:lnTo>
                  <a:pt x="416412" y="45132"/>
                </a:lnTo>
                <a:lnTo>
                  <a:pt x="415618" y="45011"/>
                </a:lnTo>
                <a:lnTo>
                  <a:pt x="414814" y="44904"/>
                </a:lnTo>
                <a:lnTo>
                  <a:pt x="414000" y="44811"/>
                </a:lnTo>
                <a:lnTo>
                  <a:pt x="413175" y="44733"/>
                </a:lnTo>
                <a:lnTo>
                  <a:pt x="412340" y="44669"/>
                </a:lnTo>
                <a:lnTo>
                  <a:pt x="411494" y="44619"/>
                </a:lnTo>
                <a:lnTo>
                  <a:pt x="410638" y="44583"/>
                </a:lnTo>
                <a:lnTo>
                  <a:pt x="409771" y="44562"/>
                </a:lnTo>
                <a:lnTo>
                  <a:pt x="408895" y="44555"/>
                </a:lnTo>
                <a:lnTo>
                  <a:pt x="408030" y="44562"/>
                </a:lnTo>
                <a:lnTo>
                  <a:pt x="407175" y="44583"/>
                </a:lnTo>
                <a:lnTo>
                  <a:pt x="406330" y="44619"/>
                </a:lnTo>
                <a:lnTo>
                  <a:pt x="405495" y="44669"/>
                </a:lnTo>
                <a:lnTo>
                  <a:pt x="404669" y="44733"/>
                </a:lnTo>
                <a:lnTo>
                  <a:pt x="403853" y="44811"/>
                </a:lnTo>
                <a:lnTo>
                  <a:pt x="403046" y="44904"/>
                </a:lnTo>
                <a:lnTo>
                  <a:pt x="402249" y="45011"/>
                </a:lnTo>
                <a:lnTo>
                  <a:pt x="401461" y="45132"/>
                </a:lnTo>
                <a:lnTo>
                  <a:pt x="400684" y="45268"/>
                </a:lnTo>
                <a:lnTo>
                  <a:pt x="399915" y="45418"/>
                </a:lnTo>
                <a:lnTo>
                  <a:pt x="399157" y="45582"/>
                </a:lnTo>
                <a:lnTo>
                  <a:pt x="398407" y="45760"/>
                </a:lnTo>
                <a:lnTo>
                  <a:pt x="397668" y="45953"/>
                </a:lnTo>
                <a:lnTo>
                  <a:pt x="396938" y="46159"/>
                </a:lnTo>
                <a:lnTo>
                  <a:pt x="396218" y="46380"/>
                </a:lnTo>
                <a:lnTo>
                  <a:pt x="395507" y="46616"/>
                </a:lnTo>
                <a:lnTo>
                  <a:pt x="394806" y="46865"/>
                </a:lnTo>
                <a:lnTo>
                  <a:pt x="394115" y="47129"/>
                </a:lnTo>
                <a:lnTo>
                  <a:pt x="393433" y="47407"/>
                </a:lnTo>
                <a:lnTo>
                  <a:pt x="392760" y="47700"/>
                </a:lnTo>
                <a:lnTo>
                  <a:pt x="392098" y="48007"/>
                </a:lnTo>
                <a:lnTo>
                  <a:pt x="391445" y="48328"/>
                </a:lnTo>
                <a:lnTo>
                  <a:pt x="390801" y="48663"/>
                </a:lnTo>
                <a:lnTo>
                  <a:pt x="390169" y="49011"/>
                </a:lnTo>
                <a:lnTo>
                  <a:pt x="389548" y="49373"/>
                </a:lnTo>
                <a:lnTo>
                  <a:pt x="388940" y="49747"/>
                </a:lnTo>
                <a:lnTo>
                  <a:pt x="388344" y="50133"/>
                </a:lnTo>
                <a:lnTo>
                  <a:pt x="387760" y="50532"/>
                </a:lnTo>
                <a:lnTo>
                  <a:pt x="387187" y="50944"/>
                </a:lnTo>
                <a:lnTo>
                  <a:pt x="386627" y="51368"/>
                </a:lnTo>
                <a:lnTo>
                  <a:pt x="386079" y="51805"/>
                </a:lnTo>
                <a:lnTo>
                  <a:pt x="385543" y="52255"/>
                </a:lnTo>
                <a:lnTo>
                  <a:pt x="385020" y="52717"/>
                </a:lnTo>
                <a:lnTo>
                  <a:pt x="384508" y="53192"/>
                </a:lnTo>
                <a:lnTo>
                  <a:pt x="384008" y="53679"/>
                </a:lnTo>
                <a:lnTo>
                  <a:pt x="383520" y="54179"/>
                </a:lnTo>
                <a:lnTo>
                  <a:pt x="383045" y="54692"/>
                </a:lnTo>
                <a:lnTo>
                  <a:pt x="382581" y="55217"/>
                </a:lnTo>
                <a:lnTo>
                  <a:pt x="382130" y="55755"/>
                </a:lnTo>
                <a:lnTo>
                  <a:pt x="381690" y="56305"/>
                </a:lnTo>
                <a:lnTo>
                  <a:pt x="381263" y="56868"/>
                </a:lnTo>
                <a:lnTo>
                  <a:pt x="380848" y="57444"/>
                </a:lnTo>
                <a:lnTo>
                  <a:pt x="380444" y="58033"/>
                </a:lnTo>
                <a:lnTo>
                  <a:pt x="380053" y="58633"/>
                </a:lnTo>
                <a:lnTo>
                  <a:pt x="379674" y="59247"/>
                </a:lnTo>
                <a:lnTo>
                  <a:pt x="379307" y="59873"/>
                </a:lnTo>
                <a:lnTo>
                  <a:pt x="378952" y="60512"/>
                </a:lnTo>
                <a:lnTo>
                  <a:pt x="378610" y="61163"/>
                </a:lnTo>
                <a:lnTo>
                  <a:pt x="378283" y="61825"/>
                </a:lnTo>
                <a:lnTo>
                  <a:pt x="377971" y="62499"/>
                </a:lnTo>
                <a:lnTo>
                  <a:pt x="377673" y="63185"/>
                </a:lnTo>
                <a:lnTo>
                  <a:pt x="377390" y="63882"/>
                </a:lnTo>
                <a:lnTo>
                  <a:pt x="377121" y="64590"/>
                </a:lnTo>
                <a:lnTo>
                  <a:pt x="376867" y="65310"/>
                </a:lnTo>
                <a:lnTo>
                  <a:pt x="376627" y="66042"/>
                </a:lnTo>
                <a:lnTo>
                  <a:pt x="376402" y="66785"/>
                </a:lnTo>
                <a:lnTo>
                  <a:pt x="376191" y="67539"/>
                </a:lnTo>
                <a:lnTo>
                  <a:pt x="375995" y="68305"/>
                </a:lnTo>
                <a:lnTo>
                  <a:pt x="375813" y="69083"/>
                </a:lnTo>
                <a:lnTo>
                  <a:pt x="375646" y="69872"/>
                </a:lnTo>
                <a:lnTo>
                  <a:pt x="375493" y="70673"/>
                </a:lnTo>
                <a:lnTo>
                  <a:pt x="375355" y="71485"/>
                </a:lnTo>
                <a:lnTo>
                  <a:pt x="375232" y="72309"/>
                </a:lnTo>
                <a:lnTo>
                  <a:pt x="375123" y="73144"/>
                </a:lnTo>
                <a:lnTo>
                  <a:pt x="375028" y="73991"/>
                </a:lnTo>
                <a:lnTo>
                  <a:pt x="374948" y="74849"/>
                </a:lnTo>
                <a:lnTo>
                  <a:pt x="374883" y="75719"/>
                </a:lnTo>
                <a:lnTo>
                  <a:pt x="374832" y="76601"/>
                </a:lnTo>
                <a:lnTo>
                  <a:pt x="374796" y="77494"/>
                </a:lnTo>
                <a:lnTo>
                  <a:pt x="374774" y="78398"/>
                </a:lnTo>
                <a:lnTo>
                  <a:pt x="374767" y="79314"/>
                </a:lnTo>
                <a:lnTo>
                  <a:pt x="374767" y="99220"/>
                </a:lnTo>
                <a:lnTo>
                  <a:pt x="374774" y="100124"/>
                </a:lnTo>
                <a:lnTo>
                  <a:pt x="374796" y="101016"/>
                </a:lnTo>
                <a:lnTo>
                  <a:pt x="374832" y="101898"/>
                </a:lnTo>
                <a:lnTo>
                  <a:pt x="374883" y="102769"/>
                </a:lnTo>
                <a:lnTo>
                  <a:pt x="374948" y="103629"/>
                </a:lnTo>
                <a:lnTo>
                  <a:pt x="375028" y="104479"/>
                </a:lnTo>
                <a:lnTo>
                  <a:pt x="375123" y="105318"/>
                </a:lnTo>
                <a:lnTo>
                  <a:pt x="375232" y="106146"/>
                </a:lnTo>
                <a:lnTo>
                  <a:pt x="375355" y="106963"/>
                </a:lnTo>
                <a:lnTo>
                  <a:pt x="375493" y="107770"/>
                </a:lnTo>
                <a:lnTo>
                  <a:pt x="375646" y="108566"/>
                </a:lnTo>
                <a:lnTo>
                  <a:pt x="375813" y="109352"/>
                </a:lnTo>
                <a:lnTo>
                  <a:pt x="375995" y="110127"/>
                </a:lnTo>
                <a:lnTo>
                  <a:pt x="376191" y="110891"/>
                </a:lnTo>
                <a:lnTo>
                  <a:pt x="376402" y="111644"/>
                </a:lnTo>
                <a:lnTo>
                  <a:pt x="376627" y="112387"/>
                </a:lnTo>
                <a:lnTo>
                  <a:pt x="376867" y="113119"/>
                </a:lnTo>
                <a:lnTo>
                  <a:pt x="377121" y="113840"/>
                </a:lnTo>
                <a:lnTo>
                  <a:pt x="377390" y="114551"/>
                </a:lnTo>
                <a:lnTo>
                  <a:pt x="377673" y="115250"/>
                </a:lnTo>
                <a:lnTo>
                  <a:pt x="377971" y="115940"/>
                </a:lnTo>
                <a:lnTo>
                  <a:pt x="378283" y="116618"/>
                </a:lnTo>
                <a:lnTo>
                  <a:pt x="378610" y="117286"/>
                </a:lnTo>
                <a:lnTo>
                  <a:pt x="378952" y="117943"/>
                </a:lnTo>
                <a:lnTo>
                  <a:pt x="379307" y="118588"/>
                </a:lnTo>
                <a:lnTo>
                  <a:pt x="379674" y="119221"/>
                </a:lnTo>
                <a:lnTo>
                  <a:pt x="380053" y="119840"/>
                </a:lnTo>
                <a:lnTo>
                  <a:pt x="380444" y="120447"/>
                </a:lnTo>
                <a:lnTo>
                  <a:pt x="380848" y="121040"/>
                </a:lnTo>
                <a:lnTo>
                  <a:pt x="381263" y="121621"/>
                </a:lnTo>
                <a:lnTo>
                  <a:pt x="381690" y="122189"/>
                </a:lnTo>
                <a:lnTo>
                  <a:pt x="382130" y="122744"/>
                </a:lnTo>
                <a:lnTo>
                  <a:pt x="382581" y="123286"/>
                </a:lnTo>
                <a:lnTo>
                  <a:pt x="383045" y="123816"/>
                </a:lnTo>
                <a:lnTo>
                  <a:pt x="383520" y="124332"/>
                </a:lnTo>
                <a:lnTo>
                  <a:pt x="384008" y="124836"/>
                </a:lnTo>
                <a:lnTo>
                  <a:pt x="384508" y="125326"/>
                </a:lnTo>
                <a:lnTo>
                  <a:pt x="385020" y="125804"/>
                </a:lnTo>
                <a:lnTo>
                  <a:pt x="385543" y="126269"/>
                </a:lnTo>
                <a:lnTo>
                  <a:pt x="386079" y="126721"/>
                </a:lnTo>
                <a:lnTo>
                  <a:pt x="386627" y="127160"/>
                </a:lnTo>
                <a:lnTo>
                  <a:pt x="387187" y="127586"/>
                </a:lnTo>
                <a:lnTo>
                  <a:pt x="387760" y="127999"/>
                </a:lnTo>
                <a:lnTo>
                  <a:pt x="388344" y="128399"/>
                </a:lnTo>
                <a:lnTo>
                  <a:pt x="388940" y="128787"/>
                </a:lnTo>
                <a:lnTo>
                  <a:pt x="389548" y="129161"/>
                </a:lnTo>
                <a:lnTo>
                  <a:pt x="390169" y="129523"/>
                </a:lnTo>
                <a:lnTo>
                  <a:pt x="390801" y="129872"/>
                </a:lnTo>
                <a:lnTo>
                  <a:pt x="391445" y="130207"/>
                </a:lnTo>
                <a:lnTo>
                  <a:pt x="392098" y="130528"/>
                </a:lnTo>
                <a:lnTo>
                  <a:pt x="392760" y="130835"/>
                </a:lnTo>
                <a:lnTo>
                  <a:pt x="393433" y="131127"/>
                </a:lnTo>
                <a:lnTo>
                  <a:pt x="394115" y="131405"/>
                </a:lnTo>
                <a:lnTo>
                  <a:pt x="394806" y="131669"/>
                </a:lnTo>
                <a:lnTo>
                  <a:pt x="395507" y="131919"/>
                </a:lnTo>
                <a:lnTo>
                  <a:pt x="396218" y="132154"/>
                </a:lnTo>
                <a:lnTo>
                  <a:pt x="396938" y="132375"/>
                </a:lnTo>
                <a:lnTo>
                  <a:pt x="397668" y="132582"/>
                </a:lnTo>
                <a:lnTo>
                  <a:pt x="398407" y="132774"/>
                </a:lnTo>
                <a:lnTo>
                  <a:pt x="399157" y="132953"/>
                </a:lnTo>
                <a:lnTo>
                  <a:pt x="399915" y="133117"/>
                </a:lnTo>
                <a:lnTo>
                  <a:pt x="400684" y="133267"/>
                </a:lnTo>
                <a:lnTo>
                  <a:pt x="401461" y="133402"/>
                </a:lnTo>
                <a:lnTo>
                  <a:pt x="402249" y="133523"/>
                </a:lnTo>
                <a:lnTo>
                  <a:pt x="403046" y="133630"/>
                </a:lnTo>
                <a:lnTo>
                  <a:pt x="403853" y="133723"/>
                </a:lnTo>
                <a:lnTo>
                  <a:pt x="404669" y="133802"/>
                </a:lnTo>
                <a:lnTo>
                  <a:pt x="405495" y="133866"/>
                </a:lnTo>
                <a:lnTo>
                  <a:pt x="406330" y="133916"/>
                </a:lnTo>
                <a:lnTo>
                  <a:pt x="407175" y="133951"/>
                </a:lnTo>
                <a:lnTo>
                  <a:pt x="408030" y="133973"/>
                </a:lnTo>
                <a:lnTo>
                  <a:pt x="408895" y="133980"/>
                </a:lnTo>
                <a:lnTo>
                  <a:pt x="409759" y="133973"/>
                </a:lnTo>
                <a:lnTo>
                  <a:pt x="410613" y="133951"/>
                </a:lnTo>
                <a:lnTo>
                  <a:pt x="411458" y="133916"/>
                </a:lnTo>
                <a:lnTo>
                  <a:pt x="412293" y="133866"/>
                </a:lnTo>
                <a:lnTo>
                  <a:pt x="413119" y="133802"/>
                </a:lnTo>
                <a:close/>
                <a:moveTo>
                  <a:pt x="405241" y="121114"/>
                </a:moveTo>
                <a:lnTo>
                  <a:pt x="404550" y="121014"/>
                </a:lnTo>
                <a:lnTo>
                  <a:pt x="403871" y="120896"/>
                </a:lnTo>
                <a:lnTo>
                  <a:pt x="403207" y="120761"/>
                </a:lnTo>
                <a:lnTo>
                  <a:pt x="402555" y="120607"/>
                </a:lnTo>
                <a:lnTo>
                  <a:pt x="401916" y="120435"/>
                </a:lnTo>
                <a:lnTo>
                  <a:pt x="401291" y="120245"/>
                </a:lnTo>
                <a:lnTo>
                  <a:pt x="400678" y="120037"/>
                </a:lnTo>
                <a:lnTo>
                  <a:pt x="400079" y="119811"/>
                </a:lnTo>
                <a:lnTo>
                  <a:pt x="399493" y="119566"/>
                </a:lnTo>
                <a:lnTo>
                  <a:pt x="398920" y="119304"/>
                </a:lnTo>
                <a:lnTo>
                  <a:pt x="398361" y="119023"/>
                </a:lnTo>
                <a:lnTo>
                  <a:pt x="397814" y="118725"/>
                </a:lnTo>
                <a:lnTo>
                  <a:pt x="397281" y="118408"/>
                </a:lnTo>
                <a:lnTo>
                  <a:pt x="396761" y="118073"/>
                </a:lnTo>
                <a:lnTo>
                  <a:pt x="396254" y="117720"/>
                </a:lnTo>
                <a:lnTo>
                  <a:pt x="395760" y="117349"/>
                </a:lnTo>
                <a:lnTo>
                  <a:pt x="395279" y="116960"/>
                </a:lnTo>
                <a:lnTo>
                  <a:pt x="394812" y="116553"/>
                </a:lnTo>
                <a:lnTo>
                  <a:pt x="394357" y="116128"/>
                </a:lnTo>
                <a:lnTo>
                  <a:pt x="393919" y="115685"/>
                </a:lnTo>
                <a:lnTo>
                  <a:pt x="393499" y="115224"/>
                </a:lnTo>
                <a:lnTo>
                  <a:pt x="393098" y="114747"/>
                </a:lnTo>
                <a:lnTo>
                  <a:pt x="392716" y="114253"/>
                </a:lnTo>
                <a:lnTo>
                  <a:pt x="392352" y="113742"/>
                </a:lnTo>
                <a:lnTo>
                  <a:pt x="392007" y="113214"/>
                </a:lnTo>
                <a:lnTo>
                  <a:pt x="391681" y="112669"/>
                </a:lnTo>
                <a:lnTo>
                  <a:pt x="391373" y="112107"/>
                </a:lnTo>
                <a:lnTo>
                  <a:pt x="391084" y="111528"/>
                </a:lnTo>
                <a:lnTo>
                  <a:pt x="390814" y="110932"/>
                </a:lnTo>
                <a:lnTo>
                  <a:pt x="390562" y="110319"/>
                </a:lnTo>
                <a:lnTo>
                  <a:pt x="390329" y="109689"/>
                </a:lnTo>
                <a:lnTo>
                  <a:pt x="390114" y="109042"/>
                </a:lnTo>
                <a:lnTo>
                  <a:pt x="389918" y="108378"/>
                </a:lnTo>
                <a:lnTo>
                  <a:pt x="389741" y="107697"/>
                </a:lnTo>
                <a:lnTo>
                  <a:pt x="389583" y="106999"/>
                </a:lnTo>
                <a:lnTo>
                  <a:pt x="389443" y="106283"/>
                </a:lnTo>
                <a:lnTo>
                  <a:pt x="389322" y="105551"/>
                </a:lnTo>
                <a:lnTo>
                  <a:pt x="389219" y="104802"/>
                </a:lnTo>
                <a:lnTo>
                  <a:pt x="389135" y="104036"/>
                </a:lnTo>
                <a:lnTo>
                  <a:pt x="389070" y="103253"/>
                </a:lnTo>
                <a:lnTo>
                  <a:pt x="389023" y="102453"/>
                </a:lnTo>
                <a:lnTo>
                  <a:pt x="388995" y="101636"/>
                </a:lnTo>
                <a:lnTo>
                  <a:pt x="388986" y="100802"/>
                </a:lnTo>
                <a:lnTo>
                  <a:pt x="388986" y="77733"/>
                </a:lnTo>
                <a:lnTo>
                  <a:pt x="388995" y="76899"/>
                </a:lnTo>
                <a:lnTo>
                  <a:pt x="389023" y="76081"/>
                </a:lnTo>
                <a:lnTo>
                  <a:pt x="389070" y="75281"/>
                </a:lnTo>
                <a:lnTo>
                  <a:pt x="389135" y="74498"/>
                </a:lnTo>
                <a:lnTo>
                  <a:pt x="389219" y="73732"/>
                </a:lnTo>
                <a:lnTo>
                  <a:pt x="389322" y="72983"/>
                </a:lnTo>
                <a:lnTo>
                  <a:pt x="389443" y="72251"/>
                </a:lnTo>
                <a:lnTo>
                  <a:pt x="389583" y="71536"/>
                </a:lnTo>
                <a:lnTo>
                  <a:pt x="389741" y="70838"/>
                </a:lnTo>
                <a:lnTo>
                  <a:pt x="389918" y="70157"/>
                </a:lnTo>
                <a:lnTo>
                  <a:pt x="390114" y="69493"/>
                </a:lnTo>
                <a:lnTo>
                  <a:pt x="390329" y="68846"/>
                </a:lnTo>
                <a:lnTo>
                  <a:pt x="390562" y="68216"/>
                </a:lnTo>
                <a:lnTo>
                  <a:pt x="390814" y="67603"/>
                </a:lnTo>
                <a:lnTo>
                  <a:pt x="391084" y="67007"/>
                </a:lnTo>
                <a:lnTo>
                  <a:pt x="391373" y="66428"/>
                </a:lnTo>
                <a:lnTo>
                  <a:pt x="391681" y="65867"/>
                </a:lnTo>
                <a:lnTo>
                  <a:pt x="392007" y="65322"/>
                </a:lnTo>
                <a:lnTo>
                  <a:pt x="392352" y="64794"/>
                </a:lnTo>
                <a:lnTo>
                  <a:pt x="392716" y="64283"/>
                </a:lnTo>
                <a:lnTo>
                  <a:pt x="393098" y="63789"/>
                </a:lnTo>
                <a:lnTo>
                  <a:pt x="393499" y="63312"/>
                </a:lnTo>
                <a:lnTo>
                  <a:pt x="393919" y="62852"/>
                </a:lnTo>
                <a:lnTo>
                  <a:pt x="394357" y="62409"/>
                </a:lnTo>
                <a:lnTo>
                  <a:pt x="394812" y="61984"/>
                </a:lnTo>
                <a:lnTo>
                  <a:pt x="395279" y="61576"/>
                </a:lnTo>
                <a:lnTo>
                  <a:pt x="395760" y="61187"/>
                </a:lnTo>
                <a:lnTo>
                  <a:pt x="396254" y="60816"/>
                </a:lnTo>
                <a:lnTo>
                  <a:pt x="396761" y="60463"/>
                </a:lnTo>
                <a:lnTo>
                  <a:pt x="397281" y="60128"/>
                </a:lnTo>
                <a:lnTo>
                  <a:pt x="397814" y="59811"/>
                </a:lnTo>
                <a:lnTo>
                  <a:pt x="398361" y="59512"/>
                </a:lnTo>
                <a:lnTo>
                  <a:pt x="398920" y="59232"/>
                </a:lnTo>
                <a:lnTo>
                  <a:pt x="399493" y="58969"/>
                </a:lnTo>
                <a:lnTo>
                  <a:pt x="400079" y="58725"/>
                </a:lnTo>
                <a:lnTo>
                  <a:pt x="400678" y="58498"/>
                </a:lnTo>
                <a:lnTo>
                  <a:pt x="401291" y="58290"/>
                </a:lnTo>
                <a:lnTo>
                  <a:pt x="401916" y="58100"/>
                </a:lnTo>
                <a:lnTo>
                  <a:pt x="402555" y="57928"/>
                </a:lnTo>
                <a:lnTo>
                  <a:pt x="403207" y="57774"/>
                </a:lnTo>
                <a:lnTo>
                  <a:pt x="403871" y="57638"/>
                </a:lnTo>
                <a:lnTo>
                  <a:pt x="404550" y="57521"/>
                </a:lnTo>
                <a:lnTo>
                  <a:pt x="405241" y="57421"/>
                </a:lnTo>
                <a:lnTo>
                  <a:pt x="405945" y="57340"/>
                </a:lnTo>
                <a:lnTo>
                  <a:pt x="406663" y="57276"/>
                </a:lnTo>
                <a:lnTo>
                  <a:pt x="407394" y="57231"/>
                </a:lnTo>
                <a:lnTo>
                  <a:pt x="408137" y="57204"/>
                </a:lnTo>
                <a:lnTo>
                  <a:pt x="408895" y="57195"/>
                </a:lnTo>
                <a:lnTo>
                  <a:pt x="409664" y="57204"/>
                </a:lnTo>
                <a:lnTo>
                  <a:pt x="410420" y="57231"/>
                </a:lnTo>
                <a:lnTo>
                  <a:pt x="411162" y="57276"/>
                </a:lnTo>
                <a:lnTo>
                  <a:pt x="411889" y="57340"/>
                </a:lnTo>
                <a:lnTo>
                  <a:pt x="412603" y="57421"/>
                </a:lnTo>
                <a:lnTo>
                  <a:pt x="413303" y="57521"/>
                </a:lnTo>
                <a:lnTo>
                  <a:pt x="413989" y="57638"/>
                </a:lnTo>
                <a:lnTo>
                  <a:pt x="414660" y="57774"/>
                </a:lnTo>
                <a:lnTo>
                  <a:pt x="415318" y="57928"/>
                </a:lnTo>
                <a:lnTo>
                  <a:pt x="415962" y="58100"/>
                </a:lnTo>
                <a:lnTo>
                  <a:pt x="416592" y="58290"/>
                </a:lnTo>
                <a:lnTo>
                  <a:pt x="417208" y="58498"/>
                </a:lnTo>
                <a:lnTo>
                  <a:pt x="417810" y="58725"/>
                </a:lnTo>
                <a:lnTo>
                  <a:pt x="418397" y="58969"/>
                </a:lnTo>
                <a:lnTo>
                  <a:pt x="418971" y="59232"/>
                </a:lnTo>
                <a:lnTo>
                  <a:pt x="419531" y="59512"/>
                </a:lnTo>
                <a:lnTo>
                  <a:pt x="420077" y="59811"/>
                </a:lnTo>
                <a:lnTo>
                  <a:pt x="420609" y="60128"/>
                </a:lnTo>
                <a:lnTo>
                  <a:pt x="421127" y="60463"/>
                </a:lnTo>
                <a:lnTo>
                  <a:pt x="421631" y="60816"/>
                </a:lnTo>
                <a:lnTo>
                  <a:pt x="422121" y="61187"/>
                </a:lnTo>
                <a:lnTo>
                  <a:pt x="422597" y="61576"/>
                </a:lnTo>
                <a:lnTo>
                  <a:pt x="423059" y="61984"/>
                </a:lnTo>
                <a:lnTo>
                  <a:pt x="423507" y="62409"/>
                </a:lnTo>
                <a:lnTo>
                  <a:pt x="423939" y="62852"/>
                </a:lnTo>
                <a:lnTo>
                  <a:pt x="424352" y="63312"/>
                </a:lnTo>
                <a:lnTo>
                  <a:pt x="424747" y="63789"/>
                </a:lnTo>
                <a:lnTo>
                  <a:pt x="425124" y="64283"/>
                </a:lnTo>
                <a:lnTo>
                  <a:pt x="425483" y="64794"/>
                </a:lnTo>
                <a:lnTo>
                  <a:pt x="425823" y="65322"/>
                </a:lnTo>
                <a:lnTo>
                  <a:pt x="426144" y="65867"/>
                </a:lnTo>
                <a:lnTo>
                  <a:pt x="426448" y="66428"/>
                </a:lnTo>
                <a:lnTo>
                  <a:pt x="426733" y="67007"/>
                </a:lnTo>
                <a:lnTo>
                  <a:pt x="426999" y="67603"/>
                </a:lnTo>
                <a:lnTo>
                  <a:pt x="427247" y="68216"/>
                </a:lnTo>
                <a:lnTo>
                  <a:pt x="427477" y="68846"/>
                </a:lnTo>
                <a:lnTo>
                  <a:pt x="427689" y="69493"/>
                </a:lnTo>
                <a:lnTo>
                  <a:pt x="427882" y="70157"/>
                </a:lnTo>
                <a:lnTo>
                  <a:pt x="428056" y="70838"/>
                </a:lnTo>
                <a:lnTo>
                  <a:pt x="428213" y="71536"/>
                </a:lnTo>
                <a:lnTo>
                  <a:pt x="428350" y="72251"/>
                </a:lnTo>
                <a:lnTo>
                  <a:pt x="428470" y="72983"/>
                </a:lnTo>
                <a:lnTo>
                  <a:pt x="428571" y="73732"/>
                </a:lnTo>
                <a:lnTo>
                  <a:pt x="428654" y="74498"/>
                </a:lnTo>
                <a:lnTo>
                  <a:pt x="428718" y="75281"/>
                </a:lnTo>
                <a:lnTo>
                  <a:pt x="428764" y="76081"/>
                </a:lnTo>
                <a:lnTo>
                  <a:pt x="428792" y="76899"/>
                </a:lnTo>
                <a:lnTo>
                  <a:pt x="428801" y="77733"/>
                </a:lnTo>
                <a:lnTo>
                  <a:pt x="428801" y="100802"/>
                </a:lnTo>
                <a:lnTo>
                  <a:pt x="428792" y="101636"/>
                </a:lnTo>
                <a:lnTo>
                  <a:pt x="428764" y="102453"/>
                </a:lnTo>
                <a:lnTo>
                  <a:pt x="428718" y="103253"/>
                </a:lnTo>
                <a:lnTo>
                  <a:pt x="428654" y="104036"/>
                </a:lnTo>
                <a:lnTo>
                  <a:pt x="428571" y="104802"/>
                </a:lnTo>
                <a:lnTo>
                  <a:pt x="428470" y="105551"/>
                </a:lnTo>
                <a:lnTo>
                  <a:pt x="428350" y="106283"/>
                </a:lnTo>
                <a:lnTo>
                  <a:pt x="428213" y="106999"/>
                </a:lnTo>
                <a:lnTo>
                  <a:pt x="428056" y="107697"/>
                </a:lnTo>
                <a:lnTo>
                  <a:pt x="427882" y="108378"/>
                </a:lnTo>
                <a:lnTo>
                  <a:pt x="427689" y="109042"/>
                </a:lnTo>
                <a:lnTo>
                  <a:pt x="427477" y="109689"/>
                </a:lnTo>
                <a:lnTo>
                  <a:pt x="427247" y="110319"/>
                </a:lnTo>
                <a:lnTo>
                  <a:pt x="426999" y="110932"/>
                </a:lnTo>
                <a:lnTo>
                  <a:pt x="426733" y="111528"/>
                </a:lnTo>
                <a:lnTo>
                  <a:pt x="426448" y="112107"/>
                </a:lnTo>
                <a:lnTo>
                  <a:pt x="426144" y="112669"/>
                </a:lnTo>
                <a:lnTo>
                  <a:pt x="425823" y="113214"/>
                </a:lnTo>
                <a:lnTo>
                  <a:pt x="425483" y="113742"/>
                </a:lnTo>
                <a:lnTo>
                  <a:pt x="425124" y="114253"/>
                </a:lnTo>
                <a:lnTo>
                  <a:pt x="424747" y="114747"/>
                </a:lnTo>
                <a:lnTo>
                  <a:pt x="424352" y="115224"/>
                </a:lnTo>
                <a:lnTo>
                  <a:pt x="423939" y="115685"/>
                </a:lnTo>
                <a:lnTo>
                  <a:pt x="423507" y="116128"/>
                </a:lnTo>
                <a:lnTo>
                  <a:pt x="423059" y="116553"/>
                </a:lnTo>
                <a:lnTo>
                  <a:pt x="422597" y="116960"/>
                </a:lnTo>
                <a:lnTo>
                  <a:pt x="422121" y="117349"/>
                </a:lnTo>
                <a:lnTo>
                  <a:pt x="421631" y="117720"/>
                </a:lnTo>
                <a:lnTo>
                  <a:pt x="421127" y="118073"/>
                </a:lnTo>
                <a:lnTo>
                  <a:pt x="420609" y="118408"/>
                </a:lnTo>
                <a:lnTo>
                  <a:pt x="420077" y="118725"/>
                </a:lnTo>
                <a:lnTo>
                  <a:pt x="419531" y="119023"/>
                </a:lnTo>
                <a:lnTo>
                  <a:pt x="418971" y="119304"/>
                </a:lnTo>
                <a:lnTo>
                  <a:pt x="418397" y="119566"/>
                </a:lnTo>
                <a:lnTo>
                  <a:pt x="417810" y="119811"/>
                </a:lnTo>
                <a:lnTo>
                  <a:pt x="417208" y="120037"/>
                </a:lnTo>
                <a:lnTo>
                  <a:pt x="416592" y="120245"/>
                </a:lnTo>
                <a:lnTo>
                  <a:pt x="415962" y="120435"/>
                </a:lnTo>
                <a:lnTo>
                  <a:pt x="415318" y="120607"/>
                </a:lnTo>
                <a:lnTo>
                  <a:pt x="414660" y="120761"/>
                </a:lnTo>
                <a:lnTo>
                  <a:pt x="413989" y="120896"/>
                </a:lnTo>
                <a:lnTo>
                  <a:pt x="413303" y="121014"/>
                </a:lnTo>
                <a:lnTo>
                  <a:pt x="412603" y="121114"/>
                </a:lnTo>
                <a:lnTo>
                  <a:pt x="411889" y="121195"/>
                </a:lnTo>
                <a:lnTo>
                  <a:pt x="411162" y="121258"/>
                </a:lnTo>
                <a:lnTo>
                  <a:pt x="410420" y="121304"/>
                </a:lnTo>
                <a:lnTo>
                  <a:pt x="409664" y="121331"/>
                </a:lnTo>
                <a:lnTo>
                  <a:pt x="408895" y="121340"/>
                </a:lnTo>
                <a:lnTo>
                  <a:pt x="408137" y="121331"/>
                </a:lnTo>
                <a:lnTo>
                  <a:pt x="407394" y="121304"/>
                </a:lnTo>
                <a:lnTo>
                  <a:pt x="406663" y="121258"/>
                </a:lnTo>
                <a:lnTo>
                  <a:pt x="405945" y="121195"/>
                </a:lnTo>
                <a:lnTo>
                  <a:pt x="405241" y="121114"/>
                </a:lnTo>
                <a:close/>
                <a:moveTo>
                  <a:pt x="971537" y="133802"/>
                </a:moveTo>
                <a:lnTo>
                  <a:pt x="972353" y="133723"/>
                </a:lnTo>
                <a:lnTo>
                  <a:pt x="973159" y="133630"/>
                </a:lnTo>
                <a:lnTo>
                  <a:pt x="973956" y="133523"/>
                </a:lnTo>
                <a:lnTo>
                  <a:pt x="974744" y="133402"/>
                </a:lnTo>
                <a:lnTo>
                  <a:pt x="975521" y="133267"/>
                </a:lnTo>
                <a:lnTo>
                  <a:pt x="976289" y="133117"/>
                </a:lnTo>
                <a:lnTo>
                  <a:pt x="977048" y="132953"/>
                </a:lnTo>
                <a:lnTo>
                  <a:pt x="977797" y="132774"/>
                </a:lnTo>
                <a:lnTo>
                  <a:pt x="978536" y="132582"/>
                </a:lnTo>
                <a:lnTo>
                  <a:pt x="979266" y="132375"/>
                </a:lnTo>
                <a:lnTo>
                  <a:pt x="979986" y="132154"/>
                </a:lnTo>
                <a:lnTo>
                  <a:pt x="980696" y="131919"/>
                </a:lnTo>
                <a:lnTo>
                  <a:pt x="981397" y="131669"/>
                </a:lnTo>
                <a:lnTo>
                  <a:pt x="982088" y="131405"/>
                </a:lnTo>
                <a:lnTo>
                  <a:pt x="982770" y="131127"/>
                </a:lnTo>
                <a:lnTo>
                  <a:pt x="983442" y="130835"/>
                </a:lnTo>
                <a:lnTo>
                  <a:pt x="984105" y="130528"/>
                </a:lnTo>
                <a:lnTo>
                  <a:pt x="984758" y="130207"/>
                </a:lnTo>
                <a:lnTo>
                  <a:pt x="985401" y="129872"/>
                </a:lnTo>
                <a:lnTo>
                  <a:pt x="986033" y="129523"/>
                </a:lnTo>
                <a:lnTo>
                  <a:pt x="986654" y="129161"/>
                </a:lnTo>
                <a:lnTo>
                  <a:pt x="987262" y="128787"/>
                </a:lnTo>
                <a:lnTo>
                  <a:pt x="987859" y="128399"/>
                </a:lnTo>
                <a:lnTo>
                  <a:pt x="988443" y="127999"/>
                </a:lnTo>
                <a:lnTo>
                  <a:pt x="989016" y="127586"/>
                </a:lnTo>
                <a:lnTo>
                  <a:pt x="989576" y="127160"/>
                </a:lnTo>
                <a:lnTo>
                  <a:pt x="990124" y="126721"/>
                </a:lnTo>
                <a:lnTo>
                  <a:pt x="990660" y="126269"/>
                </a:lnTo>
                <a:lnTo>
                  <a:pt x="991184" y="125804"/>
                </a:lnTo>
                <a:lnTo>
                  <a:pt x="991696" y="125326"/>
                </a:lnTo>
                <a:lnTo>
                  <a:pt x="992196" y="124836"/>
                </a:lnTo>
                <a:lnTo>
                  <a:pt x="992684" y="124332"/>
                </a:lnTo>
                <a:lnTo>
                  <a:pt x="993159" y="123816"/>
                </a:lnTo>
                <a:lnTo>
                  <a:pt x="993623" y="123286"/>
                </a:lnTo>
                <a:lnTo>
                  <a:pt x="994074" y="122744"/>
                </a:lnTo>
                <a:lnTo>
                  <a:pt x="994514" y="122189"/>
                </a:lnTo>
                <a:lnTo>
                  <a:pt x="994941" y="121621"/>
                </a:lnTo>
                <a:lnTo>
                  <a:pt x="995357" y="121040"/>
                </a:lnTo>
                <a:lnTo>
                  <a:pt x="995760" y="120447"/>
                </a:lnTo>
                <a:lnTo>
                  <a:pt x="996151" y="119840"/>
                </a:lnTo>
                <a:lnTo>
                  <a:pt x="996530" y="119221"/>
                </a:lnTo>
                <a:lnTo>
                  <a:pt x="996897" y="118588"/>
                </a:lnTo>
                <a:lnTo>
                  <a:pt x="997252" y="117943"/>
                </a:lnTo>
                <a:lnTo>
                  <a:pt x="997594" y="117286"/>
                </a:lnTo>
                <a:lnTo>
                  <a:pt x="997921" y="116618"/>
                </a:lnTo>
                <a:lnTo>
                  <a:pt x="998234" y="115940"/>
                </a:lnTo>
                <a:lnTo>
                  <a:pt x="998532" y="115250"/>
                </a:lnTo>
                <a:lnTo>
                  <a:pt x="998816" y="114551"/>
                </a:lnTo>
                <a:lnTo>
                  <a:pt x="999085" y="113840"/>
                </a:lnTo>
                <a:lnTo>
                  <a:pt x="999339" y="113119"/>
                </a:lnTo>
                <a:lnTo>
                  <a:pt x="999579" y="112387"/>
                </a:lnTo>
                <a:lnTo>
                  <a:pt x="999804" y="111644"/>
                </a:lnTo>
                <a:lnTo>
                  <a:pt x="1000015" y="110891"/>
                </a:lnTo>
                <a:lnTo>
                  <a:pt x="1000211" y="110127"/>
                </a:lnTo>
                <a:lnTo>
                  <a:pt x="1000393" y="109352"/>
                </a:lnTo>
                <a:lnTo>
                  <a:pt x="1000560" y="108566"/>
                </a:lnTo>
                <a:lnTo>
                  <a:pt x="1000713" y="107770"/>
                </a:lnTo>
                <a:lnTo>
                  <a:pt x="1000851" y="106963"/>
                </a:lnTo>
                <a:lnTo>
                  <a:pt x="1000975" y="106146"/>
                </a:lnTo>
                <a:lnTo>
                  <a:pt x="1001084" y="105318"/>
                </a:lnTo>
                <a:lnTo>
                  <a:pt x="1001178" y="104479"/>
                </a:lnTo>
                <a:lnTo>
                  <a:pt x="1001258" y="103629"/>
                </a:lnTo>
                <a:lnTo>
                  <a:pt x="1001324" y="102769"/>
                </a:lnTo>
                <a:lnTo>
                  <a:pt x="1001375" y="101898"/>
                </a:lnTo>
                <a:lnTo>
                  <a:pt x="1001411" y="101016"/>
                </a:lnTo>
                <a:lnTo>
                  <a:pt x="1001433" y="100124"/>
                </a:lnTo>
                <a:lnTo>
                  <a:pt x="1001440" y="99220"/>
                </a:lnTo>
                <a:lnTo>
                  <a:pt x="1001440" y="79314"/>
                </a:lnTo>
                <a:lnTo>
                  <a:pt x="1001433" y="78398"/>
                </a:lnTo>
                <a:lnTo>
                  <a:pt x="1001411" y="77494"/>
                </a:lnTo>
                <a:lnTo>
                  <a:pt x="1001375" y="76601"/>
                </a:lnTo>
                <a:lnTo>
                  <a:pt x="1001324" y="75719"/>
                </a:lnTo>
                <a:lnTo>
                  <a:pt x="1001258" y="74849"/>
                </a:lnTo>
                <a:lnTo>
                  <a:pt x="1001178" y="73991"/>
                </a:lnTo>
                <a:lnTo>
                  <a:pt x="1001084" y="73144"/>
                </a:lnTo>
                <a:lnTo>
                  <a:pt x="1000975" y="72309"/>
                </a:lnTo>
                <a:lnTo>
                  <a:pt x="1000851" y="71485"/>
                </a:lnTo>
                <a:lnTo>
                  <a:pt x="1000713" y="70673"/>
                </a:lnTo>
                <a:lnTo>
                  <a:pt x="1000560" y="69872"/>
                </a:lnTo>
                <a:lnTo>
                  <a:pt x="1000393" y="69083"/>
                </a:lnTo>
                <a:lnTo>
                  <a:pt x="1000211" y="68305"/>
                </a:lnTo>
                <a:lnTo>
                  <a:pt x="1000015" y="67539"/>
                </a:lnTo>
                <a:lnTo>
                  <a:pt x="999804" y="66785"/>
                </a:lnTo>
                <a:lnTo>
                  <a:pt x="999579" y="66042"/>
                </a:lnTo>
                <a:lnTo>
                  <a:pt x="999339" y="65310"/>
                </a:lnTo>
                <a:lnTo>
                  <a:pt x="999085" y="64590"/>
                </a:lnTo>
                <a:lnTo>
                  <a:pt x="998816" y="63882"/>
                </a:lnTo>
                <a:lnTo>
                  <a:pt x="998532" y="63185"/>
                </a:lnTo>
                <a:lnTo>
                  <a:pt x="998234" y="62499"/>
                </a:lnTo>
                <a:lnTo>
                  <a:pt x="997921" y="61825"/>
                </a:lnTo>
                <a:lnTo>
                  <a:pt x="997594" y="61163"/>
                </a:lnTo>
                <a:lnTo>
                  <a:pt x="997252" y="60512"/>
                </a:lnTo>
                <a:lnTo>
                  <a:pt x="996898" y="59873"/>
                </a:lnTo>
                <a:lnTo>
                  <a:pt x="996531" y="59247"/>
                </a:lnTo>
                <a:lnTo>
                  <a:pt x="996152" y="58633"/>
                </a:lnTo>
                <a:lnTo>
                  <a:pt x="995762" y="58033"/>
                </a:lnTo>
                <a:lnTo>
                  <a:pt x="995360" y="57444"/>
                </a:lnTo>
                <a:lnTo>
                  <a:pt x="994946" y="56868"/>
                </a:lnTo>
                <a:lnTo>
                  <a:pt x="994521" y="56305"/>
                </a:lnTo>
                <a:lnTo>
                  <a:pt x="994083" y="55755"/>
                </a:lnTo>
                <a:lnTo>
                  <a:pt x="993634" y="55217"/>
                </a:lnTo>
                <a:lnTo>
                  <a:pt x="993173" y="54692"/>
                </a:lnTo>
                <a:lnTo>
                  <a:pt x="992700" y="54179"/>
                </a:lnTo>
                <a:lnTo>
                  <a:pt x="992216" y="53679"/>
                </a:lnTo>
                <a:lnTo>
                  <a:pt x="991719" y="53192"/>
                </a:lnTo>
                <a:lnTo>
                  <a:pt x="991211" y="52717"/>
                </a:lnTo>
                <a:lnTo>
                  <a:pt x="990691" y="52255"/>
                </a:lnTo>
                <a:lnTo>
                  <a:pt x="990159" y="51805"/>
                </a:lnTo>
                <a:lnTo>
                  <a:pt x="989616" y="51368"/>
                </a:lnTo>
                <a:lnTo>
                  <a:pt x="989060" y="50944"/>
                </a:lnTo>
                <a:lnTo>
                  <a:pt x="988493" y="50532"/>
                </a:lnTo>
                <a:lnTo>
                  <a:pt x="987914" y="50133"/>
                </a:lnTo>
                <a:lnTo>
                  <a:pt x="987323" y="49747"/>
                </a:lnTo>
                <a:lnTo>
                  <a:pt x="986721" y="49373"/>
                </a:lnTo>
                <a:lnTo>
                  <a:pt x="986107" y="49011"/>
                </a:lnTo>
                <a:lnTo>
                  <a:pt x="985480" y="48663"/>
                </a:lnTo>
                <a:lnTo>
                  <a:pt x="984843" y="48328"/>
                </a:lnTo>
                <a:lnTo>
                  <a:pt x="984196" y="48007"/>
                </a:lnTo>
                <a:lnTo>
                  <a:pt x="983538" y="47700"/>
                </a:lnTo>
                <a:lnTo>
                  <a:pt x="982870" y="47407"/>
                </a:lnTo>
                <a:lnTo>
                  <a:pt x="982191" y="47129"/>
                </a:lnTo>
                <a:lnTo>
                  <a:pt x="981502" y="46865"/>
                </a:lnTo>
                <a:lnTo>
                  <a:pt x="980802" y="46616"/>
                </a:lnTo>
                <a:lnTo>
                  <a:pt x="980092" y="46380"/>
                </a:lnTo>
                <a:lnTo>
                  <a:pt x="979371" y="46159"/>
                </a:lnTo>
                <a:lnTo>
                  <a:pt x="978640" y="45953"/>
                </a:lnTo>
                <a:lnTo>
                  <a:pt x="977899" y="45760"/>
                </a:lnTo>
                <a:lnTo>
                  <a:pt x="977147" y="45582"/>
                </a:lnTo>
                <a:lnTo>
                  <a:pt x="976385" y="45418"/>
                </a:lnTo>
                <a:lnTo>
                  <a:pt x="975612" y="45268"/>
                </a:lnTo>
                <a:lnTo>
                  <a:pt x="974829" y="45132"/>
                </a:lnTo>
                <a:lnTo>
                  <a:pt x="974036" y="45011"/>
                </a:lnTo>
                <a:lnTo>
                  <a:pt x="973232" y="44904"/>
                </a:lnTo>
                <a:lnTo>
                  <a:pt x="972418" y="44811"/>
                </a:lnTo>
                <a:lnTo>
                  <a:pt x="971593" y="44733"/>
                </a:lnTo>
                <a:lnTo>
                  <a:pt x="970758" y="44669"/>
                </a:lnTo>
                <a:lnTo>
                  <a:pt x="969912" y="44619"/>
                </a:lnTo>
                <a:lnTo>
                  <a:pt x="969056" y="44583"/>
                </a:lnTo>
                <a:lnTo>
                  <a:pt x="968189" y="44562"/>
                </a:lnTo>
                <a:lnTo>
                  <a:pt x="967312" y="44555"/>
                </a:lnTo>
                <a:lnTo>
                  <a:pt x="966448" y="44562"/>
                </a:lnTo>
                <a:lnTo>
                  <a:pt x="965593" y="44583"/>
                </a:lnTo>
                <a:lnTo>
                  <a:pt x="964748" y="44619"/>
                </a:lnTo>
                <a:lnTo>
                  <a:pt x="963913" y="44669"/>
                </a:lnTo>
                <a:lnTo>
                  <a:pt x="963087" y="44733"/>
                </a:lnTo>
                <a:lnTo>
                  <a:pt x="962270" y="44811"/>
                </a:lnTo>
                <a:lnTo>
                  <a:pt x="961464" y="44904"/>
                </a:lnTo>
                <a:lnTo>
                  <a:pt x="960667" y="45011"/>
                </a:lnTo>
                <a:lnTo>
                  <a:pt x="959879" y="45132"/>
                </a:lnTo>
                <a:lnTo>
                  <a:pt x="959101" y="45268"/>
                </a:lnTo>
                <a:lnTo>
                  <a:pt x="958333" y="45418"/>
                </a:lnTo>
                <a:lnTo>
                  <a:pt x="957574" y="45582"/>
                </a:lnTo>
                <a:lnTo>
                  <a:pt x="956825" y="45760"/>
                </a:lnTo>
                <a:lnTo>
                  <a:pt x="956086" y="45953"/>
                </a:lnTo>
                <a:lnTo>
                  <a:pt x="955356" y="46159"/>
                </a:lnTo>
                <a:lnTo>
                  <a:pt x="954636" y="46380"/>
                </a:lnTo>
                <a:lnTo>
                  <a:pt x="953925" y="46616"/>
                </a:lnTo>
                <a:lnTo>
                  <a:pt x="953224" y="46865"/>
                </a:lnTo>
                <a:lnTo>
                  <a:pt x="952532" y="47129"/>
                </a:lnTo>
                <a:lnTo>
                  <a:pt x="951850" y="47407"/>
                </a:lnTo>
                <a:lnTo>
                  <a:pt x="951178" y="47700"/>
                </a:lnTo>
                <a:lnTo>
                  <a:pt x="950516" y="48007"/>
                </a:lnTo>
                <a:lnTo>
                  <a:pt x="949862" y="48328"/>
                </a:lnTo>
                <a:lnTo>
                  <a:pt x="949219" y="48663"/>
                </a:lnTo>
                <a:lnTo>
                  <a:pt x="948587" y="49011"/>
                </a:lnTo>
                <a:lnTo>
                  <a:pt x="947966" y="49373"/>
                </a:lnTo>
                <a:lnTo>
                  <a:pt x="947358" y="49747"/>
                </a:lnTo>
                <a:lnTo>
                  <a:pt x="946762" y="50133"/>
                </a:lnTo>
                <a:lnTo>
                  <a:pt x="946177" y="50532"/>
                </a:lnTo>
                <a:lnTo>
                  <a:pt x="945605" y="50944"/>
                </a:lnTo>
                <a:lnTo>
                  <a:pt x="945045" y="51368"/>
                </a:lnTo>
                <a:lnTo>
                  <a:pt x="944497" y="51805"/>
                </a:lnTo>
                <a:lnTo>
                  <a:pt x="943961" y="52255"/>
                </a:lnTo>
                <a:lnTo>
                  <a:pt x="943437" y="52717"/>
                </a:lnTo>
                <a:lnTo>
                  <a:pt x="942926" y="53192"/>
                </a:lnTo>
                <a:lnTo>
                  <a:pt x="942426" y="53679"/>
                </a:lnTo>
                <a:lnTo>
                  <a:pt x="941938" y="54179"/>
                </a:lnTo>
                <a:lnTo>
                  <a:pt x="941463" y="54692"/>
                </a:lnTo>
                <a:lnTo>
                  <a:pt x="940999" y="55217"/>
                </a:lnTo>
                <a:lnTo>
                  <a:pt x="940547" y="55755"/>
                </a:lnTo>
                <a:lnTo>
                  <a:pt x="940108" y="56305"/>
                </a:lnTo>
                <a:lnTo>
                  <a:pt x="939681" y="56868"/>
                </a:lnTo>
                <a:lnTo>
                  <a:pt x="939265" y="57444"/>
                </a:lnTo>
                <a:lnTo>
                  <a:pt x="938862" y="58033"/>
                </a:lnTo>
                <a:lnTo>
                  <a:pt x="938471" y="58633"/>
                </a:lnTo>
                <a:lnTo>
                  <a:pt x="938092" y="59247"/>
                </a:lnTo>
                <a:lnTo>
                  <a:pt x="937725" y="59873"/>
                </a:lnTo>
                <a:lnTo>
                  <a:pt x="937370" y="60512"/>
                </a:lnTo>
                <a:lnTo>
                  <a:pt x="937028" y="61163"/>
                </a:lnTo>
                <a:lnTo>
                  <a:pt x="936701" y="61825"/>
                </a:lnTo>
                <a:lnTo>
                  <a:pt x="936389" y="62499"/>
                </a:lnTo>
                <a:lnTo>
                  <a:pt x="936091" y="63185"/>
                </a:lnTo>
                <a:lnTo>
                  <a:pt x="935808" y="63882"/>
                </a:lnTo>
                <a:lnTo>
                  <a:pt x="935539" y="64590"/>
                </a:lnTo>
                <a:lnTo>
                  <a:pt x="935284" y="65310"/>
                </a:lnTo>
                <a:lnTo>
                  <a:pt x="935045" y="66042"/>
                </a:lnTo>
                <a:lnTo>
                  <a:pt x="934819" y="66785"/>
                </a:lnTo>
                <a:lnTo>
                  <a:pt x="934609" y="67539"/>
                </a:lnTo>
                <a:lnTo>
                  <a:pt x="934412" y="68305"/>
                </a:lnTo>
                <a:lnTo>
                  <a:pt x="934231" y="69083"/>
                </a:lnTo>
                <a:lnTo>
                  <a:pt x="934064" y="69872"/>
                </a:lnTo>
                <a:lnTo>
                  <a:pt x="933911" y="70673"/>
                </a:lnTo>
                <a:lnTo>
                  <a:pt x="933773" y="71485"/>
                </a:lnTo>
                <a:lnTo>
                  <a:pt x="933650" y="72309"/>
                </a:lnTo>
                <a:lnTo>
                  <a:pt x="933541" y="73144"/>
                </a:lnTo>
                <a:lnTo>
                  <a:pt x="933446" y="73991"/>
                </a:lnTo>
                <a:lnTo>
                  <a:pt x="933366" y="74849"/>
                </a:lnTo>
                <a:lnTo>
                  <a:pt x="933301" y="75719"/>
                </a:lnTo>
                <a:lnTo>
                  <a:pt x="933250" y="76601"/>
                </a:lnTo>
                <a:lnTo>
                  <a:pt x="933214" y="77494"/>
                </a:lnTo>
                <a:lnTo>
                  <a:pt x="933192" y="78398"/>
                </a:lnTo>
                <a:lnTo>
                  <a:pt x="933185" y="79314"/>
                </a:lnTo>
                <a:lnTo>
                  <a:pt x="933185" y="99220"/>
                </a:lnTo>
                <a:lnTo>
                  <a:pt x="933192" y="100124"/>
                </a:lnTo>
                <a:lnTo>
                  <a:pt x="933214" y="101016"/>
                </a:lnTo>
                <a:lnTo>
                  <a:pt x="933250" y="101898"/>
                </a:lnTo>
                <a:lnTo>
                  <a:pt x="933301" y="102769"/>
                </a:lnTo>
                <a:lnTo>
                  <a:pt x="933366" y="103629"/>
                </a:lnTo>
                <a:lnTo>
                  <a:pt x="933446" y="104479"/>
                </a:lnTo>
                <a:lnTo>
                  <a:pt x="933541" y="105318"/>
                </a:lnTo>
                <a:lnTo>
                  <a:pt x="933650" y="106146"/>
                </a:lnTo>
                <a:lnTo>
                  <a:pt x="933773" y="106963"/>
                </a:lnTo>
                <a:lnTo>
                  <a:pt x="933911" y="107770"/>
                </a:lnTo>
                <a:lnTo>
                  <a:pt x="934064" y="108566"/>
                </a:lnTo>
                <a:lnTo>
                  <a:pt x="934231" y="109352"/>
                </a:lnTo>
                <a:lnTo>
                  <a:pt x="934412" y="110127"/>
                </a:lnTo>
                <a:lnTo>
                  <a:pt x="934609" y="110891"/>
                </a:lnTo>
                <a:lnTo>
                  <a:pt x="934819" y="111644"/>
                </a:lnTo>
                <a:lnTo>
                  <a:pt x="935045" y="112387"/>
                </a:lnTo>
                <a:lnTo>
                  <a:pt x="935284" y="113119"/>
                </a:lnTo>
                <a:lnTo>
                  <a:pt x="935539" y="113840"/>
                </a:lnTo>
                <a:lnTo>
                  <a:pt x="935808" y="114551"/>
                </a:lnTo>
                <a:lnTo>
                  <a:pt x="936091" y="115250"/>
                </a:lnTo>
                <a:lnTo>
                  <a:pt x="936389" y="115940"/>
                </a:lnTo>
                <a:lnTo>
                  <a:pt x="936701" y="116618"/>
                </a:lnTo>
                <a:lnTo>
                  <a:pt x="937028" y="117286"/>
                </a:lnTo>
                <a:lnTo>
                  <a:pt x="937370" y="117943"/>
                </a:lnTo>
                <a:lnTo>
                  <a:pt x="937725" y="118588"/>
                </a:lnTo>
                <a:lnTo>
                  <a:pt x="938092" y="119221"/>
                </a:lnTo>
                <a:lnTo>
                  <a:pt x="938471" y="119840"/>
                </a:lnTo>
                <a:lnTo>
                  <a:pt x="938862" y="120447"/>
                </a:lnTo>
                <a:lnTo>
                  <a:pt x="939265" y="121040"/>
                </a:lnTo>
                <a:lnTo>
                  <a:pt x="939681" y="121621"/>
                </a:lnTo>
                <a:lnTo>
                  <a:pt x="940108" y="122189"/>
                </a:lnTo>
                <a:lnTo>
                  <a:pt x="940547" y="122744"/>
                </a:lnTo>
                <a:lnTo>
                  <a:pt x="940999" y="123286"/>
                </a:lnTo>
                <a:lnTo>
                  <a:pt x="941463" y="123816"/>
                </a:lnTo>
                <a:lnTo>
                  <a:pt x="941938" y="124332"/>
                </a:lnTo>
                <a:lnTo>
                  <a:pt x="942426" y="124836"/>
                </a:lnTo>
                <a:lnTo>
                  <a:pt x="942926" y="125326"/>
                </a:lnTo>
                <a:lnTo>
                  <a:pt x="943437" y="125804"/>
                </a:lnTo>
                <a:lnTo>
                  <a:pt x="943961" y="126269"/>
                </a:lnTo>
                <a:lnTo>
                  <a:pt x="944497" y="126721"/>
                </a:lnTo>
                <a:lnTo>
                  <a:pt x="945045" y="127160"/>
                </a:lnTo>
                <a:lnTo>
                  <a:pt x="945605" y="127586"/>
                </a:lnTo>
                <a:lnTo>
                  <a:pt x="946177" y="127999"/>
                </a:lnTo>
                <a:lnTo>
                  <a:pt x="946762" y="128399"/>
                </a:lnTo>
                <a:lnTo>
                  <a:pt x="947358" y="128787"/>
                </a:lnTo>
                <a:lnTo>
                  <a:pt x="947966" y="129161"/>
                </a:lnTo>
                <a:lnTo>
                  <a:pt x="948587" y="129523"/>
                </a:lnTo>
                <a:lnTo>
                  <a:pt x="949219" y="129872"/>
                </a:lnTo>
                <a:lnTo>
                  <a:pt x="949862" y="130207"/>
                </a:lnTo>
                <a:lnTo>
                  <a:pt x="950516" y="130528"/>
                </a:lnTo>
                <a:lnTo>
                  <a:pt x="951178" y="130835"/>
                </a:lnTo>
                <a:lnTo>
                  <a:pt x="951850" y="131127"/>
                </a:lnTo>
                <a:lnTo>
                  <a:pt x="952532" y="131405"/>
                </a:lnTo>
                <a:lnTo>
                  <a:pt x="953224" y="131669"/>
                </a:lnTo>
                <a:lnTo>
                  <a:pt x="953925" y="131919"/>
                </a:lnTo>
                <a:lnTo>
                  <a:pt x="954636" y="132154"/>
                </a:lnTo>
                <a:lnTo>
                  <a:pt x="955356" y="132375"/>
                </a:lnTo>
                <a:lnTo>
                  <a:pt x="956086" y="132582"/>
                </a:lnTo>
                <a:lnTo>
                  <a:pt x="956825" y="132774"/>
                </a:lnTo>
                <a:lnTo>
                  <a:pt x="957574" y="132953"/>
                </a:lnTo>
                <a:lnTo>
                  <a:pt x="958333" y="133117"/>
                </a:lnTo>
                <a:lnTo>
                  <a:pt x="959101" y="133267"/>
                </a:lnTo>
                <a:lnTo>
                  <a:pt x="959879" y="133402"/>
                </a:lnTo>
                <a:lnTo>
                  <a:pt x="960667" y="133523"/>
                </a:lnTo>
                <a:lnTo>
                  <a:pt x="961464" y="133630"/>
                </a:lnTo>
                <a:lnTo>
                  <a:pt x="962270" y="133723"/>
                </a:lnTo>
                <a:lnTo>
                  <a:pt x="963087" y="133802"/>
                </a:lnTo>
                <a:lnTo>
                  <a:pt x="963913" y="133866"/>
                </a:lnTo>
                <a:lnTo>
                  <a:pt x="964748" y="133916"/>
                </a:lnTo>
                <a:lnTo>
                  <a:pt x="965593" y="133951"/>
                </a:lnTo>
                <a:lnTo>
                  <a:pt x="966448" y="133973"/>
                </a:lnTo>
                <a:lnTo>
                  <a:pt x="967312" y="133980"/>
                </a:lnTo>
                <a:lnTo>
                  <a:pt x="968176" y="133973"/>
                </a:lnTo>
                <a:lnTo>
                  <a:pt x="969031" y="133951"/>
                </a:lnTo>
                <a:lnTo>
                  <a:pt x="969876" y="133916"/>
                </a:lnTo>
                <a:lnTo>
                  <a:pt x="970711" y="133866"/>
                </a:lnTo>
                <a:lnTo>
                  <a:pt x="971537" y="133802"/>
                </a:lnTo>
                <a:close/>
                <a:moveTo>
                  <a:pt x="963659" y="121114"/>
                </a:moveTo>
                <a:lnTo>
                  <a:pt x="962967" y="121014"/>
                </a:lnTo>
                <a:lnTo>
                  <a:pt x="962289" y="120896"/>
                </a:lnTo>
                <a:lnTo>
                  <a:pt x="961624" y="120761"/>
                </a:lnTo>
                <a:lnTo>
                  <a:pt x="960973" y="120607"/>
                </a:lnTo>
                <a:lnTo>
                  <a:pt x="960334" y="120435"/>
                </a:lnTo>
                <a:lnTo>
                  <a:pt x="959708" y="120245"/>
                </a:lnTo>
                <a:lnTo>
                  <a:pt x="959096" y="120037"/>
                </a:lnTo>
                <a:lnTo>
                  <a:pt x="958497" y="119811"/>
                </a:lnTo>
                <a:lnTo>
                  <a:pt x="957911" y="119566"/>
                </a:lnTo>
                <a:lnTo>
                  <a:pt x="957338" y="119304"/>
                </a:lnTo>
                <a:lnTo>
                  <a:pt x="956779" y="119023"/>
                </a:lnTo>
                <a:lnTo>
                  <a:pt x="956232" y="118725"/>
                </a:lnTo>
                <a:lnTo>
                  <a:pt x="955699" y="118408"/>
                </a:lnTo>
                <a:lnTo>
                  <a:pt x="955179" y="118073"/>
                </a:lnTo>
                <a:lnTo>
                  <a:pt x="954671" y="117720"/>
                </a:lnTo>
                <a:lnTo>
                  <a:pt x="954178" y="117349"/>
                </a:lnTo>
                <a:lnTo>
                  <a:pt x="953697" y="116960"/>
                </a:lnTo>
                <a:lnTo>
                  <a:pt x="953229" y="116553"/>
                </a:lnTo>
                <a:lnTo>
                  <a:pt x="952775" y="116128"/>
                </a:lnTo>
                <a:lnTo>
                  <a:pt x="952337" y="115685"/>
                </a:lnTo>
                <a:lnTo>
                  <a:pt x="951917" y="115224"/>
                </a:lnTo>
                <a:lnTo>
                  <a:pt x="951516" y="114747"/>
                </a:lnTo>
                <a:lnTo>
                  <a:pt x="951134" y="114253"/>
                </a:lnTo>
                <a:lnTo>
                  <a:pt x="950770" y="113742"/>
                </a:lnTo>
                <a:lnTo>
                  <a:pt x="950425" y="113214"/>
                </a:lnTo>
                <a:lnTo>
                  <a:pt x="950099" y="112669"/>
                </a:lnTo>
                <a:lnTo>
                  <a:pt x="949791" y="112107"/>
                </a:lnTo>
                <a:lnTo>
                  <a:pt x="949502" y="111528"/>
                </a:lnTo>
                <a:lnTo>
                  <a:pt x="949231" y="110932"/>
                </a:lnTo>
                <a:lnTo>
                  <a:pt x="948980" y="110319"/>
                </a:lnTo>
                <a:lnTo>
                  <a:pt x="948746" y="109689"/>
                </a:lnTo>
                <a:lnTo>
                  <a:pt x="948532" y="109042"/>
                </a:lnTo>
                <a:lnTo>
                  <a:pt x="948336" y="108378"/>
                </a:lnTo>
                <a:lnTo>
                  <a:pt x="948159" y="107697"/>
                </a:lnTo>
                <a:lnTo>
                  <a:pt x="948000" y="106999"/>
                </a:lnTo>
                <a:lnTo>
                  <a:pt x="947861" y="106283"/>
                </a:lnTo>
                <a:lnTo>
                  <a:pt x="947739" y="105551"/>
                </a:lnTo>
                <a:lnTo>
                  <a:pt x="947637" y="104802"/>
                </a:lnTo>
                <a:lnTo>
                  <a:pt x="947553" y="104036"/>
                </a:lnTo>
                <a:lnTo>
                  <a:pt x="947488" y="103253"/>
                </a:lnTo>
                <a:lnTo>
                  <a:pt x="947441" y="102453"/>
                </a:lnTo>
                <a:lnTo>
                  <a:pt x="947413" y="101636"/>
                </a:lnTo>
                <a:lnTo>
                  <a:pt x="947404" y="100802"/>
                </a:lnTo>
                <a:lnTo>
                  <a:pt x="947404" y="77733"/>
                </a:lnTo>
                <a:lnTo>
                  <a:pt x="947413" y="76899"/>
                </a:lnTo>
                <a:lnTo>
                  <a:pt x="947441" y="76081"/>
                </a:lnTo>
                <a:lnTo>
                  <a:pt x="947488" y="75281"/>
                </a:lnTo>
                <a:lnTo>
                  <a:pt x="947553" y="74498"/>
                </a:lnTo>
                <a:lnTo>
                  <a:pt x="947637" y="73732"/>
                </a:lnTo>
                <a:lnTo>
                  <a:pt x="947739" y="72983"/>
                </a:lnTo>
                <a:lnTo>
                  <a:pt x="947861" y="72251"/>
                </a:lnTo>
                <a:lnTo>
                  <a:pt x="948000" y="71536"/>
                </a:lnTo>
                <a:lnTo>
                  <a:pt x="948159" y="70838"/>
                </a:lnTo>
                <a:lnTo>
                  <a:pt x="948336" y="70157"/>
                </a:lnTo>
                <a:lnTo>
                  <a:pt x="948532" y="69493"/>
                </a:lnTo>
                <a:lnTo>
                  <a:pt x="948746" y="68846"/>
                </a:lnTo>
                <a:lnTo>
                  <a:pt x="948980" y="68216"/>
                </a:lnTo>
                <a:lnTo>
                  <a:pt x="949231" y="67603"/>
                </a:lnTo>
                <a:lnTo>
                  <a:pt x="949502" y="67007"/>
                </a:lnTo>
                <a:lnTo>
                  <a:pt x="949791" y="66428"/>
                </a:lnTo>
                <a:lnTo>
                  <a:pt x="950099" y="65867"/>
                </a:lnTo>
                <a:lnTo>
                  <a:pt x="950425" y="65322"/>
                </a:lnTo>
                <a:lnTo>
                  <a:pt x="950770" y="64794"/>
                </a:lnTo>
                <a:lnTo>
                  <a:pt x="951134" y="64283"/>
                </a:lnTo>
                <a:lnTo>
                  <a:pt x="951516" y="63789"/>
                </a:lnTo>
                <a:lnTo>
                  <a:pt x="951917" y="63312"/>
                </a:lnTo>
                <a:lnTo>
                  <a:pt x="952337" y="62852"/>
                </a:lnTo>
                <a:lnTo>
                  <a:pt x="952775" y="62409"/>
                </a:lnTo>
                <a:lnTo>
                  <a:pt x="953229" y="61984"/>
                </a:lnTo>
                <a:lnTo>
                  <a:pt x="953697" y="61576"/>
                </a:lnTo>
                <a:lnTo>
                  <a:pt x="954178" y="61187"/>
                </a:lnTo>
                <a:lnTo>
                  <a:pt x="954671" y="60816"/>
                </a:lnTo>
                <a:lnTo>
                  <a:pt x="955179" y="60463"/>
                </a:lnTo>
                <a:lnTo>
                  <a:pt x="955699" y="60128"/>
                </a:lnTo>
                <a:lnTo>
                  <a:pt x="956232" y="59811"/>
                </a:lnTo>
                <a:lnTo>
                  <a:pt x="956779" y="59512"/>
                </a:lnTo>
                <a:lnTo>
                  <a:pt x="957338" y="59232"/>
                </a:lnTo>
                <a:lnTo>
                  <a:pt x="957911" y="58969"/>
                </a:lnTo>
                <a:lnTo>
                  <a:pt x="958497" y="58725"/>
                </a:lnTo>
                <a:lnTo>
                  <a:pt x="959096" y="58498"/>
                </a:lnTo>
                <a:lnTo>
                  <a:pt x="959708" y="58290"/>
                </a:lnTo>
                <a:lnTo>
                  <a:pt x="960334" y="58100"/>
                </a:lnTo>
                <a:lnTo>
                  <a:pt x="960973" y="57928"/>
                </a:lnTo>
                <a:lnTo>
                  <a:pt x="961624" y="57774"/>
                </a:lnTo>
                <a:lnTo>
                  <a:pt x="962289" y="57638"/>
                </a:lnTo>
                <a:lnTo>
                  <a:pt x="962967" y="57521"/>
                </a:lnTo>
                <a:lnTo>
                  <a:pt x="963659" y="57421"/>
                </a:lnTo>
                <a:lnTo>
                  <a:pt x="964363" y="57340"/>
                </a:lnTo>
                <a:lnTo>
                  <a:pt x="965081" y="57276"/>
                </a:lnTo>
                <a:lnTo>
                  <a:pt x="965811" y="57231"/>
                </a:lnTo>
                <a:lnTo>
                  <a:pt x="966555" y="57204"/>
                </a:lnTo>
                <a:lnTo>
                  <a:pt x="967312" y="57195"/>
                </a:lnTo>
                <a:lnTo>
                  <a:pt x="968082" y="57204"/>
                </a:lnTo>
                <a:lnTo>
                  <a:pt x="968838" y="57231"/>
                </a:lnTo>
                <a:lnTo>
                  <a:pt x="969579" y="57276"/>
                </a:lnTo>
                <a:lnTo>
                  <a:pt x="970307" y="57340"/>
                </a:lnTo>
                <a:lnTo>
                  <a:pt x="971021" y="57421"/>
                </a:lnTo>
                <a:lnTo>
                  <a:pt x="971721" y="57521"/>
                </a:lnTo>
                <a:lnTo>
                  <a:pt x="972406" y="57638"/>
                </a:lnTo>
                <a:lnTo>
                  <a:pt x="973078" y="57774"/>
                </a:lnTo>
                <a:lnTo>
                  <a:pt x="973736" y="57928"/>
                </a:lnTo>
                <a:lnTo>
                  <a:pt x="974380" y="58100"/>
                </a:lnTo>
                <a:lnTo>
                  <a:pt x="975010" y="58290"/>
                </a:lnTo>
                <a:lnTo>
                  <a:pt x="975625" y="58498"/>
                </a:lnTo>
                <a:lnTo>
                  <a:pt x="976227" y="58725"/>
                </a:lnTo>
                <a:lnTo>
                  <a:pt x="976815" y="58969"/>
                </a:lnTo>
                <a:lnTo>
                  <a:pt x="977389" y="59232"/>
                </a:lnTo>
                <a:lnTo>
                  <a:pt x="977949" y="59512"/>
                </a:lnTo>
                <a:lnTo>
                  <a:pt x="978495" y="59811"/>
                </a:lnTo>
                <a:lnTo>
                  <a:pt x="979027" y="60128"/>
                </a:lnTo>
                <a:lnTo>
                  <a:pt x="979545" y="60463"/>
                </a:lnTo>
                <a:lnTo>
                  <a:pt x="980049" y="60816"/>
                </a:lnTo>
                <a:lnTo>
                  <a:pt x="980538" y="61187"/>
                </a:lnTo>
                <a:lnTo>
                  <a:pt x="981014" y="61576"/>
                </a:lnTo>
                <a:lnTo>
                  <a:pt x="981476" y="61984"/>
                </a:lnTo>
                <a:lnTo>
                  <a:pt x="981924" y="62409"/>
                </a:lnTo>
                <a:lnTo>
                  <a:pt x="982356" y="62852"/>
                </a:lnTo>
                <a:lnTo>
                  <a:pt x="982770" y="63312"/>
                </a:lnTo>
                <a:lnTo>
                  <a:pt x="983165" y="63789"/>
                </a:lnTo>
                <a:lnTo>
                  <a:pt x="983542" y="64283"/>
                </a:lnTo>
                <a:lnTo>
                  <a:pt x="983901" y="64794"/>
                </a:lnTo>
                <a:lnTo>
                  <a:pt x="984241" y="65322"/>
                </a:lnTo>
                <a:lnTo>
                  <a:pt x="984562" y="65867"/>
                </a:lnTo>
                <a:lnTo>
                  <a:pt x="984866" y="66428"/>
                </a:lnTo>
                <a:lnTo>
                  <a:pt x="985151" y="67007"/>
                </a:lnTo>
                <a:lnTo>
                  <a:pt x="985417" y="67603"/>
                </a:lnTo>
                <a:lnTo>
                  <a:pt x="985665" y="68216"/>
                </a:lnTo>
                <a:lnTo>
                  <a:pt x="985895" y="68846"/>
                </a:lnTo>
                <a:lnTo>
                  <a:pt x="986106" y="69493"/>
                </a:lnTo>
                <a:lnTo>
                  <a:pt x="986299" y="70157"/>
                </a:lnTo>
                <a:lnTo>
                  <a:pt x="986474" y="70838"/>
                </a:lnTo>
                <a:lnTo>
                  <a:pt x="986630" y="71536"/>
                </a:lnTo>
                <a:lnTo>
                  <a:pt x="986768" y="72251"/>
                </a:lnTo>
                <a:lnTo>
                  <a:pt x="986888" y="72983"/>
                </a:lnTo>
                <a:lnTo>
                  <a:pt x="986989" y="73732"/>
                </a:lnTo>
                <a:lnTo>
                  <a:pt x="987072" y="74498"/>
                </a:lnTo>
                <a:lnTo>
                  <a:pt x="987136" y="75281"/>
                </a:lnTo>
                <a:lnTo>
                  <a:pt x="987182" y="76081"/>
                </a:lnTo>
                <a:lnTo>
                  <a:pt x="987209" y="76899"/>
                </a:lnTo>
                <a:lnTo>
                  <a:pt x="987219" y="77733"/>
                </a:lnTo>
                <a:lnTo>
                  <a:pt x="987219" y="100802"/>
                </a:lnTo>
                <a:lnTo>
                  <a:pt x="987209" y="101636"/>
                </a:lnTo>
                <a:lnTo>
                  <a:pt x="987182" y="102453"/>
                </a:lnTo>
                <a:lnTo>
                  <a:pt x="987136" y="103253"/>
                </a:lnTo>
                <a:lnTo>
                  <a:pt x="987072" y="104036"/>
                </a:lnTo>
                <a:lnTo>
                  <a:pt x="986989" y="104802"/>
                </a:lnTo>
                <a:lnTo>
                  <a:pt x="986888" y="105551"/>
                </a:lnTo>
                <a:lnTo>
                  <a:pt x="986768" y="106283"/>
                </a:lnTo>
                <a:lnTo>
                  <a:pt x="986630" y="106999"/>
                </a:lnTo>
                <a:lnTo>
                  <a:pt x="986474" y="107697"/>
                </a:lnTo>
                <a:lnTo>
                  <a:pt x="986299" y="108378"/>
                </a:lnTo>
                <a:lnTo>
                  <a:pt x="986106" y="109042"/>
                </a:lnTo>
                <a:lnTo>
                  <a:pt x="985895" y="109689"/>
                </a:lnTo>
                <a:lnTo>
                  <a:pt x="985665" y="110319"/>
                </a:lnTo>
                <a:lnTo>
                  <a:pt x="985417" y="110932"/>
                </a:lnTo>
                <a:lnTo>
                  <a:pt x="985151" y="111528"/>
                </a:lnTo>
                <a:lnTo>
                  <a:pt x="984866" y="112107"/>
                </a:lnTo>
                <a:lnTo>
                  <a:pt x="984562" y="112669"/>
                </a:lnTo>
                <a:lnTo>
                  <a:pt x="984241" y="113214"/>
                </a:lnTo>
                <a:lnTo>
                  <a:pt x="983901" y="113742"/>
                </a:lnTo>
                <a:lnTo>
                  <a:pt x="983542" y="114253"/>
                </a:lnTo>
                <a:lnTo>
                  <a:pt x="983165" y="114747"/>
                </a:lnTo>
                <a:lnTo>
                  <a:pt x="982770" y="115224"/>
                </a:lnTo>
                <a:lnTo>
                  <a:pt x="982356" y="115685"/>
                </a:lnTo>
                <a:lnTo>
                  <a:pt x="981924" y="116128"/>
                </a:lnTo>
                <a:lnTo>
                  <a:pt x="981476" y="116553"/>
                </a:lnTo>
                <a:lnTo>
                  <a:pt x="981014" y="116960"/>
                </a:lnTo>
                <a:lnTo>
                  <a:pt x="980538" y="117349"/>
                </a:lnTo>
                <a:lnTo>
                  <a:pt x="980049" y="117720"/>
                </a:lnTo>
                <a:lnTo>
                  <a:pt x="979545" y="118073"/>
                </a:lnTo>
                <a:lnTo>
                  <a:pt x="979027" y="118408"/>
                </a:lnTo>
                <a:lnTo>
                  <a:pt x="978495" y="118725"/>
                </a:lnTo>
                <a:lnTo>
                  <a:pt x="977949" y="119023"/>
                </a:lnTo>
                <a:lnTo>
                  <a:pt x="977389" y="119304"/>
                </a:lnTo>
                <a:lnTo>
                  <a:pt x="976815" y="119566"/>
                </a:lnTo>
                <a:lnTo>
                  <a:pt x="976227" y="119811"/>
                </a:lnTo>
                <a:lnTo>
                  <a:pt x="975625" y="120037"/>
                </a:lnTo>
                <a:lnTo>
                  <a:pt x="975010" y="120245"/>
                </a:lnTo>
                <a:lnTo>
                  <a:pt x="974380" y="120435"/>
                </a:lnTo>
                <a:lnTo>
                  <a:pt x="973736" y="120607"/>
                </a:lnTo>
                <a:lnTo>
                  <a:pt x="973078" y="120761"/>
                </a:lnTo>
                <a:lnTo>
                  <a:pt x="972406" y="120896"/>
                </a:lnTo>
                <a:lnTo>
                  <a:pt x="971721" y="121014"/>
                </a:lnTo>
                <a:lnTo>
                  <a:pt x="971021" y="121114"/>
                </a:lnTo>
                <a:lnTo>
                  <a:pt x="970307" y="121195"/>
                </a:lnTo>
                <a:lnTo>
                  <a:pt x="969579" y="121258"/>
                </a:lnTo>
                <a:lnTo>
                  <a:pt x="968838" y="121304"/>
                </a:lnTo>
                <a:lnTo>
                  <a:pt x="968082" y="121331"/>
                </a:lnTo>
                <a:lnTo>
                  <a:pt x="967312" y="121340"/>
                </a:lnTo>
                <a:lnTo>
                  <a:pt x="966555" y="121331"/>
                </a:lnTo>
                <a:lnTo>
                  <a:pt x="965811" y="121304"/>
                </a:lnTo>
                <a:lnTo>
                  <a:pt x="965081" y="121258"/>
                </a:lnTo>
                <a:lnTo>
                  <a:pt x="964363" y="121195"/>
                </a:lnTo>
                <a:lnTo>
                  <a:pt x="963659" y="121114"/>
                </a:lnTo>
                <a:close/>
                <a:moveTo>
                  <a:pt x="40763" y="133946"/>
                </a:moveTo>
                <a:lnTo>
                  <a:pt x="41904" y="133792"/>
                </a:lnTo>
                <a:lnTo>
                  <a:pt x="43025" y="133610"/>
                </a:lnTo>
                <a:lnTo>
                  <a:pt x="44125" y="133400"/>
                </a:lnTo>
                <a:lnTo>
                  <a:pt x="45206" y="133163"/>
                </a:lnTo>
                <a:lnTo>
                  <a:pt x="46266" y="132897"/>
                </a:lnTo>
                <a:lnTo>
                  <a:pt x="47307" y="132603"/>
                </a:lnTo>
                <a:lnTo>
                  <a:pt x="48328" y="132281"/>
                </a:lnTo>
                <a:lnTo>
                  <a:pt x="49328" y="131932"/>
                </a:lnTo>
                <a:lnTo>
                  <a:pt x="50309" y="131554"/>
                </a:lnTo>
                <a:lnTo>
                  <a:pt x="51269" y="131148"/>
                </a:lnTo>
                <a:lnTo>
                  <a:pt x="52210" y="130715"/>
                </a:lnTo>
                <a:lnTo>
                  <a:pt x="53130" y="130253"/>
                </a:lnTo>
                <a:lnTo>
                  <a:pt x="54030" y="129764"/>
                </a:lnTo>
                <a:lnTo>
                  <a:pt x="54911" y="129246"/>
                </a:lnTo>
                <a:lnTo>
                  <a:pt x="55771" y="128700"/>
                </a:lnTo>
                <a:lnTo>
                  <a:pt x="56612" y="128127"/>
                </a:lnTo>
                <a:lnTo>
                  <a:pt x="57432" y="127525"/>
                </a:lnTo>
                <a:lnTo>
                  <a:pt x="58232" y="126896"/>
                </a:lnTo>
                <a:lnTo>
                  <a:pt x="59012" y="126239"/>
                </a:lnTo>
                <a:lnTo>
                  <a:pt x="59767" y="125557"/>
                </a:lnTo>
                <a:lnTo>
                  <a:pt x="60492" y="124855"/>
                </a:lnTo>
                <a:lnTo>
                  <a:pt x="61186" y="124133"/>
                </a:lnTo>
                <a:lnTo>
                  <a:pt x="61850" y="123391"/>
                </a:lnTo>
                <a:lnTo>
                  <a:pt x="62483" y="122628"/>
                </a:lnTo>
                <a:lnTo>
                  <a:pt x="63086" y="121845"/>
                </a:lnTo>
                <a:lnTo>
                  <a:pt x="63658" y="121041"/>
                </a:lnTo>
                <a:lnTo>
                  <a:pt x="64200" y="120218"/>
                </a:lnTo>
                <a:lnTo>
                  <a:pt x="64711" y="119374"/>
                </a:lnTo>
                <a:lnTo>
                  <a:pt x="65192" y="118509"/>
                </a:lnTo>
                <a:lnTo>
                  <a:pt x="65643" y="117625"/>
                </a:lnTo>
                <a:lnTo>
                  <a:pt x="66063" y="116720"/>
                </a:lnTo>
                <a:lnTo>
                  <a:pt x="66453" y="115795"/>
                </a:lnTo>
                <a:lnTo>
                  <a:pt x="66812" y="114849"/>
                </a:lnTo>
                <a:lnTo>
                  <a:pt x="67140" y="113884"/>
                </a:lnTo>
                <a:lnTo>
                  <a:pt x="67439" y="112898"/>
                </a:lnTo>
                <a:lnTo>
                  <a:pt x="67706" y="111891"/>
                </a:lnTo>
                <a:lnTo>
                  <a:pt x="67944" y="110865"/>
                </a:lnTo>
                <a:lnTo>
                  <a:pt x="68151" y="109818"/>
                </a:lnTo>
                <a:lnTo>
                  <a:pt x="68327" y="108750"/>
                </a:lnTo>
                <a:lnTo>
                  <a:pt x="68473" y="107663"/>
                </a:lnTo>
                <a:lnTo>
                  <a:pt x="68588" y="106555"/>
                </a:lnTo>
                <a:lnTo>
                  <a:pt x="68674" y="105427"/>
                </a:lnTo>
                <a:lnTo>
                  <a:pt x="68728" y="104278"/>
                </a:lnTo>
                <a:lnTo>
                  <a:pt x="54509" y="104278"/>
                </a:lnTo>
                <a:lnTo>
                  <a:pt x="54461" y="104956"/>
                </a:lnTo>
                <a:lnTo>
                  <a:pt x="54397" y="105622"/>
                </a:lnTo>
                <a:lnTo>
                  <a:pt x="54316" y="106275"/>
                </a:lnTo>
                <a:lnTo>
                  <a:pt x="54219" y="106915"/>
                </a:lnTo>
                <a:lnTo>
                  <a:pt x="54105" y="107543"/>
                </a:lnTo>
                <a:lnTo>
                  <a:pt x="53975" y="108158"/>
                </a:lnTo>
                <a:lnTo>
                  <a:pt x="53829" y="108761"/>
                </a:lnTo>
                <a:lnTo>
                  <a:pt x="53666" y="109351"/>
                </a:lnTo>
                <a:lnTo>
                  <a:pt x="53486" y="109928"/>
                </a:lnTo>
                <a:lnTo>
                  <a:pt x="53290" y="110493"/>
                </a:lnTo>
                <a:lnTo>
                  <a:pt x="53078" y="111045"/>
                </a:lnTo>
                <a:lnTo>
                  <a:pt x="52849" y="111584"/>
                </a:lnTo>
                <a:lnTo>
                  <a:pt x="52604" y="112111"/>
                </a:lnTo>
                <a:lnTo>
                  <a:pt x="52342" y="112626"/>
                </a:lnTo>
                <a:lnTo>
                  <a:pt x="52064" y="113127"/>
                </a:lnTo>
                <a:lnTo>
                  <a:pt x="51769" y="113616"/>
                </a:lnTo>
                <a:lnTo>
                  <a:pt x="51458" y="114093"/>
                </a:lnTo>
                <a:lnTo>
                  <a:pt x="51131" y="114557"/>
                </a:lnTo>
                <a:lnTo>
                  <a:pt x="50786" y="115008"/>
                </a:lnTo>
                <a:lnTo>
                  <a:pt x="50426" y="115447"/>
                </a:lnTo>
                <a:lnTo>
                  <a:pt x="50049" y="115873"/>
                </a:lnTo>
                <a:lnTo>
                  <a:pt x="49656" y="116286"/>
                </a:lnTo>
                <a:lnTo>
                  <a:pt x="49246" y="116687"/>
                </a:lnTo>
                <a:lnTo>
                  <a:pt x="48819" y="117075"/>
                </a:lnTo>
                <a:lnTo>
                  <a:pt x="48379" y="117449"/>
                </a:lnTo>
                <a:lnTo>
                  <a:pt x="47925" y="117807"/>
                </a:lnTo>
                <a:lnTo>
                  <a:pt x="47460" y="118149"/>
                </a:lnTo>
                <a:lnTo>
                  <a:pt x="46981" y="118475"/>
                </a:lnTo>
                <a:lnTo>
                  <a:pt x="46490" y="118785"/>
                </a:lnTo>
                <a:lnTo>
                  <a:pt x="45986" y="119079"/>
                </a:lnTo>
                <a:lnTo>
                  <a:pt x="45470" y="119357"/>
                </a:lnTo>
                <a:lnTo>
                  <a:pt x="44941" y="119620"/>
                </a:lnTo>
                <a:lnTo>
                  <a:pt x="44399" y="119866"/>
                </a:lnTo>
                <a:lnTo>
                  <a:pt x="43845" y="120097"/>
                </a:lnTo>
                <a:lnTo>
                  <a:pt x="43278" y="120312"/>
                </a:lnTo>
                <a:lnTo>
                  <a:pt x="42698" y="120510"/>
                </a:lnTo>
                <a:lnTo>
                  <a:pt x="42106" y="120693"/>
                </a:lnTo>
                <a:lnTo>
                  <a:pt x="41501" y="120860"/>
                </a:lnTo>
                <a:lnTo>
                  <a:pt x="40884" y="121011"/>
                </a:lnTo>
                <a:lnTo>
                  <a:pt x="40254" y="121147"/>
                </a:lnTo>
                <a:lnTo>
                  <a:pt x="39611" y="121266"/>
                </a:lnTo>
                <a:lnTo>
                  <a:pt x="38956" y="121369"/>
                </a:lnTo>
                <a:lnTo>
                  <a:pt x="38288" y="121457"/>
                </a:lnTo>
                <a:lnTo>
                  <a:pt x="37608" y="121528"/>
                </a:lnTo>
                <a:lnTo>
                  <a:pt x="36915" y="121584"/>
                </a:lnTo>
                <a:lnTo>
                  <a:pt x="36209" y="121624"/>
                </a:lnTo>
                <a:lnTo>
                  <a:pt x="35490" y="121648"/>
                </a:lnTo>
                <a:lnTo>
                  <a:pt x="34759" y="121656"/>
                </a:lnTo>
                <a:lnTo>
                  <a:pt x="33989" y="121646"/>
                </a:lnTo>
                <a:lnTo>
                  <a:pt x="33231" y="121618"/>
                </a:lnTo>
                <a:lnTo>
                  <a:pt x="32487" y="121572"/>
                </a:lnTo>
                <a:lnTo>
                  <a:pt x="31755" y="121506"/>
                </a:lnTo>
                <a:lnTo>
                  <a:pt x="31036" y="121422"/>
                </a:lnTo>
                <a:lnTo>
                  <a:pt x="30330" y="121320"/>
                </a:lnTo>
                <a:lnTo>
                  <a:pt x="29637" y="121199"/>
                </a:lnTo>
                <a:lnTo>
                  <a:pt x="28957" y="121059"/>
                </a:lnTo>
                <a:lnTo>
                  <a:pt x="28290" y="120900"/>
                </a:lnTo>
                <a:lnTo>
                  <a:pt x="27635" y="120723"/>
                </a:lnTo>
                <a:lnTo>
                  <a:pt x="26994" y="120527"/>
                </a:lnTo>
                <a:lnTo>
                  <a:pt x="26365" y="120313"/>
                </a:lnTo>
                <a:lnTo>
                  <a:pt x="25749" y="120080"/>
                </a:lnTo>
                <a:lnTo>
                  <a:pt x="25146" y="119828"/>
                </a:lnTo>
                <a:lnTo>
                  <a:pt x="24556" y="119557"/>
                </a:lnTo>
                <a:lnTo>
                  <a:pt x="23979" y="119268"/>
                </a:lnTo>
                <a:lnTo>
                  <a:pt x="23415" y="118961"/>
                </a:lnTo>
                <a:lnTo>
                  <a:pt x="22864" y="118634"/>
                </a:lnTo>
                <a:lnTo>
                  <a:pt x="22325" y="118289"/>
                </a:lnTo>
                <a:lnTo>
                  <a:pt x="21800" y="117926"/>
                </a:lnTo>
                <a:lnTo>
                  <a:pt x="21287" y="117543"/>
                </a:lnTo>
                <a:lnTo>
                  <a:pt x="20787" y="117142"/>
                </a:lnTo>
                <a:lnTo>
                  <a:pt x="20301" y="116723"/>
                </a:lnTo>
                <a:lnTo>
                  <a:pt x="19827" y="116284"/>
                </a:lnTo>
                <a:lnTo>
                  <a:pt x="19369" y="115829"/>
                </a:lnTo>
                <a:lnTo>
                  <a:pt x="18931" y="115358"/>
                </a:lnTo>
                <a:lnTo>
                  <a:pt x="18512" y="114872"/>
                </a:lnTo>
                <a:lnTo>
                  <a:pt x="18113" y="114371"/>
                </a:lnTo>
                <a:lnTo>
                  <a:pt x="17734" y="113854"/>
                </a:lnTo>
                <a:lnTo>
                  <a:pt x="17373" y="113322"/>
                </a:lnTo>
                <a:lnTo>
                  <a:pt x="17033" y="112775"/>
                </a:lnTo>
                <a:lnTo>
                  <a:pt x="16711" y="112212"/>
                </a:lnTo>
                <a:lnTo>
                  <a:pt x="16410" y="111634"/>
                </a:lnTo>
                <a:lnTo>
                  <a:pt x="16127" y="111040"/>
                </a:lnTo>
                <a:lnTo>
                  <a:pt x="15864" y="110431"/>
                </a:lnTo>
                <a:lnTo>
                  <a:pt x="15621" y="109807"/>
                </a:lnTo>
                <a:lnTo>
                  <a:pt x="15397" y="109167"/>
                </a:lnTo>
                <a:lnTo>
                  <a:pt x="15193" y="108512"/>
                </a:lnTo>
                <a:lnTo>
                  <a:pt x="15008" y="107842"/>
                </a:lnTo>
                <a:lnTo>
                  <a:pt x="14842" y="107156"/>
                </a:lnTo>
                <a:lnTo>
                  <a:pt x="14696" y="106455"/>
                </a:lnTo>
                <a:lnTo>
                  <a:pt x="14570" y="105739"/>
                </a:lnTo>
                <a:lnTo>
                  <a:pt x="14462" y="105007"/>
                </a:lnTo>
                <a:lnTo>
                  <a:pt x="14375" y="104260"/>
                </a:lnTo>
                <a:lnTo>
                  <a:pt x="14307" y="103497"/>
                </a:lnTo>
                <a:lnTo>
                  <a:pt x="14258" y="102720"/>
                </a:lnTo>
                <a:lnTo>
                  <a:pt x="14229" y="101926"/>
                </a:lnTo>
                <a:lnTo>
                  <a:pt x="14219" y="101118"/>
                </a:lnTo>
                <a:lnTo>
                  <a:pt x="14219" y="77260"/>
                </a:lnTo>
                <a:lnTo>
                  <a:pt x="14229" y="76452"/>
                </a:lnTo>
                <a:lnTo>
                  <a:pt x="14258" y="75659"/>
                </a:lnTo>
                <a:lnTo>
                  <a:pt x="14307" y="74882"/>
                </a:lnTo>
                <a:lnTo>
                  <a:pt x="14375" y="74120"/>
                </a:lnTo>
                <a:lnTo>
                  <a:pt x="14462" y="73374"/>
                </a:lnTo>
                <a:lnTo>
                  <a:pt x="14570" y="72644"/>
                </a:lnTo>
                <a:lnTo>
                  <a:pt x="14696" y="71929"/>
                </a:lnTo>
                <a:lnTo>
                  <a:pt x="14842" y="71230"/>
                </a:lnTo>
                <a:lnTo>
                  <a:pt x="15008" y="70547"/>
                </a:lnTo>
                <a:lnTo>
                  <a:pt x="15193" y="69879"/>
                </a:lnTo>
                <a:lnTo>
                  <a:pt x="15397" y="69227"/>
                </a:lnTo>
                <a:lnTo>
                  <a:pt x="15621" y="68591"/>
                </a:lnTo>
                <a:lnTo>
                  <a:pt x="15864" y="67970"/>
                </a:lnTo>
                <a:lnTo>
                  <a:pt x="16127" y="67365"/>
                </a:lnTo>
                <a:lnTo>
                  <a:pt x="16410" y="66775"/>
                </a:lnTo>
                <a:lnTo>
                  <a:pt x="16711" y="66201"/>
                </a:lnTo>
                <a:lnTo>
                  <a:pt x="17033" y="65643"/>
                </a:lnTo>
                <a:lnTo>
                  <a:pt x="17373" y="65100"/>
                </a:lnTo>
                <a:lnTo>
                  <a:pt x="17734" y="64573"/>
                </a:lnTo>
                <a:lnTo>
                  <a:pt x="18113" y="64062"/>
                </a:lnTo>
                <a:lnTo>
                  <a:pt x="18512" y="63566"/>
                </a:lnTo>
                <a:lnTo>
                  <a:pt x="18931" y="63086"/>
                </a:lnTo>
                <a:lnTo>
                  <a:pt x="19369" y="62622"/>
                </a:lnTo>
                <a:lnTo>
                  <a:pt x="19827" y="62173"/>
                </a:lnTo>
                <a:lnTo>
                  <a:pt x="20301" y="61741"/>
                </a:lnTo>
                <a:lnTo>
                  <a:pt x="20787" y="61327"/>
                </a:lnTo>
                <a:lnTo>
                  <a:pt x="21287" y="60932"/>
                </a:lnTo>
                <a:lnTo>
                  <a:pt x="21800" y="60555"/>
                </a:lnTo>
                <a:lnTo>
                  <a:pt x="22325" y="60197"/>
                </a:lnTo>
                <a:lnTo>
                  <a:pt x="22864" y="59857"/>
                </a:lnTo>
                <a:lnTo>
                  <a:pt x="23415" y="59535"/>
                </a:lnTo>
                <a:lnTo>
                  <a:pt x="23979" y="59232"/>
                </a:lnTo>
                <a:lnTo>
                  <a:pt x="24556" y="58947"/>
                </a:lnTo>
                <a:lnTo>
                  <a:pt x="25146" y="58680"/>
                </a:lnTo>
                <a:lnTo>
                  <a:pt x="25749" y="58432"/>
                </a:lnTo>
                <a:lnTo>
                  <a:pt x="26365" y="58202"/>
                </a:lnTo>
                <a:lnTo>
                  <a:pt x="26994" y="57991"/>
                </a:lnTo>
                <a:lnTo>
                  <a:pt x="27635" y="57798"/>
                </a:lnTo>
                <a:lnTo>
                  <a:pt x="28290" y="57623"/>
                </a:lnTo>
                <a:lnTo>
                  <a:pt x="28957" y="57467"/>
                </a:lnTo>
                <a:lnTo>
                  <a:pt x="29637" y="57329"/>
                </a:lnTo>
                <a:lnTo>
                  <a:pt x="30330" y="57210"/>
                </a:lnTo>
                <a:lnTo>
                  <a:pt x="31036" y="57109"/>
                </a:lnTo>
                <a:lnTo>
                  <a:pt x="31755" y="57026"/>
                </a:lnTo>
                <a:lnTo>
                  <a:pt x="32487" y="56962"/>
                </a:lnTo>
                <a:lnTo>
                  <a:pt x="33231" y="56916"/>
                </a:lnTo>
                <a:lnTo>
                  <a:pt x="33989" y="56888"/>
                </a:lnTo>
                <a:lnTo>
                  <a:pt x="34759" y="56879"/>
                </a:lnTo>
                <a:lnTo>
                  <a:pt x="35490" y="56887"/>
                </a:lnTo>
                <a:lnTo>
                  <a:pt x="36209" y="56910"/>
                </a:lnTo>
                <a:lnTo>
                  <a:pt x="36915" y="56949"/>
                </a:lnTo>
                <a:lnTo>
                  <a:pt x="37608" y="57004"/>
                </a:lnTo>
                <a:lnTo>
                  <a:pt x="38288" y="57074"/>
                </a:lnTo>
                <a:lnTo>
                  <a:pt x="38956" y="57160"/>
                </a:lnTo>
                <a:lnTo>
                  <a:pt x="39611" y="57262"/>
                </a:lnTo>
                <a:lnTo>
                  <a:pt x="40254" y="57379"/>
                </a:lnTo>
                <a:lnTo>
                  <a:pt x="40884" y="57512"/>
                </a:lnTo>
                <a:lnTo>
                  <a:pt x="41501" y="57661"/>
                </a:lnTo>
                <a:lnTo>
                  <a:pt x="42106" y="57825"/>
                </a:lnTo>
                <a:lnTo>
                  <a:pt x="42698" y="58005"/>
                </a:lnTo>
                <a:lnTo>
                  <a:pt x="43278" y="58200"/>
                </a:lnTo>
                <a:lnTo>
                  <a:pt x="43845" y="58411"/>
                </a:lnTo>
                <a:lnTo>
                  <a:pt x="44399" y="58638"/>
                </a:lnTo>
                <a:lnTo>
                  <a:pt x="44941" y="58880"/>
                </a:lnTo>
                <a:lnTo>
                  <a:pt x="45470" y="59138"/>
                </a:lnTo>
                <a:lnTo>
                  <a:pt x="45986" y="59412"/>
                </a:lnTo>
                <a:lnTo>
                  <a:pt x="46490" y="59701"/>
                </a:lnTo>
                <a:lnTo>
                  <a:pt x="46981" y="60006"/>
                </a:lnTo>
                <a:lnTo>
                  <a:pt x="47460" y="60327"/>
                </a:lnTo>
                <a:lnTo>
                  <a:pt x="47925" y="60663"/>
                </a:lnTo>
                <a:lnTo>
                  <a:pt x="48379" y="61015"/>
                </a:lnTo>
                <a:lnTo>
                  <a:pt x="48819" y="61382"/>
                </a:lnTo>
                <a:lnTo>
                  <a:pt x="49246" y="61764"/>
                </a:lnTo>
                <a:lnTo>
                  <a:pt x="49656" y="62159"/>
                </a:lnTo>
                <a:lnTo>
                  <a:pt x="50049" y="62568"/>
                </a:lnTo>
                <a:lnTo>
                  <a:pt x="50426" y="62990"/>
                </a:lnTo>
                <a:lnTo>
                  <a:pt x="50786" y="63426"/>
                </a:lnTo>
                <a:lnTo>
                  <a:pt x="51131" y="63875"/>
                </a:lnTo>
                <a:lnTo>
                  <a:pt x="51458" y="64337"/>
                </a:lnTo>
                <a:lnTo>
                  <a:pt x="51769" y="64813"/>
                </a:lnTo>
                <a:lnTo>
                  <a:pt x="52064" y="65303"/>
                </a:lnTo>
                <a:lnTo>
                  <a:pt x="52342" y="65806"/>
                </a:lnTo>
                <a:lnTo>
                  <a:pt x="52604" y="66322"/>
                </a:lnTo>
                <a:lnTo>
                  <a:pt x="52849" y="66852"/>
                </a:lnTo>
                <a:lnTo>
                  <a:pt x="53078" y="67395"/>
                </a:lnTo>
                <a:lnTo>
                  <a:pt x="53290" y="67952"/>
                </a:lnTo>
                <a:lnTo>
                  <a:pt x="53486" y="68522"/>
                </a:lnTo>
                <a:lnTo>
                  <a:pt x="53666" y="69106"/>
                </a:lnTo>
                <a:lnTo>
                  <a:pt x="53829" y="69703"/>
                </a:lnTo>
                <a:lnTo>
                  <a:pt x="53975" y="70313"/>
                </a:lnTo>
                <a:lnTo>
                  <a:pt x="54105" y="70937"/>
                </a:lnTo>
                <a:lnTo>
                  <a:pt x="54219" y="71574"/>
                </a:lnTo>
                <a:lnTo>
                  <a:pt x="54316" y="72225"/>
                </a:lnTo>
                <a:lnTo>
                  <a:pt x="54397" y="72890"/>
                </a:lnTo>
                <a:lnTo>
                  <a:pt x="54461" y="73567"/>
                </a:lnTo>
                <a:lnTo>
                  <a:pt x="54509" y="74259"/>
                </a:lnTo>
                <a:lnTo>
                  <a:pt x="68728" y="74259"/>
                </a:lnTo>
                <a:lnTo>
                  <a:pt x="68674" y="73110"/>
                </a:lnTo>
                <a:lnTo>
                  <a:pt x="68588" y="71982"/>
                </a:lnTo>
                <a:lnTo>
                  <a:pt x="68473" y="70874"/>
                </a:lnTo>
                <a:lnTo>
                  <a:pt x="68327" y="69787"/>
                </a:lnTo>
                <a:lnTo>
                  <a:pt x="68151" y="68719"/>
                </a:lnTo>
                <a:lnTo>
                  <a:pt x="67944" y="67672"/>
                </a:lnTo>
                <a:lnTo>
                  <a:pt x="67706" y="66646"/>
                </a:lnTo>
                <a:lnTo>
                  <a:pt x="67439" y="65639"/>
                </a:lnTo>
                <a:lnTo>
                  <a:pt x="67140" y="64653"/>
                </a:lnTo>
                <a:lnTo>
                  <a:pt x="66812" y="63687"/>
                </a:lnTo>
                <a:lnTo>
                  <a:pt x="66453" y="62742"/>
                </a:lnTo>
                <a:lnTo>
                  <a:pt x="66063" y="61817"/>
                </a:lnTo>
                <a:lnTo>
                  <a:pt x="65643" y="60912"/>
                </a:lnTo>
                <a:lnTo>
                  <a:pt x="65192" y="60027"/>
                </a:lnTo>
                <a:lnTo>
                  <a:pt x="64711" y="59163"/>
                </a:lnTo>
                <a:lnTo>
                  <a:pt x="64200" y="58319"/>
                </a:lnTo>
                <a:lnTo>
                  <a:pt x="63658" y="57496"/>
                </a:lnTo>
                <a:lnTo>
                  <a:pt x="63086" y="56692"/>
                </a:lnTo>
                <a:lnTo>
                  <a:pt x="62483" y="55909"/>
                </a:lnTo>
                <a:lnTo>
                  <a:pt x="61850" y="55146"/>
                </a:lnTo>
                <a:lnTo>
                  <a:pt x="61186" y="54404"/>
                </a:lnTo>
                <a:lnTo>
                  <a:pt x="60492" y="53682"/>
                </a:lnTo>
                <a:lnTo>
                  <a:pt x="59767" y="52980"/>
                </a:lnTo>
                <a:lnTo>
                  <a:pt x="59012" y="52298"/>
                </a:lnTo>
                <a:lnTo>
                  <a:pt x="58232" y="51641"/>
                </a:lnTo>
                <a:lnTo>
                  <a:pt x="57432" y="51011"/>
                </a:lnTo>
                <a:lnTo>
                  <a:pt x="56612" y="50409"/>
                </a:lnTo>
                <a:lnTo>
                  <a:pt x="55771" y="49836"/>
                </a:lnTo>
                <a:lnTo>
                  <a:pt x="54911" y="49290"/>
                </a:lnTo>
                <a:lnTo>
                  <a:pt x="54030" y="48772"/>
                </a:lnTo>
                <a:lnTo>
                  <a:pt x="53130" y="48283"/>
                </a:lnTo>
                <a:lnTo>
                  <a:pt x="52210" y="47821"/>
                </a:lnTo>
                <a:lnTo>
                  <a:pt x="51269" y="47387"/>
                </a:lnTo>
                <a:lnTo>
                  <a:pt x="50309" y="46981"/>
                </a:lnTo>
                <a:lnTo>
                  <a:pt x="49328" y="46603"/>
                </a:lnTo>
                <a:lnTo>
                  <a:pt x="48328" y="46254"/>
                </a:lnTo>
                <a:lnTo>
                  <a:pt x="47307" y="45932"/>
                </a:lnTo>
                <a:lnTo>
                  <a:pt x="46266" y="45638"/>
                </a:lnTo>
                <a:lnTo>
                  <a:pt x="45206" y="45372"/>
                </a:lnTo>
                <a:lnTo>
                  <a:pt x="44125" y="45134"/>
                </a:lnTo>
                <a:lnTo>
                  <a:pt x="43025" y="44924"/>
                </a:lnTo>
                <a:lnTo>
                  <a:pt x="41904" y="44743"/>
                </a:lnTo>
                <a:lnTo>
                  <a:pt x="40763" y="44589"/>
                </a:lnTo>
                <a:lnTo>
                  <a:pt x="39603" y="44463"/>
                </a:lnTo>
                <a:lnTo>
                  <a:pt x="38422" y="44365"/>
                </a:lnTo>
                <a:lnTo>
                  <a:pt x="37221" y="44295"/>
                </a:lnTo>
                <a:lnTo>
                  <a:pt x="36000" y="44253"/>
                </a:lnTo>
                <a:lnTo>
                  <a:pt x="34759" y="44239"/>
                </a:lnTo>
                <a:lnTo>
                  <a:pt x="33895" y="44246"/>
                </a:lnTo>
                <a:lnTo>
                  <a:pt x="33040" y="44266"/>
                </a:lnTo>
                <a:lnTo>
                  <a:pt x="32193" y="44301"/>
                </a:lnTo>
                <a:lnTo>
                  <a:pt x="31356" y="44349"/>
                </a:lnTo>
                <a:lnTo>
                  <a:pt x="30528" y="44410"/>
                </a:lnTo>
                <a:lnTo>
                  <a:pt x="29709" y="44486"/>
                </a:lnTo>
                <a:lnTo>
                  <a:pt x="28899" y="44575"/>
                </a:lnTo>
                <a:lnTo>
                  <a:pt x="28098" y="44678"/>
                </a:lnTo>
                <a:lnTo>
                  <a:pt x="27306" y="44795"/>
                </a:lnTo>
                <a:lnTo>
                  <a:pt x="26523" y="44925"/>
                </a:lnTo>
                <a:lnTo>
                  <a:pt x="25749" y="45069"/>
                </a:lnTo>
                <a:lnTo>
                  <a:pt x="24984" y="45227"/>
                </a:lnTo>
                <a:lnTo>
                  <a:pt x="24228" y="45398"/>
                </a:lnTo>
                <a:lnTo>
                  <a:pt x="23482" y="45583"/>
                </a:lnTo>
                <a:lnTo>
                  <a:pt x="22744" y="45782"/>
                </a:lnTo>
                <a:lnTo>
                  <a:pt x="22015" y="45995"/>
                </a:lnTo>
                <a:lnTo>
                  <a:pt x="21296" y="46221"/>
                </a:lnTo>
                <a:lnTo>
                  <a:pt x="20585" y="46461"/>
                </a:lnTo>
                <a:lnTo>
                  <a:pt x="19884" y="46715"/>
                </a:lnTo>
                <a:lnTo>
                  <a:pt x="19191" y="46983"/>
                </a:lnTo>
                <a:lnTo>
                  <a:pt x="18508" y="47264"/>
                </a:lnTo>
                <a:lnTo>
                  <a:pt x="17833" y="47559"/>
                </a:lnTo>
                <a:lnTo>
                  <a:pt x="17168" y="47868"/>
                </a:lnTo>
                <a:lnTo>
                  <a:pt x="16512" y="48190"/>
                </a:lnTo>
                <a:lnTo>
                  <a:pt x="15866" y="48525"/>
                </a:lnTo>
                <a:lnTo>
                  <a:pt x="15232" y="48873"/>
                </a:lnTo>
                <a:lnTo>
                  <a:pt x="14611" y="49232"/>
                </a:lnTo>
                <a:lnTo>
                  <a:pt x="14001" y="49603"/>
                </a:lnTo>
                <a:lnTo>
                  <a:pt x="13404" y="49986"/>
                </a:lnTo>
                <a:lnTo>
                  <a:pt x="12819" y="50382"/>
                </a:lnTo>
                <a:lnTo>
                  <a:pt x="12245" y="50789"/>
                </a:lnTo>
                <a:lnTo>
                  <a:pt x="11684" y="51209"/>
                </a:lnTo>
                <a:lnTo>
                  <a:pt x="11135" y="51641"/>
                </a:lnTo>
                <a:lnTo>
                  <a:pt x="10598" y="52085"/>
                </a:lnTo>
                <a:lnTo>
                  <a:pt x="10073" y="52540"/>
                </a:lnTo>
                <a:lnTo>
                  <a:pt x="9560" y="53008"/>
                </a:lnTo>
                <a:lnTo>
                  <a:pt x="9059" y="53488"/>
                </a:lnTo>
                <a:lnTo>
                  <a:pt x="8570" y="53980"/>
                </a:lnTo>
                <a:lnTo>
                  <a:pt x="8093" y="54484"/>
                </a:lnTo>
                <a:lnTo>
                  <a:pt x="7628" y="55001"/>
                </a:lnTo>
                <a:lnTo>
                  <a:pt x="7175" y="55529"/>
                </a:lnTo>
                <a:lnTo>
                  <a:pt x="6735" y="56069"/>
                </a:lnTo>
                <a:lnTo>
                  <a:pt x="6306" y="56622"/>
                </a:lnTo>
                <a:lnTo>
                  <a:pt x="5890" y="57186"/>
                </a:lnTo>
                <a:lnTo>
                  <a:pt x="5485" y="57763"/>
                </a:lnTo>
                <a:lnTo>
                  <a:pt x="5093" y="58351"/>
                </a:lnTo>
                <a:lnTo>
                  <a:pt x="4713" y="58952"/>
                </a:lnTo>
                <a:lnTo>
                  <a:pt x="4344" y="59565"/>
                </a:lnTo>
                <a:lnTo>
                  <a:pt x="3990" y="60189"/>
                </a:lnTo>
                <a:lnTo>
                  <a:pt x="3650" y="60823"/>
                </a:lnTo>
                <a:lnTo>
                  <a:pt x="3326" y="61468"/>
                </a:lnTo>
                <a:lnTo>
                  <a:pt x="3017" y="62123"/>
                </a:lnTo>
                <a:lnTo>
                  <a:pt x="2723" y="62789"/>
                </a:lnTo>
                <a:lnTo>
                  <a:pt x="2444" y="63465"/>
                </a:lnTo>
                <a:lnTo>
                  <a:pt x="2180" y="64151"/>
                </a:lnTo>
                <a:lnTo>
                  <a:pt x="1931" y="64848"/>
                </a:lnTo>
                <a:lnTo>
                  <a:pt x="1697" y="65556"/>
                </a:lnTo>
                <a:lnTo>
                  <a:pt x="1478" y="66273"/>
                </a:lnTo>
                <a:lnTo>
                  <a:pt x="1275" y="67002"/>
                </a:lnTo>
                <a:lnTo>
                  <a:pt x="1086" y="67740"/>
                </a:lnTo>
                <a:lnTo>
                  <a:pt x="913" y="68489"/>
                </a:lnTo>
                <a:lnTo>
                  <a:pt x="754" y="69249"/>
                </a:lnTo>
                <a:lnTo>
                  <a:pt x="611" y="70019"/>
                </a:lnTo>
                <a:lnTo>
                  <a:pt x="483" y="70799"/>
                </a:lnTo>
                <a:lnTo>
                  <a:pt x="370" y="71590"/>
                </a:lnTo>
                <a:lnTo>
                  <a:pt x="272" y="72391"/>
                </a:lnTo>
                <a:lnTo>
                  <a:pt x="189" y="73203"/>
                </a:lnTo>
                <a:lnTo>
                  <a:pt x="121" y="74025"/>
                </a:lnTo>
                <a:lnTo>
                  <a:pt x="68" y="74857"/>
                </a:lnTo>
                <a:lnTo>
                  <a:pt x="30" y="75700"/>
                </a:lnTo>
                <a:lnTo>
                  <a:pt x="8" y="76553"/>
                </a:lnTo>
                <a:lnTo>
                  <a:pt x="0" y="77417"/>
                </a:lnTo>
                <a:lnTo>
                  <a:pt x="0" y="101118"/>
                </a:lnTo>
                <a:lnTo>
                  <a:pt x="8" y="101969"/>
                </a:lnTo>
                <a:lnTo>
                  <a:pt x="30" y="102810"/>
                </a:lnTo>
                <a:lnTo>
                  <a:pt x="68" y="103642"/>
                </a:lnTo>
                <a:lnTo>
                  <a:pt x="121" y="104464"/>
                </a:lnTo>
                <a:lnTo>
                  <a:pt x="189" y="105277"/>
                </a:lnTo>
                <a:lnTo>
                  <a:pt x="272" y="106080"/>
                </a:lnTo>
                <a:lnTo>
                  <a:pt x="370" y="106873"/>
                </a:lnTo>
                <a:lnTo>
                  <a:pt x="483" y="107657"/>
                </a:lnTo>
                <a:lnTo>
                  <a:pt x="611" y="108431"/>
                </a:lnTo>
                <a:lnTo>
                  <a:pt x="754" y="109196"/>
                </a:lnTo>
                <a:lnTo>
                  <a:pt x="913" y="109951"/>
                </a:lnTo>
                <a:lnTo>
                  <a:pt x="1086" y="110697"/>
                </a:lnTo>
                <a:lnTo>
                  <a:pt x="1275" y="111432"/>
                </a:lnTo>
                <a:lnTo>
                  <a:pt x="1478" y="112159"/>
                </a:lnTo>
                <a:lnTo>
                  <a:pt x="1697" y="112875"/>
                </a:lnTo>
                <a:lnTo>
                  <a:pt x="1931" y="113582"/>
                </a:lnTo>
                <a:lnTo>
                  <a:pt x="2180" y="114280"/>
                </a:lnTo>
                <a:lnTo>
                  <a:pt x="2444" y="114967"/>
                </a:lnTo>
                <a:lnTo>
                  <a:pt x="2723" y="115646"/>
                </a:lnTo>
                <a:lnTo>
                  <a:pt x="3017" y="116314"/>
                </a:lnTo>
                <a:lnTo>
                  <a:pt x="3326" y="116973"/>
                </a:lnTo>
                <a:lnTo>
                  <a:pt x="3650" y="117623"/>
                </a:lnTo>
                <a:lnTo>
                  <a:pt x="3990" y="118263"/>
                </a:lnTo>
                <a:lnTo>
                  <a:pt x="4344" y="118893"/>
                </a:lnTo>
                <a:lnTo>
                  <a:pt x="4713" y="119512"/>
                </a:lnTo>
                <a:lnTo>
                  <a:pt x="5093" y="120119"/>
                </a:lnTo>
                <a:lnTo>
                  <a:pt x="5485" y="120713"/>
                </a:lnTo>
                <a:lnTo>
                  <a:pt x="5890" y="121296"/>
                </a:lnTo>
                <a:lnTo>
                  <a:pt x="6306" y="121866"/>
                </a:lnTo>
                <a:lnTo>
                  <a:pt x="6735" y="122423"/>
                </a:lnTo>
                <a:lnTo>
                  <a:pt x="7175" y="122968"/>
                </a:lnTo>
                <a:lnTo>
                  <a:pt x="7628" y="123501"/>
                </a:lnTo>
                <a:lnTo>
                  <a:pt x="8093" y="124021"/>
                </a:lnTo>
                <a:lnTo>
                  <a:pt x="8570" y="124530"/>
                </a:lnTo>
                <a:lnTo>
                  <a:pt x="9059" y="125025"/>
                </a:lnTo>
                <a:lnTo>
                  <a:pt x="9560" y="125509"/>
                </a:lnTo>
                <a:lnTo>
                  <a:pt x="10073" y="125980"/>
                </a:lnTo>
                <a:lnTo>
                  <a:pt x="10598" y="126439"/>
                </a:lnTo>
                <a:lnTo>
                  <a:pt x="11135" y="126885"/>
                </a:lnTo>
                <a:lnTo>
                  <a:pt x="11684" y="127319"/>
                </a:lnTo>
                <a:lnTo>
                  <a:pt x="12245" y="127741"/>
                </a:lnTo>
                <a:lnTo>
                  <a:pt x="12819" y="128150"/>
                </a:lnTo>
                <a:lnTo>
                  <a:pt x="13404" y="128547"/>
                </a:lnTo>
                <a:lnTo>
                  <a:pt x="14001" y="128932"/>
                </a:lnTo>
                <a:lnTo>
                  <a:pt x="14611" y="129304"/>
                </a:lnTo>
                <a:lnTo>
                  <a:pt x="15232" y="129664"/>
                </a:lnTo>
                <a:lnTo>
                  <a:pt x="15866" y="130011"/>
                </a:lnTo>
                <a:lnTo>
                  <a:pt x="16512" y="130347"/>
                </a:lnTo>
                <a:lnTo>
                  <a:pt x="17168" y="130669"/>
                </a:lnTo>
                <a:lnTo>
                  <a:pt x="17833" y="130977"/>
                </a:lnTo>
                <a:lnTo>
                  <a:pt x="18508" y="131272"/>
                </a:lnTo>
                <a:lnTo>
                  <a:pt x="19191" y="131553"/>
                </a:lnTo>
                <a:lnTo>
                  <a:pt x="19884" y="131821"/>
                </a:lnTo>
                <a:lnTo>
                  <a:pt x="20585" y="132074"/>
                </a:lnTo>
                <a:lnTo>
                  <a:pt x="21296" y="132314"/>
                </a:lnTo>
                <a:lnTo>
                  <a:pt x="22015" y="132541"/>
                </a:lnTo>
                <a:lnTo>
                  <a:pt x="22744" y="132753"/>
                </a:lnTo>
                <a:lnTo>
                  <a:pt x="23482" y="132952"/>
                </a:lnTo>
                <a:lnTo>
                  <a:pt x="24228" y="133137"/>
                </a:lnTo>
                <a:lnTo>
                  <a:pt x="24984" y="133308"/>
                </a:lnTo>
                <a:lnTo>
                  <a:pt x="25749" y="133466"/>
                </a:lnTo>
                <a:lnTo>
                  <a:pt x="26523" y="133610"/>
                </a:lnTo>
                <a:lnTo>
                  <a:pt x="27306" y="133740"/>
                </a:lnTo>
                <a:lnTo>
                  <a:pt x="28098" y="133857"/>
                </a:lnTo>
                <a:lnTo>
                  <a:pt x="28899" y="133960"/>
                </a:lnTo>
                <a:lnTo>
                  <a:pt x="29709" y="134049"/>
                </a:lnTo>
                <a:lnTo>
                  <a:pt x="30528" y="134124"/>
                </a:lnTo>
                <a:lnTo>
                  <a:pt x="31356" y="134186"/>
                </a:lnTo>
                <a:lnTo>
                  <a:pt x="32193" y="134234"/>
                </a:lnTo>
                <a:lnTo>
                  <a:pt x="33040" y="134268"/>
                </a:lnTo>
                <a:lnTo>
                  <a:pt x="33895" y="134289"/>
                </a:lnTo>
                <a:lnTo>
                  <a:pt x="34759" y="134296"/>
                </a:lnTo>
                <a:lnTo>
                  <a:pt x="36000" y="134282"/>
                </a:lnTo>
                <a:lnTo>
                  <a:pt x="37221" y="134240"/>
                </a:lnTo>
                <a:lnTo>
                  <a:pt x="38422" y="134170"/>
                </a:lnTo>
                <a:lnTo>
                  <a:pt x="39603" y="134072"/>
                </a:lnTo>
                <a:lnTo>
                  <a:pt x="40763" y="133946"/>
                </a:lnTo>
                <a:close/>
                <a:moveTo>
                  <a:pt x="882626" y="133946"/>
                </a:moveTo>
                <a:lnTo>
                  <a:pt x="883767" y="133792"/>
                </a:lnTo>
                <a:lnTo>
                  <a:pt x="884887" y="133610"/>
                </a:lnTo>
                <a:lnTo>
                  <a:pt x="885988" y="133400"/>
                </a:lnTo>
                <a:lnTo>
                  <a:pt x="887069" y="133163"/>
                </a:lnTo>
                <a:lnTo>
                  <a:pt x="888129" y="132897"/>
                </a:lnTo>
                <a:lnTo>
                  <a:pt x="889170" y="132603"/>
                </a:lnTo>
                <a:lnTo>
                  <a:pt x="890190" y="132281"/>
                </a:lnTo>
                <a:lnTo>
                  <a:pt x="891191" y="131932"/>
                </a:lnTo>
                <a:lnTo>
                  <a:pt x="892171" y="131554"/>
                </a:lnTo>
                <a:lnTo>
                  <a:pt x="893132" y="131148"/>
                </a:lnTo>
                <a:lnTo>
                  <a:pt x="894072" y="130715"/>
                </a:lnTo>
                <a:lnTo>
                  <a:pt x="894993" y="130253"/>
                </a:lnTo>
                <a:lnTo>
                  <a:pt x="895893" y="129764"/>
                </a:lnTo>
                <a:lnTo>
                  <a:pt x="896773" y="129246"/>
                </a:lnTo>
                <a:lnTo>
                  <a:pt x="897634" y="128700"/>
                </a:lnTo>
                <a:lnTo>
                  <a:pt x="898474" y="128127"/>
                </a:lnTo>
                <a:lnTo>
                  <a:pt x="899295" y="127525"/>
                </a:lnTo>
                <a:lnTo>
                  <a:pt x="900095" y="126896"/>
                </a:lnTo>
                <a:lnTo>
                  <a:pt x="900875" y="126239"/>
                </a:lnTo>
                <a:lnTo>
                  <a:pt x="901630" y="125557"/>
                </a:lnTo>
                <a:lnTo>
                  <a:pt x="902355" y="124855"/>
                </a:lnTo>
                <a:lnTo>
                  <a:pt x="903049" y="124133"/>
                </a:lnTo>
                <a:lnTo>
                  <a:pt x="903713" y="123391"/>
                </a:lnTo>
                <a:lnTo>
                  <a:pt x="904346" y="122628"/>
                </a:lnTo>
                <a:lnTo>
                  <a:pt x="904949" y="121845"/>
                </a:lnTo>
                <a:lnTo>
                  <a:pt x="905521" y="121041"/>
                </a:lnTo>
                <a:lnTo>
                  <a:pt x="906063" y="120218"/>
                </a:lnTo>
                <a:lnTo>
                  <a:pt x="906574" y="119374"/>
                </a:lnTo>
                <a:lnTo>
                  <a:pt x="907055" y="118509"/>
                </a:lnTo>
                <a:lnTo>
                  <a:pt x="907506" y="117625"/>
                </a:lnTo>
                <a:lnTo>
                  <a:pt x="907926" y="116720"/>
                </a:lnTo>
                <a:lnTo>
                  <a:pt x="908315" y="115795"/>
                </a:lnTo>
                <a:lnTo>
                  <a:pt x="908674" y="114849"/>
                </a:lnTo>
                <a:lnTo>
                  <a:pt x="909003" y="113884"/>
                </a:lnTo>
                <a:lnTo>
                  <a:pt x="909301" y="112898"/>
                </a:lnTo>
                <a:lnTo>
                  <a:pt x="909569" y="111891"/>
                </a:lnTo>
                <a:lnTo>
                  <a:pt x="909806" y="110865"/>
                </a:lnTo>
                <a:lnTo>
                  <a:pt x="910013" y="109818"/>
                </a:lnTo>
                <a:lnTo>
                  <a:pt x="910190" y="108750"/>
                </a:lnTo>
                <a:lnTo>
                  <a:pt x="910336" y="107663"/>
                </a:lnTo>
                <a:lnTo>
                  <a:pt x="910451" y="106555"/>
                </a:lnTo>
                <a:lnTo>
                  <a:pt x="910536" y="105427"/>
                </a:lnTo>
                <a:lnTo>
                  <a:pt x="910591" y="104278"/>
                </a:lnTo>
                <a:lnTo>
                  <a:pt x="896372" y="104278"/>
                </a:lnTo>
                <a:lnTo>
                  <a:pt x="896324" y="104956"/>
                </a:lnTo>
                <a:lnTo>
                  <a:pt x="896260" y="105622"/>
                </a:lnTo>
                <a:lnTo>
                  <a:pt x="896179" y="106275"/>
                </a:lnTo>
                <a:lnTo>
                  <a:pt x="896082" y="106915"/>
                </a:lnTo>
                <a:lnTo>
                  <a:pt x="895968" y="107543"/>
                </a:lnTo>
                <a:lnTo>
                  <a:pt x="895838" y="108158"/>
                </a:lnTo>
                <a:lnTo>
                  <a:pt x="895691" y="108761"/>
                </a:lnTo>
                <a:lnTo>
                  <a:pt x="895528" y="109351"/>
                </a:lnTo>
                <a:lnTo>
                  <a:pt x="895349" y="109928"/>
                </a:lnTo>
                <a:lnTo>
                  <a:pt x="895153" y="110493"/>
                </a:lnTo>
                <a:lnTo>
                  <a:pt x="894941" y="111045"/>
                </a:lnTo>
                <a:lnTo>
                  <a:pt x="894712" y="111584"/>
                </a:lnTo>
                <a:lnTo>
                  <a:pt x="894466" y="112111"/>
                </a:lnTo>
                <a:lnTo>
                  <a:pt x="894205" y="112626"/>
                </a:lnTo>
                <a:lnTo>
                  <a:pt x="893927" y="113127"/>
                </a:lnTo>
                <a:lnTo>
                  <a:pt x="893632" y="113616"/>
                </a:lnTo>
                <a:lnTo>
                  <a:pt x="893321" y="114093"/>
                </a:lnTo>
                <a:lnTo>
                  <a:pt x="892993" y="114557"/>
                </a:lnTo>
                <a:lnTo>
                  <a:pt x="892649" y="115008"/>
                </a:lnTo>
                <a:lnTo>
                  <a:pt x="892289" y="115447"/>
                </a:lnTo>
                <a:lnTo>
                  <a:pt x="891912" y="115873"/>
                </a:lnTo>
                <a:lnTo>
                  <a:pt x="891518" y="116286"/>
                </a:lnTo>
                <a:lnTo>
                  <a:pt x="891108" y="116687"/>
                </a:lnTo>
                <a:lnTo>
                  <a:pt x="890682" y="117075"/>
                </a:lnTo>
                <a:lnTo>
                  <a:pt x="890241" y="117449"/>
                </a:lnTo>
                <a:lnTo>
                  <a:pt x="889788" y="117807"/>
                </a:lnTo>
                <a:lnTo>
                  <a:pt x="889322" y="118149"/>
                </a:lnTo>
                <a:lnTo>
                  <a:pt x="888844" y="118475"/>
                </a:lnTo>
                <a:lnTo>
                  <a:pt x="888353" y="118785"/>
                </a:lnTo>
                <a:lnTo>
                  <a:pt x="887849" y="119079"/>
                </a:lnTo>
                <a:lnTo>
                  <a:pt x="887332" y="119357"/>
                </a:lnTo>
                <a:lnTo>
                  <a:pt x="886803" y="119620"/>
                </a:lnTo>
                <a:lnTo>
                  <a:pt x="886262" y="119866"/>
                </a:lnTo>
                <a:lnTo>
                  <a:pt x="885707" y="120097"/>
                </a:lnTo>
                <a:lnTo>
                  <a:pt x="885140" y="120312"/>
                </a:lnTo>
                <a:lnTo>
                  <a:pt x="884561" y="120510"/>
                </a:lnTo>
                <a:lnTo>
                  <a:pt x="883969" y="120693"/>
                </a:lnTo>
                <a:lnTo>
                  <a:pt x="883364" y="120860"/>
                </a:lnTo>
                <a:lnTo>
                  <a:pt x="882747" y="121011"/>
                </a:lnTo>
                <a:lnTo>
                  <a:pt x="882117" y="121147"/>
                </a:lnTo>
                <a:lnTo>
                  <a:pt x="881474" y="121266"/>
                </a:lnTo>
                <a:lnTo>
                  <a:pt x="880819" y="121369"/>
                </a:lnTo>
                <a:lnTo>
                  <a:pt x="880151" y="121457"/>
                </a:lnTo>
                <a:lnTo>
                  <a:pt x="879470" y="121528"/>
                </a:lnTo>
                <a:lnTo>
                  <a:pt x="878777" y="121584"/>
                </a:lnTo>
                <a:lnTo>
                  <a:pt x="878071" y="121624"/>
                </a:lnTo>
                <a:lnTo>
                  <a:pt x="877353" y="121648"/>
                </a:lnTo>
                <a:lnTo>
                  <a:pt x="876622" y="121656"/>
                </a:lnTo>
                <a:lnTo>
                  <a:pt x="875852" y="121646"/>
                </a:lnTo>
                <a:lnTo>
                  <a:pt x="875094" y="121618"/>
                </a:lnTo>
                <a:lnTo>
                  <a:pt x="874349" y="121572"/>
                </a:lnTo>
                <a:lnTo>
                  <a:pt x="873618" y="121506"/>
                </a:lnTo>
                <a:lnTo>
                  <a:pt x="872899" y="121422"/>
                </a:lnTo>
                <a:lnTo>
                  <a:pt x="872193" y="121320"/>
                </a:lnTo>
                <a:lnTo>
                  <a:pt x="871500" y="121199"/>
                </a:lnTo>
                <a:lnTo>
                  <a:pt x="870819" y="121059"/>
                </a:lnTo>
                <a:lnTo>
                  <a:pt x="870152" y="120900"/>
                </a:lnTo>
                <a:lnTo>
                  <a:pt x="869498" y="120723"/>
                </a:lnTo>
                <a:lnTo>
                  <a:pt x="868856" y="120527"/>
                </a:lnTo>
                <a:lnTo>
                  <a:pt x="868228" y="120313"/>
                </a:lnTo>
                <a:lnTo>
                  <a:pt x="867612" y="120080"/>
                </a:lnTo>
                <a:lnTo>
                  <a:pt x="867009" y="119828"/>
                </a:lnTo>
                <a:lnTo>
                  <a:pt x="866419" y="119557"/>
                </a:lnTo>
                <a:lnTo>
                  <a:pt x="865842" y="119268"/>
                </a:lnTo>
                <a:lnTo>
                  <a:pt x="865278" y="118961"/>
                </a:lnTo>
                <a:lnTo>
                  <a:pt x="864726" y="118634"/>
                </a:lnTo>
                <a:lnTo>
                  <a:pt x="864188" y="118289"/>
                </a:lnTo>
                <a:lnTo>
                  <a:pt x="863662" y="117926"/>
                </a:lnTo>
                <a:lnTo>
                  <a:pt x="863150" y="117543"/>
                </a:lnTo>
                <a:lnTo>
                  <a:pt x="862650" y="117142"/>
                </a:lnTo>
                <a:lnTo>
                  <a:pt x="862163" y="116723"/>
                </a:lnTo>
                <a:lnTo>
                  <a:pt x="861689" y="116284"/>
                </a:lnTo>
                <a:lnTo>
                  <a:pt x="861232" y="115829"/>
                </a:lnTo>
                <a:lnTo>
                  <a:pt x="860794" y="115358"/>
                </a:lnTo>
                <a:lnTo>
                  <a:pt x="860375" y="114872"/>
                </a:lnTo>
                <a:lnTo>
                  <a:pt x="859976" y="114371"/>
                </a:lnTo>
                <a:lnTo>
                  <a:pt x="859596" y="113854"/>
                </a:lnTo>
                <a:lnTo>
                  <a:pt x="859236" y="113322"/>
                </a:lnTo>
                <a:lnTo>
                  <a:pt x="858895" y="112775"/>
                </a:lnTo>
                <a:lnTo>
                  <a:pt x="858574" y="112212"/>
                </a:lnTo>
                <a:lnTo>
                  <a:pt x="858272" y="111634"/>
                </a:lnTo>
                <a:lnTo>
                  <a:pt x="857990" y="111040"/>
                </a:lnTo>
                <a:lnTo>
                  <a:pt x="857727" y="110431"/>
                </a:lnTo>
                <a:lnTo>
                  <a:pt x="857484" y="109807"/>
                </a:lnTo>
                <a:lnTo>
                  <a:pt x="857260" y="109167"/>
                </a:lnTo>
                <a:lnTo>
                  <a:pt x="857055" y="108512"/>
                </a:lnTo>
                <a:lnTo>
                  <a:pt x="856870" y="107842"/>
                </a:lnTo>
                <a:lnTo>
                  <a:pt x="856705" y="107156"/>
                </a:lnTo>
                <a:lnTo>
                  <a:pt x="856559" y="106455"/>
                </a:lnTo>
                <a:lnTo>
                  <a:pt x="856432" y="105739"/>
                </a:lnTo>
                <a:lnTo>
                  <a:pt x="856325" y="105007"/>
                </a:lnTo>
                <a:lnTo>
                  <a:pt x="856238" y="104260"/>
                </a:lnTo>
                <a:lnTo>
                  <a:pt x="856169" y="103497"/>
                </a:lnTo>
                <a:lnTo>
                  <a:pt x="856121" y="102720"/>
                </a:lnTo>
                <a:lnTo>
                  <a:pt x="856091" y="101926"/>
                </a:lnTo>
                <a:lnTo>
                  <a:pt x="856082" y="101118"/>
                </a:lnTo>
                <a:lnTo>
                  <a:pt x="856082" y="77260"/>
                </a:lnTo>
                <a:lnTo>
                  <a:pt x="856091" y="76452"/>
                </a:lnTo>
                <a:lnTo>
                  <a:pt x="856121" y="75659"/>
                </a:lnTo>
                <a:lnTo>
                  <a:pt x="856169" y="74882"/>
                </a:lnTo>
                <a:lnTo>
                  <a:pt x="856238" y="74120"/>
                </a:lnTo>
                <a:lnTo>
                  <a:pt x="856325" y="73374"/>
                </a:lnTo>
                <a:lnTo>
                  <a:pt x="856432" y="72644"/>
                </a:lnTo>
                <a:lnTo>
                  <a:pt x="856559" y="71929"/>
                </a:lnTo>
                <a:lnTo>
                  <a:pt x="856705" y="71230"/>
                </a:lnTo>
                <a:lnTo>
                  <a:pt x="856870" y="70547"/>
                </a:lnTo>
                <a:lnTo>
                  <a:pt x="857055" y="69879"/>
                </a:lnTo>
                <a:lnTo>
                  <a:pt x="857260" y="69227"/>
                </a:lnTo>
                <a:lnTo>
                  <a:pt x="857484" y="68591"/>
                </a:lnTo>
                <a:lnTo>
                  <a:pt x="857727" y="67970"/>
                </a:lnTo>
                <a:lnTo>
                  <a:pt x="857990" y="67365"/>
                </a:lnTo>
                <a:lnTo>
                  <a:pt x="858272" y="66775"/>
                </a:lnTo>
                <a:lnTo>
                  <a:pt x="858574" y="66201"/>
                </a:lnTo>
                <a:lnTo>
                  <a:pt x="858895" y="65643"/>
                </a:lnTo>
                <a:lnTo>
                  <a:pt x="859236" y="65100"/>
                </a:lnTo>
                <a:lnTo>
                  <a:pt x="859596" y="64573"/>
                </a:lnTo>
                <a:lnTo>
                  <a:pt x="859976" y="64062"/>
                </a:lnTo>
                <a:lnTo>
                  <a:pt x="860375" y="63566"/>
                </a:lnTo>
                <a:lnTo>
                  <a:pt x="860794" y="63086"/>
                </a:lnTo>
                <a:lnTo>
                  <a:pt x="861232" y="62622"/>
                </a:lnTo>
                <a:lnTo>
                  <a:pt x="861689" y="62173"/>
                </a:lnTo>
                <a:lnTo>
                  <a:pt x="862163" y="61741"/>
                </a:lnTo>
                <a:lnTo>
                  <a:pt x="862650" y="61327"/>
                </a:lnTo>
                <a:lnTo>
                  <a:pt x="863150" y="60932"/>
                </a:lnTo>
                <a:lnTo>
                  <a:pt x="863662" y="60555"/>
                </a:lnTo>
                <a:lnTo>
                  <a:pt x="864188" y="60197"/>
                </a:lnTo>
                <a:lnTo>
                  <a:pt x="864726" y="59857"/>
                </a:lnTo>
                <a:lnTo>
                  <a:pt x="865278" y="59535"/>
                </a:lnTo>
                <a:lnTo>
                  <a:pt x="865842" y="59232"/>
                </a:lnTo>
                <a:lnTo>
                  <a:pt x="866419" y="58947"/>
                </a:lnTo>
                <a:lnTo>
                  <a:pt x="867009" y="58680"/>
                </a:lnTo>
                <a:lnTo>
                  <a:pt x="867612" y="58432"/>
                </a:lnTo>
                <a:lnTo>
                  <a:pt x="868228" y="58202"/>
                </a:lnTo>
                <a:lnTo>
                  <a:pt x="868856" y="57991"/>
                </a:lnTo>
                <a:lnTo>
                  <a:pt x="869498" y="57798"/>
                </a:lnTo>
                <a:lnTo>
                  <a:pt x="870152" y="57623"/>
                </a:lnTo>
                <a:lnTo>
                  <a:pt x="870819" y="57467"/>
                </a:lnTo>
                <a:lnTo>
                  <a:pt x="871500" y="57329"/>
                </a:lnTo>
                <a:lnTo>
                  <a:pt x="872193" y="57210"/>
                </a:lnTo>
                <a:lnTo>
                  <a:pt x="872899" y="57109"/>
                </a:lnTo>
                <a:lnTo>
                  <a:pt x="873618" y="57026"/>
                </a:lnTo>
                <a:lnTo>
                  <a:pt x="874349" y="56962"/>
                </a:lnTo>
                <a:lnTo>
                  <a:pt x="875094" y="56916"/>
                </a:lnTo>
                <a:lnTo>
                  <a:pt x="875852" y="56888"/>
                </a:lnTo>
                <a:lnTo>
                  <a:pt x="876622" y="56879"/>
                </a:lnTo>
                <a:lnTo>
                  <a:pt x="877353" y="56887"/>
                </a:lnTo>
                <a:lnTo>
                  <a:pt x="878071" y="56910"/>
                </a:lnTo>
                <a:lnTo>
                  <a:pt x="878777" y="56949"/>
                </a:lnTo>
                <a:lnTo>
                  <a:pt x="879470" y="57004"/>
                </a:lnTo>
                <a:lnTo>
                  <a:pt x="880151" y="57074"/>
                </a:lnTo>
                <a:lnTo>
                  <a:pt x="880819" y="57160"/>
                </a:lnTo>
                <a:lnTo>
                  <a:pt x="881474" y="57262"/>
                </a:lnTo>
                <a:lnTo>
                  <a:pt x="882117" y="57379"/>
                </a:lnTo>
                <a:lnTo>
                  <a:pt x="882747" y="57512"/>
                </a:lnTo>
                <a:lnTo>
                  <a:pt x="883364" y="57661"/>
                </a:lnTo>
                <a:lnTo>
                  <a:pt x="883969" y="57825"/>
                </a:lnTo>
                <a:lnTo>
                  <a:pt x="884561" y="58005"/>
                </a:lnTo>
                <a:lnTo>
                  <a:pt x="885140" y="58200"/>
                </a:lnTo>
                <a:lnTo>
                  <a:pt x="885707" y="58411"/>
                </a:lnTo>
                <a:lnTo>
                  <a:pt x="886262" y="58638"/>
                </a:lnTo>
                <a:lnTo>
                  <a:pt x="886803" y="58880"/>
                </a:lnTo>
                <a:lnTo>
                  <a:pt x="887332" y="59138"/>
                </a:lnTo>
                <a:lnTo>
                  <a:pt x="887849" y="59412"/>
                </a:lnTo>
                <a:lnTo>
                  <a:pt x="888353" y="59701"/>
                </a:lnTo>
                <a:lnTo>
                  <a:pt x="888844" y="60006"/>
                </a:lnTo>
                <a:lnTo>
                  <a:pt x="889322" y="60327"/>
                </a:lnTo>
                <a:lnTo>
                  <a:pt x="889788" y="60663"/>
                </a:lnTo>
                <a:lnTo>
                  <a:pt x="890241" y="61015"/>
                </a:lnTo>
                <a:lnTo>
                  <a:pt x="890682" y="61382"/>
                </a:lnTo>
                <a:lnTo>
                  <a:pt x="891108" y="61764"/>
                </a:lnTo>
                <a:lnTo>
                  <a:pt x="891518" y="62159"/>
                </a:lnTo>
                <a:lnTo>
                  <a:pt x="891912" y="62568"/>
                </a:lnTo>
                <a:lnTo>
                  <a:pt x="892289" y="62990"/>
                </a:lnTo>
                <a:lnTo>
                  <a:pt x="892649" y="63426"/>
                </a:lnTo>
                <a:lnTo>
                  <a:pt x="892993" y="63875"/>
                </a:lnTo>
                <a:lnTo>
                  <a:pt x="893321" y="64337"/>
                </a:lnTo>
                <a:lnTo>
                  <a:pt x="893632" y="64813"/>
                </a:lnTo>
                <a:lnTo>
                  <a:pt x="893927" y="65303"/>
                </a:lnTo>
                <a:lnTo>
                  <a:pt x="894205" y="65806"/>
                </a:lnTo>
                <a:lnTo>
                  <a:pt x="894466" y="66322"/>
                </a:lnTo>
                <a:lnTo>
                  <a:pt x="894712" y="66852"/>
                </a:lnTo>
                <a:lnTo>
                  <a:pt x="894941" y="67395"/>
                </a:lnTo>
                <a:lnTo>
                  <a:pt x="895153" y="67952"/>
                </a:lnTo>
                <a:lnTo>
                  <a:pt x="895349" y="68522"/>
                </a:lnTo>
                <a:lnTo>
                  <a:pt x="895528" y="69106"/>
                </a:lnTo>
                <a:lnTo>
                  <a:pt x="895691" y="69703"/>
                </a:lnTo>
                <a:lnTo>
                  <a:pt x="895838" y="70313"/>
                </a:lnTo>
                <a:lnTo>
                  <a:pt x="895968" y="70937"/>
                </a:lnTo>
                <a:lnTo>
                  <a:pt x="896082" y="71574"/>
                </a:lnTo>
                <a:lnTo>
                  <a:pt x="896179" y="72225"/>
                </a:lnTo>
                <a:lnTo>
                  <a:pt x="896260" y="72890"/>
                </a:lnTo>
                <a:lnTo>
                  <a:pt x="896324" y="73567"/>
                </a:lnTo>
                <a:lnTo>
                  <a:pt x="896372" y="74259"/>
                </a:lnTo>
                <a:lnTo>
                  <a:pt x="910591" y="74259"/>
                </a:lnTo>
                <a:lnTo>
                  <a:pt x="910536" y="73110"/>
                </a:lnTo>
                <a:lnTo>
                  <a:pt x="910451" y="71982"/>
                </a:lnTo>
                <a:lnTo>
                  <a:pt x="910336" y="70874"/>
                </a:lnTo>
                <a:lnTo>
                  <a:pt x="910190" y="69787"/>
                </a:lnTo>
                <a:lnTo>
                  <a:pt x="910013" y="68719"/>
                </a:lnTo>
                <a:lnTo>
                  <a:pt x="909806" y="67672"/>
                </a:lnTo>
                <a:lnTo>
                  <a:pt x="909569" y="66646"/>
                </a:lnTo>
                <a:lnTo>
                  <a:pt x="909301" y="65639"/>
                </a:lnTo>
                <a:lnTo>
                  <a:pt x="909003" y="64653"/>
                </a:lnTo>
                <a:lnTo>
                  <a:pt x="908674" y="63687"/>
                </a:lnTo>
                <a:lnTo>
                  <a:pt x="908315" y="62742"/>
                </a:lnTo>
                <a:lnTo>
                  <a:pt x="907926" y="61817"/>
                </a:lnTo>
                <a:lnTo>
                  <a:pt x="907506" y="60912"/>
                </a:lnTo>
                <a:lnTo>
                  <a:pt x="907055" y="60027"/>
                </a:lnTo>
                <a:lnTo>
                  <a:pt x="906574" y="59163"/>
                </a:lnTo>
                <a:lnTo>
                  <a:pt x="906063" y="58319"/>
                </a:lnTo>
                <a:lnTo>
                  <a:pt x="905521" y="57496"/>
                </a:lnTo>
                <a:lnTo>
                  <a:pt x="904949" y="56692"/>
                </a:lnTo>
                <a:lnTo>
                  <a:pt x="904346" y="55909"/>
                </a:lnTo>
                <a:lnTo>
                  <a:pt x="903713" y="55146"/>
                </a:lnTo>
                <a:lnTo>
                  <a:pt x="903049" y="54404"/>
                </a:lnTo>
                <a:lnTo>
                  <a:pt x="902355" y="53682"/>
                </a:lnTo>
                <a:lnTo>
                  <a:pt x="901630" y="52980"/>
                </a:lnTo>
                <a:lnTo>
                  <a:pt x="900875" y="52298"/>
                </a:lnTo>
                <a:lnTo>
                  <a:pt x="900095" y="51641"/>
                </a:lnTo>
                <a:lnTo>
                  <a:pt x="899295" y="51011"/>
                </a:lnTo>
                <a:lnTo>
                  <a:pt x="898474" y="50409"/>
                </a:lnTo>
                <a:lnTo>
                  <a:pt x="897634" y="49836"/>
                </a:lnTo>
                <a:lnTo>
                  <a:pt x="896773" y="49290"/>
                </a:lnTo>
                <a:lnTo>
                  <a:pt x="895893" y="48772"/>
                </a:lnTo>
                <a:lnTo>
                  <a:pt x="894993" y="48283"/>
                </a:lnTo>
                <a:lnTo>
                  <a:pt x="894072" y="47821"/>
                </a:lnTo>
                <a:lnTo>
                  <a:pt x="893132" y="47387"/>
                </a:lnTo>
                <a:lnTo>
                  <a:pt x="892171" y="46981"/>
                </a:lnTo>
                <a:lnTo>
                  <a:pt x="891191" y="46603"/>
                </a:lnTo>
                <a:lnTo>
                  <a:pt x="890190" y="46254"/>
                </a:lnTo>
                <a:lnTo>
                  <a:pt x="889170" y="45932"/>
                </a:lnTo>
                <a:lnTo>
                  <a:pt x="888129" y="45638"/>
                </a:lnTo>
                <a:lnTo>
                  <a:pt x="887069" y="45372"/>
                </a:lnTo>
                <a:lnTo>
                  <a:pt x="885988" y="45134"/>
                </a:lnTo>
                <a:lnTo>
                  <a:pt x="884887" y="44924"/>
                </a:lnTo>
                <a:lnTo>
                  <a:pt x="883767" y="44743"/>
                </a:lnTo>
                <a:lnTo>
                  <a:pt x="882626" y="44589"/>
                </a:lnTo>
                <a:lnTo>
                  <a:pt x="881465" y="44463"/>
                </a:lnTo>
                <a:lnTo>
                  <a:pt x="880284" y="44365"/>
                </a:lnTo>
                <a:lnTo>
                  <a:pt x="879084" y="44295"/>
                </a:lnTo>
                <a:lnTo>
                  <a:pt x="877863" y="44253"/>
                </a:lnTo>
                <a:lnTo>
                  <a:pt x="876622" y="44239"/>
                </a:lnTo>
                <a:lnTo>
                  <a:pt x="875758" y="44246"/>
                </a:lnTo>
                <a:lnTo>
                  <a:pt x="874902" y="44266"/>
                </a:lnTo>
                <a:lnTo>
                  <a:pt x="874056" y="44301"/>
                </a:lnTo>
                <a:lnTo>
                  <a:pt x="873219" y="44349"/>
                </a:lnTo>
                <a:lnTo>
                  <a:pt x="872391" y="44410"/>
                </a:lnTo>
                <a:lnTo>
                  <a:pt x="871572" y="44486"/>
                </a:lnTo>
                <a:lnTo>
                  <a:pt x="870761" y="44575"/>
                </a:lnTo>
                <a:lnTo>
                  <a:pt x="869960" y="44678"/>
                </a:lnTo>
                <a:lnTo>
                  <a:pt x="869168" y="44795"/>
                </a:lnTo>
                <a:lnTo>
                  <a:pt x="868385" y="44925"/>
                </a:lnTo>
                <a:lnTo>
                  <a:pt x="867612" y="45069"/>
                </a:lnTo>
                <a:lnTo>
                  <a:pt x="866847" y="45227"/>
                </a:lnTo>
                <a:lnTo>
                  <a:pt x="866091" y="45398"/>
                </a:lnTo>
                <a:lnTo>
                  <a:pt x="865344" y="45583"/>
                </a:lnTo>
                <a:lnTo>
                  <a:pt x="864607" y="45782"/>
                </a:lnTo>
                <a:lnTo>
                  <a:pt x="863878" y="45995"/>
                </a:lnTo>
                <a:lnTo>
                  <a:pt x="863158" y="46221"/>
                </a:lnTo>
                <a:lnTo>
                  <a:pt x="862448" y="46461"/>
                </a:lnTo>
                <a:lnTo>
                  <a:pt x="861746" y="46715"/>
                </a:lnTo>
                <a:lnTo>
                  <a:pt x="861054" y="46983"/>
                </a:lnTo>
                <a:lnTo>
                  <a:pt x="860370" y="47264"/>
                </a:lnTo>
                <a:lnTo>
                  <a:pt x="859696" y="47559"/>
                </a:lnTo>
                <a:lnTo>
                  <a:pt x="859031" y="47868"/>
                </a:lnTo>
                <a:lnTo>
                  <a:pt x="858374" y="48190"/>
                </a:lnTo>
                <a:lnTo>
                  <a:pt x="857729" y="48525"/>
                </a:lnTo>
                <a:lnTo>
                  <a:pt x="857095" y="48873"/>
                </a:lnTo>
                <a:lnTo>
                  <a:pt x="856474" y="49232"/>
                </a:lnTo>
                <a:lnTo>
                  <a:pt x="855864" y="49603"/>
                </a:lnTo>
                <a:lnTo>
                  <a:pt x="855267" y="49986"/>
                </a:lnTo>
                <a:lnTo>
                  <a:pt x="854681" y="50382"/>
                </a:lnTo>
                <a:lnTo>
                  <a:pt x="854108" y="50789"/>
                </a:lnTo>
                <a:lnTo>
                  <a:pt x="853547" y="51209"/>
                </a:lnTo>
                <a:lnTo>
                  <a:pt x="852997" y="51641"/>
                </a:lnTo>
                <a:lnTo>
                  <a:pt x="852460" y="52085"/>
                </a:lnTo>
                <a:lnTo>
                  <a:pt x="851935" y="52540"/>
                </a:lnTo>
                <a:lnTo>
                  <a:pt x="851422" y="53008"/>
                </a:lnTo>
                <a:lnTo>
                  <a:pt x="850921" y="53488"/>
                </a:lnTo>
                <a:lnTo>
                  <a:pt x="850432" y="53980"/>
                </a:lnTo>
                <a:lnTo>
                  <a:pt x="849956" y="54484"/>
                </a:lnTo>
                <a:lnTo>
                  <a:pt x="849491" y="55001"/>
                </a:lnTo>
                <a:lnTo>
                  <a:pt x="849038" y="55529"/>
                </a:lnTo>
                <a:lnTo>
                  <a:pt x="848597" y="56069"/>
                </a:lnTo>
                <a:lnTo>
                  <a:pt x="848169" y="56622"/>
                </a:lnTo>
                <a:lnTo>
                  <a:pt x="847752" y="57186"/>
                </a:lnTo>
                <a:lnTo>
                  <a:pt x="847348" y="57763"/>
                </a:lnTo>
                <a:lnTo>
                  <a:pt x="846956" y="58351"/>
                </a:lnTo>
                <a:lnTo>
                  <a:pt x="846575" y="58952"/>
                </a:lnTo>
                <a:lnTo>
                  <a:pt x="846207" y="59565"/>
                </a:lnTo>
                <a:lnTo>
                  <a:pt x="845852" y="60189"/>
                </a:lnTo>
                <a:lnTo>
                  <a:pt x="845513" y="60823"/>
                </a:lnTo>
                <a:lnTo>
                  <a:pt x="845189" y="61468"/>
                </a:lnTo>
                <a:lnTo>
                  <a:pt x="844880" y="62123"/>
                </a:lnTo>
                <a:lnTo>
                  <a:pt x="844585" y="62789"/>
                </a:lnTo>
                <a:lnTo>
                  <a:pt x="844306" y="63465"/>
                </a:lnTo>
                <a:lnTo>
                  <a:pt x="844042" y="64151"/>
                </a:lnTo>
                <a:lnTo>
                  <a:pt x="843793" y="64848"/>
                </a:lnTo>
                <a:lnTo>
                  <a:pt x="843560" y="65556"/>
                </a:lnTo>
                <a:lnTo>
                  <a:pt x="843341" y="66273"/>
                </a:lnTo>
                <a:lnTo>
                  <a:pt x="843137" y="67002"/>
                </a:lnTo>
                <a:lnTo>
                  <a:pt x="842949" y="67740"/>
                </a:lnTo>
                <a:lnTo>
                  <a:pt x="842775" y="68489"/>
                </a:lnTo>
                <a:lnTo>
                  <a:pt x="842617" y="69249"/>
                </a:lnTo>
                <a:lnTo>
                  <a:pt x="842474" y="70019"/>
                </a:lnTo>
                <a:lnTo>
                  <a:pt x="842345" y="70799"/>
                </a:lnTo>
                <a:lnTo>
                  <a:pt x="842232" y="71590"/>
                </a:lnTo>
                <a:lnTo>
                  <a:pt x="842134" y="72391"/>
                </a:lnTo>
                <a:lnTo>
                  <a:pt x="842051" y="73203"/>
                </a:lnTo>
                <a:lnTo>
                  <a:pt x="841983" y="74025"/>
                </a:lnTo>
                <a:lnTo>
                  <a:pt x="841931" y="74857"/>
                </a:lnTo>
                <a:lnTo>
                  <a:pt x="841893" y="75700"/>
                </a:lnTo>
                <a:lnTo>
                  <a:pt x="841870" y="76553"/>
                </a:lnTo>
                <a:lnTo>
                  <a:pt x="841863" y="77417"/>
                </a:lnTo>
                <a:lnTo>
                  <a:pt x="841863" y="101118"/>
                </a:lnTo>
                <a:lnTo>
                  <a:pt x="841870" y="101969"/>
                </a:lnTo>
                <a:lnTo>
                  <a:pt x="841893" y="102810"/>
                </a:lnTo>
                <a:lnTo>
                  <a:pt x="841931" y="103642"/>
                </a:lnTo>
                <a:lnTo>
                  <a:pt x="841983" y="104464"/>
                </a:lnTo>
                <a:lnTo>
                  <a:pt x="842051" y="105277"/>
                </a:lnTo>
                <a:lnTo>
                  <a:pt x="842134" y="106080"/>
                </a:lnTo>
                <a:lnTo>
                  <a:pt x="842232" y="106873"/>
                </a:lnTo>
                <a:lnTo>
                  <a:pt x="842345" y="107657"/>
                </a:lnTo>
                <a:lnTo>
                  <a:pt x="842474" y="108431"/>
                </a:lnTo>
                <a:lnTo>
                  <a:pt x="842617" y="109196"/>
                </a:lnTo>
                <a:lnTo>
                  <a:pt x="842775" y="109951"/>
                </a:lnTo>
                <a:lnTo>
                  <a:pt x="842949" y="110697"/>
                </a:lnTo>
                <a:lnTo>
                  <a:pt x="843137" y="111432"/>
                </a:lnTo>
                <a:lnTo>
                  <a:pt x="843341" y="112159"/>
                </a:lnTo>
                <a:lnTo>
                  <a:pt x="843560" y="112875"/>
                </a:lnTo>
                <a:lnTo>
                  <a:pt x="843793" y="113582"/>
                </a:lnTo>
                <a:lnTo>
                  <a:pt x="844042" y="114280"/>
                </a:lnTo>
                <a:lnTo>
                  <a:pt x="844306" y="114967"/>
                </a:lnTo>
                <a:lnTo>
                  <a:pt x="844585" y="115646"/>
                </a:lnTo>
                <a:lnTo>
                  <a:pt x="844880" y="116314"/>
                </a:lnTo>
                <a:lnTo>
                  <a:pt x="845189" y="116973"/>
                </a:lnTo>
                <a:lnTo>
                  <a:pt x="845513" y="117623"/>
                </a:lnTo>
                <a:lnTo>
                  <a:pt x="845852" y="118263"/>
                </a:lnTo>
                <a:lnTo>
                  <a:pt x="846207" y="118893"/>
                </a:lnTo>
                <a:lnTo>
                  <a:pt x="846575" y="119512"/>
                </a:lnTo>
                <a:lnTo>
                  <a:pt x="846956" y="120119"/>
                </a:lnTo>
                <a:lnTo>
                  <a:pt x="847348" y="120713"/>
                </a:lnTo>
                <a:lnTo>
                  <a:pt x="847752" y="121296"/>
                </a:lnTo>
                <a:lnTo>
                  <a:pt x="848169" y="121866"/>
                </a:lnTo>
                <a:lnTo>
                  <a:pt x="848597" y="122423"/>
                </a:lnTo>
                <a:lnTo>
                  <a:pt x="849038" y="122968"/>
                </a:lnTo>
                <a:lnTo>
                  <a:pt x="849491" y="123501"/>
                </a:lnTo>
                <a:lnTo>
                  <a:pt x="849956" y="124021"/>
                </a:lnTo>
                <a:lnTo>
                  <a:pt x="850432" y="124530"/>
                </a:lnTo>
                <a:lnTo>
                  <a:pt x="850921" y="125025"/>
                </a:lnTo>
                <a:lnTo>
                  <a:pt x="851422" y="125509"/>
                </a:lnTo>
                <a:lnTo>
                  <a:pt x="851935" y="125980"/>
                </a:lnTo>
                <a:lnTo>
                  <a:pt x="852460" y="126439"/>
                </a:lnTo>
                <a:lnTo>
                  <a:pt x="852997" y="126885"/>
                </a:lnTo>
                <a:lnTo>
                  <a:pt x="853547" y="127319"/>
                </a:lnTo>
                <a:lnTo>
                  <a:pt x="854108" y="127741"/>
                </a:lnTo>
                <a:lnTo>
                  <a:pt x="854681" y="128150"/>
                </a:lnTo>
                <a:lnTo>
                  <a:pt x="855267" y="128547"/>
                </a:lnTo>
                <a:lnTo>
                  <a:pt x="855864" y="128932"/>
                </a:lnTo>
                <a:lnTo>
                  <a:pt x="856474" y="129304"/>
                </a:lnTo>
                <a:lnTo>
                  <a:pt x="857095" y="129664"/>
                </a:lnTo>
                <a:lnTo>
                  <a:pt x="857729" y="130011"/>
                </a:lnTo>
                <a:lnTo>
                  <a:pt x="858374" y="130347"/>
                </a:lnTo>
                <a:lnTo>
                  <a:pt x="859031" y="130669"/>
                </a:lnTo>
                <a:lnTo>
                  <a:pt x="859696" y="130977"/>
                </a:lnTo>
                <a:lnTo>
                  <a:pt x="860370" y="131272"/>
                </a:lnTo>
                <a:lnTo>
                  <a:pt x="861054" y="131553"/>
                </a:lnTo>
                <a:lnTo>
                  <a:pt x="861746" y="131821"/>
                </a:lnTo>
                <a:lnTo>
                  <a:pt x="862448" y="132074"/>
                </a:lnTo>
                <a:lnTo>
                  <a:pt x="863158" y="132314"/>
                </a:lnTo>
                <a:lnTo>
                  <a:pt x="863878" y="132541"/>
                </a:lnTo>
                <a:lnTo>
                  <a:pt x="864607" y="132753"/>
                </a:lnTo>
                <a:lnTo>
                  <a:pt x="865344" y="132952"/>
                </a:lnTo>
                <a:lnTo>
                  <a:pt x="866091" y="133137"/>
                </a:lnTo>
                <a:lnTo>
                  <a:pt x="866847" y="133308"/>
                </a:lnTo>
                <a:lnTo>
                  <a:pt x="867612" y="133466"/>
                </a:lnTo>
                <a:lnTo>
                  <a:pt x="868385" y="133610"/>
                </a:lnTo>
                <a:lnTo>
                  <a:pt x="869168" y="133740"/>
                </a:lnTo>
                <a:lnTo>
                  <a:pt x="869960" y="133857"/>
                </a:lnTo>
                <a:lnTo>
                  <a:pt x="870761" y="133960"/>
                </a:lnTo>
                <a:lnTo>
                  <a:pt x="871572" y="134049"/>
                </a:lnTo>
                <a:lnTo>
                  <a:pt x="872391" y="134124"/>
                </a:lnTo>
                <a:lnTo>
                  <a:pt x="873219" y="134186"/>
                </a:lnTo>
                <a:lnTo>
                  <a:pt x="874056" y="134234"/>
                </a:lnTo>
                <a:lnTo>
                  <a:pt x="874902" y="134268"/>
                </a:lnTo>
                <a:lnTo>
                  <a:pt x="875758" y="134289"/>
                </a:lnTo>
                <a:lnTo>
                  <a:pt x="876622" y="134296"/>
                </a:lnTo>
                <a:lnTo>
                  <a:pt x="877863" y="134282"/>
                </a:lnTo>
                <a:lnTo>
                  <a:pt x="879084" y="134240"/>
                </a:lnTo>
                <a:lnTo>
                  <a:pt x="880284" y="134170"/>
                </a:lnTo>
                <a:lnTo>
                  <a:pt x="881465" y="134072"/>
                </a:lnTo>
                <a:lnTo>
                  <a:pt x="882626" y="133946"/>
                </a:lnTo>
                <a:close/>
                <a:moveTo>
                  <a:pt x="134135" y="133908"/>
                </a:moveTo>
                <a:lnTo>
                  <a:pt x="135274" y="133738"/>
                </a:lnTo>
                <a:lnTo>
                  <a:pt x="136393" y="133536"/>
                </a:lnTo>
                <a:lnTo>
                  <a:pt x="137492" y="133304"/>
                </a:lnTo>
                <a:lnTo>
                  <a:pt x="138570" y="133041"/>
                </a:lnTo>
                <a:lnTo>
                  <a:pt x="139628" y="132746"/>
                </a:lnTo>
                <a:lnTo>
                  <a:pt x="140666" y="132421"/>
                </a:lnTo>
                <a:lnTo>
                  <a:pt x="141683" y="132064"/>
                </a:lnTo>
                <a:lnTo>
                  <a:pt x="142680" y="131677"/>
                </a:lnTo>
                <a:lnTo>
                  <a:pt x="143657" y="131259"/>
                </a:lnTo>
                <a:lnTo>
                  <a:pt x="144614" y="130809"/>
                </a:lnTo>
                <a:lnTo>
                  <a:pt x="145550" y="130329"/>
                </a:lnTo>
                <a:lnTo>
                  <a:pt x="146466" y="129818"/>
                </a:lnTo>
                <a:lnTo>
                  <a:pt x="147361" y="129275"/>
                </a:lnTo>
                <a:lnTo>
                  <a:pt x="148236" y="128702"/>
                </a:lnTo>
                <a:lnTo>
                  <a:pt x="149091" y="128098"/>
                </a:lnTo>
                <a:lnTo>
                  <a:pt x="149926" y="127462"/>
                </a:lnTo>
                <a:lnTo>
                  <a:pt x="150740" y="126796"/>
                </a:lnTo>
                <a:lnTo>
                  <a:pt x="151535" y="126099"/>
                </a:lnTo>
                <a:lnTo>
                  <a:pt x="152308" y="125371"/>
                </a:lnTo>
                <a:lnTo>
                  <a:pt x="153056" y="124616"/>
                </a:lnTo>
                <a:lnTo>
                  <a:pt x="153772" y="123838"/>
                </a:lnTo>
                <a:lnTo>
                  <a:pt x="154456" y="123039"/>
                </a:lnTo>
                <a:lnTo>
                  <a:pt x="155108" y="122217"/>
                </a:lnTo>
                <a:lnTo>
                  <a:pt x="155729" y="121373"/>
                </a:lnTo>
                <a:lnTo>
                  <a:pt x="156317" y="120507"/>
                </a:lnTo>
                <a:lnTo>
                  <a:pt x="156874" y="119619"/>
                </a:lnTo>
                <a:lnTo>
                  <a:pt x="157399" y="118708"/>
                </a:lnTo>
                <a:lnTo>
                  <a:pt x="157892" y="117775"/>
                </a:lnTo>
                <a:lnTo>
                  <a:pt x="158354" y="116820"/>
                </a:lnTo>
                <a:lnTo>
                  <a:pt x="158783" y="115843"/>
                </a:lnTo>
                <a:lnTo>
                  <a:pt x="159181" y="114844"/>
                </a:lnTo>
                <a:lnTo>
                  <a:pt x="159547" y="113822"/>
                </a:lnTo>
                <a:lnTo>
                  <a:pt x="159881" y="112778"/>
                </a:lnTo>
                <a:lnTo>
                  <a:pt x="160183" y="111712"/>
                </a:lnTo>
                <a:lnTo>
                  <a:pt x="160454" y="110624"/>
                </a:lnTo>
                <a:lnTo>
                  <a:pt x="160692" y="109513"/>
                </a:lnTo>
                <a:lnTo>
                  <a:pt x="160899" y="108381"/>
                </a:lnTo>
                <a:lnTo>
                  <a:pt x="161074" y="107226"/>
                </a:lnTo>
                <a:lnTo>
                  <a:pt x="161217" y="106049"/>
                </a:lnTo>
                <a:lnTo>
                  <a:pt x="161329" y="104849"/>
                </a:lnTo>
                <a:lnTo>
                  <a:pt x="161408" y="103628"/>
                </a:lnTo>
                <a:lnTo>
                  <a:pt x="161456" y="102384"/>
                </a:lnTo>
                <a:lnTo>
                  <a:pt x="161472" y="101118"/>
                </a:lnTo>
                <a:lnTo>
                  <a:pt x="161472" y="45818"/>
                </a:lnTo>
                <a:lnTo>
                  <a:pt x="147253" y="45818"/>
                </a:lnTo>
                <a:lnTo>
                  <a:pt x="147253" y="101118"/>
                </a:lnTo>
                <a:lnTo>
                  <a:pt x="147244" y="101901"/>
                </a:lnTo>
                <a:lnTo>
                  <a:pt x="147217" y="102671"/>
                </a:lnTo>
                <a:lnTo>
                  <a:pt x="147173" y="103427"/>
                </a:lnTo>
                <a:lnTo>
                  <a:pt x="147110" y="104170"/>
                </a:lnTo>
                <a:lnTo>
                  <a:pt x="147030" y="104900"/>
                </a:lnTo>
                <a:lnTo>
                  <a:pt x="146932" y="105616"/>
                </a:lnTo>
                <a:lnTo>
                  <a:pt x="146816" y="106318"/>
                </a:lnTo>
                <a:lnTo>
                  <a:pt x="146682" y="107007"/>
                </a:lnTo>
                <a:lnTo>
                  <a:pt x="146531" y="107683"/>
                </a:lnTo>
                <a:lnTo>
                  <a:pt x="146361" y="108345"/>
                </a:lnTo>
                <a:lnTo>
                  <a:pt x="146174" y="108994"/>
                </a:lnTo>
                <a:lnTo>
                  <a:pt x="145969" y="109630"/>
                </a:lnTo>
                <a:lnTo>
                  <a:pt x="145746" y="110252"/>
                </a:lnTo>
                <a:lnTo>
                  <a:pt x="145505" y="110860"/>
                </a:lnTo>
                <a:lnTo>
                  <a:pt x="145247" y="111455"/>
                </a:lnTo>
                <a:lnTo>
                  <a:pt x="144971" y="112037"/>
                </a:lnTo>
                <a:lnTo>
                  <a:pt x="144676" y="112605"/>
                </a:lnTo>
                <a:lnTo>
                  <a:pt x="144364" y="113160"/>
                </a:lnTo>
                <a:lnTo>
                  <a:pt x="144034" y="113702"/>
                </a:lnTo>
                <a:lnTo>
                  <a:pt x="143687" y="114230"/>
                </a:lnTo>
                <a:lnTo>
                  <a:pt x="143321" y="114744"/>
                </a:lnTo>
                <a:lnTo>
                  <a:pt x="142938" y="115245"/>
                </a:lnTo>
                <a:lnTo>
                  <a:pt x="142537" y="115733"/>
                </a:lnTo>
                <a:lnTo>
                  <a:pt x="142118" y="116207"/>
                </a:lnTo>
                <a:lnTo>
                  <a:pt x="141683" y="116665"/>
                </a:lnTo>
                <a:lnTo>
                  <a:pt x="141236" y="117103"/>
                </a:lnTo>
                <a:lnTo>
                  <a:pt x="140776" y="117521"/>
                </a:lnTo>
                <a:lnTo>
                  <a:pt x="140303" y="117921"/>
                </a:lnTo>
                <a:lnTo>
                  <a:pt x="139817" y="118300"/>
                </a:lnTo>
                <a:lnTo>
                  <a:pt x="139318" y="118660"/>
                </a:lnTo>
                <a:lnTo>
                  <a:pt x="138806" y="119001"/>
                </a:lnTo>
                <a:lnTo>
                  <a:pt x="138282" y="119322"/>
                </a:lnTo>
                <a:lnTo>
                  <a:pt x="137744" y="119624"/>
                </a:lnTo>
                <a:lnTo>
                  <a:pt x="137194" y="119907"/>
                </a:lnTo>
                <a:lnTo>
                  <a:pt x="136631" y="120169"/>
                </a:lnTo>
                <a:lnTo>
                  <a:pt x="136054" y="120413"/>
                </a:lnTo>
                <a:lnTo>
                  <a:pt x="135465" y="120637"/>
                </a:lnTo>
                <a:lnTo>
                  <a:pt x="134863" y="120841"/>
                </a:lnTo>
                <a:lnTo>
                  <a:pt x="134249" y="121026"/>
                </a:lnTo>
                <a:lnTo>
                  <a:pt x="133621" y="121192"/>
                </a:lnTo>
                <a:lnTo>
                  <a:pt x="132980" y="121338"/>
                </a:lnTo>
                <a:lnTo>
                  <a:pt x="132327" y="121464"/>
                </a:lnTo>
                <a:lnTo>
                  <a:pt x="131660" y="121571"/>
                </a:lnTo>
                <a:lnTo>
                  <a:pt x="130981" y="121659"/>
                </a:lnTo>
                <a:lnTo>
                  <a:pt x="130289" y="121727"/>
                </a:lnTo>
                <a:lnTo>
                  <a:pt x="129584" y="121776"/>
                </a:lnTo>
                <a:lnTo>
                  <a:pt x="128866" y="121805"/>
                </a:lnTo>
                <a:lnTo>
                  <a:pt x="128135" y="121815"/>
                </a:lnTo>
                <a:lnTo>
                  <a:pt x="127417" y="121805"/>
                </a:lnTo>
                <a:lnTo>
                  <a:pt x="126712" y="121776"/>
                </a:lnTo>
                <a:lnTo>
                  <a:pt x="126019" y="121727"/>
                </a:lnTo>
                <a:lnTo>
                  <a:pt x="125340" y="121659"/>
                </a:lnTo>
                <a:lnTo>
                  <a:pt x="124672" y="121571"/>
                </a:lnTo>
                <a:lnTo>
                  <a:pt x="124017" y="121464"/>
                </a:lnTo>
                <a:lnTo>
                  <a:pt x="123375" y="121338"/>
                </a:lnTo>
                <a:lnTo>
                  <a:pt x="122746" y="121192"/>
                </a:lnTo>
                <a:lnTo>
                  <a:pt x="122129" y="121026"/>
                </a:lnTo>
                <a:lnTo>
                  <a:pt x="121525" y="120841"/>
                </a:lnTo>
                <a:lnTo>
                  <a:pt x="120933" y="120637"/>
                </a:lnTo>
                <a:lnTo>
                  <a:pt x="120354" y="120413"/>
                </a:lnTo>
                <a:lnTo>
                  <a:pt x="119787" y="120169"/>
                </a:lnTo>
                <a:lnTo>
                  <a:pt x="119234" y="119907"/>
                </a:lnTo>
                <a:lnTo>
                  <a:pt x="118692" y="119624"/>
                </a:lnTo>
                <a:lnTo>
                  <a:pt x="118164" y="119322"/>
                </a:lnTo>
                <a:lnTo>
                  <a:pt x="117648" y="119001"/>
                </a:lnTo>
                <a:lnTo>
                  <a:pt x="117144" y="118660"/>
                </a:lnTo>
                <a:lnTo>
                  <a:pt x="116653" y="118300"/>
                </a:lnTo>
                <a:lnTo>
                  <a:pt x="116175" y="117921"/>
                </a:lnTo>
                <a:lnTo>
                  <a:pt x="115710" y="117521"/>
                </a:lnTo>
                <a:lnTo>
                  <a:pt x="115257" y="117103"/>
                </a:lnTo>
                <a:lnTo>
                  <a:pt x="114816" y="116665"/>
                </a:lnTo>
                <a:lnTo>
                  <a:pt x="114388" y="116207"/>
                </a:lnTo>
                <a:lnTo>
                  <a:pt x="113976" y="115733"/>
                </a:lnTo>
                <a:lnTo>
                  <a:pt x="113581" y="115245"/>
                </a:lnTo>
                <a:lnTo>
                  <a:pt x="113203" y="114744"/>
                </a:lnTo>
                <a:lnTo>
                  <a:pt x="112844" y="114230"/>
                </a:lnTo>
                <a:lnTo>
                  <a:pt x="112501" y="113702"/>
                </a:lnTo>
                <a:lnTo>
                  <a:pt x="112177" y="113160"/>
                </a:lnTo>
                <a:lnTo>
                  <a:pt x="111869" y="112605"/>
                </a:lnTo>
                <a:lnTo>
                  <a:pt x="111580" y="112037"/>
                </a:lnTo>
                <a:lnTo>
                  <a:pt x="111308" y="111455"/>
                </a:lnTo>
                <a:lnTo>
                  <a:pt x="111053" y="110860"/>
                </a:lnTo>
                <a:lnTo>
                  <a:pt x="110816" y="110252"/>
                </a:lnTo>
                <a:lnTo>
                  <a:pt x="110597" y="109630"/>
                </a:lnTo>
                <a:lnTo>
                  <a:pt x="110395" y="108994"/>
                </a:lnTo>
                <a:lnTo>
                  <a:pt x="110210" y="108345"/>
                </a:lnTo>
                <a:lnTo>
                  <a:pt x="110044" y="107683"/>
                </a:lnTo>
                <a:lnTo>
                  <a:pt x="109895" y="107007"/>
                </a:lnTo>
                <a:lnTo>
                  <a:pt x="109763" y="106318"/>
                </a:lnTo>
                <a:lnTo>
                  <a:pt x="109649" y="105616"/>
                </a:lnTo>
                <a:lnTo>
                  <a:pt x="109552" y="104900"/>
                </a:lnTo>
                <a:lnTo>
                  <a:pt x="109473" y="104170"/>
                </a:lnTo>
                <a:lnTo>
                  <a:pt x="109412" y="103427"/>
                </a:lnTo>
                <a:lnTo>
                  <a:pt x="109368" y="102671"/>
                </a:lnTo>
                <a:lnTo>
                  <a:pt x="109342" y="101901"/>
                </a:lnTo>
                <a:lnTo>
                  <a:pt x="109333" y="101118"/>
                </a:lnTo>
                <a:lnTo>
                  <a:pt x="109333" y="45818"/>
                </a:lnTo>
                <a:lnTo>
                  <a:pt x="95114" y="45818"/>
                </a:lnTo>
                <a:lnTo>
                  <a:pt x="95114" y="101118"/>
                </a:lnTo>
                <a:lnTo>
                  <a:pt x="95129" y="102384"/>
                </a:lnTo>
                <a:lnTo>
                  <a:pt x="95176" y="103628"/>
                </a:lnTo>
                <a:lnTo>
                  <a:pt x="95254" y="104849"/>
                </a:lnTo>
                <a:lnTo>
                  <a:pt x="95364" y="106049"/>
                </a:lnTo>
                <a:lnTo>
                  <a:pt x="95504" y="107226"/>
                </a:lnTo>
                <a:lnTo>
                  <a:pt x="95676" y="108381"/>
                </a:lnTo>
                <a:lnTo>
                  <a:pt x="95880" y="109513"/>
                </a:lnTo>
                <a:lnTo>
                  <a:pt x="96114" y="110624"/>
                </a:lnTo>
                <a:lnTo>
                  <a:pt x="96380" y="111712"/>
                </a:lnTo>
                <a:lnTo>
                  <a:pt x="96677" y="112778"/>
                </a:lnTo>
                <a:lnTo>
                  <a:pt x="97005" y="113822"/>
                </a:lnTo>
                <a:lnTo>
                  <a:pt x="97365" y="114844"/>
                </a:lnTo>
                <a:lnTo>
                  <a:pt x="97756" y="115843"/>
                </a:lnTo>
                <a:lnTo>
                  <a:pt x="98178" y="116820"/>
                </a:lnTo>
                <a:lnTo>
                  <a:pt x="98631" y="117775"/>
                </a:lnTo>
                <a:lnTo>
                  <a:pt x="99116" y="118708"/>
                </a:lnTo>
                <a:lnTo>
                  <a:pt x="99632" y="119619"/>
                </a:lnTo>
                <a:lnTo>
                  <a:pt x="100179" y="120507"/>
                </a:lnTo>
                <a:lnTo>
                  <a:pt x="100757" y="121373"/>
                </a:lnTo>
                <a:lnTo>
                  <a:pt x="101367" y="122217"/>
                </a:lnTo>
                <a:lnTo>
                  <a:pt x="102008" y="123039"/>
                </a:lnTo>
                <a:lnTo>
                  <a:pt x="102680" y="123838"/>
                </a:lnTo>
                <a:lnTo>
                  <a:pt x="103383" y="124616"/>
                </a:lnTo>
                <a:lnTo>
                  <a:pt x="104118" y="125371"/>
                </a:lnTo>
                <a:lnTo>
                  <a:pt x="104879" y="126099"/>
                </a:lnTo>
                <a:lnTo>
                  <a:pt x="105661" y="126796"/>
                </a:lnTo>
                <a:lnTo>
                  <a:pt x="106464" y="127462"/>
                </a:lnTo>
                <a:lnTo>
                  <a:pt x="107287" y="128098"/>
                </a:lnTo>
                <a:lnTo>
                  <a:pt x="108132" y="128702"/>
                </a:lnTo>
                <a:lnTo>
                  <a:pt x="108997" y="129275"/>
                </a:lnTo>
                <a:lnTo>
                  <a:pt x="109883" y="129818"/>
                </a:lnTo>
                <a:lnTo>
                  <a:pt x="110790" y="130329"/>
                </a:lnTo>
                <a:lnTo>
                  <a:pt x="111717" y="130809"/>
                </a:lnTo>
                <a:lnTo>
                  <a:pt x="112666" y="131259"/>
                </a:lnTo>
                <a:lnTo>
                  <a:pt x="113635" y="131677"/>
                </a:lnTo>
                <a:lnTo>
                  <a:pt x="114626" y="132064"/>
                </a:lnTo>
                <a:lnTo>
                  <a:pt x="115637" y="132421"/>
                </a:lnTo>
                <a:lnTo>
                  <a:pt x="116669" y="132746"/>
                </a:lnTo>
                <a:lnTo>
                  <a:pt x="117722" y="133041"/>
                </a:lnTo>
                <a:lnTo>
                  <a:pt x="118795" y="133304"/>
                </a:lnTo>
                <a:lnTo>
                  <a:pt x="119890" y="133536"/>
                </a:lnTo>
                <a:lnTo>
                  <a:pt x="121005" y="133738"/>
                </a:lnTo>
                <a:lnTo>
                  <a:pt x="122141" y="133908"/>
                </a:lnTo>
                <a:lnTo>
                  <a:pt x="123298" y="134048"/>
                </a:lnTo>
                <a:lnTo>
                  <a:pt x="124476" y="134156"/>
                </a:lnTo>
                <a:lnTo>
                  <a:pt x="125675" y="134234"/>
                </a:lnTo>
                <a:lnTo>
                  <a:pt x="126894" y="134280"/>
                </a:lnTo>
                <a:lnTo>
                  <a:pt x="128135" y="134296"/>
                </a:lnTo>
                <a:lnTo>
                  <a:pt x="129376" y="134280"/>
                </a:lnTo>
                <a:lnTo>
                  <a:pt x="130596" y="134234"/>
                </a:lnTo>
                <a:lnTo>
                  <a:pt x="131796" y="134156"/>
                </a:lnTo>
                <a:lnTo>
                  <a:pt x="132976" y="134048"/>
                </a:lnTo>
                <a:lnTo>
                  <a:pt x="134135" y="133908"/>
                </a:lnTo>
                <a:close/>
                <a:moveTo>
                  <a:pt x="655053" y="105857"/>
                </a:moveTo>
                <a:lnTo>
                  <a:pt x="722990" y="105857"/>
                </a:lnTo>
                <a:lnTo>
                  <a:pt x="722990" y="93217"/>
                </a:lnTo>
                <a:lnTo>
                  <a:pt x="655053" y="93217"/>
                </a:lnTo>
                <a:lnTo>
                  <a:pt x="655053" y="105857"/>
                </a:lnTo>
                <a:close/>
                <a:moveTo>
                  <a:pt x="1927088" y="137023"/>
                </a:moveTo>
                <a:lnTo>
                  <a:pt x="1926286" y="136759"/>
                </a:lnTo>
                <a:lnTo>
                  <a:pt x="1925493" y="136480"/>
                </a:lnTo>
                <a:lnTo>
                  <a:pt x="1924710" y="136186"/>
                </a:lnTo>
                <a:lnTo>
                  <a:pt x="1923935" y="135877"/>
                </a:lnTo>
                <a:lnTo>
                  <a:pt x="1923169" y="135554"/>
                </a:lnTo>
                <a:lnTo>
                  <a:pt x="1922413" y="135216"/>
                </a:lnTo>
                <a:lnTo>
                  <a:pt x="1921665" y="134863"/>
                </a:lnTo>
                <a:lnTo>
                  <a:pt x="1920926" y="134495"/>
                </a:lnTo>
                <a:lnTo>
                  <a:pt x="1920197" y="134113"/>
                </a:lnTo>
                <a:lnTo>
                  <a:pt x="1919477" y="133715"/>
                </a:lnTo>
                <a:lnTo>
                  <a:pt x="1918765" y="133303"/>
                </a:lnTo>
                <a:lnTo>
                  <a:pt x="1918063" y="132876"/>
                </a:lnTo>
                <a:lnTo>
                  <a:pt x="1917370" y="132434"/>
                </a:lnTo>
                <a:lnTo>
                  <a:pt x="1916685" y="131977"/>
                </a:lnTo>
                <a:lnTo>
                  <a:pt x="1916010" y="131506"/>
                </a:lnTo>
                <a:lnTo>
                  <a:pt x="1915344" y="131020"/>
                </a:lnTo>
                <a:lnTo>
                  <a:pt x="1914687" y="130519"/>
                </a:lnTo>
                <a:lnTo>
                  <a:pt x="1914039" y="130003"/>
                </a:lnTo>
                <a:lnTo>
                  <a:pt x="1913400" y="129472"/>
                </a:lnTo>
                <a:lnTo>
                  <a:pt x="1912770" y="128927"/>
                </a:lnTo>
                <a:lnTo>
                  <a:pt x="1912151" y="128368"/>
                </a:lnTo>
                <a:lnTo>
                  <a:pt x="1911543" y="127797"/>
                </a:lnTo>
                <a:lnTo>
                  <a:pt x="1910948" y="127216"/>
                </a:lnTo>
                <a:lnTo>
                  <a:pt x="1910365" y="126622"/>
                </a:lnTo>
                <a:lnTo>
                  <a:pt x="1909794" y="126017"/>
                </a:lnTo>
                <a:lnTo>
                  <a:pt x="1909235" y="125401"/>
                </a:lnTo>
                <a:lnTo>
                  <a:pt x="1908688" y="124773"/>
                </a:lnTo>
                <a:lnTo>
                  <a:pt x="1908153" y="124133"/>
                </a:lnTo>
                <a:lnTo>
                  <a:pt x="1907630" y="123482"/>
                </a:lnTo>
                <a:lnTo>
                  <a:pt x="1907119" y="122820"/>
                </a:lnTo>
                <a:lnTo>
                  <a:pt x="1906620" y="122146"/>
                </a:lnTo>
                <a:lnTo>
                  <a:pt x="1906134" y="121460"/>
                </a:lnTo>
                <a:lnTo>
                  <a:pt x="1905659" y="120763"/>
                </a:lnTo>
                <a:lnTo>
                  <a:pt x="1905196" y="120055"/>
                </a:lnTo>
                <a:lnTo>
                  <a:pt x="1904746" y="119335"/>
                </a:lnTo>
                <a:lnTo>
                  <a:pt x="1904307" y="118603"/>
                </a:lnTo>
                <a:lnTo>
                  <a:pt x="1903881" y="117860"/>
                </a:lnTo>
                <a:lnTo>
                  <a:pt x="1903467" y="117105"/>
                </a:lnTo>
                <a:lnTo>
                  <a:pt x="1903064" y="116339"/>
                </a:lnTo>
                <a:lnTo>
                  <a:pt x="1902674" y="115561"/>
                </a:lnTo>
                <a:lnTo>
                  <a:pt x="1902296" y="114772"/>
                </a:lnTo>
                <a:lnTo>
                  <a:pt x="1901930" y="113971"/>
                </a:lnTo>
                <a:lnTo>
                  <a:pt x="1901576" y="113159"/>
                </a:lnTo>
                <a:lnTo>
                  <a:pt x="1901234" y="112335"/>
                </a:lnTo>
                <a:lnTo>
                  <a:pt x="1900905" y="111502"/>
                </a:lnTo>
                <a:lnTo>
                  <a:pt x="1900591" y="110660"/>
                </a:lnTo>
                <a:lnTo>
                  <a:pt x="1900290" y="109810"/>
                </a:lnTo>
                <a:lnTo>
                  <a:pt x="1900003" y="108951"/>
                </a:lnTo>
                <a:lnTo>
                  <a:pt x="1899730" y="108085"/>
                </a:lnTo>
                <a:lnTo>
                  <a:pt x="1899472" y="107210"/>
                </a:lnTo>
                <a:lnTo>
                  <a:pt x="1899227" y="106327"/>
                </a:lnTo>
                <a:lnTo>
                  <a:pt x="1898996" y="105436"/>
                </a:lnTo>
                <a:lnTo>
                  <a:pt x="1898779" y="104536"/>
                </a:lnTo>
                <a:lnTo>
                  <a:pt x="1898576" y="103629"/>
                </a:lnTo>
                <a:lnTo>
                  <a:pt x="1898388" y="102713"/>
                </a:lnTo>
                <a:lnTo>
                  <a:pt x="1898213" y="101789"/>
                </a:lnTo>
                <a:lnTo>
                  <a:pt x="1898052" y="100856"/>
                </a:lnTo>
                <a:lnTo>
                  <a:pt x="1897905" y="99916"/>
                </a:lnTo>
                <a:lnTo>
                  <a:pt x="1897772" y="98967"/>
                </a:lnTo>
                <a:lnTo>
                  <a:pt x="1897653" y="98010"/>
                </a:lnTo>
                <a:lnTo>
                  <a:pt x="1897548" y="97044"/>
                </a:lnTo>
                <a:lnTo>
                  <a:pt x="1897457" y="96071"/>
                </a:lnTo>
                <a:lnTo>
                  <a:pt x="1897381" y="95089"/>
                </a:lnTo>
                <a:lnTo>
                  <a:pt x="1897318" y="94099"/>
                </a:lnTo>
                <a:lnTo>
                  <a:pt x="1897269" y="93101"/>
                </a:lnTo>
                <a:lnTo>
                  <a:pt x="1897234" y="92094"/>
                </a:lnTo>
                <a:lnTo>
                  <a:pt x="1897213" y="91080"/>
                </a:lnTo>
                <a:lnTo>
                  <a:pt x="1897206" y="90057"/>
                </a:lnTo>
                <a:lnTo>
                  <a:pt x="1897206" y="61619"/>
                </a:lnTo>
                <a:lnTo>
                  <a:pt x="1897213" y="60583"/>
                </a:lnTo>
                <a:lnTo>
                  <a:pt x="1897234" y="59556"/>
                </a:lnTo>
                <a:lnTo>
                  <a:pt x="1897269" y="58538"/>
                </a:lnTo>
                <a:lnTo>
                  <a:pt x="1897318" y="57530"/>
                </a:lnTo>
                <a:lnTo>
                  <a:pt x="1897381" y="56530"/>
                </a:lnTo>
                <a:lnTo>
                  <a:pt x="1897457" y="55540"/>
                </a:lnTo>
                <a:lnTo>
                  <a:pt x="1897548" y="54559"/>
                </a:lnTo>
                <a:lnTo>
                  <a:pt x="1897653" y="53586"/>
                </a:lnTo>
                <a:lnTo>
                  <a:pt x="1897772" y="52623"/>
                </a:lnTo>
                <a:lnTo>
                  <a:pt x="1897905" y="51669"/>
                </a:lnTo>
                <a:lnTo>
                  <a:pt x="1898052" y="50723"/>
                </a:lnTo>
                <a:lnTo>
                  <a:pt x="1898213" y="49787"/>
                </a:lnTo>
                <a:lnTo>
                  <a:pt x="1898388" y="48860"/>
                </a:lnTo>
                <a:lnTo>
                  <a:pt x="1898576" y="47942"/>
                </a:lnTo>
                <a:lnTo>
                  <a:pt x="1898779" y="47033"/>
                </a:lnTo>
                <a:lnTo>
                  <a:pt x="1898996" y="46133"/>
                </a:lnTo>
                <a:lnTo>
                  <a:pt x="1899227" y="45243"/>
                </a:lnTo>
                <a:lnTo>
                  <a:pt x="1899472" y="44361"/>
                </a:lnTo>
                <a:lnTo>
                  <a:pt x="1899730" y="43488"/>
                </a:lnTo>
                <a:lnTo>
                  <a:pt x="1900003" y="42625"/>
                </a:lnTo>
                <a:lnTo>
                  <a:pt x="1900290" y="41770"/>
                </a:lnTo>
                <a:lnTo>
                  <a:pt x="1900591" y="40924"/>
                </a:lnTo>
                <a:lnTo>
                  <a:pt x="1900905" y="40088"/>
                </a:lnTo>
                <a:lnTo>
                  <a:pt x="1901234" y="39260"/>
                </a:lnTo>
                <a:lnTo>
                  <a:pt x="1901576" y="38443"/>
                </a:lnTo>
                <a:lnTo>
                  <a:pt x="1901930" y="37637"/>
                </a:lnTo>
                <a:lnTo>
                  <a:pt x="1902296" y="36842"/>
                </a:lnTo>
                <a:lnTo>
                  <a:pt x="1902674" y="36059"/>
                </a:lnTo>
                <a:lnTo>
                  <a:pt x="1903064" y="35287"/>
                </a:lnTo>
                <a:lnTo>
                  <a:pt x="1903467" y="34526"/>
                </a:lnTo>
                <a:lnTo>
                  <a:pt x="1903881" y="33776"/>
                </a:lnTo>
                <a:lnTo>
                  <a:pt x="1904307" y="33037"/>
                </a:lnTo>
                <a:lnTo>
                  <a:pt x="1904746" y="32310"/>
                </a:lnTo>
                <a:lnTo>
                  <a:pt x="1905196" y="31594"/>
                </a:lnTo>
                <a:lnTo>
                  <a:pt x="1905659" y="30889"/>
                </a:lnTo>
                <a:lnTo>
                  <a:pt x="1906134" y="30196"/>
                </a:lnTo>
                <a:lnTo>
                  <a:pt x="1906620" y="29513"/>
                </a:lnTo>
                <a:lnTo>
                  <a:pt x="1907119" y="28842"/>
                </a:lnTo>
                <a:lnTo>
                  <a:pt x="1907630" y="28183"/>
                </a:lnTo>
                <a:lnTo>
                  <a:pt x="1908153" y="27534"/>
                </a:lnTo>
                <a:lnTo>
                  <a:pt x="1908688" y="26897"/>
                </a:lnTo>
                <a:lnTo>
                  <a:pt x="1909235" y="26271"/>
                </a:lnTo>
                <a:lnTo>
                  <a:pt x="1909794" y="25656"/>
                </a:lnTo>
                <a:lnTo>
                  <a:pt x="1910365" y="25053"/>
                </a:lnTo>
                <a:lnTo>
                  <a:pt x="1910948" y="24460"/>
                </a:lnTo>
                <a:lnTo>
                  <a:pt x="1911543" y="23879"/>
                </a:lnTo>
                <a:lnTo>
                  <a:pt x="1912151" y="23310"/>
                </a:lnTo>
                <a:lnTo>
                  <a:pt x="1912770" y="22751"/>
                </a:lnTo>
                <a:lnTo>
                  <a:pt x="1913400" y="22205"/>
                </a:lnTo>
                <a:lnTo>
                  <a:pt x="1914039" y="21675"/>
                </a:lnTo>
                <a:lnTo>
                  <a:pt x="1914687" y="21158"/>
                </a:lnTo>
                <a:lnTo>
                  <a:pt x="1915344" y="20657"/>
                </a:lnTo>
                <a:lnTo>
                  <a:pt x="1916010" y="20171"/>
                </a:lnTo>
                <a:lnTo>
                  <a:pt x="1916685" y="19699"/>
                </a:lnTo>
                <a:lnTo>
                  <a:pt x="1917370" y="19242"/>
                </a:lnTo>
                <a:lnTo>
                  <a:pt x="1918063" y="18801"/>
                </a:lnTo>
                <a:lnTo>
                  <a:pt x="1918765" y="18373"/>
                </a:lnTo>
                <a:lnTo>
                  <a:pt x="1919477" y="17961"/>
                </a:lnTo>
                <a:lnTo>
                  <a:pt x="1920197" y="17564"/>
                </a:lnTo>
                <a:lnTo>
                  <a:pt x="1920926" y="17181"/>
                </a:lnTo>
                <a:lnTo>
                  <a:pt x="1921665" y="16813"/>
                </a:lnTo>
                <a:lnTo>
                  <a:pt x="1922413" y="16460"/>
                </a:lnTo>
                <a:lnTo>
                  <a:pt x="1923169" y="16122"/>
                </a:lnTo>
                <a:lnTo>
                  <a:pt x="1923935" y="15798"/>
                </a:lnTo>
                <a:lnTo>
                  <a:pt x="1924710" y="15490"/>
                </a:lnTo>
                <a:lnTo>
                  <a:pt x="1925493" y="15196"/>
                </a:lnTo>
                <a:lnTo>
                  <a:pt x="1926286" y="14917"/>
                </a:lnTo>
                <a:lnTo>
                  <a:pt x="1927088" y="14653"/>
                </a:lnTo>
                <a:lnTo>
                  <a:pt x="1927899" y="14403"/>
                </a:lnTo>
                <a:lnTo>
                  <a:pt x="1928719" y="14169"/>
                </a:lnTo>
                <a:lnTo>
                  <a:pt x="1929548" y="13949"/>
                </a:lnTo>
                <a:lnTo>
                  <a:pt x="1930386" y="13744"/>
                </a:lnTo>
                <a:lnTo>
                  <a:pt x="1930386" y="0"/>
                </a:lnTo>
                <a:lnTo>
                  <a:pt x="1928521" y="440"/>
                </a:lnTo>
                <a:lnTo>
                  <a:pt x="1926691" y="919"/>
                </a:lnTo>
                <a:lnTo>
                  <a:pt x="1924897" y="1437"/>
                </a:lnTo>
                <a:lnTo>
                  <a:pt x="1923138" y="1992"/>
                </a:lnTo>
                <a:lnTo>
                  <a:pt x="1921414" y="2587"/>
                </a:lnTo>
                <a:lnTo>
                  <a:pt x="1919726" y="3219"/>
                </a:lnTo>
                <a:lnTo>
                  <a:pt x="1918073" y="3890"/>
                </a:lnTo>
                <a:lnTo>
                  <a:pt x="1916455" y="4599"/>
                </a:lnTo>
                <a:lnTo>
                  <a:pt x="1914873" y="5347"/>
                </a:lnTo>
                <a:lnTo>
                  <a:pt x="1913327" y="6133"/>
                </a:lnTo>
                <a:lnTo>
                  <a:pt x="1911815" y="6958"/>
                </a:lnTo>
                <a:lnTo>
                  <a:pt x="1910339" y="7821"/>
                </a:lnTo>
                <a:lnTo>
                  <a:pt x="1908899" y="8722"/>
                </a:lnTo>
                <a:lnTo>
                  <a:pt x="1907494" y="9662"/>
                </a:lnTo>
                <a:lnTo>
                  <a:pt x="1906124" y="10640"/>
                </a:lnTo>
                <a:lnTo>
                  <a:pt x="1904789" y="11657"/>
                </a:lnTo>
                <a:lnTo>
                  <a:pt x="1903490" y="12712"/>
                </a:lnTo>
                <a:lnTo>
                  <a:pt x="1902227" y="13805"/>
                </a:lnTo>
                <a:lnTo>
                  <a:pt x="1900998" y="14937"/>
                </a:lnTo>
                <a:lnTo>
                  <a:pt x="1899806" y="16107"/>
                </a:lnTo>
                <a:lnTo>
                  <a:pt x="1898648" y="17316"/>
                </a:lnTo>
                <a:lnTo>
                  <a:pt x="1897526" y="18563"/>
                </a:lnTo>
                <a:lnTo>
                  <a:pt x="1896439" y="19848"/>
                </a:lnTo>
                <a:lnTo>
                  <a:pt x="1895388" y="21172"/>
                </a:lnTo>
                <a:lnTo>
                  <a:pt x="1894376" y="22529"/>
                </a:lnTo>
                <a:lnTo>
                  <a:pt x="1893407" y="23915"/>
                </a:lnTo>
                <a:lnTo>
                  <a:pt x="1892481" y="25329"/>
                </a:lnTo>
                <a:lnTo>
                  <a:pt x="1891599" y="26772"/>
                </a:lnTo>
                <a:lnTo>
                  <a:pt x="1890759" y="28243"/>
                </a:lnTo>
                <a:lnTo>
                  <a:pt x="1889962" y="29743"/>
                </a:lnTo>
                <a:lnTo>
                  <a:pt x="1889209" y="31271"/>
                </a:lnTo>
                <a:lnTo>
                  <a:pt x="1888498" y="32828"/>
                </a:lnTo>
                <a:lnTo>
                  <a:pt x="1887831" y="34413"/>
                </a:lnTo>
                <a:lnTo>
                  <a:pt x="1887206" y="36027"/>
                </a:lnTo>
                <a:lnTo>
                  <a:pt x="1886625" y="37670"/>
                </a:lnTo>
                <a:lnTo>
                  <a:pt x="1886087" y="39341"/>
                </a:lnTo>
                <a:lnTo>
                  <a:pt x="1885592" y="41040"/>
                </a:lnTo>
                <a:lnTo>
                  <a:pt x="1885140" y="42768"/>
                </a:lnTo>
                <a:lnTo>
                  <a:pt x="1884730" y="44525"/>
                </a:lnTo>
                <a:lnTo>
                  <a:pt x="1884364" y="46310"/>
                </a:lnTo>
                <a:lnTo>
                  <a:pt x="1884042" y="48124"/>
                </a:lnTo>
                <a:lnTo>
                  <a:pt x="1883762" y="49966"/>
                </a:lnTo>
                <a:lnTo>
                  <a:pt x="1883525" y="51837"/>
                </a:lnTo>
                <a:lnTo>
                  <a:pt x="1883331" y="53736"/>
                </a:lnTo>
                <a:lnTo>
                  <a:pt x="1883180" y="55664"/>
                </a:lnTo>
                <a:lnTo>
                  <a:pt x="1883073" y="57620"/>
                </a:lnTo>
                <a:lnTo>
                  <a:pt x="1883008" y="59605"/>
                </a:lnTo>
                <a:lnTo>
                  <a:pt x="1882987" y="61619"/>
                </a:lnTo>
                <a:lnTo>
                  <a:pt x="1882987" y="90057"/>
                </a:lnTo>
                <a:lnTo>
                  <a:pt x="1883008" y="92070"/>
                </a:lnTo>
                <a:lnTo>
                  <a:pt x="1883073" y="94055"/>
                </a:lnTo>
                <a:lnTo>
                  <a:pt x="1883180" y="96012"/>
                </a:lnTo>
                <a:lnTo>
                  <a:pt x="1883331" y="97939"/>
                </a:lnTo>
                <a:lnTo>
                  <a:pt x="1883525" y="99839"/>
                </a:lnTo>
                <a:lnTo>
                  <a:pt x="1883762" y="101710"/>
                </a:lnTo>
                <a:lnTo>
                  <a:pt x="1884042" y="103552"/>
                </a:lnTo>
                <a:lnTo>
                  <a:pt x="1884364" y="105366"/>
                </a:lnTo>
                <a:lnTo>
                  <a:pt x="1884730" y="107151"/>
                </a:lnTo>
                <a:lnTo>
                  <a:pt x="1885140" y="108908"/>
                </a:lnTo>
                <a:lnTo>
                  <a:pt x="1885592" y="110636"/>
                </a:lnTo>
                <a:lnTo>
                  <a:pt x="1886087" y="112335"/>
                </a:lnTo>
                <a:lnTo>
                  <a:pt x="1886625" y="114006"/>
                </a:lnTo>
                <a:lnTo>
                  <a:pt x="1887206" y="115649"/>
                </a:lnTo>
                <a:lnTo>
                  <a:pt x="1887831" y="117263"/>
                </a:lnTo>
                <a:lnTo>
                  <a:pt x="1888498" y="118849"/>
                </a:lnTo>
                <a:lnTo>
                  <a:pt x="1889209" y="120406"/>
                </a:lnTo>
                <a:lnTo>
                  <a:pt x="1889962" y="121934"/>
                </a:lnTo>
                <a:lnTo>
                  <a:pt x="1890759" y="123434"/>
                </a:lnTo>
                <a:lnTo>
                  <a:pt x="1891599" y="124905"/>
                </a:lnTo>
                <a:lnTo>
                  <a:pt x="1892481" y="126348"/>
                </a:lnTo>
                <a:lnTo>
                  <a:pt x="1893407" y="127763"/>
                </a:lnTo>
                <a:lnTo>
                  <a:pt x="1894376" y="129148"/>
                </a:lnTo>
                <a:lnTo>
                  <a:pt x="1895388" y="130506"/>
                </a:lnTo>
                <a:lnTo>
                  <a:pt x="1896439" y="131829"/>
                </a:lnTo>
                <a:lnTo>
                  <a:pt x="1897526" y="133115"/>
                </a:lnTo>
                <a:lnTo>
                  <a:pt x="1898648" y="134362"/>
                </a:lnTo>
                <a:lnTo>
                  <a:pt x="1899806" y="135570"/>
                </a:lnTo>
                <a:lnTo>
                  <a:pt x="1900998" y="136740"/>
                </a:lnTo>
                <a:lnTo>
                  <a:pt x="1902227" y="137872"/>
                </a:lnTo>
                <a:lnTo>
                  <a:pt x="1903490" y="138965"/>
                </a:lnTo>
                <a:lnTo>
                  <a:pt x="1904789" y="140020"/>
                </a:lnTo>
                <a:lnTo>
                  <a:pt x="1906124" y="141036"/>
                </a:lnTo>
                <a:lnTo>
                  <a:pt x="1907494" y="142014"/>
                </a:lnTo>
                <a:lnTo>
                  <a:pt x="1908899" y="142954"/>
                </a:lnTo>
                <a:lnTo>
                  <a:pt x="1910339" y="143855"/>
                </a:lnTo>
                <a:lnTo>
                  <a:pt x="1911815" y="144718"/>
                </a:lnTo>
                <a:lnTo>
                  <a:pt x="1913327" y="145543"/>
                </a:lnTo>
                <a:lnTo>
                  <a:pt x="1914873" y="146329"/>
                </a:lnTo>
                <a:lnTo>
                  <a:pt x="1916455" y="147076"/>
                </a:lnTo>
                <a:lnTo>
                  <a:pt x="1918073" y="147786"/>
                </a:lnTo>
                <a:lnTo>
                  <a:pt x="1919726" y="148456"/>
                </a:lnTo>
                <a:lnTo>
                  <a:pt x="1921414" y="149089"/>
                </a:lnTo>
                <a:lnTo>
                  <a:pt x="1923138" y="149683"/>
                </a:lnTo>
                <a:lnTo>
                  <a:pt x="1924897" y="150239"/>
                </a:lnTo>
                <a:lnTo>
                  <a:pt x="1926691" y="150756"/>
                </a:lnTo>
                <a:lnTo>
                  <a:pt x="1928521" y="151235"/>
                </a:lnTo>
                <a:lnTo>
                  <a:pt x="1930386" y="151675"/>
                </a:lnTo>
                <a:lnTo>
                  <a:pt x="1930386" y="137931"/>
                </a:lnTo>
                <a:lnTo>
                  <a:pt x="1929548" y="137726"/>
                </a:lnTo>
                <a:lnTo>
                  <a:pt x="1928719" y="137507"/>
                </a:lnTo>
                <a:lnTo>
                  <a:pt x="1927899" y="137272"/>
                </a:lnTo>
                <a:lnTo>
                  <a:pt x="1927088" y="137023"/>
                </a:lnTo>
                <a:close/>
                <a:moveTo>
                  <a:pt x="1975226" y="149089"/>
                </a:moveTo>
                <a:lnTo>
                  <a:pt x="1976914" y="148456"/>
                </a:lnTo>
                <a:lnTo>
                  <a:pt x="1978566" y="147786"/>
                </a:lnTo>
                <a:lnTo>
                  <a:pt x="1980184" y="147076"/>
                </a:lnTo>
                <a:lnTo>
                  <a:pt x="1981766" y="146329"/>
                </a:lnTo>
                <a:lnTo>
                  <a:pt x="1983312" y="145543"/>
                </a:lnTo>
                <a:lnTo>
                  <a:pt x="1984823" y="144718"/>
                </a:lnTo>
                <a:lnTo>
                  <a:pt x="1986299" y="143855"/>
                </a:lnTo>
                <a:lnTo>
                  <a:pt x="1987739" y="142954"/>
                </a:lnTo>
                <a:lnTo>
                  <a:pt x="1989144" y="142014"/>
                </a:lnTo>
                <a:lnTo>
                  <a:pt x="1990514" y="141036"/>
                </a:lnTo>
                <a:lnTo>
                  <a:pt x="1991848" y="140020"/>
                </a:lnTo>
                <a:lnTo>
                  <a:pt x="1993147" y="138965"/>
                </a:lnTo>
                <a:lnTo>
                  <a:pt x="1994410" y="137872"/>
                </a:lnTo>
                <a:lnTo>
                  <a:pt x="1995638" y="136740"/>
                </a:lnTo>
                <a:lnTo>
                  <a:pt x="1996831" y="135570"/>
                </a:lnTo>
                <a:lnTo>
                  <a:pt x="1997988" y="134362"/>
                </a:lnTo>
                <a:lnTo>
                  <a:pt x="1999110" y="133115"/>
                </a:lnTo>
                <a:lnTo>
                  <a:pt x="2000197" y="131829"/>
                </a:lnTo>
                <a:lnTo>
                  <a:pt x="2001248" y="130506"/>
                </a:lnTo>
                <a:lnTo>
                  <a:pt x="2002260" y="129148"/>
                </a:lnTo>
                <a:lnTo>
                  <a:pt x="2003229" y="127763"/>
                </a:lnTo>
                <a:lnTo>
                  <a:pt x="2004155" y="126348"/>
                </a:lnTo>
                <a:lnTo>
                  <a:pt x="2005038" y="124905"/>
                </a:lnTo>
                <a:lnTo>
                  <a:pt x="2005878" y="123434"/>
                </a:lnTo>
                <a:lnTo>
                  <a:pt x="2006675" y="121934"/>
                </a:lnTo>
                <a:lnTo>
                  <a:pt x="2007428" y="120406"/>
                </a:lnTo>
                <a:lnTo>
                  <a:pt x="2008139" y="118849"/>
                </a:lnTo>
                <a:lnTo>
                  <a:pt x="2008807" y="117263"/>
                </a:lnTo>
                <a:lnTo>
                  <a:pt x="2009431" y="115649"/>
                </a:lnTo>
                <a:lnTo>
                  <a:pt x="2010012" y="114006"/>
                </a:lnTo>
                <a:lnTo>
                  <a:pt x="2010551" y="112335"/>
                </a:lnTo>
                <a:lnTo>
                  <a:pt x="2011046" y="110636"/>
                </a:lnTo>
                <a:lnTo>
                  <a:pt x="2011498" y="108908"/>
                </a:lnTo>
                <a:lnTo>
                  <a:pt x="2011907" y="107151"/>
                </a:lnTo>
                <a:lnTo>
                  <a:pt x="2012274" y="105366"/>
                </a:lnTo>
                <a:lnTo>
                  <a:pt x="2012597" y="103552"/>
                </a:lnTo>
                <a:lnTo>
                  <a:pt x="2012876" y="101710"/>
                </a:lnTo>
                <a:lnTo>
                  <a:pt x="2013113" y="99839"/>
                </a:lnTo>
                <a:lnTo>
                  <a:pt x="2013307" y="97939"/>
                </a:lnTo>
                <a:lnTo>
                  <a:pt x="2013458" y="96012"/>
                </a:lnTo>
                <a:lnTo>
                  <a:pt x="2013566" y="94055"/>
                </a:lnTo>
                <a:lnTo>
                  <a:pt x="2013630" y="92070"/>
                </a:lnTo>
                <a:lnTo>
                  <a:pt x="2013652" y="90057"/>
                </a:lnTo>
                <a:lnTo>
                  <a:pt x="2013652" y="61619"/>
                </a:lnTo>
                <a:lnTo>
                  <a:pt x="2013630" y="59605"/>
                </a:lnTo>
                <a:lnTo>
                  <a:pt x="2013566" y="57620"/>
                </a:lnTo>
                <a:lnTo>
                  <a:pt x="2013458" y="55664"/>
                </a:lnTo>
                <a:lnTo>
                  <a:pt x="2013307" y="53736"/>
                </a:lnTo>
                <a:lnTo>
                  <a:pt x="2013113" y="51837"/>
                </a:lnTo>
                <a:lnTo>
                  <a:pt x="2012876" y="49966"/>
                </a:lnTo>
                <a:lnTo>
                  <a:pt x="2012597" y="48124"/>
                </a:lnTo>
                <a:lnTo>
                  <a:pt x="2012274" y="46310"/>
                </a:lnTo>
                <a:lnTo>
                  <a:pt x="2011907" y="44525"/>
                </a:lnTo>
                <a:lnTo>
                  <a:pt x="2011498" y="42768"/>
                </a:lnTo>
                <a:lnTo>
                  <a:pt x="2011046" y="41040"/>
                </a:lnTo>
                <a:lnTo>
                  <a:pt x="2010551" y="39341"/>
                </a:lnTo>
                <a:lnTo>
                  <a:pt x="2010012" y="37670"/>
                </a:lnTo>
                <a:lnTo>
                  <a:pt x="2009431" y="36027"/>
                </a:lnTo>
                <a:lnTo>
                  <a:pt x="2008807" y="34413"/>
                </a:lnTo>
                <a:lnTo>
                  <a:pt x="2008139" y="32828"/>
                </a:lnTo>
                <a:lnTo>
                  <a:pt x="2007428" y="31271"/>
                </a:lnTo>
                <a:lnTo>
                  <a:pt x="2006675" y="29743"/>
                </a:lnTo>
                <a:lnTo>
                  <a:pt x="2005878" y="28243"/>
                </a:lnTo>
                <a:lnTo>
                  <a:pt x="2005038" y="26772"/>
                </a:lnTo>
                <a:lnTo>
                  <a:pt x="2004155" y="25329"/>
                </a:lnTo>
                <a:lnTo>
                  <a:pt x="2003229" y="23915"/>
                </a:lnTo>
                <a:lnTo>
                  <a:pt x="2002260" y="22529"/>
                </a:lnTo>
                <a:lnTo>
                  <a:pt x="2001248" y="21172"/>
                </a:lnTo>
                <a:lnTo>
                  <a:pt x="2000197" y="19848"/>
                </a:lnTo>
                <a:lnTo>
                  <a:pt x="1999110" y="18563"/>
                </a:lnTo>
                <a:lnTo>
                  <a:pt x="1997988" y="17316"/>
                </a:lnTo>
                <a:lnTo>
                  <a:pt x="1996831" y="16107"/>
                </a:lnTo>
                <a:lnTo>
                  <a:pt x="1995638" y="14937"/>
                </a:lnTo>
                <a:lnTo>
                  <a:pt x="1994410" y="13805"/>
                </a:lnTo>
                <a:lnTo>
                  <a:pt x="1993147" y="12712"/>
                </a:lnTo>
                <a:lnTo>
                  <a:pt x="1991848" y="11657"/>
                </a:lnTo>
                <a:lnTo>
                  <a:pt x="1990514" y="10640"/>
                </a:lnTo>
                <a:lnTo>
                  <a:pt x="1989144" y="9662"/>
                </a:lnTo>
                <a:lnTo>
                  <a:pt x="1987739" y="8722"/>
                </a:lnTo>
                <a:lnTo>
                  <a:pt x="1986299" y="7821"/>
                </a:lnTo>
                <a:lnTo>
                  <a:pt x="1984823" y="6958"/>
                </a:lnTo>
                <a:lnTo>
                  <a:pt x="1983312" y="6133"/>
                </a:lnTo>
                <a:lnTo>
                  <a:pt x="1981766" y="5347"/>
                </a:lnTo>
                <a:lnTo>
                  <a:pt x="1980184" y="4599"/>
                </a:lnTo>
                <a:lnTo>
                  <a:pt x="1978566" y="3890"/>
                </a:lnTo>
                <a:lnTo>
                  <a:pt x="1976914" y="3219"/>
                </a:lnTo>
                <a:lnTo>
                  <a:pt x="1975226" y="2587"/>
                </a:lnTo>
                <a:lnTo>
                  <a:pt x="1973502" y="1992"/>
                </a:lnTo>
                <a:lnTo>
                  <a:pt x="1971743" y="1437"/>
                </a:lnTo>
                <a:lnTo>
                  <a:pt x="1969949" y="919"/>
                </a:lnTo>
                <a:lnTo>
                  <a:pt x="1968120" y="440"/>
                </a:lnTo>
                <a:lnTo>
                  <a:pt x="1966255" y="0"/>
                </a:lnTo>
                <a:lnTo>
                  <a:pt x="1966255" y="13744"/>
                </a:lnTo>
                <a:lnTo>
                  <a:pt x="1967105" y="13949"/>
                </a:lnTo>
                <a:lnTo>
                  <a:pt x="1967946" y="14169"/>
                </a:lnTo>
                <a:lnTo>
                  <a:pt x="1968777" y="14403"/>
                </a:lnTo>
                <a:lnTo>
                  <a:pt x="1969598" y="14653"/>
                </a:lnTo>
                <a:lnTo>
                  <a:pt x="1970410" y="14917"/>
                </a:lnTo>
                <a:lnTo>
                  <a:pt x="1971211" y="15196"/>
                </a:lnTo>
                <a:lnTo>
                  <a:pt x="1972002" y="15490"/>
                </a:lnTo>
                <a:lnTo>
                  <a:pt x="1972784" y="15798"/>
                </a:lnTo>
                <a:lnTo>
                  <a:pt x="1973556" y="16122"/>
                </a:lnTo>
                <a:lnTo>
                  <a:pt x="1974318" y="16460"/>
                </a:lnTo>
                <a:lnTo>
                  <a:pt x="1975070" y="16813"/>
                </a:lnTo>
                <a:lnTo>
                  <a:pt x="1975812" y="17181"/>
                </a:lnTo>
                <a:lnTo>
                  <a:pt x="1976544" y="17564"/>
                </a:lnTo>
                <a:lnTo>
                  <a:pt x="1977267" y="17961"/>
                </a:lnTo>
                <a:lnTo>
                  <a:pt x="1977979" y="18373"/>
                </a:lnTo>
                <a:lnTo>
                  <a:pt x="1978682" y="18801"/>
                </a:lnTo>
                <a:lnTo>
                  <a:pt x="1979375" y="19242"/>
                </a:lnTo>
                <a:lnTo>
                  <a:pt x="1980057" y="19699"/>
                </a:lnTo>
                <a:lnTo>
                  <a:pt x="1980731" y="20171"/>
                </a:lnTo>
                <a:lnTo>
                  <a:pt x="1981394" y="20657"/>
                </a:lnTo>
                <a:lnTo>
                  <a:pt x="1982047" y="21158"/>
                </a:lnTo>
                <a:lnTo>
                  <a:pt x="1982691" y="21675"/>
                </a:lnTo>
                <a:lnTo>
                  <a:pt x="1983324" y="22205"/>
                </a:lnTo>
                <a:lnTo>
                  <a:pt x="1983948" y="22751"/>
                </a:lnTo>
                <a:lnTo>
                  <a:pt x="1984561" y="23310"/>
                </a:lnTo>
                <a:lnTo>
                  <a:pt x="1985162" y="23879"/>
                </a:lnTo>
                <a:lnTo>
                  <a:pt x="1985752" y="24460"/>
                </a:lnTo>
                <a:lnTo>
                  <a:pt x="1986329" y="25053"/>
                </a:lnTo>
                <a:lnTo>
                  <a:pt x="1986895" y="25656"/>
                </a:lnTo>
                <a:lnTo>
                  <a:pt x="1987449" y="26271"/>
                </a:lnTo>
                <a:lnTo>
                  <a:pt x="1987992" y="26897"/>
                </a:lnTo>
                <a:lnTo>
                  <a:pt x="1988522" y="27534"/>
                </a:lnTo>
                <a:lnTo>
                  <a:pt x="1989041" y="28183"/>
                </a:lnTo>
                <a:lnTo>
                  <a:pt x="1989547" y="28842"/>
                </a:lnTo>
                <a:lnTo>
                  <a:pt x="1990043" y="29513"/>
                </a:lnTo>
                <a:lnTo>
                  <a:pt x="1990526" y="30196"/>
                </a:lnTo>
                <a:lnTo>
                  <a:pt x="1990997" y="30889"/>
                </a:lnTo>
                <a:lnTo>
                  <a:pt x="1991457" y="31594"/>
                </a:lnTo>
                <a:lnTo>
                  <a:pt x="1991905" y="32310"/>
                </a:lnTo>
                <a:lnTo>
                  <a:pt x="1992341" y="33037"/>
                </a:lnTo>
                <a:lnTo>
                  <a:pt x="1992765" y="33776"/>
                </a:lnTo>
                <a:lnTo>
                  <a:pt x="1993177" y="34526"/>
                </a:lnTo>
                <a:lnTo>
                  <a:pt x="1993578" y="35287"/>
                </a:lnTo>
                <a:lnTo>
                  <a:pt x="1993967" y="36059"/>
                </a:lnTo>
                <a:lnTo>
                  <a:pt x="1994344" y="36842"/>
                </a:lnTo>
                <a:lnTo>
                  <a:pt x="1994709" y="37637"/>
                </a:lnTo>
                <a:lnTo>
                  <a:pt x="1995062" y="38443"/>
                </a:lnTo>
                <a:lnTo>
                  <a:pt x="1995404" y="39260"/>
                </a:lnTo>
                <a:lnTo>
                  <a:pt x="1995733" y="40088"/>
                </a:lnTo>
                <a:lnTo>
                  <a:pt x="1996048" y="40924"/>
                </a:lnTo>
                <a:lnTo>
                  <a:pt x="1996348" y="41770"/>
                </a:lnTo>
                <a:lnTo>
                  <a:pt x="1996635" y="42625"/>
                </a:lnTo>
                <a:lnTo>
                  <a:pt x="1996908" y="43488"/>
                </a:lnTo>
                <a:lnTo>
                  <a:pt x="1997167" y="44361"/>
                </a:lnTo>
                <a:lnTo>
                  <a:pt x="1997411" y="45243"/>
                </a:lnTo>
                <a:lnTo>
                  <a:pt x="1997642" y="46133"/>
                </a:lnTo>
                <a:lnTo>
                  <a:pt x="1997859" y="47033"/>
                </a:lnTo>
                <a:lnTo>
                  <a:pt x="1998062" y="47942"/>
                </a:lnTo>
                <a:lnTo>
                  <a:pt x="1998251" y="48860"/>
                </a:lnTo>
                <a:lnTo>
                  <a:pt x="1998425" y="49787"/>
                </a:lnTo>
                <a:lnTo>
                  <a:pt x="1998586" y="50723"/>
                </a:lnTo>
                <a:lnTo>
                  <a:pt x="1998733" y="51669"/>
                </a:lnTo>
                <a:lnTo>
                  <a:pt x="1998866" y="52623"/>
                </a:lnTo>
                <a:lnTo>
                  <a:pt x="1998985" y="53586"/>
                </a:lnTo>
                <a:lnTo>
                  <a:pt x="1999090" y="54559"/>
                </a:lnTo>
                <a:lnTo>
                  <a:pt x="1999181" y="55540"/>
                </a:lnTo>
                <a:lnTo>
                  <a:pt x="1999258" y="56530"/>
                </a:lnTo>
                <a:lnTo>
                  <a:pt x="1999321" y="57530"/>
                </a:lnTo>
                <a:lnTo>
                  <a:pt x="1999370" y="58538"/>
                </a:lnTo>
                <a:lnTo>
                  <a:pt x="1999405" y="59556"/>
                </a:lnTo>
                <a:lnTo>
                  <a:pt x="1999426" y="60583"/>
                </a:lnTo>
                <a:lnTo>
                  <a:pt x="1999433" y="61619"/>
                </a:lnTo>
                <a:lnTo>
                  <a:pt x="1999433" y="90057"/>
                </a:lnTo>
                <a:lnTo>
                  <a:pt x="1999426" y="91080"/>
                </a:lnTo>
                <a:lnTo>
                  <a:pt x="1999405" y="92094"/>
                </a:lnTo>
                <a:lnTo>
                  <a:pt x="1999370" y="93101"/>
                </a:lnTo>
                <a:lnTo>
                  <a:pt x="1999321" y="94099"/>
                </a:lnTo>
                <a:lnTo>
                  <a:pt x="1999258" y="95089"/>
                </a:lnTo>
                <a:lnTo>
                  <a:pt x="1999181" y="96071"/>
                </a:lnTo>
                <a:lnTo>
                  <a:pt x="1999090" y="97044"/>
                </a:lnTo>
                <a:lnTo>
                  <a:pt x="1998985" y="98010"/>
                </a:lnTo>
                <a:lnTo>
                  <a:pt x="1998866" y="98967"/>
                </a:lnTo>
                <a:lnTo>
                  <a:pt x="1998733" y="99916"/>
                </a:lnTo>
                <a:lnTo>
                  <a:pt x="1998586" y="100856"/>
                </a:lnTo>
                <a:lnTo>
                  <a:pt x="1998425" y="101789"/>
                </a:lnTo>
                <a:lnTo>
                  <a:pt x="1998251" y="102713"/>
                </a:lnTo>
                <a:lnTo>
                  <a:pt x="1998062" y="103629"/>
                </a:lnTo>
                <a:lnTo>
                  <a:pt x="1997859" y="104536"/>
                </a:lnTo>
                <a:lnTo>
                  <a:pt x="1997642" y="105436"/>
                </a:lnTo>
                <a:lnTo>
                  <a:pt x="1997411" y="106327"/>
                </a:lnTo>
                <a:lnTo>
                  <a:pt x="1997167" y="107210"/>
                </a:lnTo>
                <a:lnTo>
                  <a:pt x="1996908" y="108085"/>
                </a:lnTo>
                <a:lnTo>
                  <a:pt x="1996635" y="108951"/>
                </a:lnTo>
                <a:lnTo>
                  <a:pt x="1996348" y="109810"/>
                </a:lnTo>
                <a:lnTo>
                  <a:pt x="1996048" y="110660"/>
                </a:lnTo>
                <a:lnTo>
                  <a:pt x="1995733" y="111502"/>
                </a:lnTo>
                <a:lnTo>
                  <a:pt x="1995404" y="112335"/>
                </a:lnTo>
                <a:lnTo>
                  <a:pt x="1995062" y="113159"/>
                </a:lnTo>
                <a:lnTo>
                  <a:pt x="1994709" y="113971"/>
                </a:lnTo>
                <a:lnTo>
                  <a:pt x="1994344" y="114772"/>
                </a:lnTo>
                <a:lnTo>
                  <a:pt x="1993967" y="115561"/>
                </a:lnTo>
                <a:lnTo>
                  <a:pt x="1993578" y="116339"/>
                </a:lnTo>
                <a:lnTo>
                  <a:pt x="1993177" y="117105"/>
                </a:lnTo>
                <a:lnTo>
                  <a:pt x="1992765" y="117860"/>
                </a:lnTo>
                <a:lnTo>
                  <a:pt x="1992341" y="118603"/>
                </a:lnTo>
                <a:lnTo>
                  <a:pt x="1991905" y="119335"/>
                </a:lnTo>
                <a:lnTo>
                  <a:pt x="1991457" y="120055"/>
                </a:lnTo>
                <a:lnTo>
                  <a:pt x="1990997" y="120763"/>
                </a:lnTo>
                <a:lnTo>
                  <a:pt x="1990526" y="121460"/>
                </a:lnTo>
                <a:lnTo>
                  <a:pt x="1990043" y="122146"/>
                </a:lnTo>
                <a:lnTo>
                  <a:pt x="1989547" y="122820"/>
                </a:lnTo>
                <a:lnTo>
                  <a:pt x="1989041" y="123482"/>
                </a:lnTo>
                <a:lnTo>
                  <a:pt x="1988522" y="124133"/>
                </a:lnTo>
                <a:lnTo>
                  <a:pt x="1987992" y="124773"/>
                </a:lnTo>
                <a:lnTo>
                  <a:pt x="1987449" y="125401"/>
                </a:lnTo>
                <a:lnTo>
                  <a:pt x="1986895" y="126017"/>
                </a:lnTo>
                <a:lnTo>
                  <a:pt x="1986329" y="126622"/>
                </a:lnTo>
                <a:lnTo>
                  <a:pt x="1985752" y="127216"/>
                </a:lnTo>
                <a:lnTo>
                  <a:pt x="1985162" y="127797"/>
                </a:lnTo>
                <a:lnTo>
                  <a:pt x="1984561" y="128368"/>
                </a:lnTo>
                <a:lnTo>
                  <a:pt x="1983948" y="128927"/>
                </a:lnTo>
                <a:lnTo>
                  <a:pt x="1983324" y="129472"/>
                </a:lnTo>
                <a:lnTo>
                  <a:pt x="1982691" y="130003"/>
                </a:lnTo>
                <a:lnTo>
                  <a:pt x="1982047" y="130519"/>
                </a:lnTo>
                <a:lnTo>
                  <a:pt x="1981394" y="131020"/>
                </a:lnTo>
                <a:lnTo>
                  <a:pt x="1980731" y="131506"/>
                </a:lnTo>
                <a:lnTo>
                  <a:pt x="1980057" y="131977"/>
                </a:lnTo>
                <a:lnTo>
                  <a:pt x="1979375" y="132434"/>
                </a:lnTo>
                <a:lnTo>
                  <a:pt x="1978682" y="132876"/>
                </a:lnTo>
                <a:lnTo>
                  <a:pt x="1977979" y="133303"/>
                </a:lnTo>
                <a:lnTo>
                  <a:pt x="1977267" y="133715"/>
                </a:lnTo>
                <a:lnTo>
                  <a:pt x="1976544" y="134113"/>
                </a:lnTo>
                <a:lnTo>
                  <a:pt x="1975812" y="134495"/>
                </a:lnTo>
                <a:lnTo>
                  <a:pt x="1975070" y="134863"/>
                </a:lnTo>
                <a:lnTo>
                  <a:pt x="1974318" y="135216"/>
                </a:lnTo>
                <a:lnTo>
                  <a:pt x="1973556" y="135554"/>
                </a:lnTo>
                <a:lnTo>
                  <a:pt x="1972784" y="135877"/>
                </a:lnTo>
                <a:lnTo>
                  <a:pt x="1972002" y="136186"/>
                </a:lnTo>
                <a:lnTo>
                  <a:pt x="1971211" y="136480"/>
                </a:lnTo>
                <a:lnTo>
                  <a:pt x="1970410" y="136759"/>
                </a:lnTo>
                <a:lnTo>
                  <a:pt x="1969598" y="137023"/>
                </a:lnTo>
                <a:lnTo>
                  <a:pt x="1968777" y="137272"/>
                </a:lnTo>
                <a:lnTo>
                  <a:pt x="1967946" y="137507"/>
                </a:lnTo>
                <a:lnTo>
                  <a:pt x="1967105" y="137726"/>
                </a:lnTo>
                <a:lnTo>
                  <a:pt x="1966255" y="137931"/>
                </a:lnTo>
                <a:lnTo>
                  <a:pt x="1966255" y="151675"/>
                </a:lnTo>
                <a:lnTo>
                  <a:pt x="1968120" y="151235"/>
                </a:lnTo>
                <a:lnTo>
                  <a:pt x="1969949" y="150756"/>
                </a:lnTo>
                <a:lnTo>
                  <a:pt x="1971743" y="150239"/>
                </a:lnTo>
                <a:lnTo>
                  <a:pt x="1973502" y="149683"/>
                </a:lnTo>
                <a:lnTo>
                  <a:pt x="1975226" y="149089"/>
                </a:lnTo>
                <a:close/>
                <a:moveTo>
                  <a:pt x="1137317" y="132717"/>
                </a:moveTo>
                <a:lnTo>
                  <a:pt x="1137317" y="77417"/>
                </a:lnTo>
                <a:lnTo>
                  <a:pt x="1137326" y="76582"/>
                </a:lnTo>
                <a:lnTo>
                  <a:pt x="1137353" y="75763"/>
                </a:lnTo>
                <a:lnTo>
                  <a:pt x="1137398" y="74961"/>
                </a:lnTo>
                <a:lnTo>
                  <a:pt x="1137460" y="74174"/>
                </a:lnTo>
                <a:lnTo>
                  <a:pt x="1137540" y="73403"/>
                </a:lnTo>
                <a:lnTo>
                  <a:pt x="1137638" y="72648"/>
                </a:lnTo>
                <a:lnTo>
                  <a:pt x="1137754" y="71909"/>
                </a:lnTo>
                <a:lnTo>
                  <a:pt x="1137888" y="71185"/>
                </a:lnTo>
                <a:lnTo>
                  <a:pt x="1138039" y="70478"/>
                </a:lnTo>
                <a:lnTo>
                  <a:pt x="1138209" y="69787"/>
                </a:lnTo>
                <a:lnTo>
                  <a:pt x="1138396" y="69111"/>
                </a:lnTo>
                <a:lnTo>
                  <a:pt x="1138601" y="68451"/>
                </a:lnTo>
                <a:lnTo>
                  <a:pt x="1138823" y="67808"/>
                </a:lnTo>
                <a:lnTo>
                  <a:pt x="1139064" y="67180"/>
                </a:lnTo>
                <a:lnTo>
                  <a:pt x="1139322" y="66568"/>
                </a:lnTo>
                <a:lnTo>
                  <a:pt x="1139599" y="65972"/>
                </a:lnTo>
                <a:lnTo>
                  <a:pt x="1139893" y="65392"/>
                </a:lnTo>
                <a:lnTo>
                  <a:pt x="1140205" y="64828"/>
                </a:lnTo>
                <a:lnTo>
                  <a:pt x="1140534" y="64280"/>
                </a:lnTo>
                <a:lnTo>
                  <a:pt x="1140882" y="63748"/>
                </a:lnTo>
                <a:lnTo>
                  <a:pt x="1141247" y="63231"/>
                </a:lnTo>
                <a:lnTo>
                  <a:pt x="1141630" y="62731"/>
                </a:lnTo>
                <a:lnTo>
                  <a:pt x="1142031" y="62246"/>
                </a:lnTo>
                <a:lnTo>
                  <a:pt x="1142450" y="61778"/>
                </a:lnTo>
                <a:lnTo>
                  <a:pt x="1142884" y="61326"/>
                </a:lnTo>
                <a:lnTo>
                  <a:pt x="1143332" y="60894"/>
                </a:lnTo>
                <a:lnTo>
                  <a:pt x="1143792" y="60481"/>
                </a:lnTo>
                <a:lnTo>
                  <a:pt x="1144265" y="60088"/>
                </a:lnTo>
                <a:lnTo>
                  <a:pt x="1144751" y="59713"/>
                </a:lnTo>
                <a:lnTo>
                  <a:pt x="1145250" y="59358"/>
                </a:lnTo>
                <a:lnTo>
                  <a:pt x="1145761" y="59022"/>
                </a:lnTo>
                <a:lnTo>
                  <a:pt x="1146286" y="58705"/>
                </a:lnTo>
                <a:lnTo>
                  <a:pt x="1146824" y="58408"/>
                </a:lnTo>
                <a:lnTo>
                  <a:pt x="1147374" y="58129"/>
                </a:lnTo>
                <a:lnTo>
                  <a:pt x="1147937" y="57870"/>
                </a:lnTo>
                <a:lnTo>
                  <a:pt x="1148513" y="57630"/>
                </a:lnTo>
                <a:lnTo>
                  <a:pt x="1149102" y="57409"/>
                </a:lnTo>
                <a:lnTo>
                  <a:pt x="1149704" y="57207"/>
                </a:lnTo>
                <a:lnTo>
                  <a:pt x="1150319" y="57025"/>
                </a:lnTo>
                <a:lnTo>
                  <a:pt x="1150947" y="56862"/>
                </a:lnTo>
                <a:lnTo>
                  <a:pt x="1151588" y="56718"/>
                </a:lnTo>
                <a:lnTo>
                  <a:pt x="1152241" y="56593"/>
                </a:lnTo>
                <a:lnTo>
                  <a:pt x="1152908" y="56487"/>
                </a:lnTo>
                <a:lnTo>
                  <a:pt x="1153587" y="56401"/>
                </a:lnTo>
                <a:lnTo>
                  <a:pt x="1154279" y="56334"/>
                </a:lnTo>
                <a:lnTo>
                  <a:pt x="1154984" y="56286"/>
                </a:lnTo>
                <a:lnTo>
                  <a:pt x="1155702" y="56257"/>
                </a:lnTo>
                <a:lnTo>
                  <a:pt x="1156433" y="56247"/>
                </a:lnTo>
                <a:lnTo>
                  <a:pt x="1157138" y="56256"/>
                </a:lnTo>
                <a:lnTo>
                  <a:pt x="1157830" y="56284"/>
                </a:lnTo>
                <a:lnTo>
                  <a:pt x="1158510" y="56330"/>
                </a:lnTo>
                <a:lnTo>
                  <a:pt x="1159178" y="56394"/>
                </a:lnTo>
                <a:lnTo>
                  <a:pt x="1159834" y="56477"/>
                </a:lnTo>
                <a:lnTo>
                  <a:pt x="1160477" y="56578"/>
                </a:lnTo>
                <a:lnTo>
                  <a:pt x="1161107" y="56697"/>
                </a:lnTo>
                <a:lnTo>
                  <a:pt x="1161726" y="56835"/>
                </a:lnTo>
                <a:lnTo>
                  <a:pt x="1162332" y="56991"/>
                </a:lnTo>
                <a:lnTo>
                  <a:pt x="1162926" y="57166"/>
                </a:lnTo>
                <a:lnTo>
                  <a:pt x="1163507" y="57359"/>
                </a:lnTo>
                <a:lnTo>
                  <a:pt x="1164076" y="57570"/>
                </a:lnTo>
                <a:lnTo>
                  <a:pt x="1164633" y="57800"/>
                </a:lnTo>
                <a:lnTo>
                  <a:pt x="1165177" y="58048"/>
                </a:lnTo>
                <a:lnTo>
                  <a:pt x="1165709" y="58314"/>
                </a:lnTo>
                <a:lnTo>
                  <a:pt x="1166228" y="58599"/>
                </a:lnTo>
                <a:lnTo>
                  <a:pt x="1166736" y="58902"/>
                </a:lnTo>
                <a:lnTo>
                  <a:pt x="1167231" y="59224"/>
                </a:lnTo>
                <a:lnTo>
                  <a:pt x="1167713" y="59564"/>
                </a:lnTo>
                <a:lnTo>
                  <a:pt x="1168183" y="59922"/>
                </a:lnTo>
                <a:lnTo>
                  <a:pt x="1168641" y="60299"/>
                </a:lnTo>
                <a:lnTo>
                  <a:pt x="1169087" y="60694"/>
                </a:lnTo>
                <a:lnTo>
                  <a:pt x="1169520" y="61107"/>
                </a:lnTo>
                <a:lnTo>
                  <a:pt x="1169941" y="61539"/>
                </a:lnTo>
                <a:lnTo>
                  <a:pt x="1170347" y="61988"/>
                </a:lnTo>
                <a:lnTo>
                  <a:pt x="1170736" y="62453"/>
                </a:lnTo>
                <a:lnTo>
                  <a:pt x="1171108" y="62935"/>
                </a:lnTo>
                <a:lnTo>
                  <a:pt x="1171462" y="63432"/>
                </a:lnTo>
                <a:lnTo>
                  <a:pt x="1171799" y="63946"/>
                </a:lnTo>
                <a:lnTo>
                  <a:pt x="1172119" y="64476"/>
                </a:lnTo>
                <a:lnTo>
                  <a:pt x="1172421" y="65023"/>
                </a:lnTo>
                <a:lnTo>
                  <a:pt x="1172707" y="65585"/>
                </a:lnTo>
                <a:lnTo>
                  <a:pt x="1172975" y="66164"/>
                </a:lnTo>
                <a:lnTo>
                  <a:pt x="1173225" y="66758"/>
                </a:lnTo>
                <a:lnTo>
                  <a:pt x="1173459" y="67369"/>
                </a:lnTo>
                <a:lnTo>
                  <a:pt x="1173675" y="67996"/>
                </a:lnTo>
                <a:lnTo>
                  <a:pt x="1173873" y="68640"/>
                </a:lnTo>
                <a:lnTo>
                  <a:pt x="1174055" y="69299"/>
                </a:lnTo>
                <a:lnTo>
                  <a:pt x="1174219" y="69975"/>
                </a:lnTo>
                <a:lnTo>
                  <a:pt x="1174366" y="70667"/>
                </a:lnTo>
                <a:lnTo>
                  <a:pt x="1174496" y="71375"/>
                </a:lnTo>
                <a:lnTo>
                  <a:pt x="1174608" y="72099"/>
                </a:lnTo>
                <a:lnTo>
                  <a:pt x="1174703" y="72840"/>
                </a:lnTo>
                <a:lnTo>
                  <a:pt x="1174781" y="73597"/>
                </a:lnTo>
                <a:lnTo>
                  <a:pt x="1174841" y="74369"/>
                </a:lnTo>
                <a:lnTo>
                  <a:pt x="1174885" y="75158"/>
                </a:lnTo>
                <a:lnTo>
                  <a:pt x="1174911" y="75964"/>
                </a:lnTo>
                <a:lnTo>
                  <a:pt x="1174919" y="76785"/>
                </a:lnTo>
                <a:lnTo>
                  <a:pt x="1174919" y="132717"/>
                </a:lnTo>
                <a:lnTo>
                  <a:pt x="1189138" y="132717"/>
                </a:lnTo>
                <a:lnTo>
                  <a:pt x="1189138" y="74259"/>
                </a:lnTo>
                <a:lnTo>
                  <a:pt x="1189125" y="73110"/>
                </a:lnTo>
                <a:lnTo>
                  <a:pt x="1189085" y="71982"/>
                </a:lnTo>
                <a:lnTo>
                  <a:pt x="1189017" y="70874"/>
                </a:lnTo>
                <a:lnTo>
                  <a:pt x="1188923" y="69787"/>
                </a:lnTo>
                <a:lnTo>
                  <a:pt x="1188802" y="68719"/>
                </a:lnTo>
                <a:lnTo>
                  <a:pt x="1188655" y="67672"/>
                </a:lnTo>
                <a:lnTo>
                  <a:pt x="1188480" y="66646"/>
                </a:lnTo>
                <a:lnTo>
                  <a:pt x="1188278" y="65639"/>
                </a:lnTo>
                <a:lnTo>
                  <a:pt x="1188050" y="64653"/>
                </a:lnTo>
                <a:lnTo>
                  <a:pt x="1187794" y="63687"/>
                </a:lnTo>
                <a:lnTo>
                  <a:pt x="1187512" y="62742"/>
                </a:lnTo>
                <a:lnTo>
                  <a:pt x="1187203" y="61817"/>
                </a:lnTo>
                <a:lnTo>
                  <a:pt x="1186867" y="60912"/>
                </a:lnTo>
                <a:lnTo>
                  <a:pt x="1186504" y="60027"/>
                </a:lnTo>
                <a:lnTo>
                  <a:pt x="1186114" y="59163"/>
                </a:lnTo>
                <a:lnTo>
                  <a:pt x="1185698" y="58319"/>
                </a:lnTo>
                <a:lnTo>
                  <a:pt x="1185254" y="57496"/>
                </a:lnTo>
                <a:lnTo>
                  <a:pt x="1184784" y="56692"/>
                </a:lnTo>
                <a:lnTo>
                  <a:pt x="1184287" y="55909"/>
                </a:lnTo>
                <a:lnTo>
                  <a:pt x="1183763" y="55146"/>
                </a:lnTo>
                <a:lnTo>
                  <a:pt x="1183212" y="54404"/>
                </a:lnTo>
                <a:lnTo>
                  <a:pt x="1182634" y="53682"/>
                </a:lnTo>
                <a:lnTo>
                  <a:pt x="1182029" y="52980"/>
                </a:lnTo>
                <a:lnTo>
                  <a:pt x="1181397" y="52298"/>
                </a:lnTo>
                <a:lnTo>
                  <a:pt x="1180743" y="51641"/>
                </a:lnTo>
                <a:lnTo>
                  <a:pt x="1180070" y="51011"/>
                </a:lnTo>
                <a:lnTo>
                  <a:pt x="1179378" y="50409"/>
                </a:lnTo>
                <a:lnTo>
                  <a:pt x="1178668" y="49836"/>
                </a:lnTo>
                <a:lnTo>
                  <a:pt x="1177938" y="49290"/>
                </a:lnTo>
                <a:lnTo>
                  <a:pt x="1177191" y="48772"/>
                </a:lnTo>
                <a:lnTo>
                  <a:pt x="1176424" y="48283"/>
                </a:lnTo>
                <a:lnTo>
                  <a:pt x="1175639" y="47821"/>
                </a:lnTo>
                <a:lnTo>
                  <a:pt x="1174836" y="47387"/>
                </a:lnTo>
                <a:lnTo>
                  <a:pt x="1174013" y="46981"/>
                </a:lnTo>
                <a:lnTo>
                  <a:pt x="1173172" y="46603"/>
                </a:lnTo>
                <a:lnTo>
                  <a:pt x="1172313" y="46254"/>
                </a:lnTo>
                <a:lnTo>
                  <a:pt x="1171434" y="45932"/>
                </a:lnTo>
                <a:lnTo>
                  <a:pt x="1170537" y="45638"/>
                </a:lnTo>
                <a:lnTo>
                  <a:pt x="1169622" y="45372"/>
                </a:lnTo>
                <a:lnTo>
                  <a:pt x="1168687" y="45134"/>
                </a:lnTo>
                <a:lnTo>
                  <a:pt x="1167734" y="44924"/>
                </a:lnTo>
                <a:lnTo>
                  <a:pt x="1166763" y="44743"/>
                </a:lnTo>
                <a:lnTo>
                  <a:pt x="1165772" y="44589"/>
                </a:lnTo>
                <a:lnTo>
                  <a:pt x="1164763" y="44463"/>
                </a:lnTo>
                <a:lnTo>
                  <a:pt x="1163736" y="44365"/>
                </a:lnTo>
                <a:lnTo>
                  <a:pt x="1162690" y="44295"/>
                </a:lnTo>
                <a:lnTo>
                  <a:pt x="1161625" y="44253"/>
                </a:lnTo>
                <a:lnTo>
                  <a:pt x="1160541" y="44239"/>
                </a:lnTo>
                <a:lnTo>
                  <a:pt x="1159641" y="44249"/>
                </a:lnTo>
                <a:lnTo>
                  <a:pt x="1158757" y="44278"/>
                </a:lnTo>
                <a:lnTo>
                  <a:pt x="1157890" y="44326"/>
                </a:lnTo>
                <a:lnTo>
                  <a:pt x="1157039" y="44395"/>
                </a:lnTo>
                <a:lnTo>
                  <a:pt x="1156204" y="44482"/>
                </a:lnTo>
                <a:lnTo>
                  <a:pt x="1155386" y="44589"/>
                </a:lnTo>
                <a:lnTo>
                  <a:pt x="1154585" y="44716"/>
                </a:lnTo>
                <a:lnTo>
                  <a:pt x="1153800" y="44862"/>
                </a:lnTo>
                <a:lnTo>
                  <a:pt x="1153031" y="45028"/>
                </a:lnTo>
                <a:lnTo>
                  <a:pt x="1152279" y="45213"/>
                </a:lnTo>
                <a:lnTo>
                  <a:pt x="1151543" y="45417"/>
                </a:lnTo>
                <a:lnTo>
                  <a:pt x="1150824" y="45641"/>
                </a:lnTo>
                <a:lnTo>
                  <a:pt x="1150121" y="45885"/>
                </a:lnTo>
                <a:lnTo>
                  <a:pt x="1149435" y="46148"/>
                </a:lnTo>
                <a:lnTo>
                  <a:pt x="1148765" y="46430"/>
                </a:lnTo>
                <a:lnTo>
                  <a:pt x="1148112" y="46732"/>
                </a:lnTo>
                <a:lnTo>
                  <a:pt x="1147475" y="47054"/>
                </a:lnTo>
                <a:lnTo>
                  <a:pt x="1146854" y="47394"/>
                </a:lnTo>
                <a:lnTo>
                  <a:pt x="1146250" y="47755"/>
                </a:lnTo>
                <a:lnTo>
                  <a:pt x="1145663" y="48135"/>
                </a:lnTo>
                <a:lnTo>
                  <a:pt x="1145092" y="48534"/>
                </a:lnTo>
                <a:lnTo>
                  <a:pt x="1144537" y="48953"/>
                </a:lnTo>
                <a:lnTo>
                  <a:pt x="1143999" y="49391"/>
                </a:lnTo>
                <a:lnTo>
                  <a:pt x="1143477" y="49849"/>
                </a:lnTo>
                <a:lnTo>
                  <a:pt x="1142975" y="50324"/>
                </a:lnTo>
                <a:lnTo>
                  <a:pt x="1142493" y="50816"/>
                </a:lnTo>
                <a:lnTo>
                  <a:pt x="1142033" y="51324"/>
                </a:lnTo>
                <a:lnTo>
                  <a:pt x="1141595" y="51848"/>
                </a:lnTo>
                <a:lnTo>
                  <a:pt x="1141178" y="52388"/>
                </a:lnTo>
                <a:lnTo>
                  <a:pt x="1140782" y="52944"/>
                </a:lnTo>
                <a:lnTo>
                  <a:pt x="1140408" y="53517"/>
                </a:lnTo>
                <a:lnTo>
                  <a:pt x="1140055" y="54105"/>
                </a:lnTo>
                <a:lnTo>
                  <a:pt x="1139724" y="54710"/>
                </a:lnTo>
                <a:lnTo>
                  <a:pt x="1139413" y="55331"/>
                </a:lnTo>
                <a:lnTo>
                  <a:pt x="1139125" y="55969"/>
                </a:lnTo>
                <a:lnTo>
                  <a:pt x="1138857" y="56622"/>
                </a:lnTo>
                <a:lnTo>
                  <a:pt x="1138611" y="57292"/>
                </a:lnTo>
                <a:lnTo>
                  <a:pt x="1138387" y="57978"/>
                </a:lnTo>
                <a:lnTo>
                  <a:pt x="1138184" y="58680"/>
                </a:lnTo>
                <a:lnTo>
                  <a:pt x="1138002" y="59398"/>
                </a:lnTo>
                <a:lnTo>
                  <a:pt x="1137841" y="60132"/>
                </a:lnTo>
                <a:lnTo>
                  <a:pt x="1137702" y="60883"/>
                </a:lnTo>
                <a:lnTo>
                  <a:pt x="1137585" y="61650"/>
                </a:lnTo>
                <a:lnTo>
                  <a:pt x="1137492" y="62407"/>
                </a:lnTo>
                <a:lnTo>
                  <a:pt x="1137317" y="62407"/>
                </a:lnTo>
                <a:lnTo>
                  <a:pt x="1137317" y="45818"/>
                </a:lnTo>
                <a:lnTo>
                  <a:pt x="1123096" y="45818"/>
                </a:lnTo>
                <a:lnTo>
                  <a:pt x="1123096" y="132717"/>
                </a:lnTo>
                <a:lnTo>
                  <a:pt x="1137317" y="132717"/>
                </a:lnTo>
                <a:close/>
                <a:moveTo>
                  <a:pt x="1499319" y="132717"/>
                </a:moveTo>
                <a:lnTo>
                  <a:pt x="1513538" y="132717"/>
                </a:lnTo>
                <a:lnTo>
                  <a:pt x="1513538" y="77417"/>
                </a:lnTo>
                <a:lnTo>
                  <a:pt x="1513546" y="76582"/>
                </a:lnTo>
                <a:lnTo>
                  <a:pt x="1513572" y="75765"/>
                </a:lnTo>
                <a:lnTo>
                  <a:pt x="1513615" y="74963"/>
                </a:lnTo>
                <a:lnTo>
                  <a:pt x="1513674" y="74178"/>
                </a:lnTo>
                <a:lnTo>
                  <a:pt x="1513751" y="73410"/>
                </a:lnTo>
                <a:lnTo>
                  <a:pt x="1513844" y="72657"/>
                </a:lnTo>
                <a:lnTo>
                  <a:pt x="1513955" y="71922"/>
                </a:lnTo>
                <a:lnTo>
                  <a:pt x="1514082" y="71203"/>
                </a:lnTo>
                <a:lnTo>
                  <a:pt x="1514227" y="70500"/>
                </a:lnTo>
                <a:lnTo>
                  <a:pt x="1514388" y="69814"/>
                </a:lnTo>
                <a:lnTo>
                  <a:pt x="1514567" y="69144"/>
                </a:lnTo>
                <a:lnTo>
                  <a:pt x="1514763" y="68491"/>
                </a:lnTo>
                <a:lnTo>
                  <a:pt x="1514975" y="67854"/>
                </a:lnTo>
                <a:lnTo>
                  <a:pt x="1515205" y="67233"/>
                </a:lnTo>
                <a:lnTo>
                  <a:pt x="1515452" y="66629"/>
                </a:lnTo>
                <a:lnTo>
                  <a:pt x="1515715" y="66042"/>
                </a:lnTo>
                <a:lnTo>
                  <a:pt x="1515996" y="65471"/>
                </a:lnTo>
                <a:lnTo>
                  <a:pt x="1516294" y="64916"/>
                </a:lnTo>
                <a:lnTo>
                  <a:pt x="1516608" y="64378"/>
                </a:lnTo>
                <a:lnTo>
                  <a:pt x="1516940" y="63856"/>
                </a:lnTo>
                <a:lnTo>
                  <a:pt x="1517289" y="63351"/>
                </a:lnTo>
                <a:lnTo>
                  <a:pt x="1517654" y="62863"/>
                </a:lnTo>
                <a:lnTo>
                  <a:pt x="1518037" y="62390"/>
                </a:lnTo>
                <a:lnTo>
                  <a:pt x="1518437" y="61934"/>
                </a:lnTo>
                <a:lnTo>
                  <a:pt x="1518853" y="61496"/>
                </a:lnTo>
                <a:lnTo>
                  <a:pt x="1519284" y="61076"/>
                </a:lnTo>
                <a:lnTo>
                  <a:pt x="1519731" y="60675"/>
                </a:lnTo>
                <a:lnTo>
                  <a:pt x="1520193" y="60293"/>
                </a:lnTo>
                <a:lnTo>
                  <a:pt x="1520670" y="59929"/>
                </a:lnTo>
                <a:lnTo>
                  <a:pt x="1521163" y="59584"/>
                </a:lnTo>
                <a:lnTo>
                  <a:pt x="1521671" y="59258"/>
                </a:lnTo>
                <a:lnTo>
                  <a:pt x="1522194" y="58950"/>
                </a:lnTo>
                <a:lnTo>
                  <a:pt x="1522733" y="58661"/>
                </a:lnTo>
                <a:lnTo>
                  <a:pt x="1523287" y="58391"/>
                </a:lnTo>
                <a:lnTo>
                  <a:pt x="1523856" y="58139"/>
                </a:lnTo>
                <a:lnTo>
                  <a:pt x="1524441" y="57906"/>
                </a:lnTo>
                <a:lnTo>
                  <a:pt x="1525041" y="57691"/>
                </a:lnTo>
                <a:lnTo>
                  <a:pt x="1525657" y="57496"/>
                </a:lnTo>
                <a:lnTo>
                  <a:pt x="1526287" y="57318"/>
                </a:lnTo>
                <a:lnTo>
                  <a:pt x="1526934" y="57160"/>
                </a:lnTo>
                <a:lnTo>
                  <a:pt x="1527595" y="57020"/>
                </a:lnTo>
                <a:lnTo>
                  <a:pt x="1528272" y="56899"/>
                </a:lnTo>
                <a:lnTo>
                  <a:pt x="1528964" y="56796"/>
                </a:lnTo>
                <a:lnTo>
                  <a:pt x="1529672" y="56712"/>
                </a:lnTo>
                <a:lnTo>
                  <a:pt x="1530395" y="56647"/>
                </a:lnTo>
                <a:lnTo>
                  <a:pt x="1531133" y="56600"/>
                </a:lnTo>
                <a:lnTo>
                  <a:pt x="1531887" y="56572"/>
                </a:lnTo>
                <a:lnTo>
                  <a:pt x="1532656" y="56563"/>
                </a:lnTo>
                <a:lnTo>
                  <a:pt x="1533399" y="56571"/>
                </a:lnTo>
                <a:lnTo>
                  <a:pt x="1534127" y="56595"/>
                </a:lnTo>
                <a:lnTo>
                  <a:pt x="1534841" y="56636"/>
                </a:lnTo>
                <a:lnTo>
                  <a:pt x="1535540" y="56692"/>
                </a:lnTo>
                <a:lnTo>
                  <a:pt x="1536224" y="56765"/>
                </a:lnTo>
                <a:lnTo>
                  <a:pt x="1536893" y="56854"/>
                </a:lnTo>
                <a:lnTo>
                  <a:pt x="1537547" y="56959"/>
                </a:lnTo>
                <a:lnTo>
                  <a:pt x="1538186" y="57081"/>
                </a:lnTo>
                <a:lnTo>
                  <a:pt x="1538811" y="57218"/>
                </a:lnTo>
                <a:lnTo>
                  <a:pt x="1539421" y="57372"/>
                </a:lnTo>
                <a:lnTo>
                  <a:pt x="1540016" y="57542"/>
                </a:lnTo>
                <a:lnTo>
                  <a:pt x="1540596" y="57728"/>
                </a:lnTo>
                <a:lnTo>
                  <a:pt x="1541161" y="57930"/>
                </a:lnTo>
                <a:lnTo>
                  <a:pt x="1541712" y="58149"/>
                </a:lnTo>
                <a:lnTo>
                  <a:pt x="1542248" y="58383"/>
                </a:lnTo>
                <a:lnTo>
                  <a:pt x="1542769" y="58634"/>
                </a:lnTo>
                <a:lnTo>
                  <a:pt x="1543275" y="58901"/>
                </a:lnTo>
                <a:lnTo>
                  <a:pt x="1543766" y="59184"/>
                </a:lnTo>
                <a:lnTo>
                  <a:pt x="1544242" y="59484"/>
                </a:lnTo>
                <a:lnTo>
                  <a:pt x="1544704" y="59799"/>
                </a:lnTo>
                <a:lnTo>
                  <a:pt x="1545151" y="60131"/>
                </a:lnTo>
                <a:lnTo>
                  <a:pt x="1545583" y="60479"/>
                </a:lnTo>
                <a:lnTo>
                  <a:pt x="1546000" y="60843"/>
                </a:lnTo>
                <a:lnTo>
                  <a:pt x="1546403" y="61223"/>
                </a:lnTo>
                <a:lnTo>
                  <a:pt x="1546789" y="61620"/>
                </a:lnTo>
                <a:lnTo>
                  <a:pt x="1547160" y="62034"/>
                </a:lnTo>
                <a:lnTo>
                  <a:pt x="1547513" y="62466"/>
                </a:lnTo>
                <a:lnTo>
                  <a:pt x="1547851" y="62915"/>
                </a:lnTo>
                <a:lnTo>
                  <a:pt x="1548172" y="63381"/>
                </a:lnTo>
                <a:lnTo>
                  <a:pt x="1548476" y="63864"/>
                </a:lnTo>
                <a:lnTo>
                  <a:pt x="1548764" y="64365"/>
                </a:lnTo>
                <a:lnTo>
                  <a:pt x="1549036" y="64883"/>
                </a:lnTo>
                <a:lnTo>
                  <a:pt x="1549291" y="65418"/>
                </a:lnTo>
                <a:lnTo>
                  <a:pt x="1549529" y="65971"/>
                </a:lnTo>
                <a:lnTo>
                  <a:pt x="1549752" y="66541"/>
                </a:lnTo>
                <a:lnTo>
                  <a:pt x="1549957" y="67128"/>
                </a:lnTo>
                <a:lnTo>
                  <a:pt x="1550147" y="67732"/>
                </a:lnTo>
                <a:lnTo>
                  <a:pt x="1550319" y="68354"/>
                </a:lnTo>
                <a:lnTo>
                  <a:pt x="1550476" y="68993"/>
                </a:lnTo>
                <a:lnTo>
                  <a:pt x="1550616" y="69649"/>
                </a:lnTo>
                <a:lnTo>
                  <a:pt x="1550739" y="70323"/>
                </a:lnTo>
                <a:lnTo>
                  <a:pt x="1550846" y="71014"/>
                </a:lnTo>
                <a:lnTo>
                  <a:pt x="1550936" y="71722"/>
                </a:lnTo>
                <a:lnTo>
                  <a:pt x="1551011" y="72447"/>
                </a:lnTo>
                <a:lnTo>
                  <a:pt x="1551068" y="73190"/>
                </a:lnTo>
                <a:lnTo>
                  <a:pt x="1551109" y="73950"/>
                </a:lnTo>
                <a:lnTo>
                  <a:pt x="1551134" y="74727"/>
                </a:lnTo>
                <a:lnTo>
                  <a:pt x="1551142" y="75522"/>
                </a:lnTo>
                <a:lnTo>
                  <a:pt x="1551142" y="82947"/>
                </a:lnTo>
                <a:lnTo>
                  <a:pt x="1565361" y="82947"/>
                </a:lnTo>
                <a:lnTo>
                  <a:pt x="1565361" y="75522"/>
                </a:lnTo>
                <a:lnTo>
                  <a:pt x="1565349" y="74283"/>
                </a:lnTo>
                <a:lnTo>
                  <a:pt x="1565310" y="73068"/>
                </a:lnTo>
                <a:lnTo>
                  <a:pt x="1565247" y="71877"/>
                </a:lnTo>
                <a:lnTo>
                  <a:pt x="1565157" y="70709"/>
                </a:lnTo>
                <a:lnTo>
                  <a:pt x="1565042" y="69566"/>
                </a:lnTo>
                <a:lnTo>
                  <a:pt x="1564902" y="68447"/>
                </a:lnTo>
                <a:lnTo>
                  <a:pt x="1564736" y="67351"/>
                </a:lnTo>
                <a:lnTo>
                  <a:pt x="1564545" y="66279"/>
                </a:lnTo>
                <a:lnTo>
                  <a:pt x="1564328" y="65231"/>
                </a:lnTo>
                <a:lnTo>
                  <a:pt x="1564086" y="64207"/>
                </a:lnTo>
                <a:lnTo>
                  <a:pt x="1563818" y="63207"/>
                </a:lnTo>
                <a:lnTo>
                  <a:pt x="1563524" y="62230"/>
                </a:lnTo>
                <a:lnTo>
                  <a:pt x="1563205" y="61278"/>
                </a:lnTo>
                <a:lnTo>
                  <a:pt x="1562861" y="60349"/>
                </a:lnTo>
                <a:lnTo>
                  <a:pt x="1562491" y="59444"/>
                </a:lnTo>
                <a:lnTo>
                  <a:pt x="1562095" y="58563"/>
                </a:lnTo>
                <a:lnTo>
                  <a:pt x="1561674" y="57706"/>
                </a:lnTo>
                <a:lnTo>
                  <a:pt x="1561228" y="56873"/>
                </a:lnTo>
                <a:lnTo>
                  <a:pt x="1560756" y="56064"/>
                </a:lnTo>
                <a:lnTo>
                  <a:pt x="1560258" y="55279"/>
                </a:lnTo>
                <a:lnTo>
                  <a:pt x="1559735" y="54517"/>
                </a:lnTo>
                <a:lnTo>
                  <a:pt x="1559187" y="53779"/>
                </a:lnTo>
                <a:lnTo>
                  <a:pt x="1558613" y="53065"/>
                </a:lnTo>
                <a:lnTo>
                  <a:pt x="1558013" y="52375"/>
                </a:lnTo>
                <a:lnTo>
                  <a:pt x="1557390" y="51711"/>
                </a:lnTo>
                <a:lnTo>
                  <a:pt x="1556745" y="51076"/>
                </a:lnTo>
                <a:lnTo>
                  <a:pt x="1556079" y="50468"/>
                </a:lnTo>
                <a:lnTo>
                  <a:pt x="1555391" y="49889"/>
                </a:lnTo>
                <a:lnTo>
                  <a:pt x="1554681" y="49338"/>
                </a:lnTo>
                <a:lnTo>
                  <a:pt x="1553950" y="48816"/>
                </a:lnTo>
                <a:lnTo>
                  <a:pt x="1553197" y="48321"/>
                </a:lnTo>
                <a:lnTo>
                  <a:pt x="1552422" y="47855"/>
                </a:lnTo>
                <a:lnTo>
                  <a:pt x="1551626" y="47417"/>
                </a:lnTo>
                <a:lnTo>
                  <a:pt x="1550808" y="47008"/>
                </a:lnTo>
                <a:lnTo>
                  <a:pt x="1549968" y="46626"/>
                </a:lnTo>
                <a:lnTo>
                  <a:pt x="1549107" y="46273"/>
                </a:lnTo>
                <a:lnTo>
                  <a:pt x="1548224" y="45948"/>
                </a:lnTo>
                <a:lnTo>
                  <a:pt x="1547319" y="45651"/>
                </a:lnTo>
                <a:lnTo>
                  <a:pt x="1546393" y="45383"/>
                </a:lnTo>
                <a:lnTo>
                  <a:pt x="1545445" y="45143"/>
                </a:lnTo>
                <a:lnTo>
                  <a:pt x="1544475" y="44931"/>
                </a:lnTo>
                <a:lnTo>
                  <a:pt x="1543483" y="44747"/>
                </a:lnTo>
                <a:lnTo>
                  <a:pt x="1542470" y="44592"/>
                </a:lnTo>
                <a:lnTo>
                  <a:pt x="1541436" y="44465"/>
                </a:lnTo>
                <a:lnTo>
                  <a:pt x="1540379" y="44366"/>
                </a:lnTo>
                <a:lnTo>
                  <a:pt x="1539301" y="44295"/>
                </a:lnTo>
                <a:lnTo>
                  <a:pt x="1538201" y="44253"/>
                </a:lnTo>
                <a:lnTo>
                  <a:pt x="1537080" y="44239"/>
                </a:lnTo>
                <a:lnTo>
                  <a:pt x="1536167" y="44249"/>
                </a:lnTo>
                <a:lnTo>
                  <a:pt x="1535270" y="44280"/>
                </a:lnTo>
                <a:lnTo>
                  <a:pt x="1534390" y="44331"/>
                </a:lnTo>
                <a:lnTo>
                  <a:pt x="1533527" y="44403"/>
                </a:lnTo>
                <a:lnTo>
                  <a:pt x="1532681" y="44496"/>
                </a:lnTo>
                <a:lnTo>
                  <a:pt x="1531852" y="44609"/>
                </a:lnTo>
                <a:lnTo>
                  <a:pt x="1531039" y="44743"/>
                </a:lnTo>
                <a:lnTo>
                  <a:pt x="1530243" y="44897"/>
                </a:lnTo>
                <a:lnTo>
                  <a:pt x="1529463" y="45072"/>
                </a:lnTo>
                <a:lnTo>
                  <a:pt x="1528701" y="45268"/>
                </a:lnTo>
                <a:lnTo>
                  <a:pt x="1527955" y="45484"/>
                </a:lnTo>
                <a:lnTo>
                  <a:pt x="1527226" y="45720"/>
                </a:lnTo>
                <a:lnTo>
                  <a:pt x="1526513" y="45977"/>
                </a:lnTo>
                <a:lnTo>
                  <a:pt x="1525817" y="46255"/>
                </a:lnTo>
                <a:lnTo>
                  <a:pt x="1525138" y="46554"/>
                </a:lnTo>
                <a:lnTo>
                  <a:pt x="1524476" y="46873"/>
                </a:lnTo>
                <a:lnTo>
                  <a:pt x="1523830" y="47212"/>
                </a:lnTo>
                <a:lnTo>
                  <a:pt x="1523202" y="47572"/>
                </a:lnTo>
                <a:lnTo>
                  <a:pt x="1522589" y="47953"/>
                </a:lnTo>
                <a:lnTo>
                  <a:pt x="1521994" y="48354"/>
                </a:lnTo>
                <a:lnTo>
                  <a:pt x="1521415" y="48776"/>
                </a:lnTo>
                <a:lnTo>
                  <a:pt x="1520853" y="49218"/>
                </a:lnTo>
                <a:lnTo>
                  <a:pt x="1520308" y="49681"/>
                </a:lnTo>
                <a:lnTo>
                  <a:pt x="1519780" y="50165"/>
                </a:lnTo>
                <a:lnTo>
                  <a:pt x="1519270" y="50666"/>
                </a:lnTo>
                <a:lnTo>
                  <a:pt x="1518783" y="51181"/>
                </a:lnTo>
                <a:lnTo>
                  <a:pt x="1518317" y="51711"/>
                </a:lnTo>
                <a:lnTo>
                  <a:pt x="1517872" y="52255"/>
                </a:lnTo>
                <a:lnTo>
                  <a:pt x="1517450" y="52815"/>
                </a:lnTo>
                <a:lnTo>
                  <a:pt x="1517049" y="53388"/>
                </a:lnTo>
                <a:lnTo>
                  <a:pt x="1516670" y="53976"/>
                </a:lnTo>
                <a:lnTo>
                  <a:pt x="1516312" y="54579"/>
                </a:lnTo>
                <a:lnTo>
                  <a:pt x="1515976" y="55196"/>
                </a:lnTo>
                <a:lnTo>
                  <a:pt x="1515662" y="55828"/>
                </a:lnTo>
                <a:lnTo>
                  <a:pt x="1515369" y="56474"/>
                </a:lnTo>
                <a:lnTo>
                  <a:pt x="1515098" y="57135"/>
                </a:lnTo>
                <a:lnTo>
                  <a:pt x="1514849" y="57810"/>
                </a:lnTo>
                <a:lnTo>
                  <a:pt x="1514622" y="58500"/>
                </a:lnTo>
                <a:lnTo>
                  <a:pt x="1514416" y="59205"/>
                </a:lnTo>
                <a:lnTo>
                  <a:pt x="1514232" y="59924"/>
                </a:lnTo>
                <a:lnTo>
                  <a:pt x="1514069" y="60657"/>
                </a:lnTo>
                <a:lnTo>
                  <a:pt x="1513928" y="61405"/>
                </a:lnTo>
                <a:lnTo>
                  <a:pt x="1513809" y="62168"/>
                </a:lnTo>
                <a:lnTo>
                  <a:pt x="1513779" y="62407"/>
                </a:lnTo>
                <a:lnTo>
                  <a:pt x="1513538" y="62407"/>
                </a:lnTo>
                <a:lnTo>
                  <a:pt x="1513538" y="45818"/>
                </a:lnTo>
                <a:lnTo>
                  <a:pt x="1499319" y="45818"/>
                </a:lnTo>
                <a:lnTo>
                  <a:pt x="1499319" y="132717"/>
                </a:lnTo>
                <a:close/>
                <a:moveTo>
                  <a:pt x="1793665" y="132717"/>
                </a:moveTo>
                <a:lnTo>
                  <a:pt x="1793665" y="77417"/>
                </a:lnTo>
                <a:lnTo>
                  <a:pt x="1793674" y="76582"/>
                </a:lnTo>
                <a:lnTo>
                  <a:pt x="1793699" y="75765"/>
                </a:lnTo>
                <a:lnTo>
                  <a:pt x="1793742" y="74963"/>
                </a:lnTo>
                <a:lnTo>
                  <a:pt x="1793801" y="74178"/>
                </a:lnTo>
                <a:lnTo>
                  <a:pt x="1793878" y="73410"/>
                </a:lnTo>
                <a:lnTo>
                  <a:pt x="1793971" y="72657"/>
                </a:lnTo>
                <a:lnTo>
                  <a:pt x="1794082" y="71922"/>
                </a:lnTo>
                <a:lnTo>
                  <a:pt x="1794209" y="71203"/>
                </a:lnTo>
                <a:lnTo>
                  <a:pt x="1794354" y="70500"/>
                </a:lnTo>
                <a:lnTo>
                  <a:pt x="1794515" y="69814"/>
                </a:lnTo>
                <a:lnTo>
                  <a:pt x="1794694" y="69144"/>
                </a:lnTo>
                <a:lnTo>
                  <a:pt x="1794890" y="68491"/>
                </a:lnTo>
                <a:lnTo>
                  <a:pt x="1795102" y="67854"/>
                </a:lnTo>
                <a:lnTo>
                  <a:pt x="1795332" y="67233"/>
                </a:lnTo>
                <a:lnTo>
                  <a:pt x="1795579" y="66629"/>
                </a:lnTo>
                <a:lnTo>
                  <a:pt x="1795842" y="66042"/>
                </a:lnTo>
                <a:lnTo>
                  <a:pt x="1796123" y="65471"/>
                </a:lnTo>
                <a:lnTo>
                  <a:pt x="1796421" y="64916"/>
                </a:lnTo>
                <a:lnTo>
                  <a:pt x="1796735" y="64378"/>
                </a:lnTo>
                <a:lnTo>
                  <a:pt x="1797067" y="63856"/>
                </a:lnTo>
                <a:lnTo>
                  <a:pt x="1797416" y="63351"/>
                </a:lnTo>
                <a:lnTo>
                  <a:pt x="1797781" y="62863"/>
                </a:lnTo>
                <a:lnTo>
                  <a:pt x="1798164" y="62390"/>
                </a:lnTo>
                <a:lnTo>
                  <a:pt x="1798564" y="61934"/>
                </a:lnTo>
                <a:lnTo>
                  <a:pt x="1798980" y="61496"/>
                </a:lnTo>
                <a:lnTo>
                  <a:pt x="1799411" y="61076"/>
                </a:lnTo>
                <a:lnTo>
                  <a:pt x="1799858" y="60675"/>
                </a:lnTo>
                <a:lnTo>
                  <a:pt x="1800320" y="60293"/>
                </a:lnTo>
                <a:lnTo>
                  <a:pt x="1800797" y="59929"/>
                </a:lnTo>
                <a:lnTo>
                  <a:pt x="1801290" y="59584"/>
                </a:lnTo>
                <a:lnTo>
                  <a:pt x="1801798" y="59258"/>
                </a:lnTo>
                <a:lnTo>
                  <a:pt x="1802321" y="58950"/>
                </a:lnTo>
                <a:lnTo>
                  <a:pt x="1802860" y="58661"/>
                </a:lnTo>
                <a:lnTo>
                  <a:pt x="1803414" y="58391"/>
                </a:lnTo>
                <a:lnTo>
                  <a:pt x="1803983" y="58139"/>
                </a:lnTo>
                <a:lnTo>
                  <a:pt x="1804568" y="57906"/>
                </a:lnTo>
                <a:lnTo>
                  <a:pt x="1805168" y="57691"/>
                </a:lnTo>
                <a:lnTo>
                  <a:pt x="1805784" y="57496"/>
                </a:lnTo>
                <a:lnTo>
                  <a:pt x="1806414" y="57318"/>
                </a:lnTo>
                <a:lnTo>
                  <a:pt x="1807061" y="57160"/>
                </a:lnTo>
                <a:lnTo>
                  <a:pt x="1807722" y="57020"/>
                </a:lnTo>
                <a:lnTo>
                  <a:pt x="1808399" y="56899"/>
                </a:lnTo>
                <a:lnTo>
                  <a:pt x="1809091" y="56796"/>
                </a:lnTo>
                <a:lnTo>
                  <a:pt x="1809799" y="56712"/>
                </a:lnTo>
                <a:lnTo>
                  <a:pt x="1810522" y="56647"/>
                </a:lnTo>
                <a:lnTo>
                  <a:pt x="1811260" y="56600"/>
                </a:lnTo>
                <a:lnTo>
                  <a:pt x="1812014" y="56572"/>
                </a:lnTo>
                <a:lnTo>
                  <a:pt x="1812783" y="56563"/>
                </a:lnTo>
                <a:lnTo>
                  <a:pt x="1813526" y="56571"/>
                </a:lnTo>
                <a:lnTo>
                  <a:pt x="1814254" y="56595"/>
                </a:lnTo>
                <a:lnTo>
                  <a:pt x="1814968" y="56636"/>
                </a:lnTo>
                <a:lnTo>
                  <a:pt x="1815667" y="56692"/>
                </a:lnTo>
                <a:lnTo>
                  <a:pt x="1816351" y="56765"/>
                </a:lnTo>
                <a:lnTo>
                  <a:pt x="1817020" y="56854"/>
                </a:lnTo>
                <a:lnTo>
                  <a:pt x="1817674" y="56959"/>
                </a:lnTo>
                <a:lnTo>
                  <a:pt x="1818313" y="57081"/>
                </a:lnTo>
                <a:lnTo>
                  <a:pt x="1818938" y="57218"/>
                </a:lnTo>
                <a:lnTo>
                  <a:pt x="1819548" y="57372"/>
                </a:lnTo>
                <a:lnTo>
                  <a:pt x="1820143" y="57542"/>
                </a:lnTo>
                <a:lnTo>
                  <a:pt x="1820723" y="57728"/>
                </a:lnTo>
                <a:lnTo>
                  <a:pt x="1821288" y="57930"/>
                </a:lnTo>
                <a:lnTo>
                  <a:pt x="1821839" y="58149"/>
                </a:lnTo>
                <a:lnTo>
                  <a:pt x="1822375" y="58383"/>
                </a:lnTo>
                <a:lnTo>
                  <a:pt x="1822896" y="58634"/>
                </a:lnTo>
                <a:lnTo>
                  <a:pt x="1823402" y="58901"/>
                </a:lnTo>
                <a:lnTo>
                  <a:pt x="1823893" y="59184"/>
                </a:lnTo>
                <a:lnTo>
                  <a:pt x="1824369" y="59484"/>
                </a:lnTo>
                <a:lnTo>
                  <a:pt x="1824831" y="59799"/>
                </a:lnTo>
                <a:lnTo>
                  <a:pt x="1825278" y="60131"/>
                </a:lnTo>
                <a:lnTo>
                  <a:pt x="1825710" y="60479"/>
                </a:lnTo>
                <a:lnTo>
                  <a:pt x="1826127" y="60843"/>
                </a:lnTo>
                <a:lnTo>
                  <a:pt x="1826530" y="61223"/>
                </a:lnTo>
                <a:lnTo>
                  <a:pt x="1826916" y="61620"/>
                </a:lnTo>
                <a:lnTo>
                  <a:pt x="1827287" y="62034"/>
                </a:lnTo>
                <a:lnTo>
                  <a:pt x="1827640" y="62466"/>
                </a:lnTo>
                <a:lnTo>
                  <a:pt x="1827978" y="62915"/>
                </a:lnTo>
                <a:lnTo>
                  <a:pt x="1828299" y="63381"/>
                </a:lnTo>
                <a:lnTo>
                  <a:pt x="1828603" y="63864"/>
                </a:lnTo>
                <a:lnTo>
                  <a:pt x="1828891" y="64365"/>
                </a:lnTo>
                <a:lnTo>
                  <a:pt x="1829163" y="64883"/>
                </a:lnTo>
                <a:lnTo>
                  <a:pt x="1829418" y="65418"/>
                </a:lnTo>
                <a:lnTo>
                  <a:pt x="1829656" y="65971"/>
                </a:lnTo>
                <a:lnTo>
                  <a:pt x="1829879" y="66541"/>
                </a:lnTo>
                <a:lnTo>
                  <a:pt x="1830084" y="67128"/>
                </a:lnTo>
                <a:lnTo>
                  <a:pt x="1830274" y="67732"/>
                </a:lnTo>
                <a:lnTo>
                  <a:pt x="1830446" y="68354"/>
                </a:lnTo>
                <a:lnTo>
                  <a:pt x="1830603" y="68993"/>
                </a:lnTo>
                <a:lnTo>
                  <a:pt x="1830743" y="69649"/>
                </a:lnTo>
                <a:lnTo>
                  <a:pt x="1830866" y="70323"/>
                </a:lnTo>
                <a:lnTo>
                  <a:pt x="1830973" y="71014"/>
                </a:lnTo>
                <a:lnTo>
                  <a:pt x="1831064" y="71722"/>
                </a:lnTo>
                <a:lnTo>
                  <a:pt x="1831138" y="72447"/>
                </a:lnTo>
                <a:lnTo>
                  <a:pt x="1831195" y="73190"/>
                </a:lnTo>
                <a:lnTo>
                  <a:pt x="1831236" y="73950"/>
                </a:lnTo>
                <a:lnTo>
                  <a:pt x="1831261" y="74727"/>
                </a:lnTo>
                <a:lnTo>
                  <a:pt x="1831269" y="75522"/>
                </a:lnTo>
                <a:lnTo>
                  <a:pt x="1831269" y="82947"/>
                </a:lnTo>
                <a:lnTo>
                  <a:pt x="1845488" y="82947"/>
                </a:lnTo>
                <a:lnTo>
                  <a:pt x="1845488" y="75522"/>
                </a:lnTo>
                <a:lnTo>
                  <a:pt x="1845476" y="74283"/>
                </a:lnTo>
                <a:lnTo>
                  <a:pt x="1845437" y="73068"/>
                </a:lnTo>
                <a:lnTo>
                  <a:pt x="1845374" y="71877"/>
                </a:lnTo>
                <a:lnTo>
                  <a:pt x="1845284" y="70709"/>
                </a:lnTo>
                <a:lnTo>
                  <a:pt x="1845169" y="69566"/>
                </a:lnTo>
                <a:lnTo>
                  <a:pt x="1845029" y="68447"/>
                </a:lnTo>
                <a:lnTo>
                  <a:pt x="1844863" y="67351"/>
                </a:lnTo>
                <a:lnTo>
                  <a:pt x="1844672" y="66279"/>
                </a:lnTo>
                <a:lnTo>
                  <a:pt x="1844455" y="65231"/>
                </a:lnTo>
                <a:lnTo>
                  <a:pt x="1844213" y="64207"/>
                </a:lnTo>
                <a:lnTo>
                  <a:pt x="1843945" y="63207"/>
                </a:lnTo>
                <a:lnTo>
                  <a:pt x="1843651" y="62230"/>
                </a:lnTo>
                <a:lnTo>
                  <a:pt x="1843332" y="61278"/>
                </a:lnTo>
                <a:lnTo>
                  <a:pt x="1842988" y="60349"/>
                </a:lnTo>
                <a:lnTo>
                  <a:pt x="1842618" y="59444"/>
                </a:lnTo>
                <a:lnTo>
                  <a:pt x="1842222" y="58563"/>
                </a:lnTo>
                <a:lnTo>
                  <a:pt x="1841801" y="57706"/>
                </a:lnTo>
                <a:lnTo>
                  <a:pt x="1841355" y="56873"/>
                </a:lnTo>
                <a:lnTo>
                  <a:pt x="1840883" y="56064"/>
                </a:lnTo>
                <a:lnTo>
                  <a:pt x="1840385" y="55279"/>
                </a:lnTo>
                <a:lnTo>
                  <a:pt x="1839862" y="54517"/>
                </a:lnTo>
                <a:lnTo>
                  <a:pt x="1839314" y="53779"/>
                </a:lnTo>
                <a:lnTo>
                  <a:pt x="1838740" y="53065"/>
                </a:lnTo>
                <a:lnTo>
                  <a:pt x="1838140" y="52375"/>
                </a:lnTo>
                <a:lnTo>
                  <a:pt x="1837517" y="51711"/>
                </a:lnTo>
                <a:lnTo>
                  <a:pt x="1836872" y="51076"/>
                </a:lnTo>
                <a:lnTo>
                  <a:pt x="1836206" y="50468"/>
                </a:lnTo>
                <a:lnTo>
                  <a:pt x="1835518" y="49889"/>
                </a:lnTo>
                <a:lnTo>
                  <a:pt x="1834808" y="49338"/>
                </a:lnTo>
                <a:lnTo>
                  <a:pt x="1834077" y="48816"/>
                </a:lnTo>
                <a:lnTo>
                  <a:pt x="1833324" y="48321"/>
                </a:lnTo>
                <a:lnTo>
                  <a:pt x="1832549" y="47855"/>
                </a:lnTo>
                <a:lnTo>
                  <a:pt x="1831753" y="47417"/>
                </a:lnTo>
                <a:lnTo>
                  <a:pt x="1830935" y="47008"/>
                </a:lnTo>
                <a:lnTo>
                  <a:pt x="1830095" y="46626"/>
                </a:lnTo>
                <a:lnTo>
                  <a:pt x="1829234" y="46273"/>
                </a:lnTo>
                <a:lnTo>
                  <a:pt x="1828351" y="45948"/>
                </a:lnTo>
                <a:lnTo>
                  <a:pt x="1827446" y="45651"/>
                </a:lnTo>
                <a:lnTo>
                  <a:pt x="1826520" y="45383"/>
                </a:lnTo>
                <a:lnTo>
                  <a:pt x="1825572" y="45143"/>
                </a:lnTo>
                <a:lnTo>
                  <a:pt x="1824602" y="44931"/>
                </a:lnTo>
                <a:lnTo>
                  <a:pt x="1823610" y="44747"/>
                </a:lnTo>
                <a:lnTo>
                  <a:pt x="1822597" y="44592"/>
                </a:lnTo>
                <a:lnTo>
                  <a:pt x="1821563" y="44465"/>
                </a:lnTo>
                <a:lnTo>
                  <a:pt x="1820506" y="44366"/>
                </a:lnTo>
                <a:lnTo>
                  <a:pt x="1819428" y="44295"/>
                </a:lnTo>
                <a:lnTo>
                  <a:pt x="1818328" y="44253"/>
                </a:lnTo>
                <a:lnTo>
                  <a:pt x="1817207" y="44239"/>
                </a:lnTo>
                <a:lnTo>
                  <a:pt x="1816294" y="44249"/>
                </a:lnTo>
                <a:lnTo>
                  <a:pt x="1815397" y="44280"/>
                </a:lnTo>
                <a:lnTo>
                  <a:pt x="1814517" y="44331"/>
                </a:lnTo>
                <a:lnTo>
                  <a:pt x="1813654" y="44403"/>
                </a:lnTo>
                <a:lnTo>
                  <a:pt x="1812808" y="44496"/>
                </a:lnTo>
                <a:lnTo>
                  <a:pt x="1811979" y="44609"/>
                </a:lnTo>
                <a:lnTo>
                  <a:pt x="1811166" y="44743"/>
                </a:lnTo>
                <a:lnTo>
                  <a:pt x="1810370" y="44897"/>
                </a:lnTo>
                <a:lnTo>
                  <a:pt x="1809590" y="45072"/>
                </a:lnTo>
                <a:lnTo>
                  <a:pt x="1808828" y="45268"/>
                </a:lnTo>
                <a:lnTo>
                  <a:pt x="1808082" y="45484"/>
                </a:lnTo>
                <a:lnTo>
                  <a:pt x="1807353" y="45720"/>
                </a:lnTo>
                <a:lnTo>
                  <a:pt x="1806640" y="45977"/>
                </a:lnTo>
                <a:lnTo>
                  <a:pt x="1805944" y="46255"/>
                </a:lnTo>
                <a:lnTo>
                  <a:pt x="1805265" y="46554"/>
                </a:lnTo>
                <a:lnTo>
                  <a:pt x="1804603" y="46873"/>
                </a:lnTo>
                <a:lnTo>
                  <a:pt x="1803957" y="47212"/>
                </a:lnTo>
                <a:lnTo>
                  <a:pt x="1803329" y="47572"/>
                </a:lnTo>
                <a:lnTo>
                  <a:pt x="1802716" y="47953"/>
                </a:lnTo>
                <a:lnTo>
                  <a:pt x="1802121" y="48354"/>
                </a:lnTo>
                <a:lnTo>
                  <a:pt x="1801542" y="48776"/>
                </a:lnTo>
                <a:lnTo>
                  <a:pt x="1800980" y="49218"/>
                </a:lnTo>
                <a:lnTo>
                  <a:pt x="1800435" y="49681"/>
                </a:lnTo>
                <a:lnTo>
                  <a:pt x="1799907" y="50165"/>
                </a:lnTo>
                <a:lnTo>
                  <a:pt x="1799397" y="50666"/>
                </a:lnTo>
                <a:lnTo>
                  <a:pt x="1798910" y="51181"/>
                </a:lnTo>
                <a:lnTo>
                  <a:pt x="1798444" y="51711"/>
                </a:lnTo>
                <a:lnTo>
                  <a:pt x="1797999" y="52255"/>
                </a:lnTo>
                <a:lnTo>
                  <a:pt x="1797577" y="52815"/>
                </a:lnTo>
                <a:lnTo>
                  <a:pt x="1797176" y="53388"/>
                </a:lnTo>
                <a:lnTo>
                  <a:pt x="1796797" y="53976"/>
                </a:lnTo>
                <a:lnTo>
                  <a:pt x="1796439" y="54579"/>
                </a:lnTo>
                <a:lnTo>
                  <a:pt x="1796103" y="55196"/>
                </a:lnTo>
                <a:lnTo>
                  <a:pt x="1795789" y="55828"/>
                </a:lnTo>
                <a:lnTo>
                  <a:pt x="1795496" y="56474"/>
                </a:lnTo>
                <a:lnTo>
                  <a:pt x="1795225" y="57135"/>
                </a:lnTo>
                <a:lnTo>
                  <a:pt x="1794976" y="57810"/>
                </a:lnTo>
                <a:lnTo>
                  <a:pt x="1794749" y="58500"/>
                </a:lnTo>
                <a:lnTo>
                  <a:pt x="1794543" y="59205"/>
                </a:lnTo>
                <a:lnTo>
                  <a:pt x="1794359" y="59924"/>
                </a:lnTo>
                <a:lnTo>
                  <a:pt x="1794196" y="60657"/>
                </a:lnTo>
                <a:lnTo>
                  <a:pt x="1794055" y="61405"/>
                </a:lnTo>
                <a:lnTo>
                  <a:pt x="1793936" y="62168"/>
                </a:lnTo>
                <a:lnTo>
                  <a:pt x="1793906" y="62407"/>
                </a:lnTo>
                <a:lnTo>
                  <a:pt x="1793665" y="62407"/>
                </a:lnTo>
                <a:lnTo>
                  <a:pt x="1793665" y="45818"/>
                </a:lnTo>
                <a:lnTo>
                  <a:pt x="1779446" y="45818"/>
                </a:lnTo>
                <a:lnTo>
                  <a:pt x="1779446" y="132717"/>
                </a:lnTo>
                <a:lnTo>
                  <a:pt x="1793665" y="132717"/>
                </a:lnTo>
                <a:close/>
                <a:moveTo>
                  <a:pt x="1628641" y="133793"/>
                </a:moveTo>
                <a:lnTo>
                  <a:pt x="1629749" y="133688"/>
                </a:lnTo>
                <a:lnTo>
                  <a:pt x="1630835" y="133560"/>
                </a:lnTo>
                <a:lnTo>
                  <a:pt x="1631899" y="133409"/>
                </a:lnTo>
                <a:lnTo>
                  <a:pt x="1632939" y="133234"/>
                </a:lnTo>
                <a:lnTo>
                  <a:pt x="1633957" y="133036"/>
                </a:lnTo>
                <a:lnTo>
                  <a:pt x="1634952" y="132814"/>
                </a:lnTo>
                <a:lnTo>
                  <a:pt x="1635924" y="132569"/>
                </a:lnTo>
                <a:lnTo>
                  <a:pt x="1636873" y="132301"/>
                </a:lnTo>
                <a:lnTo>
                  <a:pt x="1637800" y="132010"/>
                </a:lnTo>
                <a:lnTo>
                  <a:pt x="1638704" y="131695"/>
                </a:lnTo>
                <a:lnTo>
                  <a:pt x="1639585" y="131357"/>
                </a:lnTo>
                <a:lnTo>
                  <a:pt x="1640443" y="130996"/>
                </a:lnTo>
                <a:lnTo>
                  <a:pt x="1641279" y="130611"/>
                </a:lnTo>
                <a:lnTo>
                  <a:pt x="1642092" y="130203"/>
                </a:lnTo>
                <a:lnTo>
                  <a:pt x="1642882" y="129772"/>
                </a:lnTo>
                <a:lnTo>
                  <a:pt x="1643649" y="129317"/>
                </a:lnTo>
                <a:lnTo>
                  <a:pt x="1644393" y="128839"/>
                </a:lnTo>
                <a:lnTo>
                  <a:pt x="1645115" y="128338"/>
                </a:lnTo>
                <a:lnTo>
                  <a:pt x="1645814" y="127813"/>
                </a:lnTo>
                <a:lnTo>
                  <a:pt x="1646490" y="127266"/>
                </a:lnTo>
                <a:lnTo>
                  <a:pt x="1647141" y="126697"/>
                </a:lnTo>
                <a:lnTo>
                  <a:pt x="1647765" y="126109"/>
                </a:lnTo>
                <a:lnTo>
                  <a:pt x="1648360" y="125502"/>
                </a:lnTo>
                <a:lnTo>
                  <a:pt x="1648928" y="124876"/>
                </a:lnTo>
                <a:lnTo>
                  <a:pt x="1649469" y="124231"/>
                </a:lnTo>
                <a:lnTo>
                  <a:pt x="1649981" y="123568"/>
                </a:lnTo>
                <a:lnTo>
                  <a:pt x="1650466" y="122885"/>
                </a:lnTo>
                <a:lnTo>
                  <a:pt x="1650923" y="122184"/>
                </a:lnTo>
                <a:lnTo>
                  <a:pt x="1651353" y="121463"/>
                </a:lnTo>
                <a:lnTo>
                  <a:pt x="1651755" y="120724"/>
                </a:lnTo>
                <a:lnTo>
                  <a:pt x="1652129" y="119965"/>
                </a:lnTo>
                <a:lnTo>
                  <a:pt x="1652475" y="119188"/>
                </a:lnTo>
                <a:lnTo>
                  <a:pt x="1652794" y="118392"/>
                </a:lnTo>
                <a:lnTo>
                  <a:pt x="1653085" y="117577"/>
                </a:lnTo>
                <a:lnTo>
                  <a:pt x="1653348" y="116743"/>
                </a:lnTo>
                <a:lnTo>
                  <a:pt x="1653583" y="115890"/>
                </a:lnTo>
                <a:lnTo>
                  <a:pt x="1653791" y="115018"/>
                </a:lnTo>
                <a:lnTo>
                  <a:pt x="1653971" y="114127"/>
                </a:lnTo>
                <a:lnTo>
                  <a:pt x="1654124" y="113217"/>
                </a:lnTo>
                <a:lnTo>
                  <a:pt x="1654248" y="112288"/>
                </a:lnTo>
                <a:lnTo>
                  <a:pt x="1654345" y="111341"/>
                </a:lnTo>
                <a:lnTo>
                  <a:pt x="1654415" y="110374"/>
                </a:lnTo>
                <a:lnTo>
                  <a:pt x="1654456" y="109388"/>
                </a:lnTo>
                <a:lnTo>
                  <a:pt x="1654470" y="108384"/>
                </a:lnTo>
                <a:lnTo>
                  <a:pt x="1654460" y="107445"/>
                </a:lnTo>
                <a:lnTo>
                  <a:pt x="1654432" y="106522"/>
                </a:lnTo>
                <a:lnTo>
                  <a:pt x="1654384" y="105617"/>
                </a:lnTo>
                <a:lnTo>
                  <a:pt x="1654316" y="104729"/>
                </a:lnTo>
                <a:lnTo>
                  <a:pt x="1654230" y="103857"/>
                </a:lnTo>
                <a:lnTo>
                  <a:pt x="1654124" y="103003"/>
                </a:lnTo>
                <a:lnTo>
                  <a:pt x="1654000" y="102165"/>
                </a:lnTo>
                <a:lnTo>
                  <a:pt x="1653856" y="101345"/>
                </a:lnTo>
                <a:lnTo>
                  <a:pt x="1653692" y="100542"/>
                </a:lnTo>
                <a:lnTo>
                  <a:pt x="1653510" y="99755"/>
                </a:lnTo>
                <a:lnTo>
                  <a:pt x="1653308" y="98986"/>
                </a:lnTo>
                <a:lnTo>
                  <a:pt x="1653087" y="98234"/>
                </a:lnTo>
                <a:lnTo>
                  <a:pt x="1652847" y="97498"/>
                </a:lnTo>
                <a:lnTo>
                  <a:pt x="1652588" y="96780"/>
                </a:lnTo>
                <a:lnTo>
                  <a:pt x="1652310" y="96079"/>
                </a:lnTo>
                <a:lnTo>
                  <a:pt x="1652012" y="95394"/>
                </a:lnTo>
                <a:lnTo>
                  <a:pt x="1651695" y="94727"/>
                </a:lnTo>
                <a:lnTo>
                  <a:pt x="1651359" y="94077"/>
                </a:lnTo>
                <a:lnTo>
                  <a:pt x="1651004" y="93443"/>
                </a:lnTo>
                <a:lnTo>
                  <a:pt x="1650629" y="92827"/>
                </a:lnTo>
                <a:lnTo>
                  <a:pt x="1650236" y="92228"/>
                </a:lnTo>
                <a:lnTo>
                  <a:pt x="1649823" y="91645"/>
                </a:lnTo>
                <a:lnTo>
                  <a:pt x="1649391" y="91080"/>
                </a:lnTo>
                <a:lnTo>
                  <a:pt x="1648940" y="90532"/>
                </a:lnTo>
                <a:lnTo>
                  <a:pt x="1648469" y="90000"/>
                </a:lnTo>
                <a:lnTo>
                  <a:pt x="1647980" y="89486"/>
                </a:lnTo>
                <a:lnTo>
                  <a:pt x="1647471" y="88989"/>
                </a:lnTo>
                <a:lnTo>
                  <a:pt x="1646943" y="88508"/>
                </a:lnTo>
                <a:lnTo>
                  <a:pt x="1646396" y="88045"/>
                </a:lnTo>
                <a:lnTo>
                  <a:pt x="1645830" y="87599"/>
                </a:lnTo>
                <a:lnTo>
                  <a:pt x="1645244" y="87170"/>
                </a:lnTo>
                <a:lnTo>
                  <a:pt x="1644639" y="86757"/>
                </a:lnTo>
                <a:lnTo>
                  <a:pt x="1644015" y="86362"/>
                </a:lnTo>
                <a:lnTo>
                  <a:pt x="1643372" y="85984"/>
                </a:lnTo>
                <a:lnTo>
                  <a:pt x="1642710" y="85623"/>
                </a:lnTo>
                <a:lnTo>
                  <a:pt x="1642028" y="85279"/>
                </a:lnTo>
                <a:lnTo>
                  <a:pt x="1641328" y="84951"/>
                </a:lnTo>
                <a:lnTo>
                  <a:pt x="1640607" y="84641"/>
                </a:lnTo>
                <a:lnTo>
                  <a:pt x="1639868" y="84348"/>
                </a:lnTo>
                <a:lnTo>
                  <a:pt x="1639110" y="84072"/>
                </a:lnTo>
                <a:lnTo>
                  <a:pt x="1638332" y="83813"/>
                </a:lnTo>
                <a:lnTo>
                  <a:pt x="1637535" y="83570"/>
                </a:lnTo>
                <a:lnTo>
                  <a:pt x="1636719" y="83345"/>
                </a:lnTo>
                <a:lnTo>
                  <a:pt x="1635884" y="83137"/>
                </a:lnTo>
                <a:lnTo>
                  <a:pt x="1635029" y="82946"/>
                </a:lnTo>
                <a:lnTo>
                  <a:pt x="1634156" y="82772"/>
                </a:lnTo>
                <a:lnTo>
                  <a:pt x="1633263" y="82615"/>
                </a:lnTo>
                <a:lnTo>
                  <a:pt x="1632351" y="82475"/>
                </a:lnTo>
                <a:lnTo>
                  <a:pt x="1609915" y="79314"/>
                </a:lnTo>
                <a:lnTo>
                  <a:pt x="1609576" y="79258"/>
                </a:lnTo>
                <a:lnTo>
                  <a:pt x="1609244" y="79195"/>
                </a:lnTo>
                <a:lnTo>
                  <a:pt x="1608919" y="79124"/>
                </a:lnTo>
                <a:lnTo>
                  <a:pt x="1608601" y="79046"/>
                </a:lnTo>
                <a:lnTo>
                  <a:pt x="1608289" y="78962"/>
                </a:lnTo>
                <a:lnTo>
                  <a:pt x="1607985" y="78870"/>
                </a:lnTo>
                <a:lnTo>
                  <a:pt x="1607687" y="78771"/>
                </a:lnTo>
                <a:lnTo>
                  <a:pt x="1607396" y="78665"/>
                </a:lnTo>
                <a:lnTo>
                  <a:pt x="1607112" y="78552"/>
                </a:lnTo>
                <a:lnTo>
                  <a:pt x="1606835" y="78431"/>
                </a:lnTo>
                <a:lnTo>
                  <a:pt x="1606564" y="78304"/>
                </a:lnTo>
                <a:lnTo>
                  <a:pt x="1606301" y="78169"/>
                </a:lnTo>
                <a:lnTo>
                  <a:pt x="1606044" y="78027"/>
                </a:lnTo>
                <a:lnTo>
                  <a:pt x="1605795" y="77878"/>
                </a:lnTo>
                <a:lnTo>
                  <a:pt x="1605552" y="77722"/>
                </a:lnTo>
                <a:lnTo>
                  <a:pt x="1605316" y="77559"/>
                </a:lnTo>
                <a:lnTo>
                  <a:pt x="1605086" y="77389"/>
                </a:lnTo>
                <a:lnTo>
                  <a:pt x="1604864" y="77211"/>
                </a:lnTo>
                <a:lnTo>
                  <a:pt x="1604648" y="77027"/>
                </a:lnTo>
                <a:lnTo>
                  <a:pt x="1604440" y="76835"/>
                </a:lnTo>
                <a:lnTo>
                  <a:pt x="1604238" y="76636"/>
                </a:lnTo>
                <a:lnTo>
                  <a:pt x="1604043" y="76430"/>
                </a:lnTo>
                <a:lnTo>
                  <a:pt x="1603855" y="76217"/>
                </a:lnTo>
                <a:lnTo>
                  <a:pt x="1603674" y="75997"/>
                </a:lnTo>
                <a:lnTo>
                  <a:pt x="1603500" y="75770"/>
                </a:lnTo>
                <a:lnTo>
                  <a:pt x="1603333" y="75537"/>
                </a:lnTo>
                <a:lnTo>
                  <a:pt x="1603174" y="75298"/>
                </a:lnTo>
                <a:lnTo>
                  <a:pt x="1603022" y="75053"/>
                </a:lnTo>
                <a:lnTo>
                  <a:pt x="1602877" y="74801"/>
                </a:lnTo>
                <a:lnTo>
                  <a:pt x="1602740" y="74544"/>
                </a:lnTo>
                <a:lnTo>
                  <a:pt x="1602611" y="74281"/>
                </a:lnTo>
                <a:lnTo>
                  <a:pt x="1602488" y="74012"/>
                </a:lnTo>
                <a:lnTo>
                  <a:pt x="1602374" y="73737"/>
                </a:lnTo>
                <a:lnTo>
                  <a:pt x="1602266" y="73455"/>
                </a:lnTo>
                <a:lnTo>
                  <a:pt x="1602166" y="73168"/>
                </a:lnTo>
                <a:lnTo>
                  <a:pt x="1602074" y="72875"/>
                </a:lnTo>
                <a:lnTo>
                  <a:pt x="1601988" y="72575"/>
                </a:lnTo>
                <a:lnTo>
                  <a:pt x="1601911" y="72270"/>
                </a:lnTo>
                <a:lnTo>
                  <a:pt x="1601840" y="71959"/>
                </a:lnTo>
                <a:lnTo>
                  <a:pt x="1601777" y="71641"/>
                </a:lnTo>
                <a:lnTo>
                  <a:pt x="1601722" y="71318"/>
                </a:lnTo>
                <a:lnTo>
                  <a:pt x="1601673" y="70988"/>
                </a:lnTo>
                <a:lnTo>
                  <a:pt x="1601633" y="70653"/>
                </a:lnTo>
                <a:lnTo>
                  <a:pt x="1601599" y="70311"/>
                </a:lnTo>
                <a:lnTo>
                  <a:pt x="1601573" y="69964"/>
                </a:lnTo>
                <a:lnTo>
                  <a:pt x="1601555" y="69610"/>
                </a:lnTo>
                <a:lnTo>
                  <a:pt x="1601544" y="69250"/>
                </a:lnTo>
                <a:lnTo>
                  <a:pt x="1601540" y="68885"/>
                </a:lnTo>
                <a:lnTo>
                  <a:pt x="1601547" y="68415"/>
                </a:lnTo>
                <a:lnTo>
                  <a:pt x="1601569" y="67953"/>
                </a:lnTo>
                <a:lnTo>
                  <a:pt x="1601604" y="67500"/>
                </a:lnTo>
                <a:lnTo>
                  <a:pt x="1601654" y="67055"/>
                </a:lnTo>
                <a:lnTo>
                  <a:pt x="1601718" y="66618"/>
                </a:lnTo>
                <a:lnTo>
                  <a:pt x="1601797" y="66189"/>
                </a:lnTo>
                <a:lnTo>
                  <a:pt x="1601890" y="65769"/>
                </a:lnTo>
                <a:lnTo>
                  <a:pt x="1601997" y="65357"/>
                </a:lnTo>
                <a:lnTo>
                  <a:pt x="1602118" y="64953"/>
                </a:lnTo>
                <a:lnTo>
                  <a:pt x="1602253" y="64557"/>
                </a:lnTo>
                <a:lnTo>
                  <a:pt x="1602403" y="64169"/>
                </a:lnTo>
                <a:lnTo>
                  <a:pt x="1602567" y="63790"/>
                </a:lnTo>
                <a:lnTo>
                  <a:pt x="1602745" y="63419"/>
                </a:lnTo>
                <a:lnTo>
                  <a:pt x="1602938" y="63056"/>
                </a:lnTo>
                <a:lnTo>
                  <a:pt x="1603145" y="62702"/>
                </a:lnTo>
                <a:lnTo>
                  <a:pt x="1603366" y="62355"/>
                </a:lnTo>
                <a:lnTo>
                  <a:pt x="1603601" y="62017"/>
                </a:lnTo>
                <a:lnTo>
                  <a:pt x="1603851" y="61687"/>
                </a:lnTo>
                <a:lnTo>
                  <a:pt x="1604115" y="61365"/>
                </a:lnTo>
                <a:lnTo>
                  <a:pt x="1604393" y="61052"/>
                </a:lnTo>
                <a:lnTo>
                  <a:pt x="1604685" y="60747"/>
                </a:lnTo>
                <a:lnTo>
                  <a:pt x="1604992" y="60450"/>
                </a:lnTo>
                <a:lnTo>
                  <a:pt x="1605313" y="60161"/>
                </a:lnTo>
                <a:lnTo>
                  <a:pt x="1605648" y="59880"/>
                </a:lnTo>
                <a:lnTo>
                  <a:pt x="1605996" y="59610"/>
                </a:lnTo>
                <a:lnTo>
                  <a:pt x="1606355" y="59350"/>
                </a:lnTo>
                <a:lnTo>
                  <a:pt x="1606725" y="59103"/>
                </a:lnTo>
                <a:lnTo>
                  <a:pt x="1607105" y="58867"/>
                </a:lnTo>
                <a:lnTo>
                  <a:pt x="1607497" y="58642"/>
                </a:lnTo>
                <a:lnTo>
                  <a:pt x="1607900" y="58429"/>
                </a:lnTo>
                <a:lnTo>
                  <a:pt x="1608313" y="58227"/>
                </a:lnTo>
                <a:lnTo>
                  <a:pt x="1608738" y="58037"/>
                </a:lnTo>
                <a:lnTo>
                  <a:pt x="1609174" y="57859"/>
                </a:lnTo>
                <a:lnTo>
                  <a:pt x="1609620" y="57692"/>
                </a:lnTo>
                <a:lnTo>
                  <a:pt x="1610078" y="57536"/>
                </a:lnTo>
                <a:lnTo>
                  <a:pt x="1610546" y="57392"/>
                </a:lnTo>
                <a:lnTo>
                  <a:pt x="1611026" y="57260"/>
                </a:lnTo>
                <a:lnTo>
                  <a:pt x="1611516" y="57139"/>
                </a:lnTo>
                <a:lnTo>
                  <a:pt x="1612018" y="57030"/>
                </a:lnTo>
                <a:lnTo>
                  <a:pt x="1612530" y="56932"/>
                </a:lnTo>
                <a:lnTo>
                  <a:pt x="1613054" y="56845"/>
                </a:lnTo>
                <a:lnTo>
                  <a:pt x="1613588" y="56770"/>
                </a:lnTo>
                <a:lnTo>
                  <a:pt x="1614134" y="56707"/>
                </a:lnTo>
                <a:lnTo>
                  <a:pt x="1614690" y="56655"/>
                </a:lnTo>
                <a:lnTo>
                  <a:pt x="1615257" y="56615"/>
                </a:lnTo>
                <a:lnTo>
                  <a:pt x="1615835" y="56586"/>
                </a:lnTo>
                <a:lnTo>
                  <a:pt x="1616425" y="56569"/>
                </a:lnTo>
                <a:lnTo>
                  <a:pt x="1617025" y="56563"/>
                </a:lnTo>
                <a:lnTo>
                  <a:pt x="1623978" y="56563"/>
                </a:lnTo>
                <a:lnTo>
                  <a:pt x="1624513" y="56568"/>
                </a:lnTo>
                <a:lnTo>
                  <a:pt x="1625040" y="56584"/>
                </a:lnTo>
                <a:lnTo>
                  <a:pt x="1625559" y="56610"/>
                </a:lnTo>
                <a:lnTo>
                  <a:pt x="1626069" y="56646"/>
                </a:lnTo>
                <a:lnTo>
                  <a:pt x="1626571" y="56693"/>
                </a:lnTo>
                <a:lnTo>
                  <a:pt x="1627064" y="56751"/>
                </a:lnTo>
                <a:lnTo>
                  <a:pt x="1627548" y="56818"/>
                </a:lnTo>
                <a:lnTo>
                  <a:pt x="1628024" y="56897"/>
                </a:lnTo>
                <a:lnTo>
                  <a:pt x="1628492" y="56985"/>
                </a:lnTo>
                <a:lnTo>
                  <a:pt x="1628951" y="57084"/>
                </a:lnTo>
                <a:lnTo>
                  <a:pt x="1629401" y="57194"/>
                </a:lnTo>
                <a:lnTo>
                  <a:pt x="1629843" y="57313"/>
                </a:lnTo>
                <a:lnTo>
                  <a:pt x="1630277" y="57444"/>
                </a:lnTo>
                <a:lnTo>
                  <a:pt x="1630702" y="57584"/>
                </a:lnTo>
                <a:lnTo>
                  <a:pt x="1631118" y="57735"/>
                </a:lnTo>
                <a:lnTo>
                  <a:pt x="1631526" y="57897"/>
                </a:lnTo>
                <a:lnTo>
                  <a:pt x="1631926" y="58069"/>
                </a:lnTo>
                <a:lnTo>
                  <a:pt x="1632317" y="58251"/>
                </a:lnTo>
                <a:lnTo>
                  <a:pt x="1632699" y="58444"/>
                </a:lnTo>
                <a:lnTo>
                  <a:pt x="1633073" y="58647"/>
                </a:lnTo>
                <a:lnTo>
                  <a:pt x="1633439" y="58861"/>
                </a:lnTo>
                <a:lnTo>
                  <a:pt x="1633796" y="59085"/>
                </a:lnTo>
                <a:lnTo>
                  <a:pt x="1634144" y="59320"/>
                </a:lnTo>
                <a:lnTo>
                  <a:pt x="1634484" y="59565"/>
                </a:lnTo>
                <a:lnTo>
                  <a:pt x="1634813" y="59817"/>
                </a:lnTo>
                <a:lnTo>
                  <a:pt x="1635130" y="60076"/>
                </a:lnTo>
                <a:lnTo>
                  <a:pt x="1635433" y="60340"/>
                </a:lnTo>
                <a:lnTo>
                  <a:pt x="1635724" y="60609"/>
                </a:lnTo>
                <a:lnTo>
                  <a:pt x="1636002" y="60884"/>
                </a:lnTo>
                <a:lnTo>
                  <a:pt x="1636266" y="61164"/>
                </a:lnTo>
                <a:lnTo>
                  <a:pt x="1636518" y="61450"/>
                </a:lnTo>
                <a:lnTo>
                  <a:pt x="1636757" y="61741"/>
                </a:lnTo>
                <a:lnTo>
                  <a:pt x="1636983" y="62038"/>
                </a:lnTo>
                <a:lnTo>
                  <a:pt x="1637197" y="62340"/>
                </a:lnTo>
                <a:lnTo>
                  <a:pt x="1637397" y="62648"/>
                </a:lnTo>
                <a:lnTo>
                  <a:pt x="1637585" y="62961"/>
                </a:lnTo>
                <a:lnTo>
                  <a:pt x="1637759" y="63280"/>
                </a:lnTo>
                <a:lnTo>
                  <a:pt x="1637921" y="63604"/>
                </a:lnTo>
                <a:lnTo>
                  <a:pt x="1638070" y="63934"/>
                </a:lnTo>
                <a:lnTo>
                  <a:pt x="1638205" y="64269"/>
                </a:lnTo>
                <a:lnTo>
                  <a:pt x="1638328" y="64610"/>
                </a:lnTo>
                <a:lnTo>
                  <a:pt x="1638439" y="64956"/>
                </a:lnTo>
                <a:lnTo>
                  <a:pt x="1638536" y="65308"/>
                </a:lnTo>
                <a:lnTo>
                  <a:pt x="1638620" y="65665"/>
                </a:lnTo>
                <a:lnTo>
                  <a:pt x="1638692" y="66028"/>
                </a:lnTo>
                <a:lnTo>
                  <a:pt x="1638750" y="66396"/>
                </a:lnTo>
                <a:lnTo>
                  <a:pt x="1638796" y="66770"/>
                </a:lnTo>
                <a:lnTo>
                  <a:pt x="1638829" y="67149"/>
                </a:lnTo>
                <a:lnTo>
                  <a:pt x="1653207" y="67149"/>
                </a:lnTo>
                <a:lnTo>
                  <a:pt x="1653141" y="66313"/>
                </a:lnTo>
                <a:lnTo>
                  <a:pt x="1653050" y="65490"/>
                </a:lnTo>
                <a:lnTo>
                  <a:pt x="1652934" y="64681"/>
                </a:lnTo>
                <a:lnTo>
                  <a:pt x="1652792" y="63885"/>
                </a:lnTo>
                <a:lnTo>
                  <a:pt x="1652625" y="63103"/>
                </a:lnTo>
                <a:lnTo>
                  <a:pt x="1652432" y="62334"/>
                </a:lnTo>
                <a:lnTo>
                  <a:pt x="1652213" y="61579"/>
                </a:lnTo>
                <a:lnTo>
                  <a:pt x="1651969" y="60837"/>
                </a:lnTo>
                <a:lnTo>
                  <a:pt x="1651700" y="60109"/>
                </a:lnTo>
                <a:lnTo>
                  <a:pt x="1651405" y="59394"/>
                </a:lnTo>
                <a:lnTo>
                  <a:pt x="1651084" y="58692"/>
                </a:lnTo>
                <a:lnTo>
                  <a:pt x="1650738" y="58004"/>
                </a:lnTo>
                <a:lnTo>
                  <a:pt x="1650366" y="57329"/>
                </a:lnTo>
                <a:lnTo>
                  <a:pt x="1649969" y="56668"/>
                </a:lnTo>
                <a:lnTo>
                  <a:pt x="1649547" y="56021"/>
                </a:lnTo>
                <a:lnTo>
                  <a:pt x="1649099" y="55386"/>
                </a:lnTo>
                <a:lnTo>
                  <a:pt x="1648625" y="54765"/>
                </a:lnTo>
                <a:lnTo>
                  <a:pt x="1648126" y="54158"/>
                </a:lnTo>
                <a:lnTo>
                  <a:pt x="1647601" y="53564"/>
                </a:lnTo>
                <a:lnTo>
                  <a:pt x="1647051" y="52984"/>
                </a:lnTo>
                <a:lnTo>
                  <a:pt x="1646475" y="52417"/>
                </a:lnTo>
                <a:lnTo>
                  <a:pt x="1645874" y="51863"/>
                </a:lnTo>
                <a:lnTo>
                  <a:pt x="1645247" y="51323"/>
                </a:lnTo>
                <a:lnTo>
                  <a:pt x="1644595" y="50796"/>
                </a:lnTo>
                <a:lnTo>
                  <a:pt x="1643922" y="50287"/>
                </a:lnTo>
                <a:lnTo>
                  <a:pt x="1643233" y="49799"/>
                </a:lnTo>
                <a:lnTo>
                  <a:pt x="1642528" y="49333"/>
                </a:lnTo>
                <a:lnTo>
                  <a:pt x="1641806" y="48889"/>
                </a:lnTo>
                <a:lnTo>
                  <a:pt x="1641068" y="48467"/>
                </a:lnTo>
                <a:lnTo>
                  <a:pt x="1640314" y="48066"/>
                </a:lnTo>
                <a:lnTo>
                  <a:pt x="1639544" y="47686"/>
                </a:lnTo>
                <a:lnTo>
                  <a:pt x="1638758" y="47329"/>
                </a:lnTo>
                <a:lnTo>
                  <a:pt x="1637955" y="46993"/>
                </a:lnTo>
                <a:lnTo>
                  <a:pt x="1637137" y="46679"/>
                </a:lnTo>
                <a:lnTo>
                  <a:pt x="1636302" y="46386"/>
                </a:lnTo>
                <a:lnTo>
                  <a:pt x="1635451" y="46115"/>
                </a:lnTo>
                <a:lnTo>
                  <a:pt x="1634584" y="45866"/>
                </a:lnTo>
                <a:lnTo>
                  <a:pt x="1633700" y="45638"/>
                </a:lnTo>
                <a:lnTo>
                  <a:pt x="1632801" y="45432"/>
                </a:lnTo>
                <a:lnTo>
                  <a:pt x="1631885" y="45248"/>
                </a:lnTo>
                <a:lnTo>
                  <a:pt x="1630953" y="45086"/>
                </a:lnTo>
                <a:lnTo>
                  <a:pt x="1630005" y="44945"/>
                </a:lnTo>
                <a:lnTo>
                  <a:pt x="1629041" y="44826"/>
                </a:lnTo>
                <a:lnTo>
                  <a:pt x="1628061" y="44728"/>
                </a:lnTo>
                <a:lnTo>
                  <a:pt x="1627064" y="44652"/>
                </a:lnTo>
                <a:lnTo>
                  <a:pt x="1626052" y="44598"/>
                </a:lnTo>
                <a:lnTo>
                  <a:pt x="1625023" y="44565"/>
                </a:lnTo>
                <a:lnTo>
                  <a:pt x="1623978" y="44555"/>
                </a:lnTo>
                <a:lnTo>
                  <a:pt x="1617025" y="44555"/>
                </a:lnTo>
                <a:lnTo>
                  <a:pt x="1615890" y="44566"/>
                </a:lnTo>
                <a:lnTo>
                  <a:pt x="1614775" y="44600"/>
                </a:lnTo>
                <a:lnTo>
                  <a:pt x="1613681" y="44656"/>
                </a:lnTo>
                <a:lnTo>
                  <a:pt x="1612607" y="44735"/>
                </a:lnTo>
                <a:lnTo>
                  <a:pt x="1611554" y="44836"/>
                </a:lnTo>
                <a:lnTo>
                  <a:pt x="1610522" y="44960"/>
                </a:lnTo>
                <a:lnTo>
                  <a:pt x="1609510" y="45106"/>
                </a:lnTo>
                <a:lnTo>
                  <a:pt x="1608519" y="45274"/>
                </a:lnTo>
                <a:lnTo>
                  <a:pt x="1607548" y="45466"/>
                </a:lnTo>
                <a:lnTo>
                  <a:pt x="1606598" y="45679"/>
                </a:lnTo>
                <a:lnTo>
                  <a:pt x="1605669" y="45915"/>
                </a:lnTo>
                <a:lnTo>
                  <a:pt x="1604760" y="46174"/>
                </a:lnTo>
                <a:lnTo>
                  <a:pt x="1603871" y="46455"/>
                </a:lnTo>
                <a:lnTo>
                  <a:pt x="1603004" y="46759"/>
                </a:lnTo>
                <a:lnTo>
                  <a:pt x="1602156" y="47085"/>
                </a:lnTo>
                <a:lnTo>
                  <a:pt x="1601330" y="47434"/>
                </a:lnTo>
                <a:lnTo>
                  <a:pt x="1600524" y="47805"/>
                </a:lnTo>
                <a:lnTo>
                  <a:pt x="1599738" y="48198"/>
                </a:lnTo>
                <a:lnTo>
                  <a:pt x="1598973" y="48615"/>
                </a:lnTo>
                <a:lnTo>
                  <a:pt x="1598229" y="49053"/>
                </a:lnTo>
                <a:lnTo>
                  <a:pt x="1597505" y="49514"/>
                </a:lnTo>
                <a:lnTo>
                  <a:pt x="1596802" y="49998"/>
                </a:lnTo>
                <a:lnTo>
                  <a:pt x="1596120" y="50504"/>
                </a:lnTo>
                <a:lnTo>
                  <a:pt x="1595458" y="51033"/>
                </a:lnTo>
                <a:lnTo>
                  <a:pt x="1594819" y="51581"/>
                </a:lnTo>
                <a:lnTo>
                  <a:pt x="1594208" y="52146"/>
                </a:lnTo>
                <a:lnTo>
                  <a:pt x="1593625" y="52729"/>
                </a:lnTo>
                <a:lnTo>
                  <a:pt x="1593068" y="53328"/>
                </a:lnTo>
                <a:lnTo>
                  <a:pt x="1592538" y="53944"/>
                </a:lnTo>
                <a:lnTo>
                  <a:pt x="1592036" y="54578"/>
                </a:lnTo>
                <a:lnTo>
                  <a:pt x="1591561" y="55228"/>
                </a:lnTo>
                <a:lnTo>
                  <a:pt x="1591113" y="55895"/>
                </a:lnTo>
                <a:lnTo>
                  <a:pt x="1590692" y="56580"/>
                </a:lnTo>
                <a:lnTo>
                  <a:pt x="1590298" y="57281"/>
                </a:lnTo>
                <a:lnTo>
                  <a:pt x="1589931" y="57999"/>
                </a:lnTo>
                <a:lnTo>
                  <a:pt x="1589592" y="58735"/>
                </a:lnTo>
                <a:lnTo>
                  <a:pt x="1589280" y="59487"/>
                </a:lnTo>
                <a:lnTo>
                  <a:pt x="1588995" y="60256"/>
                </a:lnTo>
                <a:lnTo>
                  <a:pt x="1588737" y="61043"/>
                </a:lnTo>
                <a:lnTo>
                  <a:pt x="1588506" y="61846"/>
                </a:lnTo>
                <a:lnTo>
                  <a:pt x="1588302" y="62666"/>
                </a:lnTo>
                <a:lnTo>
                  <a:pt x="1588126" y="63504"/>
                </a:lnTo>
                <a:lnTo>
                  <a:pt x="1587976" y="64358"/>
                </a:lnTo>
                <a:lnTo>
                  <a:pt x="1587854" y="65229"/>
                </a:lnTo>
                <a:lnTo>
                  <a:pt x="1587759" y="66118"/>
                </a:lnTo>
                <a:lnTo>
                  <a:pt x="1587691" y="67023"/>
                </a:lnTo>
                <a:lnTo>
                  <a:pt x="1587650" y="67945"/>
                </a:lnTo>
                <a:lnTo>
                  <a:pt x="1587637" y="68885"/>
                </a:lnTo>
                <a:lnTo>
                  <a:pt x="1587645" y="69708"/>
                </a:lnTo>
                <a:lnTo>
                  <a:pt x="1587671" y="70517"/>
                </a:lnTo>
                <a:lnTo>
                  <a:pt x="1587713" y="71313"/>
                </a:lnTo>
                <a:lnTo>
                  <a:pt x="1587773" y="72095"/>
                </a:lnTo>
                <a:lnTo>
                  <a:pt x="1587849" y="72864"/>
                </a:lnTo>
                <a:lnTo>
                  <a:pt x="1587943" y="73620"/>
                </a:lnTo>
                <a:lnTo>
                  <a:pt x="1588054" y="74362"/>
                </a:lnTo>
                <a:lnTo>
                  <a:pt x="1588181" y="75091"/>
                </a:lnTo>
                <a:lnTo>
                  <a:pt x="1588326" y="75806"/>
                </a:lnTo>
                <a:lnTo>
                  <a:pt x="1588487" y="76508"/>
                </a:lnTo>
                <a:lnTo>
                  <a:pt x="1588666" y="77196"/>
                </a:lnTo>
                <a:lnTo>
                  <a:pt x="1588862" y="77871"/>
                </a:lnTo>
                <a:lnTo>
                  <a:pt x="1589074" y="78533"/>
                </a:lnTo>
                <a:lnTo>
                  <a:pt x="1589304" y="79181"/>
                </a:lnTo>
                <a:lnTo>
                  <a:pt x="1589550" y="79815"/>
                </a:lnTo>
                <a:lnTo>
                  <a:pt x="1589814" y="80436"/>
                </a:lnTo>
                <a:lnTo>
                  <a:pt x="1590095" y="81044"/>
                </a:lnTo>
                <a:lnTo>
                  <a:pt x="1590392" y="81638"/>
                </a:lnTo>
                <a:lnTo>
                  <a:pt x="1590707" y="82219"/>
                </a:lnTo>
                <a:lnTo>
                  <a:pt x="1591039" y="82787"/>
                </a:lnTo>
                <a:lnTo>
                  <a:pt x="1591388" y="83341"/>
                </a:lnTo>
                <a:lnTo>
                  <a:pt x="1591753" y="83881"/>
                </a:lnTo>
                <a:lnTo>
                  <a:pt x="1592136" y="84408"/>
                </a:lnTo>
                <a:lnTo>
                  <a:pt x="1592536" y="84922"/>
                </a:lnTo>
                <a:lnTo>
                  <a:pt x="1592951" y="85420"/>
                </a:lnTo>
                <a:lnTo>
                  <a:pt x="1593380" y="85902"/>
                </a:lnTo>
                <a:lnTo>
                  <a:pt x="1593822" y="86367"/>
                </a:lnTo>
                <a:lnTo>
                  <a:pt x="1594278" y="86815"/>
                </a:lnTo>
                <a:lnTo>
                  <a:pt x="1594748" y="87247"/>
                </a:lnTo>
                <a:lnTo>
                  <a:pt x="1595232" y="87662"/>
                </a:lnTo>
                <a:lnTo>
                  <a:pt x="1595729" y="88060"/>
                </a:lnTo>
                <a:lnTo>
                  <a:pt x="1596240" y="88442"/>
                </a:lnTo>
                <a:lnTo>
                  <a:pt x="1596765" y="88806"/>
                </a:lnTo>
                <a:lnTo>
                  <a:pt x="1597304" y="89154"/>
                </a:lnTo>
                <a:lnTo>
                  <a:pt x="1597856" y="89485"/>
                </a:lnTo>
                <a:lnTo>
                  <a:pt x="1598422" y="89800"/>
                </a:lnTo>
                <a:lnTo>
                  <a:pt x="1599001" y="90098"/>
                </a:lnTo>
                <a:lnTo>
                  <a:pt x="1599595" y="90379"/>
                </a:lnTo>
                <a:lnTo>
                  <a:pt x="1600202" y="90643"/>
                </a:lnTo>
                <a:lnTo>
                  <a:pt x="1600823" y="90891"/>
                </a:lnTo>
                <a:lnTo>
                  <a:pt x="1601457" y="91122"/>
                </a:lnTo>
                <a:lnTo>
                  <a:pt x="1602105" y="91336"/>
                </a:lnTo>
                <a:lnTo>
                  <a:pt x="1602767" y="91533"/>
                </a:lnTo>
                <a:lnTo>
                  <a:pt x="1603443" y="91714"/>
                </a:lnTo>
                <a:lnTo>
                  <a:pt x="1604132" y="91878"/>
                </a:lnTo>
                <a:lnTo>
                  <a:pt x="1604835" y="92026"/>
                </a:lnTo>
                <a:lnTo>
                  <a:pt x="1605552" y="92156"/>
                </a:lnTo>
                <a:lnTo>
                  <a:pt x="1606282" y="92270"/>
                </a:lnTo>
                <a:lnTo>
                  <a:pt x="1630297" y="95746"/>
                </a:lnTo>
                <a:lnTo>
                  <a:pt x="1630726" y="95803"/>
                </a:lnTo>
                <a:lnTo>
                  <a:pt x="1631147" y="95869"/>
                </a:lnTo>
                <a:lnTo>
                  <a:pt x="1631558" y="95944"/>
                </a:lnTo>
                <a:lnTo>
                  <a:pt x="1631960" y="96027"/>
                </a:lnTo>
                <a:lnTo>
                  <a:pt x="1632353" y="96119"/>
                </a:lnTo>
                <a:lnTo>
                  <a:pt x="1632736" y="96220"/>
                </a:lnTo>
                <a:lnTo>
                  <a:pt x="1633110" y="96330"/>
                </a:lnTo>
                <a:lnTo>
                  <a:pt x="1633474" y="96448"/>
                </a:lnTo>
                <a:lnTo>
                  <a:pt x="1633830" y="96576"/>
                </a:lnTo>
                <a:lnTo>
                  <a:pt x="1634175" y="96712"/>
                </a:lnTo>
                <a:lnTo>
                  <a:pt x="1634512" y="96857"/>
                </a:lnTo>
                <a:lnTo>
                  <a:pt x="1634839" y="97010"/>
                </a:lnTo>
                <a:lnTo>
                  <a:pt x="1635157" y="97173"/>
                </a:lnTo>
                <a:lnTo>
                  <a:pt x="1635466" y="97344"/>
                </a:lnTo>
                <a:lnTo>
                  <a:pt x="1635765" y="97524"/>
                </a:lnTo>
                <a:lnTo>
                  <a:pt x="1636055" y="97713"/>
                </a:lnTo>
                <a:lnTo>
                  <a:pt x="1636335" y="97910"/>
                </a:lnTo>
                <a:lnTo>
                  <a:pt x="1636607" y="98116"/>
                </a:lnTo>
                <a:lnTo>
                  <a:pt x="1636868" y="98331"/>
                </a:lnTo>
                <a:lnTo>
                  <a:pt x="1637121" y="98555"/>
                </a:lnTo>
                <a:lnTo>
                  <a:pt x="1637364" y="98788"/>
                </a:lnTo>
                <a:lnTo>
                  <a:pt x="1637598" y="99029"/>
                </a:lnTo>
                <a:lnTo>
                  <a:pt x="1637823" y="99280"/>
                </a:lnTo>
                <a:lnTo>
                  <a:pt x="1638038" y="99539"/>
                </a:lnTo>
                <a:lnTo>
                  <a:pt x="1638244" y="99806"/>
                </a:lnTo>
                <a:lnTo>
                  <a:pt x="1638442" y="100083"/>
                </a:lnTo>
                <a:lnTo>
                  <a:pt x="1638631" y="100368"/>
                </a:lnTo>
                <a:lnTo>
                  <a:pt x="1638811" y="100662"/>
                </a:lnTo>
                <a:lnTo>
                  <a:pt x="1638982" y="100964"/>
                </a:lnTo>
                <a:lnTo>
                  <a:pt x="1639144" y="101276"/>
                </a:lnTo>
                <a:lnTo>
                  <a:pt x="1639298" y="101596"/>
                </a:lnTo>
                <a:lnTo>
                  <a:pt x="1639443" y="101925"/>
                </a:lnTo>
                <a:lnTo>
                  <a:pt x="1639579" y="102263"/>
                </a:lnTo>
                <a:lnTo>
                  <a:pt x="1639706" y="102609"/>
                </a:lnTo>
                <a:lnTo>
                  <a:pt x="1639825" y="102965"/>
                </a:lnTo>
                <a:lnTo>
                  <a:pt x="1639935" y="103329"/>
                </a:lnTo>
                <a:lnTo>
                  <a:pt x="1640035" y="103702"/>
                </a:lnTo>
                <a:lnTo>
                  <a:pt x="1640128" y="104084"/>
                </a:lnTo>
                <a:lnTo>
                  <a:pt x="1640211" y="104474"/>
                </a:lnTo>
                <a:lnTo>
                  <a:pt x="1640286" y="104874"/>
                </a:lnTo>
                <a:lnTo>
                  <a:pt x="1640352" y="105282"/>
                </a:lnTo>
                <a:lnTo>
                  <a:pt x="1640409" y="105698"/>
                </a:lnTo>
                <a:lnTo>
                  <a:pt x="1640457" y="106124"/>
                </a:lnTo>
                <a:lnTo>
                  <a:pt x="1640497" y="106558"/>
                </a:lnTo>
                <a:lnTo>
                  <a:pt x="1640527" y="107002"/>
                </a:lnTo>
                <a:lnTo>
                  <a:pt x="1640549" y="107454"/>
                </a:lnTo>
                <a:lnTo>
                  <a:pt x="1640562" y="107914"/>
                </a:lnTo>
                <a:lnTo>
                  <a:pt x="1640567" y="108384"/>
                </a:lnTo>
                <a:lnTo>
                  <a:pt x="1640559" y="108906"/>
                </a:lnTo>
                <a:lnTo>
                  <a:pt x="1640537" y="109418"/>
                </a:lnTo>
                <a:lnTo>
                  <a:pt x="1640499" y="109920"/>
                </a:lnTo>
                <a:lnTo>
                  <a:pt x="1640446" y="110412"/>
                </a:lnTo>
                <a:lnTo>
                  <a:pt x="1640378" y="110894"/>
                </a:lnTo>
                <a:lnTo>
                  <a:pt x="1640295" y="111367"/>
                </a:lnTo>
                <a:lnTo>
                  <a:pt x="1640197" y="111829"/>
                </a:lnTo>
                <a:lnTo>
                  <a:pt x="1640084" y="112282"/>
                </a:lnTo>
                <a:lnTo>
                  <a:pt x="1639955" y="112725"/>
                </a:lnTo>
                <a:lnTo>
                  <a:pt x="1639812" y="113158"/>
                </a:lnTo>
                <a:lnTo>
                  <a:pt x="1639654" y="113581"/>
                </a:lnTo>
                <a:lnTo>
                  <a:pt x="1639480" y="113994"/>
                </a:lnTo>
                <a:lnTo>
                  <a:pt x="1639291" y="114397"/>
                </a:lnTo>
                <a:lnTo>
                  <a:pt x="1639088" y="114791"/>
                </a:lnTo>
                <a:lnTo>
                  <a:pt x="1638869" y="115174"/>
                </a:lnTo>
                <a:lnTo>
                  <a:pt x="1638635" y="115548"/>
                </a:lnTo>
                <a:lnTo>
                  <a:pt x="1638386" y="115912"/>
                </a:lnTo>
                <a:lnTo>
                  <a:pt x="1638122" y="116266"/>
                </a:lnTo>
                <a:lnTo>
                  <a:pt x="1637842" y="116610"/>
                </a:lnTo>
                <a:lnTo>
                  <a:pt x="1637548" y="116944"/>
                </a:lnTo>
                <a:lnTo>
                  <a:pt x="1637239" y="117268"/>
                </a:lnTo>
                <a:lnTo>
                  <a:pt x="1636914" y="117582"/>
                </a:lnTo>
                <a:lnTo>
                  <a:pt x="1636575" y="117887"/>
                </a:lnTo>
                <a:lnTo>
                  <a:pt x="1636220" y="118182"/>
                </a:lnTo>
                <a:lnTo>
                  <a:pt x="1635852" y="118465"/>
                </a:lnTo>
                <a:lnTo>
                  <a:pt x="1635471" y="118736"/>
                </a:lnTo>
                <a:lnTo>
                  <a:pt x="1635078" y="118996"/>
                </a:lnTo>
                <a:lnTo>
                  <a:pt x="1634673" y="119243"/>
                </a:lnTo>
                <a:lnTo>
                  <a:pt x="1634256" y="119478"/>
                </a:lnTo>
                <a:lnTo>
                  <a:pt x="1633826" y="119701"/>
                </a:lnTo>
                <a:lnTo>
                  <a:pt x="1633384" y="119913"/>
                </a:lnTo>
                <a:lnTo>
                  <a:pt x="1632929" y="120112"/>
                </a:lnTo>
                <a:lnTo>
                  <a:pt x="1632462" y="120299"/>
                </a:lnTo>
                <a:lnTo>
                  <a:pt x="1631983" y="120473"/>
                </a:lnTo>
                <a:lnTo>
                  <a:pt x="1631491" y="120636"/>
                </a:lnTo>
                <a:lnTo>
                  <a:pt x="1630987" y="120787"/>
                </a:lnTo>
                <a:lnTo>
                  <a:pt x="1630471" y="120926"/>
                </a:lnTo>
                <a:lnTo>
                  <a:pt x="1629942" y="121052"/>
                </a:lnTo>
                <a:lnTo>
                  <a:pt x="1629401" y="121167"/>
                </a:lnTo>
                <a:lnTo>
                  <a:pt x="1628848" y="121270"/>
                </a:lnTo>
                <a:lnTo>
                  <a:pt x="1628283" y="121360"/>
                </a:lnTo>
                <a:lnTo>
                  <a:pt x="1627705" y="121438"/>
                </a:lnTo>
                <a:lnTo>
                  <a:pt x="1627114" y="121505"/>
                </a:lnTo>
                <a:lnTo>
                  <a:pt x="1626512" y="121559"/>
                </a:lnTo>
                <a:lnTo>
                  <a:pt x="1625897" y="121601"/>
                </a:lnTo>
                <a:lnTo>
                  <a:pt x="1625269" y="121631"/>
                </a:lnTo>
                <a:lnTo>
                  <a:pt x="1624630" y="121650"/>
                </a:lnTo>
                <a:lnTo>
                  <a:pt x="1623978" y="121656"/>
                </a:lnTo>
                <a:lnTo>
                  <a:pt x="1617025" y="121656"/>
                </a:lnTo>
                <a:lnTo>
                  <a:pt x="1616386" y="121650"/>
                </a:lnTo>
                <a:lnTo>
                  <a:pt x="1615759" y="121632"/>
                </a:lnTo>
                <a:lnTo>
                  <a:pt x="1615144" y="121603"/>
                </a:lnTo>
                <a:lnTo>
                  <a:pt x="1614541" y="121561"/>
                </a:lnTo>
                <a:lnTo>
                  <a:pt x="1613950" y="121508"/>
                </a:lnTo>
                <a:lnTo>
                  <a:pt x="1613371" y="121443"/>
                </a:lnTo>
                <a:lnTo>
                  <a:pt x="1612805" y="121367"/>
                </a:lnTo>
                <a:lnTo>
                  <a:pt x="1612250" y="121278"/>
                </a:lnTo>
                <a:lnTo>
                  <a:pt x="1611708" y="121178"/>
                </a:lnTo>
                <a:lnTo>
                  <a:pt x="1611177" y="121066"/>
                </a:lnTo>
                <a:lnTo>
                  <a:pt x="1610659" y="120942"/>
                </a:lnTo>
                <a:lnTo>
                  <a:pt x="1610152" y="120806"/>
                </a:lnTo>
                <a:lnTo>
                  <a:pt x="1609658" y="120659"/>
                </a:lnTo>
                <a:lnTo>
                  <a:pt x="1609176" y="120500"/>
                </a:lnTo>
                <a:lnTo>
                  <a:pt x="1608705" y="120329"/>
                </a:lnTo>
                <a:lnTo>
                  <a:pt x="1608247" y="120146"/>
                </a:lnTo>
                <a:lnTo>
                  <a:pt x="1607801" y="119951"/>
                </a:lnTo>
                <a:lnTo>
                  <a:pt x="1607367" y="119745"/>
                </a:lnTo>
                <a:lnTo>
                  <a:pt x="1606945" y="119527"/>
                </a:lnTo>
                <a:lnTo>
                  <a:pt x="1606535" y="119297"/>
                </a:lnTo>
                <a:lnTo>
                  <a:pt x="1606138" y="119055"/>
                </a:lnTo>
                <a:lnTo>
                  <a:pt x="1605752" y="118801"/>
                </a:lnTo>
                <a:lnTo>
                  <a:pt x="1605378" y="118536"/>
                </a:lnTo>
                <a:lnTo>
                  <a:pt x="1605017" y="118259"/>
                </a:lnTo>
                <a:lnTo>
                  <a:pt x="1604669" y="117971"/>
                </a:lnTo>
                <a:lnTo>
                  <a:pt x="1604335" y="117674"/>
                </a:lnTo>
                <a:lnTo>
                  <a:pt x="1604017" y="117369"/>
                </a:lnTo>
                <a:lnTo>
                  <a:pt x="1603713" y="117054"/>
                </a:lnTo>
                <a:lnTo>
                  <a:pt x="1603425" y="116730"/>
                </a:lnTo>
                <a:lnTo>
                  <a:pt x="1603151" y="116397"/>
                </a:lnTo>
                <a:lnTo>
                  <a:pt x="1602892" y="116056"/>
                </a:lnTo>
                <a:lnTo>
                  <a:pt x="1602647" y="115705"/>
                </a:lnTo>
                <a:lnTo>
                  <a:pt x="1602418" y="115345"/>
                </a:lnTo>
                <a:lnTo>
                  <a:pt x="1602203" y="114976"/>
                </a:lnTo>
                <a:lnTo>
                  <a:pt x="1602003" y="114597"/>
                </a:lnTo>
                <a:lnTo>
                  <a:pt x="1601818" y="114210"/>
                </a:lnTo>
                <a:lnTo>
                  <a:pt x="1601648" y="113814"/>
                </a:lnTo>
                <a:lnTo>
                  <a:pt x="1601492" y="113409"/>
                </a:lnTo>
                <a:lnTo>
                  <a:pt x="1601352" y="112995"/>
                </a:lnTo>
                <a:lnTo>
                  <a:pt x="1601226" y="112571"/>
                </a:lnTo>
                <a:lnTo>
                  <a:pt x="1601115" y="112139"/>
                </a:lnTo>
                <a:lnTo>
                  <a:pt x="1601018" y="111697"/>
                </a:lnTo>
                <a:lnTo>
                  <a:pt x="1600937" y="111247"/>
                </a:lnTo>
                <a:lnTo>
                  <a:pt x="1600870" y="110787"/>
                </a:lnTo>
                <a:lnTo>
                  <a:pt x="1600818" y="110319"/>
                </a:lnTo>
                <a:lnTo>
                  <a:pt x="1600781" y="109841"/>
                </a:lnTo>
                <a:lnTo>
                  <a:pt x="1600759" y="109355"/>
                </a:lnTo>
                <a:lnTo>
                  <a:pt x="1600752" y="108859"/>
                </a:lnTo>
                <a:lnTo>
                  <a:pt x="1586533" y="108859"/>
                </a:lnTo>
                <a:lnTo>
                  <a:pt x="1586539" y="109526"/>
                </a:lnTo>
                <a:lnTo>
                  <a:pt x="1586557" y="110185"/>
                </a:lnTo>
                <a:lnTo>
                  <a:pt x="1586588" y="110835"/>
                </a:lnTo>
                <a:lnTo>
                  <a:pt x="1586631" y="111477"/>
                </a:lnTo>
                <a:lnTo>
                  <a:pt x="1586687" y="112110"/>
                </a:lnTo>
                <a:lnTo>
                  <a:pt x="1586755" y="112734"/>
                </a:lnTo>
                <a:lnTo>
                  <a:pt x="1586835" y="113351"/>
                </a:lnTo>
                <a:lnTo>
                  <a:pt x="1586928" y="113958"/>
                </a:lnTo>
                <a:lnTo>
                  <a:pt x="1587032" y="114558"/>
                </a:lnTo>
                <a:lnTo>
                  <a:pt x="1587150" y="115148"/>
                </a:lnTo>
                <a:lnTo>
                  <a:pt x="1587279" y="115730"/>
                </a:lnTo>
                <a:lnTo>
                  <a:pt x="1587421" y="116304"/>
                </a:lnTo>
                <a:lnTo>
                  <a:pt x="1587575" y="116869"/>
                </a:lnTo>
                <a:lnTo>
                  <a:pt x="1587742" y="117426"/>
                </a:lnTo>
                <a:lnTo>
                  <a:pt x="1587921" y="117974"/>
                </a:lnTo>
                <a:lnTo>
                  <a:pt x="1588112" y="118514"/>
                </a:lnTo>
                <a:lnTo>
                  <a:pt x="1588316" y="119045"/>
                </a:lnTo>
                <a:lnTo>
                  <a:pt x="1588532" y="119568"/>
                </a:lnTo>
                <a:lnTo>
                  <a:pt x="1588760" y="120082"/>
                </a:lnTo>
                <a:lnTo>
                  <a:pt x="1589000" y="120588"/>
                </a:lnTo>
                <a:lnTo>
                  <a:pt x="1589253" y="121085"/>
                </a:lnTo>
                <a:lnTo>
                  <a:pt x="1589519" y="121574"/>
                </a:lnTo>
                <a:lnTo>
                  <a:pt x="1589796" y="122054"/>
                </a:lnTo>
                <a:lnTo>
                  <a:pt x="1590086" y="122526"/>
                </a:lnTo>
                <a:lnTo>
                  <a:pt x="1590388" y="122989"/>
                </a:lnTo>
                <a:lnTo>
                  <a:pt x="1590702" y="123442"/>
                </a:lnTo>
                <a:lnTo>
                  <a:pt x="1591027" y="123886"/>
                </a:lnTo>
                <a:lnTo>
                  <a:pt x="1591364" y="124321"/>
                </a:lnTo>
                <a:lnTo>
                  <a:pt x="1591712" y="124746"/>
                </a:lnTo>
                <a:lnTo>
                  <a:pt x="1592071" y="125162"/>
                </a:lnTo>
                <a:lnTo>
                  <a:pt x="1592443" y="125569"/>
                </a:lnTo>
                <a:lnTo>
                  <a:pt x="1592825" y="125966"/>
                </a:lnTo>
                <a:lnTo>
                  <a:pt x="1593219" y="126354"/>
                </a:lnTo>
                <a:lnTo>
                  <a:pt x="1593625" y="126733"/>
                </a:lnTo>
                <a:lnTo>
                  <a:pt x="1594042" y="127103"/>
                </a:lnTo>
                <a:lnTo>
                  <a:pt x="1594471" y="127463"/>
                </a:lnTo>
                <a:lnTo>
                  <a:pt x="1594911" y="127814"/>
                </a:lnTo>
                <a:lnTo>
                  <a:pt x="1595363" y="128155"/>
                </a:lnTo>
                <a:lnTo>
                  <a:pt x="1595826" y="128487"/>
                </a:lnTo>
                <a:lnTo>
                  <a:pt x="1596301" y="128810"/>
                </a:lnTo>
                <a:lnTo>
                  <a:pt x="1596787" y="129124"/>
                </a:lnTo>
                <a:lnTo>
                  <a:pt x="1597285" y="129428"/>
                </a:lnTo>
                <a:lnTo>
                  <a:pt x="1597794" y="129723"/>
                </a:lnTo>
                <a:lnTo>
                  <a:pt x="1598315" y="130009"/>
                </a:lnTo>
                <a:lnTo>
                  <a:pt x="1598847" y="130285"/>
                </a:lnTo>
                <a:lnTo>
                  <a:pt x="1599391" y="130552"/>
                </a:lnTo>
                <a:lnTo>
                  <a:pt x="1599946" y="130810"/>
                </a:lnTo>
                <a:lnTo>
                  <a:pt x="1600513" y="131058"/>
                </a:lnTo>
                <a:lnTo>
                  <a:pt x="1601091" y="131296"/>
                </a:lnTo>
                <a:lnTo>
                  <a:pt x="1601678" y="131525"/>
                </a:lnTo>
                <a:lnTo>
                  <a:pt x="1602275" y="131743"/>
                </a:lnTo>
                <a:lnTo>
                  <a:pt x="1602881" y="131951"/>
                </a:lnTo>
                <a:lnTo>
                  <a:pt x="1603497" y="132149"/>
                </a:lnTo>
                <a:lnTo>
                  <a:pt x="1604123" y="132336"/>
                </a:lnTo>
                <a:lnTo>
                  <a:pt x="1604758" y="132514"/>
                </a:lnTo>
                <a:lnTo>
                  <a:pt x="1605403" y="132681"/>
                </a:lnTo>
                <a:lnTo>
                  <a:pt x="1606057" y="132838"/>
                </a:lnTo>
                <a:lnTo>
                  <a:pt x="1606721" y="132986"/>
                </a:lnTo>
                <a:lnTo>
                  <a:pt x="1607395" y="133122"/>
                </a:lnTo>
                <a:lnTo>
                  <a:pt x="1608078" y="133249"/>
                </a:lnTo>
                <a:lnTo>
                  <a:pt x="1608771" y="133366"/>
                </a:lnTo>
                <a:lnTo>
                  <a:pt x="1609473" y="133473"/>
                </a:lnTo>
                <a:lnTo>
                  <a:pt x="1610185" y="133569"/>
                </a:lnTo>
                <a:lnTo>
                  <a:pt x="1610907" y="133655"/>
                </a:lnTo>
                <a:lnTo>
                  <a:pt x="1611638" y="133731"/>
                </a:lnTo>
                <a:lnTo>
                  <a:pt x="1612379" y="133797"/>
                </a:lnTo>
                <a:lnTo>
                  <a:pt x="1613129" y="133853"/>
                </a:lnTo>
                <a:lnTo>
                  <a:pt x="1613889" y="133899"/>
                </a:lnTo>
                <a:lnTo>
                  <a:pt x="1614659" y="133934"/>
                </a:lnTo>
                <a:lnTo>
                  <a:pt x="1615438" y="133960"/>
                </a:lnTo>
                <a:lnTo>
                  <a:pt x="1616227" y="133975"/>
                </a:lnTo>
                <a:lnTo>
                  <a:pt x="1617025" y="133980"/>
                </a:lnTo>
                <a:lnTo>
                  <a:pt x="1623978" y="133980"/>
                </a:lnTo>
                <a:lnTo>
                  <a:pt x="1625178" y="133968"/>
                </a:lnTo>
                <a:lnTo>
                  <a:pt x="1626355" y="133933"/>
                </a:lnTo>
                <a:lnTo>
                  <a:pt x="1627509" y="133875"/>
                </a:lnTo>
                <a:lnTo>
                  <a:pt x="1628641" y="133793"/>
                </a:lnTo>
                <a:close/>
                <a:moveTo>
                  <a:pt x="1719524" y="133802"/>
                </a:moveTo>
                <a:lnTo>
                  <a:pt x="1720340" y="133723"/>
                </a:lnTo>
                <a:lnTo>
                  <a:pt x="1721146" y="133630"/>
                </a:lnTo>
                <a:lnTo>
                  <a:pt x="1721943" y="133523"/>
                </a:lnTo>
                <a:lnTo>
                  <a:pt x="1722731" y="133402"/>
                </a:lnTo>
                <a:lnTo>
                  <a:pt x="1723508" y="133267"/>
                </a:lnTo>
                <a:lnTo>
                  <a:pt x="1724276" y="133117"/>
                </a:lnTo>
                <a:lnTo>
                  <a:pt x="1725035" y="132953"/>
                </a:lnTo>
                <a:lnTo>
                  <a:pt x="1725784" y="132774"/>
                </a:lnTo>
                <a:lnTo>
                  <a:pt x="1726523" y="132582"/>
                </a:lnTo>
                <a:lnTo>
                  <a:pt x="1727253" y="132375"/>
                </a:lnTo>
                <a:lnTo>
                  <a:pt x="1727973" y="132154"/>
                </a:lnTo>
                <a:lnTo>
                  <a:pt x="1728683" y="131919"/>
                </a:lnTo>
                <a:lnTo>
                  <a:pt x="1729384" y="131669"/>
                </a:lnTo>
                <a:lnTo>
                  <a:pt x="1730075" y="131405"/>
                </a:lnTo>
                <a:lnTo>
                  <a:pt x="1730757" y="131127"/>
                </a:lnTo>
                <a:lnTo>
                  <a:pt x="1731429" y="130835"/>
                </a:lnTo>
                <a:lnTo>
                  <a:pt x="1732092" y="130528"/>
                </a:lnTo>
                <a:lnTo>
                  <a:pt x="1732744" y="130207"/>
                </a:lnTo>
                <a:lnTo>
                  <a:pt x="1733388" y="129872"/>
                </a:lnTo>
                <a:lnTo>
                  <a:pt x="1734020" y="129523"/>
                </a:lnTo>
                <a:lnTo>
                  <a:pt x="1734641" y="129161"/>
                </a:lnTo>
                <a:lnTo>
                  <a:pt x="1735249" y="128787"/>
                </a:lnTo>
                <a:lnTo>
                  <a:pt x="1735846" y="128399"/>
                </a:lnTo>
                <a:lnTo>
                  <a:pt x="1736430" y="127999"/>
                </a:lnTo>
                <a:lnTo>
                  <a:pt x="1737002" y="127586"/>
                </a:lnTo>
                <a:lnTo>
                  <a:pt x="1737563" y="127160"/>
                </a:lnTo>
                <a:lnTo>
                  <a:pt x="1738111" y="126721"/>
                </a:lnTo>
                <a:lnTo>
                  <a:pt x="1738647" y="126269"/>
                </a:lnTo>
                <a:lnTo>
                  <a:pt x="1739171" y="125804"/>
                </a:lnTo>
                <a:lnTo>
                  <a:pt x="1739683" y="125326"/>
                </a:lnTo>
                <a:lnTo>
                  <a:pt x="1740183" y="124836"/>
                </a:lnTo>
                <a:lnTo>
                  <a:pt x="1740670" y="124332"/>
                </a:lnTo>
                <a:lnTo>
                  <a:pt x="1741146" y="123816"/>
                </a:lnTo>
                <a:lnTo>
                  <a:pt x="1741610" y="123286"/>
                </a:lnTo>
                <a:lnTo>
                  <a:pt x="1742061" y="122744"/>
                </a:lnTo>
                <a:lnTo>
                  <a:pt x="1742501" y="122189"/>
                </a:lnTo>
                <a:lnTo>
                  <a:pt x="1742928" y="121621"/>
                </a:lnTo>
                <a:lnTo>
                  <a:pt x="1743344" y="121040"/>
                </a:lnTo>
                <a:lnTo>
                  <a:pt x="1743747" y="120447"/>
                </a:lnTo>
                <a:lnTo>
                  <a:pt x="1744138" y="119840"/>
                </a:lnTo>
                <a:lnTo>
                  <a:pt x="1744517" y="119221"/>
                </a:lnTo>
                <a:lnTo>
                  <a:pt x="1744884" y="118588"/>
                </a:lnTo>
                <a:lnTo>
                  <a:pt x="1745239" y="117943"/>
                </a:lnTo>
                <a:lnTo>
                  <a:pt x="1745581" y="117286"/>
                </a:lnTo>
                <a:lnTo>
                  <a:pt x="1745908" y="116618"/>
                </a:lnTo>
                <a:lnTo>
                  <a:pt x="1746221" y="115940"/>
                </a:lnTo>
                <a:lnTo>
                  <a:pt x="1746519" y="115250"/>
                </a:lnTo>
                <a:lnTo>
                  <a:pt x="1746802" y="114551"/>
                </a:lnTo>
                <a:lnTo>
                  <a:pt x="1747071" y="113840"/>
                </a:lnTo>
                <a:lnTo>
                  <a:pt x="1747326" y="113119"/>
                </a:lnTo>
                <a:lnTo>
                  <a:pt x="1747566" y="112387"/>
                </a:lnTo>
                <a:lnTo>
                  <a:pt x="1747791" y="111644"/>
                </a:lnTo>
                <a:lnTo>
                  <a:pt x="1748002" y="110891"/>
                </a:lnTo>
                <a:lnTo>
                  <a:pt x="1748198" y="110127"/>
                </a:lnTo>
                <a:lnTo>
                  <a:pt x="1748380" y="109352"/>
                </a:lnTo>
                <a:lnTo>
                  <a:pt x="1748547" y="108566"/>
                </a:lnTo>
                <a:lnTo>
                  <a:pt x="1748700" y="107770"/>
                </a:lnTo>
                <a:lnTo>
                  <a:pt x="1748838" y="106963"/>
                </a:lnTo>
                <a:lnTo>
                  <a:pt x="1748962" y="106146"/>
                </a:lnTo>
                <a:lnTo>
                  <a:pt x="1749071" y="105318"/>
                </a:lnTo>
                <a:lnTo>
                  <a:pt x="1749165" y="104479"/>
                </a:lnTo>
                <a:lnTo>
                  <a:pt x="1749245" y="103629"/>
                </a:lnTo>
                <a:lnTo>
                  <a:pt x="1749311" y="102769"/>
                </a:lnTo>
                <a:lnTo>
                  <a:pt x="1749362" y="101898"/>
                </a:lnTo>
                <a:lnTo>
                  <a:pt x="1749398" y="101016"/>
                </a:lnTo>
                <a:lnTo>
                  <a:pt x="1749420" y="100124"/>
                </a:lnTo>
                <a:lnTo>
                  <a:pt x="1749427" y="99220"/>
                </a:lnTo>
                <a:lnTo>
                  <a:pt x="1749427" y="79314"/>
                </a:lnTo>
                <a:lnTo>
                  <a:pt x="1749420" y="78398"/>
                </a:lnTo>
                <a:lnTo>
                  <a:pt x="1749398" y="77494"/>
                </a:lnTo>
                <a:lnTo>
                  <a:pt x="1749362" y="76601"/>
                </a:lnTo>
                <a:lnTo>
                  <a:pt x="1749311" y="75719"/>
                </a:lnTo>
                <a:lnTo>
                  <a:pt x="1749245" y="74849"/>
                </a:lnTo>
                <a:lnTo>
                  <a:pt x="1749165" y="73991"/>
                </a:lnTo>
                <a:lnTo>
                  <a:pt x="1749071" y="73144"/>
                </a:lnTo>
                <a:lnTo>
                  <a:pt x="1748962" y="72309"/>
                </a:lnTo>
                <a:lnTo>
                  <a:pt x="1748838" y="71485"/>
                </a:lnTo>
                <a:lnTo>
                  <a:pt x="1748700" y="70673"/>
                </a:lnTo>
                <a:lnTo>
                  <a:pt x="1748547" y="69872"/>
                </a:lnTo>
                <a:lnTo>
                  <a:pt x="1748380" y="69083"/>
                </a:lnTo>
                <a:lnTo>
                  <a:pt x="1748198" y="68305"/>
                </a:lnTo>
                <a:lnTo>
                  <a:pt x="1748002" y="67539"/>
                </a:lnTo>
                <a:lnTo>
                  <a:pt x="1747791" y="66785"/>
                </a:lnTo>
                <a:lnTo>
                  <a:pt x="1747566" y="66042"/>
                </a:lnTo>
                <a:lnTo>
                  <a:pt x="1747326" y="65310"/>
                </a:lnTo>
                <a:lnTo>
                  <a:pt x="1747071" y="64590"/>
                </a:lnTo>
                <a:lnTo>
                  <a:pt x="1746802" y="63882"/>
                </a:lnTo>
                <a:lnTo>
                  <a:pt x="1746519" y="63185"/>
                </a:lnTo>
                <a:lnTo>
                  <a:pt x="1746221" y="62499"/>
                </a:lnTo>
                <a:lnTo>
                  <a:pt x="1745908" y="61825"/>
                </a:lnTo>
                <a:lnTo>
                  <a:pt x="1745581" y="61163"/>
                </a:lnTo>
                <a:lnTo>
                  <a:pt x="1745239" y="60512"/>
                </a:lnTo>
                <a:lnTo>
                  <a:pt x="1744885" y="59873"/>
                </a:lnTo>
                <a:lnTo>
                  <a:pt x="1744518" y="59247"/>
                </a:lnTo>
                <a:lnTo>
                  <a:pt x="1744139" y="58633"/>
                </a:lnTo>
                <a:lnTo>
                  <a:pt x="1743749" y="58033"/>
                </a:lnTo>
                <a:lnTo>
                  <a:pt x="1743347" y="57444"/>
                </a:lnTo>
                <a:lnTo>
                  <a:pt x="1742933" y="56868"/>
                </a:lnTo>
                <a:lnTo>
                  <a:pt x="1742508" y="56305"/>
                </a:lnTo>
                <a:lnTo>
                  <a:pt x="1742070" y="55755"/>
                </a:lnTo>
                <a:lnTo>
                  <a:pt x="1741621" y="55217"/>
                </a:lnTo>
                <a:lnTo>
                  <a:pt x="1741160" y="54692"/>
                </a:lnTo>
                <a:lnTo>
                  <a:pt x="1740687" y="54179"/>
                </a:lnTo>
                <a:lnTo>
                  <a:pt x="1740203" y="53679"/>
                </a:lnTo>
                <a:lnTo>
                  <a:pt x="1739706" y="53192"/>
                </a:lnTo>
                <a:lnTo>
                  <a:pt x="1739198" y="52717"/>
                </a:lnTo>
                <a:lnTo>
                  <a:pt x="1738678" y="52255"/>
                </a:lnTo>
                <a:lnTo>
                  <a:pt x="1738146" y="51805"/>
                </a:lnTo>
                <a:lnTo>
                  <a:pt x="1737603" y="51368"/>
                </a:lnTo>
                <a:lnTo>
                  <a:pt x="1737047" y="50944"/>
                </a:lnTo>
                <a:lnTo>
                  <a:pt x="1736480" y="50532"/>
                </a:lnTo>
                <a:lnTo>
                  <a:pt x="1735901" y="50133"/>
                </a:lnTo>
                <a:lnTo>
                  <a:pt x="1735310" y="49747"/>
                </a:lnTo>
                <a:lnTo>
                  <a:pt x="1734708" y="49373"/>
                </a:lnTo>
                <a:lnTo>
                  <a:pt x="1734093" y="49011"/>
                </a:lnTo>
                <a:lnTo>
                  <a:pt x="1733467" y="48663"/>
                </a:lnTo>
                <a:lnTo>
                  <a:pt x="1732830" y="48328"/>
                </a:lnTo>
                <a:lnTo>
                  <a:pt x="1732183" y="48007"/>
                </a:lnTo>
                <a:lnTo>
                  <a:pt x="1731525" y="47700"/>
                </a:lnTo>
                <a:lnTo>
                  <a:pt x="1730856" y="47407"/>
                </a:lnTo>
                <a:lnTo>
                  <a:pt x="1730178" y="47129"/>
                </a:lnTo>
                <a:lnTo>
                  <a:pt x="1729488" y="46865"/>
                </a:lnTo>
                <a:lnTo>
                  <a:pt x="1728789" y="46616"/>
                </a:lnTo>
                <a:lnTo>
                  <a:pt x="1728079" y="46380"/>
                </a:lnTo>
                <a:lnTo>
                  <a:pt x="1727358" y="46159"/>
                </a:lnTo>
                <a:lnTo>
                  <a:pt x="1726627" y="45953"/>
                </a:lnTo>
                <a:lnTo>
                  <a:pt x="1725886" y="45760"/>
                </a:lnTo>
                <a:lnTo>
                  <a:pt x="1725134" y="45582"/>
                </a:lnTo>
                <a:lnTo>
                  <a:pt x="1724372" y="45418"/>
                </a:lnTo>
                <a:lnTo>
                  <a:pt x="1723599" y="45268"/>
                </a:lnTo>
                <a:lnTo>
                  <a:pt x="1722816" y="45132"/>
                </a:lnTo>
                <a:lnTo>
                  <a:pt x="1722023" y="45011"/>
                </a:lnTo>
                <a:lnTo>
                  <a:pt x="1721219" y="44904"/>
                </a:lnTo>
                <a:lnTo>
                  <a:pt x="1720404" y="44811"/>
                </a:lnTo>
                <a:lnTo>
                  <a:pt x="1719580" y="44733"/>
                </a:lnTo>
                <a:lnTo>
                  <a:pt x="1718744" y="44669"/>
                </a:lnTo>
                <a:lnTo>
                  <a:pt x="1717899" y="44619"/>
                </a:lnTo>
                <a:lnTo>
                  <a:pt x="1717043" y="44583"/>
                </a:lnTo>
                <a:lnTo>
                  <a:pt x="1716176" y="44562"/>
                </a:lnTo>
                <a:lnTo>
                  <a:pt x="1715299" y="44555"/>
                </a:lnTo>
                <a:lnTo>
                  <a:pt x="1714435" y="44562"/>
                </a:lnTo>
                <a:lnTo>
                  <a:pt x="1713580" y="44583"/>
                </a:lnTo>
                <a:lnTo>
                  <a:pt x="1712735" y="44619"/>
                </a:lnTo>
                <a:lnTo>
                  <a:pt x="1711900" y="44669"/>
                </a:lnTo>
                <a:lnTo>
                  <a:pt x="1711074" y="44733"/>
                </a:lnTo>
                <a:lnTo>
                  <a:pt x="1710257" y="44811"/>
                </a:lnTo>
                <a:lnTo>
                  <a:pt x="1709451" y="44904"/>
                </a:lnTo>
                <a:lnTo>
                  <a:pt x="1708654" y="45011"/>
                </a:lnTo>
                <a:lnTo>
                  <a:pt x="1707866" y="45132"/>
                </a:lnTo>
                <a:lnTo>
                  <a:pt x="1707088" y="45268"/>
                </a:lnTo>
                <a:lnTo>
                  <a:pt x="1706320" y="45418"/>
                </a:lnTo>
                <a:lnTo>
                  <a:pt x="1705561" y="45582"/>
                </a:lnTo>
                <a:lnTo>
                  <a:pt x="1704812" y="45760"/>
                </a:lnTo>
                <a:lnTo>
                  <a:pt x="1704073" y="45953"/>
                </a:lnTo>
                <a:lnTo>
                  <a:pt x="1703343" y="46159"/>
                </a:lnTo>
                <a:lnTo>
                  <a:pt x="1702622" y="46380"/>
                </a:lnTo>
                <a:lnTo>
                  <a:pt x="1701912" y="46616"/>
                </a:lnTo>
                <a:lnTo>
                  <a:pt x="1701211" y="46865"/>
                </a:lnTo>
                <a:lnTo>
                  <a:pt x="1700519" y="47129"/>
                </a:lnTo>
                <a:lnTo>
                  <a:pt x="1699837" y="47407"/>
                </a:lnTo>
                <a:lnTo>
                  <a:pt x="1699165" y="47700"/>
                </a:lnTo>
                <a:lnTo>
                  <a:pt x="1698502" y="48007"/>
                </a:lnTo>
                <a:lnTo>
                  <a:pt x="1697849" y="48328"/>
                </a:lnTo>
                <a:lnTo>
                  <a:pt x="1697206" y="48663"/>
                </a:lnTo>
                <a:lnTo>
                  <a:pt x="1696573" y="49011"/>
                </a:lnTo>
                <a:lnTo>
                  <a:pt x="1695953" y="49373"/>
                </a:lnTo>
                <a:lnTo>
                  <a:pt x="1695345" y="49747"/>
                </a:lnTo>
                <a:lnTo>
                  <a:pt x="1694749" y="50133"/>
                </a:lnTo>
                <a:lnTo>
                  <a:pt x="1694164" y="50532"/>
                </a:lnTo>
                <a:lnTo>
                  <a:pt x="1693592" y="50944"/>
                </a:lnTo>
                <a:lnTo>
                  <a:pt x="1693032" y="51368"/>
                </a:lnTo>
                <a:lnTo>
                  <a:pt x="1692484" y="51805"/>
                </a:lnTo>
                <a:lnTo>
                  <a:pt x="1691948" y="52255"/>
                </a:lnTo>
                <a:lnTo>
                  <a:pt x="1691424" y="52717"/>
                </a:lnTo>
                <a:lnTo>
                  <a:pt x="1690913" y="53192"/>
                </a:lnTo>
                <a:lnTo>
                  <a:pt x="1690413" y="53679"/>
                </a:lnTo>
                <a:lnTo>
                  <a:pt x="1689925" y="54179"/>
                </a:lnTo>
                <a:lnTo>
                  <a:pt x="1689449" y="54692"/>
                </a:lnTo>
                <a:lnTo>
                  <a:pt x="1688986" y="55217"/>
                </a:lnTo>
                <a:lnTo>
                  <a:pt x="1688534" y="55755"/>
                </a:lnTo>
                <a:lnTo>
                  <a:pt x="1688095" y="56305"/>
                </a:lnTo>
                <a:lnTo>
                  <a:pt x="1687668" y="56868"/>
                </a:lnTo>
                <a:lnTo>
                  <a:pt x="1687252" y="57444"/>
                </a:lnTo>
                <a:lnTo>
                  <a:pt x="1686849" y="58033"/>
                </a:lnTo>
                <a:lnTo>
                  <a:pt x="1686458" y="58633"/>
                </a:lnTo>
                <a:lnTo>
                  <a:pt x="1686079" y="59247"/>
                </a:lnTo>
                <a:lnTo>
                  <a:pt x="1685712" y="59873"/>
                </a:lnTo>
                <a:lnTo>
                  <a:pt x="1685357" y="60512"/>
                </a:lnTo>
                <a:lnTo>
                  <a:pt x="1685015" y="61163"/>
                </a:lnTo>
                <a:lnTo>
                  <a:pt x="1684688" y="61825"/>
                </a:lnTo>
                <a:lnTo>
                  <a:pt x="1684376" y="62499"/>
                </a:lnTo>
                <a:lnTo>
                  <a:pt x="1684078" y="63185"/>
                </a:lnTo>
                <a:lnTo>
                  <a:pt x="1683794" y="63882"/>
                </a:lnTo>
                <a:lnTo>
                  <a:pt x="1683526" y="64590"/>
                </a:lnTo>
                <a:lnTo>
                  <a:pt x="1683271" y="65310"/>
                </a:lnTo>
                <a:lnTo>
                  <a:pt x="1683032" y="66042"/>
                </a:lnTo>
                <a:lnTo>
                  <a:pt x="1682806" y="66785"/>
                </a:lnTo>
                <a:lnTo>
                  <a:pt x="1682596" y="67539"/>
                </a:lnTo>
                <a:lnTo>
                  <a:pt x="1682399" y="68305"/>
                </a:lnTo>
                <a:lnTo>
                  <a:pt x="1682218" y="69083"/>
                </a:lnTo>
                <a:lnTo>
                  <a:pt x="1682051" y="69872"/>
                </a:lnTo>
                <a:lnTo>
                  <a:pt x="1681898" y="70673"/>
                </a:lnTo>
                <a:lnTo>
                  <a:pt x="1681760" y="71485"/>
                </a:lnTo>
                <a:lnTo>
                  <a:pt x="1681636" y="72309"/>
                </a:lnTo>
                <a:lnTo>
                  <a:pt x="1681527" y="73144"/>
                </a:lnTo>
                <a:lnTo>
                  <a:pt x="1681433" y="73991"/>
                </a:lnTo>
                <a:lnTo>
                  <a:pt x="1681353" y="74849"/>
                </a:lnTo>
                <a:lnTo>
                  <a:pt x="1681288" y="75719"/>
                </a:lnTo>
                <a:lnTo>
                  <a:pt x="1681237" y="76601"/>
                </a:lnTo>
                <a:lnTo>
                  <a:pt x="1681200" y="77494"/>
                </a:lnTo>
                <a:lnTo>
                  <a:pt x="1681179" y="78398"/>
                </a:lnTo>
                <a:lnTo>
                  <a:pt x="1681171" y="79314"/>
                </a:lnTo>
                <a:lnTo>
                  <a:pt x="1681171" y="99220"/>
                </a:lnTo>
                <a:lnTo>
                  <a:pt x="1681179" y="100124"/>
                </a:lnTo>
                <a:lnTo>
                  <a:pt x="1681200" y="101016"/>
                </a:lnTo>
                <a:lnTo>
                  <a:pt x="1681237" y="101898"/>
                </a:lnTo>
                <a:lnTo>
                  <a:pt x="1681288" y="102769"/>
                </a:lnTo>
                <a:lnTo>
                  <a:pt x="1681353" y="103629"/>
                </a:lnTo>
                <a:lnTo>
                  <a:pt x="1681433" y="104479"/>
                </a:lnTo>
                <a:lnTo>
                  <a:pt x="1681527" y="105318"/>
                </a:lnTo>
                <a:lnTo>
                  <a:pt x="1681636" y="106146"/>
                </a:lnTo>
                <a:lnTo>
                  <a:pt x="1681760" y="106963"/>
                </a:lnTo>
                <a:lnTo>
                  <a:pt x="1681898" y="107770"/>
                </a:lnTo>
                <a:lnTo>
                  <a:pt x="1682051" y="108566"/>
                </a:lnTo>
                <a:lnTo>
                  <a:pt x="1682218" y="109352"/>
                </a:lnTo>
                <a:lnTo>
                  <a:pt x="1682399" y="110127"/>
                </a:lnTo>
                <a:lnTo>
                  <a:pt x="1682596" y="110891"/>
                </a:lnTo>
                <a:lnTo>
                  <a:pt x="1682806" y="111644"/>
                </a:lnTo>
                <a:lnTo>
                  <a:pt x="1683032" y="112387"/>
                </a:lnTo>
                <a:lnTo>
                  <a:pt x="1683271" y="113119"/>
                </a:lnTo>
                <a:lnTo>
                  <a:pt x="1683526" y="113840"/>
                </a:lnTo>
                <a:lnTo>
                  <a:pt x="1683794" y="114551"/>
                </a:lnTo>
                <a:lnTo>
                  <a:pt x="1684078" y="115250"/>
                </a:lnTo>
                <a:lnTo>
                  <a:pt x="1684376" y="115940"/>
                </a:lnTo>
                <a:lnTo>
                  <a:pt x="1684688" y="116618"/>
                </a:lnTo>
                <a:lnTo>
                  <a:pt x="1685015" y="117286"/>
                </a:lnTo>
                <a:lnTo>
                  <a:pt x="1685357" y="117943"/>
                </a:lnTo>
                <a:lnTo>
                  <a:pt x="1685712" y="118588"/>
                </a:lnTo>
                <a:lnTo>
                  <a:pt x="1686079" y="119221"/>
                </a:lnTo>
                <a:lnTo>
                  <a:pt x="1686458" y="119840"/>
                </a:lnTo>
                <a:lnTo>
                  <a:pt x="1686849" y="120447"/>
                </a:lnTo>
                <a:lnTo>
                  <a:pt x="1687252" y="121040"/>
                </a:lnTo>
                <a:lnTo>
                  <a:pt x="1687668" y="121621"/>
                </a:lnTo>
                <a:lnTo>
                  <a:pt x="1688095" y="122189"/>
                </a:lnTo>
                <a:lnTo>
                  <a:pt x="1688534" y="122744"/>
                </a:lnTo>
                <a:lnTo>
                  <a:pt x="1688986" y="123286"/>
                </a:lnTo>
                <a:lnTo>
                  <a:pt x="1689449" y="123816"/>
                </a:lnTo>
                <a:lnTo>
                  <a:pt x="1689925" y="124332"/>
                </a:lnTo>
                <a:lnTo>
                  <a:pt x="1690413" y="124836"/>
                </a:lnTo>
                <a:lnTo>
                  <a:pt x="1690913" y="125326"/>
                </a:lnTo>
                <a:lnTo>
                  <a:pt x="1691424" y="125804"/>
                </a:lnTo>
                <a:lnTo>
                  <a:pt x="1691948" y="126269"/>
                </a:lnTo>
                <a:lnTo>
                  <a:pt x="1692484" y="126721"/>
                </a:lnTo>
                <a:lnTo>
                  <a:pt x="1693032" y="127160"/>
                </a:lnTo>
                <a:lnTo>
                  <a:pt x="1693592" y="127586"/>
                </a:lnTo>
                <a:lnTo>
                  <a:pt x="1694164" y="127999"/>
                </a:lnTo>
                <a:lnTo>
                  <a:pt x="1694749" y="128399"/>
                </a:lnTo>
                <a:lnTo>
                  <a:pt x="1695345" y="128787"/>
                </a:lnTo>
                <a:lnTo>
                  <a:pt x="1695953" y="129161"/>
                </a:lnTo>
                <a:lnTo>
                  <a:pt x="1696573" y="129523"/>
                </a:lnTo>
                <a:lnTo>
                  <a:pt x="1697206" y="129872"/>
                </a:lnTo>
                <a:lnTo>
                  <a:pt x="1697849" y="130207"/>
                </a:lnTo>
                <a:lnTo>
                  <a:pt x="1698502" y="130528"/>
                </a:lnTo>
                <a:lnTo>
                  <a:pt x="1699165" y="130835"/>
                </a:lnTo>
                <a:lnTo>
                  <a:pt x="1699837" y="131127"/>
                </a:lnTo>
                <a:lnTo>
                  <a:pt x="1700519" y="131405"/>
                </a:lnTo>
                <a:lnTo>
                  <a:pt x="1701211" y="131669"/>
                </a:lnTo>
                <a:lnTo>
                  <a:pt x="1701912" y="131919"/>
                </a:lnTo>
                <a:lnTo>
                  <a:pt x="1702622" y="132154"/>
                </a:lnTo>
                <a:lnTo>
                  <a:pt x="1703343" y="132375"/>
                </a:lnTo>
                <a:lnTo>
                  <a:pt x="1704073" y="132582"/>
                </a:lnTo>
                <a:lnTo>
                  <a:pt x="1704812" y="132774"/>
                </a:lnTo>
                <a:lnTo>
                  <a:pt x="1705561" y="132953"/>
                </a:lnTo>
                <a:lnTo>
                  <a:pt x="1706320" y="133117"/>
                </a:lnTo>
                <a:lnTo>
                  <a:pt x="1707088" y="133267"/>
                </a:lnTo>
                <a:lnTo>
                  <a:pt x="1707866" y="133402"/>
                </a:lnTo>
                <a:lnTo>
                  <a:pt x="1708654" y="133523"/>
                </a:lnTo>
                <a:lnTo>
                  <a:pt x="1709451" y="133630"/>
                </a:lnTo>
                <a:lnTo>
                  <a:pt x="1710257" y="133723"/>
                </a:lnTo>
                <a:lnTo>
                  <a:pt x="1711074" y="133802"/>
                </a:lnTo>
                <a:lnTo>
                  <a:pt x="1711900" y="133866"/>
                </a:lnTo>
                <a:lnTo>
                  <a:pt x="1712735" y="133916"/>
                </a:lnTo>
                <a:lnTo>
                  <a:pt x="1713580" y="133951"/>
                </a:lnTo>
                <a:lnTo>
                  <a:pt x="1714435" y="133973"/>
                </a:lnTo>
                <a:lnTo>
                  <a:pt x="1715299" y="133980"/>
                </a:lnTo>
                <a:lnTo>
                  <a:pt x="1716163" y="133973"/>
                </a:lnTo>
                <a:lnTo>
                  <a:pt x="1717018" y="133951"/>
                </a:lnTo>
                <a:lnTo>
                  <a:pt x="1717863" y="133916"/>
                </a:lnTo>
                <a:lnTo>
                  <a:pt x="1718698" y="133866"/>
                </a:lnTo>
                <a:lnTo>
                  <a:pt x="1719524" y="133802"/>
                </a:lnTo>
                <a:close/>
                <a:moveTo>
                  <a:pt x="1711646" y="121114"/>
                </a:moveTo>
                <a:lnTo>
                  <a:pt x="1710954" y="121014"/>
                </a:lnTo>
                <a:lnTo>
                  <a:pt x="1710276" y="120896"/>
                </a:lnTo>
                <a:lnTo>
                  <a:pt x="1709611" y="120761"/>
                </a:lnTo>
                <a:lnTo>
                  <a:pt x="1708959" y="120607"/>
                </a:lnTo>
                <a:lnTo>
                  <a:pt x="1708321" y="120435"/>
                </a:lnTo>
                <a:lnTo>
                  <a:pt x="1707695" y="120245"/>
                </a:lnTo>
                <a:lnTo>
                  <a:pt x="1707083" y="120037"/>
                </a:lnTo>
                <a:lnTo>
                  <a:pt x="1706484" y="119811"/>
                </a:lnTo>
                <a:lnTo>
                  <a:pt x="1705898" y="119566"/>
                </a:lnTo>
                <a:lnTo>
                  <a:pt x="1705325" y="119304"/>
                </a:lnTo>
                <a:lnTo>
                  <a:pt x="1704765" y="119023"/>
                </a:lnTo>
                <a:lnTo>
                  <a:pt x="1704219" y="118725"/>
                </a:lnTo>
                <a:lnTo>
                  <a:pt x="1703686" y="118408"/>
                </a:lnTo>
                <a:lnTo>
                  <a:pt x="1703165" y="118073"/>
                </a:lnTo>
                <a:lnTo>
                  <a:pt x="1702658" y="117720"/>
                </a:lnTo>
                <a:lnTo>
                  <a:pt x="1702165" y="117349"/>
                </a:lnTo>
                <a:lnTo>
                  <a:pt x="1701684" y="116960"/>
                </a:lnTo>
                <a:lnTo>
                  <a:pt x="1701216" y="116553"/>
                </a:lnTo>
                <a:lnTo>
                  <a:pt x="1700762" y="116128"/>
                </a:lnTo>
                <a:lnTo>
                  <a:pt x="1700324" y="115685"/>
                </a:lnTo>
                <a:lnTo>
                  <a:pt x="1699904" y="115224"/>
                </a:lnTo>
                <a:lnTo>
                  <a:pt x="1699503" y="114747"/>
                </a:lnTo>
                <a:lnTo>
                  <a:pt x="1699121" y="114253"/>
                </a:lnTo>
                <a:lnTo>
                  <a:pt x="1698757" y="113742"/>
                </a:lnTo>
                <a:lnTo>
                  <a:pt x="1698412" y="113214"/>
                </a:lnTo>
                <a:lnTo>
                  <a:pt x="1698086" y="112669"/>
                </a:lnTo>
                <a:lnTo>
                  <a:pt x="1697778" y="112107"/>
                </a:lnTo>
                <a:lnTo>
                  <a:pt x="1697489" y="111528"/>
                </a:lnTo>
                <a:lnTo>
                  <a:pt x="1697218" y="110932"/>
                </a:lnTo>
                <a:lnTo>
                  <a:pt x="1696966" y="110319"/>
                </a:lnTo>
                <a:lnTo>
                  <a:pt x="1696733" y="109689"/>
                </a:lnTo>
                <a:lnTo>
                  <a:pt x="1696519" y="109042"/>
                </a:lnTo>
                <a:lnTo>
                  <a:pt x="1696323" y="108378"/>
                </a:lnTo>
                <a:lnTo>
                  <a:pt x="1696146" y="107697"/>
                </a:lnTo>
                <a:lnTo>
                  <a:pt x="1695987" y="106999"/>
                </a:lnTo>
                <a:lnTo>
                  <a:pt x="1695847" y="106283"/>
                </a:lnTo>
                <a:lnTo>
                  <a:pt x="1695726" y="105551"/>
                </a:lnTo>
                <a:lnTo>
                  <a:pt x="1695624" y="104802"/>
                </a:lnTo>
                <a:lnTo>
                  <a:pt x="1695540" y="104036"/>
                </a:lnTo>
                <a:lnTo>
                  <a:pt x="1695474" y="103253"/>
                </a:lnTo>
                <a:lnTo>
                  <a:pt x="1695428" y="102453"/>
                </a:lnTo>
                <a:lnTo>
                  <a:pt x="1695400" y="101636"/>
                </a:lnTo>
                <a:lnTo>
                  <a:pt x="1695391" y="100802"/>
                </a:lnTo>
                <a:lnTo>
                  <a:pt x="1695391" y="77733"/>
                </a:lnTo>
                <a:lnTo>
                  <a:pt x="1695400" y="76899"/>
                </a:lnTo>
                <a:lnTo>
                  <a:pt x="1695428" y="76081"/>
                </a:lnTo>
                <a:lnTo>
                  <a:pt x="1695474" y="75281"/>
                </a:lnTo>
                <a:lnTo>
                  <a:pt x="1695540" y="74498"/>
                </a:lnTo>
                <a:lnTo>
                  <a:pt x="1695624" y="73732"/>
                </a:lnTo>
                <a:lnTo>
                  <a:pt x="1695726" y="72983"/>
                </a:lnTo>
                <a:lnTo>
                  <a:pt x="1695847" y="72251"/>
                </a:lnTo>
                <a:lnTo>
                  <a:pt x="1695987" y="71536"/>
                </a:lnTo>
                <a:lnTo>
                  <a:pt x="1696146" y="70838"/>
                </a:lnTo>
                <a:lnTo>
                  <a:pt x="1696323" y="70157"/>
                </a:lnTo>
                <a:lnTo>
                  <a:pt x="1696519" y="69493"/>
                </a:lnTo>
                <a:lnTo>
                  <a:pt x="1696733" y="68846"/>
                </a:lnTo>
                <a:lnTo>
                  <a:pt x="1696966" y="68216"/>
                </a:lnTo>
                <a:lnTo>
                  <a:pt x="1697218" y="67603"/>
                </a:lnTo>
                <a:lnTo>
                  <a:pt x="1697489" y="67007"/>
                </a:lnTo>
                <a:lnTo>
                  <a:pt x="1697778" y="66428"/>
                </a:lnTo>
                <a:lnTo>
                  <a:pt x="1698086" y="65867"/>
                </a:lnTo>
                <a:lnTo>
                  <a:pt x="1698412" y="65322"/>
                </a:lnTo>
                <a:lnTo>
                  <a:pt x="1698757" y="64794"/>
                </a:lnTo>
                <a:lnTo>
                  <a:pt x="1699121" y="64283"/>
                </a:lnTo>
                <a:lnTo>
                  <a:pt x="1699503" y="63789"/>
                </a:lnTo>
                <a:lnTo>
                  <a:pt x="1699904" y="63312"/>
                </a:lnTo>
                <a:lnTo>
                  <a:pt x="1700324" y="62852"/>
                </a:lnTo>
                <a:lnTo>
                  <a:pt x="1700762" y="62409"/>
                </a:lnTo>
                <a:lnTo>
                  <a:pt x="1701216" y="61984"/>
                </a:lnTo>
                <a:lnTo>
                  <a:pt x="1701684" y="61576"/>
                </a:lnTo>
                <a:lnTo>
                  <a:pt x="1702165" y="61187"/>
                </a:lnTo>
                <a:lnTo>
                  <a:pt x="1702658" y="60816"/>
                </a:lnTo>
                <a:lnTo>
                  <a:pt x="1703165" y="60463"/>
                </a:lnTo>
                <a:lnTo>
                  <a:pt x="1703686" y="60128"/>
                </a:lnTo>
                <a:lnTo>
                  <a:pt x="1704219" y="59811"/>
                </a:lnTo>
                <a:lnTo>
                  <a:pt x="1704765" y="59512"/>
                </a:lnTo>
                <a:lnTo>
                  <a:pt x="1705325" y="59232"/>
                </a:lnTo>
                <a:lnTo>
                  <a:pt x="1705898" y="58969"/>
                </a:lnTo>
                <a:lnTo>
                  <a:pt x="1706484" y="58725"/>
                </a:lnTo>
                <a:lnTo>
                  <a:pt x="1707083" y="58498"/>
                </a:lnTo>
                <a:lnTo>
                  <a:pt x="1707695" y="58290"/>
                </a:lnTo>
                <a:lnTo>
                  <a:pt x="1708321" y="58100"/>
                </a:lnTo>
                <a:lnTo>
                  <a:pt x="1708959" y="57928"/>
                </a:lnTo>
                <a:lnTo>
                  <a:pt x="1709611" y="57774"/>
                </a:lnTo>
                <a:lnTo>
                  <a:pt x="1710276" y="57638"/>
                </a:lnTo>
                <a:lnTo>
                  <a:pt x="1710954" y="57521"/>
                </a:lnTo>
                <a:lnTo>
                  <a:pt x="1711646" y="57421"/>
                </a:lnTo>
                <a:lnTo>
                  <a:pt x="1712350" y="57340"/>
                </a:lnTo>
                <a:lnTo>
                  <a:pt x="1713068" y="57276"/>
                </a:lnTo>
                <a:lnTo>
                  <a:pt x="1713798" y="57231"/>
                </a:lnTo>
                <a:lnTo>
                  <a:pt x="1714542" y="57204"/>
                </a:lnTo>
                <a:lnTo>
                  <a:pt x="1715299" y="57195"/>
                </a:lnTo>
                <a:lnTo>
                  <a:pt x="1716069" y="57204"/>
                </a:lnTo>
                <a:lnTo>
                  <a:pt x="1716825" y="57231"/>
                </a:lnTo>
                <a:lnTo>
                  <a:pt x="1717566" y="57276"/>
                </a:lnTo>
                <a:lnTo>
                  <a:pt x="1718294" y="57340"/>
                </a:lnTo>
                <a:lnTo>
                  <a:pt x="1719008" y="57421"/>
                </a:lnTo>
                <a:lnTo>
                  <a:pt x="1719708" y="57521"/>
                </a:lnTo>
                <a:lnTo>
                  <a:pt x="1720393" y="57638"/>
                </a:lnTo>
                <a:lnTo>
                  <a:pt x="1721065" y="57774"/>
                </a:lnTo>
                <a:lnTo>
                  <a:pt x="1721723" y="57928"/>
                </a:lnTo>
                <a:lnTo>
                  <a:pt x="1722367" y="58100"/>
                </a:lnTo>
                <a:lnTo>
                  <a:pt x="1722997" y="58290"/>
                </a:lnTo>
                <a:lnTo>
                  <a:pt x="1723612" y="58498"/>
                </a:lnTo>
                <a:lnTo>
                  <a:pt x="1724214" y="58725"/>
                </a:lnTo>
                <a:lnTo>
                  <a:pt x="1724802" y="58969"/>
                </a:lnTo>
                <a:lnTo>
                  <a:pt x="1725376" y="59232"/>
                </a:lnTo>
                <a:lnTo>
                  <a:pt x="1725936" y="59512"/>
                </a:lnTo>
                <a:lnTo>
                  <a:pt x="1726482" y="59811"/>
                </a:lnTo>
                <a:lnTo>
                  <a:pt x="1727014" y="60128"/>
                </a:lnTo>
                <a:lnTo>
                  <a:pt x="1727532" y="60463"/>
                </a:lnTo>
                <a:lnTo>
                  <a:pt x="1728035" y="60816"/>
                </a:lnTo>
                <a:lnTo>
                  <a:pt x="1728525" y="61187"/>
                </a:lnTo>
                <a:lnTo>
                  <a:pt x="1729001" y="61576"/>
                </a:lnTo>
                <a:lnTo>
                  <a:pt x="1729463" y="61984"/>
                </a:lnTo>
                <a:lnTo>
                  <a:pt x="1729911" y="62409"/>
                </a:lnTo>
                <a:lnTo>
                  <a:pt x="1730343" y="62852"/>
                </a:lnTo>
                <a:lnTo>
                  <a:pt x="1730757" y="63312"/>
                </a:lnTo>
                <a:lnTo>
                  <a:pt x="1731152" y="63789"/>
                </a:lnTo>
                <a:lnTo>
                  <a:pt x="1731529" y="64283"/>
                </a:lnTo>
                <a:lnTo>
                  <a:pt x="1731887" y="64794"/>
                </a:lnTo>
                <a:lnTo>
                  <a:pt x="1732227" y="65322"/>
                </a:lnTo>
                <a:lnTo>
                  <a:pt x="1732549" y="65867"/>
                </a:lnTo>
                <a:lnTo>
                  <a:pt x="1732853" y="66428"/>
                </a:lnTo>
                <a:lnTo>
                  <a:pt x="1733137" y="67007"/>
                </a:lnTo>
                <a:lnTo>
                  <a:pt x="1733404" y="67603"/>
                </a:lnTo>
                <a:lnTo>
                  <a:pt x="1733652" y="68216"/>
                </a:lnTo>
                <a:lnTo>
                  <a:pt x="1733882" y="68846"/>
                </a:lnTo>
                <a:lnTo>
                  <a:pt x="1734093" y="69493"/>
                </a:lnTo>
                <a:lnTo>
                  <a:pt x="1734286" y="70157"/>
                </a:lnTo>
                <a:lnTo>
                  <a:pt x="1734461" y="70838"/>
                </a:lnTo>
                <a:lnTo>
                  <a:pt x="1734617" y="71536"/>
                </a:lnTo>
                <a:lnTo>
                  <a:pt x="1734755" y="72251"/>
                </a:lnTo>
                <a:lnTo>
                  <a:pt x="1734875" y="72983"/>
                </a:lnTo>
                <a:lnTo>
                  <a:pt x="1734976" y="73732"/>
                </a:lnTo>
                <a:lnTo>
                  <a:pt x="1735058" y="74498"/>
                </a:lnTo>
                <a:lnTo>
                  <a:pt x="1735123" y="75281"/>
                </a:lnTo>
                <a:lnTo>
                  <a:pt x="1735169" y="76081"/>
                </a:lnTo>
                <a:lnTo>
                  <a:pt x="1735196" y="76899"/>
                </a:lnTo>
                <a:lnTo>
                  <a:pt x="1735205" y="77733"/>
                </a:lnTo>
                <a:lnTo>
                  <a:pt x="1735205" y="100802"/>
                </a:lnTo>
                <a:lnTo>
                  <a:pt x="1735196" y="101636"/>
                </a:lnTo>
                <a:lnTo>
                  <a:pt x="1735169" y="102453"/>
                </a:lnTo>
                <a:lnTo>
                  <a:pt x="1735123" y="103253"/>
                </a:lnTo>
                <a:lnTo>
                  <a:pt x="1735058" y="104036"/>
                </a:lnTo>
                <a:lnTo>
                  <a:pt x="1734976" y="104802"/>
                </a:lnTo>
                <a:lnTo>
                  <a:pt x="1734875" y="105551"/>
                </a:lnTo>
                <a:lnTo>
                  <a:pt x="1734755" y="106283"/>
                </a:lnTo>
                <a:lnTo>
                  <a:pt x="1734617" y="106999"/>
                </a:lnTo>
                <a:lnTo>
                  <a:pt x="1734461" y="107697"/>
                </a:lnTo>
                <a:lnTo>
                  <a:pt x="1734286" y="108378"/>
                </a:lnTo>
                <a:lnTo>
                  <a:pt x="1734093" y="109042"/>
                </a:lnTo>
                <a:lnTo>
                  <a:pt x="1733882" y="109689"/>
                </a:lnTo>
                <a:lnTo>
                  <a:pt x="1733652" y="110319"/>
                </a:lnTo>
                <a:lnTo>
                  <a:pt x="1733404" y="110932"/>
                </a:lnTo>
                <a:lnTo>
                  <a:pt x="1733137" y="111528"/>
                </a:lnTo>
                <a:lnTo>
                  <a:pt x="1732853" y="112107"/>
                </a:lnTo>
                <a:lnTo>
                  <a:pt x="1732549" y="112669"/>
                </a:lnTo>
                <a:lnTo>
                  <a:pt x="1732227" y="113214"/>
                </a:lnTo>
                <a:lnTo>
                  <a:pt x="1731887" y="113742"/>
                </a:lnTo>
                <a:lnTo>
                  <a:pt x="1731529" y="114253"/>
                </a:lnTo>
                <a:lnTo>
                  <a:pt x="1731152" y="114747"/>
                </a:lnTo>
                <a:lnTo>
                  <a:pt x="1730757" y="115224"/>
                </a:lnTo>
                <a:lnTo>
                  <a:pt x="1730343" y="115685"/>
                </a:lnTo>
                <a:lnTo>
                  <a:pt x="1729911" y="116128"/>
                </a:lnTo>
                <a:lnTo>
                  <a:pt x="1729463" y="116553"/>
                </a:lnTo>
                <a:lnTo>
                  <a:pt x="1729001" y="116960"/>
                </a:lnTo>
                <a:lnTo>
                  <a:pt x="1728525" y="117349"/>
                </a:lnTo>
                <a:lnTo>
                  <a:pt x="1728035" y="117720"/>
                </a:lnTo>
                <a:lnTo>
                  <a:pt x="1727532" y="118073"/>
                </a:lnTo>
                <a:lnTo>
                  <a:pt x="1727014" y="118408"/>
                </a:lnTo>
                <a:lnTo>
                  <a:pt x="1726482" y="118725"/>
                </a:lnTo>
                <a:lnTo>
                  <a:pt x="1725936" y="119023"/>
                </a:lnTo>
                <a:lnTo>
                  <a:pt x="1725376" y="119304"/>
                </a:lnTo>
                <a:lnTo>
                  <a:pt x="1724802" y="119566"/>
                </a:lnTo>
                <a:lnTo>
                  <a:pt x="1724214" y="119811"/>
                </a:lnTo>
                <a:lnTo>
                  <a:pt x="1723612" y="120037"/>
                </a:lnTo>
                <a:lnTo>
                  <a:pt x="1722997" y="120245"/>
                </a:lnTo>
                <a:lnTo>
                  <a:pt x="1722367" y="120435"/>
                </a:lnTo>
                <a:lnTo>
                  <a:pt x="1721723" y="120607"/>
                </a:lnTo>
                <a:lnTo>
                  <a:pt x="1721065" y="120761"/>
                </a:lnTo>
                <a:lnTo>
                  <a:pt x="1720393" y="120896"/>
                </a:lnTo>
                <a:lnTo>
                  <a:pt x="1719708" y="121014"/>
                </a:lnTo>
                <a:lnTo>
                  <a:pt x="1719008" y="121114"/>
                </a:lnTo>
                <a:lnTo>
                  <a:pt x="1718294" y="121195"/>
                </a:lnTo>
                <a:lnTo>
                  <a:pt x="1717566" y="121258"/>
                </a:lnTo>
                <a:lnTo>
                  <a:pt x="1716825" y="121304"/>
                </a:lnTo>
                <a:lnTo>
                  <a:pt x="1716069" y="121331"/>
                </a:lnTo>
                <a:lnTo>
                  <a:pt x="1715299" y="121340"/>
                </a:lnTo>
                <a:lnTo>
                  <a:pt x="1714542" y="121331"/>
                </a:lnTo>
                <a:lnTo>
                  <a:pt x="1713798" y="121304"/>
                </a:lnTo>
                <a:lnTo>
                  <a:pt x="1713068" y="121258"/>
                </a:lnTo>
                <a:lnTo>
                  <a:pt x="1712350" y="121195"/>
                </a:lnTo>
                <a:lnTo>
                  <a:pt x="1711646" y="121114"/>
                </a:lnTo>
                <a:close/>
                <a:moveTo>
                  <a:pt x="1350012" y="133946"/>
                </a:moveTo>
                <a:lnTo>
                  <a:pt x="1351152" y="133792"/>
                </a:lnTo>
                <a:lnTo>
                  <a:pt x="1352273" y="133610"/>
                </a:lnTo>
                <a:lnTo>
                  <a:pt x="1353374" y="133400"/>
                </a:lnTo>
                <a:lnTo>
                  <a:pt x="1354454" y="133163"/>
                </a:lnTo>
                <a:lnTo>
                  <a:pt x="1355515" y="132897"/>
                </a:lnTo>
                <a:lnTo>
                  <a:pt x="1356556" y="132603"/>
                </a:lnTo>
                <a:lnTo>
                  <a:pt x="1357576" y="132281"/>
                </a:lnTo>
                <a:lnTo>
                  <a:pt x="1358577" y="131932"/>
                </a:lnTo>
                <a:lnTo>
                  <a:pt x="1359557" y="131554"/>
                </a:lnTo>
                <a:lnTo>
                  <a:pt x="1360518" y="131148"/>
                </a:lnTo>
                <a:lnTo>
                  <a:pt x="1361458" y="130715"/>
                </a:lnTo>
                <a:lnTo>
                  <a:pt x="1362379" y="130253"/>
                </a:lnTo>
                <a:lnTo>
                  <a:pt x="1363279" y="129764"/>
                </a:lnTo>
                <a:lnTo>
                  <a:pt x="1364159" y="129246"/>
                </a:lnTo>
                <a:lnTo>
                  <a:pt x="1365020" y="128700"/>
                </a:lnTo>
                <a:lnTo>
                  <a:pt x="1365860" y="128127"/>
                </a:lnTo>
                <a:lnTo>
                  <a:pt x="1366680" y="127525"/>
                </a:lnTo>
                <a:lnTo>
                  <a:pt x="1367481" y="126896"/>
                </a:lnTo>
                <a:lnTo>
                  <a:pt x="1368261" y="126239"/>
                </a:lnTo>
                <a:lnTo>
                  <a:pt x="1369016" y="125557"/>
                </a:lnTo>
                <a:lnTo>
                  <a:pt x="1369741" y="124855"/>
                </a:lnTo>
                <a:lnTo>
                  <a:pt x="1370435" y="124133"/>
                </a:lnTo>
                <a:lnTo>
                  <a:pt x="1371098" y="123391"/>
                </a:lnTo>
                <a:lnTo>
                  <a:pt x="1371732" y="122628"/>
                </a:lnTo>
                <a:lnTo>
                  <a:pt x="1372334" y="121845"/>
                </a:lnTo>
                <a:lnTo>
                  <a:pt x="1372907" y="121041"/>
                </a:lnTo>
                <a:lnTo>
                  <a:pt x="1373449" y="120218"/>
                </a:lnTo>
                <a:lnTo>
                  <a:pt x="1373960" y="119374"/>
                </a:lnTo>
                <a:lnTo>
                  <a:pt x="1374441" y="118509"/>
                </a:lnTo>
                <a:lnTo>
                  <a:pt x="1374891" y="117625"/>
                </a:lnTo>
                <a:lnTo>
                  <a:pt x="1375311" y="116720"/>
                </a:lnTo>
                <a:lnTo>
                  <a:pt x="1375701" y="115795"/>
                </a:lnTo>
                <a:lnTo>
                  <a:pt x="1376060" y="114849"/>
                </a:lnTo>
                <a:lnTo>
                  <a:pt x="1376389" y="113884"/>
                </a:lnTo>
                <a:lnTo>
                  <a:pt x="1376687" y="112898"/>
                </a:lnTo>
                <a:lnTo>
                  <a:pt x="1376955" y="111891"/>
                </a:lnTo>
                <a:lnTo>
                  <a:pt x="1377192" y="110865"/>
                </a:lnTo>
                <a:lnTo>
                  <a:pt x="1377399" y="109818"/>
                </a:lnTo>
                <a:lnTo>
                  <a:pt x="1377575" y="108750"/>
                </a:lnTo>
                <a:lnTo>
                  <a:pt x="1377721" y="107663"/>
                </a:lnTo>
                <a:lnTo>
                  <a:pt x="1377837" y="106555"/>
                </a:lnTo>
                <a:lnTo>
                  <a:pt x="1377922" y="105427"/>
                </a:lnTo>
                <a:lnTo>
                  <a:pt x="1377977" y="104278"/>
                </a:lnTo>
                <a:lnTo>
                  <a:pt x="1363757" y="104278"/>
                </a:lnTo>
                <a:lnTo>
                  <a:pt x="1363710" y="104956"/>
                </a:lnTo>
                <a:lnTo>
                  <a:pt x="1363645" y="105622"/>
                </a:lnTo>
                <a:lnTo>
                  <a:pt x="1363565" y="106275"/>
                </a:lnTo>
                <a:lnTo>
                  <a:pt x="1363468" y="106915"/>
                </a:lnTo>
                <a:lnTo>
                  <a:pt x="1363354" y="107543"/>
                </a:lnTo>
                <a:lnTo>
                  <a:pt x="1363224" y="108158"/>
                </a:lnTo>
                <a:lnTo>
                  <a:pt x="1363077" y="108761"/>
                </a:lnTo>
                <a:lnTo>
                  <a:pt x="1362914" y="109351"/>
                </a:lnTo>
                <a:lnTo>
                  <a:pt x="1362735" y="109928"/>
                </a:lnTo>
                <a:lnTo>
                  <a:pt x="1362539" y="110493"/>
                </a:lnTo>
                <a:lnTo>
                  <a:pt x="1362326" y="111045"/>
                </a:lnTo>
                <a:lnTo>
                  <a:pt x="1362098" y="111584"/>
                </a:lnTo>
                <a:lnTo>
                  <a:pt x="1361852" y="112111"/>
                </a:lnTo>
                <a:lnTo>
                  <a:pt x="1361591" y="112626"/>
                </a:lnTo>
                <a:lnTo>
                  <a:pt x="1361312" y="113127"/>
                </a:lnTo>
                <a:lnTo>
                  <a:pt x="1361018" y="113616"/>
                </a:lnTo>
                <a:lnTo>
                  <a:pt x="1360707" y="114093"/>
                </a:lnTo>
                <a:lnTo>
                  <a:pt x="1360379" y="114557"/>
                </a:lnTo>
                <a:lnTo>
                  <a:pt x="1360035" y="115008"/>
                </a:lnTo>
                <a:lnTo>
                  <a:pt x="1359674" y="115447"/>
                </a:lnTo>
                <a:lnTo>
                  <a:pt x="1359298" y="115873"/>
                </a:lnTo>
                <a:lnTo>
                  <a:pt x="1358904" y="116286"/>
                </a:lnTo>
                <a:lnTo>
                  <a:pt x="1358494" y="116687"/>
                </a:lnTo>
                <a:lnTo>
                  <a:pt x="1358068" y="117075"/>
                </a:lnTo>
                <a:lnTo>
                  <a:pt x="1357627" y="117449"/>
                </a:lnTo>
                <a:lnTo>
                  <a:pt x="1357174" y="117807"/>
                </a:lnTo>
                <a:lnTo>
                  <a:pt x="1356708" y="118149"/>
                </a:lnTo>
                <a:lnTo>
                  <a:pt x="1356230" y="118475"/>
                </a:lnTo>
                <a:lnTo>
                  <a:pt x="1355738" y="118785"/>
                </a:lnTo>
                <a:lnTo>
                  <a:pt x="1355235" y="119079"/>
                </a:lnTo>
                <a:lnTo>
                  <a:pt x="1354718" y="119357"/>
                </a:lnTo>
                <a:lnTo>
                  <a:pt x="1354189" y="119620"/>
                </a:lnTo>
                <a:lnTo>
                  <a:pt x="1353648" y="119866"/>
                </a:lnTo>
                <a:lnTo>
                  <a:pt x="1353093" y="120097"/>
                </a:lnTo>
                <a:lnTo>
                  <a:pt x="1352526" y="120312"/>
                </a:lnTo>
                <a:lnTo>
                  <a:pt x="1351947" y="120510"/>
                </a:lnTo>
                <a:lnTo>
                  <a:pt x="1351355" y="120693"/>
                </a:lnTo>
                <a:lnTo>
                  <a:pt x="1350750" y="120860"/>
                </a:lnTo>
                <a:lnTo>
                  <a:pt x="1350133" y="121011"/>
                </a:lnTo>
                <a:lnTo>
                  <a:pt x="1349502" y="121147"/>
                </a:lnTo>
                <a:lnTo>
                  <a:pt x="1348860" y="121266"/>
                </a:lnTo>
                <a:lnTo>
                  <a:pt x="1348205" y="121369"/>
                </a:lnTo>
                <a:lnTo>
                  <a:pt x="1347537" y="121457"/>
                </a:lnTo>
                <a:lnTo>
                  <a:pt x="1346856" y="121528"/>
                </a:lnTo>
                <a:lnTo>
                  <a:pt x="1346163" y="121584"/>
                </a:lnTo>
                <a:lnTo>
                  <a:pt x="1345457" y="121624"/>
                </a:lnTo>
                <a:lnTo>
                  <a:pt x="1344739" y="121648"/>
                </a:lnTo>
                <a:lnTo>
                  <a:pt x="1344008" y="121656"/>
                </a:lnTo>
                <a:lnTo>
                  <a:pt x="1343237" y="121646"/>
                </a:lnTo>
                <a:lnTo>
                  <a:pt x="1342480" y="121618"/>
                </a:lnTo>
                <a:lnTo>
                  <a:pt x="1341735" y="121572"/>
                </a:lnTo>
                <a:lnTo>
                  <a:pt x="1341003" y="121506"/>
                </a:lnTo>
                <a:lnTo>
                  <a:pt x="1340285" y="121422"/>
                </a:lnTo>
                <a:lnTo>
                  <a:pt x="1339579" y="121320"/>
                </a:lnTo>
                <a:lnTo>
                  <a:pt x="1338886" y="121199"/>
                </a:lnTo>
                <a:lnTo>
                  <a:pt x="1338205" y="121059"/>
                </a:lnTo>
                <a:lnTo>
                  <a:pt x="1337538" y="120900"/>
                </a:lnTo>
                <a:lnTo>
                  <a:pt x="1336884" y="120723"/>
                </a:lnTo>
                <a:lnTo>
                  <a:pt x="1336242" y="120527"/>
                </a:lnTo>
                <a:lnTo>
                  <a:pt x="1335613" y="120313"/>
                </a:lnTo>
                <a:lnTo>
                  <a:pt x="1334998" y="120080"/>
                </a:lnTo>
                <a:lnTo>
                  <a:pt x="1334395" y="119828"/>
                </a:lnTo>
                <a:lnTo>
                  <a:pt x="1333805" y="119557"/>
                </a:lnTo>
                <a:lnTo>
                  <a:pt x="1333228" y="119268"/>
                </a:lnTo>
                <a:lnTo>
                  <a:pt x="1332664" y="118961"/>
                </a:lnTo>
                <a:lnTo>
                  <a:pt x="1332112" y="118634"/>
                </a:lnTo>
                <a:lnTo>
                  <a:pt x="1331574" y="118289"/>
                </a:lnTo>
                <a:lnTo>
                  <a:pt x="1331048" y="117926"/>
                </a:lnTo>
                <a:lnTo>
                  <a:pt x="1330536" y="117543"/>
                </a:lnTo>
                <a:lnTo>
                  <a:pt x="1330036" y="117142"/>
                </a:lnTo>
                <a:lnTo>
                  <a:pt x="1329549" y="116723"/>
                </a:lnTo>
                <a:lnTo>
                  <a:pt x="1329075" y="116284"/>
                </a:lnTo>
                <a:lnTo>
                  <a:pt x="1328618" y="115829"/>
                </a:lnTo>
                <a:lnTo>
                  <a:pt x="1328180" y="115358"/>
                </a:lnTo>
                <a:lnTo>
                  <a:pt x="1327761" y="114872"/>
                </a:lnTo>
                <a:lnTo>
                  <a:pt x="1327362" y="114371"/>
                </a:lnTo>
                <a:lnTo>
                  <a:pt x="1326982" y="113854"/>
                </a:lnTo>
                <a:lnTo>
                  <a:pt x="1326622" y="113322"/>
                </a:lnTo>
                <a:lnTo>
                  <a:pt x="1326281" y="112775"/>
                </a:lnTo>
                <a:lnTo>
                  <a:pt x="1325960" y="112212"/>
                </a:lnTo>
                <a:lnTo>
                  <a:pt x="1325658" y="111634"/>
                </a:lnTo>
                <a:lnTo>
                  <a:pt x="1325376" y="111040"/>
                </a:lnTo>
                <a:lnTo>
                  <a:pt x="1325113" y="110431"/>
                </a:lnTo>
                <a:lnTo>
                  <a:pt x="1324870" y="109807"/>
                </a:lnTo>
                <a:lnTo>
                  <a:pt x="1324646" y="109167"/>
                </a:lnTo>
                <a:lnTo>
                  <a:pt x="1324441" y="108512"/>
                </a:lnTo>
                <a:lnTo>
                  <a:pt x="1324256" y="107842"/>
                </a:lnTo>
                <a:lnTo>
                  <a:pt x="1324091" y="107156"/>
                </a:lnTo>
                <a:lnTo>
                  <a:pt x="1323945" y="106455"/>
                </a:lnTo>
                <a:lnTo>
                  <a:pt x="1323818" y="105739"/>
                </a:lnTo>
                <a:lnTo>
                  <a:pt x="1323711" y="105007"/>
                </a:lnTo>
                <a:lnTo>
                  <a:pt x="1323623" y="104260"/>
                </a:lnTo>
                <a:lnTo>
                  <a:pt x="1323555" y="103497"/>
                </a:lnTo>
                <a:lnTo>
                  <a:pt x="1323507" y="102720"/>
                </a:lnTo>
                <a:lnTo>
                  <a:pt x="1323477" y="101926"/>
                </a:lnTo>
                <a:lnTo>
                  <a:pt x="1323468" y="101118"/>
                </a:lnTo>
                <a:lnTo>
                  <a:pt x="1323468" y="77260"/>
                </a:lnTo>
                <a:lnTo>
                  <a:pt x="1323477" y="76452"/>
                </a:lnTo>
                <a:lnTo>
                  <a:pt x="1323507" y="75659"/>
                </a:lnTo>
                <a:lnTo>
                  <a:pt x="1323555" y="74882"/>
                </a:lnTo>
                <a:lnTo>
                  <a:pt x="1323623" y="74120"/>
                </a:lnTo>
                <a:lnTo>
                  <a:pt x="1323711" y="73374"/>
                </a:lnTo>
                <a:lnTo>
                  <a:pt x="1323818" y="72644"/>
                </a:lnTo>
                <a:lnTo>
                  <a:pt x="1323945" y="71929"/>
                </a:lnTo>
                <a:lnTo>
                  <a:pt x="1324091" y="71230"/>
                </a:lnTo>
                <a:lnTo>
                  <a:pt x="1324256" y="70547"/>
                </a:lnTo>
                <a:lnTo>
                  <a:pt x="1324441" y="69879"/>
                </a:lnTo>
                <a:lnTo>
                  <a:pt x="1324646" y="69227"/>
                </a:lnTo>
                <a:lnTo>
                  <a:pt x="1324870" y="68591"/>
                </a:lnTo>
                <a:lnTo>
                  <a:pt x="1325113" y="67970"/>
                </a:lnTo>
                <a:lnTo>
                  <a:pt x="1325376" y="67365"/>
                </a:lnTo>
                <a:lnTo>
                  <a:pt x="1325658" y="66775"/>
                </a:lnTo>
                <a:lnTo>
                  <a:pt x="1325960" y="66201"/>
                </a:lnTo>
                <a:lnTo>
                  <a:pt x="1326281" y="65643"/>
                </a:lnTo>
                <a:lnTo>
                  <a:pt x="1326622" y="65100"/>
                </a:lnTo>
                <a:lnTo>
                  <a:pt x="1326982" y="64573"/>
                </a:lnTo>
                <a:lnTo>
                  <a:pt x="1327362" y="64062"/>
                </a:lnTo>
                <a:lnTo>
                  <a:pt x="1327761" y="63566"/>
                </a:lnTo>
                <a:lnTo>
                  <a:pt x="1328180" y="63086"/>
                </a:lnTo>
                <a:lnTo>
                  <a:pt x="1328618" y="62622"/>
                </a:lnTo>
                <a:lnTo>
                  <a:pt x="1329075" y="62173"/>
                </a:lnTo>
                <a:lnTo>
                  <a:pt x="1329549" y="61741"/>
                </a:lnTo>
                <a:lnTo>
                  <a:pt x="1330036" y="61327"/>
                </a:lnTo>
                <a:lnTo>
                  <a:pt x="1330536" y="60932"/>
                </a:lnTo>
                <a:lnTo>
                  <a:pt x="1331048" y="60555"/>
                </a:lnTo>
                <a:lnTo>
                  <a:pt x="1331574" y="60197"/>
                </a:lnTo>
                <a:lnTo>
                  <a:pt x="1332112" y="59857"/>
                </a:lnTo>
                <a:lnTo>
                  <a:pt x="1332664" y="59535"/>
                </a:lnTo>
                <a:lnTo>
                  <a:pt x="1333228" y="59232"/>
                </a:lnTo>
                <a:lnTo>
                  <a:pt x="1333805" y="58947"/>
                </a:lnTo>
                <a:lnTo>
                  <a:pt x="1334395" y="58680"/>
                </a:lnTo>
                <a:lnTo>
                  <a:pt x="1334998" y="58432"/>
                </a:lnTo>
                <a:lnTo>
                  <a:pt x="1335613" y="58202"/>
                </a:lnTo>
                <a:lnTo>
                  <a:pt x="1336242" y="57991"/>
                </a:lnTo>
                <a:lnTo>
                  <a:pt x="1336884" y="57798"/>
                </a:lnTo>
                <a:lnTo>
                  <a:pt x="1337538" y="57623"/>
                </a:lnTo>
                <a:lnTo>
                  <a:pt x="1338205" y="57467"/>
                </a:lnTo>
                <a:lnTo>
                  <a:pt x="1338886" y="57329"/>
                </a:lnTo>
                <a:lnTo>
                  <a:pt x="1339579" y="57210"/>
                </a:lnTo>
                <a:lnTo>
                  <a:pt x="1340285" y="57109"/>
                </a:lnTo>
                <a:lnTo>
                  <a:pt x="1341003" y="57026"/>
                </a:lnTo>
                <a:lnTo>
                  <a:pt x="1341735" y="56962"/>
                </a:lnTo>
                <a:lnTo>
                  <a:pt x="1342480" y="56916"/>
                </a:lnTo>
                <a:lnTo>
                  <a:pt x="1343237" y="56888"/>
                </a:lnTo>
                <a:lnTo>
                  <a:pt x="1344008" y="56879"/>
                </a:lnTo>
                <a:lnTo>
                  <a:pt x="1344739" y="56887"/>
                </a:lnTo>
                <a:lnTo>
                  <a:pt x="1345457" y="56910"/>
                </a:lnTo>
                <a:lnTo>
                  <a:pt x="1346163" y="56949"/>
                </a:lnTo>
                <a:lnTo>
                  <a:pt x="1346856" y="57004"/>
                </a:lnTo>
                <a:lnTo>
                  <a:pt x="1347537" y="57074"/>
                </a:lnTo>
                <a:lnTo>
                  <a:pt x="1348205" y="57160"/>
                </a:lnTo>
                <a:lnTo>
                  <a:pt x="1348860" y="57262"/>
                </a:lnTo>
                <a:lnTo>
                  <a:pt x="1349502" y="57379"/>
                </a:lnTo>
                <a:lnTo>
                  <a:pt x="1350133" y="57512"/>
                </a:lnTo>
                <a:lnTo>
                  <a:pt x="1350750" y="57661"/>
                </a:lnTo>
                <a:lnTo>
                  <a:pt x="1351355" y="57825"/>
                </a:lnTo>
                <a:lnTo>
                  <a:pt x="1351947" y="58005"/>
                </a:lnTo>
                <a:lnTo>
                  <a:pt x="1352526" y="58200"/>
                </a:lnTo>
                <a:lnTo>
                  <a:pt x="1353093" y="58411"/>
                </a:lnTo>
                <a:lnTo>
                  <a:pt x="1353648" y="58638"/>
                </a:lnTo>
                <a:lnTo>
                  <a:pt x="1354189" y="58880"/>
                </a:lnTo>
                <a:lnTo>
                  <a:pt x="1354718" y="59138"/>
                </a:lnTo>
                <a:lnTo>
                  <a:pt x="1355235" y="59412"/>
                </a:lnTo>
                <a:lnTo>
                  <a:pt x="1355738" y="59701"/>
                </a:lnTo>
                <a:lnTo>
                  <a:pt x="1356230" y="60006"/>
                </a:lnTo>
                <a:lnTo>
                  <a:pt x="1356708" y="60327"/>
                </a:lnTo>
                <a:lnTo>
                  <a:pt x="1357174" y="60663"/>
                </a:lnTo>
                <a:lnTo>
                  <a:pt x="1357627" y="61015"/>
                </a:lnTo>
                <a:lnTo>
                  <a:pt x="1358068" y="61382"/>
                </a:lnTo>
                <a:lnTo>
                  <a:pt x="1358494" y="61764"/>
                </a:lnTo>
                <a:lnTo>
                  <a:pt x="1358904" y="62159"/>
                </a:lnTo>
                <a:lnTo>
                  <a:pt x="1359298" y="62568"/>
                </a:lnTo>
                <a:lnTo>
                  <a:pt x="1359674" y="62990"/>
                </a:lnTo>
                <a:lnTo>
                  <a:pt x="1360035" y="63426"/>
                </a:lnTo>
                <a:lnTo>
                  <a:pt x="1360379" y="63875"/>
                </a:lnTo>
                <a:lnTo>
                  <a:pt x="1360707" y="64337"/>
                </a:lnTo>
                <a:lnTo>
                  <a:pt x="1361018" y="64813"/>
                </a:lnTo>
                <a:lnTo>
                  <a:pt x="1361312" y="65303"/>
                </a:lnTo>
                <a:lnTo>
                  <a:pt x="1361591" y="65806"/>
                </a:lnTo>
                <a:lnTo>
                  <a:pt x="1361852" y="66322"/>
                </a:lnTo>
                <a:lnTo>
                  <a:pt x="1362098" y="66852"/>
                </a:lnTo>
                <a:lnTo>
                  <a:pt x="1362326" y="67395"/>
                </a:lnTo>
                <a:lnTo>
                  <a:pt x="1362539" y="67952"/>
                </a:lnTo>
                <a:lnTo>
                  <a:pt x="1362735" y="68522"/>
                </a:lnTo>
                <a:lnTo>
                  <a:pt x="1362914" y="69106"/>
                </a:lnTo>
                <a:lnTo>
                  <a:pt x="1363077" y="69703"/>
                </a:lnTo>
                <a:lnTo>
                  <a:pt x="1363224" y="70313"/>
                </a:lnTo>
                <a:lnTo>
                  <a:pt x="1363354" y="70937"/>
                </a:lnTo>
                <a:lnTo>
                  <a:pt x="1363468" y="71574"/>
                </a:lnTo>
                <a:lnTo>
                  <a:pt x="1363565" y="72225"/>
                </a:lnTo>
                <a:lnTo>
                  <a:pt x="1363645" y="72890"/>
                </a:lnTo>
                <a:lnTo>
                  <a:pt x="1363710" y="73567"/>
                </a:lnTo>
                <a:lnTo>
                  <a:pt x="1363757" y="74259"/>
                </a:lnTo>
                <a:lnTo>
                  <a:pt x="1377977" y="74259"/>
                </a:lnTo>
                <a:lnTo>
                  <a:pt x="1377922" y="73110"/>
                </a:lnTo>
                <a:lnTo>
                  <a:pt x="1377837" y="71982"/>
                </a:lnTo>
                <a:lnTo>
                  <a:pt x="1377721" y="70874"/>
                </a:lnTo>
                <a:lnTo>
                  <a:pt x="1377575" y="69787"/>
                </a:lnTo>
                <a:lnTo>
                  <a:pt x="1377399" y="68719"/>
                </a:lnTo>
                <a:lnTo>
                  <a:pt x="1377192" y="67672"/>
                </a:lnTo>
                <a:lnTo>
                  <a:pt x="1376955" y="66646"/>
                </a:lnTo>
                <a:lnTo>
                  <a:pt x="1376687" y="65639"/>
                </a:lnTo>
                <a:lnTo>
                  <a:pt x="1376389" y="64653"/>
                </a:lnTo>
                <a:lnTo>
                  <a:pt x="1376060" y="63687"/>
                </a:lnTo>
                <a:lnTo>
                  <a:pt x="1375701" y="62742"/>
                </a:lnTo>
                <a:lnTo>
                  <a:pt x="1375311" y="61817"/>
                </a:lnTo>
                <a:lnTo>
                  <a:pt x="1374891" y="60912"/>
                </a:lnTo>
                <a:lnTo>
                  <a:pt x="1374441" y="60027"/>
                </a:lnTo>
                <a:lnTo>
                  <a:pt x="1373960" y="59163"/>
                </a:lnTo>
                <a:lnTo>
                  <a:pt x="1373449" y="58319"/>
                </a:lnTo>
                <a:lnTo>
                  <a:pt x="1372907" y="57496"/>
                </a:lnTo>
                <a:lnTo>
                  <a:pt x="1372334" y="56692"/>
                </a:lnTo>
                <a:lnTo>
                  <a:pt x="1371732" y="55909"/>
                </a:lnTo>
                <a:lnTo>
                  <a:pt x="1371098" y="55146"/>
                </a:lnTo>
                <a:lnTo>
                  <a:pt x="1370435" y="54404"/>
                </a:lnTo>
                <a:lnTo>
                  <a:pt x="1369741" y="53682"/>
                </a:lnTo>
                <a:lnTo>
                  <a:pt x="1369016" y="52980"/>
                </a:lnTo>
                <a:lnTo>
                  <a:pt x="1368261" y="52298"/>
                </a:lnTo>
                <a:lnTo>
                  <a:pt x="1367481" y="51641"/>
                </a:lnTo>
                <a:lnTo>
                  <a:pt x="1366680" y="51011"/>
                </a:lnTo>
                <a:lnTo>
                  <a:pt x="1365860" y="50409"/>
                </a:lnTo>
                <a:lnTo>
                  <a:pt x="1365020" y="49836"/>
                </a:lnTo>
                <a:lnTo>
                  <a:pt x="1364159" y="49290"/>
                </a:lnTo>
                <a:lnTo>
                  <a:pt x="1363279" y="48772"/>
                </a:lnTo>
                <a:lnTo>
                  <a:pt x="1362379" y="48283"/>
                </a:lnTo>
                <a:lnTo>
                  <a:pt x="1361458" y="47821"/>
                </a:lnTo>
                <a:lnTo>
                  <a:pt x="1360518" y="47387"/>
                </a:lnTo>
                <a:lnTo>
                  <a:pt x="1359557" y="46981"/>
                </a:lnTo>
                <a:lnTo>
                  <a:pt x="1358577" y="46603"/>
                </a:lnTo>
                <a:lnTo>
                  <a:pt x="1357576" y="46254"/>
                </a:lnTo>
                <a:lnTo>
                  <a:pt x="1356556" y="45932"/>
                </a:lnTo>
                <a:lnTo>
                  <a:pt x="1355515" y="45638"/>
                </a:lnTo>
                <a:lnTo>
                  <a:pt x="1354454" y="45372"/>
                </a:lnTo>
                <a:lnTo>
                  <a:pt x="1353374" y="45134"/>
                </a:lnTo>
                <a:lnTo>
                  <a:pt x="1352273" y="44924"/>
                </a:lnTo>
                <a:lnTo>
                  <a:pt x="1351152" y="44743"/>
                </a:lnTo>
                <a:lnTo>
                  <a:pt x="1350012" y="44589"/>
                </a:lnTo>
                <a:lnTo>
                  <a:pt x="1348851" y="44463"/>
                </a:lnTo>
                <a:lnTo>
                  <a:pt x="1347670" y="44365"/>
                </a:lnTo>
                <a:lnTo>
                  <a:pt x="1346470" y="44295"/>
                </a:lnTo>
                <a:lnTo>
                  <a:pt x="1345249" y="44253"/>
                </a:lnTo>
                <a:lnTo>
                  <a:pt x="1344008" y="44239"/>
                </a:lnTo>
                <a:lnTo>
                  <a:pt x="1343144" y="44246"/>
                </a:lnTo>
                <a:lnTo>
                  <a:pt x="1342288" y="44266"/>
                </a:lnTo>
                <a:lnTo>
                  <a:pt x="1341442" y="44301"/>
                </a:lnTo>
                <a:lnTo>
                  <a:pt x="1340605" y="44349"/>
                </a:lnTo>
                <a:lnTo>
                  <a:pt x="1339777" y="44410"/>
                </a:lnTo>
                <a:lnTo>
                  <a:pt x="1338957" y="44486"/>
                </a:lnTo>
                <a:lnTo>
                  <a:pt x="1338147" y="44575"/>
                </a:lnTo>
                <a:lnTo>
                  <a:pt x="1337346" y="44678"/>
                </a:lnTo>
                <a:lnTo>
                  <a:pt x="1336554" y="44795"/>
                </a:lnTo>
                <a:lnTo>
                  <a:pt x="1335771" y="44925"/>
                </a:lnTo>
                <a:lnTo>
                  <a:pt x="1334997" y="45069"/>
                </a:lnTo>
                <a:lnTo>
                  <a:pt x="1334233" y="45227"/>
                </a:lnTo>
                <a:lnTo>
                  <a:pt x="1333477" y="45398"/>
                </a:lnTo>
                <a:lnTo>
                  <a:pt x="1332730" y="45583"/>
                </a:lnTo>
                <a:lnTo>
                  <a:pt x="1331992" y="45782"/>
                </a:lnTo>
                <a:lnTo>
                  <a:pt x="1331264" y="45995"/>
                </a:lnTo>
                <a:lnTo>
                  <a:pt x="1330544" y="46221"/>
                </a:lnTo>
                <a:lnTo>
                  <a:pt x="1329834" y="46461"/>
                </a:lnTo>
                <a:lnTo>
                  <a:pt x="1329132" y="46715"/>
                </a:lnTo>
                <a:lnTo>
                  <a:pt x="1328440" y="46983"/>
                </a:lnTo>
                <a:lnTo>
                  <a:pt x="1327756" y="47264"/>
                </a:lnTo>
                <a:lnTo>
                  <a:pt x="1327082" y="47559"/>
                </a:lnTo>
                <a:lnTo>
                  <a:pt x="1326417" y="47868"/>
                </a:lnTo>
                <a:lnTo>
                  <a:pt x="1325760" y="48190"/>
                </a:lnTo>
                <a:lnTo>
                  <a:pt x="1325115" y="48525"/>
                </a:lnTo>
                <a:lnTo>
                  <a:pt x="1324481" y="48873"/>
                </a:lnTo>
                <a:lnTo>
                  <a:pt x="1323859" y="49232"/>
                </a:lnTo>
                <a:lnTo>
                  <a:pt x="1323250" y="49603"/>
                </a:lnTo>
                <a:lnTo>
                  <a:pt x="1322652" y="49986"/>
                </a:lnTo>
                <a:lnTo>
                  <a:pt x="1322067" y="50382"/>
                </a:lnTo>
                <a:lnTo>
                  <a:pt x="1321494" y="50789"/>
                </a:lnTo>
                <a:lnTo>
                  <a:pt x="1320932" y="51209"/>
                </a:lnTo>
                <a:lnTo>
                  <a:pt x="1320383" y="51641"/>
                </a:lnTo>
                <a:lnTo>
                  <a:pt x="1319846" y="52085"/>
                </a:lnTo>
                <a:lnTo>
                  <a:pt x="1319321" y="52540"/>
                </a:lnTo>
                <a:lnTo>
                  <a:pt x="1318808" y="53008"/>
                </a:lnTo>
                <a:lnTo>
                  <a:pt x="1318307" y="53488"/>
                </a:lnTo>
                <a:lnTo>
                  <a:pt x="1317818" y="53980"/>
                </a:lnTo>
                <a:lnTo>
                  <a:pt x="1317341" y="54484"/>
                </a:lnTo>
                <a:lnTo>
                  <a:pt x="1316877" y="55001"/>
                </a:lnTo>
                <a:lnTo>
                  <a:pt x="1316424" y="55529"/>
                </a:lnTo>
                <a:lnTo>
                  <a:pt x="1315983" y="56069"/>
                </a:lnTo>
                <a:lnTo>
                  <a:pt x="1315555" y="56622"/>
                </a:lnTo>
                <a:lnTo>
                  <a:pt x="1315138" y="57186"/>
                </a:lnTo>
                <a:lnTo>
                  <a:pt x="1314734" y="57763"/>
                </a:lnTo>
                <a:lnTo>
                  <a:pt x="1314341" y="58351"/>
                </a:lnTo>
                <a:lnTo>
                  <a:pt x="1313961" y="58952"/>
                </a:lnTo>
                <a:lnTo>
                  <a:pt x="1313593" y="59565"/>
                </a:lnTo>
                <a:lnTo>
                  <a:pt x="1313238" y="60189"/>
                </a:lnTo>
                <a:lnTo>
                  <a:pt x="1312899" y="60823"/>
                </a:lnTo>
                <a:lnTo>
                  <a:pt x="1312575" y="61468"/>
                </a:lnTo>
                <a:lnTo>
                  <a:pt x="1312265" y="62123"/>
                </a:lnTo>
                <a:lnTo>
                  <a:pt x="1311971" y="62789"/>
                </a:lnTo>
                <a:lnTo>
                  <a:pt x="1311692" y="63465"/>
                </a:lnTo>
                <a:lnTo>
                  <a:pt x="1311428" y="64151"/>
                </a:lnTo>
                <a:lnTo>
                  <a:pt x="1311179" y="64848"/>
                </a:lnTo>
                <a:lnTo>
                  <a:pt x="1310945" y="65556"/>
                </a:lnTo>
                <a:lnTo>
                  <a:pt x="1310727" y="66273"/>
                </a:lnTo>
                <a:lnTo>
                  <a:pt x="1310523" y="67002"/>
                </a:lnTo>
                <a:lnTo>
                  <a:pt x="1310335" y="67740"/>
                </a:lnTo>
                <a:lnTo>
                  <a:pt x="1310161" y="68489"/>
                </a:lnTo>
                <a:lnTo>
                  <a:pt x="1310003" y="69249"/>
                </a:lnTo>
                <a:lnTo>
                  <a:pt x="1309859" y="70019"/>
                </a:lnTo>
                <a:lnTo>
                  <a:pt x="1309731" y="70799"/>
                </a:lnTo>
                <a:lnTo>
                  <a:pt x="1309618" y="71590"/>
                </a:lnTo>
                <a:lnTo>
                  <a:pt x="1309520" y="72391"/>
                </a:lnTo>
                <a:lnTo>
                  <a:pt x="1309437" y="73203"/>
                </a:lnTo>
                <a:lnTo>
                  <a:pt x="1309369" y="74025"/>
                </a:lnTo>
                <a:lnTo>
                  <a:pt x="1309316" y="74857"/>
                </a:lnTo>
                <a:lnTo>
                  <a:pt x="1309279" y="75700"/>
                </a:lnTo>
                <a:lnTo>
                  <a:pt x="1309256" y="76553"/>
                </a:lnTo>
                <a:lnTo>
                  <a:pt x="1309248" y="77417"/>
                </a:lnTo>
                <a:lnTo>
                  <a:pt x="1309248" y="101118"/>
                </a:lnTo>
                <a:lnTo>
                  <a:pt x="1309256" y="101969"/>
                </a:lnTo>
                <a:lnTo>
                  <a:pt x="1309279" y="102810"/>
                </a:lnTo>
                <a:lnTo>
                  <a:pt x="1309316" y="103642"/>
                </a:lnTo>
                <a:lnTo>
                  <a:pt x="1309369" y="104464"/>
                </a:lnTo>
                <a:lnTo>
                  <a:pt x="1309437" y="105277"/>
                </a:lnTo>
                <a:lnTo>
                  <a:pt x="1309520" y="106080"/>
                </a:lnTo>
                <a:lnTo>
                  <a:pt x="1309618" y="106873"/>
                </a:lnTo>
                <a:lnTo>
                  <a:pt x="1309731" y="107657"/>
                </a:lnTo>
                <a:lnTo>
                  <a:pt x="1309859" y="108431"/>
                </a:lnTo>
                <a:lnTo>
                  <a:pt x="1310003" y="109196"/>
                </a:lnTo>
                <a:lnTo>
                  <a:pt x="1310161" y="109951"/>
                </a:lnTo>
                <a:lnTo>
                  <a:pt x="1310335" y="110697"/>
                </a:lnTo>
                <a:lnTo>
                  <a:pt x="1310523" y="111432"/>
                </a:lnTo>
                <a:lnTo>
                  <a:pt x="1310727" y="112159"/>
                </a:lnTo>
                <a:lnTo>
                  <a:pt x="1310945" y="112875"/>
                </a:lnTo>
                <a:lnTo>
                  <a:pt x="1311179" y="113582"/>
                </a:lnTo>
                <a:lnTo>
                  <a:pt x="1311428" y="114280"/>
                </a:lnTo>
                <a:lnTo>
                  <a:pt x="1311692" y="114967"/>
                </a:lnTo>
                <a:lnTo>
                  <a:pt x="1311971" y="115646"/>
                </a:lnTo>
                <a:lnTo>
                  <a:pt x="1312265" y="116314"/>
                </a:lnTo>
                <a:lnTo>
                  <a:pt x="1312575" y="116973"/>
                </a:lnTo>
                <a:lnTo>
                  <a:pt x="1312899" y="117623"/>
                </a:lnTo>
                <a:lnTo>
                  <a:pt x="1313238" y="118263"/>
                </a:lnTo>
                <a:lnTo>
                  <a:pt x="1313593" y="118893"/>
                </a:lnTo>
                <a:lnTo>
                  <a:pt x="1313961" y="119512"/>
                </a:lnTo>
                <a:lnTo>
                  <a:pt x="1314341" y="120119"/>
                </a:lnTo>
                <a:lnTo>
                  <a:pt x="1314734" y="120713"/>
                </a:lnTo>
                <a:lnTo>
                  <a:pt x="1315138" y="121296"/>
                </a:lnTo>
                <a:lnTo>
                  <a:pt x="1315555" y="121866"/>
                </a:lnTo>
                <a:lnTo>
                  <a:pt x="1315983" y="122423"/>
                </a:lnTo>
                <a:lnTo>
                  <a:pt x="1316424" y="122968"/>
                </a:lnTo>
                <a:lnTo>
                  <a:pt x="1316877" y="123501"/>
                </a:lnTo>
                <a:lnTo>
                  <a:pt x="1317341" y="124021"/>
                </a:lnTo>
                <a:lnTo>
                  <a:pt x="1317818" y="124530"/>
                </a:lnTo>
                <a:lnTo>
                  <a:pt x="1318307" y="125025"/>
                </a:lnTo>
                <a:lnTo>
                  <a:pt x="1318808" y="125509"/>
                </a:lnTo>
                <a:lnTo>
                  <a:pt x="1319321" y="125980"/>
                </a:lnTo>
                <a:lnTo>
                  <a:pt x="1319846" y="126439"/>
                </a:lnTo>
                <a:lnTo>
                  <a:pt x="1320383" y="126885"/>
                </a:lnTo>
                <a:lnTo>
                  <a:pt x="1320932" y="127319"/>
                </a:lnTo>
                <a:lnTo>
                  <a:pt x="1321494" y="127741"/>
                </a:lnTo>
                <a:lnTo>
                  <a:pt x="1322067" y="128150"/>
                </a:lnTo>
                <a:lnTo>
                  <a:pt x="1322652" y="128547"/>
                </a:lnTo>
                <a:lnTo>
                  <a:pt x="1323250" y="128932"/>
                </a:lnTo>
                <a:lnTo>
                  <a:pt x="1323859" y="129304"/>
                </a:lnTo>
                <a:lnTo>
                  <a:pt x="1324481" y="129664"/>
                </a:lnTo>
                <a:lnTo>
                  <a:pt x="1325115" y="130011"/>
                </a:lnTo>
                <a:lnTo>
                  <a:pt x="1325760" y="130347"/>
                </a:lnTo>
                <a:lnTo>
                  <a:pt x="1326417" y="130669"/>
                </a:lnTo>
                <a:lnTo>
                  <a:pt x="1327082" y="130977"/>
                </a:lnTo>
                <a:lnTo>
                  <a:pt x="1327756" y="131272"/>
                </a:lnTo>
                <a:lnTo>
                  <a:pt x="1328440" y="131553"/>
                </a:lnTo>
                <a:lnTo>
                  <a:pt x="1329132" y="131821"/>
                </a:lnTo>
                <a:lnTo>
                  <a:pt x="1329834" y="132074"/>
                </a:lnTo>
                <a:lnTo>
                  <a:pt x="1330544" y="132314"/>
                </a:lnTo>
                <a:lnTo>
                  <a:pt x="1331264" y="132541"/>
                </a:lnTo>
                <a:lnTo>
                  <a:pt x="1331992" y="132753"/>
                </a:lnTo>
                <a:lnTo>
                  <a:pt x="1332730" y="132952"/>
                </a:lnTo>
                <a:lnTo>
                  <a:pt x="1333477" y="133137"/>
                </a:lnTo>
                <a:lnTo>
                  <a:pt x="1334233" y="133308"/>
                </a:lnTo>
                <a:lnTo>
                  <a:pt x="1334997" y="133466"/>
                </a:lnTo>
                <a:lnTo>
                  <a:pt x="1335771" y="133610"/>
                </a:lnTo>
                <a:lnTo>
                  <a:pt x="1336554" y="133740"/>
                </a:lnTo>
                <a:lnTo>
                  <a:pt x="1337346" y="133857"/>
                </a:lnTo>
                <a:lnTo>
                  <a:pt x="1338147" y="133960"/>
                </a:lnTo>
                <a:lnTo>
                  <a:pt x="1338957" y="134049"/>
                </a:lnTo>
                <a:lnTo>
                  <a:pt x="1339777" y="134124"/>
                </a:lnTo>
                <a:lnTo>
                  <a:pt x="1340605" y="134186"/>
                </a:lnTo>
                <a:lnTo>
                  <a:pt x="1341442" y="134234"/>
                </a:lnTo>
                <a:lnTo>
                  <a:pt x="1342288" y="134268"/>
                </a:lnTo>
                <a:lnTo>
                  <a:pt x="1343144" y="134289"/>
                </a:lnTo>
                <a:lnTo>
                  <a:pt x="1344008" y="134296"/>
                </a:lnTo>
                <a:lnTo>
                  <a:pt x="1345249" y="134282"/>
                </a:lnTo>
                <a:lnTo>
                  <a:pt x="1346470" y="134240"/>
                </a:lnTo>
                <a:lnTo>
                  <a:pt x="1347670" y="134170"/>
                </a:lnTo>
                <a:lnTo>
                  <a:pt x="1348851" y="134072"/>
                </a:lnTo>
                <a:lnTo>
                  <a:pt x="1350012" y="133946"/>
                </a:lnTo>
                <a:close/>
                <a:moveTo>
                  <a:pt x="1440066" y="133908"/>
                </a:moveTo>
                <a:lnTo>
                  <a:pt x="1441205" y="133738"/>
                </a:lnTo>
                <a:lnTo>
                  <a:pt x="1442324" y="133536"/>
                </a:lnTo>
                <a:lnTo>
                  <a:pt x="1443423" y="133304"/>
                </a:lnTo>
                <a:lnTo>
                  <a:pt x="1444501" y="133041"/>
                </a:lnTo>
                <a:lnTo>
                  <a:pt x="1445559" y="132746"/>
                </a:lnTo>
                <a:lnTo>
                  <a:pt x="1446597" y="132421"/>
                </a:lnTo>
                <a:lnTo>
                  <a:pt x="1447614" y="132064"/>
                </a:lnTo>
                <a:lnTo>
                  <a:pt x="1448611" y="131677"/>
                </a:lnTo>
                <a:lnTo>
                  <a:pt x="1449588" y="131259"/>
                </a:lnTo>
                <a:lnTo>
                  <a:pt x="1450544" y="130809"/>
                </a:lnTo>
                <a:lnTo>
                  <a:pt x="1451481" y="130329"/>
                </a:lnTo>
                <a:lnTo>
                  <a:pt x="1452397" y="129818"/>
                </a:lnTo>
                <a:lnTo>
                  <a:pt x="1453292" y="129275"/>
                </a:lnTo>
                <a:lnTo>
                  <a:pt x="1454167" y="128702"/>
                </a:lnTo>
                <a:lnTo>
                  <a:pt x="1455022" y="128098"/>
                </a:lnTo>
                <a:lnTo>
                  <a:pt x="1455857" y="127462"/>
                </a:lnTo>
                <a:lnTo>
                  <a:pt x="1456671" y="126796"/>
                </a:lnTo>
                <a:lnTo>
                  <a:pt x="1457465" y="126099"/>
                </a:lnTo>
                <a:lnTo>
                  <a:pt x="1458239" y="125371"/>
                </a:lnTo>
                <a:lnTo>
                  <a:pt x="1458987" y="124616"/>
                </a:lnTo>
                <a:lnTo>
                  <a:pt x="1459703" y="123838"/>
                </a:lnTo>
                <a:lnTo>
                  <a:pt x="1460387" y="123039"/>
                </a:lnTo>
                <a:lnTo>
                  <a:pt x="1461039" y="122217"/>
                </a:lnTo>
                <a:lnTo>
                  <a:pt x="1461660" y="121373"/>
                </a:lnTo>
                <a:lnTo>
                  <a:pt x="1462248" y="120507"/>
                </a:lnTo>
                <a:lnTo>
                  <a:pt x="1462805" y="119619"/>
                </a:lnTo>
                <a:lnTo>
                  <a:pt x="1463330" y="118708"/>
                </a:lnTo>
                <a:lnTo>
                  <a:pt x="1463823" y="117775"/>
                </a:lnTo>
                <a:lnTo>
                  <a:pt x="1464285" y="116820"/>
                </a:lnTo>
                <a:lnTo>
                  <a:pt x="1464714" y="115843"/>
                </a:lnTo>
                <a:lnTo>
                  <a:pt x="1465112" y="114844"/>
                </a:lnTo>
                <a:lnTo>
                  <a:pt x="1465478" y="113822"/>
                </a:lnTo>
                <a:lnTo>
                  <a:pt x="1465812" y="112778"/>
                </a:lnTo>
                <a:lnTo>
                  <a:pt x="1466114" y="111712"/>
                </a:lnTo>
                <a:lnTo>
                  <a:pt x="1466385" y="110624"/>
                </a:lnTo>
                <a:lnTo>
                  <a:pt x="1466623" y="109513"/>
                </a:lnTo>
                <a:lnTo>
                  <a:pt x="1466830" y="108381"/>
                </a:lnTo>
                <a:lnTo>
                  <a:pt x="1467005" y="107226"/>
                </a:lnTo>
                <a:lnTo>
                  <a:pt x="1467148" y="106049"/>
                </a:lnTo>
                <a:lnTo>
                  <a:pt x="1467260" y="104849"/>
                </a:lnTo>
                <a:lnTo>
                  <a:pt x="1467339" y="103628"/>
                </a:lnTo>
                <a:lnTo>
                  <a:pt x="1467387" y="102384"/>
                </a:lnTo>
                <a:lnTo>
                  <a:pt x="1467403" y="101118"/>
                </a:lnTo>
                <a:lnTo>
                  <a:pt x="1467403" y="45818"/>
                </a:lnTo>
                <a:lnTo>
                  <a:pt x="1453184" y="45818"/>
                </a:lnTo>
                <a:lnTo>
                  <a:pt x="1453184" y="101118"/>
                </a:lnTo>
                <a:lnTo>
                  <a:pt x="1453175" y="101901"/>
                </a:lnTo>
                <a:lnTo>
                  <a:pt x="1453148" y="102671"/>
                </a:lnTo>
                <a:lnTo>
                  <a:pt x="1453104" y="103427"/>
                </a:lnTo>
                <a:lnTo>
                  <a:pt x="1453041" y="104170"/>
                </a:lnTo>
                <a:lnTo>
                  <a:pt x="1452961" y="104900"/>
                </a:lnTo>
                <a:lnTo>
                  <a:pt x="1452863" y="105616"/>
                </a:lnTo>
                <a:lnTo>
                  <a:pt x="1452747" y="106318"/>
                </a:lnTo>
                <a:lnTo>
                  <a:pt x="1452613" y="107007"/>
                </a:lnTo>
                <a:lnTo>
                  <a:pt x="1452462" y="107683"/>
                </a:lnTo>
                <a:lnTo>
                  <a:pt x="1452292" y="108345"/>
                </a:lnTo>
                <a:lnTo>
                  <a:pt x="1452105" y="108994"/>
                </a:lnTo>
                <a:lnTo>
                  <a:pt x="1451900" y="109630"/>
                </a:lnTo>
                <a:lnTo>
                  <a:pt x="1451677" y="110252"/>
                </a:lnTo>
                <a:lnTo>
                  <a:pt x="1451436" y="110860"/>
                </a:lnTo>
                <a:lnTo>
                  <a:pt x="1451178" y="111455"/>
                </a:lnTo>
                <a:lnTo>
                  <a:pt x="1450901" y="112037"/>
                </a:lnTo>
                <a:lnTo>
                  <a:pt x="1450607" y="112605"/>
                </a:lnTo>
                <a:lnTo>
                  <a:pt x="1450295" y="113160"/>
                </a:lnTo>
                <a:lnTo>
                  <a:pt x="1449965" y="113702"/>
                </a:lnTo>
                <a:lnTo>
                  <a:pt x="1449618" y="114230"/>
                </a:lnTo>
                <a:lnTo>
                  <a:pt x="1449252" y="114744"/>
                </a:lnTo>
                <a:lnTo>
                  <a:pt x="1448869" y="115245"/>
                </a:lnTo>
                <a:lnTo>
                  <a:pt x="1448468" y="115733"/>
                </a:lnTo>
                <a:lnTo>
                  <a:pt x="1448049" y="116207"/>
                </a:lnTo>
                <a:lnTo>
                  <a:pt x="1447614" y="116665"/>
                </a:lnTo>
                <a:lnTo>
                  <a:pt x="1447167" y="117103"/>
                </a:lnTo>
                <a:lnTo>
                  <a:pt x="1446707" y="117521"/>
                </a:lnTo>
                <a:lnTo>
                  <a:pt x="1446234" y="117921"/>
                </a:lnTo>
                <a:lnTo>
                  <a:pt x="1445748" y="118300"/>
                </a:lnTo>
                <a:lnTo>
                  <a:pt x="1445249" y="118660"/>
                </a:lnTo>
                <a:lnTo>
                  <a:pt x="1444737" y="119001"/>
                </a:lnTo>
                <a:lnTo>
                  <a:pt x="1444213" y="119322"/>
                </a:lnTo>
                <a:lnTo>
                  <a:pt x="1443675" y="119624"/>
                </a:lnTo>
                <a:lnTo>
                  <a:pt x="1443125" y="119907"/>
                </a:lnTo>
                <a:lnTo>
                  <a:pt x="1442562" y="120169"/>
                </a:lnTo>
                <a:lnTo>
                  <a:pt x="1441985" y="120413"/>
                </a:lnTo>
                <a:lnTo>
                  <a:pt x="1441396" y="120637"/>
                </a:lnTo>
                <a:lnTo>
                  <a:pt x="1440794" y="120841"/>
                </a:lnTo>
                <a:lnTo>
                  <a:pt x="1440180" y="121026"/>
                </a:lnTo>
                <a:lnTo>
                  <a:pt x="1439552" y="121192"/>
                </a:lnTo>
                <a:lnTo>
                  <a:pt x="1438911" y="121338"/>
                </a:lnTo>
                <a:lnTo>
                  <a:pt x="1438258" y="121464"/>
                </a:lnTo>
                <a:lnTo>
                  <a:pt x="1437591" y="121571"/>
                </a:lnTo>
                <a:lnTo>
                  <a:pt x="1436912" y="121659"/>
                </a:lnTo>
                <a:lnTo>
                  <a:pt x="1436220" y="121727"/>
                </a:lnTo>
                <a:lnTo>
                  <a:pt x="1435515" y="121776"/>
                </a:lnTo>
                <a:lnTo>
                  <a:pt x="1434797" y="121805"/>
                </a:lnTo>
                <a:lnTo>
                  <a:pt x="1434066" y="121815"/>
                </a:lnTo>
                <a:lnTo>
                  <a:pt x="1433348" y="121805"/>
                </a:lnTo>
                <a:lnTo>
                  <a:pt x="1432643" y="121776"/>
                </a:lnTo>
                <a:lnTo>
                  <a:pt x="1431950" y="121727"/>
                </a:lnTo>
                <a:lnTo>
                  <a:pt x="1431270" y="121659"/>
                </a:lnTo>
                <a:lnTo>
                  <a:pt x="1430603" y="121571"/>
                </a:lnTo>
                <a:lnTo>
                  <a:pt x="1429948" y="121464"/>
                </a:lnTo>
                <a:lnTo>
                  <a:pt x="1429306" y="121338"/>
                </a:lnTo>
                <a:lnTo>
                  <a:pt x="1428677" y="121192"/>
                </a:lnTo>
                <a:lnTo>
                  <a:pt x="1428060" y="121026"/>
                </a:lnTo>
                <a:lnTo>
                  <a:pt x="1427456" y="120841"/>
                </a:lnTo>
                <a:lnTo>
                  <a:pt x="1426864" y="120637"/>
                </a:lnTo>
                <a:lnTo>
                  <a:pt x="1426285" y="120413"/>
                </a:lnTo>
                <a:lnTo>
                  <a:pt x="1425718" y="120169"/>
                </a:lnTo>
                <a:lnTo>
                  <a:pt x="1425165" y="119907"/>
                </a:lnTo>
                <a:lnTo>
                  <a:pt x="1424623" y="119624"/>
                </a:lnTo>
                <a:lnTo>
                  <a:pt x="1424095" y="119322"/>
                </a:lnTo>
                <a:lnTo>
                  <a:pt x="1423579" y="119001"/>
                </a:lnTo>
                <a:lnTo>
                  <a:pt x="1423075" y="118660"/>
                </a:lnTo>
                <a:lnTo>
                  <a:pt x="1422584" y="118300"/>
                </a:lnTo>
                <a:lnTo>
                  <a:pt x="1422106" y="117921"/>
                </a:lnTo>
                <a:lnTo>
                  <a:pt x="1421640" y="117521"/>
                </a:lnTo>
                <a:lnTo>
                  <a:pt x="1421187" y="117103"/>
                </a:lnTo>
                <a:lnTo>
                  <a:pt x="1420747" y="116665"/>
                </a:lnTo>
                <a:lnTo>
                  <a:pt x="1420319" y="116207"/>
                </a:lnTo>
                <a:lnTo>
                  <a:pt x="1419907" y="115733"/>
                </a:lnTo>
                <a:lnTo>
                  <a:pt x="1419512" y="115245"/>
                </a:lnTo>
                <a:lnTo>
                  <a:pt x="1419134" y="114744"/>
                </a:lnTo>
                <a:lnTo>
                  <a:pt x="1418774" y="114230"/>
                </a:lnTo>
                <a:lnTo>
                  <a:pt x="1418432" y="113702"/>
                </a:lnTo>
                <a:lnTo>
                  <a:pt x="1418107" y="113160"/>
                </a:lnTo>
                <a:lnTo>
                  <a:pt x="1417800" y="112605"/>
                </a:lnTo>
                <a:lnTo>
                  <a:pt x="1417511" y="112037"/>
                </a:lnTo>
                <a:lnTo>
                  <a:pt x="1417239" y="111455"/>
                </a:lnTo>
                <a:lnTo>
                  <a:pt x="1416984" y="110860"/>
                </a:lnTo>
                <a:lnTo>
                  <a:pt x="1416747" y="110252"/>
                </a:lnTo>
                <a:lnTo>
                  <a:pt x="1416528" y="109630"/>
                </a:lnTo>
                <a:lnTo>
                  <a:pt x="1416326" y="108994"/>
                </a:lnTo>
                <a:lnTo>
                  <a:pt x="1416141" y="108345"/>
                </a:lnTo>
                <a:lnTo>
                  <a:pt x="1415975" y="107683"/>
                </a:lnTo>
                <a:lnTo>
                  <a:pt x="1415825" y="107007"/>
                </a:lnTo>
                <a:lnTo>
                  <a:pt x="1415694" y="106318"/>
                </a:lnTo>
                <a:lnTo>
                  <a:pt x="1415580" y="105616"/>
                </a:lnTo>
                <a:lnTo>
                  <a:pt x="1415483" y="104900"/>
                </a:lnTo>
                <a:lnTo>
                  <a:pt x="1415404" y="104170"/>
                </a:lnTo>
                <a:lnTo>
                  <a:pt x="1415343" y="103427"/>
                </a:lnTo>
                <a:lnTo>
                  <a:pt x="1415299" y="102671"/>
                </a:lnTo>
                <a:lnTo>
                  <a:pt x="1415272" y="101901"/>
                </a:lnTo>
                <a:lnTo>
                  <a:pt x="1415264" y="101118"/>
                </a:lnTo>
                <a:lnTo>
                  <a:pt x="1415264" y="45818"/>
                </a:lnTo>
                <a:lnTo>
                  <a:pt x="1401045" y="45818"/>
                </a:lnTo>
                <a:lnTo>
                  <a:pt x="1401045" y="101118"/>
                </a:lnTo>
                <a:lnTo>
                  <a:pt x="1401060" y="102384"/>
                </a:lnTo>
                <a:lnTo>
                  <a:pt x="1401107" y="103628"/>
                </a:lnTo>
                <a:lnTo>
                  <a:pt x="1401185" y="104849"/>
                </a:lnTo>
                <a:lnTo>
                  <a:pt x="1401295" y="106049"/>
                </a:lnTo>
                <a:lnTo>
                  <a:pt x="1401435" y="107226"/>
                </a:lnTo>
                <a:lnTo>
                  <a:pt x="1401607" y="108381"/>
                </a:lnTo>
                <a:lnTo>
                  <a:pt x="1401811" y="109513"/>
                </a:lnTo>
                <a:lnTo>
                  <a:pt x="1402045" y="110624"/>
                </a:lnTo>
                <a:lnTo>
                  <a:pt x="1402311" y="111712"/>
                </a:lnTo>
                <a:lnTo>
                  <a:pt x="1402608" y="112778"/>
                </a:lnTo>
                <a:lnTo>
                  <a:pt x="1402936" y="113822"/>
                </a:lnTo>
                <a:lnTo>
                  <a:pt x="1403296" y="114844"/>
                </a:lnTo>
                <a:lnTo>
                  <a:pt x="1403687" y="115843"/>
                </a:lnTo>
                <a:lnTo>
                  <a:pt x="1404109" y="116820"/>
                </a:lnTo>
                <a:lnTo>
                  <a:pt x="1404562" y="117775"/>
                </a:lnTo>
                <a:lnTo>
                  <a:pt x="1405047" y="118708"/>
                </a:lnTo>
                <a:lnTo>
                  <a:pt x="1405562" y="119619"/>
                </a:lnTo>
                <a:lnTo>
                  <a:pt x="1406110" y="120507"/>
                </a:lnTo>
                <a:lnTo>
                  <a:pt x="1406688" y="121373"/>
                </a:lnTo>
                <a:lnTo>
                  <a:pt x="1407298" y="122217"/>
                </a:lnTo>
                <a:lnTo>
                  <a:pt x="1407939" y="123039"/>
                </a:lnTo>
                <a:lnTo>
                  <a:pt x="1408611" y="123838"/>
                </a:lnTo>
                <a:lnTo>
                  <a:pt x="1409314" y="124616"/>
                </a:lnTo>
                <a:lnTo>
                  <a:pt x="1410049" y="125371"/>
                </a:lnTo>
                <a:lnTo>
                  <a:pt x="1410810" y="126099"/>
                </a:lnTo>
                <a:lnTo>
                  <a:pt x="1411592" y="126796"/>
                </a:lnTo>
                <a:lnTo>
                  <a:pt x="1412395" y="127462"/>
                </a:lnTo>
                <a:lnTo>
                  <a:pt x="1413218" y="128098"/>
                </a:lnTo>
                <a:lnTo>
                  <a:pt x="1414062" y="128702"/>
                </a:lnTo>
                <a:lnTo>
                  <a:pt x="1414928" y="129275"/>
                </a:lnTo>
                <a:lnTo>
                  <a:pt x="1415814" y="129818"/>
                </a:lnTo>
                <a:lnTo>
                  <a:pt x="1416721" y="130329"/>
                </a:lnTo>
                <a:lnTo>
                  <a:pt x="1417648" y="130809"/>
                </a:lnTo>
                <a:lnTo>
                  <a:pt x="1418597" y="131259"/>
                </a:lnTo>
                <a:lnTo>
                  <a:pt x="1419566" y="131677"/>
                </a:lnTo>
                <a:lnTo>
                  <a:pt x="1420557" y="132064"/>
                </a:lnTo>
                <a:lnTo>
                  <a:pt x="1421568" y="132421"/>
                </a:lnTo>
                <a:lnTo>
                  <a:pt x="1422600" y="132746"/>
                </a:lnTo>
                <a:lnTo>
                  <a:pt x="1423653" y="133041"/>
                </a:lnTo>
                <a:lnTo>
                  <a:pt x="1424726" y="133304"/>
                </a:lnTo>
                <a:lnTo>
                  <a:pt x="1425821" y="133536"/>
                </a:lnTo>
                <a:lnTo>
                  <a:pt x="1426936" y="133738"/>
                </a:lnTo>
                <a:lnTo>
                  <a:pt x="1428072" y="133908"/>
                </a:lnTo>
                <a:lnTo>
                  <a:pt x="1429229" y="134048"/>
                </a:lnTo>
                <a:lnTo>
                  <a:pt x="1430407" y="134156"/>
                </a:lnTo>
                <a:lnTo>
                  <a:pt x="1431606" y="134234"/>
                </a:lnTo>
                <a:lnTo>
                  <a:pt x="1432825" y="134280"/>
                </a:lnTo>
                <a:lnTo>
                  <a:pt x="1434066" y="134296"/>
                </a:lnTo>
                <a:lnTo>
                  <a:pt x="1435306" y="134280"/>
                </a:lnTo>
                <a:lnTo>
                  <a:pt x="1436527" y="134234"/>
                </a:lnTo>
                <a:lnTo>
                  <a:pt x="1437727" y="134156"/>
                </a:lnTo>
                <a:lnTo>
                  <a:pt x="1438907" y="134048"/>
                </a:lnTo>
                <a:lnTo>
                  <a:pt x="1440066" y="133908"/>
                </a:lnTo>
                <a:close/>
                <a:moveTo>
                  <a:pt x="1250283" y="134145"/>
                </a:moveTo>
                <a:lnTo>
                  <a:pt x="1250727" y="134078"/>
                </a:lnTo>
                <a:lnTo>
                  <a:pt x="1251162" y="134000"/>
                </a:lnTo>
                <a:lnTo>
                  <a:pt x="1251590" y="133910"/>
                </a:lnTo>
                <a:lnTo>
                  <a:pt x="1252009" y="133807"/>
                </a:lnTo>
                <a:lnTo>
                  <a:pt x="1252421" y="133692"/>
                </a:lnTo>
                <a:lnTo>
                  <a:pt x="1252824" y="133566"/>
                </a:lnTo>
                <a:lnTo>
                  <a:pt x="1253220" y="133427"/>
                </a:lnTo>
                <a:lnTo>
                  <a:pt x="1253608" y="133276"/>
                </a:lnTo>
                <a:lnTo>
                  <a:pt x="1253987" y="133113"/>
                </a:lnTo>
                <a:lnTo>
                  <a:pt x="1254359" y="132939"/>
                </a:lnTo>
                <a:lnTo>
                  <a:pt x="1254723" y="132752"/>
                </a:lnTo>
                <a:lnTo>
                  <a:pt x="1255079" y="132553"/>
                </a:lnTo>
                <a:lnTo>
                  <a:pt x="1255427" y="132341"/>
                </a:lnTo>
                <a:lnTo>
                  <a:pt x="1255766" y="132118"/>
                </a:lnTo>
                <a:lnTo>
                  <a:pt x="1256098" y="131883"/>
                </a:lnTo>
                <a:lnTo>
                  <a:pt x="1256422" y="131636"/>
                </a:lnTo>
                <a:lnTo>
                  <a:pt x="1256738" y="131376"/>
                </a:lnTo>
                <a:lnTo>
                  <a:pt x="1257047" y="131105"/>
                </a:lnTo>
                <a:lnTo>
                  <a:pt x="1257347" y="130822"/>
                </a:lnTo>
                <a:lnTo>
                  <a:pt x="1257637" y="130528"/>
                </a:lnTo>
                <a:lnTo>
                  <a:pt x="1257915" y="130228"/>
                </a:lnTo>
                <a:lnTo>
                  <a:pt x="1258180" y="129920"/>
                </a:lnTo>
                <a:lnTo>
                  <a:pt x="1258433" y="129606"/>
                </a:lnTo>
                <a:lnTo>
                  <a:pt x="1258674" y="129284"/>
                </a:lnTo>
                <a:lnTo>
                  <a:pt x="1258902" y="128955"/>
                </a:lnTo>
                <a:lnTo>
                  <a:pt x="1259118" y="128619"/>
                </a:lnTo>
                <a:lnTo>
                  <a:pt x="1259322" y="128276"/>
                </a:lnTo>
                <a:lnTo>
                  <a:pt x="1259514" y="127925"/>
                </a:lnTo>
                <a:lnTo>
                  <a:pt x="1259693" y="127568"/>
                </a:lnTo>
                <a:lnTo>
                  <a:pt x="1259859" y="127203"/>
                </a:lnTo>
                <a:lnTo>
                  <a:pt x="1260014" y="126832"/>
                </a:lnTo>
                <a:lnTo>
                  <a:pt x="1260156" y="126453"/>
                </a:lnTo>
                <a:lnTo>
                  <a:pt x="1260285" y="126067"/>
                </a:lnTo>
                <a:lnTo>
                  <a:pt x="1260403" y="125674"/>
                </a:lnTo>
                <a:lnTo>
                  <a:pt x="1260508" y="125273"/>
                </a:lnTo>
                <a:lnTo>
                  <a:pt x="1260600" y="124866"/>
                </a:lnTo>
                <a:lnTo>
                  <a:pt x="1260680" y="124452"/>
                </a:lnTo>
                <a:lnTo>
                  <a:pt x="1260748" y="124030"/>
                </a:lnTo>
                <a:lnTo>
                  <a:pt x="1260804" y="123601"/>
                </a:lnTo>
                <a:lnTo>
                  <a:pt x="1260847" y="123165"/>
                </a:lnTo>
                <a:lnTo>
                  <a:pt x="1260878" y="122722"/>
                </a:lnTo>
                <a:lnTo>
                  <a:pt x="1260896" y="122272"/>
                </a:lnTo>
                <a:lnTo>
                  <a:pt x="1260903" y="121815"/>
                </a:lnTo>
                <a:lnTo>
                  <a:pt x="1260896" y="121331"/>
                </a:lnTo>
                <a:lnTo>
                  <a:pt x="1260878" y="120856"/>
                </a:lnTo>
                <a:lnTo>
                  <a:pt x="1260847" y="120388"/>
                </a:lnTo>
                <a:lnTo>
                  <a:pt x="1260804" y="119927"/>
                </a:lnTo>
                <a:lnTo>
                  <a:pt x="1260748" y="119475"/>
                </a:lnTo>
                <a:lnTo>
                  <a:pt x="1260680" y="119030"/>
                </a:lnTo>
                <a:lnTo>
                  <a:pt x="1260600" y="118593"/>
                </a:lnTo>
                <a:lnTo>
                  <a:pt x="1260508" y="118163"/>
                </a:lnTo>
                <a:lnTo>
                  <a:pt x="1260403" y="117741"/>
                </a:lnTo>
                <a:lnTo>
                  <a:pt x="1260285" y="117327"/>
                </a:lnTo>
                <a:lnTo>
                  <a:pt x="1260156" y="116921"/>
                </a:lnTo>
                <a:lnTo>
                  <a:pt x="1260014" y="116522"/>
                </a:lnTo>
                <a:lnTo>
                  <a:pt x="1259859" y="116131"/>
                </a:lnTo>
                <a:lnTo>
                  <a:pt x="1259693" y="115747"/>
                </a:lnTo>
                <a:lnTo>
                  <a:pt x="1259514" y="115371"/>
                </a:lnTo>
                <a:lnTo>
                  <a:pt x="1259322" y="115003"/>
                </a:lnTo>
                <a:lnTo>
                  <a:pt x="1259118" y="114643"/>
                </a:lnTo>
                <a:lnTo>
                  <a:pt x="1258902" y="114290"/>
                </a:lnTo>
                <a:lnTo>
                  <a:pt x="1258674" y="113945"/>
                </a:lnTo>
                <a:lnTo>
                  <a:pt x="1258433" y="113608"/>
                </a:lnTo>
                <a:lnTo>
                  <a:pt x="1258180" y="113278"/>
                </a:lnTo>
                <a:lnTo>
                  <a:pt x="1257915" y="112956"/>
                </a:lnTo>
                <a:lnTo>
                  <a:pt x="1257637" y="112642"/>
                </a:lnTo>
                <a:lnTo>
                  <a:pt x="1257347" y="112335"/>
                </a:lnTo>
                <a:lnTo>
                  <a:pt x="1257047" y="112039"/>
                </a:lnTo>
                <a:lnTo>
                  <a:pt x="1256738" y="111755"/>
                </a:lnTo>
                <a:lnTo>
                  <a:pt x="1256422" y="111484"/>
                </a:lnTo>
                <a:lnTo>
                  <a:pt x="1256098" y="111225"/>
                </a:lnTo>
                <a:lnTo>
                  <a:pt x="1255766" y="110979"/>
                </a:lnTo>
                <a:lnTo>
                  <a:pt x="1255427" y="110746"/>
                </a:lnTo>
                <a:lnTo>
                  <a:pt x="1255079" y="110525"/>
                </a:lnTo>
                <a:lnTo>
                  <a:pt x="1254723" y="110317"/>
                </a:lnTo>
                <a:lnTo>
                  <a:pt x="1254359" y="110121"/>
                </a:lnTo>
                <a:lnTo>
                  <a:pt x="1253987" y="109938"/>
                </a:lnTo>
                <a:lnTo>
                  <a:pt x="1253608" y="109768"/>
                </a:lnTo>
                <a:lnTo>
                  <a:pt x="1253220" y="109610"/>
                </a:lnTo>
                <a:lnTo>
                  <a:pt x="1252824" y="109465"/>
                </a:lnTo>
                <a:lnTo>
                  <a:pt x="1252421" y="109333"/>
                </a:lnTo>
                <a:lnTo>
                  <a:pt x="1252009" y="109213"/>
                </a:lnTo>
                <a:lnTo>
                  <a:pt x="1251590" y="109106"/>
                </a:lnTo>
                <a:lnTo>
                  <a:pt x="1251162" y="109011"/>
                </a:lnTo>
                <a:lnTo>
                  <a:pt x="1250727" y="108929"/>
                </a:lnTo>
                <a:lnTo>
                  <a:pt x="1250283" y="108860"/>
                </a:lnTo>
                <a:lnTo>
                  <a:pt x="1249832" y="108803"/>
                </a:lnTo>
                <a:lnTo>
                  <a:pt x="1249373" y="108759"/>
                </a:lnTo>
                <a:lnTo>
                  <a:pt x="1248905" y="108727"/>
                </a:lnTo>
                <a:lnTo>
                  <a:pt x="1248430" y="108708"/>
                </a:lnTo>
                <a:lnTo>
                  <a:pt x="1247947" y="108702"/>
                </a:lnTo>
                <a:lnTo>
                  <a:pt x="1247464" y="108708"/>
                </a:lnTo>
                <a:lnTo>
                  <a:pt x="1246988" y="108727"/>
                </a:lnTo>
                <a:lnTo>
                  <a:pt x="1246521" y="108759"/>
                </a:lnTo>
                <a:lnTo>
                  <a:pt x="1246062" y="108803"/>
                </a:lnTo>
                <a:lnTo>
                  <a:pt x="1245610" y="108860"/>
                </a:lnTo>
                <a:lnTo>
                  <a:pt x="1245167" y="108929"/>
                </a:lnTo>
                <a:lnTo>
                  <a:pt x="1244731" y="109011"/>
                </a:lnTo>
                <a:lnTo>
                  <a:pt x="1244304" y="109106"/>
                </a:lnTo>
                <a:lnTo>
                  <a:pt x="1243884" y="109213"/>
                </a:lnTo>
                <a:lnTo>
                  <a:pt x="1243473" y="109333"/>
                </a:lnTo>
                <a:lnTo>
                  <a:pt x="1243069" y="109465"/>
                </a:lnTo>
                <a:lnTo>
                  <a:pt x="1242673" y="109610"/>
                </a:lnTo>
                <a:lnTo>
                  <a:pt x="1242285" y="109768"/>
                </a:lnTo>
                <a:lnTo>
                  <a:pt x="1241905" y="109938"/>
                </a:lnTo>
                <a:lnTo>
                  <a:pt x="1241534" y="110121"/>
                </a:lnTo>
                <a:lnTo>
                  <a:pt x="1241170" y="110317"/>
                </a:lnTo>
                <a:lnTo>
                  <a:pt x="1240814" y="110525"/>
                </a:lnTo>
                <a:lnTo>
                  <a:pt x="1240466" y="110746"/>
                </a:lnTo>
                <a:lnTo>
                  <a:pt x="1240126" y="110979"/>
                </a:lnTo>
                <a:lnTo>
                  <a:pt x="1239793" y="111225"/>
                </a:lnTo>
                <a:lnTo>
                  <a:pt x="1239469" y="111484"/>
                </a:lnTo>
                <a:lnTo>
                  <a:pt x="1239153" y="111755"/>
                </a:lnTo>
                <a:lnTo>
                  <a:pt x="1238845" y="112039"/>
                </a:lnTo>
                <a:lnTo>
                  <a:pt x="1238545" y="112335"/>
                </a:lnTo>
                <a:lnTo>
                  <a:pt x="1238255" y="112642"/>
                </a:lnTo>
                <a:lnTo>
                  <a:pt x="1237977" y="112956"/>
                </a:lnTo>
                <a:lnTo>
                  <a:pt x="1237712" y="113278"/>
                </a:lnTo>
                <a:lnTo>
                  <a:pt x="1237459" y="113608"/>
                </a:lnTo>
                <a:lnTo>
                  <a:pt x="1237218" y="113945"/>
                </a:lnTo>
                <a:lnTo>
                  <a:pt x="1236990" y="114290"/>
                </a:lnTo>
                <a:lnTo>
                  <a:pt x="1236774" y="114643"/>
                </a:lnTo>
                <a:lnTo>
                  <a:pt x="1236570" y="115003"/>
                </a:lnTo>
                <a:lnTo>
                  <a:pt x="1236379" y="115371"/>
                </a:lnTo>
                <a:lnTo>
                  <a:pt x="1236200" y="115747"/>
                </a:lnTo>
                <a:lnTo>
                  <a:pt x="1236034" y="116131"/>
                </a:lnTo>
                <a:lnTo>
                  <a:pt x="1235879" y="116522"/>
                </a:lnTo>
                <a:lnTo>
                  <a:pt x="1235737" y="116921"/>
                </a:lnTo>
                <a:lnTo>
                  <a:pt x="1235608" y="117327"/>
                </a:lnTo>
                <a:lnTo>
                  <a:pt x="1235491" y="117741"/>
                </a:lnTo>
                <a:lnTo>
                  <a:pt x="1235386" y="118163"/>
                </a:lnTo>
                <a:lnTo>
                  <a:pt x="1235293" y="118593"/>
                </a:lnTo>
                <a:lnTo>
                  <a:pt x="1235213" y="119030"/>
                </a:lnTo>
                <a:lnTo>
                  <a:pt x="1235145" y="119475"/>
                </a:lnTo>
                <a:lnTo>
                  <a:pt x="1235090" y="119927"/>
                </a:lnTo>
                <a:lnTo>
                  <a:pt x="1235046" y="120388"/>
                </a:lnTo>
                <a:lnTo>
                  <a:pt x="1235016" y="120856"/>
                </a:lnTo>
                <a:lnTo>
                  <a:pt x="1234997" y="121331"/>
                </a:lnTo>
                <a:lnTo>
                  <a:pt x="1234991" y="121815"/>
                </a:lnTo>
                <a:lnTo>
                  <a:pt x="1234997" y="122272"/>
                </a:lnTo>
                <a:lnTo>
                  <a:pt x="1235016" y="122722"/>
                </a:lnTo>
                <a:lnTo>
                  <a:pt x="1235046" y="123165"/>
                </a:lnTo>
                <a:lnTo>
                  <a:pt x="1235090" y="123601"/>
                </a:lnTo>
                <a:lnTo>
                  <a:pt x="1235145" y="124030"/>
                </a:lnTo>
                <a:lnTo>
                  <a:pt x="1235213" y="124452"/>
                </a:lnTo>
                <a:lnTo>
                  <a:pt x="1235293" y="124866"/>
                </a:lnTo>
                <a:lnTo>
                  <a:pt x="1235386" y="125273"/>
                </a:lnTo>
                <a:lnTo>
                  <a:pt x="1235491" y="125674"/>
                </a:lnTo>
                <a:lnTo>
                  <a:pt x="1235608" y="126067"/>
                </a:lnTo>
                <a:lnTo>
                  <a:pt x="1235737" y="126453"/>
                </a:lnTo>
                <a:lnTo>
                  <a:pt x="1235879" y="126832"/>
                </a:lnTo>
                <a:lnTo>
                  <a:pt x="1236034" y="127203"/>
                </a:lnTo>
                <a:lnTo>
                  <a:pt x="1236200" y="127568"/>
                </a:lnTo>
                <a:lnTo>
                  <a:pt x="1236379" y="127925"/>
                </a:lnTo>
                <a:lnTo>
                  <a:pt x="1236570" y="128276"/>
                </a:lnTo>
                <a:lnTo>
                  <a:pt x="1236774" y="128619"/>
                </a:lnTo>
                <a:lnTo>
                  <a:pt x="1236990" y="128955"/>
                </a:lnTo>
                <a:lnTo>
                  <a:pt x="1237218" y="129284"/>
                </a:lnTo>
                <a:lnTo>
                  <a:pt x="1237459" y="129606"/>
                </a:lnTo>
                <a:lnTo>
                  <a:pt x="1237712" y="129920"/>
                </a:lnTo>
                <a:lnTo>
                  <a:pt x="1237977" y="130228"/>
                </a:lnTo>
                <a:lnTo>
                  <a:pt x="1238255" y="130528"/>
                </a:lnTo>
                <a:lnTo>
                  <a:pt x="1238545" y="130822"/>
                </a:lnTo>
                <a:lnTo>
                  <a:pt x="1238845" y="131105"/>
                </a:lnTo>
                <a:lnTo>
                  <a:pt x="1239153" y="131376"/>
                </a:lnTo>
                <a:lnTo>
                  <a:pt x="1239469" y="131636"/>
                </a:lnTo>
                <a:lnTo>
                  <a:pt x="1239793" y="131883"/>
                </a:lnTo>
                <a:lnTo>
                  <a:pt x="1240126" y="132118"/>
                </a:lnTo>
                <a:lnTo>
                  <a:pt x="1240466" y="132341"/>
                </a:lnTo>
                <a:lnTo>
                  <a:pt x="1240814" y="132553"/>
                </a:lnTo>
                <a:lnTo>
                  <a:pt x="1241170" y="132752"/>
                </a:lnTo>
                <a:lnTo>
                  <a:pt x="1241534" y="132939"/>
                </a:lnTo>
                <a:lnTo>
                  <a:pt x="1241905" y="133113"/>
                </a:lnTo>
                <a:lnTo>
                  <a:pt x="1242285" y="133276"/>
                </a:lnTo>
                <a:lnTo>
                  <a:pt x="1242673" y="133427"/>
                </a:lnTo>
                <a:lnTo>
                  <a:pt x="1243069" y="133566"/>
                </a:lnTo>
                <a:lnTo>
                  <a:pt x="1243473" y="133692"/>
                </a:lnTo>
                <a:lnTo>
                  <a:pt x="1243884" y="133807"/>
                </a:lnTo>
                <a:lnTo>
                  <a:pt x="1244304" y="133910"/>
                </a:lnTo>
                <a:lnTo>
                  <a:pt x="1244731" y="134000"/>
                </a:lnTo>
                <a:lnTo>
                  <a:pt x="1245167" y="134078"/>
                </a:lnTo>
                <a:lnTo>
                  <a:pt x="1245610" y="134145"/>
                </a:lnTo>
                <a:lnTo>
                  <a:pt x="1246062" y="134199"/>
                </a:lnTo>
                <a:lnTo>
                  <a:pt x="1246521" y="134241"/>
                </a:lnTo>
                <a:lnTo>
                  <a:pt x="1246988" y="134271"/>
                </a:lnTo>
                <a:lnTo>
                  <a:pt x="1247464" y="134290"/>
                </a:lnTo>
                <a:lnTo>
                  <a:pt x="1247947" y="134296"/>
                </a:lnTo>
                <a:lnTo>
                  <a:pt x="1248430" y="134290"/>
                </a:lnTo>
                <a:lnTo>
                  <a:pt x="1248905" y="134271"/>
                </a:lnTo>
                <a:lnTo>
                  <a:pt x="1249373" y="134241"/>
                </a:lnTo>
                <a:lnTo>
                  <a:pt x="1249832" y="134199"/>
                </a:lnTo>
                <a:lnTo>
                  <a:pt x="1250283" y="13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54235-4545-419D-9661-7D2B58C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525" y="4162413"/>
            <a:ext cx="2308636" cy="266472"/>
          </a:xfrm>
          <a:custGeom xmlns:a="http://schemas.openxmlformats.org/drawingml/2006/main">
            <a:pathLst>
              <a:path w="2308636" h="266472" fill="none">
                <a:moveTo>
                  <a:pt x="0" y="266472"/>
                </a:moveTo>
                <a:lnTo>
                  <a:pt x="2308636" y="266472"/>
                </a:lnTo>
                <a:lnTo>
                  <a:pt x="2308636" y="0"/>
                </a:lnTo>
                <a:lnTo>
                  <a:pt x="0" y="0"/>
                </a:lnTo>
                <a:lnTo>
                  <a:pt x="0" y="2664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14" name="Text LargeLanguageModels">
            <a:extLst xmlns:a="http://schemas.openxmlformats.org/drawingml/2006/main">
              <a:ext uri="{FF2B5EF4-FFF2-40B4-BE49-F238E27FC236}">
                <a16:creationId xmlns:a16="http://schemas.microsoft.com/office/drawing/2014/main" id="{27D33177-87D1-466F-9550-F85749CD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351" y="4238799"/>
            <a:ext cx="1882878" cy="162354"/>
          </a:xfrm>
          <a:custGeom xmlns:a="http://schemas.openxmlformats.org/drawingml/2006/main">
            <a:pathLst>
              <a:path w="1882878" h="162354">
                <a:moveTo>
                  <a:pt x="45338" y="5786"/>
                </a:moveTo>
                <a:lnTo>
                  <a:pt x="45338" y="11486"/>
                </a:lnTo>
                <a:cubicBezTo>
                  <a:pt x="43266" y="12061"/>
                  <a:pt x="41625" y="12680"/>
                  <a:pt x="40416" y="13342"/>
                </a:cubicBezTo>
                <a:cubicBezTo>
                  <a:pt x="39207" y="14004"/>
                  <a:pt x="38271" y="14911"/>
                  <a:pt x="37609" y="16063"/>
                </a:cubicBezTo>
                <a:cubicBezTo>
                  <a:pt x="36947" y="17214"/>
                  <a:pt x="36515" y="18697"/>
                  <a:pt x="36314" y="20510"/>
                </a:cubicBezTo>
                <a:cubicBezTo>
                  <a:pt x="36112" y="22324"/>
                  <a:pt x="36011" y="24612"/>
                  <a:pt x="36011" y="27376"/>
                </a:cubicBezTo>
                <a:lnTo>
                  <a:pt x="36011" y="113388"/>
                </a:lnTo>
                <a:lnTo>
                  <a:pt x="52765" y="113388"/>
                </a:lnTo>
                <a:cubicBezTo>
                  <a:pt x="56104" y="113388"/>
                  <a:pt x="58781" y="112870"/>
                  <a:pt x="60796" y="111834"/>
                </a:cubicBezTo>
                <a:cubicBezTo>
                  <a:pt x="62811" y="110798"/>
                  <a:pt x="64553" y="109200"/>
                  <a:pt x="66021" y="107041"/>
                </a:cubicBezTo>
                <a:cubicBezTo>
                  <a:pt x="67489" y="104882"/>
                  <a:pt x="68756" y="102061"/>
                  <a:pt x="69821" y="98578"/>
                </a:cubicBezTo>
                <a:cubicBezTo>
                  <a:pt x="70886" y="95095"/>
                  <a:pt x="71735" y="91828"/>
                  <a:pt x="72368" y="88776"/>
                </a:cubicBezTo>
                <a:lnTo>
                  <a:pt x="84199" y="88776"/>
                </a:lnTo>
                <a:lnTo>
                  <a:pt x="82299" y="123665"/>
                </a:lnTo>
                <a:lnTo>
                  <a:pt x="0" y="123665"/>
                </a:lnTo>
                <a:lnTo>
                  <a:pt x="0" y="117965"/>
                </a:lnTo>
                <a:cubicBezTo>
                  <a:pt x="2130" y="117390"/>
                  <a:pt x="3814" y="116756"/>
                  <a:pt x="5052" y="116066"/>
                </a:cubicBezTo>
                <a:cubicBezTo>
                  <a:pt x="6290" y="115375"/>
                  <a:pt x="7211" y="114439"/>
                  <a:pt x="7815" y="113259"/>
                </a:cubicBezTo>
                <a:cubicBezTo>
                  <a:pt x="8420" y="112079"/>
                  <a:pt x="8809" y="110582"/>
                  <a:pt x="8981" y="108768"/>
                </a:cubicBezTo>
                <a:cubicBezTo>
                  <a:pt x="9154" y="106955"/>
                  <a:pt x="9240" y="104666"/>
                  <a:pt x="9240" y="101903"/>
                </a:cubicBezTo>
                <a:lnTo>
                  <a:pt x="9240" y="27548"/>
                </a:lnTo>
                <a:cubicBezTo>
                  <a:pt x="9240" y="24842"/>
                  <a:pt x="9168" y="22568"/>
                  <a:pt x="9024" y="20726"/>
                </a:cubicBezTo>
                <a:cubicBezTo>
                  <a:pt x="8881" y="18884"/>
                  <a:pt x="8506" y="17387"/>
                  <a:pt x="7902" y="16235"/>
                </a:cubicBezTo>
                <a:cubicBezTo>
                  <a:pt x="7297" y="15084"/>
                  <a:pt x="6376" y="14148"/>
                  <a:pt x="5138" y="13429"/>
                </a:cubicBezTo>
                <a:cubicBezTo>
                  <a:pt x="3901" y="12709"/>
                  <a:pt x="2188" y="12061"/>
                  <a:pt x="0" y="11486"/>
                </a:cubicBezTo>
                <a:lnTo>
                  <a:pt x="0" y="5786"/>
                </a:lnTo>
                <a:lnTo>
                  <a:pt x="45338" y="5786"/>
                </a:lnTo>
                <a:close/>
                <a:moveTo>
                  <a:pt x="146917" y="112352"/>
                </a:moveTo>
                <a:lnTo>
                  <a:pt x="145621" y="111920"/>
                </a:lnTo>
                <a:cubicBezTo>
                  <a:pt x="140901" y="116526"/>
                  <a:pt x="136309" y="119865"/>
                  <a:pt x="131847" y="121938"/>
                </a:cubicBezTo>
                <a:cubicBezTo>
                  <a:pt x="127385" y="124011"/>
                  <a:pt x="122650" y="125047"/>
                  <a:pt x="117641" y="125047"/>
                </a:cubicBezTo>
                <a:cubicBezTo>
                  <a:pt x="112690" y="125047"/>
                  <a:pt x="108387" y="124140"/>
                  <a:pt x="104731" y="122327"/>
                </a:cubicBezTo>
                <a:cubicBezTo>
                  <a:pt x="101075" y="120513"/>
                  <a:pt x="98312" y="117994"/>
                  <a:pt x="96440" y="114770"/>
                </a:cubicBezTo>
                <a:cubicBezTo>
                  <a:pt x="94569" y="111546"/>
                  <a:pt x="93634" y="107833"/>
                  <a:pt x="93634" y="103630"/>
                </a:cubicBezTo>
                <a:cubicBezTo>
                  <a:pt x="93634" y="95167"/>
                  <a:pt x="97793" y="88503"/>
                  <a:pt x="106113" y="83638"/>
                </a:cubicBezTo>
                <a:cubicBezTo>
                  <a:pt x="114432" y="78773"/>
                  <a:pt x="127054" y="75707"/>
                  <a:pt x="143981" y="74441"/>
                </a:cubicBezTo>
                <a:lnTo>
                  <a:pt x="143981" y="66237"/>
                </a:lnTo>
                <a:cubicBezTo>
                  <a:pt x="143981" y="60883"/>
                  <a:pt x="143376" y="56752"/>
                  <a:pt x="142167" y="53844"/>
                </a:cubicBezTo>
                <a:cubicBezTo>
                  <a:pt x="140958" y="50937"/>
                  <a:pt x="139404" y="48893"/>
                  <a:pt x="137504" y="47713"/>
                </a:cubicBezTo>
                <a:cubicBezTo>
                  <a:pt x="135604" y="46533"/>
                  <a:pt x="133330" y="45943"/>
                  <a:pt x="130681" y="45943"/>
                </a:cubicBezTo>
                <a:cubicBezTo>
                  <a:pt x="128033" y="45943"/>
                  <a:pt x="125745" y="46403"/>
                  <a:pt x="123816" y="47324"/>
                </a:cubicBezTo>
                <a:cubicBezTo>
                  <a:pt x="121887" y="48246"/>
                  <a:pt x="120146" y="49987"/>
                  <a:pt x="118591" y="52549"/>
                </a:cubicBezTo>
                <a:cubicBezTo>
                  <a:pt x="117037" y="55111"/>
                  <a:pt x="115885" y="58666"/>
                  <a:pt x="115137" y="63214"/>
                </a:cubicBezTo>
                <a:lnTo>
                  <a:pt x="98815" y="63214"/>
                </a:lnTo>
                <a:lnTo>
                  <a:pt x="98815" y="47497"/>
                </a:lnTo>
                <a:cubicBezTo>
                  <a:pt x="104112" y="45137"/>
                  <a:pt x="108516" y="43323"/>
                  <a:pt x="112028" y="42056"/>
                </a:cubicBezTo>
                <a:cubicBezTo>
                  <a:pt x="115540" y="40790"/>
                  <a:pt x="119009" y="39739"/>
                  <a:pt x="122434" y="38904"/>
                </a:cubicBezTo>
                <a:cubicBezTo>
                  <a:pt x="125860" y="38070"/>
                  <a:pt x="128926" y="37480"/>
                  <a:pt x="131631" y="37134"/>
                </a:cubicBezTo>
                <a:cubicBezTo>
                  <a:pt x="134337" y="36789"/>
                  <a:pt x="137043" y="36616"/>
                  <a:pt x="139749" y="36616"/>
                </a:cubicBezTo>
                <a:cubicBezTo>
                  <a:pt x="146715" y="36616"/>
                  <a:pt x="152285" y="37537"/>
                  <a:pt x="156459" y="39379"/>
                </a:cubicBezTo>
                <a:cubicBezTo>
                  <a:pt x="160633" y="41222"/>
                  <a:pt x="163757" y="44215"/>
                  <a:pt x="165829" y="48361"/>
                </a:cubicBezTo>
                <a:cubicBezTo>
                  <a:pt x="167902" y="52506"/>
                  <a:pt x="168938" y="58234"/>
                  <a:pt x="168938" y="65546"/>
                </a:cubicBezTo>
                <a:lnTo>
                  <a:pt x="168938" y="99226"/>
                </a:lnTo>
                <a:cubicBezTo>
                  <a:pt x="168938" y="103025"/>
                  <a:pt x="169025" y="105962"/>
                  <a:pt x="169197" y="108034"/>
                </a:cubicBezTo>
                <a:cubicBezTo>
                  <a:pt x="169370" y="110107"/>
                  <a:pt x="169643" y="111647"/>
                  <a:pt x="170018" y="112654"/>
                </a:cubicBezTo>
                <a:cubicBezTo>
                  <a:pt x="170392" y="113662"/>
                  <a:pt x="170867" y="114468"/>
                  <a:pt x="171443" y="115072"/>
                </a:cubicBezTo>
                <a:cubicBezTo>
                  <a:pt x="172018" y="115677"/>
                  <a:pt x="172724" y="116166"/>
                  <a:pt x="173558" y="116541"/>
                </a:cubicBezTo>
                <a:cubicBezTo>
                  <a:pt x="174393" y="116915"/>
                  <a:pt x="175962" y="117390"/>
                  <a:pt x="178265" y="117965"/>
                </a:cubicBezTo>
                <a:lnTo>
                  <a:pt x="178265" y="123665"/>
                </a:lnTo>
                <a:lnTo>
                  <a:pt x="146140" y="123665"/>
                </a:lnTo>
                <a:lnTo>
                  <a:pt x="146917" y="112352"/>
                </a:lnTo>
                <a:moveTo>
                  <a:pt x="144067" y="82904"/>
                </a:moveTo>
                <a:cubicBezTo>
                  <a:pt x="135143" y="83134"/>
                  <a:pt x="128537" y="84804"/>
                  <a:pt x="124248" y="87913"/>
                </a:cubicBezTo>
                <a:cubicBezTo>
                  <a:pt x="119959" y="91022"/>
                  <a:pt x="117814" y="95570"/>
                  <a:pt x="117814" y="101557"/>
                </a:cubicBezTo>
                <a:cubicBezTo>
                  <a:pt x="117814" y="105127"/>
                  <a:pt x="118793" y="107847"/>
                  <a:pt x="120750" y="109718"/>
                </a:cubicBezTo>
                <a:cubicBezTo>
                  <a:pt x="122708" y="111589"/>
                  <a:pt x="125414" y="112525"/>
                  <a:pt x="128868" y="112525"/>
                </a:cubicBezTo>
                <a:cubicBezTo>
                  <a:pt x="131516" y="112525"/>
                  <a:pt x="134021" y="111820"/>
                  <a:pt x="136381" y="110409"/>
                </a:cubicBezTo>
                <a:cubicBezTo>
                  <a:pt x="138742" y="108999"/>
                  <a:pt x="140613" y="107113"/>
                  <a:pt x="141994" y="104753"/>
                </a:cubicBezTo>
                <a:cubicBezTo>
                  <a:pt x="143376" y="102392"/>
                  <a:pt x="144067" y="99888"/>
                  <a:pt x="144067" y="97239"/>
                </a:cubicBezTo>
                <a:lnTo>
                  <a:pt x="144067" y="82904"/>
                </a:lnTo>
                <a:close/>
                <a:moveTo>
                  <a:pt x="222712" y="50347"/>
                </a:moveTo>
                <a:lnTo>
                  <a:pt x="223835" y="50606"/>
                </a:lnTo>
                <a:cubicBezTo>
                  <a:pt x="228037" y="45655"/>
                  <a:pt x="232355" y="42085"/>
                  <a:pt x="236788" y="39898"/>
                </a:cubicBezTo>
                <a:cubicBezTo>
                  <a:pt x="241221" y="37710"/>
                  <a:pt x="246029" y="36616"/>
                  <a:pt x="251210" y="36616"/>
                </a:cubicBezTo>
                <a:cubicBezTo>
                  <a:pt x="254722" y="36616"/>
                  <a:pt x="258407" y="36990"/>
                  <a:pt x="262264" y="37739"/>
                </a:cubicBezTo>
                <a:lnTo>
                  <a:pt x="262264" y="61573"/>
                </a:lnTo>
                <a:lnTo>
                  <a:pt x="246633" y="61573"/>
                </a:lnTo>
                <a:cubicBezTo>
                  <a:pt x="245655" y="58234"/>
                  <a:pt x="244374" y="55672"/>
                  <a:pt x="242790" y="53888"/>
                </a:cubicBezTo>
                <a:cubicBezTo>
                  <a:pt x="241207" y="52103"/>
                  <a:pt x="239091" y="51210"/>
                  <a:pt x="236443" y="51210"/>
                </a:cubicBezTo>
                <a:cubicBezTo>
                  <a:pt x="235176" y="51210"/>
                  <a:pt x="233780" y="51599"/>
                  <a:pt x="232255" y="52376"/>
                </a:cubicBezTo>
                <a:cubicBezTo>
                  <a:pt x="230729" y="53154"/>
                  <a:pt x="229318" y="54247"/>
                  <a:pt x="228023" y="55658"/>
                </a:cubicBezTo>
                <a:cubicBezTo>
                  <a:pt x="226728" y="57068"/>
                  <a:pt x="225806" y="58508"/>
                  <a:pt x="225260" y="59976"/>
                </a:cubicBezTo>
                <a:cubicBezTo>
                  <a:pt x="224713" y="61444"/>
                  <a:pt x="224353" y="62926"/>
                  <a:pt x="224180" y="64423"/>
                </a:cubicBezTo>
                <a:cubicBezTo>
                  <a:pt x="224007" y="65920"/>
                  <a:pt x="223921" y="68165"/>
                  <a:pt x="223921" y="71159"/>
                </a:cubicBezTo>
                <a:lnTo>
                  <a:pt x="223921" y="98708"/>
                </a:lnTo>
                <a:cubicBezTo>
                  <a:pt x="223921" y="104177"/>
                  <a:pt x="224123" y="108005"/>
                  <a:pt x="224526" y="110193"/>
                </a:cubicBezTo>
                <a:cubicBezTo>
                  <a:pt x="224929" y="112381"/>
                  <a:pt x="225735" y="114094"/>
                  <a:pt x="226944" y="115332"/>
                </a:cubicBezTo>
                <a:cubicBezTo>
                  <a:pt x="228153" y="116569"/>
                  <a:pt x="230196" y="117447"/>
                  <a:pt x="233075" y="117965"/>
                </a:cubicBezTo>
                <a:lnTo>
                  <a:pt x="233075" y="123665"/>
                </a:lnTo>
                <a:lnTo>
                  <a:pt x="190500" y="123665"/>
                </a:lnTo>
                <a:lnTo>
                  <a:pt x="190500" y="117965"/>
                </a:lnTo>
                <a:cubicBezTo>
                  <a:pt x="193264" y="117217"/>
                  <a:pt x="195178" y="116238"/>
                  <a:pt x="196243" y="115029"/>
                </a:cubicBezTo>
                <a:cubicBezTo>
                  <a:pt x="197308" y="113820"/>
                  <a:pt x="198028" y="112179"/>
                  <a:pt x="198402" y="110107"/>
                </a:cubicBezTo>
                <a:cubicBezTo>
                  <a:pt x="198776" y="108034"/>
                  <a:pt x="198963" y="104263"/>
                  <a:pt x="198963" y="98794"/>
                </a:cubicBezTo>
                <a:lnTo>
                  <a:pt x="198963" y="63301"/>
                </a:lnTo>
                <a:cubicBezTo>
                  <a:pt x="198963" y="59040"/>
                  <a:pt x="198891" y="55888"/>
                  <a:pt x="198748" y="53844"/>
                </a:cubicBezTo>
                <a:cubicBezTo>
                  <a:pt x="198604" y="51801"/>
                  <a:pt x="198258" y="50160"/>
                  <a:pt x="197711" y="48922"/>
                </a:cubicBezTo>
                <a:cubicBezTo>
                  <a:pt x="197164" y="47684"/>
                  <a:pt x="196330" y="46677"/>
                  <a:pt x="195207" y="45899"/>
                </a:cubicBezTo>
                <a:cubicBezTo>
                  <a:pt x="194084" y="45122"/>
                  <a:pt x="192141" y="44446"/>
                  <a:pt x="189378" y="43870"/>
                </a:cubicBezTo>
                <a:lnTo>
                  <a:pt x="189378" y="37998"/>
                </a:lnTo>
                <a:lnTo>
                  <a:pt x="213040" y="37307"/>
                </a:lnTo>
                <a:lnTo>
                  <a:pt x="223921" y="37307"/>
                </a:lnTo>
                <a:lnTo>
                  <a:pt x="222712" y="50347"/>
                </a:lnTo>
                <a:close/>
                <a:moveTo>
                  <a:pt x="356072" y="49570"/>
                </a:moveTo>
                <a:lnTo>
                  <a:pt x="341305" y="47929"/>
                </a:lnTo>
                <a:lnTo>
                  <a:pt x="340960" y="48879"/>
                </a:lnTo>
                <a:cubicBezTo>
                  <a:pt x="342572" y="50491"/>
                  <a:pt x="343910" y="52693"/>
                  <a:pt x="344975" y="55485"/>
                </a:cubicBezTo>
                <a:cubicBezTo>
                  <a:pt x="346040" y="58277"/>
                  <a:pt x="346573" y="61631"/>
                  <a:pt x="346573" y="65546"/>
                </a:cubicBezTo>
                <a:cubicBezTo>
                  <a:pt x="346573" y="75564"/>
                  <a:pt x="343536" y="83163"/>
                  <a:pt x="337462" y="88345"/>
                </a:cubicBezTo>
                <a:cubicBezTo>
                  <a:pt x="331388" y="93526"/>
                  <a:pt x="322450" y="96117"/>
                  <a:pt x="310648" y="96117"/>
                </a:cubicBezTo>
                <a:cubicBezTo>
                  <a:pt x="304948" y="96117"/>
                  <a:pt x="300285" y="95599"/>
                  <a:pt x="296658" y="94562"/>
                </a:cubicBezTo>
                <a:cubicBezTo>
                  <a:pt x="293779" y="97153"/>
                  <a:pt x="292340" y="99945"/>
                  <a:pt x="292340" y="102939"/>
                </a:cubicBezTo>
                <a:cubicBezTo>
                  <a:pt x="292340" y="104666"/>
                  <a:pt x="292700" y="105990"/>
                  <a:pt x="293419" y="106912"/>
                </a:cubicBezTo>
                <a:cubicBezTo>
                  <a:pt x="294139" y="107833"/>
                  <a:pt x="295362" y="108538"/>
                  <a:pt x="297089" y="109027"/>
                </a:cubicBezTo>
                <a:cubicBezTo>
                  <a:pt x="298817" y="109517"/>
                  <a:pt x="301263" y="109761"/>
                  <a:pt x="304430" y="109761"/>
                </a:cubicBezTo>
                <a:lnTo>
                  <a:pt x="325847" y="109761"/>
                </a:lnTo>
                <a:cubicBezTo>
                  <a:pt x="335461" y="109761"/>
                  <a:pt x="342658" y="111633"/>
                  <a:pt x="347436" y="115375"/>
                </a:cubicBezTo>
                <a:cubicBezTo>
                  <a:pt x="352215" y="119117"/>
                  <a:pt x="354604" y="124932"/>
                  <a:pt x="354604" y="132819"/>
                </a:cubicBezTo>
                <a:cubicBezTo>
                  <a:pt x="354604" y="138979"/>
                  <a:pt x="352863" y="144276"/>
                  <a:pt x="349379" y="148709"/>
                </a:cubicBezTo>
                <a:cubicBezTo>
                  <a:pt x="345896" y="153142"/>
                  <a:pt x="340902" y="156524"/>
                  <a:pt x="334396" y="158856"/>
                </a:cubicBezTo>
                <a:cubicBezTo>
                  <a:pt x="327891" y="161188"/>
                  <a:pt x="320176" y="162354"/>
                  <a:pt x="311252" y="162354"/>
                </a:cubicBezTo>
                <a:cubicBezTo>
                  <a:pt x="304747" y="162354"/>
                  <a:pt x="298845" y="162066"/>
                  <a:pt x="293549" y="161490"/>
                </a:cubicBezTo>
                <a:cubicBezTo>
                  <a:pt x="288252" y="160914"/>
                  <a:pt x="283733" y="159864"/>
                  <a:pt x="279991" y="158338"/>
                </a:cubicBezTo>
                <a:cubicBezTo>
                  <a:pt x="276248" y="156812"/>
                  <a:pt x="273355" y="154725"/>
                  <a:pt x="271312" y="152077"/>
                </a:cubicBezTo>
                <a:cubicBezTo>
                  <a:pt x="269268" y="149429"/>
                  <a:pt x="268246" y="146061"/>
                  <a:pt x="268246" y="141973"/>
                </a:cubicBezTo>
                <a:cubicBezTo>
                  <a:pt x="268246" y="138691"/>
                  <a:pt x="269282" y="135669"/>
                  <a:pt x="271355" y="132905"/>
                </a:cubicBezTo>
                <a:cubicBezTo>
                  <a:pt x="273427" y="130142"/>
                  <a:pt x="276335" y="127782"/>
                  <a:pt x="280077" y="125824"/>
                </a:cubicBezTo>
                <a:cubicBezTo>
                  <a:pt x="277659" y="124097"/>
                  <a:pt x="275903" y="122111"/>
                  <a:pt x="274809" y="119865"/>
                </a:cubicBezTo>
                <a:cubicBezTo>
                  <a:pt x="273715" y="117620"/>
                  <a:pt x="273168" y="114857"/>
                  <a:pt x="273168" y="111575"/>
                </a:cubicBezTo>
                <a:cubicBezTo>
                  <a:pt x="273168" y="108869"/>
                  <a:pt x="273730" y="106336"/>
                  <a:pt x="274852" y="103975"/>
                </a:cubicBezTo>
                <a:cubicBezTo>
                  <a:pt x="275975" y="101615"/>
                  <a:pt x="277472" y="99470"/>
                  <a:pt x="279343" y="97542"/>
                </a:cubicBezTo>
                <a:cubicBezTo>
                  <a:pt x="281214" y="95613"/>
                  <a:pt x="283646" y="93497"/>
                  <a:pt x="286640" y="91194"/>
                </a:cubicBezTo>
                <a:cubicBezTo>
                  <a:pt x="282150" y="88661"/>
                  <a:pt x="278753" y="85336"/>
                  <a:pt x="276450" y="81220"/>
                </a:cubicBezTo>
                <a:cubicBezTo>
                  <a:pt x="274147" y="77104"/>
                  <a:pt x="272996" y="72282"/>
                  <a:pt x="272996" y="66755"/>
                </a:cubicBezTo>
                <a:cubicBezTo>
                  <a:pt x="272996" y="61401"/>
                  <a:pt x="273960" y="56809"/>
                  <a:pt x="275889" y="52981"/>
                </a:cubicBezTo>
                <a:cubicBezTo>
                  <a:pt x="277817" y="49152"/>
                  <a:pt x="280466" y="46029"/>
                  <a:pt x="283833" y="43611"/>
                </a:cubicBezTo>
                <a:cubicBezTo>
                  <a:pt x="287201" y="41193"/>
                  <a:pt x="291174" y="39423"/>
                  <a:pt x="295751" y="38300"/>
                </a:cubicBezTo>
                <a:cubicBezTo>
                  <a:pt x="300328" y="37177"/>
                  <a:pt x="305265" y="36616"/>
                  <a:pt x="310561" y="36616"/>
                </a:cubicBezTo>
                <a:cubicBezTo>
                  <a:pt x="313498" y="36616"/>
                  <a:pt x="316088" y="36760"/>
                  <a:pt x="318334" y="37048"/>
                </a:cubicBezTo>
                <a:cubicBezTo>
                  <a:pt x="320579" y="37336"/>
                  <a:pt x="322767" y="37652"/>
                  <a:pt x="324897" y="37998"/>
                </a:cubicBezTo>
                <a:lnTo>
                  <a:pt x="356072" y="37998"/>
                </a:lnTo>
                <a:lnTo>
                  <a:pt x="356072" y="49570"/>
                </a:lnTo>
                <a:moveTo>
                  <a:pt x="297780" y="65719"/>
                </a:moveTo>
                <a:cubicBezTo>
                  <a:pt x="297780" y="72973"/>
                  <a:pt x="298802" y="78370"/>
                  <a:pt x="300846" y="81911"/>
                </a:cubicBezTo>
                <a:cubicBezTo>
                  <a:pt x="302890" y="85452"/>
                  <a:pt x="306100" y="87222"/>
                  <a:pt x="310475" y="87222"/>
                </a:cubicBezTo>
                <a:cubicBezTo>
                  <a:pt x="314448" y="87222"/>
                  <a:pt x="317484" y="85581"/>
                  <a:pt x="319586" y="82299"/>
                </a:cubicBezTo>
                <a:cubicBezTo>
                  <a:pt x="321687" y="79018"/>
                  <a:pt x="322738" y="74009"/>
                  <a:pt x="322738" y="67273"/>
                </a:cubicBezTo>
                <a:cubicBezTo>
                  <a:pt x="322738" y="60192"/>
                  <a:pt x="321716" y="54794"/>
                  <a:pt x="319672" y="51081"/>
                </a:cubicBezTo>
                <a:cubicBezTo>
                  <a:pt x="317628" y="47368"/>
                  <a:pt x="314505" y="45511"/>
                  <a:pt x="310302" y="45511"/>
                </a:cubicBezTo>
                <a:cubicBezTo>
                  <a:pt x="306042" y="45511"/>
                  <a:pt x="302890" y="47166"/>
                  <a:pt x="300846" y="50476"/>
                </a:cubicBezTo>
                <a:cubicBezTo>
                  <a:pt x="298802" y="53787"/>
                  <a:pt x="297780" y="58868"/>
                  <a:pt x="297780" y="65719"/>
                </a:cubicBezTo>
                <a:moveTo>
                  <a:pt x="294671" y="129192"/>
                </a:moveTo>
                <a:cubicBezTo>
                  <a:pt x="292599" y="130804"/>
                  <a:pt x="291030" y="132560"/>
                  <a:pt x="289965" y="134460"/>
                </a:cubicBezTo>
                <a:cubicBezTo>
                  <a:pt x="288900" y="136360"/>
                  <a:pt x="288367" y="138548"/>
                  <a:pt x="288367" y="141023"/>
                </a:cubicBezTo>
                <a:cubicBezTo>
                  <a:pt x="288367" y="145168"/>
                  <a:pt x="290166" y="148234"/>
                  <a:pt x="293765" y="150220"/>
                </a:cubicBezTo>
                <a:cubicBezTo>
                  <a:pt x="297363" y="152207"/>
                  <a:pt x="303048" y="153200"/>
                  <a:pt x="310820" y="153200"/>
                </a:cubicBezTo>
                <a:cubicBezTo>
                  <a:pt x="318075" y="153200"/>
                  <a:pt x="323587" y="151991"/>
                  <a:pt x="327358" y="149573"/>
                </a:cubicBezTo>
                <a:cubicBezTo>
                  <a:pt x="331129" y="147155"/>
                  <a:pt x="333015" y="143758"/>
                  <a:pt x="333015" y="139382"/>
                </a:cubicBezTo>
                <a:cubicBezTo>
                  <a:pt x="333015" y="137425"/>
                  <a:pt x="332669" y="135755"/>
                  <a:pt x="331978" y="134374"/>
                </a:cubicBezTo>
                <a:cubicBezTo>
                  <a:pt x="331287" y="132992"/>
                  <a:pt x="329934" y="131840"/>
                  <a:pt x="327919" y="130919"/>
                </a:cubicBezTo>
                <a:cubicBezTo>
                  <a:pt x="325904" y="129998"/>
                  <a:pt x="323055" y="129537"/>
                  <a:pt x="319370" y="129537"/>
                </a:cubicBezTo>
                <a:lnTo>
                  <a:pt x="304516" y="129537"/>
                </a:lnTo>
                <a:cubicBezTo>
                  <a:pt x="300314" y="129537"/>
                  <a:pt x="297032" y="129422"/>
                  <a:pt x="294671" y="129192"/>
                </a:cubicBezTo>
                <a:close/>
                <a:moveTo>
                  <a:pt x="442686" y="107948"/>
                </a:moveTo>
                <a:cubicBezTo>
                  <a:pt x="436814" y="114166"/>
                  <a:pt x="430999" y="118570"/>
                  <a:pt x="425242" y="121161"/>
                </a:cubicBezTo>
                <a:cubicBezTo>
                  <a:pt x="419484" y="123751"/>
                  <a:pt x="412864" y="125047"/>
                  <a:pt x="405379" y="125047"/>
                </a:cubicBezTo>
                <a:cubicBezTo>
                  <a:pt x="391965" y="125047"/>
                  <a:pt x="381875" y="121377"/>
                  <a:pt x="375111" y="114036"/>
                </a:cubicBezTo>
                <a:cubicBezTo>
                  <a:pt x="368346" y="106696"/>
                  <a:pt x="364964" y="95800"/>
                  <a:pt x="364964" y="81350"/>
                </a:cubicBezTo>
                <a:cubicBezTo>
                  <a:pt x="364964" y="72023"/>
                  <a:pt x="366705" y="63977"/>
                  <a:pt x="370188" y="57212"/>
                </a:cubicBezTo>
                <a:cubicBezTo>
                  <a:pt x="373671" y="50448"/>
                  <a:pt x="378608" y="45324"/>
                  <a:pt x="384999" y="41841"/>
                </a:cubicBezTo>
                <a:cubicBezTo>
                  <a:pt x="391389" y="38357"/>
                  <a:pt x="398816" y="36616"/>
                  <a:pt x="407279" y="36616"/>
                </a:cubicBezTo>
                <a:cubicBezTo>
                  <a:pt x="412518" y="36616"/>
                  <a:pt x="417110" y="37220"/>
                  <a:pt x="421053" y="38429"/>
                </a:cubicBezTo>
                <a:cubicBezTo>
                  <a:pt x="424997" y="39638"/>
                  <a:pt x="428379" y="41322"/>
                  <a:pt x="431200" y="43481"/>
                </a:cubicBezTo>
                <a:cubicBezTo>
                  <a:pt x="434021" y="45640"/>
                  <a:pt x="436353" y="48246"/>
                  <a:pt x="438195" y="51297"/>
                </a:cubicBezTo>
                <a:cubicBezTo>
                  <a:pt x="440383" y="54924"/>
                  <a:pt x="442024" y="59069"/>
                  <a:pt x="443118" y="63732"/>
                </a:cubicBezTo>
                <a:cubicBezTo>
                  <a:pt x="444269" y="68511"/>
                  <a:pt x="444874" y="74297"/>
                  <a:pt x="444931" y="81090"/>
                </a:cubicBezTo>
                <a:lnTo>
                  <a:pt x="390180" y="81090"/>
                </a:lnTo>
                <a:cubicBezTo>
                  <a:pt x="390238" y="91511"/>
                  <a:pt x="392094" y="99183"/>
                  <a:pt x="395750" y="104105"/>
                </a:cubicBezTo>
                <a:cubicBezTo>
                  <a:pt x="399406" y="109027"/>
                  <a:pt x="404976" y="111489"/>
                  <a:pt x="412461" y="111489"/>
                </a:cubicBezTo>
                <a:cubicBezTo>
                  <a:pt x="416836" y="111489"/>
                  <a:pt x="420780" y="110668"/>
                  <a:pt x="424292" y="109027"/>
                </a:cubicBezTo>
                <a:cubicBezTo>
                  <a:pt x="427804" y="107387"/>
                  <a:pt x="431603" y="104494"/>
                  <a:pt x="435691" y="100348"/>
                </a:cubicBezTo>
                <a:lnTo>
                  <a:pt x="442686" y="107948"/>
                </a:lnTo>
                <a:moveTo>
                  <a:pt x="419369" y="71764"/>
                </a:moveTo>
                <a:cubicBezTo>
                  <a:pt x="419139" y="62955"/>
                  <a:pt x="417988" y="56392"/>
                  <a:pt x="415915" y="52074"/>
                </a:cubicBezTo>
                <a:cubicBezTo>
                  <a:pt x="413842" y="47756"/>
                  <a:pt x="410503" y="45597"/>
                  <a:pt x="405897" y="45597"/>
                </a:cubicBezTo>
                <a:cubicBezTo>
                  <a:pt x="401464" y="45597"/>
                  <a:pt x="397938" y="47843"/>
                  <a:pt x="395319" y="52333"/>
                </a:cubicBezTo>
                <a:cubicBezTo>
                  <a:pt x="392699" y="56824"/>
                  <a:pt x="391130" y="63301"/>
                  <a:pt x="390612" y="71764"/>
                </a:cubicBezTo>
                <a:lnTo>
                  <a:pt x="419369" y="71764"/>
                </a:lnTo>
                <a:close/>
                <a:moveTo>
                  <a:pt x="542849" y="5786"/>
                </a:moveTo>
                <a:lnTo>
                  <a:pt x="542849" y="11486"/>
                </a:lnTo>
                <a:cubicBezTo>
                  <a:pt x="540776" y="12061"/>
                  <a:pt x="539135" y="12680"/>
                  <a:pt x="537926" y="13342"/>
                </a:cubicBezTo>
                <a:cubicBezTo>
                  <a:pt x="536717" y="14004"/>
                  <a:pt x="535782" y="14911"/>
                  <a:pt x="535120" y="16063"/>
                </a:cubicBezTo>
                <a:cubicBezTo>
                  <a:pt x="534458" y="17214"/>
                  <a:pt x="534026" y="18697"/>
                  <a:pt x="533824" y="20510"/>
                </a:cubicBezTo>
                <a:cubicBezTo>
                  <a:pt x="533623" y="22324"/>
                  <a:pt x="533522" y="24612"/>
                  <a:pt x="533522" y="27376"/>
                </a:cubicBezTo>
                <a:lnTo>
                  <a:pt x="533522" y="113388"/>
                </a:lnTo>
                <a:lnTo>
                  <a:pt x="550276" y="113388"/>
                </a:lnTo>
                <a:cubicBezTo>
                  <a:pt x="553615" y="113388"/>
                  <a:pt x="556292" y="112870"/>
                  <a:pt x="558307" y="111834"/>
                </a:cubicBezTo>
                <a:cubicBezTo>
                  <a:pt x="560322" y="110798"/>
                  <a:pt x="562064" y="109200"/>
                  <a:pt x="563532" y="107041"/>
                </a:cubicBezTo>
                <a:cubicBezTo>
                  <a:pt x="565000" y="104882"/>
                  <a:pt x="566266" y="102061"/>
                  <a:pt x="567331" y="98578"/>
                </a:cubicBezTo>
                <a:cubicBezTo>
                  <a:pt x="568397" y="95095"/>
                  <a:pt x="569246" y="91828"/>
                  <a:pt x="569879" y="88776"/>
                </a:cubicBezTo>
                <a:lnTo>
                  <a:pt x="581710" y="88776"/>
                </a:lnTo>
                <a:lnTo>
                  <a:pt x="579810" y="123665"/>
                </a:lnTo>
                <a:lnTo>
                  <a:pt x="497511" y="123665"/>
                </a:lnTo>
                <a:lnTo>
                  <a:pt x="497511" y="117965"/>
                </a:lnTo>
                <a:cubicBezTo>
                  <a:pt x="499641" y="117390"/>
                  <a:pt x="501325" y="116756"/>
                  <a:pt x="502563" y="116066"/>
                </a:cubicBezTo>
                <a:cubicBezTo>
                  <a:pt x="503801" y="115375"/>
                  <a:pt x="504722" y="114439"/>
                  <a:pt x="505326" y="113259"/>
                </a:cubicBezTo>
                <a:cubicBezTo>
                  <a:pt x="505931" y="112079"/>
                  <a:pt x="506319" y="110582"/>
                  <a:pt x="506492" y="108768"/>
                </a:cubicBezTo>
                <a:cubicBezTo>
                  <a:pt x="506665" y="106955"/>
                  <a:pt x="506751" y="104666"/>
                  <a:pt x="506751" y="101903"/>
                </a:cubicBezTo>
                <a:lnTo>
                  <a:pt x="506751" y="27548"/>
                </a:lnTo>
                <a:cubicBezTo>
                  <a:pt x="506751" y="24842"/>
                  <a:pt x="506679" y="22568"/>
                  <a:pt x="506535" y="20726"/>
                </a:cubicBezTo>
                <a:cubicBezTo>
                  <a:pt x="506391" y="18884"/>
                  <a:pt x="506017" y="17387"/>
                  <a:pt x="505413" y="16235"/>
                </a:cubicBezTo>
                <a:cubicBezTo>
                  <a:pt x="504808" y="15084"/>
                  <a:pt x="503887" y="14148"/>
                  <a:pt x="502649" y="13429"/>
                </a:cubicBezTo>
                <a:cubicBezTo>
                  <a:pt x="501411" y="12709"/>
                  <a:pt x="499698" y="12061"/>
                  <a:pt x="497511" y="11486"/>
                </a:cubicBezTo>
                <a:lnTo>
                  <a:pt x="497511" y="5786"/>
                </a:lnTo>
                <a:lnTo>
                  <a:pt x="542849" y="5786"/>
                </a:lnTo>
                <a:close/>
                <a:moveTo>
                  <a:pt x="644428" y="112352"/>
                </a:moveTo>
                <a:lnTo>
                  <a:pt x="643132" y="111920"/>
                </a:lnTo>
                <a:cubicBezTo>
                  <a:pt x="638411" y="116526"/>
                  <a:pt x="633820" y="119865"/>
                  <a:pt x="629358" y="121938"/>
                </a:cubicBezTo>
                <a:cubicBezTo>
                  <a:pt x="624896" y="124011"/>
                  <a:pt x="620161" y="125047"/>
                  <a:pt x="615152" y="125047"/>
                </a:cubicBezTo>
                <a:cubicBezTo>
                  <a:pt x="610201" y="125047"/>
                  <a:pt x="605897" y="124140"/>
                  <a:pt x="602242" y="122327"/>
                </a:cubicBezTo>
                <a:cubicBezTo>
                  <a:pt x="598586" y="120513"/>
                  <a:pt x="595822" y="117994"/>
                  <a:pt x="593951" y="114770"/>
                </a:cubicBezTo>
                <a:cubicBezTo>
                  <a:pt x="592080" y="111546"/>
                  <a:pt x="591145" y="107833"/>
                  <a:pt x="591145" y="103630"/>
                </a:cubicBezTo>
                <a:cubicBezTo>
                  <a:pt x="591145" y="95167"/>
                  <a:pt x="595304" y="88503"/>
                  <a:pt x="603623" y="83638"/>
                </a:cubicBezTo>
                <a:cubicBezTo>
                  <a:pt x="611942" y="78773"/>
                  <a:pt x="624565" y="75707"/>
                  <a:pt x="641491" y="74441"/>
                </a:cubicBezTo>
                <a:lnTo>
                  <a:pt x="641491" y="66237"/>
                </a:lnTo>
                <a:cubicBezTo>
                  <a:pt x="641491" y="60883"/>
                  <a:pt x="640887" y="56752"/>
                  <a:pt x="639678" y="53844"/>
                </a:cubicBezTo>
                <a:cubicBezTo>
                  <a:pt x="638469" y="50937"/>
                  <a:pt x="636914" y="48893"/>
                  <a:pt x="635015" y="47713"/>
                </a:cubicBezTo>
                <a:cubicBezTo>
                  <a:pt x="633115" y="46533"/>
                  <a:pt x="630841" y="45943"/>
                  <a:pt x="628192" y="45943"/>
                </a:cubicBezTo>
                <a:cubicBezTo>
                  <a:pt x="625544" y="45943"/>
                  <a:pt x="623255" y="46403"/>
                  <a:pt x="621327" y="47324"/>
                </a:cubicBezTo>
                <a:cubicBezTo>
                  <a:pt x="619398" y="48246"/>
                  <a:pt x="617657" y="49987"/>
                  <a:pt x="616102" y="52549"/>
                </a:cubicBezTo>
                <a:cubicBezTo>
                  <a:pt x="614548" y="55111"/>
                  <a:pt x="613396" y="58666"/>
                  <a:pt x="612648" y="63214"/>
                </a:cubicBezTo>
                <a:lnTo>
                  <a:pt x="596326" y="63214"/>
                </a:lnTo>
                <a:lnTo>
                  <a:pt x="596326" y="47497"/>
                </a:lnTo>
                <a:cubicBezTo>
                  <a:pt x="601623" y="45137"/>
                  <a:pt x="606027" y="43323"/>
                  <a:pt x="609539" y="42056"/>
                </a:cubicBezTo>
                <a:cubicBezTo>
                  <a:pt x="613051" y="40790"/>
                  <a:pt x="616519" y="39739"/>
                  <a:pt x="619945" y="38904"/>
                </a:cubicBezTo>
                <a:cubicBezTo>
                  <a:pt x="623371" y="38070"/>
                  <a:pt x="626436" y="37480"/>
                  <a:pt x="629142" y="37134"/>
                </a:cubicBezTo>
                <a:cubicBezTo>
                  <a:pt x="631848" y="36789"/>
                  <a:pt x="634554" y="36616"/>
                  <a:pt x="637260" y="36616"/>
                </a:cubicBezTo>
                <a:cubicBezTo>
                  <a:pt x="644226" y="36616"/>
                  <a:pt x="649796" y="37537"/>
                  <a:pt x="653970" y="39379"/>
                </a:cubicBezTo>
                <a:cubicBezTo>
                  <a:pt x="658144" y="41222"/>
                  <a:pt x="661267" y="44215"/>
                  <a:pt x="663340" y="48361"/>
                </a:cubicBezTo>
                <a:cubicBezTo>
                  <a:pt x="665413" y="52506"/>
                  <a:pt x="666449" y="58234"/>
                  <a:pt x="666449" y="65546"/>
                </a:cubicBezTo>
                <a:lnTo>
                  <a:pt x="666449" y="99226"/>
                </a:lnTo>
                <a:cubicBezTo>
                  <a:pt x="666449" y="103025"/>
                  <a:pt x="666535" y="105962"/>
                  <a:pt x="666708" y="108034"/>
                </a:cubicBezTo>
                <a:cubicBezTo>
                  <a:pt x="666881" y="110107"/>
                  <a:pt x="667154" y="111647"/>
                  <a:pt x="667528" y="112654"/>
                </a:cubicBezTo>
                <a:cubicBezTo>
                  <a:pt x="667903" y="113662"/>
                  <a:pt x="668378" y="114468"/>
                  <a:pt x="668953" y="115072"/>
                </a:cubicBezTo>
                <a:cubicBezTo>
                  <a:pt x="669529" y="115677"/>
                  <a:pt x="670234" y="116166"/>
                  <a:pt x="671069" y="116541"/>
                </a:cubicBezTo>
                <a:cubicBezTo>
                  <a:pt x="671904" y="116915"/>
                  <a:pt x="673473" y="117390"/>
                  <a:pt x="675776" y="117965"/>
                </a:cubicBezTo>
                <a:lnTo>
                  <a:pt x="675776" y="123665"/>
                </a:lnTo>
                <a:lnTo>
                  <a:pt x="643650" y="123665"/>
                </a:lnTo>
                <a:lnTo>
                  <a:pt x="644428" y="112352"/>
                </a:lnTo>
                <a:moveTo>
                  <a:pt x="641578" y="82904"/>
                </a:moveTo>
                <a:cubicBezTo>
                  <a:pt x="632654" y="83134"/>
                  <a:pt x="626048" y="84804"/>
                  <a:pt x="621759" y="87913"/>
                </a:cubicBezTo>
                <a:cubicBezTo>
                  <a:pt x="617469" y="91022"/>
                  <a:pt x="615325" y="95570"/>
                  <a:pt x="615325" y="101557"/>
                </a:cubicBezTo>
                <a:cubicBezTo>
                  <a:pt x="615325" y="105127"/>
                  <a:pt x="616304" y="107847"/>
                  <a:pt x="618261" y="109718"/>
                </a:cubicBezTo>
                <a:cubicBezTo>
                  <a:pt x="620218" y="111589"/>
                  <a:pt x="622924" y="112525"/>
                  <a:pt x="626379" y="112525"/>
                </a:cubicBezTo>
                <a:cubicBezTo>
                  <a:pt x="629027" y="112525"/>
                  <a:pt x="631531" y="111820"/>
                  <a:pt x="633892" y="110409"/>
                </a:cubicBezTo>
                <a:cubicBezTo>
                  <a:pt x="636252" y="108999"/>
                  <a:pt x="638123" y="107113"/>
                  <a:pt x="639505" y="104753"/>
                </a:cubicBezTo>
                <a:cubicBezTo>
                  <a:pt x="640887" y="102392"/>
                  <a:pt x="641578" y="99888"/>
                  <a:pt x="641578" y="97239"/>
                </a:cubicBezTo>
                <a:lnTo>
                  <a:pt x="641578" y="82904"/>
                </a:lnTo>
                <a:close/>
                <a:moveTo>
                  <a:pt x="781883" y="123665"/>
                </a:moveTo>
                <a:lnTo>
                  <a:pt x="739999" y="123665"/>
                </a:lnTo>
                <a:lnTo>
                  <a:pt x="739999" y="117965"/>
                </a:lnTo>
                <a:cubicBezTo>
                  <a:pt x="742647" y="117332"/>
                  <a:pt x="744489" y="116397"/>
                  <a:pt x="745526" y="115159"/>
                </a:cubicBezTo>
                <a:cubicBezTo>
                  <a:pt x="746562" y="113921"/>
                  <a:pt x="747267" y="112251"/>
                  <a:pt x="747642" y="110150"/>
                </a:cubicBezTo>
                <a:cubicBezTo>
                  <a:pt x="748016" y="108049"/>
                  <a:pt x="748203" y="104263"/>
                  <a:pt x="748203" y="98794"/>
                </a:cubicBezTo>
                <a:lnTo>
                  <a:pt x="748203" y="75736"/>
                </a:lnTo>
                <a:cubicBezTo>
                  <a:pt x="748203" y="71649"/>
                  <a:pt x="748116" y="68295"/>
                  <a:pt x="747944" y="65675"/>
                </a:cubicBezTo>
                <a:cubicBezTo>
                  <a:pt x="747771" y="63056"/>
                  <a:pt x="747498" y="60911"/>
                  <a:pt x="747123" y="59242"/>
                </a:cubicBezTo>
                <a:cubicBezTo>
                  <a:pt x="746749" y="57572"/>
                  <a:pt x="746231" y="56176"/>
                  <a:pt x="745569" y="55053"/>
                </a:cubicBezTo>
                <a:cubicBezTo>
                  <a:pt x="744907" y="53931"/>
                  <a:pt x="744173" y="53010"/>
                  <a:pt x="743367" y="52290"/>
                </a:cubicBezTo>
                <a:cubicBezTo>
                  <a:pt x="742561" y="51570"/>
                  <a:pt x="741640" y="51038"/>
                  <a:pt x="740603" y="50692"/>
                </a:cubicBezTo>
                <a:cubicBezTo>
                  <a:pt x="739567" y="50347"/>
                  <a:pt x="738243" y="50174"/>
                  <a:pt x="736631" y="50174"/>
                </a:cubicBezTo>
                <a:cubicBezTo>
                  <a:pt x="734443" y="50174"/>
                  <a:pt x="732169" y="50851"/>
                  <a:pt x="729809" y="52204"/>
                </a:cubicBezTo>
                <a:cubicBezTo>
                  <a:pt x="727448" y="53557"/>
                  <a:pt x="725462" y="55428"/>
                  <a:pt x="723850" y="57817"/>
                </a:cubicBezTo>
                <a:cubicBezTo>
                  <a:pt x="722238" y="60206"/>
                  <a:pt x="721432" y="62754"/>
                  <a:pt x="721432" y="65460"/>
                </a:cubicBezTo>
                <a:lnTo>
                  <a:pt x="721432" y="98708"/>
                </a:lnTo>
                <a:cubicBezTo>
                  <a:pt x="721432" y="104177"/>
                  <a:pt x="721604" y="107977"/>
                  <a:pt x="721950" y="110107"/>
                </a:cubicBezTo>
                <a:cubicBezTo>
                  <a:pt x="722295" y="112237"/>
                  <a:pt x="723001" y="113921"/>
                  <a:pt x="724066" y="115159"/>
                </a:cubicBezTo>
                <a:cubicBezTo>
                  <a:pt x="725131" y="116397"/>
                  <a:pt x="727016" y="117332"/>
                  <a:pt x="729722" y="117965"/>
                </a:cubicBezTo>
                <a:lnTo>
                  <a:pt x="729722" y="123665"/>
                </a:lnTo>
                <a:lnTo>
                  <a:pt x="688011" y="123665"/>
                </a:lnTo>
                <a:lnTo>
                  <a:pt x="688011" y="117965"/>
                </a:lnTo>
                <a:cubicBezTo>
                  <a:pt x="690775" y="117217"/>
                  <a:pt x="692689" y="116238"/>
                  <a:pt x="693754" y="115029"/>
                </a:cubicBezTo>
                <a:cubicBezTo>
                  <a:pt x="694819" y="113820"/>
                  <a:pt x="695539" y="112179"/>
                  <a:pt x="695913" y="110107"/>
                </a:cubicBezTo>
                <a:cubicBezTo>
                  <a:pt x="696287" y="108034"/>
                  <a:pt x="696474" y="104263"/>
                  <a:pt x="696474" y="98794"/>
                </a:cubicBezTo>
                <a:lnTo>
                  <a:pt x="696474" y="63301"/>
                </a:lnTo>
                <a:cubicBezTo>
                  <a:pt x="696474" y="59040"/>
                  <a:pt x="696402" y="55888"/>
                  <a:pt x="696258" y="53844"/>
                </a:cubicBezTo>
                <a:cubicBezTo>
                  <a:pt x="696114" y="51801"/>
                  <a:pt x="695769" y="50160"/>
                  <a:pt x="695222" y="48922"/>
                </a:cubicBezTo>
                <a:cubicBezTo>
                  <a:pt x="694675" y="47684"/>
                  <a:pt x="693840" y="46677"/>
                  <a:pt x="692718" y="45899"/>
                </a:cubicBezTo>
                <a:cubicBezTo>
                  <a:pt x="691595" y="45122"/>
                  <a:pt x="689652" y="44446"/>
                  <a:pt x="686888" y="43870"/>
                </a:cubicBezTo>
                <a:lnTo>
                  <a:pt x="686888" y="37998"/>
                </a:lnTo>
                <a:lnTo>
                  <a:pt x="710551" y="37307"/>
                </a:lnTo>
                <a:lnTo>
                  <a:pt x="721432" y="37307"/>
                </a:lnTo>
                <a:lnTo>
                  <a:pt x="720136" y="49742"/>
                </a:lnTo>
                <a:lnTo>
                  <a:pt x="721173" y="50001"/>
                </a:lnTo>
                <a:cubicBezTo>
                  <a:pt x="724742" y="46835"/>
                  <a:pt x="727880" y="44345"/>
                  <a:pt x="730586" y="42531"/>
                </a:cubicBezTo>
                <a:cubicBezTo>
                  <a:pt x="733292" y="40718"/>
                  <a:pt x="736127" y="39279"/>
                  <a:pt x="739092" y="38214"/>
                </a:cubicBezTo>
                <a:cubicBezTo>
                  <a:pt x="742057" y="37148"/>
                  <a:pt x="745180" y="36616"/>
                  <a:pt x="748462" y="36616"/>
                </a:cubicBezTo>
                <a:cubicBezTo>
                  <a:pt x="753183" y="36616"/>
                  <a:pt x="757098" y="37292"/>
                  <a:pt x="760207" y="38645"/>
                </a:cubicBezTo>
                <a:cubicBezTo>
                  <a:pt x="763316" y="39998"/>
                  <a:pt x="765834" y="41970"/>
                  <a:pt x="767763" y="44561"/>
                </a:cubicBezTo>
                <a:cubicBezTo>
                  <a:pt x="769692" y="47152"/>
                  <a:pt x="771073" y="50318"/>
                  <a:pt x="771908" y="54060"/>
                </a:cubicBezTo>
                <a:cubicBezTo>
                  <a:pt x="772743" y="57802"/>
                  <a:pt x="773160" y="62149"/>
                  <a:pt x="773160" y="67100"/>
                </a:cubicBezTo>
                <a:lnTo>
                  <a:pt x="773160" y="98708"/>
                </a:lnTo>
                <a:cubicBezTo>
                  <a:pt x="773160" y="101241"/>
                  <a:pt x="773204" y="103616"/>
                  <a:pt x="773290" y="105832"/>
                </a:cubicBezTo>
                <a:cubicBezTo>
                  <a:pt x="773376" y="108049"/>
                  <a:pt x="773592" y="109819"/>
                  <a:pt x="773938" y="111143"/>
                </a:cubicBezTo>
                <a:cubicBezTo>
                  <a:pt x="774283" y="112467"/>
                  <a:pt x="774758" y="113547"/>
                  <a:pt x="775363" y="114382"/>
                </a:cubicBezTo>
                <a:cubicBezTo>
                  <a:pt x="775967" y="115216"/>
                  <a:pt x="776816" y="115922"/>
                  <a:pt x="777910" y="116497"/>
                </a:cubicBezTo>
                <a:cubicBezTo>
                  <a:pt x="779004" y="117073"/>
                  <a:pt x="780328" y="117562"/>
                  <a:pt x="781883" y="117965"/>
                </a:cubicBezTo>
                <a:lnTo>
                  <a:pt x="781883" y="123665"/>
                </a:lnTo>
                <a:close/>
                <a:moveTo>
                  <a:pt x="877281" y="49570"/>
                </a:moveTo>
                <a:lnTo>
                  <a:pt x="862514" y="47929"/>
                </a:lnTo>
                <a:lnTo>
                  <a:pt x="862168" y="48879"/>
                </a:lnTo>
                <a:cubicBezTo>
                  <a:pt x="863780" y="50491"/>
                  <a:pt x="865119" y="52693"/>
                  <a:pt x="866184" y="55485"/>
                </a:cubicBezTo>
                <a:cubicBezTo>
                  <a:pt x="867249" y="58277"/>
                  <a:pt x="867781" y="61631"/>
                  <a:pt x="867781" y="65546"/>
                </a:cubicBezTo>
                <a:cubicBezTo>
                  <a:pt x="867781" y="75564"/>
                  <a:pt x="864744" y="83163"/>
                  <a:pt x="858671" y="88345"/>
                </a:cubicBezTo>
                <a:cubicBezTo>
                  <a:pt x="852597" y="93526"/>
                  <a:pt x="843659" y="96117"/>
                  <a:pt x="831856" y="96117"/>
                </a:cubicBezTo>
                <a:cubicBezTo>
                  <a:pt x="826157" y="96117"/>
                  <a:pt x="821493" y="95599"/>
                  <a:pt x="817866" y="94562"/>
                </a:cubicBezTo>
                <a:cubicBezTo>
                  <a:pt x="814988" y="97153"/>
                  <a:pt x="813548" y="99945"/>
                  <a:pt x="813548" y="102939"/>
                </a:cubicBezTo>
                <a:cubicBezTo>
                  <a:pt x="813548" y="104666"/>
                  <a:pt x="813908" y="105990"/>
                  <a:pt x="814628" y="106912"/>
                </a:cubicBezTo>
                <a:cubicBezTo>
                  <a:pt x="815347" y="107833"/>
                  <a:pt x="816571" y="108538"/>
                  <a:pt x="818298" y="109027"/>
                </a:cubicBezTo>
                <a:cubicBezTo>
                  <a:pt x="820025" y="109517"/>
                  <a:pt x="822472" y="109761"/>
                  <a:pt x="825639" y="109761"/>
                </a:cubicBezTo>
                <a:lnTo>
                  <a:pt x="847055" y="109761"/>
                </a:lnTo>
                <a:cubicBezTo>
                  <a:pt x="856670" y="109761"/>
                  <a:pt x="863866" y="111633"/>
                  <a:pt x="868645" y="115375"/>
                </a:cubicBezTo>
                <a:cubicBezTo>
                  <a:pt x="873423" y="119117"/>
                  <a:pt x="875813" y="124932"/>
                  <a:pt x="875813" y="132819"/>
                </a:cubicBezTo>
                <a:cubicBezTo>
                  <a:pt x="875813" y="138979"/>
                  <a:pt x="874071" y="144276"/>
                  <a:pt x="870588" y="148709"/>
                </a:cubicBezTo>
                <a:cubicBezTo>
                  <a:pt x="867105" y="153142"/>
                  <a:pt x="862111" y="156524"/>
                  <a:pt x="855605" y="158856"/>
                </a:cubicBezTo>
                <a:cubicBezTo>
                  <a:pt x="849099" y="161188"/>
                  <a:pt x="841385" y="162354"/>
                  <a:pt x="832461" y="162354"/>
                </a:cubicBezTo>
                <a:cubicBezTo>
                  <a:pt x="825955" y="162354"/>
                  <a:pt x="820054" y="162066"/>
                  <a:pt x="814757" y="161490"/>
                </a:cubicBezTo>
                <a:cubicBezTo>
                  <a:pt x="809461" y="160914"/>
                  <a:pt x="804941" y="159864"/>
                  <a:pt x="801199" y="158338"/>
                </a:cubicBezTo>
                <a:cubicBezTo>
                  <a:pt x="797457" y="156812"/>
                  <a:pt x="794564" y="154725"/>
                  <a:pt x="792520" y="152077"/>
                </a:cubicBezTo>
                <a:cubicBezTo>
                  <a:pt x="790476" y="149429"/>
                  <a:pt x="789454" y="146061"/>
                  <a:pt x="789454" y="141973"/>
                </a:cubicBezTo>
                <a:cubicBezTo>
                  <a:pt x="789454" y="138691"/>
                  <a:pt x="790491" y="135669"/>
                  <a:pt x="792563" y="132905"/>
                </a:cubicBezTo>
                <a:cubicBezTo>
                  <a:pt x="794636" y="130142"/>
                  <a:pt x="797543" y="127782"/>
                  <a:pt x="801285" y="125824"/>
                </a:cubicBezTo>
                <a:cubicBezTo>
                  <a:pt x="798867" y="124097"/>
                  <a:pt x="797111" y="122111"/>
                  <a:pt x="796018" y="119865"/>
                </a:cubicBezTo>
                <a:cubicBezTo>
                  <a:pt x="794924" y="117620"/>
                  <a:pt x="794377" y="114857"/>
                  <a:pt x="794377" y="111575"/>
                </a:cubicBezTo>
                <a:cubicBezTo>
                  <a:pt x="794377" y="108869"/>
                  <a:pt x="794938" y="106336"/>
                  <a:pt x="796061" y="103975"/>
                </a:cubicBezTo>
                <a:cubicBezTo>
                  <a:pt x="797183" y="101615"/>
                  <a:pt x="798680" y="99470"/>
                  <a:pt x="800551" y="97542"/>
                </a:cubicBezTo>
                <a:cubicBezTo>
                  <a:pt x="802423" y="95613"/>
                  <a:pt x="804855" y="93497"/>
                  <a:pt x="807849" y="91194"/>
                </a:cubicBezTo>
                <a:cubicBezTo>
                  <a:pt x="803358" y="88661"/>
                  <a:pt x="799961" y="85336"/>
                  <a:pt x="797658" y="81220"/>
                </a:cubicBezTo>
                <a:cubicBezTo>
                  <a:pt x="795356" y="77104"/>
                  <a:pt x="794204" y="72282"/>
                  <a:pt x="794204" y="66755"/>
                </a:cubicBezTo>
                <a:cubicBezTo>
                  <a:pt x="794204" y="61401"/>
                  <a:pt x="795168" y="56809"/>
                  <a:pt x="797097" y="52981"/>
                </a:cubicBezTo>
                <a:cubicBezTo>
                  <a:pt x="799026" y="49152"/>
                  <a:pt x="801674" y="46029"/>
                  <a:pt x="805042" y="43611"/>
                </a:cubicBezTo>
                <a:cubicBezTo>
                  <a:pt x="808410" y="41193"/>
                  <a:pt x="812383" y="39423"/>
                  <a:pt x="816960" y="38300"/>
                </a:cubicBezTo>
                <a:cubicBezTo>
                  <a:pt x="821537" y="37177"/>
                  <a:pt x="826473" y="36616"/>
                  <a:pt x="831770" y="36616"/>
                </a:cubicBezTo>
                <a:cubicBezTo>
                  <a:pt x="834706" y="36616"/>
                  <a:pt x="837297" y="36760"/>
                  <a:pt x="839542" y="37048"/>
                </a:cubicBezTo>
                <a:cubicBezTo>
                  <a:pt x="841788" y="37336"/>
                  <a:pt x="843975" y="37652"/>
                  <a:pt x="846105" y="37998"/>
                </a:cubicBezTo>
                <a:lnTo>
                  <a:pt x="877281" y="37998"/>
                </a:lnTo>
                <a:lnTo>
                  <a:pt x="877281" y="49570"/>
                </a:lnTo>
                <a:moveTo>
                  <a:pt x="818989" y="65719"/>
                </a:moveTo>
                <a:cubicBezTo>
                  <a:pt x="818989" y="72973"/>
                  <a:pt x="820011" y="78370"/>
                  <a:pt x="822055" y="81911"/>
                </a:cubicBezTo>
                <a:cubicBezTo>
                  <a:pt x="824098" y="85452"/>
                  <a:pt x="827308" y="87222"/>
                  <a:pt x="831684" y="87222"/>
                </a:cubicBezTo>
                <a:cubicBezTo>
                  <a:pt x="835656" y="87222"/>
                  <a:pt x="838693" y="85581"/>
                  <a:pt x="840794" y="82299"/>
                </a:cubicBezTo>
                <a:cubicBezTo>
                  <a:pt x="842896" y="79018"/>
                  <a:pt x="843946" y="74009"/>
                  <a:pt x="843946" y="67273"/>
                </a:cubicBezTo>
                <a:cubicBezTo>
                  <a:pt x="843946" y="60192"/>
                  <a:pt x="842925" y="54794"/>
                  <a:pt x="840881" y="51081"/>
                </a:cubicBezTo>
                <a:cubicBezTo>
                  <a:pt x="838837" y="47368"/>
                  <a:pt x="835714" y="45511"/>
                  <a:pt x="831511" y="45511"/>
                </a:cubicBezTo>
                <a:cubicBezTo>
                  <a:pt x="827251" y="45511"/>
                  <a:pt x="824098" y="47166"/>
                  <a:pt x="822055" y="50476"/>
                </a:cubicBezTo>
                <a:cubicBezTo>
                  <a:pt x="820011" y="53787"/>
                  <a:pt x="818989" y="58868"/>
                  <a:pt x="818989" y="65719"/>
                </a:cubicBezTo>
                <a:moveTo>
                  <a:pt x="815880" y="129192"/>
                </a:moveTo>
                <a:cubicBezTo>
                  <a:pt x="813807" y="130804"/>
                  <a:pt x="812239" y="132560"/>
                  <a:pt x="811174" y="134460"/>
                </a:cubicBezTo>
                <a:cubicBezTo>
                  <a:pt x="810108" y="136360"/>
                  <a:pt x="809576" y="138548"/>
                  <a:pt x="809576" y="141023"/>
                </a:cubicBezTo>
                <a:cubicBezTo>
                  <a:pt x="809576" y="145168"/>
                  <a:pt x="811375" y="148234"/>
                  <a:pt x="814973" y="150220"/>
                </a:cubicBezTo>
                <a:cubicBezTo>
                  <a:pt x="818572" y="152207"/>
                  <a:pt x="824257" y="153200"/>
                  <a:pt x="832029" y="153200"/>
                </a:cubicBezTo>
                <a:cubicBezTo>
                  <a:pt x="839283" y="153200"/>
                  <a:pt x="844796" y="151991"/>
                  <a:pt x="848567" y="149573"/>
                </a:cubicBezTo>
                <a:cubicBezTo>
                  <a:pt x="852338" y="147155"/>
                  <a:pt x="854223" y="143758"/>
                  <a:pt x="854223" y="139382"/>
                </a:cubicBezTo>
                <a:cubicBezTo>
                  <a:pt x="854223" y="137425"/>
                  <a:pt x="853878" y="135755"/>
                  <a:pt x="853187" y="134374"/>
                </a:cubicBezTo>
                <a:cubicBezTo>
                  <a:pt x="852496" y="132992"/>
                  <a:pt x="851143" y="131840"/>
                  <a:pt x="849128" y="130919"/>
                </a:cubicBezTo>
                <a:cubicBezTo>
                  <a:pt x="847113" y="129998"/>
                  <a:pt x="844263" y="129537"/>
                  <a:pt x="840579" y="129537"/>
                </a:cubicBezTo>
                <a:lnTo>
                  <a:pt x="825725" y="129537"/>
                </a:lnTo>
                <a:cubicBezTo>
                  <a:pt x="821522" y="129537"/>
                  <a:pt x="818240" y="129422"/>
                  <a:pt x="815880" y="129192"/>
                </a:cubicBezTo>
                <a:close/>
                <a:moveTo>
                  <a:pt x="883841" y="37998"/>
                </a:moveTo>
                <a:lnTo>
                  <a:pt x="917435" y="37998"/>
                </a:lnTo>
                <a:lnTo>
                  <a:pt x="917435" y="85927"/>
                </a:lnTo>
                <a:cubicBezTo>
                  <a:pt x="917435" y="91453"/>
                  <a:pt x="917607" y="95771"/>
                  <a:pt x="917953" y="98880"/>
                </a:cubicBezTo>
                <a:cubicBezTo>
                  <a:pt x="918298" y="101989"/>
                  <a:pt x="918960" y="104450"/>
                  <a:pt x="919939" y="106264"/>
                </a:cubicBezTo>
                <a:cubicBezTo>
                  <a:pt x="920918" y="108077"/>
                  <a:pt x="922112" y="109402"/>
                  <a:pt x="923523" y="110236"/>
                </a:cubicBezTo>
                <a:cubicBezTo>
                  <a:pt x="924934" y="111071"/>
                  <a:pt x="926733" y="111489"/>
                  <a:pt x="928920" y="111489"/>
                </a:cubicBezTo>
                <a:cubicBezTo>
                  <a:pt x="931051" y="111489"/>
                  <a:pt x="933296" y="110826"/>
                  <a:pt x="935656" y="109502"/>
                </a:cubicBezTo>
                <a:cubicBezTo>
                  <a:pt x="938017" y="108178"/>
                  <a:pt x="940017" y="106321"/>
                  <a:pt x="941658" y="103932"/>
                </a:cubicBezTo>
                <a:cubicBezTo>
                  <a:pt x="943299" y="101543"/>
                  <a:pt x="944119" y="98995"/>
                  <a:pt x="944119" y="96290"/>
                </a:cubicBezTo>
                <a:lnTo>
                  <a:pt x="944119" y="62955"/>
                </a:lnTo>
                <a:cubicBezTo>
                  <a:pt x="944119" y="58752"/>
                  <a:pt x="944033" y="55629"/>
                  <a:pt x="943860" y="53585"/>
                </a:cubicBezTo>
                <a:cubicBezTo>
                  <a:pt x="943688" y="51542"/>
                  <a:pt x="943357" y="49944"/>
                  <a:pt x="942867" y="48792"/>
                </a:cubicBezTo>
                <a:cubicBezTo>
                  <a:pt x="942378" y="47641"/>
                  <a:pt x="941615" y="46677"/>
                  <a:pt x="940579" y="45899"/>
                </a:cubicBezTo>
                <a:cubicBezTo>
                  <a:pt x="939542" y="45122"/>
                  <a:pt x="937844" y="44388"/>
                  <a:pt x="935484" y="43697"/>
                </a:cubicBezTo>
                <a:lnTo>
                  <a:pt x="935484" y="37998"/>
                </a:lnTo>
                <a:lnTo>
                  <a:pt x="969163" y="37998"/>
                </a:lnTo>
                <a:lnTo>
                  <a:pt x="969163" y="98448"/>
                </a:lnTo>
                <a:cubicBezTo>
                  <a:pt x="969163" y="102824"/>
                  <a:pt x="969235" y="106019"/>
                  <a:pt x="969379" y="108034"/>
                </a:cubicBezTo>
                <a:cubicBezTo>
                  <a:pt x="969523" y="110049"/>
                  <a:pt x="969854" y="111661"/>
                  <a:pt x="970372" y="112870"/>
                </a:cubicBezTo>
                <a:cubicBezTo>
                  <a:pt x="970891" y="114079"/>
                  <a:pt x="971725" y="115072"/>
                  <a:pt x="972877" y="115850"/>
                </a:cubicBezTo>
                <a:cubicBezTo>
                  <a:pt x="974028" y="116627"/>
                  <a:pt x="975957" y="117303"/>
                  <a:pt x="978663" y="117879"/>
                </a:cubicBezTo>
                <a:lnTo>
                  <a:pt x="978663" y="123665"/>
                </a:lnTo>
                <a:lnTo>
                  <a:pt x="955173" y="124442"/>
                </a:lnTo>
                <a:lnTo>
                  <a:pt x="944724" y="124442"/>
                </a:lnTo>
                <a:lnTo>
                  <a:pt x="945501" y="112007"/>
                </a:lnTo>
                <a:lnTo>
                  <a:pt x="944465" y="111748"/>
                </a:lnTo>
                <a:cubicBezTo>
                  <a:pt x="939111" y="116699"/>
                  <a:pt x="934332" y="120153"/>
                  <a:pt x="930129" y="122111"/>
                </a:cubicBezTo>
                <a:cubicBezTo>
                  <a:pt x="925927" y="124068"/>
                  <a:pt x="921695" y="125047"/>
                  <a:pt x="917435" y="125047"/>
                </a:cubicBezTo>
                <a:cubicBezTo>
                  <a:pt x="911332" y="125047"/>
                  <a:pt x="906453" y="123910"/>
                  <a:pt x="902797" y="121636"/>
                </a:cubicBezTo>
                <a:cubicBezTo>
                  <a:pt x="899141" y="119362"/>
                  <a:pt x="896507" y="116022"/>
                  <a:pt x="894895" y="111618"/>
                </a:cubicBezTo>
                <a:cubicBezTo>
                  <a:pt x="893283" y="107214"/>
                  <a:pt x="892477" y="101529"/>
                  <a:pt x="892477" y="94562"/>
                </a:cubicBezTo>
                <a:lnTo>
                  <a:pt x="892477" y="62955"/>
                </a:lnTo>
                <a:cubicBezTo>
                  <a:pt x="892477" y="59731"/>
                  <a:pt x="892434" y="57256"/>
                  <a:pt x="892348" y="55528"/>
                </a:cubicBezTo>
                <a:cubicBezTo>
                  <a:pt x="892261" y="53801"/>
                  <a:pt x="892132" y="52463"/>
                  <a:pt x="891959" y="51513"/>
                </a:cubicBezTo>
                <a:cubicBezTo>
                  <a:pt x="891786" y="50563"/>
                  <a:pt x="891542" y="49699"/>
                  <a:pt x="891225" y="48922"/>
                </a:cubicBezTo>
                <a:cubicBezTo>
                  <a:pt x="890908" y="48145"/>
                  <a:pt x="890477" y="47439"/>
                  <a:pt x="889930" y="46806"/>
                </a:cubicBezTo>
                <a:cubicBezTo>
                  <a:pt x="889383" y="46173"/>
                  <a:pt x="888634" y="45597"/>
                  <a:pt x="887684" y="45079"/>
                </a:cubicBezTo>
                <a:cubicBezTo>
                  <a:pt x="886734" y="44561"/>
                  <a:pt x="885453" y="44100"/>
                  <a:pt x="883841" y="43697"/>
                </a:cubicBezTo>
                <a:lnTo>
                  <a:pt x="883841" y="37998"/>
                </a:lnTo>
                <a:close/>
                <a:moveTo>
                  <a:pt x="1042720" y="112352"/>
                </a:moveTo>
                <a:lnTo>
                  <a:pt x="1041424" y="111920"/>
                </a:lnTo>
                <a:cubicBezTo>
                  <a:pt x="1036703" y="116526"/>
                  <a:pt x="1032112" y="119865"/>
                  <a:pt x="1027650" y="121938"/>
                </a:cubicBezTo>
                <a:cubicBezTo>
                  <a:pt x="1023188" y="124011"/>
                  <a:pt x="1018453" y="125047"/>
                  <a:pt x="1013444" y="125047"/>
                </a:cubicBezTo>
                <a:cubicBezTo>
                  <a:pt x="1008493" y="125047"/>
                  <a:pt x="1004189" y="124140"/>
                  <a:pt x="1000534" y="122327"/>
                </a:cubicBezTo>
                <a:cubicBezTo>
                  <a:pt x="996878" y="120513"/>
                  <a:pt x="994114" y="117994"/>
                  <a:pt x="992243" y="114770"/>
                </a:cubicBezTo>
                <a:cubicBezTo>
                  <a:pt x="990372" y="111546"/>
                  <a:pt x="989437" y="107833"/>
                  <a:pt x="989437" y="103630"/>
                </a:cubicBezTo>
                <a:cubicBezTo>
                  <a:pt x="989437" y="95167"/>
                  <a:pt x="993596" y="88503"/>
                  <a:pt x="1001915" y="83638"/>
                </a:cubicBezTo>
                <a:cubicBezTo>
                  <a:pt x="1010235" y="78773"/>
                  <a:pt x="1022857" y="75707"/>
                  <a:pt x="1039783" y="74441"/>
                </a:cubicBezTo>
                <a:lnTo>
                  <a:pt x="1039783" y="66237"/>
                </a:lnTo>
                <a:cubicBezTo>
                  <a:pt x="1039783" y="60883"/>
                  <a:pt x="1039179" y="56752"/>
                  <a:pt x="1037970" y="53844"/>
                </a:cubicBezTo>
                <a:cubicBezTo>
                  <a:pt x="1036761" y="50937"/>
                  <a:pt x="1035206" y="48893"/>
                  <a:pt x="1033307" y="47713"/>
                </a:cubicBezTo>
                <a:cubicBezTo>
                  <a:pt x="1031407" y="46533"/>
                  <a:pt x="1029133" y="45943"/>
                  <a:pt x="1026484" y="45943"/>
                </a:cubicBezTo>
                <a:cubicBezTo>
                  <a:pt x="1023836" y="45943"/>
                  <a:pt x="1021547" y="46403"/>
                  <a:pt x="1019619" y="47324"/>
                </a:cubicBezTo>
                <a:cubicBezTo>
                  <a:pt x="1017690" y="48246"/>
                  <a:pt x="1015949" y="49987"/>
                  <a:pt x="1014394" y="52549"/>
                </a:cubicBezTo>
                <a:cubicBezTo>
                  <a:pt x="1012840" y="55111"/>
                  <a:pt x="1011688" y="58666"/>
                  <a:pt x="1010940" y="63214"/>
                </a:cubicBezTo>
                <a:lnTo>
                  <a:pt x="994618" y="63214"/>
                </a:lnTo>
                <a:lnTo>
                  <a:pt x="994618" y="47497"/>
                </a:lnTo>
                <a:cubicBezTo>
                  <a:pt x="999915" y="45137"/>
                  <a:pt x="1004319" y="43323"/>
                  <a:pt x="1007831" y="42056"/>
                </a:cubicBezTo>
                <a:cubicBezTo>
                  <a:pt x="1011343" y="40790"/>
                  <a:pt x="1014812" y="39739"/>
                  <a:pt x="1018237" y="38904"/>
                </a:cubicBezTo>
                <a:cubicBezTo>
                  <a:pt x="1021663" y="38070"/>
                  <a:pt x="1024728" y="37480"/>
                  <a:pt x="1027434" y="37134"/>
                </a:cubicBezTo>
                <a:cubicBezTo>
                  <a:pt x="1030140" y="36789"/>
                  <a:pt x="1032846" y="36616"/>
                  <a:pt x="1035552" y="36616"/>
                </a:cubicBezTo>
                <a:cubicBezTo>
                  <a:pt x="1042518" y="36616"/>
                  <a:pt x="1048088" y="37537"/>
                  <a:pt x="1052262" y="39379"/>
                </a:cubicBezTo>
                <a:cubicBezTo>
                  <a:pt x="1056436" y="41222"/>
                  <a:pt x="1059560" y="44215"/>
                  <a:pt x="1061632" y="48361"/>
                </a:cubicBezTo>
                <a:cubicBezTo>
                  <a:pt x="1063705" y="52506"/>
                  <a:pt x="1064741" y="58234"/>
                  <a:pt x="1064741" y="65546"/>
                </a:cubicBezTo>
                <a:lnTo>
                  <a:pt x="1064741" y="99226"/>
                </a:lnTo>
                <a:cubicBezTo>
                  <a:pt x="1064741" y="103025"/>
                  <a:pt x="1064827" y="105962"/>
                  <a:pt x="1065000" y="108034"/>
                </a:cubicBezTo>
                <a:cubicBezTo>
                  <a:pt x="1065173" y="110107"/>
                  <a:pt x="1065446" y="111647"/>
                  <a:pt x="1065821" y="112654"/>
                </a:cubicBezTo>
                <a:cubicBezTo>
                  <a:pt x="1066195" y="113662"/>
                  <a:pt x="1066670" y="114468"/>
                  <a:pt x="1067245" y="115072"/>
                </a:cubicBezTo>
                <a:cubicBezTo>
                  <a:pt x="1067821" y="115677"/>
                  <a:pt x="1068526" y="116166"/>
                  <a:pt x="1069361" y="116541"/>
                </a:cubicBezTo>
                <a:cubicBezTo>
                  <a:pt x="1070196" y="116915"/>
                  <a:pt x="1071765" y="117390"/>
                  <a:pt x="1074068" y="117965"/>
                </a:cubicBezTo>
                <a:lnTo>
                  <a:pt x="1074068" y="123665"/>
                </a:lnTo>
                <a:lnTo>
                  <a:pt x="1041942" y="123665"/>
                </a:lnTo>
                <a:lnTo>
                  <a:pt x="1042720" y="112352"/>
                </a:lnTo>
                <a:moveTo>
                  <a:pt x="1039870" y="82904"/>
                </a:moveTo>
                <a:cubicBezTo>
                  <a:pt x="1030946" y="83134"/>
                  <a:pt x="1024340" y="84804"/>
                  <a:pt x="1020051" y="87913"/>
                </a:cubicBezTo>
                <a:cubicBezTo>
                  <a:pt x="1015761" y="91022"/>
                  <a:pt x="1013617" y="95570"/>
                  <a:pt x="1013617" y="101557"/>
                </a:cubicBezTo>
                <a:cubicBezTo>
                  <a:pt x="1013617" y="105127"/>
                  <a:pt x="1014596" y="107847"/>
                  <a:pt x="1016553" y="109718"/>
                </a:cubicBezTo>
                <a:cubicBezTo>
                  <a:pt x="1018511" y="111589"/>
                  <a:pt x="1021216" y="112525"/>
                  <a:pt x="1024671" y="112525"/>
                </a:cubicBezTo>
                <a:cubicBezTo>
                  <a:pt x="1027319" y="112525"/>
                  <a:pt x="1029823" y="111820"/>
                  <a:pt x="1032184" y="110409"/>
                </a:cubicBezTo>
                <a:cubicBezTo>
                  <a:pt x="1034544" y="108999"/>
                  <a:pt x="1036416" y="107113"/>
                  <a:pt x="1037797" y="104753"/>
                </a:cubicBezTo>
                <a:cubicBezTo>
                  <a:pt x="1039179" y="102392"/>
                  <a:pt x="1039870" y="99888"/>
                  <a:pt x="1039870" y="97239"/>
                </a:cubicBezTo>
                <a:lnTo>
                  <a:pt x="1039870" y="82904"/>
                </a:lnTo>
                <a:close/>
                <a:moveTo>
                  <a:pt x="1169810" y="49570"/>
                </a:moveTo>
                <a:lnTo>
                  <a:pt x="1155043" y="47929"/>
                </a:lnTo>
                <a:lnTo>
                  <a:pt x="1154698" y="48879"/>
                </a:lnTo>
                <a:cubicBezTo>
                  <a:pt x="1156310" y="50491"/>
                  <a:pt x="1157648" y="52693"/>
                  <a:pt x="1158713" y="55485"/>
                </a:cubicBezTo>
                <a:cubicBezTo>
                  <a:pt x="1159778" y="58277"/>
                  <a:pt x="1160311" y="61631"/>
                  <a:pt x="1160311" y="65546"/>
                </a:cubicBezTo>
                <a:cubicBezTo>
                  <a:pt x="1160311" y="75564"/>
                  <a:pt x="1157274" y="83163"/>
                  <a:pt x="1151200" y="88345"/>
                </a:cubicBezTo>
                <a:cubicBezTo>
                  <a:pt x="1145126" y="93526"/>
                  <a:pt x="1136188" y="96117"/>
                  <a:pt x="1124386" y="96117"/>
                </a:cubicBezTo>
                <a:cubicBezTo>
                  <a:pt x="1118686" y="96117"/>
                  <a:pt x="1114023" y="95599"/>
                  <a:pt x="1110396" y="94562"/>
                </a:cubicBezTo>
                <a:cubicBezTo>
                  <a:pt x="1107517" y="97153"/>
                  <a:pt x="1106078" y="99945"/>
                  <a:pt x="1106078" y="102939"/>
                </a:cubicBezTo>
                <a:cubicBezTo>
                  <a:pt x="1106078" y="104666"/>
                  <a:pt x="1106438" y="105990"/>
                  <a:pt x="1107157" y="106912"/>
                </a:cubicBezTo>
                <a:cubicBezTo>
                  <a:pt x="1107877" y="107833"/>
                  <a:pt x="1109100" y="108538"/>
                  <a:pt x="1110827" y="109027"/>
                </a:cubicBezTo>
                <a:cubicBezTo>
                  <a:pt x="1112555" y="109517"/>
                  <a:pt x="1115001" y="109761"/>
                  <a:pt x="1118168" y="109761"/>
                </a:cubicBezTo>
                <a:lnTo>
                  <a:pt x="1139585" y="109761"/>
                </a:lnTo>
                <a:cubicBezTo>
                  <a:pt x="1149199" y="109761"/>
                  <a:pt x="1156396" y="111633"/>
                  <a:pt x="1161174" y="115375"/>
                </a:cubicBezTo>
                <a:cubicBezTo>
                  <a:pt x="1165953" y="119117"/>
                  <a:pt x="1168342" y="124932"/>
                  <a:pt x="1168342" y="132819"/>
                </a:cubicBezTo>
                <a:cubicBezTo>
                  <a:pt x="1168342" y="138979"/>
                  <a:pt x="1166601" y="144276"/>
                  <a:pt x="1163117" y="148709"/>
                </a:cubicBezTo>
                <a:cubicBezTo>
                  <a:pt x="1159634" y="153142"/>
                  <a:pt x="1154640" y="156524"/>
                  <a:pt x="1148134" y="158856"/>
                </a:cubicBezTo>
                <a:cubicBezTo>
                  <a:pt x="1141629" y="161188"/>
                  <a:pt x="1133914" y="162354"/>
                  <a:pt x="1124990" y="162354"/>
                </a:cubicBezTo>
                <a:cubicBezTo>
                  <a:pt x="1118485" y="162354"/>
                  <a:pt x="1112583" y="162066"/>
                  <a:pt x="1107287" y="161490"/>
                </a:cubicBezTo>
                <a:cubicBezTo>
                  <a:pt x="1101990" y="160914"/>
                  <a:pt x="1097471" y="159864"/>
                  <a:pt x="1093729" y="158338"/>
                </a:cubicBezTo>
                <a:cubicBezTo>
                  <a:pt x="1089986" y="156812"/>
                  <a:pt x="1087093" y="154725"/>
                  <a:pt x="1085050" y="152077"/>
                </a:cubicBezTo>
                <a:cubicBezTo>
                  <a:pt x="1083006" y="149429"/>
                  <a:pt x="1081984" y="146061"/>
                  <a:pt x="1081984" y="141973"/>
                </a:cubicBezTo>
                <a:cubicBezTo>
                  <a:pt x="1081984" y="138691"/>
                  <a:pt x="1083020" y="135669"/>
                  <a:pt x="1085093" y="132905"/>
                </a:cubicBezTo>
                <a:cubicBezTo>
                  <a:pt x="1087165" y="130142"/>
                  <a:pt x="1090073" y="127782"/>
                  <a:pt x="1093815" y="125824"/>
                </a:cubicBezTo>
                <a:cubicBezTo>
                  <a:pt x="1091397" y="124097"/>
                  <a:pt x="1089641" y="122111"/>
                  <a:pt x="1088547" y="119865"/>
                </a:cubicBezTo>
                <a:cubicBezTo>
                  <a:pt x="1087453" y="117620"/>
                  <a:pt x="1086906" y="114857"/>
                  <a:pt x="1086906" y="111575"/>
                </a:cubicBezTo>
                <a:cubicBezTo>
                  <a:pt x="1086906" y="108869"/>
                  <a:pt x="1087468" y="106336"/>
                  <a:pt x="1088590" y="103975"/>
                </a:cubicBezTo>
                <a:cubicBezTo>
                  <a:pt x="1089713" y="101615"/>
                  <a:pt x="1091210" y="99470"/>
                  <a:pt x="1093081" y="97542"/>
                </a:cubicBezTo>
                <a:cubicBezTo>
                  <a:pt x="1094952" y="95613"/>
                  <a:pt x="1097384" y="93497"/>
                  <a:pt x="1100378" y="91194"/>
                </a:cubicBezTo>
                <a:cubicBezTo>
                  <a:pt x="1095887" y="88661"/>
                  <a:pt x="1092491" y="85336"/>
                  <a:pt x="1090188" y="81220"/>
                </a:cubicBezTo>
                <a:cubicBezTo>
                  <a:pt x="1087885" y="77104"/>
                  <a:pt x="1086734" y="72282"/>
                  <a:pt x="1086734" y="66755"/>
                </a:cubicBezTo>
                <a:cubicBezTo>
                  <a:pt x="1086734" y="61401"/>
                  <a:pt x="1087698" y="56809"/>
                  <a:pt x="1089627" y="52981"/>
                </a:cubicBezTo>
                <a:cubicBezTo>
                  <a:pt x="1091555" y="49152"/>
                  <a:pt x="1094204" y="46029"/>
                  <a:pt x="1097571" y="43611"/>
                </a:cubicBezTo>
                <a:cubicBezTo>
                  <a:pt x="1100939" y="41193"/>
                  <a:pt x="1104912" y="39423"/>
                  <a:pt x="1109489" y="38300"/>
                </a:cubicBezTo>
                <a:cubicBezTo>
                  <a:pt x="1114066" y="37177"/>
                  <a:pt x="1119003" y="36616"/>
                  <a:pt x="1124299" y="36616"/>
                </a:cubicBezTo>
                <a:cubicBezTo>
                  <a:pt x="1127236" y="36616"/>
                  <a:pt x="1129826" y="36760"/>
                  <a:pt x="1132072" y="37048"/>
                </a:cubicBezTo>
                <a:cubicBezTo>
                  <a:pt x="1134317" y="37336"/>
                  <a:pt x="1136505" y="37652"/>
                  <a:pt x="1138635" y="37998"/>
                </a:cubicBezTo>
                <a:lnTo>
                  <a:pt x="1169810" y="37998"/>
                </a:lnTo>
                <a:lnTo>
                  <a:pt x="1169810" y="49570"/>
                </a:lnTo>
                <a:moveTo>
                  <a:pt x="1111518" y="65719"/>
                </a:moveTo>
                <a:cubicBezTo>
                  <a:pt x="1111518" y="72973"/>
                  <a:pt x="1112540" y="78370"/>
                  <a:pt x="1114584" y="81911"/>
                </a:cubicBezTo>
                <a:cubicBezTo>
                  <a:pt x="1116628" y="85452"/>
                  <a:pt x="1119838" y="87222"/>
                  <a:pt x="1124213" y="87222"/>
                </a:cubicBezTo>
                <a:cubicBezTo>
                  <a:pt x="1128186" y="87222"/>
                  <a:pt x="1131222" y="85581"/>
                  <a:pt x="1133324" y="82299"/>
                </a:cubicBezTo>
                <a:cubicBezTo>
                  <a:pt x="1135425" y="79018"/>
                  <a:pt x="1136476" y="74009"/>
                  <a:pt x="1136476" y="67273"/>
                </a:cubicBezTo>
                <a:cubicBezTo>
                  <a:pt x="1136476" y="60192"/>
                  <a:pt x="1135454" y="54794"/>
                  <a:pt x="1133410" y="51081"/>
                </a:cubicBezTo>
                <a:cubicBezTo>
                  <a:pt x="1131366" y="47368"/>
                  <a:pt x="1128243" y="45511"/>
                  <a:pt x="1124040" y="45511"/>
                </a:cubicBezTo>
                <a:cubicBezTo>
                  <a:pt x="1119780" y="45511"/>
                  <a:pt x="1116628" y="47166"/>
                  <a:pt x="1114584" y="50476"/>
                </a:cubicBezTo>
                <a:cubicBezTo>
                  <a:pt x="1112540" y="53787"/>
                  <a:pt x="1111518" y="58868"/>
                  <a:pt x="1111518" y="65719"/>
                </a:cubicBezTo>
                <a:moveTo>
                  <a:pt x="1108409" y="129192"/>
                </a:moveTo>
                <a:cubicBezTo>
                  <a:pt x="1106337" y="130804"/>
                  <a:pt x="1104768" y="132560"/>
                  <a:pt x="1103703" y="134460"/>
                </a:cubicBezTo>
                <a:cubicBezTo>
                  <a:pt x="1102638" y="136360"/>
                  <a:pt x="1102105" y="138548"/>
                  <a:pt x="1102105" y="141023"/>
                </a:cubicBezTo>
                <a:cubicBezTo>
                  <a:pt x="1102105" y="145168"/>
                  <a:pt x="1103904" y="148234"/>
                  <a:pt x="1107503" y="150220"/>
                </a:cubicBezTo>
                <a:cubicBezTo>
                  <a:pt x="1111101" y="152207"/>
                  <a:pt x="1116786" y="153200"/>
                  <a:pt x="1124558" y="153200"/>
                </a:cubicBezTo>
                <a:cubicBezTo>
                  <a:pt x="1131813" y="153200"/>
                  <a:pt x="1137325" y="151991"/>
                  <a:pt x="1141096" y="149573"/>
                </a:cubicBezTo>
                <a:cubicBezTo>
                  <a:pt x="1144867" y="147155"/>
                  <a:pt x="1146753" y="143758"/>
                  <a:pt x="1146753" y="139382"/>
                </a:cubicBezTo>
                <a:cubicBezTo>
                  <a:pt x="1146753" y="137425"/>
                  <a:pt x="1146407" y="135755"/>
                  <a:pt x="1145716" y="134374"/>
                </a:cubicBezTo>
                <a:cubicBezTo>
                  <a:pt x="1145025" y="132992"/>
                  <a:pt x="1143672" y="131840"/>
                  <a:pt x="1141657" y="130919"/>
                </a:cubicBezTo>
                <a:cubicBezTo>
                  <a:pt x="1139642" y="129998"/>
                  <a:pt x="1136793" y="129537"/>
                  <a:pt x="1133108" y="129537"/>
                </a:cubicBezTo>
                <a:lnTo>
                  <a:pt x="1118254" y="129537"/>
                </a:lnTo>
                <a:cubicBezTo>
                  <a:pt x="1114052" y="129537"/>
                  <a:pt x="1110770" y="129422"/>
                  <a:pt x="1108409" y="129192"/>
                </a:cubicBezTo>
                <a:close/>
                <a:moveTo>
                  <a:pt x="1256425" y="107948"/>
                </a:moveTo>
                <a:cubicBezTo>
                  <a:pt x="1250552" y="114166"/>
                  <a:pt x="1244737" y="118570"/>
                  <a:pt x="1238980" y="121161"/>
                </a:cubicBezTo>
                <a:cubicBezTo>
                  <a:pt x="1233223" y="123751"/>
                  <a:pt x="1226602" y="125047"/>
                  <a:pt x="1219118" y="125047"/>
                </a:cubicBezTo>
                <a:cubicBezTo>
                  <a:pt x="1205704" y="125047"/>
                  <a:pt x="1195614" y="121377"/>
                  <a:pt x="1188849" y="114036"/>
                </a:cubicBezTo>
                <a:cubicBezTo>
                  <a:pt x="1182085" y="106696"/>
                  <a:pt x="1178702" y="95800"/>
                  <a:pt x="1178702" y="81350"/>
                </a:cubicBezTo>
                <a:cubicBezTo>
                  <a:pt x="1178702" y="72023"/>
                  <a:pt x="1180444" y="63977"/>
                  <a:pt x="1183927" y="57212"/>
                </a:cubicBezTo>
                <a:cubicBezTo>
                  <a:pt x="1187410" y="50448"/>
                  <a:pt x="1192347" y="45324"/>
                  <a:pt x="1198737" y="41841"/>
                </a:cubicBezTo>
                <a:cubicBezTo>
                  <a:pt x="1205128" y="38357"/>
                  <a:pt x="1212555" y="36616"/>
                  <a:pt x="1221018" y="36616"/>
                </a:cubicBezTo>
                <a:cubicBezTo>
                  <a:pt x="1226257" y="36616"/>
                  <a:pt x="1230848" y="37220"/>
                  <a:pt x="1234792" y="38429"/>
                </a:cubicBezTo>
                <a:cubicBezTo>
                  <a:pt x="1238736" y="39638"/>
                  <a:pt x="1242118" y="41322"/>
                  <a:pt x="1244939" y="43481"/>
                </a:cubicBezTo>
                <a:cubicBezTo>
                  <a:pt x="1247760" y="45640"/>
                  <a:pt x="1250092" y="48246"/>
                  <a:pt x="1251934" y="51297"/>
                </a:cubicBezTo>
                <a:cubicBezTo>
                  <a:pt x="1254122" y="54924"/>
                  <a:pt x="1255763" y="59069"/>
                  <a:pt x="1256856" y="63732"/>
                </a:cubicBezTo>
                <a:cubicBezTo>
                  <a:pt x="1258008" y="68511"/>
                  <a:pt x="1258612" y="74297"/>
                  <a:pt x="1258670" y="81090"/>
                </a:cubicBezTo>
                <a:lnTo>
                  <a:pt x="1203919" y="81090"/>
                </a:lnTo>
                <a:cubicBezTo>
                  <a:pt x="1203976" y="91511"/>
                  <a:pt x="1205833" y="99183"/>
                  <a:pt x="1209489" y="104105"/>
                </a:cubicBezTo>
                <a:cubicBezTo>
                  <a:pt x="1213145" y="109027"/>
                  <a:pt x="1218715" y="111489"/>
                  <a:pt x="1226199" y="111489"/>
                </a:cubicBezTo>
                <a:cubicBezTo>
                  <a:pt x="1230575" y="111489"/>
                  <a:pt x="1234518" y="110668"/>
                  <a:pt x="1238030" y="109027"/>
                </a:cubicBezTo>
                <a:cubicBezTo>
                  <a:pt x="1241542" y="107387"/>
                  <a:pt x="1245342" y="104494"/>
                  <a:pt x="1249430" y="100348"/>
                </a:cubicBezTo>
                <a:lnTo>
                  <a:pt x="1256425" y="107948"/>
                </a:lnTo>
                <a:moveTo>
                  <a:pt x="1233108" y="71764"/>
                </a:moveTo>
                <a:cubicBezTo>
                  <a:pt x="1232878" y="62955"/>
                  <a:pt x="1231726" y="56392"/>
                  <a:pt x="1229654" y="52074"/>
                </a:cubicBezTo>
                <a:cubicBezTo>
                  <a:pt x="1227581" y="47756"/>
                  <a:pt x="1224242" y="45597"/>
                  <a:pt x="1219636" y="45597"/>
                </a:cubicBezTo>
                <a:cubicBezTo>
                  <a:pt x="1215203" y="45597"/>
                  <a:pt x="1211677" y="47843"/>
                  <a:pt x="1209057" y="52333"/>
                </a:cubicBezTo>
                <a:cubicBezTo>
                  <a:pt x="1206438" y="56824"/>
                  <a:pt x="1204869" y="63301"/>
                  <a:pt x="1204351" y="71764"/>
                </a:cubicBezTo>
                <a:lnTo>
                  <a:pt x="1233108" y="71764"/>
                </a:lnTo>
                <a:close/>
                <a:moveTo>
                  <a:pt x="1446010" y="11486"/>
                </a:moveTo>
                <a:cubicBezTo>
                  <a:pt x="1442959" y="12349"/>
                  <a:pt x="1440886" y="13285"/>
                  <a:pt x="1439792" y="14292"/>
                </a:cubicBezTo>
                <a:cubicBezTo>
                  <a:pt x="1438699" y="15300"/>
                  <a:pt x="1437936" y="16653"/>
                  <a:pt x="1437504" y="18351"/>
                </a:cubicBezTo>
                <a:cubicBezTo>
                  <a:pt x="1437072" y="20050"/>
                  <a:pt x="1436856" y="23058"/>
                  <a:pt x="1436856" y="27376"/>
                </a:cubicBezTo>
                <a:lnTo>
                  <a:pt x="1436856" y="102076"/>
                </a:lnTo>
                <a:cubicBezTo>
                  <a:pt x="1436856" y="105587"/>
                  <a:pt x="1437029" y="108365"/>
                  <a:pt x="1437374" y="110409"/>
                </a:cubicBezTo>
                <a:cubicBezTo>
                  <a:pt x="1437720" y="112453"/>
                  <a:pt x="1438425" y="114007"/>
                  <a:pt x="1439490" y="115072"/>
                </a:cubicBezTo>
                <a:cubicBezTo>
                  <a:pt x="1440555" y="116138"/>
                  <a:pt x="1442729" y="117102"/>
                  <a:pt x="1446010" y="117965"/>
                </a:cubicBezTo>
                <a:lnTo>
                  <a:pt x="1446010" y="123665"/>
                </a:lnTo>
                <a:lnTo>
                  <a:pt x="1401708" y="123665"/>
                </a:lnTo>
                <a:lnTo>
                  <a:pt x="1401708" y="117965"/>
                </a:lnTo>
                <a:cubicBezTo>
                  <a:pt x="1404242" y="117275"/>
                  <a:pt x="1405997" y="116670"/>
                  <a:pt x="1406976" y="116152"/>
                </a:cubicBezTo>
                <a:cubicBezTo>
                  <a:pt x="1407955" y="115634"/>
                  <a:pt x="1408718" y="114957"/>
                  <a:pt x="1409265" y="114123"/>
                </a:cubicBezTo>
                <a:cubicBezTo>
                  <a:pt x="1409812" y="113288"/>
                  <a:pt x="1410215" y="112021"/>
                  <a:pt x="1410474" y="110323"/>
                </a:cubicBezTo>
                <a:cubicBezTo>
                  <a:pt x="1410733" y="108624"/>
                  <a:pt x="1410862" y="105818"/>
                  <a:pt x="1410862" y="101903"/>
                </a:cubicBezTo>
                <a:lnTo>
                  <a:pt x="1410862" y="59587"/>
                </a:lnTo>
                <a:cubicBezTo>
                  <a:pt x="1410862" y="54924"/>
                  <a:pt x="1410949" y="49426"/>
                  <a:pt x="1411121" y="43093"/>
                </a:cubicBezTo>
                <a:cubicBezTo>
                  <a:pt x="1411294" y="36760"/>
                  <a:pt x="1411467" y="32269"/>
                  <a:pt x="1411640" y="29621"/>
                </a:cubicBezTo>
                <a:lnTo>
                  <a:pt x="1409826" y="29621"/>
                </a:lnTo>
                <a:cubicBezTo>
                  <a:pt x="1409135" y="31924"/>
                  <a:pt x="1408401" y="34183"/>
                  <a:pt x="1407624" y="36400"/>
                </a:cubicBezTo>
                <a:cubicBezTo>
                  <a:pt x="1406847" y="38617"/>
                  <a:pt x="1405393" y="42575"/>
                  <a:pt x="1403263" y="48274"/>
                </a:cubicBezTo>
                <a:lnTo>
                  <a:pt x="1380119" y="110625"/>
                </a:lnTo>
                <a:lnTo>
                  <a:pt x="1364920" y="110625"/>
                </a:lnTo>
                <a:lnTo>
                  <a:pt x="1340567" y="40588"/>
                </a:lnTo>
                <a:cubicBezTo>
                  <a:pt x="1339127" y="36616"/>
                  <a:pt x="1337861" y="32672"/>
                  <a:pt x="1336767" y="28757"/>
                </a:cubicBezTo>
                <a:lnTo>
                  <a:pt x="1335212" y="28757"/>
                </a:lnTo>
                <a:cubicBezTo>
                  <a:pt x="1335788" y="38257"/>
                  <a:pt x="1336076" y="49483"/>
                  <a:pt x="1336076" y="62437"/>
                </a:cubicBezTo>
                <a:lnTo>
                  <a:pt x="1336076" y="102162"/>
                </a:lnTo>
                <a:cubicBezTo>
                  <a:pt x="1336076" y="106422"/>
                  <a:pt x="1336278" y="109387"/>
                  <a:pt x="1336681" y="111057"/>
                </a:cubicBezTo>
                <a:cubicBezTo>
                  <a:pt x="1337084" y="112726"/>
                  <a:pt x="1337890" y="114108"/>
                  <a:pt x="1339099" y="115202"/>
                </a:cubicBezTo>
                <a:cubicBezTo>
                  <a:pt x="1340308" y="116296"/>
                  <a:pt x="1342409" y="117217"/>
                  <a:pt x="1345403" y="117965"/>
                </a:cubicBezTo>
                <a:lnTo>
                  <a:pt x="1345403" y="123665"/>
                </a:lnTo>
                <a:lnTo>
                  <a:pt x="1312759" y="123665"/>
                </a:lnTo>
                <a:lnTo>
                  <a:pt x="1312759" y="117965"/>
                </a:lnTo>
                <a:cubicBezTo>
                  <a:pt x="1314889" y="117390"/>
                  <a:pt x="1316573" y="116756"/>
                  <a:pt x="1317811" y="116066"/>
                </a:cubicBezTo>
                <a:cubicBezTo>
                  <a:pt x="1319049" y="115375"/>
                  <a:pt x="1319985" y="114454"/>
                  <a:pt x="1320618" y="113302"/>
                </a:cubicBezTo>
                <a:cubicBezTo>
                  <a:pt x="1321251" y="112151"/>
                  <a:pt x="1321640" y="110683"/>
                  <a:pt x="1321784" y="108898"/>
                </a:cubicBezTo>
                <a:cubicBezTo>
                  <a:pt x="1321928" y="107113"/>
                  <a:pt x="1322000" y="104839"/>
                  <a:pt x="1322000" y="102076"/>
                </a:cubicBezTo>
                <a:lnTo>
                  <a:pt x="1322000" y="27376"/>
                </a:lnTo>
                <a:cubicBezTo>
                  <a:pt x="1322000" y="23000"/>
                  <a:pt x="1321813" y="20006"/>
                  <a:pt x="1321438" y="18394"/>
                </a:cubicBezTo>
                <a:cubicBezTo>
                  <a:pt x="1321064" y="16782"/>
                  <a:pt x="1320330" y="15458"/>
                  <a:pt x="1319236" y="14422"/>
                </a:cubicBezTo>
                <a:cubicBezTo>
                  <a:pt x="1318142" y="13386"/>
                  <a:pt x="1315983" y="12407"/>
                  <a:pt x="1312759" y="11486"/>
                </a:cubicBezTo>
                <a:lnTo>
                  <a:pt x="1312759" y="5786"/>
                </a:lnTo>
                <a:lnTo>
                  <a:pt x="1355679" y="5786"/>
                </a:lnTo>
                <a:lnTo>
                  <a:pt x="1379601" y="76686"/>
                </a:lnTo>
                <a:lnTo>
                  <a:pt x="1405508" y="5786"/>
                </a:lnTo>
                <a:lnTo>
                  <a:pt x="1446010" y="5786"/>
                </a:lnTo>
                <a:lnTo>
                  <a:pt x="1446010" y="11486"/>
                </a:lnTo>
                <a:close/>
                <a:moveTo>
                  <a:pt x="1502603" y="125047"/>
                </a:moveTo>
                <a:cubicBezTo>
                  <a:pt x="1494139" y="125047"/>
                  <a:pt x="1486842" y="123564"/>
                  <a:pt x="1480711" y="120599"/>
                </a:cubicBezTo>
                <a:cubicBezTo>
                  <a:pt x="1474579" y="117634"/>
                  <a:pt x="1469786" y="112885"/>
                  <a:pt x="1466332" y="106350"/>
                </a:cubicBezTo>
                <a:cubicBezTo>
                  <a:pt x="1462878" y="99816"/>
                  <a:pt x="1461151" y="91511"/>
                  <a:pt x="1461151" y="81436"/>
                </a:cubicBezTo>
                <a:cubicBezTo>
                  <a:pt x="1461151" y="73721"/>
                  <a:pt x="1462216" y="67043"/>
                  <a:pt x="1464346" y="61401"/>
                </a:cubicBezTo>
                <a:cubicBezTo>
                  <a:pt x="1466476" y="55759"/>
                  <a:pt x="1469441" y="51095"/>
                  <a:pt x="1473241" y="47411"/>
                </a:cubicBezTo>
                <a:cubicBezTo>
                  <a:pt x="1477041" y="43726"/>
                  <a:pt x="1481574" y="41006"/>
                  <a:pt x="1486842" y="39250"/>
                </a:cubicBezTo>
                <a:cubicBezTo>
                  <a:pt x="1492110" y="37494"/>
                  <a:pt x="1497824" y="36616"/>
                  <a:pt x="1503984" y="36616"/>
                </a:cubicBezTo>
                <a:cubicBezTo>
                  <a:pt x="1517917" y="36616"/>
                  <a:pt x="1528424" y="40286"/>
                  <a:pt x="1535505" y="47627"/>
                </a:cubicBezTo>
                <a:cubicBezTo>
                  <a:pt x="1542586" y="54967"/>
                  <a:pt x="1546127" y="65719"/>
                  <a:pt x="1546127" y="79881"/>
                </a:cubicBezTo>
                <a:cubicBezTo>
                  <a:pt x="1546127" y="89899"/>
                  <a:pt x="1544371" y="98290"/>
                  <a:pt x="1540859" y="105055"/>
                </a:cubicBezTo>
                <a:cubicBezTo>
                  <a:pt x="1537347" y="111820"/>
                  <a:pt x="1532339" y="116843"/>
                  <a:pt x="1525833" y="120124"/>
                </a:cubicBezTo>
                <a:cubicBezTo>
                  <a:pt x="1519327" y="123406"/>
                  <a:pt x="1511584" y="125047"/>
                  <a:pt x="1502603" y="125047"/>
                </a:cubicBezTo>
                <a:moveTo>
                  <a:pt x="1487404" y="79536"/>
                </a:moveTo>
                <a:cubicBezTo>
                  <a:pt x="1487404" y="91741"/>
                  <a:pt x="1488771" y="100881"/>
                  <a:pt x="1491506" y="106955"/>
                </a:cubicBezTo>
                <a:cubicBezTo>
                  <a:pt x="1494240" y="113029"/>
                  <a:pt x="1498371" y="116066"/>
                  <a:pt x="1503898" y="116066"/>
                </a:cubicBezTo>
                <a:cubicBezTo>
                  <a:pt x="1506949" y="116066"/>
                  <a:pt x="1509497" y="115288"/>
                  <a:pt x="1511541" y="113734"/>
                </a:cubicBezTo>
                <a:cubicBezTo>
                  <a:pt x="1513584" y="112179"/>
                  <a:pt x="1515225" y="109934"/>
                  <a:pt x="1516463" y="106998"/>
                </a:cubicBezTo>
                <a:cubicBezTo>
                  <a:pt x="1517701" y="104062"/>
                  <a:pt x="1518579" y="100535"/>
                  <a:pt x="1519097" y="96419"/>
                </a:cubicBezTo>
                <a:cubicBezTo>
                  <a:pt x="1519615" y="92303"/>
                  <a:pt x="1519874" y="87682"/>
                  <a:pt x="1519874" y="82559"/>
                </a:cubicBezTo>
                <a:cubicBezTo>
                  <a:pt x="1519874" y="70181"/>
                  <a:pt x="1518507" y="60926"/>
                  <a:pt x="1515772" y="54794"/>
                </a:cubicBezTo>
                <a:cubicBezTo>
                  <a:pt x="1513038" y="48663"/>
                  <a:pt x="1508993" y="45597"/>
                  <a:pt x="1503639" y="45597"/>
                </a:cubicBezTo>
                <a:cubicBezTo>
                  <a:pt x="1499724" y="45597"/>
                  <a:pt x="1496586" y="46835"/>
                  <a:pt x="1494226" y="49311"/>
                </a:cubicBezTo>
                <a:cubicBezTo>
                  <a:pt x="1491865" y="51786"/>
                  <a:pt x="1490138" y="55500"/>
                  <a:pt x="1489044" y="60451"/>
                </a:cubicBezTo>
                <a:cubicBezTo>
                  <a:pt x="1487950" y="65402"/>
                  <a:pt x="1487404" y="71764"/>
                  <a:pt x="1487404" y="79536"/>
                </a:cubicBezTo>
                <a:close/>
                <a:moveTo>
                  <a:pt x="1645305" y="98448"/>
                </a:moveTo>
                <a:cubicBezTo>
                  <a:pt x="1645305" y="102824"/>
                  <a:pt x="1645377" y="106019"/>
                  <a:pt x="1645521" y="108034"/>
                </a:cubicBezTo>
                <a:cubicBezTo>
                  <a:pt x="1645665" y="110049"/>
                  <a:pt x="1645996" y="111661"/>
                  <a:pt x="1646514" y="112870"/>
                </a:cubicBezTo>
                <a:cubicBezTo>
                  <a:pt x="1647032" y="114079"/>
                  <a:pt x="1647867" y="115072"/>
                  <a:pt x="1649018" y="115850"/>
                </a:cubicBezTo>
                <a:cubicBezTo>
                  <a:pt x="1650170" y="116627"/>
                  <a:pt x="1652098" y="117303"/>
                  <a:pt x="1654804" y="117879"/>
                </a:cubicBezTo>
                <a:lnTo>
                  <a:pt x="1654804" y="123665"/>
                </a:lnTo>
                <a:lnTo>
                  <a:pt x="1631315" y="124442"/>
                </a:lnTo>
                <a:lnTo>
                  <a:pt x="1620865" y="124442"/>
                </a:lnTo>
                <a:lnTo>
                  <a:pt x="1621643" y="112007"/>
                </a:lnTo>
                <a:lnTo>
                  <a:pt x="1620347" y="111920"/>
                </a:lnTo>
                <a:cubicBezTo>
                  <a:pt x="1616202" y="116123"/>
                  <a:pt x="1611841" y="119362"/>
                  <a:pt x="1607264" y="121636"/>
                </a:cubicBezTo>
                <a:cubicBezTo>
                  <a:pt x="1602687" y="123910"/>
                  <a:pt x="1598297" y="125047"/>
                  <a:pt x="1594094" y="125047"/>
                </a:cubicBezTo>
                <a:cubicBezTo>
                  <a:pt x="1583616" y="125047"/>
                  <a:pt x="1575772" y="121449"/>
                  <a:pt x="1570562" y="114252"/>
                </a:cubicBezTo>
                <a:cubicBezTo>
                  <a:pt x="1565351" y="107056"/>
                  <a:pt x="1562746" y="96232"/>
                  <a:pt x="1562746" y="81781"/>
                </a:cubicBezTo>
                <a:cubicBezTo>
                  <a:pt x="1562746" y="71994"/>
                  <a:pt x="1564329" y="63747"/>
                  <a:pt x="1567496" y="57040"/>
                </a:cubicBezTo>
                <a:cubicBezTo>
                  <a:pt x="1570662" y="50333"/>
                  <a:pt x="1575369" y="45252"/>
                  <a:pt x="1581615" y="41797"/>
                </a:cubicBezTo>
                <a:cubicBezTo>
                  <a:pt x="1587862" y="38343"/>
                  <a:pt x="1595390" y="36616"/>
                  <a:pt x="1604198" y="36616"/>
                </a:cubicBezTo>
                <a:cubicBezTo>
                  <a:pt x="1606731" y="36616"/>
                  <a:pt x="1609221" y="36774"/>
                  <a:pt x="1611668" y="37091"/>
                </a:cubicBezTo>
                <a:cubicBezTo>
                  <a:pt x="1614115" y="37408"/>
                  <a:pt x="1617008" y="38026"/>
                  <a:pt x="1620347" y="38948"/>
                </a:cubicBezTo>
                <a:lnTo>
                  <a:pt x="1620347" y="31089"/>
                </a:lnTo>
                <a:cubicBezTo>
                  <a:pt x="1620347" y="24929"/>
                  <a:pt x="1620261" y="20568"/>
                  <a:pt x="1620088" y="18006"/>
                </a:cubicBezTo>
                <a:cubicBezTo>
                  <a:pt x="1619915" y="15444"/>
                  <a:pt x="1619556" y="13486"/>
                  <a:pt x="1619009" y="12133"/>
                </a:cubicBezTo>
                <a:cubicBezTo>
                  <a:pt x="1618462" y="10780"/>
                  <a:pt x="1617641" y="9730"/>
                  <a:pt x="1616547" y="8981"/>
                </a:cubicBezTo>
                <a:cubicBezTo>
                  <a:pt x="1615454" y="8233"/>
                  <a:pt x="1613467" y="7571"/>
                  <a:pt x="1610589" y="6995"/>
                </a:cubicBezTo>
                <a:lnTo>
                  <a:pt x="1610589" y="1209"/>
                </a:lnTo>
                <a:lnTo>
                  <a:pt x="1634510" y="0"/>
                </a:lnTo>
                <a:lnTo>
                  <a:pt x="1645305" y="0"/>
                </a:lnTo>
                <a:lnTo>
                  <a:pt x="1645305" y="98448"/>
                </a:lnTo>
                <a:moveTo>
                  <a:pt x="1620347" y="66323"/>
                </a:moveTo>
                <a:cubicBezTo>
                  <a:pt x="1620347" y="59299"/>
                  <a:pt x="1619167" y="54089"/>
                  <a:pt x="1616806" y="50692"/>
                </a:cubicBezTo>
                <a:cubicBezTo>
                  <a:pt x="1614446" y="47296"/>
                  <a:pt x="1610819" y="45597"/>
                  <a:pt x="1605925" y="45597"/>
                </a:cubicBezTo>
                <a:cubicBezTo>
                  <a:pt x="1602356" y="45597"/>
                  <a:pt x="1599290" y="46878"/>
                  <a:pt x="1596728" y="49440"/>
                </a:cubicBezTo>
                <a:cubicBezTo>
                  <a:pt x="1594166" y="52002"/>
                  <a:pt x="1592238" y="55701"/>
                  <a:pt x="1590942" y="60537"/>
                </a:cubicBezTo>
                <a:cubicBezTo>
                  <a:pt x="1589647" y="65373"/>
                  <a:pt x="1588999" y="71102"/>
                  <a:pt x="1588999" y="77722"/>
                </a:cubicBezTo>
                <a:cubicBezTo>
                  <a:pt x="1588999" y="89064"/>
                  <a:pt x="1590237" y="97527"/>
                  <a:pt x="1592713" y="103112"/>
                </a:cubicBezTo>
                <a:cubicBezTo>
                  <a:pt x="1595188" y="108696"/>
                  <a:pt x="1599045" y="111489"/>
                  <a:pt x="1604285" y="111489"/>
                </a:cubicBezTo>
                <a:cubicBezTo>
                  <a:pt x="1606760" y="111489"/>
                  <a:pt x="1609221" y="110870"/>
                  <a:pt x="1611668" y="109632"/>
                </a:cubicBezTo>
                <a:cubicBezTo>
                  <a:pt x="1614115" y="108394"/>
                  <a:pt x="1616173" y="106494"/>
                  <a:pt x="1617843" y="103932"/>
                </a:cubicBezTo>
                <a:cubicBezTo>
                  <a:pt x="1619512" y="101370"/>
                  <a:pt x="1620347" y="98420"/>
                  <a:pt x="1620347" y="95081"/>
                </a:cubicBezTo>
                <a:lnTo>
                  <a:pt x="1620347" y="66323"/>
                </a:lnTo>
                <a:close/>
                <a:moveTo>
                  <a:pt x="1745978" y="107948"/>
                </a:moveTo>
                <a:cubicBezTo>
                  <a:pt x="1740105" y="114166"/>
                  <a:pt x="1734290" y="118570"/>
                  <a:pt x="1728533" y="121161"/>
                </a:cubicBezTo>
                <a:cubicBezTo>
                  <a:pt x="1722776" y="123751"/>
                  <a:pt x="1716155" y="125047"/>
                  <a:pt x="1708671" y="125047"/>
                </a:cubicBezTo>
                <a:cubicBezTo>
                  <a:pt x="1695256" y="125047"/>
                  <a:pt x="1685167" y="121377"/>
                  <a:pt x="1678402" y="114036"/>
                </a:cubicBezTo>
                <a:cubicBezTo>
                  <a:pt x="1671637" y="106696"/>
                  <a:pt x="1668255" y="95800"/>
                  <a:pt x="1668255" y="81350"/>
                </a:cubicBezTo>
                <a:cubicBezTo>
                  <a:pt x="1668255" y="72023"/>
                  <a:pt x="1669997" y="63977"/>
                  <a:pt x="1673480" y="57212"/>
                </a:cubicBezTo>
                <a:cubicBezTo>
                  <a:pt x="1676963" y="50448"/>
                  <a:pt x="1681900" y="45324"/>
                  <a:pt x="1688290" y="41841"/>
                </a:cubicBezTo>
                <a:cubicBezTo>
                  <a:pt x="1694681" y="38357"/>
                  <a:pt x="1702108" y="36616"/>
                  <a:pt x="1710571" y="36616"/>
                </a:cubicBezTo>
                <a:cubicBezTo>
                  <a:pt x="1715810" y="36616"/>
                  <a:pt x="1720401" y="37220"/>
                  <a:pt x="1724345" y="38429"/>
                </a:cubicBezTo>
                <a:cubicBezTo>
                  <a:pt x="1728288" y="39638"/>
                  <a:pt x="1731671" y="41322"/>
                  <a:pt x="1734492" y="43481"/>
                </a:cubicBezTo>
                <a:cubicBezTo>
                  <a:pt x="1737313" y="45640"/>
                  <a:pt x="1739645" y="48246"/>
                  <a:pt x="1741487" y="51297"/>
                </a:cubicBezTo>
                <a:cubicBezTo>
                  <a:pt x="1743675" y="54924"/>
                  <a:pt x="1745315" y="59069"/>
                  <a:pt x="1746409" y="63732"/>
                </a:cubicBezTo>
                <a:cubicBezTo>
                  <a:pt x="1747561" y="68511"/>
                  <a:pt x="1748165" y="74297"/>
                  <a:pt x="1748223" y="81090"/>
                </a:cubicBezTo>
                <a:lnTo>
                  <a:pt x="1693472" y="81090"/>
                </a:lnTo>
                <a:cubicBezTo>
                  <a:pt x="1693529" y="91511"/>
                  <a:pt x="1695386" y="99183"/>
                  <a:pt x="1699042" y="104105"/>
                </a:cubicBezTo>
                <a:cubicBezTo>
                  <a:pt x="1702698" y="109027"/>
                  <a:pt x="1708268" y="111489"/>
                  <a:pt x="1715752" y="111489"/>
                </a:cubicBezTo>
                <a:cubicBezTo>
                  <a:pt x="1720128" y="111489"/>
                  <a:pt x="1724071" y="110668"/>
                  <a:pt x="1727583" y="109027"/>
                </a:cubicBezTo>
                <a:cubicBezTo>
                  <a:pt x="1731095" y="107387"/>
                  <a:pt x="1734895" y="104494"/>
                  <a:pt x="1738983" y="100348"/>
                </a:cubicBezTo>
                <a:lnTo>
                  <a:pt x="1745978" y="107948"/>
                </a:lnTo>
                <a:moveTo>
                  <a:pt x="1722661" y="71764"/>
                </a:moveTo>
                <a:cubicBezTo>
                  <a:pt x="1722431" y="62955"/>
                  <a:pt x="1721279" y="56392"/>
                  <a:pt x="1719206" y="52074"/>
                </a:cubicBezTo>
                <a:cubicBezTo>
                  <a:pt x="1717134" y="47756"/>
                  <a:pt x="1713795" y="45597"/>
                  <a:pt x="1709189" y="45597"/>
                </a:cubicBezTo>
                <a:cubicBezTo>
                  <a:pt x="1704756" y="45597"/>
                  <a:pt x="1701230" y="47843"/>
                  <a:pt x="1698610" y="52333"/>
                </a:cubicBezTo>
                <a:cubicBezTo>
                  <a:pt x="1695990" y="56824"/>
                  <a:pt x="1694422" y="63301"/>
                  <a:pt x="1693903" y="71764"/>
                </a:cubicBezTo>
                <a:lnTo>
                  <a:pt x="1722661" y="71764"/>
                </a:lnTo>
                <a:close/>
                <a:moveTo>
                  <a:pt x="1794035" y="98708"/>
                </a:moveTo>
                <a:cubicBezTo>
                  <a:pt x="1794035" y="104177"/>
                  <a:pt x="1794207" y="107948"/>
                  <a:pt x="1794553" y="110020"/>
                </a:cubicBezTo>
                <a:cubicBezTo>
                  <a:pt x="1794898" y="112093"/>
                  <a:pt x="1795604" y="113748"/>
                  <a:pt x="1796669" y="114986"/>
                </a:cubicBezTo>
                <a:cubicBezTo>
                  <a:pt x="1797734" y="116224"/>
                  <a:pt x="1799734" y="117217"/>
                  <a:pt x="1802671" y="117965"/>
                </a:cubicBezTo>
                <a:lnTo>
                  <a:pt x="1802671" y="123665"/>
                </a:lnTo>
                <a:lnTo>
                  <a:pt x="1760355" y="123665"/>
                </a:lnTo>
                <a:lnTo>
                  <a:pt x="1760355" y="117965"/>
                </a:lnTo>
                <a:cubicBezTo>
                  <a:pt x="1762082" y="117562"/>
                  <a:pt x="1763435" y="117087"/>
                  <a:pt x="1764414" y="116541"/>
                </a:cubicBezTo>
                <a:cubicBezTo>
                  <a:pt x="1765393" y="115994"/>
                  <a:pt x="1766155" y="115360"/>
                  <a:pt x="1766702" y="114641"/>
                </a:cubicBezTo>
                <a:cubicBezTo>
                  <a:pt x="1767249" y="113921"/>
                  <a:pt x="1767724" y="113000"/>
                  <a:pt x="1768127" y="111877"/>
                </a:cubicBezTo>
                <a:cubicBezTo>
                  <a:pt x="1768530" y="110755"/>
                  <a:pt x="1768789" y="109200"/>
                  <a:pt x="1768904" y="107214"/>
                </a:cubicBezTo>
                <a:cubicBezTo>
                  <a:pt x="1769020" y="105228"/>
                  <a:pt x="1769077" y="102392"/>
                  <a:pt x="1769077" y="98708"/>
                </a:cubicBezTo>
                <a:lnTo>
                  <a:pt x="1769077" y="31348"/>
                </a:lnTo>
                <a:cubicBezTo>
                  <a:pt x="1769077" y="26397"/>
                  <a:pt x="1769034" y="22755"/>
                  <a:pt x="1768948" y="20424"/>
                </a:cubicBezTo>
                <a:cubicBezTo>
                  <a:pt x="1768861" y="18092"/>
                  <a:pt x="1768689" y="16135"/>
                  <a:pt x="1768429" y="14551"/>
                </a:cubicBezTo>
                <a:cubicBezTo>
                  <a:pt x="1768170" y="12968"/>
                  <a:pt x="1767739" y="11702"/>
                  <a:pt x="1767134" y="10752"/>
                </a:cubicBezTo>
                <a:cubicBezTo>
                  <a:pt x="1766530" y="9802"/>
                  <a:pt x="1765680" y="9039"/>
                  <a:pt x="1764587" y="8463"/>
                </a:cubicBezTo>
                <a:cubicBezTo>
                  <a:pt x="1763493" y="7887"/>
                  <a:pt x="1761737" y="7369"/>
                  <a:pt x="1759319" y="6909"/>
                </a:cubicBezTo>
                <a:lnTo>
                  <a:pt x="1759319" y="1209"/>
                </a:lnTo>
                <a:lnTo>
                  <a:pt x="1783240" y="0"/>
                </a:lnTo>
                <a:lnTo>
                  <a:pt x="1794035" y="0"/>
                </a:lnTo>
                <a:lnTo>
                  <a:pt x="1794035" y="98708"/>
                </a:lnTo>
                <a:close/>
                <a:moveTo>
                  <a:pt x="1827349" y="100348"/>
                </a:moveTo>
                <a:cubicBezTo>
                  <a:pt x="1828731" y="105587"/>
                  <a:pt x="1830919" y="109517"/>
                  <a:pt x="1833913" y="112136"/>
                </a:cubicBezTo>
                <a:cubicBezTo>
                  <a:pt x="1836906" y="114756"/>
                  <a:pt x="1840908" y="116066"/>
                  <a:pt x="1845916" y="116066"/>
                </a:cubicBezTo>
                <a:cubicBezTo>
                  <a:pt x="1850234" y="116066"/>
                  <a:pt x="1853502" y="115087"/>
                  <a:pt x="1855718" y="113129"/>
                </a:cubicBezTo>
                <a:cubicBezTo>
                  <a:pt x="1857935" y="111172"/>
                  <a:pt x="1859043" y="108322"/>
                  <a:pt x="1859043" y="104580"/>
                </a:cubicBezTo>
                <a:cubicBezTo>
                  <a:pt x="1859043" y="102219"/>
                  <a:pt x="1858539" y="100204"/>
                  <a:pt x="1857532" y="98535"/>
                </a:cubicBezTo>
                <a:cubicBezTo>
                  <a:pt x="1856524" y="96865"/>
                  <a:pt x="1854855" y="95268"/>
                  <a:pt x="1852523" y="93742"/>
                </a:cubicBezTo>
                <a:cubicBezTo>
                  <a:pt x="1850191" y="92216"/>
                  <a:pt x="1846204" y="90216"/>
                  <a:pt x="1840562" y="87740"/>
                </a:cubicBezTo>
                <a:cubicBezTo>
                  <a:pt x="1837396" y="86358"/>
                  <a:pt x="1834416" y="84833"/>
                  <a:pt x="1831624" y="83163"/>
                </a:cubicBezTo>
                <a:cubicBezTo>
                  <a:pt x="1828832" y="81493"/>
                  <a:pt x="1826400" y="79608"/>
                  <a:pt x="1824327" y="77507"/>
                </a:cubicBezTo>
                <a:cubicBezTo>
                  <a:pt x="1822254" y="75405"/>
                  <a:pt x="1820614" y="73059"/>
                  <a:pt x="1819404" y="70468"/>
                </a:cubicBezTo>
                <a:cubicBezTo>
                  <a:pt x="1818195" y="67878"/>
                  <a:pt x="1817591" y="64999"/>
                  <a:pt x="1817591" y="61833"/>
                </a:cubicBezTo>
                <a:cubicBezTo>
                  <a:pt x="1817591" y="56651"/>
                  <a:pt x="1819088" y="52160"/>
                  <a:pt x="1822082" y="48361"/>
                </a:cubicBezTo>
                <a:cubicBezTo>
                  <a:pt x="1825075" y="44561"/>
                  <a:pt x="1829350" y="41653"/>
                  <a:pt x="1834906" y="39638"/>
                </a:cubicBezTo>
                <a:cubicBezTo>
                  <a:pt x="1840462" y="37623"/>
                  <a:pt x="1846809" y="36616"/>
                  <a:pt x="1853948" y="36616"/>
                </a:cubicBezTo>
                <a:cubicBezTo>
                  <a:pt x="1858151" y="36616"/>
                  <a:pt x="1862267" y="36789"/>
                  <a:pt x="1866297" y="37134"/>
                </a:cubicBezTo>
                <a:cubicBezTo>
                  <a:pt x="1870327" y="37480"/>
                  <a:pt x="1875537" y="38228"/>
                  <a:pt x="1881928" y="39379"/>
                </a:cubicBezTo>
                <a:lnTo>
                  <a:pt x="1881928" y="59501"/>
                </a:lnTo>
                <a:lnTo>
                  <a:pt x="1870529" y="59501"/>
                </a:lnTo>
                <a:cubicBezTo>
                  <a:pt x="1869204" y="55816"/>
                  <a:pt x="1867751" y="52966"/>
                  <a:pt x="1866168" y="50951"/>
                </a:cubicBezTo>
                <a:cubicBezTo>
                  <a:pt x="1864584" y="48936"/>
                  <a:pt x="1862843" y="47540"/>
                  <a:pt x="1860943" y="46763"/>
                </a:cubicBezTo>
                <a:cubicBezTo>
                  <a:pt x="1859043" y="45986"/>
                  <a:pt x="1856769" y="45597"/>
                  <a:pt x="1854121" y="45597"/>
                </a:cubicBezTo>
                <a:cubicBezTo>
                  <a:pt x="1850321" y="45597"/>
                  <a:pt x="1847298" y="46461"/>
                  <a:pt x="1845053" y="48188"/>
                </a:cubicBezTo>
                <a:cubicBezTo>
                  <a:pt x="1842808" y="49915"/>
                  <a:pt x="1841685" y="52333"/>
                  <a:pt x="1841685" y="55442"/>
                </a:cubicBezTo>
                <a:cubicBezTo>
                  <a:pt x="1841685" y="57630"/>
                  <a:pt x="1842088" y="59501"/>
                  <a:pt x="1842894" y="61055"/>
                </a:cubicBezTo>
                <a:cubicBezTo>
                  <a:pt x="1843700" y="62610"/>
                  <a:pt x="1845139" y="64121"/>
                  <a:pt x="1847212" y="65589"/>
                </a:cubicBezTo>
                <a:cubicBezTo>
                  <a:pt x="1849284" y="67057"/>
                  <a:pt x="1853286" y="69029"/>
                  <a:pt x="1859216" y="71505"/>
                </a:cubicBezTo>
                <a:cubicBezTo>
                  <a:pt x="1864627" y="73750"/>
                  <a:pt x="1869032" y="76096"/>
                  <a:pt x="1872428" y="78543"/>
                </a:cubicBezTo>
                <a:cubicBezTo>
                  <a:pt x="1875825" y="80990"/>
                  <a:pt x="1878416" y="83811"/>
                  <a:pt x="1880201" y="87006"/>
                </a:cubicBezTo>
                <a:cubicBezTo>
                  <a:pt x="1881985" y="90201"/>
                  <a:pt x="1882878" y="93929"/>
                  <a:pt x="1882878" y="98189"/>
                </a:cubicBezTo>
                <a:cubicBezTo>
                  <a:pt x="1882878" y="102853"/>
                  <a:pt x="1882014" y="106868"/>
                  <a:pt x="1880287" y="110236"/>
                </a:cubicBezTo>
                <a:cubicBezTo>
                  <a:pt x="1878560" y="113604"/>
                  <a:pt x="1876142" y="116382"/>
                  <a:pt x="1873033" y="118570"/>
                </a:cubicBezTo>
                <a:cubicBezTo>
                  <a:pt x="1869924" y="120758"/>
                  <a:pt x="1866196" y="122384"/>
                  <a:pt x="1861850" y="123449"/>
                </a:cubicBezTo>
                <a:cubicBezTo>
                  <a:pt x="1857503" y="124514"/>
                  <a:pt x="1852710" y="125047"/>
                  <a:pt x="1847471" y="125047"/>
                </a:cubicBezTo>
                <a:cubicBezTo>
                  <a:pt x="1837972" y="125047"/>
                  <a:pt x="1827407" y="123694"/>
                  <a:pt x="1815777" y="120988"/>
                </a:cubicBezTo>
                <a:lnTo>
                  <a:pt x="1815777" y="100348"/>
                </a:lnTo>
                <a:lnTo>
                  <a:pt x="1827349" y="100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76869-491F-4D68-8272-71A5AC17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525" y="3811047"/>
            <a:ext cx="2308636" cy="268830"/>
          </a:xfrm>
          <a:custGeom xmlns:a="http://schemas.openxmlformats.org/drawingml/2006/main">
            <a:pathLst>
              <a:path w="2308636" h="268830" fill="none">
                <a:moveTo>
                  <a:pt x="0" y="268830"/>
                </a:moveTo>
                <a:lnTo>
                  <a:pt x="2308636" y="268830"/>
                </a:lnTo>
                <a:lnTo>
                  <a:pt x="2308636" y="0"/>
                </a:lnTo>
                <a:lnTo>
                  <a:pt x="0" y="0"/>
                </a:lnTo>
                <a:lnTo>
                  <a:pt x="0" y="2688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913" cap="flat">
            <a:solidFill>
              <a:srgbClr val="000000"/>
            </a:solidFill>
            <a:miter/>
          </a:ln>
        </p:spPr>
      </p:sp>
      <p:sp>
        <p:nvSpPr>
          <p:cNvPr id="116" name="Text GeneralDLModels">
            <a:extLst xmlns:a="http://schemas.openxmlformats.org/drawingml/2006/main">
              <a:ext uri="{FF2B5EF4-FFF2-40B4-BE49-F238E27FC236}">
                <a16:creationId xmlns:a16="http://schemas.microsoft.com/office/drawing/2014/main" id="{D4D752DE-05A7-412D-B719-0976C8FB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2249" y="3888808"/>
            <a:ext cx="1509626" cy="125047"/>
          </a:xfrm>
          <a:custGeom xmlns:a="http://schemas.openxmlformats.org/drawingml/2006/main">
            <a:pathLst>
              <a:path w="1509626" h="125047">
                <a:moveTo>
                  <a:pt x="89985" y="8981"/>
                </a:moveTo>
                <a:lnTo>
                  <a:pt x="89985" y="33507"/>
                </a:lnTo>
                <a:lnTo>
                  <a:pt x="78154" y="33507"/>
                </a:lnTo>
                <a:cubicBezTo>
                  <a:pt x="76830" y="28671"/>
                  <a:pt x="75319" y="24943"/>
                  <a:pt x="73620" y="22324"/>
                </a:cubicBezTo>
                <a:cubicBezTo>
                  <a:pt x="71922" y="19704"/>
                  <a:pt x="69734" y="17747"/>
                  <a:pt x="67057" y="16451"/>
                </a:cubicBezTo>
                <a:cubicBezTo>
                  <a:pt x="64380" y="15156"/>
                  <a:pt x="60940" y="14508"/>
                  <a:pt x="56737" y="14508"/>
                </a:cubicBezTo>
                <a:cubicBezTo>
                  <a:pt x="51038" y="14508"/>
                  <a:pt x="46000" y="16250"/>
                  <a:pt x="41625" y="19733"/>
                </a:cubicBezTo>
                <a:cubicBezTo>
                  <a:pt x="37249" y="23216"/>
                  <a:pt x="33795" y="28772"/>
                  <a:pt x="31262" y="36400"/>
                </a:cubicBezTo>
                <a:cubicBezTo>
                  <a:pt x="28729" y="44028"/>
                  <a:pt x="27462" y="53686"/>
                  <a:pt x="27462" y="65373"/>
                </a:cubicBezTo>
                <a:cubicBezTo>
                  <a:pt x="27462" y="75448"/>
                  <a:pt x="28311" y="84185"/>
                  <a:pt x="30010" y="91583"/>
                </a:cubicBezTo>
                <a:cubicBezTo>
                  <a:pt x="31708" y="98981"/>
                  <a:pt x="34299" y="104724"/>
                  <a:pt x="37782" y="108811"/>
                </a:cubicBezTo>
                <a:cubicBezTo>
                  <a:pt x="41265" y="112899"/>
                  <a:pt x="45568" y="114943"/>
                  <a:pt x="50692" y="114943"/>
                </a:cubicBezTo>
                <a:cubicBezTo>
                  <a:pt x="55759" y="114943"/>
                  <a:pt x="59501" y="113432"/>
                  <a:pt x="61919" y="110409"/>
                </a:cubicBezTo>
                <a:cubicBezTo>
                  <a:pt x="64337" y="107387"/>
                  <a:pt x="65546" y="102565"/>
                  <a:pt x="65546" y="95944"/>
                </a:cubicBezTo>
                <a:lnTo>
                  <a:pt x="65546" y="92662"/>
                </a:lnTo>
                <a:cubicBezTo>
                  <a:pt x="65546" y="88287"/>
                  <a:pt x="65402" y="85164"/>
                  <a:pt x="65114" y="83293"/>
                </a:cubicBezTo>
                <a:cubicBezTo>
                  <a:pt x="64826" y="81421"/>
                  <a:pt x="64380" y="80025"/>
                  <a:pt x="63776" y="79104"/>
                </a:cubicBezTo>
                <a:cubicBezTo>
                  <a:pt x="63171" y="78183"/>
                  <a:pt x="62379" y="77435"/>
                  <a:pt x="61401" y="76859"/>
                </a:cubicBezTo>
                <a:cubicBezTo>
                  <a:pt x="60422" y="76283"/>
                  <a:pt x="58695" y="75621"/>
                  <a:pt x="56219" y="74873"/>
                </a:cubicBezTo>
                <a:lnTo>
                  <a:pt x="56219" y="69173"/>
                </a:lnTo>
                <a:lnTo>
                  <a:pt x="100435" y="69173"/>
                </a:lnTo>
                <a:lnTo>
                  <a:pt x="100435" y="74873"/>
                </a:lnTo>
                <a:cubicBezTo>
                  <a:pt x="97556" y="75736"/>
                  <a:pt x="95599" y="76715"/>
                  <a:pt x="94562" y="77809"/>
                </a:cubicBezTo>
                <a:cubicBezTo>
                  <a:pt x="93526" y="78903"/>
                  <a:pt x="92821" y="80356"/>
                  <a:pt x="92447" y="82170"/>
                </a:cubicBezTo>
                <a:cubicBezTo>
                  <a:pt x="92072" y="83983"/>
                  <a:pt x="91885" y="86531"/>
                  <a:pt x="91885" y="89813"/>
                </a:cubicBezTo>
                <a:lnTo>
                  <a:pt x="91885" y="122370"/>
                </a:lnTo>
                <a:lnTo>
                  <a:pt x="79450" y="124960"/>
                </a:lnTo>
                <a:lnTo>
                  <a:pt x="73577" y="118743"/>
                </a:lnTo>
                <a:cubicBezTo>
                  <a:pt x="66726" y="122945"/>
                  <a:pt x="58868" y="125047"/>
                  <a:pt x="50001" y="125047"/>
                </a:cubicBezTo>
                <a:cubicBezTo>
                  <a:pt x="33190" y="125047"/>
                  <a:pt x="20654" y="120139"/>
                  <a:pt x="12392" y="110323"/>
                </a:cubicBezTo>
                <a:cubicBezTo>
                  <a:pt x="4131" y="100507"/>
                  <a:pt x="0" y="85639"/>
                  <a:pt x="0" y="65719"/>
                </a:cubicBezTo>
                <a:cubicBezTo>
                  <a:pt x="0" y="55241"/>
                  <a:pt x="1468" y="46029"/>
                  <a:pt x="4404" y="38084"/>
                </a:cubicBezTo>
                <a:cubicBezTo>
                  <a:pt x="7340" y="30139"/>
                  <a:pt x="11414" y="23677"/>
                  <a:pt x="16624" y="18697"/>
                </a:cubicBezTo>
                <a:cubicBezTo>
                  <a:pt x="21834" y="13717"/>
                  <a:pt x="27707" y="10090"/>
                  <a:pt x="34241" y="7815"/>
                </a:cubicBezTo>
                <a:cubicBezTo>
                  <a:pt x="40776" y="5541"/>
                  <a:pt x="47785" y="4404"/>
                  <a:pt x="55269" y="4404"/>
                </a:cubicBezTo>
                <a:cubicBezTo>
                  <a:pt x="67878" y="4404"/>
                  <a:pt x="79450" y="5930"/>
                  <a:pt x="89985" y="8981"/>
                </a:cubicBezTo>
                <a:close/>
                <a:moveTo>
                  <a:pt x="189878" y="107948"/>
                </a:moveTo>
                <a:cubicBezTo>
                  <a:pt x="184005" y="114166"/>
                  <a:pt x="178191" y="118570"/>
                  <a:pt x="172433" y="121161"/>
                </a:cubicBezTo>
                <a:cubicBezTo>
                  <a:pt x="166676" y="123751"/>
                  <a:pt x="160055" y="125047"/>
                  <a:pt x="152571" y="125047"/>
                </a:cubicBezTo>
                <a:cubicBezTo>
                  <a:pt x="139157" y="125047"/>
                  <a:pt x="129067" y="121377"/>
                  <a:pt x="122302" y="114036"/>
                </a:cubicBezTo>
                <a:cubicBezTo>
                  <a:pt x="115538" y="106696"/>
                  <a:pt x="112155" y="95800"/>
                  <a:pt x="112155" y="81350"/>
                </a:cubicBezTo>
                <a:cubicBezTo>
                  <a:pt x="112155" y="72023"/>
                  <a:pt x="113897" y="63977"/>
                  <a:pt x="117380" y="57212"/>
                </a:cubicBezTo>
                <a:cubicBezTo>
                  <a:pt x="120863" y="50448"/>
                  <a:pt x="125800" y="45324"/>
                  <a:pt x="132190" y="41841"/>
                </a:cubicBezTo>
                <a:cubicBezTo>
                  <a:pt x="138581" y="38357"/>
                  <a:pt x="146008" y="36616"/>
                  <a:pt x="154471" y="36616"/>
                </a:cubicBezTo>
                <a:cubicBezTo>
                  <a:pt x="159710" y="36616"/>
                  <a:pt x="164301" y="37220"/>
                  <a:pt x="168245" y="38429"/>
                </a:cubicBezTo>
                <a:cubicBezTo>
                  <a:pt x="172189" y="39638"/>
                  <a:pt x="175571" y="41322"/>
                  <a:pt x="178392" y="43481"/>
                </a:cubicBezTo>
                <a:cubicBezTo>
                  <a:pt x="181213" y="45640"/>
                  <a:pt x="183545" y="48246"/>
                  <a:pt x="185387" y="51297"/>
                </a:cubicBezTo>
                <a:cubicBezTo>
                  <a:pt x="187575" y="54924"/>
                  <a:pt x="189216" y="59069"/>
                  <a:pt x="190310" y="63732"/>
                </a:cubicBezTo>
                <a:cubicBezTo>
                  <a:pt x="191461" y="68511"/>
                  <a:pt x="192065" y="74297"/>
                  <a:pt x="192123" y="81090"/>
                </a:cubicBezTo>
                <a:lnTo>
                  <a:pt x="137372" y="81090"/>
                </a:lnTo>
                <a:cubicBezTo>
                  <a:pt x="137429" y="91511"/>
                  <a:pt x="139286" y="99183"/>
                  <a:pt x="142942" y="104105"/>
                </a:cubicBezTo>
                <a:cubicBezTo>
                  <a:pt x="146598" y="109027"/>
                  <a:pt x="152168" y="111489"/>
                  <a:pt x="159652" y="111489"/>
                </a:cubicBezTo>
                <a:cubicBezTo>
                  <a:pt x="164028" y="111489"/>
                  <a:pt x="167972" y="110668"/>
                  <a:pt x="171483" y="109027"/>
                </a:cubicBezTo>
                <a:cubicBezTo>
                  <a:pt x="174995" y="107387"/>
                  <a:pt x="178795" y="104494"/>
                  <a:pt x="182883" y="100348"/>
                </a:cubicBezTo>
                <a:lnTo>
                  <a:pt x="189878" y="107948"/>
                </a:lnTo>
                <a:moveTo>
                  <a:pt x="166561" y="71764"/>
                </a:moveTo>
                <a:cubicBezTo>
                  <a:pt x="166331" y="62955"/>
                  <a:pt x="165179" y="56392"/>
                  <a:pt x="163107" y="52074"/>
                </a:cubicBezTo>
                <a:cubicBezTo>
                  <a:pt x="161034" y="47756"/>
                  <a:pt x="157695" y="45597"/>
                  <a:pt x="153089" y="45597"/>
                </a:cubicBezTo>
                <a:cubicBezTo>
                  <a:pt x="148656" y="45597"/>
                  <a:pt x="145130" y="47843"/>
                  <a:pt x="142510" y="52333"/>
                </a:cubicBezTo>
                <a:cubicBezTo>
                  <a:pt x="139891" y="56824"/>
                  <a:pt x="138322" y="63301"/>
                  <a:pt x="137804" y="71764"/>
                </a:cubicBezTo>
                <a:lnTo>
                  <a:pt x="166561" y="71764"/>
                </a:lnTo>
                <a:close/>
                <a:moveTo>
                  <a:pt x="299509" y="123665"/>
                </a:moveTo>
                <a:lnTo>
                  <a:pt x="257625" y="123665"/>
                </a:lnTo>
                <a:lnTo>
                  <a:pt x="257625" y="117965"/>
                </a:lnTo>
                <a:cubicBezTo>
                  <a:pt x="260274" y="117332"/>
                  <a:pt x="262116" y="116397"/>
                  <a:pt x="263152" y="115159"/>
                </a:cubicBezTo>
                <a:cubicBezTo>
                  <a:pt x="264189" y="113921"/>
                  <a:pt x="264894" y="112251"/>
                  <a:pt x="265268" y="110150"/>
                </a:cubicBezTo>
                <a:cubicBezTo>
                  <a:pt x="265642" y="108049"/>
                  <a:pt x="265830" y="104263"/>
                  <a:pt x="265830" y="98794"/>
                </a:cubicBezTo>
                <a:lnTo>
                  <a:pt x="265830" y="75736"/>
                </a:lnTo>
                <a:cubicBezTo>
                  <a:pt x="265830" y="71649"/>
                  <a:pt x="265743" y="68295"/>
                  <a:pt x="265570" y="65675"/>
                </a:cubicBezTo>
                <a:cubicBezTo>
                  <a:pt x="265398" y="63056"/>
                  <a:pt x="265124" y="60911"/>
                  <a:pt x="264750" y="59242"/>
                </a:cubicBezTo>
                <a:cubicBezTo>
                  <a:pt x="264376" y="57572"/>
                  <a:pt x="263858" y="56176"/>
                  <a:pt x="263196" y="55053"/>
                </a:cubicBezTo>
                <a:cubicBezTo>
                  <a:pt x="262534" y="53931"/>
                  <a:pt x="261799" y="53010"/>
                  <a:pt x="260993" y="52290"/>
                </a:cubicBezTo>
                <a:cubicBezTo>
                  <a:pt x="260187" y="51570"/>
                  <a:pt x="259266" y="51038"/>
                  <a:pt x="258230" y="50692"/>
                </a:cubicBezTo>
                <a:cubicBezTo>
                  <a:pt x="257194" y="50347"/>
                  <a:pt x="255870" y="50174"/>
                  <a:pt x="254258" y="50174"/>
                </a:cubicBezTo>
                <a:cubicBezTo>
                  <a:pt x="252070" y="50174"/>
                  <a:pt x="249796" y="50851"/>
                  <a:pt x="247435" y="52204"/>
                </a:cubicBezTo>
                <a:cubicBezTo>
                  <a:pt x="245075" y="53557"/>
                  <a:pt x="243089" y="55428"/>
                  <a:pt x="241476" y="57817"/>
                </a:cubicBezTo>
                <a:cubicBezTo>
                  <a:pt x="239864" y="60206"/>
                  <a:pt x="239058" y="62754"/>
                  <a:pt x="239058" y="65460"/>
                </a:cubicBezTo>
                <a:lnTo>
                  <a:pt x="239058" y="98708"/>
                </a:lnTo>
                <a:cubicBezTo>
                  <a:pt x="239058" y="104177"/>
                  <a:pt x="239231" y="107977"/>
                  <a:pt x="239577" y="110107"/>
                </a:cubicBezTo>
                <a:cubicBezTo>
                  <a:pt x="239922" y="112237"/>
                  <a:pt x="240627" y="113921"/>
                  <a:pt x="241692" y="115159"/>
                </a:cubicBezTo>
                <a:cubicBezTo>
                  <a:pt x="242757" y="116397"/>
                  <a:pt x="244643" y="117332"/>
                  <a:pt x="247349" y="117965"/>
                </a:cubicBezTo>
                <a:lnTo>
                  <a:pt x="247349" y="123665"/>
                </a:lnTo>
                <a:lnTo>
                  <a:pt x="205638" y="123665"/>
                </a:lnTo>
                <a:lnTo>
                  <a:pt x="205638" y="117965"/>
                </a:lnTo>
                <a:cubicBezTo>
                  <a:pt x="208401" y="117217"/>
                  <a:pt x="210316" y="116238"/>
                  <a:pt x="211381" y="115029"/>
                </a:cubicBezTo>
                <a:cubicBezTo>
                  <a:pt x="212446" y="113820"/>
                  <a:pt x="213165" y="112179"/>
                  <a:pt x="213540" y="110107"/>
                </a:cubicBezTo>
                <a:cubicBezTo>
                  <a:pt x="213914" y="108034"/>
                  <a:pt x="214101" y="104263"/>
                  <a:pt x="214101" y="98794"/>
                </a:cubicBezTo>
                <a:lnTo>
                  <a:pt x="214101" y="63301"/>
                </a:lnTo>
                <a:cubicBezTo>
                  <a:pt x="214101" y="59040"/>
                  <a:pt x="214029" y="55888"/>
                  <a:pt x="213885" y="53844"/>
                </a:cubicBezTo>
                <a:cubicBezTo>
                  <a:pt x="213741" y="51801"/>
                  <a:pt x="213396" y="50160"/>
                  <a:pt x="212849" y="48922"/>
                </a:cubicBezTo>
                <a:cubicBezTo>
                  <a:pt x="212302" y="47684"/>
                  <a:pt x="211467" y="46677"/>
                  <a:pt x="210344" y="45899"/>
                </a:cubicBezTo>
                <a:cubicBezTo>
                  <a:pt x="209222" y="45122"/>
                  <a:pt x="207279" y="44446"/>
                  <a:pt x="204515" y="43870"/>
                </a:cubicBezTo>
                <a:lnTo>
                  <a:pt x="204515" y="37998"/>
                </a:lnTo>
                <a:lnTo>
                  <a:pt x="228177" y="37307"/>
                </a:lnTo>
                <a:lnTo>
                  <a:pt x="239058" y="37307"/>
                </a:lnTo>
                <a:lnTo>
                  <a:pt x="237763" y="49742"/>
                </a:lnTo>
                <a:lnTo>
                  <a:pt x="238799" y="50001"/>
                </a:lnTo>
                <a:cubicBezTo>
                  <a:pt x="242369" y="46835"/>
                  <a:pt x="245507" y="44345"/>
                  <a:pt x="248212" y="42531"/>
                </a:cubicBezTo>
                <a:cubicBezTo>
                  <a:pt x="250918" y="40718"/>
                  <a:pt x="253754" y="39279"/>
                  <a:pt x="256719" y="38214"/>
                </a:cubicBezTo>
                <a:cubicBezTo>
                  <a:pt x="259684" y="37148"/>
                  <a:pt x="262807" y="36616"/>
                  <a:pt x="266089" y="36616"/>
                </a:cubicBezTo>
                <a:cubicBezTo>
                  <a:pt x="270810" y="36616"/>
                  <a:pt x="274724" y="37292"/>
                  <a:pt x="277833" y="38645"/>
                </a:cubicBezTo>
                <a:cubicBezTo>
                  <a:pt x="280942" y="39998"/>
                  <a:pt x="283461" y="41970"/>
                  <a:pt x="285390" y="44561"/>
                </a:cubicBezTo>
                <a:cubicBezTo>
                  <a:pt x="287318" y="47152"/>
                  <a:pt x="288700" y="50318"/>
                  <a:pt x="289535" y="54060"/>
                </a:cubicBezTo>
                <a:cubicBezTo>
                  <a:pt x="290370" y="57802"/>
                  <a:pt x="290787" y="62149"/>
                  <a:pt x="290787" y="67100"/>
                </a:cubicBezTo>
                <a:lnTo>
                  <a:pt x="290787" y="98708"/>
                </a:lnTo>
                <a:cubicBezTo>
                  <a:pt x="290787" y="101241"/>
                  <a:pt x="290830" y="103616"/>
                  <a:pt x="290917" y="105832"/>
                </a:cubicBezTo>
                <a:cubicBezTo>
                  <a:pt x="291003" y="108049"/>
                  <a:pt x="291219" y="109819"/>
                  <a:pt x="291564" y="111143"/>
                </a:cubicBezTo>
                <a:cubicBezTo>
                  <a:pt x="291910" y="112467"/>
                  <a:pt x="292385" y="113547"/>
                  <a:pt x="292989" y="114382"/>
                </a:cubicBezTo>
                <a:cubicBezTo>
                  <a:pt x="293594" y="115216"/>
                  <a:pt x="294443" y="115922"/>
                  <a:pt x="295537" y="116497"/>
                </a:cubicBezTo>
                <a:cubicBezTo>
                  <a:pt x="296631" y="117073"/>
                  <a:pt x="297955" y="117562"/>
                  <a:pt x="299509" y="117965"/>
                </a:cubicBezTo>
                <a:lnTo>
                  <a:pt x="299509" y="123665"/>
                </a:lnTo>
                <a:close/>
                <a:moveTo>
                  <a:pt x="390615" y="107948"/>
                </a:moveTo>
                <a:cubicBezTo>
                  <a:pt x="384742" y="114166"/>
                  <a:pt x="378927" y="118570"/>
                  <a:pt x="373170" y="121161"/>
                </a:cubicBezTo>
                <a:cubicBezTo>
                  <a:pt x="367413" y="123751"/>
                  <a:pt x="360792" y="125047"/>
                  <a:pt x="353308" y="125047"/>
                </a:cubicBezTo>
                <a:cubicBezTo>
                  <a:pt x="339893" y="125047"/>
                  <a:pt x="329804" y="121377"/>
                  <a:pt x="323039" y="114036"/>
                </a:cubicBezTo>
                <a:cubicBezTo>
                  <a:pt x="316274" y="106696"/>
                  <a:pt x="312892" y="95800"/>
                  <a:pt x="312892" y="81350"/>
                </a:cubicBezTo>
                <a:cubicBezTo>
                  <a:pt x="312892" y="72023"/>
                  <a:pt x="314634" y="63977"/>
                  <a:pt x="318117" y="57212"/>
                </a:cubicBezTo>
                <a:cubicBezTo>
                  <a:pt x="321600" y="50448"/>
                  <a:pt x="326537" y="45324"/>
                  <a:pt x="332927" y="41841"/>
                </a:cubicBezTo>
                <a:cubicBezTo>
                  <a:pt x="339318" y="38357"/>
                  <a:pt x="346745" y="36616"/>
                  <a:pt x="355208" y="36616"/>
                </a:cubicBezTo>
                <a:cubicBezTo>
                  <a:pt x="360447" y="36616"/>
                  <a:pt x="365038" y="37220"/>
                  <a:pt x="368982" y="38429"/>
                </a:cubicBezTo>
                <a:cubicBezTo>
                  <a:pt x="372925" y="39638"/>
                  <a:pt x="376308" y="41322"/>
                  <a:pt x="379129" y="43481"/>
                </a:cubicBezTo>
                <a:cubicBezTo>
                  <a:pt x="381950" y="45640"/>
                  <a:pt x="384282" y="48246"/>
                  <a:pt x="386124" y="51297"/>
                </a:cubicBezTo>
                <a:cubicBezTo>
                  <a:pt x="388312" y="54924"/>
                  <a:pt x="389952" y="59069"/>
                  <a:pt x="391046" y="63732"/>
                </a:cubicBezTo>
                <a:cubicBezTo>
                  <a:pt x="392198" y="68511"/>
                  <a:pt x="392802" y="74297"/>
                  <a:pt x="392860" y="81090"/>
                </a:cubicBezTo>
                <a:lnTo>
                  <a:pt x="338109" y="81090"/>
                </a:lnTo>
                <a:cubicBezTo>
                  <a:pt x="338166" y="91511"/>
                  <a:pt x="340023" y="99183"/>
                  <a:pt x="343679" y="104105"/>
                </a:cubicBezTo>
                <a:cubicBezTo>
                  <a:pt x="347335" y="109027"/>
                  <a:pt x="352905" y="111489"/>
                  <a:pt x="360389" y="111489"/>
                </a:cubicBezTo>
                <a:cubicBezTo>
                  <a:pt x="364765" y="111489"/>
                  <a:pt x="368708" y="110668"/>
                  <a:pt x="372220" y="109027"/>
                </a:cubicBezTo>
                <a:cubicBezTo>
                  <a:pt x="375732" y="107387"/>
                  <a:pt x="379532" y="104494"/>
                  <a:pt x="383620" y="100348"/>
                </a:cubicBezTo>
                <a:lnTo>
                  <a:pt x="390615" y="107948"/>
                </a:lnTo>
                <a:moveTo>
                  <a:pt x="367298" y="71764"/>
                </a:moveTo>
                <a:cubicBezTo>
                  <a:pt x="367068" y="62955"/>
                  <a:pt x="365916" y="56392"/>
                  <a:pt x="363843" y="52074"/>
                </a:cubicBezTo>
                <a:cubicBezTo>
                  <a:pt x="361771" y="47756"/>
                  <a:pt x="358432" y="45597"/>
                  <a:pt x="353826" y="45597"/>
                </a:cubicBezTo>
                <a:cubicBezTo>
                  <a:pt x="349393" y="45597"/>
                  <a:pt x="345867" y="47843"/>
                  <a:pt x="343247" y="52333"/>
                </a:cubicBezTo>
                <a:cubicBezTo>
                  <a:pt x="340627" y="56824"/>
                  <a:pt x="339059" y="63301"/>
                  <a:pt x="338540" y="71764"/>
                </a:cubicBezTo>
                <a:lnTo>
                  <a:pt x="367298" y="71764"/>
                </a:lnTo>
                <a:close/>
                <a:moveTo>
                  <a:pt x="438586" y="50347"/>
                </a:moveTo>
                <a:lnTo>
                  <a:pt x="439709" y="50606"/>
                </a:lnTo>
                <a:cubicBezTo>
                  <a:pt x="443911" y="45655"/>
                  <a:pt x="448229" y="42085"/>
                  <a:pt x="452662" y="39898"/>
                </a:cubicBezTo>
                <a:cubicBezTo>
                  <a:pt x="457095" y="37710"/>
                  <a:pt x="461903" y="36616"/>
                  <a:pt x="467084" y="36616"/>
                </a:cubicBezTo>
                <a:cubicBezTo>
                  <a:pt x="470596" y="36616"/>
                  <a:pt x="474281" y="36990"/>
                  <a:pt x="478138" y="37739"/>
                </a:cubicBezTo>
                <a:lnTo>
                  <a:pt x="478138" y="61573"/>
                </a:lnTo>
                <a:lnTo>
                  <a:pt x="462507" y="61573"/>
                </a:lnTo>
                <a:cubicBezTo>
                  <a:pt x="461528" y="58234"/>
                  <a:pt x="460248" y="55672"/>
                  <a:pt x="458664" y="53888"/>
                </a:cubicBezTo>
                <a:cubicBezTo>
                  <a:pt x="457081" y="52103"/>
                  <a:pt x="454965" y="51210"/>
                  <a:pt x="452317" y="51210"/>
                </a:cubicBezTo>
                <a:cubicBezTo>
                  <a:pt x="451050" y="51210"/>
                  <a:pt x="449654" y="51599"/>
                  <a:pt x="448129" y="52376"/>
                </a:cubicBezTo>
                <a:cubicBezTo>
                  <a:pt x="446603" y="53154"/>
                  <a:pt x="445192" y="54247"/>
                  <a:pt x="443897" y="55658"/>
                </a:cubicBezTo>
                <a:cubicBezTo>
                  <a:pt x="442602" y="57068"/>
                  <a:pt x="441680" y="58508"/>
                  <a:pt x="441134" y="59976"/>
                </a:cubicBezTo>
                <a:cubicBezTo>
                  <a:pt x="440587" y="61444"/>
                  <a:pt x="440227" y="62926"/>
                  <a:pt x="440054" y="64423"/>
                </a:cubicBezTo>
                <a:cubicBezTo>
                  <a:pt x="439881" y="65920"/>
                  <a:pt x="439795" y="68165"/>
                  <a:pt x="439795" y="71159"/>
                </a:cubicBezTo>
                <a:lnTo>
                  <a:pt x="439795" y="98708"/>
                </a:lnTo>
                <a:cubicBezTo>
                  <a:pt x="439795" y="104177"/>
                  <a:pt x="439996" y="108005"/>
                  <a:pt x="440399" y="110193"/>
                </a:cubicBezTo>
                <a:cubicBezTo>
                  <a:pt x="440802" y="112381"/>
                  <a:pt x="441609" y="114094"/>
                  <a:pt x="442818" y="115332"/>
                </a:cubicBezTo>
                <a:cubicBezTo>
                  <a:pt x="444027" y="116569"/>
                  <a:pt x="446070" y="117447"/>
                  <a:pt x="448949" y="117965"/>
                </a:cubicBezTo>
                <a:lnTo>
                  <a:pt x="448949" y="123665"/>
                </a:lnTo>
                <a:lnTo>
                  <a:pt x="406374" y="123665"/>
                </a:lnTo>
                <a:lnTo>
                  <a:pt x="406374" y="117965"/>
                </a:lnTo>
                <a:cubicBezTo>
                  <a:pt x="409138" y="117217"/>
                  <a:pt x="411052" y="116238"/>
                  <a:pt x="412117" y="115029"/>
                </a:cubicBezTo>
                <a:cubicBezTo>
                  <a:pt x="413182" y="113820"/>
                  <a:pt x="413902" y="112179"/>
                  <a:pt x="414276" y="110107"/>
                </a:cubicBezTo>
                <a:cubicBezTo>
                  <a:pt x="414650" y="108034"/>
                  <a:pt x="414837" y="104263"/>
                  <a:pt x="414837" y="98794"/>
                </a:cubicBezTo>
                <a:lnTo>
                  <a:pt x="414837" y="63301"/>
                </a:lnTo>
                <a:cubicBezTo>
                  <a:pt x="414837" y="59040"/>
                  <a:pt x="414765" y="55888"/>
                  <a:pt x="414622" y="53844"/>
                </a:cubicBezTo>
                <a:cubicBezTo>
                  <a:pt x="414478" y="51801"/>
                  <a:pt x="414132" y="50160"/>
                  <a:pt x="413585" y="48922"/>
                </a:cubicBezTo>
                <a:cubicBezTo>
                  <a:pt x="413038" y="47684"/>
                  <a:pt x="412203" y="46677"/>
                  <a:pt x="411081" y="45899"/>
                </a:cubicBezTo>
                <a:cubicBezTo>
                  <a:pt x="409958" y="45122"/>
                  <a:pt x="408015" y="44446"/>
                  <a:pt x="405252" y="43870"/>
                </a:cubicBezTo>
                <a:lnTo>
                  <a:pt x="405252" y="37998"/>
                </a:lnTo>
                <a:lnTo>
                  <a:pt x="428914" y="37307"/>
                </a:lnTo>
                <a:lnTo>
                  <a:pt x="439795" y="37307"/>
                </a:lnTo>
                <a:lnTo>
                  <a:pt x="438586" y="50347"/>
                </a:lnTo>
                <a:close/>
                <a:moveTo>
                  <a:pt x="539829" y="112352"/>
                </a:moveTo>
                <a:lnTo>
                  <a:pt x="538533" y="111920"/>
                </a:lnTo>
                <a:cubicBezTo>
                  <a:pt x="533812" y="116526"/>
                  <a:pt x="529221" y="119865"/>
                  <a:pt x="524759" y="121938"/>
                </a:cubicBezTo>
                <a:cubicBezTo>
                  <a:pt x="520297" y="124011"/>
                  <a:pt x="515562" y="125047"/>
                  <a:pt x="510553" y="125047"/>
                </a:cubicBezTo>
                <a:cubicBezTo>
                  <a:pt x="505602" y="125047"/>
                  <a:pt x="501298" y="124140"/>
                  <a:pt x="497643" y="122327"/>
                </a:cubicBezTo>
                <a:cubicBezTo>
                  <a:pt x="493987" y="120513"/>
                  <a:pt x="491223" y="117994"/>
                  <a:pt x="489352" y="114770"/>
                </a:cubicBezTo>
                <a:cubicBezTo>
                  <a:pt x="487481" y="111546"/>
                  <a:pt x="486546" y="107833"/>
                  <a:pt x="486546" y="103630"/>
                </a:cubicBezTo>
                <a:cubicBezTo>
                  <a:pt x="486546" y="95167"/>
                  <a:pt x="490705" y="88503"/>
                  <a:pt x="499024" y="83638"/>
                </a:cubicBezTo>
                <a:cubicBezTo>
                  <a:pt x="507344" y="78773"/>
                  <a:pt x="519966" y="75707"/>
                  <a:pt x="536892" y="74441"/>
                </a:cubicBezTo>
                <a:lnTo>
                  <a:pt x="536892" y="66237"/>
                </a:lnTo>
                <a:cubicBezTo>
                  <a:pt x="536892" y="60883"/>
                  <a:pt x="536288" y="56752"/>
                  <a:pt x="535079" y="53844"/>
                </a:cubicBezTo>
                <a:cubicBezTo>
                  <a:pt x="533870" y="50937"/>
                  <a:pt x="532315" y="48893"/>
                  <a:pt x="530416" y="47713"/>
                </a:cubicBezTo>
                <a:cubicBezTo>
                  <a:pt x="528516" y="46533"/>
                  <a:pt x="526242" y="45943"/>
                  <a:pt x="523593" y="45943"/>
                </a:cubicBezTo>
                <a:cubicBezTo>
                  <a:pt x="520945" y="45943"/>
                  <a:pt x="518656" y="46403"/>
                  <a:pt x="516728" y="47324"/>
                </a:cubicBezTo>
                <a:cubicBezTo>
                  <a:pt x="514799" y="48246"/>
                  <a:pt x="513058" y="49987"/>
                  <a:pt x="511503" y="52549"/>
                </a:cubicBezTo>
                <a:cubicBezTo>
                  <a:pt x="509949" y="55111"/>
                  <a:pt x="508797" y="58666"/>
                  <a:pt x="508049" y="63214"/>
                </a:cubicBezTo>
                <a:lnTo>
                  <a:pt x="491727" y="63214"/>
                </a:lnTo>
                <a:lnTo>
                  <a:pt x="491727" y="47497"/>
                </a:lnTo>
                <a:cubicBezTo>
                  <a:pt x="497024" y="45137"/>
                  <a:pt x="501428" y="43323"/>
                  <a:pt x="504940" y="42056"/>
                </a:cubicBezTo>
                <a:cubicBezTo>
                  <a:pt x="508452" y="40790"/>
                  <a:pt x="511921" y="39739"/>
                  <a:pt x="515346" y="38904"/>
                </a:cubicBezTo>
                <a:cubicBezTo>
                  <a:pt x="518772" y="38070"/>
                  <a:pt x="521837" y="37480"/>
                  <a:pt x="524543" y="37134"/>
                </a:cubicBezTo>
                <a:cubicBezTo>
                  <a:pt x="527249" y="36789"/>
                  <a:pt x="529955" y="36616"/>
                  <a:pt x="532661" y="36616"/>
                </a:cubicBezTo>
                <a:cubicBezTo>
                  <a:pt x="539627" y="36616"/>
                  <a:pt x="545197" y="37537"/>
                  <a:pt x="549371" y="39379"/>
                </a:cubicBezTo>
                <a:cubicBezTo>
                  <a:pt x="553545" y="41222"/>
                  <a:pt x="556669" y="44215"/>
                  <a:pt x="558741" y="48361"/>
                </a:cubicBezTo>
                <a:cubicBezTo>
                  <a:pt x="560814" y="52506"/>
                  <a:pt x="561850" y="58234"/>
                  <a:pt x="561850" y="65546"/>
                </a:cubicBezTo>
                <a:lnTo>
                  <a:pt x="561850" y="99226"/>
                </a:lnTo>
                <a:cubicBezTo>
                  <a:pt x="561850" y="103025"/>
                  <a:pt x="561936" y="105962"/>
                  <a:pt x="562109" y="108034"/>
                </a:cubicBezTo>
                <a:cubicBezTo>
                  <a:pt x="562282" y="110107"/>
                  <a:pt x="562555" y="111647"/>
                  <a:pt x="562930" y="112654"/>
                </a:cubicBezTo>
                <a:cubicBezTo>
                  <a:pt x="563304" y="113662"/>
                  <a:pt x="563779" y="114468"/>
                  <a:pt x="564354" y="115072"/>
                </a:cubicBezTo>
                <a:cubicBezTo>
                  <a:pt x="564930" y="115677"/>
                  <a:pt x="565635" y="116166"/>
                  <a:pt x="566470" y="116541"/>
                </a:cubicBezTo>
                <a:cubicBezTo>
                  <a:pt x="567305" y="116915"/>
                  <a:pt x="568874" y="117390"/>
                  <a:pt x="571177" y="117965"/>
                </a:cubicBezTo>
                <a:lnTo>
                  <a:pt x="571177" y="123665"/>
                </a:lnTo>
                <a:lnTo>
                  <a:pt x="539051" y="123665"/>
                </a:lnTo>
                <a:lnTo>
                  <a:pt x="539829" y="112352"/>
                </a:lnTo>
                <a:moveTo>
                  <a:pt x="536979" y="82904"/>
                </a:moveTo>
                <a:cubicBezTo>
                  <a:pt x="528055" y="83134"/>
                  <a:pt x="521449" y="84804"/>
                  <a:pt x="517160" y="87913"/>
                </a:cubicBezTo>
                <a:cubicBezTo>
                  <a:pt x="512870" y="91022"/>
                  <a:pt x="510726" y="95570"/>
                  <a:pt x="510726" y="101557"/>
                </a:cubicBezTo>
                <a:cubicBezTo>
                  <a:pt x="510726" y="105127"/>
                  <a:pt x="511705" y="107847"/>
                  <a:pt x="513662" y="109718"/>
                </a:cubicBezTo>
                <a:cubicBezTo>
                  <a:pt x="515620" y="111589"/>
                  <a:pt x="518325" y="112525"/>
                  <a:pt x="521780" y="112525"/>
                </a:cubicBezTo>
                <a:cubicBezTo>
                  <a:pt x="524428" y="112525"/>
                  <a:pt x="526932" y="111820"/>
                  <a:pt x="529293" y="110409"/>
                </a:cubicBezTo>
                <a:cubicBezTo>
                  <a:pt x="531653" y="108999"/>
                  <a:pt x="533525" y="107113"/>
                  <a:pt x="534906" y="104753"/>
                </a:cubicBezTo>
                <a:cubicBezTo>
                  <a:pt x="536288" y="102392"/>
                  <a:pt x="536979" y="99888"/>
                  <a:pt x="536979" y="97239"/>
                </a:cubicBezTo>
                <a:lnTo>
                  <a:pt x="536979" y="82904"/>
                </a:lnTo>
                <a:close/>
                <a:moveTo>
                  <a:pt x="615710" y="98708"/>
                </a:moveTo>
                <a:cubicBezTo>
                  <a:pt x="615710" y="104177"/>
                  <a:pt x="615883" y="107948"/>
                  <a:pt x="616229" y="110020"/>
                </a:cubicBezTo>
                <a:cubicBezTo>
                  <a:pt x="616574" y="112093"/>
                  <a:pt x="617279" y="113748"/>
                  <a:pt x="618344" y="114986"/>
                </a:cubicBezTo>
                <a:cubicBezTo>
                  <a:pt x="619409" y="116224"/>
                  <a:pt x="621410" y="117217"/>
                  <a:pt x="624346" y="117965"/>
                </a:cubicBezTo>
                <a:lnTo>
                  <a:pt x="624346" y="123665"/>
                </a:lnTo>
                <a:lnTo>
                  <a:pt x="582031" y="123665"/>
                </a:lnTo>
                <a:lnTo>
                  <a:pt x="582031" y="117965"/>
                </a:lnTo>
                <a:cubicBezTo>
                  <a:pt x="583758" y="117562"/>
                  <a:pt x="585111" y="117087"/>
                  <a:pt x="586090" y="116541"/>
                </a:cubicBezTo>
                <a:cubicBezTo>
                  <a:pt x="587068" y="115994"/>
                  <a:pt x="587831" y="115360"/>
                  <a:pt x="588378" y="114641"/>
                </a:cubicBezTo>
                <a:cubicBezTo>
                  <a:pt x="588925" y="113921"/>
                  <a:pt x="589400" y="113000"/>
                  <a:pt x="589803" y="111877"/>
                </a:cubicBezTo>
                <a:cubicBezTo>
                  <a:pt x="590206" y="110755"/>
                  <a:pt x="590465" y="109200"/>
                  <a:pt x="590580" y="107214"/>
                </a:cubicBezTo>
                <a:cubicBezTo>
                  <a:pt x="590695" y="105228"/>
                  <a:pt x="590753" y="102392"/>
                  <a:pt x="590753" y="98708"/>
                </a:cubicBezTo>
                <a:lnTo>
                  <a:pt x="590753" y="31348"/>
                </a:lnTo>
                <a:cubicBezTo>
                  <a:pt x="590753" y="26397"/>
                  <a:pt x="590710" y="22755"/>
                  <a:pt x="590623" y="20424"/>
                </a:cubicBezTo>
                <a:cubicBezTo>
                  <a:pt x="590537" y="18092"/>
                  <a:pt x="590364" y="16135"/>
                  <a:pt x="590105" y="14551"/>
                </a:cubicBezTo>
                <a:cubicBezTo>
                  <a:pt x="589846" y="12968"/>
                  <a:pt x="589414" y="11702"/>
                  <a:pt x="588810" y="10752"/>
                </a:cubicBezTo>
                <a:cubicBezTo>
                  <a:pt x="588205" y="9802"/>
                  <a:pt x="587356" y="9039"/>
                  <a:pt x="586262" y="8463"/>
                </a:cubicBezTo>
                <a:cubicBezTo>
                  <a:pt x="585168" y="7887"/>
                  <a:pt x="583412" y="7369"/>
                  <a:pt x="580994" y="6909"/>
                </a:cubicBezTo>
                <a:lnTo>
                  <a:pt x="580994" y="1209"/>
                </a:lnTo>
                <a:lnTo>
                  <a:pt x="604916" y="0"/>
                </a:lnTo>
                <a:lnTo>
                  <a:pt x="615710" y="0"/>
                </a:lnTo>
                <a:lnTo>
                  <a:pt x="615710" y="98708"/>
                </a:lnTo>
                <a:close/>
                <a:moveTo>
                  <a:pt x="720797" y="5786"/>
                </a:moveTo>
                <a:cubicBezTo>
                  <a:pt x="730411" y="5786"/>
                  <a:pt x="738443" y="6534"/>
                  <a:pt x="744891" y="8031"/>
                </a:cubicBezTo>
                <a:cubicBezTo>
                  <a:pt x="751339" y="9528"/>
                  <a:pt x="757067" y="11889"/>
                  <a:pt x="762076" y="15113"/>
                </a:cubicBezTo>
                <a:cubicBezTo>
                  <a:pt x="767085" y="18337"/>
                  <a:pt x="771129" y="22180"/>
                  <a:pt x="774210" y="26642"/>
                </a:cubicBezTo>
                <a:cubicBezTo>
                  <a:pt x="777290" y="31103"/>
                  <a:pt x="779578" y="36285"/>
                  <a:pt x="781075" y="42186"/>
                </a:cubicBezTo>
                <a:cubicBezTo>
                  <a:pt x="782572" y="48087"/>
                  <a:pt x="783320" y="54751"/>
                  <a:pt x="783320" y="62178"/>
                </a:cubicBezTo>
                <a:cubicBezTo>
                  <a:pt x="783320" y="71159"/>
                  <a:pt x="782270" y="79219"/>
                  <a:pt x="780168" y="86358"/>
                </a:cubicBezTo>
                <a:cubicBezTo>
                  <a:pt x="778067" y="93497"/>
                  <a:pt x="774915" y="99600"/>
                  <a:pt x="770712" y="104666"/>
                </a:cubicBezTo>
                <a:cubicBezTo>
                  <a:pt x="766970" y="109214"/>
                  <a:pt x="762378" y="112957"/>
                  <a:pt x="756938" y="115893"/>
                </a:cubicBezTo>
                <a:cubicBezTo>
                  <a:pt x="751497" y="118829"/>
                  <a:pt x="745236" y="120902"/>
                  <a:pt x="738155" y="122111"/>
                </a:cubicBezTo>
                <a:cubicBezTo>
                  <a:pt x="732052" y="123147"/>
                  <a:pt x="724366" y="123665"/>
                  <a:pt x="715097" y="123665"/>
                </a:cubicBezTo>
                <a:lnTo>
                  <a:pt x="675891" y="123665"/>
                </a:lnTo>
                <a:lnTo>
                  <a:pt x="675891" y="117965"/>
                </a:lnTo>
                <a:cubicBezTo>
                  <a:pt x="678021" y="117390"/>
                  <a:pt x="679705" y="116771"/>
                  <a:pt x="680943" y="116109"/>
                </a:cubicBezTo>
                <a:cubicBezTo>
                  <a:pt x="682180" y="115447"/>
                  <a:pt x="683102" y="114526"/>
                  <a:pt x="683706" y="113345"/>
                </a:cubicBezTo>
                <a:cubicBezTo>
                  <a:pt x="684311" y="112165"/>
                  <a:pt x="684699" y="110668"/>
                  <a:pt x="684872" y="108855"/>
                </a:cubicBezTo>
                <a:cubicBezTo>
                  <a:pt x="685045" y="107041"/>
                  <a:pt x="685131" y="104753"/>
                  <a:pt x="685131" y="101989"/>
                </a:cubicBezTo>
                <a:lnTo>
                  <a:pt x="685131" y="27548"/>
                </a:lnTo>
                <a:cubicBezTo>
                  <a:pt x="685131" y="24842"/>
                  <a:pt x="685059" y="22568"/>
                  <a:pt x="684915" y="20726"/>
                </a:cubicBezTo>
                <a:cubicBezTo>
                  <a:pt x="684771" y="18884"/>
                  <a:pt x="684397" y="17387"/>
                  <a:pt x="683792" y="16235"/>
                </a:cubicBezTo>
                <a:cubicBezTo>
                  <a:pt x="683188" y="15084"/>
                  <a:pt x="682267" y="14148"/>
                  <a:pt x="681029" y="13429"/>
                </a:cubicBezTo>
                <a:cubicBezTo>
                  <a:pt x="679791" y="12709"/>
                  <a:pt x="678078" y="12061"/>
                  <a:pt x="675891" y="11486"/>
                </a:cubicBezTo>
                <a:lnTo>
                  <a:pt x="675891" y="5786"/>
                </a:lnTo>
                <a:lnTo>
                  <a:pt x="720797" y="5786"/>
                </a:lnTo>
                <a:moveTo>
                  <a:pt x="711902" y="113216"/>
                </a:moveTo>
                <a:cubicBezTo>
                  <a:pt x="712938" y="113388"/>
                  <a:pt x="715558" y="113475"/>
                  <a:pt x="719761" y="113475"/>
                </a:cubicBezTo>
                <a:cubicBezTo>
                  <a:pt x="726094" y="113475"/>
                  <a:pt x="731419" y="112554"/>
                  <a:pt x="735737" y="110711"/>
                </a:cubicBezTo>
                <a:cubicBezTo>
                  <a:pt x="738961" y="109330"/>
                  <a:pt x="741696" y="107430"/>
                  <a:pt x="743941" y="105012"/>
                </a:cubicBezTo>
                <a:cubicBezTo>
                  <a:pt x="747683" y="101039"/>
                  <a:pt x="750504" y="95887"/>
                  <a:pt x="752404" y="89554"/>
                </a:cubicBezTo>
                <a:cubicBezTo>
                  <a:pt x="754477" y="82645"/>
                  <a:pt x="755513" y="74211"/>
                  <a:pt x="755513" y="64251"/>
                </a:cubicBezTo>
                <a:cubicBezTo>
                  <a:pt x="755513" y="53312"/>
                  <a:pt x="754045" y="44230"/>
                  <a:pt x="751109" y="37005"/>
                </a:cubicBezTo>
                <a:cubicBezTo>
                  <a:pt x="748173" y="29779"/>
                  <a:pt x="744042" y="24454"/>
                  <a:pt x="738716" y="21028"/>
                </a:cubicBezTo>
                <a:cubicBezTo>
                  <a:pt x="733391" y="17603"/>
                  <a:pt x="727015" y="15890"/>
                  <a:pt x="719588" y="15890"/>
                </a:cubicBezTo>
                <a:cubicBezTo>
                  <a:pt x="716018" y="15890"/>
                  <a:pt x="713456" y="15948"/>
                  <a:pt x="711902" y="16063"/>
                </a:cubicBezTo>
                <a:lnTo>
                  <a:pt x="711902" y="113216"/>
                </a:lnTo>
                <a:close/>
                <a:moveTo>
                  <a:pt x="845914" y="5786"/>
                </a:moveTo>
                <a:lnTo>
                  <a:pt x="845914" y="11486"/>
                </a:lnTo>
                <a:cubicBezTo>
                  <a:pt x="843842" y="12061"/>
                  <a:pt x="842201" y="12680"/>
                  <a:pt x="840992" y="13342"/>
                </a:cubicBezTo>
                <a:cubicBezTo>
                  <a:pt x="839783" y="14004"/>
                  <a:pt x="838847" y="14911"/>
                  <a:pt x="838185" y="16063"/>
                </a:cubicBezTo>
                <a:cubicBezTo>
                  <a:pt x="837523" y="17214"/>
                  <a:pt x="837091" y="18697"/>
                  <a:pt x="836890" y="20510"/>
                </a:cubicBezTo>
                <a:cubicBezTo>
                  <a:pt x="836688" y="22324"/>
                  <a:pt x="836588" y="24612"/>
                  <a:pt x="836588" y="27376"/>
                </a:cubicBezTo>
                <a:lnTo>
                  <a:pt x="836588" y="113388"/>
                </a:lnTo>
                <a:lnTo>
                  <a:pt x="853341" y="113388"/>
                </a:lnTo>
                <a:cubicBezTo>
                  <a:pt x="856680" y="113388"/>
                  <a:pt x="859357" y="112870"/>
                  <a:pt x="861372" y="111834"/>
                </a:cubicBezTo>
                <a:cubicBezTo>
                  <a:pt x="863387" y="110798"/>
                  <a:pt x="865129" y="109200"/>
                  <a:pt x="866597" y="107041"/>
                </a:cubicBezTo>
                <a:cubicBezTo>
                  <a:pt x="868065" y="104882"/>
                  <a:pt x="869332" y="102061"/>
                  <a:pt x="870397" y="98578"/>
                </a:cubicBezTo>
                <a:cubicBezTo>
                  <a:pt x="871462" y="95095"/>
                  <a:pt x="872311" y="91828"/>
                  <a:pt x="872944" y="88776"/>
                </a:cubicBezTo>
                <a:lnTo>
                  <a:pt x="884776" y="88776"/>
                </a:lnTo>
                <a:lnTo>
                  <a:pt x="882876" y="123665"/>
                </a:lnTo>
                <a:lnTo>
                  <a:pt x="800576" y="123665"/>
                </a:lnTo>
                <a:lnTo>
                  <a:pt x="800576" y="117965"/>
                </a:lnTo>
                <a:cubicBezTo>
                  <a:pt x="802706" y="117390"/>
                  <a:pt x="804390" y="116756"/>
                  <a:pt x="805628" y="116066"/>
                </a:cubicBezTo>
                <a:cubicBezTo>
                  <a:pt x="806866" y="115375"/>
                  <a:pt x="807787" y="114439"/>
                  <a:pt x="808392" y="113259"/>
                </a:cubicBezTo>
                <a:cubicBezTo>
                  <a:pt x="808996" y="112079"/>
                  <a:pt x="809385" y="110582"/>
                  <a:pt x="809557" y="108768"/>
                </a:cubicBezTo>
                <a:cubicBezTo>
                  <a:pt x="809730" y="106955"/>
                  <a:pt x="809817" y="104666"/>
                  <a:pt x="809817" y="101903"/>
                </a:cubicBezTo>
                <a:lnTo>
                  <a:pt x="809817" y="27548"/>
                </a:lnTo>
                <a:cubicBezTo>
                  <a:pt x="809817" y="24842"/>
                  <a:pt x="809745" y="22568"/>
                  <a:pt x="809601" y="20726"/>
                </a:cubicBezTo>
                <a:cubicBezTo>
                  <a:pt x="809457" y="18884"/>
                  <a:pt x="809082" y="17387"/>
                  <a:pt x="808478" y="16235"/>
                </a:cubicBezTo>
                <a:cubicBezTo>
                  <a:pt x="807873" y="15084"/>
                  <a:pt x="806952" y="14148"/>
                  <a:pt x="805715" y="13429"/>
                </a:cubicBezTo>
                <a:cubicBezTo>
                  <a:pt x="804477" y="12709"/>
                  <a:pt x="802764" y="12061"/>
                  <a:pt x="800576" y="11486"/>
                </a:cubicBezTo>
                <a:lnTo>
                  <a:pt x="800576" y="5786"/>
                </a:lnTo>
                <a:lnTo>
                  <a:pt x="845914" y="5786"/>
                </a:lnTo>
                <a:close/>
                <a:moveTo>
                  <a:pt x="1072758" y="11486"/>
                </a:moveTo>
                <a:cubicBezTo>
                  <a:pt x="1069707" y="12349"/>
                  <a:pt x="1067634" y="13285"/>
                  <a:pt x="1066540" y="14292"/>
                </a:cubicBezTo>
                <a:cubicBezTo>
                  <a:pt x="1065447" y="15300"/>
                  <a:pt x="1064684" y="16653"/>
                  <a:pt x="1064252" y="18351"/>
                </a:cubicBezTo>
                <a:cubicBezTo>
                  <a:pt x="1063820" y="20050"/>
                  <a:pt x="1063604" y="23058"/>
                  <a:pt x="1063604" y="27376"/>
                </a:cubicBezTo>
                <a:lnTo>
                  <a:pt x="1063604" y="102076"/>
                </a:lnTo>
                <a:cubicBezTo>
                  <a:pt x="1063604" y="105587"/>
                  <a:pt x="1063777" y="108365"/>
                  <a:pt x="1064122" y="110409"/>
                </a:cubicBezTo>
                <a:cubicBezTo>
                  <a:pt x="1064468" y="112453"/>
                  <a:pt x="1065173" y="114007"/>
                  <a:pt x="1066238" y="115072"/>
                </a:cubicBezTo>
                <a:cubicBezTo>
                  <a:pt x="1067303" y="116138"/>
                  <a:pt x="1069477" y="117102"/>
                  <a:pt x="1072758" y="117965"/>
                </a:cubicBezTo>
                <a:lnTo>
                  <a:pt x="1072758" y="123665"/>
                </a:lnTo>
                <a:lnTo>
                  <a:pt x="1028456" y="123665"/>
                </a:lnTo>
                <a:lnTo>
                  <a:pt x="1028456" y="117965"/>
                </a:lnTo>
                <a:cubicBezTo>
                  <a:pt x="1030990" y="117275"/>
                  <a:pt x="1032746" y="116670"/>
                  <a:pt x="1033724" y="116152"/>
                </a:cubicBezTo>
                <a:cubicBezTo>
                  <a:pt x="1034703" y="115634"/>
                  <a:pt x="1035466" y="114957"/>
                  <a:pt x="1036013" y="114123"/>
                </a:cubicBezTo>
                <a:cubicBezTo>
                  <a:pt x="1036560" y="113288"/>
                  <a:pt x="1036963" y="112021"/>
                  <a:pt x="1037222" y="110323"/>
                </a:cubicBezTo>
                <a:cubicBezTo>
                  <a:pt x="1037481" y="108624"/>
                  <a:pt x="1037610" y="105818"/>
                  <a:pt x="1037610" y="101903"/>
                </a:cubicBezTo>
                <a:lnTo>
                  <a:pt x="1037610" y="59587"/>
                </a:lnTo>
                <a:cubicBezTo>
                  <a:pt x="1037610" y="54924"/>
                  <a:pt x="1037697" y="49426"/>
                  <a:pt x="1037869" y="43093"/>
                </a:cubicBezTo>
                <a:cubicBezTo>
                  <a:pt x="1038042" y="36760"/>
                  <a:pt x="1038215" y="32269"/>
                  <a:pt x="1038388" y="29621"/>
                </a:cubicBezTo>
                <a:lnTo>
                  <a:pt x="1036574" y="29621"/>
                </a:lnTo>
                <a:cubicBezTo>
                  <a:pt x="1035883" y="31924"/>
                  <a:pt x="1035149" y="34183"/>
                  <a:pt x="1034372" y="36400"/>
                </a:cubicBezTo>
                <a:cubicBezTo>
                  <a:pt x="1033595" y="38617"/>
                  <a:pt x="1032141" y="42575"/>
                  <a:pt x="1030011" y="48274"/>
                </a:cubicBezTo>
                <a:lnTo>
                  <a:pt x="1006867" y="110625"/>
                </a:lnTo>
                <a:lnTo>
                  <a:pt x="991668" y="110625"/>
                </a:lnTo>
                <a:lnTo>
                  <a:pt x="967315" y="40588"/>
                </a:lnTo>
                <a:cubicBezTo>
                  <a:pt x="965875" y="36616"/>
                  <a:pt x="964609" y="32672"/>
                  <a:pt x="963515" y="28757"/>
                </a:cubicBezTo>
                <a:lnTo>
                  <a:pt x="961961" y="28757"/>
                </a:lnTo>
                <a:cubicBezTo>
                  <a:pt x="962536" y="38257"/>
                  <a:pt x="962824" y="49483"/>
                  <a:pt x="962824" y="62437"/>
                </a:cubicBezTo>
                <a:lnTo>
                  <a:pt x="962824" y="102162"/>
                </a:lnTo>
                <a:cubicBezTo>
                  <a:pt x="962824" y="106422"/>
                  <a:pt x="963026" y="109387"/>
                  <a:pt x="963429" y="111057"/>
                </a:cubicBezTo>
                <a:cubicBezTo>
                  <a:pt x="963832" y="112726"/>
                  <a:pt x="964638" y="114108"/>
                  <a:pt x="965847" y="115202"/>
                </a:cubicBezTo>
                <a:cubicBezTo>
                  <a:pt x="967056" y="116296"/>
                  <a:pt x="969157" y="117217"/>
                  <a:pt x="972151" y="117965"/>
                </a:cubicBezTo>
                <a:lnTo>
                  <a:pt x="972151" y="123665"/>
                </a:lnTo>
                <a:lnTo>
                  <a:pt x="939507" y="123665"/>
                </a:lnTo>
                <a:lnTo>
                  <a:pt x="939507" y="117965"/>
                </a:lnTo>
                <a:cubicBezTo>
                  <a:pt x="941638" y="117390"/>
                  <a:pt x="943322" y="116756"/>
                  <a:pt x="944559" y="116066"/>
                </a:cubicBezTo>
                <a:cubicBezTo>
                  <a:pt x="945797" y="115375"/>
                  <a:pt x="946733" y="114454"/>
                  <a:pt x="947366" y="113302"/>
                </a:cubicBezTo>
                <a:cubicBezTo>
                  <a:pt x="947999" y="112151"/>
                  <a:pt x="948388" y="110683"/>
                  <a:pt x="948532" y="108898"/>
                </a:cubicBezTo>
                <a:cubicBezTo>
                  <a:pt x="948676" y="107113"/>
                  <a:pt x="948748" y="104839"/>
                  <a:pt x="948748" y="102076"/>
                </a:cubicBezTo>
                <a:lnTo>
                  <a:pt x="948748" y="27376"/>
                </a:lnTo>
                <a:cubicBezTo>
                  <a:pt x="948748" y="23000"/>
                  <a:pt x="948561" y="20006"/>
                  <a:pt x="948186" y="18394"/>
                </a:cubicBezTo>
                <a:cubicBezTo>
                  <a:pt x="947812" y="16782"/>
                  <a:pt x="947078" y="15458"/>
                  <a:pt x="945984" y="14422"/>
                </a:cubicBezTo>
                <a:cubicBezTo>
                  <a:pt x="944890" y="13386"/>
                  <a:pt x="942731" y="12407"/>
                  <a:pt x="939507" y="11486"/>
                </a:cubicBezTo>
                <a:lnTo>
                  <a:pt x="939507" y="5786"/>
                </a:lnTo>
                <a:lnTo>
                  <a:pt x="982427" y="5786"/>
                </a:lnTo>
                <a:lnTo>
                  <a:pt x="1006349" y="76686"/>
                </a:lnTo>
                <a:lnTo>
                  <a:pt x="1032256" y="5786"/>
                </a:lnTo>
                <a:lnTo>
                  <a:pt x="1072758" y="5786"/>
                </a:lnTo>
                <a:lnTo>
                  <a:pt x="1072758" y="11486"/>
                </a:lnTo>
                <a:close/>
                <a:moveTo>
                  <a:pt x="1129351" y="125047"/>
                </a:moveTo>
                <a:cubicBezTo>
                  <a:pt x="1120888" y="125047"/>
                  <a:pt x="1113591" y="123564"/>
                  <a:pt x="1107459" y="120599"/>
                </a:cubicBezTo>
                <a:cubicBezTo>
                  <a:pt x="1101328" y="117634"/>
                  <a:pt x="1096535" y="112885"/>
                  <a:pt x="1093080" y="106350"/>
                </a:cubicBezTo>
                <a:cubicBezTo>
                  <a:pt x="1089626" y="99816"/>
                  <a:pt x="1087899" y="91511"/>
                  <a:pt x="1087899" y="81436"/>
                </a:cubicBezTo>
                <a:cubicBezTo>
                  <a:pt x="1087899" y="73721"/>
                  <a:pt x="1088964" y="67043"/>
                  <a:pt x="1091094" y="61401"/>
                </a:cubicBezTo>
                <a:cubicBezTo>
                  <a:pt x="1093224" y="55759"/>
                  <a:pt x="1096189" y="51095"/>
                  <a:pt x="1099989" y="47411"/>
                </a:cubicBezTo>
                <a:cubicBezTo>
                  <a:pt x="1103789" y="43726"/>
                  <a:pt x="1108323" y="41006"/>
                  <a:pt x="1113591" y="39250"/>
                </a:cubicBezTo>
                <a:cubicBezTo>
                  <a:pt x="1118858" y="37494"/>
                  <a:pt x="1124572" y="36616"/>
                  <a:pt x="1130733" y="36616"/>
                </a:cubicBezTo>
                <a:cubicBezTo>
                  <a:pt x="1144665" y="36616"/>
                  <a:pt x="1155172" y="40286"/>
                  <a:pt x="1162253" y="47627"/>
                </a:cubicBezTo>
                <a:cubicBezTo>
                  <a:pt x="1169335" y="54967"/>
                  <a:pt x="1172876" y="65719"/>
                  <a:pt x="1172876" y="79881"/>
                </a:cubicBezTo>
                <a:cubicBezTo>
                  <a:pt x="1172876" y="89899"/>
                  <a:pt x="1171120" y="98290"/>
                  <a:pt x="1167608" y="105055"/>
                </a:cubicBezTo>
                <a:cubicBezTo>
                  <a:pt x="1164096" y="111820"/>
                  <a:pt x="1159087" y="116843"/>
                  <a:pt x="1152581" y="120124"/>
                </a:cubicBezTo>
                <a:cubicBezTo>
                  <a:pt x="1146076" y="123406"/>
                  <a:pt x="1138332" y="125047"/>
                  <a:pt x="1129351" y="125047"/>
                </a:cubicBezTo>
                <a:moveTo>
                  <a:pt x="1114152" y="79536"/>
                </a:moveTo>
                <a:cubicBezTo>
                  <a:pt x="1114152" y="91741"/>
                  <a:pt x="1115519" y="100881"/>
                  <a:pt x="1118254" y="106955"/>
                </a:cubicBezTo>
                <a:cubicBezTo>
                  <a:pt x="1120989" y="113029"/>
                  <a:pt x="1125119" y="116066"/>
                  <a:pt x="1130646" y="116066"/>
                </a:cubicBezTo>
                <a:cubicBezTo>
                  <a:pt x="1133698" y="116066"/>
                  <a:pt x="1136245" y="115288"/>
                  <a:pt x="1138289" y="113734"/>
                </a:cubicBezTo>
                <a:cubicBezTo>
                  <a:pt x="1140333" y="112179"/>
                  <a:pt x="1141974" y="109934"/>
                  <a:pt x="1143211" y="106998"/>
                </a:cubicBezTo>
                <a:cubicBezTo>
                  <a:pt x="1144449" y="104062"/>
                  <a:pt x="1145327" y="100535"/>
                  <a:pt x="1145845" y="96419"/>
                </a:cubicBezTo>
                <a:cubicBezTo>
                  <a:pt x="1146364" y="92303"/>
                  <a:pt x="1146623" y="87682"/>
                  <a:pt x="1146623" y="82559"/>
                </a:cubicBezTo>
                <a:cubicBezTo>
                  <a:pt x="1146623" y="70181"/>
                  <a:pt x="1145255" y="60926"/>
                  <a:pt x="1142521" y="54794"/>
                </a:cubicBezTo>
                <a:cubicBezTo>
                  <a:pt x="1139786" y="48663"/>
                  <a:pt x="1135741" y="45597"/>
                  <a:pt x="1130387" y="45597"/>
                </a:cubicBezTo>
                <a:cubicBezTo>
                  <a:pt x="1126472" y="45597"/>
                  <a:pt x="1123335" y="46835"/>
                  <a:pt x="1120974" y="49311"/>
                </a:cubicBezTo>
                <a:cubicBezTo>
                  <a:pt x="1118614" y="51786"/>
                  <a:pt x="1116887" y="55500"/>
                  <a:pt x="1115793" y="60451"/>
                </a:cubicBezTo>
                <a:cubicBezTo>
                  <a:pt x="1114699" y="65402"/>
                  <a:pt x="1114152" y="71764"/>
                  <a:pt x="1114152" y="79536"/>
                </a:cubicBezTo>
                <a:close/>
                <a:moveTo>
                  <a:pt x="1272053" y="98448"/>
                </a:moveTo>
                <a:cubicBezTo>
                  <a:pt x="1272053" y="102824"/>
                  <a:pt x="1272125" y="106019"/>
                  <a:pt x="1272269" y="108034"/>
                </a:cubicBezTo>
                <a:cubicBezTo>
                  <a:pt x="1272413" y="110049"/>
                  <a:pt x="1272744" y="111661"/>
                  <a:pt x="1273262" y="112870"/>
                </a:cubicBezTo>
                <a:cubicBezTo>
                  <a:pt x="1273780" y="114079"/>
                  <a:pt x="1274615" y="115072"/>
                  <a:pt x="1275766" y="115850"/>
                </a:cubicBezTo>
                <a:cubicBezTo>
                  <a:pt x="1276918" y="116627"/>
                  <a:pt x="1278846" y="117303"/>
                  <a:pt x="1281552" y="117879"/>
                </a:cubicBezTo>
                <a:lnTo>
                  <a:pt x="1281552" y="123665"/>
                </a:lnTo>
                <a:lnTo>
                  <a:pt x="1258063" y="124442"/>
                </a:lnTo>
                <a:lnTo>
                  <a:pt x="1247613" y="124442"/>
                </a:lnTo>
                <a:lnTo>
                  <a:pt x="1248391" y="112007"/>
                </a:lnTo>
                <a:lnTo>
                  <a:pt x="1247095" y="111920"/>
                </a:lnTo>
                <a:cubicBezTo>
                  <a:pt x="1242950" y="116123"/>
                  <a:pt x="1238589" y="119362"/>
                  <a:pt x="1234012" y="121636"/>
                </a:cubicBezTo>
                <a:cubicBezTo>
                  <a:pt x="1229435" y="123910"/>
                  <a:pt x="1225045" y="125047"/>
                  <a:pt x="1220842" y="125047"/>
                </a:cubicBezTo>
                <a:cubicBezTo>
                  <a:pt x="1210364" y="125047"/>
                  <a:pt x="1202520" y="121449"/>
                  <a:pt x="1197310" y="114252"/>
                </a:cubicBezTo>
                <a:cubicBezTo>
                  <a:pt x="1192099" y="107056"/>
                  <a:pt x="1189494" y="96232"/>
                  <a:pt x="1189494" y="81781"/>
                </a:cubicBezTo>
                <a:cubicBezTo>
                  <a:pt x="1189494" y="71994"/>
                  <a:pt x="1191077" y="63747"/>
                  <a:pt x="1194244" y="57040"/>
                </a:cubicBezTo>
                <a:cubicBezTo>
                  <a:pt x="1197410" y="50333"/>
                  <a:pt x="1202117" y="45252"/>
                  <a:pt x="1208364" y="41797"/>
                </a:cubicBezTo>
                <a:cubicBezTo>
                  <a:pt x="1214610" y="38343"/>
                  <a:pt x="1222138" y="36616"/>
                  <a:pt x="1230946" y="36616"/>
                </a:cubicBezTo>
                <a:cubicBezTo>
                  <a:pt x="1233479" y="36616"/>
                  <a:pt x="1235969" y="36774"/>
                  <a:pt x="1238416" y="37091"/>
                </a:cubicBezTo>
                <a:cubicBezTo>
                  <a:pt x="1240863" y="37408"/>
                  <a:pt x="1243756" y="38026"/>
                  <a:pt x="1247095" y="38948"/>
                </a:cubicBezTo>
                <a:lnTo>
                  <a:pt x="1247095" y="31089"/>
                </a:lnTo>
                <a:cubicBezTo>
                  <a:pt x="1247095" y="24929"/>
                  <a:pt x="1247009" y="20568"/>
                  <a:pt x="1246836" y="18006"/>
                </a:cubicBezTo>
                <a:cubicBezTo>
                  <a:pt x="1246663" y="15444"/>
                  <a:pt x="1246304" y="13486"/>
                  <a:pt x="1245757" y="12133"/>
                </a:cubicBezTo>
                <a:cubicBezTo>
                  <a:pt x="1245210" y="10780"/>
                  <a:pt x="1244389" y="9730"/>
                  <a:pt x="1243295" y="8981"/>
                </a:cubicBezTo>
                <a:cubicBezTo>
                  <a:pt x="1242202" y="8233"/>
                  <a:pt x="1240215" y="7571"/>
                  <a:pt x="1237337" y="6995"/>
                </a:cubicBezTo>
                <a:lnTo>
                  <a:pt x="1237337" y="1209"/>
                </a:lnTo>
                <a:lnTo>
                  <a:pt x="1261258" y="0"/>
                </a:lnTo>
                <a:lnTo>
                  <a:pt x="1272053" y="0"/>
                </a:lnTo>
                <a:lnTo>
                  <a:pt x="1272053" y="98448"/>
                </a:lnTo>
                <a:moveTo>
                  <a:pt x="1247095" y="66323"/>
                </a:moveTo>
                <a:cubicBezTo>
                  <a:pt x="1247095" y="59299"/>
                  <a:pt x="1245915" y="54089"/>
                  <a:pt x="1243555" y="50692"/>
                </a:cubicBezTo>
                <a:cubicBezTo>
                  <a:pt x="1241194" y="47296"/>
                  <a:pt x="1237567" y="45597"/>
                  <a:pt x="1232673" y="45597"/>
                </a:cubicBezTo>
                <a:cubicBezTo>
                  <a:pt x="1229104" y="45597"/>
                  <a:pt x="1226038" y="46878"/>
                  <a:pt x="1223476" y="49440"/>
                </a:cubicBezTo>
                <a:cubicBezTo>
                  <a:pt x="1220914" y="52002"/>
                  <a:pt x="1218986" y="55701"/>
                  <a:pt x="1217690" y="60537"/>
                </a:cubicBezTo>
                <a:cubicBezTo>
                  <a:pt x="1216395" y="65373"/>
                  <a:pt x="1215747" y="71102"/>
                  <a:pt x="1215747" y="77722"/>
                </a:cubicBezTo>
                <a:cubicBezTo>
                  <a:pt x="1215747" y="89064"/>
                  <a:pt x="1216985" y="97527"/>
                  <a:pt x="1219461" y="103112"/>
                </a:cubicBezTo>
                <a:cubicBezTo>
                  <a:pt x="1221936" y="108696"/>
                  <a:pt x="1225794" y="111489"/>
                  <a:pt x="1231033" y="111489"/>
                </a:cubicBezTo>
                <a:cubicBezTo>
                  <a:pt x="1233508" y="111489"/>
                  <a:pt x="1235969" y="110870"/>
                  <a:pt x="1238416" y="109632"/>
                </a:cubicBezTo>
                <a:cubicBezTo>
                  <a:pt x="1240863" y="108394"/>
                  <a:pt x="1242921" y="106494"/>
                  <a:pt x="1244591" y="103932"/>
                </a:cubicBezTo>
                <a:cubicBezTo>
                  <a:pt x="1246260" y="101370"/>
                  <a:pt x="1247095" y="98420"/>
                  <a:pt x="1247095" y="95081"/>
                </a:cubicBezTo>
                <a:lnTo>
                  <a:pt x="1247095" y="66323"/>
                </a:lnTo>
                <a:close/>
                <a:moveTo>
                  <a:pt x="1372726" y="107948"/>
                </a:moveTo>
                <a:cubicBezTo>
                  <a:pt x="1366853" y="114166"/>
                  <a:pt x="1361038" y="118570"/>
                  <a:pt x="1355281" y="121161"/>
                </a:cubicBezTo>
                <a:cubicBezTo>
                  <a:pt x="1349524" y="123751"/>
                  <a:pt x="1342903" y="125047"/>
                  <a:pt x="1335419" y="125047"/>
                </a:cubicBezTo>
                <a:cubicBezTo>
                  <a:pt x="1322004" y="125047"/>
                  <a:pt x="1311915" y="121377"/>
                  <a:pt x="1305150" y="114036"/>
                </a:cubicBezTo>
                <a:cubicBezTo>
                  <a:pt x="1298385" y="106696"/>
                  <a:pt x="1295003" y="95800"/>
                  <a:pt x="1295003" y="81350"/>
                </a:cubicBezTo>
                <a:cubicBezTo>
                  <a:pt x="1295003" y="72023"/>
                  <a:pt x="1296745" y="63977"/>
                  <a:pt x="1300228" y="57212"/>
                </a:cubicBezTo>
                <a:cubicBezTo>
                  <a:pt x="1303711" y="50448"/>
                  <a:pt x="1308648" y="45324"/>
                  <a:pt x="1315038" y="41841"/>
                </a:cubicBezTo>
                <a:cubicBezTo>
                  <a:pt x="1321429" y="38357"/>
                  <a:pt x="1328856" y="36616"/>
                  <a:pt x="1337319" y="36616"/>
                </a:cubicBezTo>
                <a:cubicBezTo>
                  <a:pt x="1342558" y="36616"/>
                  <a:pt x="1347149" y="37220"/>
                  <a:pt x="1351093" y="38429"/>
                </a:cubicBezTo>
                <a:cubicBezTo>
                  <a:pt x="1355037" y="39638"/>
                  <a:pt x="1358419" y="41322"/>
                  <a:pt x="1361240" y="43481"/>
                </a:cubicBezTo>
                <a:cubicBezTo>
                  <a:pt x="1364061" y="45640"/>
                  <a:pt x="1366393" y="48246"/>
                  <a:pt x="1368235" y="51297"/>
                </a:cubicBezTo>
                <a:cubicBezTo>
                  <a:pt x="1370423" y="54924"/>
                  <a:pt x="1372064" y="59069"/>
                  <a:pt x="1373157" y="63732"/>
                </a:cubicBezTo>
                <a:cubicBezTo>
                  <a:pt x="1374309" y="68511"/>
                  <a:pt x="1374913" y="74297"/>
                  <a:pt x="1374971" y="81090"/>
                </a:cubicBezTo>
                <a:lnTo>
                  <a:pt x="1320220" y="81090"/>
                </a:lnTo>
                <a:cubicBezTo>
                  <a:pt x="1320277" y="91511"/>
                  <a:pt x="1322134" y="99183"/>
                  <a:pt x="1325790" y="104105"/>
                </a:cubicBezTo>
                <a:cubicBezTo>
                  <a:pt x="1329446" y="109027"/>
                  <a:pt x="1335016" y="111489"/>
                  <a:pt x="1342500" y="111489"/>
                </a:cubicBezTo>
                <a:cubicBezTo>
                  <a:pt x="1346876" y="111489"/>
                  <a:pt x="1350819" y="110668"/>
                  <a:pt x="1354331" y="109027"/>
                </a:cubicBezTo>
                <a:cubicBezTo>
                  <a:pt x="1357843" y="107387"/>
                  <a:pt x="1361643" y="104494"/>
                  <a:pt x="1365731" y="100348"/>
                </a:cubicBezTo>
                <a:lnTo>
                  <a:pt x="1372726" y="107948"/>
                </a:lnTo>
                <a:moveTo>
                  <a:pt x="1349409" y="71764"/>
                </a:moveTo>
                <a:cubicBezTo>
                  <a:pt x="1349179" y="62955"/>
                  <a:pt x="1348027" y="56392"/>
                  <a:pt x="1345955" y="52074"/>
                </a:cubicBezTo>
                <a:cubicBezTo>
                  <a:pt x="1343882" y="47756"/>
                  <a:pt x="1340543" y="45597"/>
                  <a:pt x="1335937" y="45597"/>
                </a:cubicBezTo>
                <a:cubicBezTo>
                  <a:pt x="1331504" y="45597"/>
                  <a:pt x="1327978" y="47843"/>
                  <a:pt x="1325358" y="52333"/>
                </a:cubicBezTo>
                <a:cubicBezTo>
                  <a:pt x="1322739" y="56824"/>
                  <a:pt x="1321170" y="63301"/>
                  <a:pt x="1320652" y="71764"/>
                </a:cubicBezTo>
                <a:lnTo>
                  <a:pt x="1349409" y="71764"/>
                </a:lnTo>
                <a:close/>
                <a:moveTo>
                  <a:pt x="1420783" y="98708"/>
                </a:moveTo>
                <a:cubicBezTo>
                  <a:pt x="1420783" y="104177"/>
                  <a:pt x="1420955" y="107948"/>
                  <a:pt x="1421301" y="110020"/>
                </a:cubicBezTo>
                <a:cubicBezTo>
                  <a:pt x="1421646" y="112093"/>
                  <a:pt x="1422352" y="113748"/>
                  <a:pt x="1423417" y="114986"/>
                </a:cubicBezTo>
                <a:cubicBezTo>
                  <a:pt x="1424482" y="116224"/>
                  <a:pt x="1426482" y="117217"/>
                  <a:pt x="1429419" y="117965"/>
                </a:cubicBezTo>
                <a:lnTo>
                  <a:pt x="1429419" y="123665"/>
                </a:lnTo>
                <a:lnTo>
                  <a:pt x="1387103" y="123665"/>
                </a:lnTo>
                <a:lnTo>
                  <a:pt x="1387103" y="117965"/>
                </a:lnTo>
                <a:cubicBezTo>
                  <a:pt x="1388830" y="117562"/>
                  <a:pt x="1390183" y="117087"/>
                  <a:pt x="1391162" y="116541"/>
                </a:cubicBezTo>
                <a:cubicBezTo>
                  <a:pt x="1392141" y="115994"/>
                  <a:pt x="1392903" y="115360"/>
                  <a:pt x="1393450" y="114641"/>
                </a:cubicBezTo>
                <a:cubicBezTo>
                  <a:pt x="1393997" y="113921"/>
                  <a:pt x="1394472" y="113000"/>
                  <a:pt x="1394875" y="111877"/>
                </a:cubicBezTo>
                <a:cubicBezTo>
                  <a:pt x="1395278" y="110755"/>
                  <a:pt x="1395537" y="109200"/>
                  <a:pt x="1395653" y="107214"/>
                </a:cubicBezTo>
                <a:cubicBezTo>
                  <a:pt x="1395768" y="105228"/>
                  <a:pt x="1395825" y="102392"/>
                  <a:pt x="1395825" y="98708"/>
                </a:cubicBezTo>
                <a:lnTo>
                  <a:pt x="1395825" y="31348"/>
                </a:lnTo>
                <a:cubicBezTo>
                  <a:pt x="1395825" y="26397"/>
                  <a:pt x="1395782" y="22755"/>
                  <a:pt x="1395696" y="20424"/>
                </a:cubicBezTo>
                <a:cubicBezTo>
                  <a:pt x="1395609" y="18092"/>
                  <a:pt x="1395437" y="16135"/>
                  <a:pt x="1395178" y="14551"/>
                </a:cubicBezTo>
                <a:cubicBezTo>
                  <a:pt x="1394918" y="12968"/>
                  <a:pt x="1394487" y="11702"/>
                  <a:pt x="1393882" y="10752"/>
                </a:cubicBezTo>
                <a:cubicBezTo>
                  <a:pt x="1393278" y="9802"/>
                  <a:pt x="1392428" y="9039"/>
                  <a:pt x="1391335" y="8463"/>
                </a:cubicBezTo>
                <a:cubicBezTo>
                  <a:pt x="1390241" y="7887"/>
                  <a:pt x="1388485" y="7369"/>
                  <a:pt x="1386067" y="6909"/>
                </a:cubicBezTo>
                <a:lnTo>
                  <a:pt x="1386067" y="1209"/>
                </a:lnTo>
                <a:lnTo>
                  <a:pt x="1409988" y="0"/>
                </a:lnTo>
                <a:lnTo>
                  <a:pt x="1420783" y="0"/>
                </a:lnTo>
                <a:lnTo>
                  <a:pt x="1420783" y="98708"/>
                </a:lnTo>
                <a:close/>
                <a:moveTo>
                  <a:pt x="1454098" y="100348"/>
                </a:moveTo>
                <a:cubicBezTo>
                  <a:pt x="1455480" y="105587"/>
                  <a:pt x="1457667" y="109517"/>
                  <a:pt x="1460661" y="112136"/>
                </a:cubicBezTo>
                <a:cubicBezTo>
                  <a:pt x="1463655" y="114756"/>
                  <a:pt x="1467656" y="116066"/>
                  <a:pt x="1472665" y="116066"/>
                </a:cubicBezTo>
                <a:cubicBezTo>
                  <a:pt x="1476983" y="116066"/>
                  <a:pt x="1480250" y="115087"/>
                  <a:pt x="1482467" y="113129"/>
                </a:cubicBezTo>
                <a:cubicBezTo>
                  <a:pt x="1484683" y="111172"/>
                  <a:pt x="1485791" y="108322"/>
                  <a:pt x="1485791" y="104580"/>
                </a:cubicBezTo>
                <a:cubicBezTo>
                  <a:pt x="1485791" y="102219"/>
                  <a:pt x="1485288" y="100204"/>
                  <a:pt x="1484280" y="98535"/>
                </a:cubicBezTo>
                <a:cubicBezTo>
                  <a:pt x="1483273" y="96865"/>
                  <a:pt x="1481603" y="95268"/>
                  <a:pt x="1479271" y="93742"/>
                </a:cubicBezTo>
                <a:cubicBezTo>
                  <a:pt x="1476940" y="92216"/>
                  <a:pt x="1472953" y="90216"/>
                  <a:pt x="1467311" y="87740"/>
                </a:cubicBezTo>
                <a:cubicBezTo>
                  <a:pt x="1464144" y="86358"/>
                  <a:pt x="1461165" y="84833"/>
                  <a:pt x="1458373" y="83163"/>
                </a:cubicBezTo>
                <a:cubicBezTo>
                  <a:pt x="1455580" y="81493"/>
                  <a:pt x="1453148" y="79608"/>
                  <a:pt x="1451075" y="77507"/>
                </a:cubicBezTo>
                <a:cubicBezTo>
                  <a:pt x="1449003" y="75405"/>
                  <a:pt x="1447362" y="73059"/>
                  <a:pt x="1446153" y="70468"/>
                </a:cubicBezTo>
                <a:cubicBezTo>
                  <a:pt x="1444944" y="67878"/>
                  <a:pt x="1444339" y="64999"/>
                  <a:pt x="1444339" y="61833"/>
                </a:cubicBezTo>
                <a:cubicBezTo>
                  <a:pt x="1444339" y="56651"/>
                  <a:pt x="1445836" y="52160"/>
                  <a:pt x="1448830" y="48361"/>
                </a:cubicBezTo>
                <a:cubicBezTo>
                  <a:pt x="1451824" y="44561"/>
                  <a:pt x="1456098" y="41653"/>
                  <a:pt x="1461654" y="39638"/>
                </a:cubicBezTo>
                <a:cubicBezTo>
                  <a:pt x="1467210" y="37623"/>
                  <a:pt x="1473557" y="36616"/>
                  <a:pt x="1480696" y="36616"/>
                </a:cubicBezTo>
                <a:cubicBezTo>
                  <a:pt x="1484899" y="36616"/>
                  <a:pt x="1489015" y="36789"/>
                  <a:pt x="1493045" y="37134"/>
                </a:cubicBezTo>
                <a:cubicBezTo>
                  <a:pt x="1497075" y="37480"/>
                  <a:pt x="1502286" y="38228"/>
                  <a:pt x="1508676" y="39379"/>
                </a:cubicBezTo>
                <a:lnTo>
                  <a:pt x="1508676" y="59501"/>
                </a:lnTo>
                <a:lnTo>
                  <a:pt x="1497277" y="59501"/>
                </a:lnTo>
                <a:cubicBezTo>
                  <a:pt x="1495953" y="55816"/>
                  <a:pt x="1494499" y="52966"/>
                  <a:pt x="1492916" y="50951"/>
                </a:cubicBezTo>
                <a:cubicBezTo>
                  <a:pt x="1491333" y="48936"/>
                  <a:pt x="1489591" y="47540"/>
                  <a:pt x="1487691" y="46763"/>
                </a:cubicBezTo>
                <a:cubicBezTo>
                  <a:pt x="1485791" y="45986"/>
                  <a:pt x="1483517" y="45597"/>
                  <a:pt x="1480869" y="45597"/>
                </a:cubicBezTo>
                <a:cubicBezTo>
                  <a:pt x="1477069" y="45597"/>
                  <a:pt x="1474047" y="46461"/>
                  <a:pt x="1471801" y="48188"/>
                </a:cubicBezTo>
                <a:cubicBezTo>
                  <a:pt x="1469556" y="49915"/>
                  <a:pt x="1468433" y="52333"/>
                  <a:pt x="1468433" y="55442"/>
                </a:cubicBezTo>
                <a:cubicBezTo>
                  <a:pt x="1468433" y="57630"/>
                  <a:pt x="1468836" y="59501"/>
                  <a:pt x="1469642" y="61055"/>
                </a:cubicBezTo>
                <a:cubicBezTo>
                  <a:pt x="1470448" y="62610"/>
                  <a:pt x="1471888" y="64121"/>
                  <a:pt x="1473960" y="65589"/>
                </a:cubicBezTo>
                <a:cubicBezTo>
                  <a:pt x="1476033" y="67057"/>
                  <a:pt x="1480034" y="69029"/>
                  <a:pt x="1485964" y="71505"/>
                </a:cubicBezTo>
                <a:cubicBezTo>
                  <a:pt x="1491376" y="73750"/>
                  <a:pt x="1495780" y="76096"/>
                  <a:pt x="1499177" y="78543"/>
                </a:cubicBezTo>
                <a:cubicBezTo>
                  <a:pt x="1502574" y="80990"/>
                  <a:pt x="1505164" y="83811"/>
                  <a:pt x="1506949" y="87006"/>
                </a:cubicBezTo>
                <a:cubicBezTo>
                  <a:pt x="1508734" y="90201"/>
                  <a:pt x="1509626" y="93929"/>
                  <a:pt x="1509626" y="98189"/>
                </a:cubicBezTo>
                <a:cubicBezTo>
                  <a:pt x="1509626" y="102853"/>
                  <a:pt x="1508763" y="106868"/>
                  <a:pt x="1507035" y="110236"/>
                </a:cubicBezTo>
                <a:cubicBezTo>
                  <a:pt x="1505308" y="113604"/>
                  <a:pt x="1502890" y="116382"/>
                  <a:pt x="1499781" y="118570"/>
                </a:cubicBezTo>
                <a:cubicBezTo>
                  <a:pt x="1496672" y="120758"/>
                  <a:pt x="1492945" y="122384"/>
                  <a:pt x="1488598" y="123449"/>
                </a:cubicBezTo>
                <a:cubicBezTo>
                  <a:pt x="1484251" y="124514"/>
                  <a:pt x="1479458" y="125047"/>
                  <a:pt x="1474219" y="125047"/>
                </a:cubicBezTo>
                <a:cubicBezTo>
                  <a:pt x="1464720" y="125047"/>
                  <a:pt x="1454155" y="123694"/>
                  <a:pt x="1442526" y="120988"/>
                </a:cubicBezTo>
                <a:lnTo>
                  <a:pt x="1442526" y="100348"/>
                </a:lnTo>
                <a:lnTo>
                  <a:pt x="1454098" y="100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3FDDE-0AFB-4BA0-B489-E1A84DF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932" y="1528351"/>
            <a:ext cx="3407538" cy="1851154"/>
          </a:xfrm>
          <a:custGeom xmlns:a="http://schemas.openxmlformats.org/drawingml/2006/main">
            <a:pathLst>
              <a:path w="3407538" h="1851154">
                <a:moveTo>
                  <a:pt x="0" y="160944"/>
                </a:moveTo>
                <a:cubicBezTo>
                  <a:pt x="0" y="72120"/>
                  <a:pt x="72120" y="0"/>
                  <a:pt x="160944" y="0"/>
                </a:cubicBezTo>
                <a:lnTo>
                  <a:pt x="3246593" y="0"/>
                </a:lnTo>
                <a:cubicBezTo>
                  <a:pt x="3335417" y="0"/>
                  <a:pt x="3407538" y="72120"/>
                  <a:pt x="3407538" y="160944"/>
                </a:cubicBezTo>
                <a:lnTo>
                  <a:pt x="3407538" y="1690209"/>
                </a:lnTo>
                <a:cubicBezTo>
                  <a:pt x="3407538" y="1779033"/>
                  <a:pt x="3335417" y="1851154"/>
                  <a:pt x="3246593" y="1851154"/>
                </a:cubicBezTo>
                <a:lnTo>
                  <a:pt x="160944" y="1851154"/>
                </a:lnTo>
                <a:cubicBezTo>
                  <a:pt x="72120" y="1851154"/>
                  <a:pt x="0" y="1779033"/>
                  <a:pt x="0" y="1690209"/>
                </a:cubicBezTo>
                <a:lnTo>
                  <a:pt x="0" y="160944"/>
                </a:lnTo>
                <a:close/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DE1C0-676E-4758-A519-49F1FBD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932" y="1528351"/>
            <a:ext cx="3407538" cy="1851154"/>
          </a:xfrm>
          <a:custGeom xmlns:a="http://schemas.openxmlformats.org/drawingml/2006/main">
            <a:pathLst>
              <a:path w="3407538" h="1851154" fill="none">
                <a:moveTo>
                  <a:pt x="0" y="160944"/>
                </a:moveTo>
                <a:cubicBezTo>
                  <a:pt x="0" y="72120"/>
                  <a:pt x="72120" y="0"/>
                  <a:pt x="160944" y="0"/>
                </a:cubicBezTo>
                <a:lnTo>
                  <a:pt x="3246593" y="0"/>
                </a:lnTo>
                <a:cubicBezTo>
                  <a:pt x="3335417" y="0"/>
                  <a:pt x="3407538" y="72120"/>
                  <a:pt x="3407538" y="160944"/>
                </a:cubicBezTo>
                <a:lnTo>
                  <a:pt x="3407538" y="1690209"/>
                </a:lnTo>
                <a:cubicBezTo>
                  <a:pt x="3407538" y="1779033"/>
                  <a:pt x="3335417" y="1851154"/>
                  <a:pt x="3246593" y="1851154"/>
                </a:cubicBezTo>
                <a:lnTo>
                  <a:pt x="160944" y="1851154"/>
                </a:lnTo>
                <a:cubicBezTo>
                  <a:pt x="72120" y="1851154"/>
                  <a:pt x="0" y="1779033"/>
                  <a:pt x="0" y="1690209"/>
                </a:cubicBezTo>
                <a:lnTo>
                  <a:pt x="0" y="1609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119" name="Text cursor=conn.cursor()">
            <a:extLst xmlns:a="http://schemas.openxmlformats.org/drawingml/2006/main">
              <a:ext uri="{FF2B5EF4-FFF2-40B4-BE49-F238E27FC236}">
                <a16:creationId xmlns:a16="http://schemas.microsoft.com/office/drawing/2014/main" id="{F3ABC76E-00DC-4F4E-8A97-5EA76205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401" y="1620053"/>
            <a:ext cx="2011686" cy="151675"/>
          </a:xfrm>
          <a:custGeom xmlns:a="http://schemas.openxmlformats.org/drawingml/2006/main">
            <a:pathLst>
              <a:path w="2011686" h="151675">
                <a:moveTo>
                  <a:pt x="653157" y="67937"/>
                </a:moveTo>
                <a:lnTo>
                  <a:pt x="721095" y="67937"/>
                </a:lnTo>
                <a:lnTo>
                  <a:pt x="721095" y="55297"/>
                </a:lnTo>
                <a:lnTo>
                  <a:pt x="653157" y="55297"/>
                </a:lnTo>
                <a:lnTo>
                  <a:pt x="653157" y="67937"/>
                </a:lnTo>
                <a:close/>
                <a:moveTo>
                  <a:pt x="204762" y="132717"/>
                </a:moveTo>
                <a:lnTo>
                  <a:pt x="204762" y="77417"/>
                </a:lnTo>
                <a:lnTo>
                  <a:pt x="204771" y="76582"/>
                </a:lnTo>
                <a:lnTo>
                  <a:pt x="204796" y="75765"/>
                </a:lnTo>
                <a:lnTo>
                  <a:pt x="204839" y="74963"/>
                </a:lnTo>
                <a:lnTo>
                  <a:pt x="204898" y="74178"/>
                </a:lnTo>
                <a:lnTo>
                  <a:pt x="204975" y="73410"/>
                </a:lnTo>
                <a:lnTo>
                  <a:pt x="205068" y="72657"/>
                </a:lnTo>
                <a:lnTo>
                  <a:pt x="205179" y="71922"/>
                </a:lnTo>
                <a:lnTo>
                  <a:pt x="205306" y="71203"/>
                </a:lnTo>
                <a:lnTo>
                  <a:pt x="205451" y="70500"/>
                </a:lnTo>
                <a:lnTo>
                  <a:pt x="205613" y="69814"/>
                </a:lnTo>
                <a:lnTo>
                  <a:pt x="205791" y="69144"/>
                </a:lnTo>
                <a:lnTo>
                  <a:pt x="205987" y="68491"/>
                </a:lnTo>
                <a:lnTo>
                  <a:pt x="206199" y="67854"/>
                </a:lnTo>
                <a:lnTo>
                  <a:pt x="206429" y="67233"/>
                </a:lnTo>
                <a:lnTo>
                  <a:pt x="206676" y="66629"/>
                </a:lnTo>
                <a:lnTo>
                  <a:pt x="206939" y="66042"/>
                </a:lnTo>
                <a:lnTo>
                  <a:pt x="207220" y="65471"/>
                </a:lnTo>
                <a:lnTo>
                  <a:pt x="207518" y="64916"/>
                </a:lnTo>
                <a:lnTo>
                  <a:pt x="207832" y="64378"/>
                </a:lnTo>
                <a:lnTo>
                  <a:pt x="208164" y="63856"/>
                </a:lnTo>
                <a:lnTo>
                  <a:pt x="208513" y="63351"/>
                </a:lnTo>
                <a:lnTo>
                  <a:pt x="208878" y="62863"/>
                </a:lnTo>
                <a:lnTo>
                  <a:pt x="209261" y="62390"/>
                </a:lnTo>
                <a:lnTo>
                  <a:pt x="209661" y="61934"/>
                </a:lnTo>
                <a:lnTo>
                  <a:pt x="210077" y="61496"/>
                </a:lnTo>
                <a:lnTo>
                  <a:pt x="210508" y="61076"/>
                </a:lnTo>
                <a:lnTo>
                  <a:pt x="210955" y="60675"/>
                </a:lnTo>
                <a:lnTo>
                  <a:pt x="211417" y="60293"/>
                </a:lnTo>
                <a:lnTo>
                  <a:pt x="211894" y="59929"/>
                </a:lnTo>
                <a:lnTo>
                  <a:pt x="212387" y="59584"/>
                </a:lnTo>
                <a:lnTo>
                  <a:pt x="212895" y="59258"/>
                </a:lnTo>
                <a:lnTo>
                  <a:pt x="213418" y="58950"/>
                </a:lnTo>
                <a:lnTo>
                  <a:pt x="213957" y="58661"/>
                </a:lnTo>
                <a:lnTo>
                  <a:pt x="214511" y="58391"/>
                </a:lnTo>
                <a:lnTo>
                  <a:pt x="215080" y="58139"/>
                </a:lnTo>
                <a:lnTo>
                  <a:pt x="215665" y="57906"/>
                </a:lnTo>
                <a:lnTo>
                  <a:pt x="216265" y="57691"/>
                </a:lnTo>
                <a:lnTo>
                  <a:pt x="216881" y="57496"/>
                </a:lnTo>
                <a:lnTo>
                  <a:pt x="217512" y="57318"/>
                </a:lnTo>
                <a:lnTo>
                  <a:pt x="218158" y="57160"/>
                </a:lnTo>
                <a:lnTo>
                  <a:pt x="218819" y="57020"/>
                </a:lnTo>
                <a:lnTo>
                  <a:pt x="219496" y="56899"/>
                </a:lnTo>
                <a:lnTo>
                  <a:pt x="220189" y="56796"/>
                </a:lnTo>
                <a:lnTo>
                  <a:pt x="220896" y="56712"/>
                </a:lnTo>
                <a:lnTo>
                  <a:pt x="221619" y="56647"/>
                </a:lnTo>
                <a:lnTo>
                  <a:pt x="222357" y="56600"/>
                </a:lnTo>
                <a:lnTo>
                  <a:pt x="223111" y="56572"/>
                </a:lnTo>
                <a:lnTo>
                  <a:pt x="223880" y="56563"/>
                </a:lnTo>
                <a:lnTo>
                  <a:pt x="224623" y="56571"/>
                </a:lnTo>
                <a:lnTo>
                  <a:pt x="225352" y="56595"/>
                </a:lnTo>
                <a:lnTo>
                  <a:pt x="226065" y="56636"/>
                </a:lnTo>
                <a:lnTo>
                  <a:pt x="226764" y="56692"/>
                </a:lnTo>
                <a:lnTo>
                  <a:pt x="227448" y="56765"/>
                </a:lnTo>
                <a:lnTo>
                  <a:pt x="228117" y="56854"/>
                </a:lnTo>
                <a:lnTo>
                  <a:pt x="228771" y="56959"/>
                </a:lnTo>
                <a:lnTo>
                  <a:pt x="229411" y="57081"/>
                </a:lnTo>
                <a:lnTo>
                  <a:pt x="230035" y="57218"/>
                </a:lnTo>
                <a:lnTo>
                  <a:pt x="230645" y="57372"/>
                </a:lnTo>
                <a:lnTo>
                  <a:pt x="231240" y="57542"/>
                </a:lnTo>
                <a:lnTo>
                  <a:pt x="231820" y="57728"/>
                </a:lnTo>
                <a:lnTo>
                  <a:pt x="232386" y="57930"/>
                </a:lnTo>
                <a:lnTo>
                  <a:pt x="232936" y="58149"/>
                </a:lnTo>
                <a:lnTo>
                  <a:pt x="233472" y="58383"/>
                </a:lnTo>
                <a:lnTo>
                  <a:pt x="233993" y="58634"/>
                </a:lnTo>
                <a:lnTo>
                  <a:pt x="234499" y="58901"/>
                </a:lnTo>
                <a:lnTo>
                  <a:pt x="234990" y="59184"/>
                </a:lnTo>
                <a:lnTo>
                  <a:pt x="235467" y="59484"/>
                </a:lnTo>
                <a:lnTo>
                  <a:pt x="235928" y="59799"/>
                </a:lnTo>
                <a:lnTo>
                  <a:pt x="236375" y="60131"/>
                </a:lnTo>
                <a:lnTo>
                  <a:pt x="236807" y="60479"/>
                </a:lnTo>
                <a:lnTo>
                  <a:pt x="237224" y="60843"/>
                </a:lnTo>
                <a:lnTo>
                  <a:pt x="237627" y="61223"/>
                </a:lnTo>
                <a:lnTo>
                  <a:pt x="238013" y="61620"/>
                </a:lnTo>
                <a:lnTo>
                  <a:pt x="238384" y="62034"/>
                </a:lnTo>
                <a:lnTo>
                  <a:pt x="238738" y="62466"/>
                </a:lnTo>
                <a:lnTo>
                  <a:pt x="239075" y="62915"/>
                </a:lnTo>
                <a:lnTo>
                  <a:pt x="239396" y="63381"/>
                </a:lnTo>
                <a:lnTo>
                  <a:pt x="239700" y="63864"/>
                </a:lnTo>
                <a:lnTo>
                  <a:pt x="239988" y="64365"/>
                </a:lnTo>
                <a:lnTo>
                  <a:pt x="240260" y="64883"/>
                </a:lnTo>
                <a:lnTo>
                  <a:pt x="240515" y="65418"/>
                </a:lnTo>
                <a:lnTo>
                  <a:pt x="240754" y="65971"/>
                </a:lnTo>
                <a:lnTo>
                  <a:pt x="240976" y="66541"/>
                </a:lnTo>
                <a:lnTo>
                  <a:pt x="241181" y="67128"/>
                </a:lnTo>
                <a:lnTo>
                  <a:pt x="241371" y="67732"/>
                </a:lnTo>
                <a:lnTo>
                  <a:pt x="241543" y="68354"/>
                </a:lnTo>
                <a:lnTo>
                  <a:pt x="241700" y="68993"/>
                </a:lnTo>
                <a:lnTo>
                  <a:pt x="241840" y="69649"/>
                </a:lnTo>
                <a:lnTo>
                  <a:pt x="241963" y="70323"/>
                </a:lnTo>
                <a:lnTo>
                  <a:pt x="242070" y="71014"/>
                </a:lnTo>
                <a:lnTo>
                  <a:pt x="242161" y="71722"/>
                </a:lnTo>
                <a:lnTo>
                  <a:pt x="242235" y="72447"/>
                </a:lnTo>
                <a:lnTo>
                  <a:pt x="242292" y="73190"/>
                </a:lnTo>
                <a:lnTo>
                  <a:pt x="242333" y="73950"/>
                </a:lnTo>
                <a:lnTo>
                  <a:pt x="242358" y="74727"/>
                </a:lnTo>
                <a:lnTo>
                  <a:pt x="242366" y="75522"/>
                </a:lnTo>
                <a:lnTo>
                  <a:pt x="242366" y="82947"/>
                </a:lnTo>
                <a:lnTo>
                  <a:pt x="256585" y="82947"/>
                </a:lnTo>
                <a:lnTo>
                  <a:pt x="256585" y="75522"/>
                </a:lnTo>
                <a:lnTo>
                  <a:pt x="256573" y="74283"/>
                </a:lnTo>
                <a:lnTo>
                  <a:pt x="256534" y="73068"/>
                </a:lnTo>
                <a:lnTo>
                  <a:pt x="256471" y="71877"/>
                </a:lnTo>
                <a:lnTo>
                  <a:pt x="256381" y="70709"/>
                </a:lnTo>
                <a:lnTo>
                  <a:pt x="256267" y="69566"/>
                </a:lnTo>
                <a:lnTo>
                  <a:pt x="256126" y="68447"/>
                </a:lnTo>
                <a:lnTo>
                  <a:pt x="255960" y="67351"/>
                </a:lnTo>
                <a:lnTo>
                  <a:pt x="255769" y="66279"/>
                </a:lnTo>
                <a:lnTo>
                  <a:pt x="255552" y="65231"/>
                </a:lnTo>
                <a:lnTo>
                  <a:pt x="255310" y="64207"/>
                </a:lnTo>
                <a:lnTo>
                  <a:pt x="255042" y="63207"/>
                </a:lnTo>
                <a:lnTo>
                  <a:pt x="254748" y="62230"/>
                </a:lnTo>
                <a:lnTo>
                  <a:pt x="254429" y="61278"/>
                </a:lnTo>
                <a:lnTo>
                  <a:pt x="254085" y="60349"/>
                </a:lnTo>
                <a:lnTo>
                  <a:pt x="253715" y="59444"/>
                </a:lnTo>
                <a:lnTo>
                  <a:pt x="253320" y="58563"/>
                </a:lnTo>
                <a:lnTo>
                  <a:pt x="252899" y="57706"/>
                </a:lnTo>
                <a:lnTo>
                  <a:pt x="252452" y="56873"/>
                </a:lnTo>
                <a:lnTo>
                  <a:pt x="251980" y="56064"/>
                </a:lnTo>
                <a:lnTo>
                  <a:pt x="251483" y="55279"/>
                </a:lnTo>
                <a:lnTo>
                  <a:pt x="250959" y="54517"/>
                </a:lnTo>
                <a:lnTo>
                  <a:pt x="250411" y="53779"/>
                </a:lnTo>
                <a:lnTo>
                  <a:pt x="249837" y="53065"/>
                </a:lnTo>
                <a:lnTo>
                  <a:pt x="249237" y="52375"/>
                </a:lnTo>
                <a:lnTo>
                  <a:pt x="248614" y="51711"/>
                </a:lnTo>
                <a:lnTo>
                  <a:pt x="247970" y="51076"/>
                </a:lnTo>
                <a:lnTo>
                  <a:pt x="247303" y="50468"/>
                </a:lnTo>
                <a:lnTo>
                  <a:pt x="246615" y="49889"/>
                </a:lnTo>
                <a:lnTo>
                  <a:pt x="245906" y="49338"/>
                </a:lnTo>
                <a:lnTo>
                  <a:pt x="245174" y="48816"/>
                </a:lnTo>
                <a:lnTo>
                  <a:pt x="244421" y="48321"/>
                </a:lnTo>
                <a:lnTo>
                  <a:pt x="243646" y="47855"/>
                </a:lnTo>
                <a:lnTo>
                  <a:pt x="242850" y="47417"/>
                </a:lnTo>
                <a:lnTo>
                  <a:pt x="242032" y="47008"/>
                </a:lnTo>
                <a:lnTo>
                  <a:pt x="241192" y="46626"/>
                </a:lnTo>
                <a:lnTo>
                  <a:pt x="240331" y="46273"/>
                </a:lnTo>
                <a:lnTo>
                  <a:pt x="239448" y="45948"/>
                </a:lnTo>
                <a:lnTo>
                  <a:pt x="238543" y="45651"/>
                </a:lnTo>
                <a:lnTo>
                  <a:pt x="237617" y="45383"/>
                </a:lnTo>
                <a:lnTo>
                  <a:pt x="236669" y="45143"/>
                </a:lnTo>
                <a:lnTo>
                  <a:pt x="235699" y="44931"/>
                </a:lnTo>
                <a:lnTo>
                  <a:pt x="234708" y="44747"/>
                </a:lnTo>
                <a:lnTo>
                  <a:pt x="233694" y="44592"/>
                </a:lnTo>
                <a:lnTo>
                  <a:pt x="232660" y="44465"/>
                </a:lnTo>
                <a:lnTo>
                  <a:pt x="231603" y="44366"/>
                </a:lnTo>
                <a:lnTo>
                  <a:pt x="230525" y="44295"/>
                </a:lnTo>
                <a:lnTo>
                  <a:pt x="229425" y="44253"/>
                </a:lnTo>
                <a:lnTo>
                  <a:pt x="228304" y="44239"/>
                </a:lnTo>
                <a:lnTo>
                  <a:pt x="227391" y="44249"/>
                </a:lnTo>
                <a:lnTo>
                  <a:pt x="226494" y="44280"/>
                </a:lnTo>
                <a:lnTo>
                  <a:pt x="225615" y="44331"/>
                </a:lnTo>
                <a:lnTo>
                  <a:pt x="224752" y="44403"/>
                </a:lnTo>
                <a:lnTo>
                  <a:pt x="223905" y="44496"/>
                </a:lnTo>
                <a:lnTo>
                  <a:pt x="223076" y="44609"/>
                </a:lnTo>
                <a:lnTo>
                  <a:pt x="222263" y="44743"/>
                </a:lnTo>
                <a:lnTo>
                  <a:pt x="221467" y="44897"/>
                </a:lnTo>
                <a:lnTo>
                  <a:pt x="220687" y="45072"/>
                </a:lnTo>
                <a:lnTo>
                  <a:pt x="219925" y="45268"/>
                </a:lnTo>
                <a:lnTo>
                  <a:pt x="219179" y="45484"/>
                </a:lnTo>
                <a:lnTo>
                  <a:pt x="218450" y="45720"/>
                </a:lnTo>
                <a:lnTo>
                  <a:pt x="217737" y="45977"/>
                </a:lnTo>
                <a:lnTo>
                  <a:pt x="217041" y="46255"/>
                </a:lnTo>
                <a:lnTo>
                  <a:pt x="216362" y="46554"/>
                </a:lnTo>
                <a:lnTo>
                  <a:pt x="215700" y="46873"/>
                </a:lnTo>
                <a:lnTo>
                  <a:pt x="215055" y="47212"/>
                </a:lnTo>
                <a:lnTo>
                  <a:pt x="214426" y="47572"/>
                </a:lnTo>
                <a:lnTo>
                  <a:pt x="213814" y="47953"/>
                </a:lnTo>
                <a:lnTo>
                  <a:pt x="213218" y="48354"/>
                </a:lnTo>
                <a:lnTo>
                  <a:pt x="212639" y="48776"/>
                </a:lnTo>
                <a:lnTo>
                  <a:pt x="212078" y="49218"/>
                </a:lnTo>
                <a:lnTo>
                  <a:pt x="211532" y="49681"/>
                </a:lnTo>
                <a:lnTo>
                  <a:pt x="211004" y="50165"/>
                </a:lnTo>
                <a:lnTo>
                  <a:pt x="210494" y="50666"/>
                </a:lnTo>
                <a:lnTo>
                  <a:pt x="210007" y="51181"/>
                </a:lnTo>
                <a:lnTo>
                  <a:pt x="209541" y="51711"/>
                </a:lnTo>
                <a:lnTo>
                  <a:pt x="209097" y="52255"/>
                </a:lnTo>
                <a:lnTo>
                  <a:pt x="208674" y="52815"/>
                </a:lnTo>
                <a:lnTo>
                  <a:pt x="208273" y="53388"/>
                </a:lnTo>
                <a:lnTo>
                  <a:pt x="207894" y="53976"/>
                </a:lnTo>
                <a:lnTo>
                  <a:pt x="207536" y="54579"/>
                </a:lnTo>
                <a:lnTo>
                  <a:pt x="207200" y="55196"/>
                </a:lnTo>
                <a:lnTo>
                  <a:pt x="206886" y="55828"/>
                </a:lnTo>
                <a:lnTo>
                  <a:pt x="206593" y="56474"/>
                </a:lnTo>
                <a:lnTo>
                  <a:pt x="206323" y="57135"/>
                </a:lnTo>
                <a:lnTo>
                  <a:pt x="206073" y="57810"/>
                </a:lnTo>
                <a:lnTo>
                  <a:pt x="205846" y="58500"/>
                </a:lnTo>
                <a:lnTo>
                  <a:pt x="205640" y="59205"/>
                </a:lnTo>
                <a:lnTo>
                  <a:pt x="205456" y="59924"/>
                </a:lnTo>
                <a:lnTo>
                  <a:pt x="205293" y="60657"/>
                </a:lnTo>
                <a:lnTo>
                  <a:pt x="205152" y="61405"/>
                </a:lnTo>
                <a:lnTo>
                  <a:pt x="205033" y="62168"/>
                </a:lnTo>
                <a:lnTo>
                  <a:pt x="205003" y="62407"/>
                </a:lnTo>
                <a:lnTo>
                  <a:pt x="204762" y="62407"/>
                </a:lnTo>
                <a:lnTo>
                  <a:pt x="204762" y="45818"/>
                </a:lnTo>
                <a:lnTo>
                  <a:pt x="190543" y="45818"/>
                </a:lnTo>
                <a:lnTo>
                  <a:pt x="190543" y="132717"/>
                </a:lnTo>
                <a:lnTo>
                  <a:pt x="204762" y="132717"/>
                </a:lnTo>
                <a:close/>
                <a:moveTo>
                  <a:pt x="485363" y="132717"/>
                </a:moveTo>
                <a:lnTo>
                  <a:pt x="485363" y="77417"/>
                </a:lnTo>
                <a:lnTo>
                  <a:pt x="485372" y="76582"/>
                </a:lnTo>
                <a:lnTo>
                  <a:pt x="485398" y="75765"/>
                </a:lnTo>
                <a:lnTo>
                  <a:pt x="485440" y="74963"/>
                </a:lnTo>
                <a:lnTo>
                  <a:pt x="485500" y="74178"/>
                </a:lnTo>
                <a:lnTo>
                  <a:pt x="485576" y="73410"/>
                </a:lnTo>
                <a:lnTo>
                  <a:pt x="485670" y="72657"/>
                </a:lnTo>
                <a:lnTo>
                  <a:pt x="485780" y="71922"/>
                </a:lnTo>
                <a:lnTo>
                  <a:pt x="485908" y="71203"/>
                </a:lnTo>
                <a:lnTo>
                  <a:pt x="486052" y="70500"/>
                </a:lnTo>
                <a:lnTo>
                  <a:pt x="486214" y="69814"/>
                </a:lnTo>
                <a:lnTo>
                  <a:pt x="486393" y="69144"/>
                </a:lnTo>
                <a:lnTo>
                  <a:pt x="486588" y="68491"/>
                </a:lnTo>
                <a:lnTo>
                  <a:pt x="486801" y="67854"/>
                </a:lnTo>
                <a:lnTo>
                  <a:pt x="487030" y="67233"/>
                </a:lnTo>
                <a:lnTo>
                  <a:pt x="487277" y="66629"/>
                </a:lnTo>
                <a:lnTo>
                  <a:pt x="487541" y="66042"/>
                </a:lnTo>
                <a:lnTo>
                  <a:pt x="487821" y="65471"/>
                </a:lnTo>
                <a:lnTo>
                  <a:pt x="488119" y="64916"/>
                </a:lnTo>
                <a:lnTo>
                  <a:pt x="488434" y="64378"/>
                </a:lnTo>
                <a:lnTo>
                  <a:pt x="488765" y="63856"/>
                </a:lnTo>
                <a:lnTo>
                  <a:pt x="489114" y="63351"/>
                </a:lnTo>
                <a:lnTo>
                  <a:pt x="489480" y="62863"/>
                </a:lnTo>
                <a:lnTo>
                  <a:pt x="489863" y="62390"/>
                </a:lnTo>
                <a:lnTo>
                  <a:pt x="490262" y="61934"/>
                </a:lnTo>
                <a:lnTo>
                  <a:pt x="490678" y="61496"/>
                </a:lnTo>
                <a:lnTo>
                  <a:pt x="491109" y="61076"/>
                </a:lnTo>
                <a:lnTo>
                  <a:pt x="491556" y="60675"/>
                </a:lnTo>
                <a:lnTo>
                  <a:pt x="492018" y="60293"/>
                </a:lnTo>
                <a:lnTo>
                  <a:pt x="492495" y="59929"/>
                </a:lnTo>
                <a:lnTo>
                  <a:pt x="492988" y="59584"/>
                </a:lnTo>
                <a:lnTo>
                  <a:pt x="493496" y="59258"/>
                </a:lnTo>
                <a:lnTo>
                  <a:pt x="494019" y="58950"/>
                </a:lnTo>
                <a:lnTo>
                  <a:pt x="494558" y="58661"/>
                </a:lnTo>
                <a:lnTo>
                  <a:pt x="495112" y="58391"/>
                </a:lnTo>
                <a:lnTo>
                  <a:pt x="495682" y="58139"/>
                </a:lnTo>
                <a:lnTo>
                  <a:pt x="496266" y="57906"/>
                </a:lnTo>
                <a:lnTo>
                  <a:pt x="496867" y="57691"/>
                </a:lnTo>
                <a:lnTo>
                  <a:pt x="497482" y="57496"/>
                </a:lnTo>
                <a:lnTo>
                  <a:pt x="498113" y="57318"/>
                </a:lnTo>
                <a:lnTo>
                  <a:pt x="498759" y="57160"/>
                </a:lnTo>
                <a:lnTo>
                  <a:pt x="499421" y="57020"/>
                </a:lnTo>
                <a:lnTo>
                  <a:pt x="500098" y="56899"/>
                </a:lnTo>
                <a:lnTo>
                  <a:pt x="500790" y="56796"/>
                </a:lnTo>
                <a:lnTo>
                  <a:pt x="501497" y="56712"/>
                </a:lnTo>
                <a:lnTo>
                  <a:pt x="502220" y="56647"/>
                </a:lnTo>
                <a:lnTo>
                  <a:pt x="502959" y="56600"/>
                </a:lnTo>
                <a:lnTo>
                  <a:pt x="503712" y="56572"/>
                </a:lnTo>
                <a:lnTo>
                  <a:pt x="504481" y="56563"/>
                </a:lnTo>
                <a:lnTo>
                  <a:pt x="505225" y="56571"/>
                </a:lnTo>
                <a:lnTo>
                  <a:pt x="505953" y="56595"/>
                </a:lnTo>
                <a:lnTo>
                  <a:pt x="506666" y="56636"/>
                </a:lnTo>
                <a:lnTo>
                  <a:pt x="507365" y="56692"/>
                </a:lnTo>
                <a:lnTo>
                  <a:pt x="508049" y="56765"/>
                </a:lnTo>
                <a:lnTo>
                  <a:pt x="508718" y="56854"/>
                </a:lnTo>
                <a:lnTo>
                  <a:pt x="509372" y="56959"/>
                </a:lnTo>
                <a:lnTo>
                  <a:pt x="510012" y="57081"/>
                </a:lnTo>
                <a:lnTo>
                  <a:pt x="510637" y="57218"/>
                </a:lnTo>
                <a:lnTo>
                  <a:pt x="511246" y="57372"/>
                </a:lnTo>
                <a:lnTo>
                  <a:pt x="511841" y="57542"/>
                </a:lnTo>
                <a:lnTo>
                  <a:pt x="512422" y="57728"/>
                </a:lnTo>
                <a:lnTo>
                  <a:pt x="512987" y="57930"/>
                </a:lnTo>
                <a:lnTo>
                  <a:pt x="513537" y="58149"/>
                </a:lnTo>
                <a:lnTo>
                  <a:pt x="514073" y="58383"/>
                </a:lnTo>
                <a:lnTo>
                  <a:pt x="514594" y="58634"/>
                </a:lnTo>
                <a:lnTo>
                  <a:pt x="515100" y="58901"/>
                </a:lnTo>
                <a:lnTo>
                  <a:pt x="515591" y="59184"/>
                </a:lnTo>
                <a:lnTo>
                  <a:pt x="516068" y="59484"/>
                </a:lnTo>
                <a:lnTo>
                  <a:pt x="516530" y="59799"/>
                </a:lnTo>
                <a:lnTo>
                  <a:pt x="516976" y="60131"/>
                </a:lnTo>
                <a:lnTo>
                  <a:pt x="517408" y="60479"/>
                </a:lnTo>
                <a:lnTo>
                  <a:pt x="517826" y="60843"/>
                </a:lnTo>
                <a:lnTo>
                  <a:pt x="518228" y="61223"/>
                </a:lnTo>
                <a:lnTo>
                  <a:pt x="518615" y="61620"/>
                </a:lnTo>
                <a:lnTo>
                  <a:pt x="518985" y="62034"/>
                </a:lnTo>
                <a:lnTo>
                  <a:pt x="519339" y="62466"/>
                </a:lnTo>
                <a:lnTo>
                  <a:pt x="519676" y="62915"/>
                </a:lnTo>
                <a:lnTo>
                  <a:pt x="519997" y="63381"/>
                </a:lnTo>
                <a:lnTo>
                  <a:pt x="520302" y="63864"/>
                </a:lnTo>
                <a:lnTo>
                  <a:pt x="520590" y="64365"/>
                </a:lnTo>
                <a:lnTo>
                  <a:pt x="520861" y="64883"/>
                </a:lnTo>
                <a:lnTo>
                  <a:pt x="521116" y="65418"/>
                </a:lnTo>
                <a:lnTo>
                  <a:pt x="521355" y="65971"/>
                </a:lnTo>
                <a:lnTo>
                  <a:pt x="521577" y="66541"/>
                </a:lnTo>
                <a:lnTo>
                  <a:pt x="521783" y="67128"/>
                </a:lnTo>
                <a:lnTo>
                  <a:pt x="521972" y="67732"/>
                </a:lnTo>
                <a:lnTo>
                  <a:pt x="522145" y="68354"/>
                </a:lnTo>
                <a:lnTo>
                  <a:pt x="522301" y="68993"/>
                </a:lnTo>
                <a:lnTo>
                  <a:pt x="522441" y="69649"/>
                </a:lnTo>
                <a:lnTo>
                  <a:pt x="522564" y="70323"/>
                </a:lnTo>
                <a:lnTo>
                  <a:pt x="522671" y="71014"/>
                </a:lnTo>
                <a:lnTo>
                  <a:pt x="522762" y="71722"/>
                </a:lnTo>
                <a:lnTo>
                  <a:pt x="522836" y="72447"/>
                </a:lnTo>
                <a:lnTo>
                  <a:pt x="522894" y="73190"/>
                </a:lnTo>
                <a:lnTo>
                  <a:pt x="522935" y="73950"/>
                </a:lnTo>
                <a:lnTo>
                  <a:pt x="522959" y="74727"/>
                </a:lnTo>
                <a:lnTo>
                  <a:pt x="522968" y="75522"/>
                </a:lnTo>
                <a:lnTo>
                  <a:pt x="522968" y="82947"/>
                </a:lnTo>
                <a:lnTo>
                  <a:pt x="537187" y="82947"/>
                </a:lnTo>
                <a:lnTo>
                  <a:pt x="537187" y="75522"/>
                </a:lnTo>
                <a:lnTo>
                  <a:pt x="537174" y="74283"/>
                </a:lnTo>
                <a:lnTo>
                  <a:pt x="537136" y="73068"/>
                </a:lnTo>
                <a:lnTo>
                  <a:pt x="537072" y="71877"/>
                </a:lnTo>
                <a:lnTo>
                  <a:pt x="536983" y="70709"/>
                </a:lnTo>
                <a:lnTo>
                  <a:pt x="536868" y="69566"/>
                </a:lnTo>
                <a:lnTo>
                  <a:pt x="536728" y="68447"/>
                </a:lnTo>
                <a:lnTo>
                  <a:pt x="536562" y="67351"/>
                </a:lnTo>
                <a:lnTo>
                  <a:pt x="536370" y="66279"/>
                </a:lnTo>
                <a:lnTo>
                  <a:pt x="536153" y="65231"/>
                </a:lnTo>
                <a:lnTo>
                  <a:pt x="535911" y="64207"/>
                </a:lnTo>
                <a:lnTo>
                  <a:pt x="535643" y="63207"/>
                </a:lnTo>
                <a:lnTo>
                  <a:pt x="535350" y="62230"/>
                </a:lnTo>
                <a:lnTo>
                  <a:pt x="535031" y="61278"/>
                </a:lnTo>
                <a:lnTo>
                  <a:pt x="534686" y="60349"/>
                </a:lnTo>
                <a:lnTo>
                  <a:pt x="534316" y="59444"/>
                </a:lnTo>
                <a:lnTo>
                  <a:pt x="533921" y="58563"/>
                </a:lnTo>
                <a:lnTo>
                  <a:pt x="533500" y="57706"/>
                </a:lnTo>
                <a:lnTo>
                  <a:pt x="533053" y="56873"/>
                </a:lnTo>
                <a:lnTo>
                  <a:pt x="532581" y="56064"/>
                </a:lnTo>
                <a:lnTo>
                  <a:pt x="532084" y="55279"/>
                </a:lnTo>
                <a:lnTo>
                  <a:pt x="531561" y="54517"/>
                </a:lnTo>
                <a:lnTo>
                  <a:pt x="531012" y="53779"/>
                </a:lnTo>
                <a:lnTo>
                  <a:pt x="530438" y="53065"/>
                </a:lnTo>
                <a:lnTo>
                  <a:pt x="529839" y="52375"/>
                </a:lnTo>
                <a:lnTo>
                  <a:pt x="529216" y="51711"/>
                </a:lnTo>
                <a:lnTo>
                  <a:pt x="528571" y="51076"/>
                </a:lnTo>
                <a:lnTo>
                  <a:pt x="527905" y="50468"/>
                </a:lnTo>
                <a:lnTo>
                  <a:pt x="527217" y="49889"/>
                </a:lnTo>
                <a:lnTo>
                  <a:pt x="526507" y="49338"/>
                </a:lnTo>
                <a:lnTo>
                  <a:pt x="525776" y="48816"/>
                </a:lnTo>
                <a:lnTo>
                  <a:pt x="525023" y="48321"/>
                </a:lnTo>
                <a:lnTo>
                  <a:pt x="524248" y="47855"/>
                </a:lnTo>
                <a:lnTo>
                  <a:pt x="523451" y="47417"/>
                </a:lnTo>
                <a:lnTo>
                  <a:pt x="522633" y="47008"/>
                </a:lnTo>
                <a:lnTo>
                  <a:pt x="521794" y="46626"/>
                </a:lnTo>
                <a:lnTo>
                  <a:pt x="520932" y="46273"/>
                </a:lnTo>
                <a:lnTo>
                  <a:pt x="520049" y="45948"/>
                </a:lnTo>
                <a:lnTo>
                  <a:pt x="519145" y="45651"/>
                </a:lnTo>
                <a:lnTo>
                  <a:pt x="518218" y="45383"/>
                </a:lnTo>
                <a:lnTo>
                  <a:pt x="517270" y="45143"/>
                </a:lnTo>
                <a:lnTo>
                  <a:pt x="516300" y="44931"/>
                </a:lnTo>
                <a:lnTo>
                  <a:pt x="515309" y="44747"/>
                </a:lnTo>
                <a:lnTo>
                  <a:pt x="514296" y="44592"/>
                </a:lnTo>
                <a:lnTo>
                  <a:pt x="513261" y="44465"/>
                </a:lnTo>
                <a:lnTo>
                  <a:pt x="512205" y="44366"/>
                </a:lnTo>
                <a:lnTo>
                  <a:pt x="511127" y="44295"/>
                </a:lnTo>
                <a:lnTo>
                  <a:pt x="510027" y="44253"/>
                </a:lnTo>
                <a:lnTo>
                  <a:pt x="508905" y="44239"/>
                </a:lnTo>
                <a:lnTo>
                  <a:pt x="507992" y="44249"/>
                </a:lnTo>
                <a:lnTo>
                  <a:pt x="507096" y="44280"/>
                </a:lnTo>
                <a:lnTo>
                  <a:pt x="506216" y="44331"/>
                </a:lnTo>
                <a:lnTo>
                  <a:pt x="505353" y="44403"/>
                </a:lnTo>
                <a:lnTo>
                  <a:pt x="504507" y="44496"/>
                </a:lnTo>
                <a:lnTo>
                  <a:pt x="503677" y="44609"/>
                </a:lnTo>
                <a:lnTo>
                  <a:pt x="502864" y="44743"/>
                </a:lnTo>
                <a:lnTo>
                  <a:pt x="502068" y="44897"/>
                </a:lnTo>
                <a:lnTo>
                  <a:pt x="501289" y="45072"/>
                </a:lnTo>
                <a:lnTo>
                  <a:pt x="500526" y="45268"/>
                </a:lnTo>
                <a:lnTo>
                  <a:pt x="499780" y="45484"/>
                </a:lnTo>
                <a:lnTo>
                  <a:pt x="499051" y="45720"/>
                </a:lnTo>
                <a:lnTo>
                  <a:pt x="498339" y="45977"/>
                </a:lnTo>
                <a:lnTo>
                  <a:pt x="497643" y="46255"/>
                </a:lnTo>
                <a:lnTo>
                  <a:pt x="496964" y="46554"/>
                </a:lnTo>
                <a:lnTo>
                  <a:pt x="496301" y="46873"/>
                </a:lnTo>
                <a:lnTo>
                  <a:pt x="495656" y="47212"/>
                </a:lnTo>
                <a:lnTo>
                  <a:pt x="495027" y="47572"/>
                </a:lnTo>
                <a:lnTo>
                  <a:pt x="494415" y="47953"/>
                </a:lnTo>
                <a:lnTo>
                  <a:pt x="493819" y="48354"/>
                </a:lnTo>
                <a:lnTo>
                  <a:pt x="493241" y="48776"/>
                </a:lnTo>
                <a:lnTo>
                  <a:pt x="492679" y="49218"/>
                </a:lnTo>
                <a:lnTo>
                  <a:pt x="492134" y="49681"/>
                </a:lnTo>
                <a:lnTo>
                  <a:pt x="491605" y="50165"/>
                </a:lnTo>
                <a:lnTo>
                  <a:pt x="491096" y="50666"/>
                </a:lnTo>
                <a:lnTo>
                  <a:pt x="490608" y="51181"/>
                </a:lnTo>
                <a:lnTo>
                  <a:pt x="490142" y="51711"/>
                </a:lnTo>
                <a:lnTo>
                  <a:pt x="489698" y="52255"/>
                </a:lnTo>
                <a:lnTo>
                  <a:pt x="489275" y="52815"/>
                </a:lnTo>
                <a:lnTo>
                  <a:pt x="488874" y="53388"/>
                </a:lnTo>
                <a:lnTo>
                  <a:pt x="488495" y="53976"/>
                </a:lnTo>
                <a:lnTo>
                  <a:pt x="488138" y="54579"/>
                </a:lnTo>
                <a:lnTo>
                  <a:pt x="487802" y="55196"/>
                </a:lnTo>
                <a:lnTo>
                  <a:pt x="487487" y="55828"/>
                </a:lnTo>
                <a:lnTo>
                  <a:pt x="487195" y="56474"/>
                </a:lnTo>
                <a:lnTo>
                  <a:pt x="486924" y="57135"/>
                </a:lnTo>
                <a:lnTo>
                  <a:pt x="486675" y="57810"/>
                </a:lnTo>
                <a:lnTo>
                  <a:pt x="486447" y="58500"/>
                </a:lnTo>
                <a:lnTo>
                  <a:pt x="486241" y="59205"/>
                </a:lnTo>
                <a:lnTo>
                  <a:pt x="486057" y="59924"/>
                </a:lnTo>
                <a:lnTo>
                  <a:pt x="485894" y="60657"/>
                </a:lnTo>
                <a:lnTo>
                  <a:pt x="485754" y="61405"/>
                </a:lnTo>
                <a:lnTo>
                  <a:pt x="485634" y="62168"/>
                </a:lnTo>
                <a:lnTo>
                  <a:pt x="485604" y="62407"/>
                </a:lnTo>
                <a:lnTo>
                  <a:pt x="485363" y="62407"/>
                </a:lnTo>
                <a:lnTo>
                  <a:pt x="485363" y="45818"/>
                </a:lnTo>
                <a:lnTo>
                  <a:pt x="471144" y="45818"/>
                </a:lnTo>
                <a:lnTo>
                  <a:pt x="471144" y="132717"/>
                </a:lnTo>
                <a:lnTo>
                  <a:pt x="485363" y="132717"/>
                </a:lnTo>
                <a:close/>
                <a:moveTo>
                  <a:pt x="1026413" y="132717"/>
                </a:moveTo>
                <a:lnTo>
                  <a:pt x="1040635" y="132717"/>
                </a:lnTo>
                <a:lnTo>
                  <a:pt x="1040635" y="77417"/>
                </a:lnTo>
                <a:lnTo>
                  <a:pt x="1040643" y="76582"/>
                </a:lnTo>
                <a:lnTo>
                  <a:pt x="1040670" y="75763"/>
                </a:lnTo>
                <a:lnTo>
                  <a:pt x="1040715" y="74961"/>
                </a:lnTo>
                <a:lnTo>
                  <a:pt x="1040777" y="74174"/>
                </a:lnTo>
                <a:lnTo>
                  <a:pt x="1040857" y="73403"/>
                </a:lnTo>
                <a:lnTo>
                  <a:pt x="1040955" y="72648"/>
                </a:lnTo>
                <a:lnTo>
                  <a:pt x="1041071" y="71909"/>
                </a:lnTo>
                <a:lnTo>
                  <a:pt x="1041205" y="71185"/>
                </a:lnTo>
                <a:lnTo>
                  <a:pt x="1041356" y="70478"/>
                </a:lnTo>
                <a:lnTo>
                  <a:pt x="1041526" y="69787"/>
                </a:lnTo>
                <a:lnTo>
                  <a:pt x="1041713" y="69111"/>
                </a:lnTo>
                <a:lnTo>
                  <a:pt x="1041918" y="68451"/>
                </a:lnTo>
                <a:lnTo>
                  <a:pt x="1042140" y="67808"/>
                </a:lnTo>
                <a:lnTo>
                  <a:pt x="1042381" y="67180"/>
                </a:lnTo>
                <a:lnTo>
                  <a:pt x="1042639" y="66568"/>
                </a:lnTo>
                <a:lnTo>
                  <a:pt x="1042916" y="65972"/>
                </a:lnTo>
                <a:lnTo>
                  <a:pt x="1043210" y="65392"/>
                </a:lnTo>
                <a:lnTo>
                  <a:pt x="1043522" y="64828"/>
                </a:lnTo>
                <a:lnTo>
                  <a:pt x="1043851" y="64280"/>
                </a:lnTo>
                <a:lnTo>
                  <a:pt x="1044199" y="63748"/>
                </a:lnTo>
                <a:lnTo>
                  <a:pt x="1044564" y="63231"/>
                </a:lnTo>
                <a:lnTo>
                  <a:pt x="1044947" y="62731"/>
                </a:lnTo>
                <a:lnTo>
                  <a:pt x="1045348" y="62246"/>
                </a:lnTo>
                <a:lnTo>
                  <a:pt x="1045767" y="61778"/>
                </a:lnTo>
                <a:lnTo>
                  <a:pt x="1046202" y="61326"/>
                </a:lnTo>
                <a:lnTo>
                  <a:pt x="1046649" y="60894"/>
                </a:lnTo>
                <a:lnTo>
                  <a:pt x="1047109" y="60481"/>
                </a:lnTo>
                <a:lnTo>
                  <a:pt x="1047582" y="60088"/>
                </a:lnTo>
                <a:lnTo>
                  <a:pt x="1048068" y="59713"/>
                </a:lnTo>
                <a:lnTo>
                  <a:pt x="1048567" y="59358"/>
                </a:lnTo>
                <a:lnTo>
                  <a:pt x="1049078" y="59022"/>
                </a:lnTo>
                <a:lnTo>
                  <a:pt x="1049603" y="58705"/>
                </a:lnTo>
                <a:lnTo>
                  <a:pt x="1050141" y="58408"/>
                </a:lnTo>
                <a:lnTo>
                  <a:pt x="1050691" y="58129"/>
                </a:lnTo>
                <a:lnTo>
                  <a:pt x="1051254" y="57870"/>
                </a:lnTo>
                <a:lnTo>
                  <a:pt x="1051830" y="57630"/>
                </a:lnTo>
                <a:lnTo>
                  <a:pt x="1052419" y="57409"/>
                </a:lnTo>
                <a:lnTo>
                  <a:pt x="1053021" y="57207"/>
                </a:lnTo>
                <a:lnTo>
                  <a:pt x="1053636" y="57025"/>
                </a:lnTo>
                <a:lnTo>
                  <a:pt x="1054264" y="56862"/>
                </a:lnTo>
                <a:lnTo>
                  <a:pt x="1054905" y="56718"/>
                </a:lnTo>
                <a:lnTo>
                  <a:pt x="1055558" y="56593"/>
                </a:lnTo>
                <a:lnTo>
                  <a:pt x="1056225" y="56487"/>
                </a:lnTo>
                <a:lnTo>
                  <a:pt x="1056904" y="56401"/>
                </a:lnTo>
                <a:lnTo>
                  <a:pt x="1057596" y="56334"/>
                </a:lnTo>
                <a:lnTo>
                  <a:pt x="1058301" y="56286"/>
                </a:lnTo>
                <a:lnTo>
                  <a:pt x="1059019" y="56257"/>
                </a:lnTo>
                <a:lnTo>
                  <a:pt x="1059750" y="56247"/>
                </a:lnTo>
                <a:lnTo>
                  <a:pt x="1060455" y="56256"/>
                </a:lnTo>
                <a:lnTo>
                  <a:pt x="1061147" y="56284"/>
                </a:lnTo>
                <a:lnTo>
                  <a:pt x="1061827" y="56330"/>
                </a:lnTo>
                <a:lnTo>
                  <a:pt x="1062495" y="56394"/>
                </a:lnTo>
                <a:lnTo>
                  <a:pt x="1063151" y="56477"/>
                </a:lnTo>
                <a:lnTo>
                  <a:pt x="1063794" y="56578"/>
                </a:lnTo>
                <a:lnTo>
                  <a:pt x="1064424" y="56697"/>
                </a:lnTo>
                <a:lnTo>
                  <a:pt x="1065043" y="56835"/>
                </a:lnTo>
                <a:lnTo>
                  <a:pt x="1065649" y="56991"/>
                </a:lnTo>
                <a:lnTo>
                  <a:pt x="1066243" y="57166"/>
                </a:lnTo>
                <a:lnTo>
                  <a:pt x="1066824" y="57359"/>
                </a:lnTo>
                <a:lnTo>
                  <a:pt x="1067393" y="57570"/>
                </a:lnTo>
                <a:lnTo>
                  <a:pt x="1067950" y="57800"/>
                </a:lnTo>
                <a:lnTo>
                  <a:pt x="1068494" y="58048"/>
                </a:lnTo>
                <a:lnTo>
                  <a:pt x="1069026" y="58314"/>
                </a:lnTo>
                <a:lnTo>
                  <a:pt x="1069546" y="58599"/>
                </a:lnTo>
                <a:lnTo>
                  <a:pt x="1070053" y="58902"/>
                </a:lnTo>
                <a:lnTo>
                  <a:pt x="1070548" y="59224"/>
                </a:lnTo>
                <a:lnTo>
                  <a:pt x="1071030" y="59564"/>
                </a:lnTo>
                <a:lnTo>
                  <a:pt x="1071501" y="59922"/>
                </a:lnTo>
                <a:lnTo>
                  <a:pt x="1071958" y="60299"/>
                </a:lnTo>
                <a:lnTo>
                  <a:pt x="1072404" y="60694"/>
                </a:lnTo>
                <a:lnTo>
                  <a:pt x="1072837" y="61107"/>
                </a:lnTo>
                <a:lnTo>
                  <a:pt x="1073258" y="61539"/>
                </a:lnTo>
                <a:lnTo>
                  <a:pt x="1073664" y="61988"/>
                </a:lnTo>
                <a:lnTo>
                  <a:pt x="1074053" y="62453"/>
                </a:lnTo>
                <a:lnTo>
                  <a:pt x="1074425" y="62935"/>
                </a:lnTo>
                <a:lnTo>
                  <a:pt x="1074779" y="63432"/>
                </a:lnTo>
                <a:lnTo>
                  <a:pt x="1075116" y="63946"/>
                </a:lnTo>
                <a:lnTo>
                  <a:pt x="1075436" y="64476"/>
                </a:lnTo>
                <a:lnTo>
                  <a:pt x="1075738" y="65023"/>
                </a:lnTo>
                <a:lnTo>
                  <a:pt x="1076024" y="65585"/>
                </a:lnTo>
                <a:lnTo>
                  <a:pt x="1076292" y="66164"/>
                </a:lnTo>
                <a:lnTo>
                  <a:pt x="1076542" y="66758"/>
                </a:lnTo>
                <a:lnTo>
                  <a:pt x="1076776" y="67369"/>
                </a:lnTo>
                <a:lnTo>
                  <a:pt x="1076992" y="67996"/>
                </a:lnTo>
                <a:lnTo>
                  <a:pt x="1077191" y="68640"/>
                </a:lnTo>
                <a:lnTo>
                  <a:pt x="1077372" y="69299"/>
                </a:lnTo>
                <a:lnTo>
                  <a:pt x="1077536" y="69975"/>
                </a:lnTo>
                <a:lnTo>
                  <a:pt x="1077683" y="70667"/>
                </a:lnTo>
                <a:lnTo>
                  <a:pt x="1077813" y="71375"/>
                </a:lnTo>
                <a:lnTo>
                  <a:pt x="1077925" y="72099"/>
                </a:lnTo>
                <a:lnTo>
                  <a:pt x="1078020" y="72840"/>
                </a:lnTo>
                <a:lnTo>
                  <a:pt x="1078098" y="73597"/>
                </a:lnTo>
                <a:lnTo>
                  <a:pt x="1078159" y="74369"/>
                </a:lnTo>
                <a:lnTo>
                  <a:pt x="1078202" y="75158"/>
                </a:lnTo>
                <a:lnTo>
                  <a:pt x="1078228" y="75964"/>
                </a:lnTo>
                <a:lnTo>
                  <a:pt x="1078236" y="76785"/>
                </a:lnTo>
                <a:lnTo>
                  <a:pt x="1078236" y="132717"/>
                </a:lnTo>
                <a:lnTo>
                  <a:pt x="1092455" y="132717"/>
                </a:lnTo>
                <a:lnTo>
                  <a:pt x="1092455" y="74259"/>
                </a:lnTo>
                <a:lnTo>
                  <a:pt x="1092442" y="73110"/>
                </a:lnTo>
                <a:lnTo>
                  <a:pt x="1092402" y="71982"/>
                </a:lnTo>
                <a:lnTo>
                  <a:pt x="1092334" y="70874"/>
                </a:lnTo>
                <a:lnTo>
                  <a:pt x="1092240" y="69787"/>
                </a:lnTo>
                <a:lnTo>
                  <a:pt x="1092119" y="68719"/>
                </a:lnTo>
                <a:lnTo>
                  <a:pt x="1091972" y="67672"/>
                </a:lnTo>
                <a:lnTo>
                  <a:pt x="1091797" y="66646"/>
                </a:lnTo>
                <a:lnTo>
                  <a:pt x="1091595" y="65639"/>
                </a:lnTo>
                <a:lnTo>
                  <a:pt x="1091367" y="64653"/>
                </a:lnTo>
                <a:lnTo>
                  <a:pt x="1091111" y="63687"/>
                </a:lnTo>
                <a:lnTo>
                  <a:pt x="1090829" y="62742"/>
                </a:lnTo>
                <a:lnTo>
                  <a:pt x="1090520" y="61817"/>
                </a:lnTo>
                <a:lnTo>
                  <a:pt x="1090184" y="60912"/>
                </a:lnTo>
                <a:lnTo>
                  <a:pt x="1089821" y="60027"/>
                </a:lnTo>
                <a:lnTo>
                  <a:pt x="1089432" y="59163"/>
                </a:lnTo>
                <a:lnTo>
                  <a:pt x="1089015" y="58319"/>
                </a:lnTo>
                <a:lnTo>
                  <a:pt x="1088571" y="57496"/>
                </a:lnTo>
                <a:lnTo>
                  <a:pt x="1088101" y="56692"/>
                </a:lnTo>
                <a:lnTo>
                  <a:pt x="1087604" y="55909"/>
                </a:lnTo>
                <a:lnTo>
                  <a:pt x="1087080" y="55146"/>
                </a:lnTo>
                <a:lnTo>
                  <a:pt x="1086529" y="54404"/>
                </a:lnTo>
                <a:lnTo>
                  <a:pt x="1085951" y="53682"/>
                </a:lnTo>
                <a:lnTo>
                  <a:pt x="1085346" y="52980"/>
                </a:lnTo>
                <a:lnTo>
                  <a:pt x="1084714" y="52298"/>
                </a:lnTo>
                <a:lnTo>
                  <a:pt x="1084060" y="51641"/>
                </a:lnTo>
                <a:lnTo>
                  <a:pt x="1083387" y="51011"/>
                </a:lnTo>
                <a:lnTo>
                  <a:pt x="1082695" y="50409"/>
                </a:lnTo>
                <a:lnTo>
                  <a:pt x="1081985" y="49836"/>
                </a:lnTo>
                <a:lnTo>
                  <a:pt x="1081256" y="49290"/>
                </a:lnTo>
                <a:lnTo>
                  <a:pt x="1080508" y="48772"/>
                </a:lnTo>
                <a:lnTo>
                  <a:pt x="1079741" y="48283"/>
                </a:lnTo>
                <a:lnTo>
                  <a:pt x="1078956" y="47821"/>
                </a:lnTo>
                <a:lnTo>
                  <a:pt x="1078153" y="47387"/>
                </a:lnTo>
                <a:lnTo>
                  <a:pt x="1077330" y="46981"/>
                </a:lnTo>
                <a:lnTo>
                  <a:pt x="1076489" y="46603"/>
                </a:lnTo>
                <a:lnTo>
                  <a:pt x="1075630" y="46254"/>
                </a:lnTo>
                <a:lnTo>
                  <a:pt x="1074751" y="45932"/>
                </a:lnTo>
                <a:lnTo>
                  <a:pt x="1073854" y="45638"/>
                </a:lnTo>
                <a:lnTo>
                  <a:pt x="1072939" y="45372"/>
                </a:lnTo>
                <a:lnTo>
                  <a:pt x="1072004" y="45134"/>
                </a:lnTo>
                <a:lnTo>
                  <a:pt x="1071051" y="44924"/>
                </a:lnTo>
                <a:lnTo>
                  <a:pt x="1070080" y="44743"/>
                </a:lnTo>
                <a:lnTo>
                  <a:pt x="1069089" y="44589"/>
                </a:lnTo>
                <a:lnTo>
                  <a:pt x="1068080" y="44463"/>
                </a:lnTo>
                <a:lnTo>
                  <a:pt x="1067053" y="44365"/>
                </a:lnTo>
                <a:lnTo>
                  <a:pt x="1066007" y="44295"/>
                </a:lnTo>
                <a:lnTo>
                  <a:pt x="1064942" y="44253"/>
                </a:lnTo>
                <a:lnTo>
                  <a:pt x="1063858" y="44239"/>
                </a:lnTo>
                <a:lnTo>
                  <a:pt x="1062958" y="44249"/>
                </a:lnTo>
                <a:lnTo>
                  <a:pt x="1062074" y="44278"/>
                </a:lnTo>
                <a:lnTo>
                  <a:pt x="1061207" y="44326"/>
                </a:lnTo>
                <a:lnTo>
                  <a:pt x="1060356" y="44395"/>
                </a:lnTo>
                <a:lnTo>
                  <a:pt x="1059521" y="44482"/>
                </a:lnTo>
                <a:lnTo>
                  <a:pt x="1058703" y="44589"/>
                </a:lnTo>
                <a:lnTo>
                  <a:pt x="1057902" y="44716"/>
                </a:lnTo>
                <a:lnTo>
                  <a:pt x="1057117" y="44862"/>
                </a:lnTo>
                <a:lnTo>
                  <a:pt x="1056348" y="45028"/>
                </a:lnTo>
                <a:lnTo>
                  <a:pt x="1055596" y="45213"/>
                </a:lnTo>
                <a:lnTo>
                  <a:pt x="1054860" y="45417"/>
                </a:lnTo>
                <a:lnTo>
                  <a:pt x="1054141" y="45641"/>
                </a:lnTo>
                <a:lnTo>
                  <a:pt x="1053438" y="45885"/>
                </a:lnTo>
                <a:lnTo>
                  <a:pt x="1052752" y="46148"/>
                </a:lnTo>
                <a:lnTo>
                  <a:pt x="1052082" y="46430"/>
                </a:lnTo>
                <a:lnTo>
                  <a:pt x="1051429" y="46732"/>
                </a:lnTo>
                <a:lnTo>
                  <a:pt x="1050792" y="47054"/>
                </a:lnTo>
                <a:lnTo>
                  <a:pt x="1050171" y="47394"/>
                </a:lnTo>
                <a:lnTo>
                  <a:pt x="1049567" y="47755"/>
                </a:lnTo>
                <a:lnTo>
                  <a:pt x="1048980" y="48135"/>
                </a:lnTo>
                <a:lnTo>
                  <a:pt x="1048409" y="48534"/>
                </a:lnTo>
                <a:lnTo>
                  <a:pt x="1047854" y="48953"/>
                </a:lnTo>
                <a:lnTo>
                  <a:pt x="1047316" y="49391"/>
                </a:lnTo>
                <a:lnTo>
                  <a:pt x="1046794" y="49849"/>
                </a:lnTo>
                <a:lnTo>
                  <a:pt x="1046292" y="50324"/>
                </a:lnTo>
                <a:lnTo>
                  <a:pt x="1045810" y="50816"/>
                </a:lnTo>
                <a:lnTo>
                  <a:pt x="1045351" y="51324"/>
                </a:lnTo>
                <a:lnTo>
                  <a:pt x="1044912" y="51848"/>
                </a:lnTo>
                <a:lnTo>
                  <a:pt x="1044495" y="52388"/>
                </a:lnTo>
                <a:lnTo>
                  <a:pt x="1044099" y="52944"/>
                </a:lnTo>
                <a:lnTo>
                  <a:pt x="1043725" y="53517"/>
                </a:lnTo>
                <a:lnTo>
                  <a:pt x="1043372" y="54105"/>
                </a:lnTo>
                <a:lnTo>
                  <a:pt x="1043041" y="54710"/>
                </a:lnTo>
                <a:lnTo>
                  <a:pt x="1042731" y="55331"/>
                </a:lnTo>
                <a:lnTo>
                  <a:pt x="1042442" y="55969"/>
                </a:lnTo>
                <a:lnTo>
                  <a:pt x="1042174" y="56622"/>
                </a:lnTo>
                <a:lnTo>
                  <a:pt x="1041928" y="57292"/>
                </a:lnTo>
                <a:lnTo>
                  <a:pt x="1041704" y="57978"/>
                </a:lnTo>
                <a:lnTo>
                  <a:pt x="1041501" y="58680"/>
                </a:lnTo>
                <a:lnTo>
                  <a:pt x="1041319" y="59398"/>
                </a:lnTo>
                <a:lnTo>
                  <a:pt x="1041159" y="60132"/>
                </a:lnTo>
                <a:lnTo>
                  <a:pt x="1041019" y="60883"/>
                </a:lnTo>
                <a:lnTo>
                  <a:pt x="1040902" y="61650"/>
                </a:lnTo>
                <a:lnTo>
                  <a:pt x="1040809" y="62407"/>
                </a:lnTo>
                <a:lnTo>
                  <a:pt x="1040635" y="62407"/>
                </a:lnTo>
                <a:lnTo>
                  <a:pt x="1040635" y="45818"/>
                </a:lnTo>
                <a:lnTo>
                  <a:pt x="1026413" y="45818"/>
                </a:lnTo>
                <a:lnTo>
                  <a:pt x="1026413" y="132717"/>
                </a:lnTo>
                <a:close/>
                <a:moveTo>
                  <a:pt x="322236" y="133793"/>
                </a:moveTo>
                <a:lnTo>
                  <a:pt x="323345" y="133688"/>
                </a:lnTo>
                <a:lnTo>
                  <a:pt x="324431" y="133560"/>
                </a:lnTo>
                <a:lnTo>
                  <a:pt x="325494" y="133409"/>
                </a:lnTo>
                <a:lnTo>
                  <a:pt x="326534" y="133234"/>
                </a:lnTo>
                <a:lnTo>
                  <a:pt x="327552" y="133036"/>
                </a:lnTo>
                <a:lnTo>
                  <a:pt x="328547" y="132814"/>
                </a:lnTo>
                <a:lnTo>
                  <a:pt x="329519" y="132569"/>
                </a:lnTo>
                <a:lnTo>
                  <a:pt x="330469" y="132301"/>
                </a:lnTo>
                <a:lnTo>
                  <a:pt x="331395" y="132010"/>
                </a:lnTo>
                <a:lnTo>
                  <a:pt x="332299" y="131695"/>
                </a:lnTo>
                <a:lnTo>
                  <a:pt x="333180" y="131357"/>
                </a:lnTo>
                <a:lnTo>
                  <a:pt x="334039" y="130996"/>
                </a:lnTo>
                <a:lnTo>
                  <a:pt x="334874" y="130611"/>
                </a:lnTo>
                <a:lnTo>
                  <a:pt x="335687" y="130203"/>
                </a:lnTo>
                <a:lnTo>
                  <a:pt x="336477" y="129772"/>
                </a:lnTo>
                <a:lnTo>
                  <a:pt x="337244" y="129317"/>
                </a:lnTo>
                <a:lnTo>
                  <a:pt x="337989" y="128839"/>
                </a:lnTo>
                <a:lnTo>
                  <a:pt x="338710" y="128338"/>
                </a:lnTo>
                <a:lnTo>
                  <a:pt x="339409" y="127813"/>
                </a:lnTo>
                <a:lnTo>
                  <a:pt x="340085" y="127266"/>
                </a:lnTo>
                <a:lnTo>
                  <a:pt x="340737" y="126697"/>
                </a:lnTo>
                <a:lnTo>
                  <a:pt x="341360" y="126109"/>
                </a:lnTo>
                <a:lnTo>
                  <a:pt x="341956" y="125502"/>
                </a:lnTo>
                <a:lnTo>
                  <a:pt x="342524" y="124876"/>
                </a:lnTo>
                <a:lnTo>
                  <a:pt x="343064" y="124231"/>
                </a:lnTo>
                <a:lnTo>
                  <a:pt x="343577" y="123568"/>
                </a:lnTo>
                <a:lnTo>
                  <a:pt x="344062" y="122885"/>
                </a:lnTo>
                <a:lnTo>
                  <a:pt x="344519" y="122184"/>
                </a:lnTo>
                <a:lnTo>
                  <a:pt x="344948" y="121463"/>
                </a:lnTo>
                <a:lnTo>
                  <a:pt x="345350" y="120724"/>
                </a:lnTo>
                <a:lnTo>
                  <a:pt x="345724" y="119965"/>
                </a:lnTo>
                <a:lnTo>
                  <a:pt x="346070" y="119188"/>
                </a:lnTo>
                <a:lnTo>
                  <a:pt x="346389" y="118392"/>
                </a:lnTo>
                <a:lnTo>
                  <a:pt x="346680" y="117577"/>
                </a:lnTo>
                <a:lnTo>
                  <a:pt x="346943" y="116743"/>
                </a:lnTo>
                <a:lnTo>
                  <a:pt x="347179" y="115890"/>
                </a:lnTo>
                <a:lnTo>
                  <a:pt x="347386" y="115018"/>
                </a:lnTo>
                <a:lnTo>
                  <a:pt x="347567" y="114127"/>
                </a:lnTo>
                <a:lnTo>
                  <a:pt x="347719" y="113217"/>
                </a:lnTo>
                <a:lnTo>
                  <a:pt x="347844" y="112288"/>
                </a:lnTo>
                <a:lnTo>
                  <a:pt x="347941" y="111341"/>
                </a:lnTo>
                <a:lnTo>
                  <a:pt x="348010" y="110374"/>
                </a:lnTo>
                <a:lnTo>
                  <a:pt x="348051" y="109388"/>
                </a:lnTo>
                <a:lnTo>
                  <a:pt x="348065" y="108384"/>
                </a:lnTo>
                <a:lnTo>
                  <a:pt x="348056" y="107445"/>
                </a:lnTo>
                <a:lnTo>
                  <a:pt x="348027" y="106522"/>
                </a:lnTo>
                <a:lnTo>
                  <a:pt x="347979" y="105617"/>
                </a:lnTo>
                <a:lnTo>
                  <a:pt x="347912" y="104729"/>
                </a:lnTo>
                <a:lnTo>
                  <a:pt x="347825" y="103857"/>
                </a:lnTo>
                <a:lnTo>
                  <a:pt x="347720" y="103003"/>
                </a:lnTo>
                <a:lnTo>
                  <a:pt x="347595" y="102165"/>
                </a:lnTo>
                <a:lnTo>
                  <a:pt x="347451" y="101345"/>
                </a:lnTo>
                <a:lnTo>
                  <a:pt x="347288" y="100542"/>
                </a:lnTo>
                <a:lnTo>
                  <a:pt x="347105" y="99755"/>
                </a:lnTo>
                <a:lnTo>
                  <a:pt x="346904" y="98986"/>
                </a:lnTo>
                <a:lnTo>
                  <a:pt x="346683" y="98234"/>
                </a:lnTo>
                <a:lnTo>
                  <a:pt x="346443" y="97498"/>
                </a:lnTo>
                <a:lnTo>
                  <a:pt x="346183" y="96780"/>
                </a:lnTo>
                <a:lnTo>
                  <a:pt x="345905" y="96079"/>
                </a:lnTo>
                <a:lnTo>
                  <a:pt x="345607" y="95394"/>
                </a:lnTo>
                <a:lnTo>
                  <a:pt x="345291" y="94727"/>
                </a:lnTo>
                <a:lnTo>
                  <a:pt x="344954" y="94077"/>
                </a:lnTo>
                <a:lnTo>
                  <a:pt x="344599" y="93443"/>
                </a:lnTo>
                <a:lnTo>
                  <a:pt x="344225" y="92827"/>
                </a:lnTo>
                <a:lnTo>
                  <a:pt x="343831" y="92228"/>
                </a:lnTo>
                <a:lnTo>
                  <a:pt x="343418" y="91645"/>
                </a:lnTo>
                <a:lnTo>
                  <a:pt x="342986" y="91080"/>
                </a:lnTo>
                <a:lnTo>
                  <a:pt x="342535" y="90532"/>
                </a:lnTo>
                <a:lnTo>
                  <a:pt x="342065" y="90000"/>
                </a:lnTo>
                <a:lnTo>
                  <a:pt x="341575" y="89486"/>
                </a:lnTo>
                <a:lnTo>
                  <a:pt x="341066" y="88989"/>
                </a:lnTo>
                <a:lnTo>
                  <a:pt x="340539" y="88508"/>
                </a:lnTo>
                <a:lnTo>
                  <a:pt x="339991" y="88045"/>
                </a:lnTo>
                <a:lnTo>
                  <a:pt x="339425" y="87599"/>
                </a:lnTo>
                <a:lnTo>
                  <a:pt x="338840" y="87170"/>
                </a:lnTo>
                <a:lnTo>
                  <a:pt x="338235" y="86757"/>
                </a:lnTo>
                <a:lnTo>
                  <a:pt x="337611" y="86362"/>
                </a:lnTo>
                <a:lnTo>
                  <a:pt x="336968" y="85984"/>
                </a:lnTo>
                <a:lnTo>
                  <a:pt x="336305" y="85623"/>
                </a:lnTo>
                <a:lnTo>
                  <a:pt x="335624" y="85279"/>
                </a:lnTo>
                <a:lnTo>
                  <a:pt x="334923" y="84951"/>
                </a:lnTo>
                <a:lnTo>
                  <a:pt x="334203" y="84641"/>
                </a:lnTo>
                <a:lnTo>
                  <a:pt x="333464" y="84348"/>
                </a:lnTo>
                <a:lnTo>
                  <a:pt x="332705" y="84072"/>
                </a:lnTo>
                <a:lnTo>
                  <a:pt x="331927" y="83813"/>
                </a:lnTo>
                <a:lnTo>
                  <a:pt x="331131" y="83570"/>
                </a:lnTo>
                <a:lnTo>
                  <a:pt x="330314" y="83345"/>
                </a:lnTo>
                <a:lnTo>
                  <a:pt x="329479" y="83137"/>
                </a:lnTo>
                <a:lnTo>
                  <a:pt x="328625" y="82946"/>
                </a:lnTo>
                <a:lnTo>
                  <a:pt x="327751" y="82772"/>
                </a:lnTo>
                <a:lnTo>
                  <a:pt x="326858" y="82615"/>
                </a:lnTo>
                <a:lnTo>
                  <a:pt x="325946" y="82475"/>
                </a:lnTo>
                <a:lnTo>
                  <a:pt x="303511" y="79314"/>
                </a:lnTo>
                <a:lnTo>
                  <a:pt x="303172" y="79258"/>
                </a:lnTo>
                <a:lnTo>
                  <a:pt x="302840" y="79195"/>
                </a:lnTo>
                <a:lnTo>
                  <a:pt x="302515" y="79124"/>
                </a:lnTo>
                <a:lnTo>
                  <a:pt x="302196" y="79046"/>
                </a:lnTo>
                <a:lnTo>
                  <a:pt x="301885" y="78962"/>
                </a:lnTo>
                <a:lnTo>
                  <a:pt x="301580" y="78870"/>
                </a:lnTo>
                <a:lnTo>
                  <a:pt x="301282" y="78771"/>
                </a:lnTo>
                <a:lnTo>
                  <a:pt x="300991" y="78665"/>
                </a:lnTo>
                <a:lnTo>
                  <a:pt x="300707" y="78552"/>
                </a:lnTo>
                <a:lnTo>
                  <a:pt x="300430" y="78431"/>
                </a:lnTo>
                <a:lnTo>
                  <a:pt x="300160" y="78304"/>
                </a:lnTo>
                <a:lnTo>
                  <a:pt x="299896" y="78169"/>
                </a:lnTo>
                <a:lnTo>
                  <a:pt x="299640" y="78027"/>
                </a:lnTo>
                <a:lnTo>
                  <a:pt x="299390" y="77878"/>
                </a:lnTo>
                <a:lnTo>
                  <a:pt x="299147" y="77722"/>
                </a:lnTo>
                <a:lnTo>
                  <a:pt x="298911" y="77559"/>
                </a:lnTo>
                <a:lnTo>
                  <a:pt x="298682" y="77389"/>
                </a:lnTo>
                <a:lnTo>
                  <a:pt x="298459" y="77211"/>
                </a:lnTo>
                <a:lnTo>
                  <a:pt x="298244" y="77027"/>
                </a:lnTo>
                <a:lnTo>
                  <a:pt x="298035" y="76835"/>
                </a:lnTo>
                <a:lnTo>
                  <a:pt x="297833" y="76636"/>
                </a:lnTo>
                <a:lnTo>
                  <a:pt x="297638" y="76430"/>
                </a:lnTo>
                <a:lnTo>
                  <a:pt x="297450" y="76217"/>
                </a:lnTo>
                <a:lnTo>
                  <a:pt x="297269" y="75997"/>
                </a:lnTo>
                <a:lnTo>
                  <a:pt x="297095" y="75770"/>
                </a:lnTo>
                <a:lnTo>
                  <a:pt x="296928" y="75537"/>
                </a:lnTo>
                <a:lnTo>
                  <a:pt x="296769" y="75298"/>
                </a:lnTo>
                <a:lnTo>
                  <a:pt x="296617" y="75053"/>
                </a:lnTo>
                <a:lnTo>
                  <a:pt x="296473" y="74801"/>
                </a:lnTo>
                <a:lnTo>
                  <a:pt x="296336" y="74544"/>
                </a:lnTo>
                <a:lnTo>
                  <a:pt x="296206" y="74281"/>
                </a:lnTo>
                <a:lnTo>
                  <a:pt x="296084" y="74012"/>
                </a:lnTo>
                <a:lnTo>
                  <a:pt x="295969" y="73737"/>
                </a:lnTo>
                <a:lnTo>
                  <a:pt x="295861" y="73455"/>
                </a:lnTo>
                <a:lnTo>
                  <a:pt x="295761" y="73168"/>
                </a:lnTo>
                <a:lnTo>
                  <a:pt x="295669" y="72875"/>
                </a:lnTo>
                <a:lnTo>
                  <a:pt x="295584" y="72575"/>
                </a:lnTo>
                <a:lnTo>
                  <a:pt x="295506" y="72270"/>
                </a:lnTo>
                <a:lnTo>
                  <a:pt x="295435" y="71959"/>
                </a:lnTo>
                <a:lnTo>
                  <a:pt x="295372" y="71641"/>
                </a:lnTo>
                <a:lnTo>
                  <a:pt x="295317" y="71318"/>
                </a:lnTo>
                <a:lnTo>
                  <a:pt x="295269" y="70988"/>
                </a:lnTo>
                <a:lnTo>
                  <a:pt x="295228" y="70653"/>
                </a:lnTo>
                <a:lnTo>
                  <a:pt x="295195" y="70311"/>
                </a:lnTo>
                <a:lnTo>
                  <a:pt x="295169" y="69964"/>
                </a:lnTo>
                <a:lnTo>
                  <a:pt x="295150" y="69610"/>
                </a:lnTo>
                <a:lnTo>
                  <a:pt x="295139" y="69250"/>
                </a:lnTo>
                <a:lnTo>
                  <a:pt x="295135" y="68885"/>
                </a:lnTo>
                <a:lnTo>
                  <a:pt x="295143" y="68415"/>
                </a:lnTo>
                <a:lnTo>
                  <a:pt x="295164" y="67953"/>
                </a:lnTo>
                <a:lnTo>
                  <a:pt x="295200" y="67500"/>
                </a:lnTo>
                <a:lnTo>
                  <a:pt x="295250" y="67055"/>
                </a:lnTo>
                <a:lnTo>
                  <a:pt x="295314" y="66618"/>
                </a:lnTo>
                <a:lnTo>
                  <a:pt x="295392" y="66189"/>
                </a:lnTo>
                <a:lnTo>
                  <a:pt x="295485" y="65769"/>
                </a:lnTo>
                <a:lnTo>
                  <a:pt x="295592" y="65357"/>
                </a:lnTo>
                <a:lnTo>
                  <a:pt x="295713" y="64953"/>
                </a:lnTo>
                <a:lnTo>
                  <a:pt x="295849" y="64557"/>
                </a:lnTo>
                <a:lnTo>
                  <a:pt x="295998" y="64169"/>
                </a:lnTo>
                <a:lnTo>
                  <a:pt x="296162" y="63790"/>
                </a:lnTo>
                <a:lnTo>
                  <a:pt x="296341" y="63419"/>
                </a:lnTo>
                <a:lnTo>
                  <a:pt x="296533" y="63056"/>
                </a:lnTo>
                <a:lnTo>
                  <a:pt x="296740" y="62702"/>
                </a:lnTo>
                <a:lnTo>
                  <a:pt x="296961" y="62355"/>
                </a:lnTo>
                <a:lnTo>
                  <a:pt x="297197" y="62017"/>
                </a:lnTo>
                <a:lnTo>
                  <a:pt x="297446" y="61687"/>
                </a:lnTo>
                <a:lnTo>
                  <a:pt x="297710" y="61365"/>
                </a:lnTo>
                <a:lnTo>
                  <a:pt x="297988" y="61052"/>
                </a:lnTo>
                <a:lnTo>
                  <a:pt x="298281" y="60747"/>
                </a:lnTo>
                <a:lnTo>
                  <a:pt x="298587" y="60450"/>
                </a:lnTo>
                <a:lnTo>
                  <a:pt x="298908" y="60161"/>
                </a:lnTo>
                <a:lnTo>
                  <a:pt x="299243" y="59880"/>
                </a:lnTo>
                <a:lnTo>
                  <a:pt x="299591" y="59610"/>
                </a:lnTo>
                <a:lnTo>
                  <a:pt x="299950" y="59350"/>
                </a:lnTo>
                <a:lnTo>
                  <a:pt x="300320" y="59103"/>
                </a:lnTo>
                <a:lnTo>
                  <a:pt x="300701" y="58867"/>
                </a:lnTo>
                <a:lnTo>
                  <a:pt x="301092" y="58642"/>
                </a:lnTo>
                <a:lnTo>
                  <a:pt x="301495" y="58429"/>
                </a:lnTo>
                <a:lnTo>
                  <a:pt x="301909" y="58227"/>
                </a:lnTo>
                <a:lnTo>
                  <a:pt x="302333" y="58037"/>
                </a:lnTo>
                <a:lnTo>
                  <a:pt x="302769" y="57859"/>
                </a:lnTo>
                <a:lnTo>
                  <a:pt x="303216" y="57692"/>
                </a:lnTo>
                <a:lnTo>
                  <a:pt x="303673" y="57536"/>
                </a:lnTo>
                <a:lnTo>
                  <a:pt x="304142" y="57392"/>
                </a:lnTo>
                <a:lnTo>
                  <a:pt x="304621" y="57260"/>
                </a:lnTo>
                <a:lnTo>
                  <a:pt x="305112" y="57139"/>
                </a:lnTo>
                <a:lnTo>
                  <a:pt x="305613" y="57030"/>
                </a:lnTo>
                <a:lnTo>
                  <a:pt x="306126" y="56932"/>
                </a:lnTo>
                <a:lnTo>
                  <a:pt x="306649" y="56845"/>
                </a:lnTo>
                <a:lnTo>
                  <a:pt x="307183" y="56770"/>
                </a:lnTo>
                <a:lnTo>
                  <a:pt x="307729" y="56707"/>
                </a:lnTo>
                <a:lnTo>
                  <a:pt x="308285" y="56655"/>
                </a:lnTo>
                <a:lnTo>
                  <a:pt x="308852" y="56615"/>
                </a:lnTo>
                <a:lnTo>
                  <a:pt x="309431" y="56586"/>
                </a:lnTo>
                <a:lnTo>
                  <a:pt x="310020" y="56569"/>
                </a:lnTo>
                <a:lnTo>
                  <a:pt x="310620" y="56563"/>
                </a:lnTo>
                <a:lnTo>
                  <a:pt x="317573" y="56563"/>
                </a:lnTo>
                <a:lnTo>
                  <a:pt x="318109" y="56568"/>
                </a:lnTo>
                <a:lnTo>
                  <a:pt x="318636" y="56584"/>
                </a:lnTo>
                <a:lnTo>
                  <a:pt x="319154" y="56610"/>
                </a:lnTo>
                <a:lnTo>
                  <a:pt x="319664" y="56646"/>
                </a:lnTo>
                <a:lnTo>
                  <a:pt x="320166" y="56693"/>
                </a:lnTo>
                <a:lnTo>
                  <a:pt x="320659" y="56751"/>
                </a:lnTo>
                <a:lnTo>
                  <a:pt x="321143" y="56818"/>
                </a:lnTo>
                <a:lnTo>
                  <a:pt x="321620" y="56897"/>
                </a:lnTo>
                <a:lnTo>
                  <a:pt x="322087" y="56985"/>
                </a:lnTo>
                <a:lnTo>
                  <a:pt x="322546" y="57084"/>
                </a:lnTo>
                <a:lnTo>
                  <a:pt x="322997" y="57194"/>
                </a:lnTo>
                <a:lnTo>
                  <a:pt x="323439" y="57313"/>
                </a:lnTo>
                <a:lnTo>
                  <a:pt x="323872" y="57444"/>
                </a:lnTo>
                <a:lnTo>
                  <a:pt x="324297" y="57584"/>
                </a:lnTo>
                <a:lnTo>
                  <a:pt x="324714" y="57735"/>
                </a:lnTo>
                <a:lnTo>
                  <a:pt x="325122" y="57897"/>
                </a:lnTo>
                <a:lnTo>
                  <a:pt x="325521" y="58069"/>
                </a:lnTo>
                <a:lnTo>
                  <a:pt x="325912" y="58251"/>
                </a:lnTo>
                <a:lnTo>
                  <a:pt x="326295" y="58444"/>
                </a:lnTo>
                <a:lnTo>
                  <a:pt x="326669" y="58647"/>
                </a:lnTo>
                <a:lnTo>
                  <a:pt x="327034" y="58861"/>
                </a:lnTo>
                <a:lnTo>
                  <a:pt x="327391" y="59085"/>
                </a:lnTo>
                <a:lnTo>
                  <a:pt x="327740" y="59320"/>
                </a:lnTo>
                <a:lnTo>
                  <a:pt x="328080" y="59565"/>
                </a:lnTo>
                <a:lnTo>
                  <a:pt x="328409" y="59817"/>
                </a:lnTo>
                <a:lnTo>
                  <a:pt x="328725" y="60076"/>
                </a:lnTo>
                <a:lnTo>
                  <a:pt x="329029" y="60340"/>
                </a:lnTo>
                <a:lnTo>
                  <a:pt x="329319" y="60609"/>
                </a:lnTo>
                <a:lnTo>
                  <a:pt x="329597" y="60884"/>
                </a:lnTo>
                <a:lnTo>
                  <a:pt x="329862" y="61164"/>
                </a:lnTo>
                <a:lnTo>
                  <a:pt x="330114" y="61450"/>
                </a:lnTo>
                <a:lnTo>
                  <a:pt x="330353" y="61741"/>
                </a:lnTo>
                <a:lnTo>
                  <a:pt x="330579" y="62038"/>
                </a:lnTo>
                <a:lnTo>
                  <a:pt x="330792" y="62340"/>
                </a:lnTo>
                <a:lnTo>
                  <a:pt x="330992" y="62648"/>
                </a:lnTo>
                <a:lnTo>
                  <a:pt x="331180" y="62961"/>
                </a:lnTo>
                <a:lnTo>
                  <a:pt x="331354" y="63280"/>
                </a:lnTo>
                <a:lnTo>
                  <a:pt x="331516" y="63604"/>
                </a:lnTo>
                <a:lnTo>
                  <a:pt x="331665" y="63934"/>
                </a:lnTo>
                <a:lnTo>
                  <a:pt x="331801" y="64269"/>
                </a:lnTo>
                <a:lnTo>
                  <a:pt x="331924" y="64610"/>
                </a:lnTo>
                <a:lnTo>
                  <a:pt x="332034" y="64956"/>
                </a:lnTo>
                <a:lnTo>
                  <a:pt x="332131" y="65308"/>
                </a:lnTo>
                <a:lnTo>
                  <a:pt x="332215" y="65665"/>
                </a:lnTo>
                <a:lnTo>
                  <a:pt x="332287" y="66028"/>
                </a:lnTo>
                <a:lnTo>
                  <a:pt x="332345" y="66396"/>
                </a:lnTo>
                <a:lnTo>
                  <a:pt x="332391" y="66770"/>
                </a:lnTo>
                <a:lnTo>
                  <a:pt x="332424" y="67149"/>
                </a:lnTo>
                <a:lnTo>
                  <a:pt x="346802" y="67149"/>
                </a:lnTo>
                <a:lnTo>
                  <a:pt x="346737" y="66313"/>
                </a:lnTo>
                <a:lnTo>
                  <a:pt x="346646" y="65490"/>
                </a:lnTo>
                <a:lnTo>
                  <a:pt x="346529" y="64681"/>
                </a:lnTo>
                <a:lnTo>
                  <a:pt x="346387" y="63885"/>
                </a:lnTo>
                <a:lnTo>
                  <a:pt x="346220" y="63103"/>
                </a:lnTo>
                <a:lnTo>
                  <a:pt x="346027" y="62334"/>
                </a:lnTo>
                <a:lnTo>
                  <a:pt x="345808" y="61579"/>
                </a:lnTo>
                <a:lnTo>
                  <a:pt x="345564" y="60837"/>
                </a:lnTo>
                <a:lnTo>
                  <a:pt x="345295" y="60109"/>
                </a:lnTo>
                <a:lnTo>
                  <a:pt x="345000" y="59394"/>
                </a:lnTo>
                <a:lnTo>
                  <a:pt x="344679" y="58692"/>
                </a:lnTo>
                <a:lnTo>
                  <a:pt x="344333" y="58004"/>
                </a:lnTo>
                <a:lnTo>
                  <a:pt x="343962" y="57329"/>
                </a:lnTo>
                <a:lnTo>
                  <a:pt x="343565" y="56668"/>
                </a:lnTo>
                <a:lnTo>
                  <a:pt x="343142" y="56021"/>
                </a:lnTo>
                <a:lnTo>
                  <a:pt x="342694" y="55386"/>
                </a:lnTo>
                <a:lnTo>
                  <a:pt x="342220" y="54765"/>
                </a:lnTo>
                <a:lnTo>
                  <a:pt x="341721" y="54158"/>
                </a:lnTo>
                <a:lnTo>
                  <a:pt x="341197" y="53564"/>
                </a:lnTo>
                <a:lnTo>
                  <a:pt x="340646" y="52984"/>
                </a:lnTo>
                <a:lnTo>
                  <a:pt x="340071" y="52417"/>
                </a:lnTo>
                <a:lnTo>
                  <a:pt x="339469" y="51863"/>
                </a:lnTo>
                <a:lnTo>
                  <a:pt x="338843" y="51323"/>
                </a:lnTo>
                <a:lnTo>
                  <a:pt x="338191" y="50796"/>
                </a:lnTo>
                <a:lnTo>
                  <a:pt x="337517" y="50287"/>
                </a:lnTo>
                <a:lnTo>
                  <a:pt x="336828" y="49799"/>
                </a:lnTo>
                <a:lnTo>
                  <a:pt x="336123" y="49333"/>
                </a:lnTo>
                <a:lnTo>
                  <a:pt x="335401" y="48889"/>
                </a:lnTo>
                <a:lnTo>
                  <a:pt x="334663" y="48467"/>
                </a:lnTo>
                <a:lnTo>
                  <a:pt x="333910" y="48066"/>
                </a:lnTo>
                <a:lnTo>
                  <a:pt x="333139" y="47686"/>
                </a:lnTo>
                <a:lnTo>
                  <a:pt x="332353" y="47329"/>
                </a:lnTo>
                <a:lnTo>
                  <a:pt x="331551" y="46993"/>
                </a:lnTo>
                <a:lnTo>
                  <a:pt x="330732" y="46679"/>
                </a:lnTo>
                <a:lnTo>
                  <a:pt x="329897" y="46386"/>
                </a:lnTo>
                <a:lnTo>
                  <a:pt x="329046" y="46115"/>
                </a:lnTo>
                <a:lnTo>
                  <a:pt x="328179" y="45866"/>
                </a:lnTo>
                <a:lnTo>
                  <a:pt x="327296" y="45638"/>
                </a:lnTo>
                <a:lnTo>
                  <a:pt x="326396" y="45432"/>
                </a:lnTo>
                <a:lnTo>
                  <a:pt x="325481" y="45248"/>
                </a:lnTo>
                <a:lnTo>
                  <a:pt x="324549" y="45086"/>
                </a:lnTo>
                <a:lnTo>
                  <a:pt x="323601" y="44945"/>
                </a:lnTo>
                <a:lnTo>
                  <a:pt x="322637" y="44826"/>
                </a:lnTo>
                <a:lnTo>
                  <a:pt x="321656" y="44728"/>
                </a:lnTo>
                <a:lnTo>
                  <a:pt x="320660" y="44652"/>
                </a:lnTo>
                <a:lnTo>
                  <a:pt x="319647" y="44598"/>
                </a:lnTo>
                <a:lnTo>
                  <a:pt x="318618" y="44565"/>
                </a:lnTo>
                <a:lnTo>
                  <a:pt x="317573" y="44555"/>
                </a:lnTo>
                <a:lnTo>
                  <a:pt x="310620" y="44555"/>
                </a:lnTo>
                <a:lnTo>
                  <a:pt x="309485" y="44566"/>
                </a:lnTo>
                <a:lnTo>
                  <a:pt x="308370" y="44600"/>
                </a:lnTo>
                <a:lnTo>
                  <a:pt x="307276" y="44656"/>
                </a:lnTo>
                <a:lnTo>
                  <a:pt x="306203" y="44735"/>
                </a:lnTo>
                <a:lnTo>
                  <a:pt x="305150" y="44836"/>
                </a:lnTo>
                <a:lnTo>
                  <a:pt x="304117" y="44960"/>
                </a:lnTo>
                <a:lnTo>
                  <a:pt x="303105" y="45106"/>
                </a:lnTo>
                <a:lnTo>
                  <a:pt x="302114" y="45274"/>
                </a:lnTo>
                <a:lnTo>
                  <a:pt x="301144" y="45466"/>
                </a:lnTo>
                <a:lnTo>
                  <a:pt x="300194" y="45679"/>
                </a:lnTo>
                <a:lnTo>
                  <a:pt x="299264" y="45915"/>
                </a:lnTo>
                <a:lnTo>
                  <a:pt x="298355" y="46174"/>
                </a:lnTo>
                <a:lnTo>
                  <a:pt x="297467" y="46455"/>
                </a:lnTo>
                <a:lnTo>
                  <a:pt x="296599" y="46759"/>
                </a:lnTo>
                <a:lnTo>
                  <a:pt x="295752" y="47085"/>
                </a:lnTo>
                <a:lnTo>
                  <a:pt x="294925" y="47434"/>
                </a:lnTo>
                <a:lnTo>
                  <a:pt x="294119" y="47805"/>
                </a:lnTo>
                <a:lnTo>
                  <a:pt x="293334" y="48198"/>
                </a:lnTo>
                <a:lnTo>
                  <a:pt x="292569" y="48615"/>
                </a:lnTo>
                <a:lnTo>
                  <a:pt x="291824" y="49053"/>
                </a:lnTo>
                <a:lnTo>
                  <a:pt x="291101" y="49514"/>
                </a:lnTo>
                <a:lnTo>
                  <a:pt x="290397" y="49998"/>
                </a:lnTo>
                <a:lnTo>
                  <a:pt x="289715" y="50504"/>
                </a:lnTo>
                <a:lnTo>
                  <a:pt x="289053" y="51033"/>
                </a:lnTo>
                <a:lnTo>
                  <a:pt x="288415" y="51581"/>
                </a:lnTo>
                <a:lnTo>
                  <a:pt x="287804" y="52146"/>
                </a:lnTo>
                <a:lnTo>
                  <a:pt x="287220" y="52729"/>
                </a:lnTo>
                <a:lnTo>
                  <a:pt x="286663" y="53328"/>
                </a:lnTo>
                <a:lnTo>
                  <a:pt x="286134" y="53944"/>
                </a:lnTo>
                <a:lnTo>
                  <a:pt x="285631" y="54578"/>
                </a:lnTo>
                <a:lnTo>
                  <a:pt x="285156" y="55228"/>
                </a:lnTo>
                <a:lnTo>
                  <a:pt x="284708" y="55895"/>
                </a:lnTo>
                <a:lnTo>
                  <a:pt x="284287" y="56580"/>
                </a:lnTo>
                <a:lnTo>
                  <a:pt x="283893" y="57281"/>
                </a:lnTo>
                <a:lnTo>
                  <a:pt x="283527" y="57999"/>
                </a:lnTo>
                <a:lnTo>
                  <a:pt x="283187" y="58735"/>
                </a:lnTo>
                <a:lnTo>
                  <a:pt x="282875" y="59487"/>
                </a:lnTo>
                <a:lnTo>
                  <a:pt x="282590" y="60256"/>
                </a:lnTo>
                <a:lnTo>
                  <a:pt x="282332" y="61043"/>
                </a:lnTo>
                <a:lnTo>
                  <a:pt x="282101" y="61846"/>
                </a:lnTo>
                <a:lnTo>
                  <a:pt x="281897" y="62666"/>
                </a:lnTo>
                <a:lnTo>
                  <a:pt x="281721" y="63504"/>
                </a:lnTo>
                <a:lnTo>
                  <a:pt x="281572" y="64358"/>
                </a:lnTo>
                <a:lnTo>
                  <a:pt x="281449" y="65229"/>
                </a:lnTo>
                <a:lnTo>
                  <a:pt x="281354" y="66118"/>
                </a:lnTo>
                <a:lnTo>
                  <a:pt x="281286" y="67023"/>
                </a:lnTo>
                <a:lnTo>
                  <a:pt x="281246" y="67945"/>
                </a:lnTo>
                <a:lnTo>
                  <a:pt x="281232" y="68885"/>
                </a:lnTo>
                <a:lnTo>
                  <a:pt x="281241" y="69708"/>
                </a:lnTo>
                <a:lnTo>
                  <a:pt x="281266" y="70517"/>
                </a:lnTo>
                <a:lnTo>
                  <a:pt x="281309" y="71313"/>
                </a:lnTo>
                <a:lnTo>
                  <a:pt x="281368" y="72095"/>
                </a:lnTo>
                <a:lnTo>
                  <a:pt x="281445" y="72864"/>
                </a:lnTo>
                <a:lnTo>
                  <a:pt x="281538" y="73620"/>
                </a:lnTo>
                <a:lnTo>
                  <a:pt x="281649" y="74362"/>
                </a:lnTo>
                <a:lnTo>
                  <a:pt x="281776" y="75091"/>
                </a:lnTo>
                <a:lnTo>
                  <a:pt x="281921" y="75806"/>
                </a:lnTo>
                <a:lnTo>
                  <a:pt x="282083" y="76508"/>
                </a:lnTo>
                <a:lnTo>
                  <a:pt x="282261" y="77196"/>
                </a:lnTo>
                <a:lnTo>
                  <a:pt x="282457" y="77871"/>
                </a:lnTo>
                <a:lnTo>
                  <a:pt x="282669" y="78533"/>
                </a:lnTo>
                <a:lnTo>
                  <a:pt x="282899" y="79181"/>
                </a:lnTo>
                <a:lnTo>
                  <a:pt x="283146" y="79815"/>
                </a:lnTo>
                <a:lnTo>
                  <a:pt x="283409" y="80436"/>
                </a:lnTo>
                <a:lnTo>
                  <a:pt x="283690" y="81044"/>
                </a:lnTo>
                <a:lnTo>
                  <a:pt x="283988" y="81638"/>
                </a:lnTo>
                <a:lnTo>
                  <a:pt x="284302" y="82219"/>
                </a:lnTo>
                <a:lnTo>
                  <a:pt x="284634" y="82787"/>
                </a:lnTo>
                <a:lnTo>
                  <a:pt x="284983" y="83341"/>
                </a:lnTo>
                <a:lnTo>
                  <a:pt x="285349" y="83881"/>
                </a:lnTo>
                <a:lnTo>
                  <a:pt x="285731" y="84408"/>
                </a:lnTo>
                <a:lnTo>
                  <a:pt x="286131" y="84922"/>
                </a:lnTo>
                <a:lnTo>
                  <a:pt x="286546" y="85420"/>
                </a:lnTo>
                <a:lnTo>
                  <a:pt x="286975" y="85902"/>
                </a:lnTo>
                <a:lnTo>
                  <a:pt x="287417" y="86367"/>
                </a:lnTo>
                <a:lnTo>
                  <a:pt x="287874" y="86815"/>
                </a:lnTo>
                <a:lnTo>
                  <a:pt x="288344" y="87247"/>
                </a:lnTo>
                <a:lnTo>
                  <a:pt x="288827" y="87662"/>
                </a:lnTo>
                <a:lnTo>
                  <a:pt x="289325" y="88060"/>
                </a:lnTo>
                <a:lnTo>
                  <a:pt x="289836" y="88442"/>
                </a:lnTo>
                <a:lnTo>
                  <a:pt x="290360" y="88806"/>
                </a:lnTo>
                <a:lnTo>
                  <a:pt x="290899" y="89154"/>
                </a:lnTo>
                <a:lnTo>
                  <a:pt x="291451" y="89485"/>
                </a:lnTo>
                <a:lnTo>
                  <a:pt x="292017" y="89800"/>
                </a:lnTo>
                <a:lnTo>
                  <a:pt x="292597" y="90098"/>
                </a:lnTo>
                <a:lnTo>
                  <a:pt x="293190" y="90379"/>
                </a:lnTo>
                <a:lnTo>
                  <a:pt x="293797" y="90643"/>
                </a:lnTo>
                <a:lnTo>
                  <a:pt x="294418" y="90891"/>
                </a:lnTo>
                <a:lnTo>
                  <a:pt x="295052" y="91122"/>
                </a:lnTo>
                <a:lnTo>
                  <a:pt x="295700" y="91336"/>
                </a:lnTo>
                <a:lnTo>
                  <a:pt x="296362" y="91533"/>
                </a:lnTo>
                <a:lnTo>
                  <a:pt x="297038" y="91714"/>
                </a:lnTo>
                <a:lnTo>
                  <a:pt x="297727" y="91878"/>
                </a:lnTo>
                <a:lnTo>
                  <a:pt x="298430" y="92026"/>
                </a:lnTo>
                <a:lnTo>
                  <a:pt x="299147" y="92156"/>
                </a:lnTo>
                <a:lnTo>
                  <a:pt x="299878" y="92270"/>
                </a:lnTo>
                <a:lnTo>
                  <a:pt x="323892" y="95746"/>
                </a:lnTo>
                <a:lnTo>
                  <a:pt x="324322" y="95803"/>
                </a:lnTo>
                <a:lnTo>
                  <a:pt x="324742" y="95869"/>
                </a:lnTo>
                <a:lnTo>
                  <a:pt x="325154" y="95944"/>
                </a:lnTo>
                <a:lnTo>
                  <a:pt x="325555" y="96027"/>
                </a:lnTo>
                <a:lnTo>
                  <a:pt x="325948" y="96119"/>
                </a:lnTo>
                <a:lnTo>
                  <a:pt x="326331" y="96220"/>
                </a:lnTo>
                <a:lnTo>
                  <a:pt x="326705" y="96330"/>
                </a:lnTo>
                <a:lnTo>
                  <a:pt x="327070" y="96448"/>
                </a:lnTo>
                <a:lnTo>
                  <a:pt x="327425" y="96576"/>
                </a:lnTo>
                <a:lnTo>
                  <a:pt x="327771" y="96712"/>
                </a:lnTo>
                <a:lnTo>
                  <a:pt x="328107" y="96857"/>
                </a:lnTo>
                <a:lnTo>
                  <a:pt x="328435" y="97010"/>
                </a:lnTo>
                <a:lnTo>
                  <a:pt x="328752" y="97173"/>
                </a:lnTo>
                <a:lnTo>
                  <a:pt x="329061" y="97344"/>
                </a:lnTo>
                <a:lnTo>
                  <a:pt x="329360" y="97524"/>
                </a:lnTo>
                <a:lnTo>
                  <a:pt x="329650" y="97713"/>
                </a:lnTo>
                <a:lnTo>
                  <a:pt x="329931" y="97910"/>
                </a:lnTo>
                <a:lnTo>
                  <a:pt x="330202" y="98116"/>
                </a:lnTo>
                <a:lnTo>
                  <a:pt x="330464" y="98331"/>
                </a:lnTo>
                <a:lnTo>
                  <a:pt x="330716" y="98555"/>
                </a:lnTo>
                <a:lnTo>
                  <a:pt x="330959" y="98788"/>
                </a:lnTo>
                <a:lnTo>
                  <a:pt x="331193" y="99029"/>
                </a:lnTo>
                <a:lnTo>
                  <a:pt x="331418" y="99280"/>
                </a:lnTo>
                <a:lnTo>
                  <a:pt x="331633" y="99539"/>
                </a:lnTo>
                <a:lnTo>
                  <a:pt x="331839" y="99806"/>
                </a:lnTo>
                <a:lnTo>
                  <a:pt x="332037" y="100083"/>
                </a:lnTo>
                <a:lnTo>
                  <a:pt x="332226" y="100368"/>
                </a:lnTo>
                <a:lnTo>
                  <a:pt x="332406" y="100662"/>
                </a:lnTo>
                <a:lnTo>
                  <a:pt x="332577" y="100964"/>
                </a:lnTo>
                <a:lnTo>
                  <a:pt x="332739" y="101276"/>
                </a:lnTo>
                <a:lnTo>
                  <a:pt x="332893" y="101596"/>
                </a:lnTo>
                <a:lnTo>
                  <a:pt x="333038" y="101925"/>
                </a:lnTo>
                <a:lnTo>
                  <a:pt x="333174" y="102263"/>
                </a:lnTo>
                <a:lnTo>
                  <a:pt x="333301" y="102609"/>
                </a:lnTo>
                <a:lnTo>
                  <a:pt x="333420" y="102965"/>
                </a:lnTo>
                <a:lnTo>
                  <a:pt x="333530" y="103329"/>
                </a:lnTo>
                <a:lnTo>
                  <a:pt x="333631" y="103702"/>
                </a:lnTo>
                <a:lnTo>
                  <a:pt x="333723" y="104084"/>
                </a:lnTo>
                <a:lnTo>
                  <a:pt x="333806" y="104474"/>
                </a:lnTo>
                <a:lnTo>
                  <a:pt x="333881" y="104874"/>
                </a:lnTo>
                <a:lnTo>
                  <a:pt x="333947" y="105282"/>
                </a:lnTo>
                <a:lnTo>
                  <a:pt x="334004" y="105698"/>
                </a:lnTo>
                <a:lnTo>
                  <a:pt x="334052" y="106124"/>
                </a:lnTo>
                <a:lnTo>
                  <a:pt x="334092" y="106558"/>
                </a:lnTo>
                <a:lnTo>
                  <a:pt x="334123" y="107002"/>
                </a:lnTo>
                <a:lnTo>
                  <a:pt x="334144" y="107454"/>
                </a:lnTo>
                <a:lnTo>
                  <a:pt x="334158" y="107914"/>
                </a:lnTo>
                <a:lnTo>
                  <a:pt x="334162" y="108384"/>
                </a:lnTo>
                <a:lnTo>
                  <a:pt x="334154" y="108906"/>
                </a:lnTo>
                <a:lnTo>
                  <a:pt x="334132" y="109418"/>
                </a:lnTo>
                <a:lnTo>
                  <a:pt x="334094" y="109920"/>
                </a:lnTo>
                <a:lnTo>
                  <a:pt x="334041" y="110412"/>
                </a:lnTo>
                <a:lnTo>
                  <a:pt x="333973" y="110894"/>
                </a:lnTo>
                <a:lnTo>
                  <a:pt x="333890" y="111367"/>
                </a:lnTo>
                <a:lnTo>
                  <a:pt x="333792" y="111829"/>
                </a:lnTo>
                <a:lnTo>
                  <a:pt x="333679" y="112282"/>
                </a:lnTo>
                <a:lnTo>
                  <a:pt x="333551" y="112725"/>
                </a:lnTo>
                <a:lnTo>
                  <a:pt x="333407" y="113158"/>
                </a:lnTo>
                <a:lnTo>
                  <a:pt x="333249" y="113581"/>
                </a:lnTo>
                <a:lnTo>
                  <a:pt x="333075" y="113994"/>
                </a:lnTo>
                <a:lnTo>
                  <a:pt x="332887" y="114397"/>
                </a:lnTo>
                <a:lnTo>
                  <a:pt x="332683" y="114791"/>
                </a:lnTo>
                <a:lnTo>
                  <a:pt x="332464" y="115174"/>
                </a:lnTo>
                <a:lnTo>
                  <a:pt x="332230" y="115548"/>
                </a:lnTo>
                <a:lnTo>
                  <a:pt x="331981" y="115912"/>
                </a:lnTo>
                <a:lnTo>
                  <a:pt x="331717" y="116266"/>
                </a:lnTo>
                <a:lnTo>
                  <a:pt x="331438" y="116610"/>
                </a:lnTo>
                <a:lnTo>
                  <a:pt x="331143" y="116944"/>
                </a:lnTo>
                <a:lnTo>
                  <a:pt x="330834" y="117268"/>
                </a:lnTo>
                <a:lnTo>
                  <a:pt x="330510" y="117582"/>
                </a:lnTo>
                <a:lnTo>
                  <a:pt x="330170" y="117887"/>
                </a:lnTo>
                <a:lnTo>
                  <a:pt x="329815" y="118182"/>
                </a:lnTo>
                <a:lnTo>
                  <a:pt x="329447" y="118465"/>
                </a:lnTo>
                <a:lnTo>
                  <a:pt x="329067" y="118736"/>
                </a:lnTo>
                <a:lnTo>
                  <a:pt x="328674" y="118996"/>
                </a:lnTo>
                <a:lnTo>
                  <a:pt x="328268" y="119243"/>
                </a:lnTo>
                <a:lnTo>
                  <a:pt x="327851" y="119478"/>
                </a:lnTo>
                <a:lnTo>
                  <a:pt x="327421" y="119701"/>
                </a:lnTo>
                <a:lnTo>
                  <a:pt x="326979" y="119913"/>
                </a:lnTo>
                <a:lnTo>
                  <a:pt x="326524" y="120112"/>
                </a:lnTo>
                <a:lnTo>
                  <a:pt x="326057" y="120299"/>
                </a:lnTo>
                <a:lnTo>
                  <a:pt x="325578" y="120473"/>
                </a:lnTo>
                <a:lnTo>
                  <a:pt x="325087" y="120636"/>
                </a:lnTo>
                <a:lnTo>
                  <a:pt x="324583" y="120787"/>
                </a:lnTo>
                <a:lnTo>
                  <a:pt x="324066" y="120926"/>
                </a:lnTo>
                <a:lnTo>
                  <a:pt x="323538" y="121052"/>
                </a:lnTo>
                <a:lnTo>
                  <a:pt x="322997" y="121167"/>
                </a:lnTo>
                <a:lnTo>
                  <a:pt x="322444" y="121270"/>
                </a:lnTo>
                <a:lnTo>
                  <a:pt x="321878" y="121360"/>
                </a:lnTo>
                <a:lnTo>
                  <a:pt x="321300" y="121438"/>
                </a:lnTo>
                <a:lnTo>
                  <a:pt x="320710" y="121505"/>
                </a:lnTo>
                <a:lnTo>
                  <a:pt x="320107" y="121559"/>
                </a:lnTo>
                <a:lnTo>
                  <a:pt x="319492" y="121601"/>
                </a:lnTo>
                <a:lnTo>
                  <a:pt x="318865" y="121631"/>
                </a:lnTo>
                <a:lnTo>
                  <a:pt x="318225" y="121650"/>
                </a:lnTo>
                <a:lnTo>
                  <a:pt x="317573" y="121656"/>
                </a:lnTo>
                <a:lnTo>
                  <a:pt x="310620" y="121656"/>
                </a:lnTo>
                <a:lnTo>
                  <a:pt x="309981" y="121650"/>
                </a:lnTo>
                <a:lnTo>
                  <a:pt x="309354" y="121632"/>
                </a:lnTo>
                <a:lnTo>
                  <a:pt x="308739" y="121603"/>
                </a:lnTo>
                <a:lnTo>
                  <a:pt x="308136" y="121561"/>
                </a:lnTo>
                <a:lnTo>
                  <a:pt x="307546" y="121508"/>
                </a:lnTo>
                <a:lnTo>
                  <a:pt x="306967" y="121443"/>
                </a:lnTo>
                <a:lnTo>
                  <a:pt x="306400" y="121367"/>
                </a:lnTo>
                <a:lnTo>
                  <a:pt x="305845" y="121278"/>
                </a:lnTo>
                <a:lnTo>
                  <a:pt x="305303" y="121178"/>
                </a:lnTo>
                <a:lnTo>
                  <a:pt x="304772" y="121066"/>
                </a:lnTo>
                <a:lnTo>
                  <a:pt x="304254" y="120942"/>
                </a:lnTo>
                <a:lnTo>
                  <a:pt x="303748" y="120806"/>
                </a:lnTo>
                <a:lnTo>
                  <a:pt x="303253" y="120659"/>
                </a:lnTo>
                <a:lnTo>
                  <a:pt x="302771" y="120500"/>
                </a:lnTo>
                <a:lnTo>
                  <a:pt x="302301" y="120329"/>
                </a:lnTo>
                <a:lnTo>
                  <a:pt x="301843" y="120146"/>
                </a:lnTo>
                <a:lnTo>
                  <a:pt x="301397" y="119951"/>
                </a:lnTo>
                <a:lnTo>
                  <a:pt x="300963" y="119745"/>
                </a:lnTo>
                <a:lnTo>
                  <a:pt x="300541" y="119527"/>
                </a:lnTo>
                <a:lnTo>
                  <a:pt x="300131" y="119297"/>
                </a:lnTo>
                <a:lnTo>
                  <a:pt x="299733" y="119055"/>
                </a:lnTo>
                <a:lnTo>
                  <a:pt x="299347" y="118801"/>
                </a:lnTo>
                <a:lnTo>
                  <a:pt x="298973" y="118536"/>
                </a:lnTo>
                <a:lnTo>
                  <a:pt x="298612" y="118259"/>
                </a:lnTo>
                <a:lnTo>
                  <a:pt x="298264" y="117971"/>
                </a:lnTo>
                <a:lnTo>
                  <a:pt x="297931" y="117674"/>
                </a:lnTo>
                <a:lnTo>
                  <a:pt x="297612" y="117369"/>
                </a:lnTo>
                <a:lnTo>
                  <a:pt x="297309" y="117054"/>
                </a:lnTo>
                <a:lnTo>
                  <a:pt x="297020" y="116730"/>
                </a:lnTo>
                <a:lnTo>
                  <a:pt x="296746" y="116397"/>
                </a:lnTo>
                <a:lnTo>
                  <a:pt x="296487" y="116056"/>
                </a:lnTo>
                <a:lnTo>
                  <a:pt x="296243" y="115705"/>
                </a:lnTo>
                <a:lnTo>
                  <a:pt x="296013" y="115345"/>
                </a:lnTo>
                <a:lnTo>
                  <a:pt x="295798" y="114976"/>
                </a:lnTo>
                <a:lnTo>
                  <a:pt x="295598" y="114597"/>
                </a:lnTo>
                <a:lnTo>
                  <a:pt x="295413" y="114210"/>
                </a:lnTo>
                <a:lnTo>
                  <a:pt x="295243" y="113814"/>
                </a:lnTo>
                <a:lnTo>
                  <a:pt x="295087" y="113409"/>
                </a:lnTo>
                <a:lnTo>
                  <a:pt x="294947" y="112995"/>
                </a:lnTo>
                <a:lnTo>
                  <a:pt x="294821" y="112571"/>
                </a:lnTo>
                <a:lnTo>
                  <a:pt x="294710" y="112139"/>
                </a:lnTo>
                <a:lnTo>
                  <a:pt x="294614" y="111697"/>
                </a:lnTo>
                <a:lnTo>
                  <a:pt x="294532" y="111247"/>
                </a:lnTo>
                <a:lnTo>
                  <a:pt x="294466" y="110787"/>
                </a:lnTo>
                <a:lnTo>
                  <a:pt x="294414" y="110319"/>
                </a:lnTo>
                <a:lnTo>
                  <a:pt x="294377" y="109841"/>
                </a:lnTo>
                <a:lnTo>
                  <a:pt x="294354" y="109355"/>
                </a:lnTo>
                <a:lnTo>
                  <a:pt x="294347" y="108859"/>
                </a:lnTo>
                <a:lnTo>
                  <a:pt x="280128" y="108859"/>
                </a:lnTo>
                <a:lnTo>
                  <a:pt x="280134" y="109526"/>
                </a:lnTo>
                <a:lnTo>
                  <a:pt x="280153" y="110185"/>
                </a:lnTo>
                <a:lnTo>
                  <a:pt x="280183" y="110835"/>
                </a:lnTo>
                <a:lnTo>
                  <a:pt x="280227" y="111477"/>
                </a:lnTo>
                <a:lnTo>
                  <a:pt x="280282" y="112110"/>
                </a:lnTo>
                <a:lnTo>
                  <a:pt x="280350" y="112734"/>
                </a:lnTo>
                <a:lnTo>
                  <a:pt x="280430" y="113351"/>
                </a:lnTo>
                <a:lnTo>
                  <a:pt x="280523" y="113958"/>
                </a:lnTo>
                <a:lnTo>
                  <a:pt x="280628" y="114558"/>
                </a:lnTo>
                <a:lnTo>
                  <a:pt x="280745" y="115148"/>
                </a:lnTo>
                <a:lnTo>
                  <a:pt x="280874" y="115730"/>
                </a:lnTo>
                <a:lnTo>
                  <a:pt x="281016" y="116304"/>
                </a:lnTo>
                <a:lnTo>
                  <a:pt x="281171" y="116869"/>
                </a:lnTo>
                <a:lnTo>
                  <a:pt x="281337" y="117426"/>
                </a:lnTo>
                <a:lnTo>
                  <a:pt x="281516" y="117974"/>
                </a:lnTo>
                <a:lnTo>
                  <a:pt x="281707" y="118514"/>
                </a:lnTo>
                <a:lnTo>
                  <a:pt x="281911" y="119045"/>
                </a:lnTo>
                <a:lnTo>
                  <a:pt x="282127" y="119568"/>
                </a:lnTo>
                <a:lnTo>
                  <a:pt x="282355" y="120082"/>
                </a:lnTo>
                <a:lnTo>
                  <a:pt x="282596" y="120588"/>
                </a:lnTo>
                <a:lnTo>
                  <a:pt x="282849" y="121085"/>
                </a:lnTo>
                <a:lnTo>
                  <a:pt x="283114" y="121574"/>
                </a:lnTo>
                <a:lnTo>
                  <a:pt x="283392" y="122054"/>
                </a:lnTo>
                <a:lnTo>
                  <a:pt x="283682" y="122526"/>
                </a:lnTo>
                <a:lnTo>
                  <a:pt x="283984" y="122989"/>
                </a:lnTo>
                <a:lnTo>
                  <a:pt x="284297" y="123442"/>
                </a:lnTo>
                <a:lnTo>
                  <a:pt x="284622" y="123886"/>
                </a:lnTo>
                <a:lnTo>
                  <a:pt x="284959" y="124321"/>
                </a:lnTo>
                <a:lnTo>
                  <a:pt x="285307" y="124746"/>
                </a:lnTo>
                <a:lnTo>
                  <a:pt x="285667" y="125162"/>
                </a:lnTo>
                <a:lnTo>
                  <a:pt x="286038" y="125569"/>
                </a:lnTo>
                <a:lnTo>
                  <a:pt x="286421" y="125966"/>
                </a:lnTo>
                <a:lnTo>
                  <a:pt x="286815" y="126354"/>
                </a:lnTo>
                <a:lnTo>
                  <a:pt x="287220" y="126733"/>
                </a:lnTo>
                <a:lnTo>
                  <a:pt x="287638" y="127103"/>
                </a:lnTo>
                <a:lnTo>
                  <a:pt x="288066" y="127463"/>
                </a:lnTo>
                <a:lnTo>
                  <a:pt x="288506" y="127814"/>
                </a:lnTo>
                <a:lnTo>
                  <a:pt x="288958" y="128155"/>
                </a:lnTo>
                <a:lnTo>
                  <a:pt x="289421" y="128487"/>
                </a:lnTo>
                <a:lnTo>
                  <a:pt x="289896" y="128810"/>
                </a:lnTo>
                <a:lnTo>
                  <a:pt x="290382" y="129124"/>
                </a:lnTo>
                <a:lnTo>
                  <a:pt x="290880" y="129428"/>
                </a:lnTo>
                <a:lnTo>
                  <a:pt x="291389" y="129723"/>
                </a:lnTo>
                <a:lnTo>
                  <a:pt x="291910" y="130009"/>
                </a:lnTo>
                <a:lnTo>
                  <a:pt x="292442" y="130285"/>
                </a:lnTo>
                <a:lnTo>
                  <a:pt x="292986" y="130552"/>
                </a:lnTo>
                <a:lnTo>
                  <a:pt x="293542" y="130810"/>
                </a:lnTo>
                <a:lnTo>
                  <a:pt x="294108" y="131058"/>
                </a:lnTo>
                <a:lnTo>
                  <a:pt x="294686" y="131296"/>
                </a:lnTo>
                <a:lnTo>
                  <a:pt x="295273" y="131525"/>
                </a:lnTo>
                <a:lnTo>
                  <a:pt x="295870" y="131743"/>
                </a:lnTo>
                <a:lnTo>
                  <a:pt x="296476" y="131951"/>
                </a:lnTo>
                <a:lnTo>
                  <a:pt x="297092" y="132149"/>
                </a:lnTo>
                <a:lnTo>
                  <a:pt x="297718" y="132336"/>
                </a:lnTo>
                <a:lnTo>
                  <a:pt x="298353" y="132514"/>
                </a:lnTo>
                <a:lnTo>
                  <a:pt x="298998" y="132681"/>
                </a:lnTo>
                <a:lnTo>
                  <a:pt x="299652" y="132838"/>
                </a:lnTo>
                <a:lnTo>
                  <a:pt x="300316" y="132986"/>
                </a:lnTo>
                <a:lnTo>
                  <a:pt x="300990" y="133122"/>
                </a:lnTo>
                <a:lnTo>
                  <a:pt x="301673" y="133249"/>
                </a:lnTo>
                <a:lnTo>
                  <a:pt x="302366" y="133366"/>
                </a:lnTo>
                <a:lnTo>
                  <a:pt x="303068" y="133473"/>
                </a:lnTo>
                <a:lnTo>
                  <a:pt x="303780" y="133569"/>
                </a:lnTo>
                <a:lnTo>
                  <a:pt x="304502" y="133655"/>
                </a:lnTo>
                <a:lnTo>
                  <a:pt x="305233" y="133731"/>
                </a:lnTo>
                <a:lnTo>
                  <a:pt x="305974" y="133797"/>
                </a:lnTo>
                <a:lnTo>
                  <a:pt x="306724" y="133853"/>
                </a:lnTo>
                <a:lnTo>
                  <a:pt x="307484" y="133899"/>
                </a:lnTo>
                <a:lnTo>
                  <a:pt x="308254" y="133934"/>
                </a:lnTo>
                <a:lnTo>
                  <a:pt x="309033" y="133960"/>
                </a:lnTo>
                <a:lnTo>
                  <a:pt x="309822" y="133975"/>
                </a:lnTo>
                <a:lnTo>
                  <a:pt x="310620" y="133980"/>
                </a:lnTo>
                <a:lnTo>
                  <a:pt x="317573" y="133980"/>
                </a:lnTo>
                <a:lnTo>
                  <a:pt x="318773" y="133968"/>
                </a:lnTo>
                <a:lnTo>
                  <a:pt x="319950" y="133933"/>
                </a:lnTo>
                <a:lnTo>
                  <a:pt x="321104" y="133875"/>
                </a:lnTo>
                <a:lnTo>
                  <a:pt x="322236" y="133793"/>
                </a:lnTo>
                <a:close/>
                <a:moveTo>
                  <a:pt x="410275" y="133802"/>
                </a:moveTo>
                <a:lnTo>
                  <a:pt x="411091" y="133723"/>
                </a:lnTo>
                <a:lnTo>
                  <a:pt x="411898" y="133630"/>
                </a:lnTo>
                <a:lnTo>
                  <a:pt x="412695" y="133523"/>
                </a:lnTo>
                <a:lnTo>
                  <a:pt x="413482" y="133402"/>
                </a:lnTo>
                <a:lnTo>
                  <a:pt x="414260" y="133267"/>
                </a:lnTo>
                <a:lnTo>
                  <a:pt x="415028" y="133117"/>
                </a:lnTo>
                <a:lnTo>
                  <a:pt x="415786" y="132953"/>
                </a:lnTo>
                <a:lnTo>
                  <a:pt x="416535" y="132774"/>
                </a:lnTo>
                <a:lnTo>
                  <a:pt x="417274" y="132582"/>
                </a:lnTo>
                <a:lnTo>
                  <a:pt x="418004" y="132375"/>
                </a:lnTo>
                <a:lnTo>
                  <a:pt x="418724" y="132154"/>
                </a:lnTo>
                <a:lnTo>
                  <a:pt x="419435" y="131919"/>
                </a:lnTo>
                <a:lnTo>
                  <a:pt x="420136" y="131669"/>
                </a:lnTo>
                <a:lnTo>
                  <a:pt x="420827" y="131405"/>
                </a:lnTo>
                <a:lnTo>
                  <a:pt x="421509" y="131127"/>
                </a:lnTo>
                <a:lnTo>
                  <a:pt x="422181" y="130835"/>
                </a:lnTo>
                <a:lnTo>
                  <a:pt x="422843" y="130528"/>
                </a:lnTo>
                <a:lnTo>
                  <a:pt x="423496" y="130207"/>
                </a:lnTo>
                <a:lnTo>
                  <a:pt x="424139" y="129872"/>
                </a:lnTo>
                <a:lnTo>
                  <a:pt x="424772" y="129523"/>
                </a:lnTo>
                <a:lnTo>
                  <a:pt x="425392" y="129161"/>
                </a:lnTo>
                <a:lnTo>
                  <a:pt x="426001" y="128787"/>
                </a:lnTo>
                <a:lnTo>
                  <a:pt x="426597" y="128399"/>
                </a:lnTo>
                <a:lnTo>
                  <a:pt x="427182" y="127999"/>
                </a:lnTo>
                <a:lnTo>
                  <a:pt x="427754" y="127586"/>
                </a:lnTo>
                <a:lnTo>
                  <a:pt x="428314" y="127160"/>
                </a:lnTo>
                <a:lnTo>
                  <a:pt x="428862" y="126721"/>
                </a:lnTo>
                <a:lnTo>
                  <a:pt x="429398" y="126269"/>
                </a:lnTo>
                <a:lnTo>
                  <a:pt x="429922" y="125804"/>
                </a:lnTo>
                <a:lnTo>
                  <a:pt x="430434" y="125326"/>
                </a:lnTo>
                <a:lnTo>
                  <a:pt x="430934" y="124836"/>
                </a:lnTo>
                <a:lnTo>
                  <a:pt x="431422" y="124332"/>
                </a:lnTo>
                <a:lnTo>
                  <a:pt x="431898" y="123816"/>
                </a:lnTo>
                <a:lnTo>
                  <a:pt x="432361" y="123286"/>
                </a:lnTo>
                <a:lnTo>
                  <a:pt x="432813" y="122744"/>
                </a:lnTo>
                <a:lnTo>
                  <a:pt x="433252" y="122189"/>
                </a:lnTo>
                <a:lnTo>
                  <a:pt x="433680" y="121621"/>
                </a:lnTo>
                <a:lnTo>
                  <a:pt x="434095" y="121040"/>
                </a:lnTo>
                <a:lnTo>
                  <a:pt x="434498" y="120447"/>
                </a:lnTo>
                <a:lnTo>
                  <a:pt x="434890" y="119840"/>
                </a:lnTo>
                <a:lnTo>
                  <a:pt x="435269" y="119221"/>
                </a:lnTo>
                <a:lnTo>
                  <a:pt x="435636" y="118588"/>
                </a:lnTo>
                <a:lnTo>
                  <a:pt x="435991" y="117943"/>
                </a:lnTo>
                <a:lnTo>
                  <a:pt x="436333" y="117286"/>
                </a:lnTo>
                <a:lnTo>
                  <a:pt x="436660" y="116618"/>
                </a:lnTo>
                <a:lnTo>
                  <a:pt x="436972" y="115940"/>
                </a:lnTo>
                <a:lnTo>
                  <a:pt x="437270" y="115250"/>
                </a:lnTo>
                <a:lnTo>
                  <a:pt x="437554" y="114551"/>
                </a:lnTo>
                <a:lnTo>
                  <a:pt x="437823" y="113840"/>
                </a:lnTo>
                <a:lnTo>
                  <a:pt x="438077" y="113119"/>
                </a:lnTo>
                <a:lnTo>
                  <a:pt x="438317" y="112387"/>
                </a:lnTo>
                <a:lnTo>
                  <a:pt x="438543" y="111644"/>
                </a:lnTo>
                <a:lnTo>
                  <a:pt x="438754" y="110891"/>
                </a:lnTo>
                <a:lnTo>
                  <a:pt x="438950" y="110127"/>
                </a:lnTo>
                <a:lnTo>
                  <a:pt x="439132" y="109352"/>
                </a:lnTo>
                <a:lnTo>
                  <a:pt x="439299" y="108566"/>
                </a:lnTo>
                <a:lnTo>
                  <a:pt x="439451" y="107770"/>
                </a:lnTo>
                <a:lnTo>
                  <a:pt x="439590" y="106963"/>
                </a:lnTo>
                <a:lnTo>
                  <a:pt x="439713" y="106146"/>
                </a:lnTo>
                <a:lnTo>
                  <a:pt x="439822" y="105318"/>
                </a:lnTo>
                <a:lnTo>
                  <a:pt x="439917" y="104479"/>
                </a:lnTo>
                <a:lnTo>
                  <a:pt x="439997" y="103629"/>
                </a:lnTo>
                <a:lnTo>
                  <a:pt x="440062" y="102769"/>
                </a:lnTo>
                <a:lnTo>
                  <a:pt x="440113" y="101898"/>
                </a:lnTo>
                <a:lnTo>
                  <a:pt x="440149" y="101016"/>
                </a:lnTo>
                <a:lnTo>
                  <a:pt x="440171" y="100124"/>
                </a:lnTo>
                <a:lnTo>
                  <a:pt x="440179" y="99220"/>
                </a:lnTo>
                <a:lnTo>
                  <a:pt x="440179" y="79314"/>
                </a:lnTo>
                <a:lnTo>
                  <a:pt x="440171" y="78398"/>
                </a:lnTo>
                <a:lnTo>
                  <a:pt x="440149" y="77494"/>
                </a:lnTo>
                <a:lnTo>
                  <a:pt x="440113" y="76601"/>
                </a:lnTo>
                <a:lnTo>
                  <a:pt x="440062" y="75719"/>
                </a:lnTo>
                <a:lnTo>
                  <a:pt x="439997" y="74849"/>
                </a:lnTo>
                <a:lnTo>
                  <a:pt x="439917" y="73991"/>
                </a:lnTo>
                <a:lnTo>
                  <a:pt x="439822" y="73144"/>
                </a:lnTo>
                <a:lnTo>
                  <a:pt x="439713" y="72309"/>
                </a:lnTo>
                <a:lnTo>
                  <a:pt x="439590" y="71485"/>
                </a:lnTo>
                <a:lnTo>
                  <a:pt x="439451" y="70673"/>
                </a:lnTo>
                <a:lnTo>
                  <a:pt x="439299" y="69872"/>
                </a:lnTo>
                <a:lnTo>
                  <a:pt x="439132" y="69083"/>
                </a:lnTo>
                <a:lnTo>
                  <a:pt x="438950" y="68305"/>
                </a:lnTo>
                <a:lnTo>
                  <a:pt x="438754" y="67539"/>
                </a:lnTo>
                <a:lnTo>
                  <a:pt x="438543" y="66785"/>
                </a:lnTo>
                <a:lnTo>
                  <a:pt x="438317" y="66042"/>
                </a:lnTo>
                <a:lnTo>
                  <a:pt x="438077" y="65310"/>
                </a:lnTo>
                <a:lnTo>
                  <a:pt x="437823" y="64590"/>
                </a:lnTo>
                <a:lnTo>
                  <a:pt x="437554" y="63882"/>
                </a:lnTo>
                <a:lnTo>
                  <a:pt x="437270" y="63185"/>
                </a:lnTo>
                <a:lnTo>
                  <a:pt x="436972" y="62499"/>
                </a:lnTo>
                <a:lnTo>
                  <a:pt x="436660" y="61825"/>
                </a:lnTo>
                <a:lnTo>
                  <a:pt x="436333" y="61163"/>
                </a:lnTo>
                <a:lnTo>
                  <a:pt x="435991" y="60512"/>
                </a:lnTo>
                <a:lnTo>
                  <a:pt x="435636" y="59873"/>
                </a:lnTo>
                <a:lnTo>
                  <a:pt x="435269" y="59247"/>
                </a:lnTo>
                <a:lnTo>
                  <a:pt x="434891" y="58633"/>
                </a:lnTo>
                <a:lnTo>
                  <a:pt x="434501" y="58033"/>
                </a:lnTo>
                <a:lnTo>
                  <a:pt x="434099" y="57444"/>
                </a:lnTo>
                <a:lnTo>
                  <a:pt x="433685" y="56868"/>
                </a:lnTo>
                <a:lnTo>
                  <a:pt x="433259" y="56305"/>
                </a:lnTo>
                <a:lnTo>
                  <a:pt x="432822" y="55755"/>
                </a:lnTo>
                <a:lnTo>
                  <a:pt x="432372" y="55217"/>
                </a:lnTo>
                <a:lnTo>
                  <a:pt x="431911" y="54692"/>
                </a:lnTo>
                <a:lnTo>
                  <a:pt x="431439" y="54179"/>
                </a:lnTo>
                <a:lnTo>
                  <a:pt x="430954" y="53679"/>
                </a:lnTo>
                <a:lnTo>
                  <a:pt x="430458" y="53192"/>
                </a:lnTo>
                <a:lnTo>
                  <a:pt x="429949" y="52717"/>
                </a:lnTo>
                <a:lnTo>
                  <a:pt x="429429" y="52255"/>
                </a:lnTo>
                <a:lnTo>
                  <a:pt x="428898" y="51805"/>
                </a:lnTo>
                <a:lnTo>
                  <a:pt x="428354" y="51368"/>
                </a:lnTo>
                <a:lnTo>
                  <a:pt x="427799" y="50944"/>
                </a:lnTo>
                <a:lnTo>
                  <a:pt x="427232" y="50532"/>
                </a:lnTo>
                <a:lnTo>
                  <a:pt x="426653" y="50133"/>
                </a:lnTo>
                <a:lnTo>
                  <a:pt x="426062" y="49747"/>
                </a:lnTo>
                <a:lnTo>
                  <a:pt x="425459" y="49373"/>
                </a:lnTo>
                <a:lnTo>
                  <a:pt x="424845" y="49011"/>
                </a:lnTo>
                <a:lnTo>
                  <a:pt x="424219" y="48663"/>
                </a:lnTo>
                <a:lnTo>
                  <a:pt x="423582" y="48328"/>
                </a:lnTo>
                <a:lnTo>
                  <a:pt x="422934" y="48007"/>
                </a:lnTo>
                <a:lnTo>
                  <a:pt x="422276" y="47700"/>
                </a:lnTo>
                <a:lnTo>
                  <a:pt x="421608" y="47407"/>
                </a:lnTo>
                <a:lnTo>
                  <a:pt x="420929" y="47129"/>
                </a:lnTo>
                <a:lnTo>
                  <a:pt x="420240" y="46865"/>
                </a:lnTo>
                <a:lnTo>
                  <a:pt x="419540" y="46616"/>
                </a:lnTo>
                <a:lnTo>
                  <a:pt x="418830" y="46380"/>
                </a:lnTo>
                <a:lnTo>
                  <a:pt x="418110" y="46159"/>
                </a:lnTo>
                <a:lnTo>
                  <a:pt x="417379" y="45953"/>
                </a:lnTo>
                <a:lnTo>
                  <a:pt x="416638" y="45760"/>
                </a:lnTo>
                <a:lnTo>
                  <a:pt x="415886" y="45582"/>
                </a:lnTo>
                <a:lnTo>
                  <a:pt x="415124" y="45418"/>
                </a:lnTo>
                <a:lnTo>
                  <a:pt x="414351" y="45268"/>
                </a:lnTo>
                <a:lnTo>
                  <a:pt x="413568" y="45132"/>
                </a:lnTo>
                <a:lnTo>
                  <a:pt x="412774" y="45011"/>
                </a:lnTo>
                <a:lnTo>
                  <a:pt x="411970" y="44904"/>
                </a:lnTo>
                <a:lnTo>
                  <a:pt x="411156" y="44811"/>
                </a:lnTo>
                <a:lnTo>
                  <a:pt x="410331" y="44733"/>
                </a:lnTo>
                <a:lnTo>
                  <a:pt x="409496" y="44669"/>
                </a:lnTo>
                <a:lnTo>
                  <a:pt x="408650" y="44619"/>
                </a:lnTo>
                <a:lnTo>
                  <a:pt x="407794" y="44583"/>
                </a:lnTo>
                <a:lnTo>
                  <a:pt x="406928" y="44562"/>
                </a:lnTo>
                <a:lnTo>
                  <a:pt x="406051" y="44555"/>
                </a:lnTo>
                <a:lnTo>
                  <a:pt x="405186" y="44562"/>
                </a:lnTo>
                <a:lnTo>
                  <a:pt x="404332" y="44583"/>
                </a:lnTo>
                <a:lnTo>
                  <a:pt x="403487" y="44619"/>
                </a:lnTo>
                <a:lnTo>
                  <a:pt x="402651" y="44669"/>
                </a:lnTo>
                <a:lnTo>
                  <a:pt x="401825" y="44733"/>
                </a:lnTo>
                <a:lnTo>
                  <a:pt x="401009" y="44811"/>
                </a:lnTo>
                <a:lnTo>
                  <a:pt x="400202" y="44904"/>
                </a:lnTo>
                <a:lnTo>
                  <a:pt x="399405" y="45011"/>
                </a:lnTo>
                <a:lnTo>
                  <a:pt x="398618" y="45132"/>
                </a:lnTo>
                <a:lnTo>
                  <a:pt x="397840" y="45268"/>
                </a:lnTo>
                <a:lnTo>
                  <a:pt x="397071" y="45418"/>
                </a:lnTo>
                <a:lnTo>
                  <a:pt x="396313" y="45582"/>
                </a:lnTo>
                <a:lnTo>
                  <a:pt x="395564" y="45760"/>
                </a:lnTo>
                <a:lnTo>
                  <a:pt x="394824" y="45953"/>
                </a:lnTo>
                <a:lnTo>
                  <a:pt x="394094" y="46159"/>
                </a:lnTo>
                <a:lnTo>
                  <a:pt x="393374" y="46380"/>
                </a:lnTo>
                <a:lnTo>
                  <a:pt x="392663" y="46616"/>
                </a:lnTo>
                <a:lnTo>
                  <a:pt x="391962" y="46865"/>
                </a:lnTo>
                <a:lnTo>
                  <a:pt x="391271" y="47129"/>
                </a:lnTo>
                <a:lnTo>
                  <a:pt x="390589" y="47407"/>
                </a:lnTo>
                <a:lnTo>
                  <a:pt x="389917" y="47700"/>
                </a:lnTo>
                <a:lnTo>
                  <a:pt x="389254" y="48007"/>
                </a:lnTo>
                <a:lnTo>
                  <a:pt x="388601" y="48328"/>
                </a:lnTo>
                <a:lnTo>
                  <a:pt x="387957" y="48663"/>
                </a:lnTo>
                <a:lnTo>
                  <a:pt x="387325" y="49011"/>
                </a:lnTo>
                <a:lnTo>
                  <a:pt x="386705" y="49373"/>
                </a:lnTo>
                <a:lnTo>
                  <a:pt x="386096" y="49747"/>
                </a:lnTo>
                <a:lnTo>
                  <a:pt x="385500" y="50133"/>
                </a:lnTo>
                <a:lnTo>
                  <a:pt x="384916" y="50532"/>
                </a:lnTo>
                <a:lnTo>
                  <a:pt x="384344" y="50944"/>
                </a:lnTo>
                <a:lnTo>
                  <a:pt x="383784" y="51368"/>
                </a:lnTo>
                <a:lnTo>
                  <a:pt x="383236" y="51805"/>
                </a:lnTo>
                <a:lnTo>
                  <a:pt x="382700" y="52255"/>
                </a:lnTo>
                <a:lnTo>
                  <a:pt x="382176" y="52717"/>
                </a:lnTo>
                <a:lnTo>
                  <a:pt x="381664" y="53192"/>
                </a:lnTo>
                <a:lnTo>
                  <a:pt x="381164" y="53679"/>
                </a:lnTo>
                <a:lnTo>
                  <a:pt x="380677" y="54179"/>
                </a:lnTo>
                <a:lnTo>
                  <a:pt x="380201" y="54692"/>
                </a:lnTo>
                <a:lnTo>
                  <a:pt x="379737" y="55217"/>
                </a:lnTo>
                <a:lnTo>
                  <a:pt x="379286" y="55755"/>
                </a:lnTo>
                <a:lnTo>
                  <a:pt x="378846" y="56305"/>
                </a:lnTo>
                <a:lnTo>
                  <a:pt x="378419" y="56868"/>
                </a:lnTo>
                <a:lnTo>
                  <a:pt x="378004" y="57444"/>
                </a:lnTo>
                <a:lnTo>
                  <a:pt x="377601" y="58033"/>
                </a:lnTo>
                <a:lnTo>
                  <a:pt x="377209" y="58633"/>
                </a:lnTo>
                <a:lnTo>
                  <a:pt x="376830" y="59247"/>
                </a:lnTo>
                <a:lnTo>
                  <a:pt x="376463" y="59873"/>
                </a:lnTo>
                <a:lnTo>
                  <a:pt x="376108" y="60512"/>
                </a:lnTo>
                <a:lnTo>
                  <a:pt x="375767" y="61163"/>
                </a:lnTo>
                <a:lnTo>
                  <a:pt x="375440" y="61825"/>
                </a:lnTo>
                <a:lnTo>
                  <a:pt x="375127" y="62499"/>
                </a:lnTo>
                <a:lnTo>
                  <a:pt x="374829" y="63185"/>
                </a:lnTo>
                <a:lnTo>
                  <a:pt x="374546" y="63882"/>
                </a:lnTo>
                <a:lnTo>
                  <a:pt x="374277" y="64590"/>
                </a:lnTo>
                <a:lnTo>
                  <a:pt x="374023" y="65310"/>
                </a:lnTo>
                <a:lnTo>
                  <a:pt x="373783" y="66042"/>
                </a:lnTo>
                <a:lnTo>
                  <a:pt x="373558" y="66785"/>
                </a:lnTo>
                <a:lnTo>
                  <a:pt x="373347" y="67539"/>
                </a:lnTo>
                <a:lnTo>
                  <a:pt x="373151" y="68305"/>
                </a:lnTo>
                <a:lnTo>
                  <a:pt x="372969" y="69083"/>
                </a:lnTo>
                <a:lnTo>
                  <a:pt x="372802" y="69872"/>
                </a:lnTo>
                <a:lnTo>
                  <a:pt x="372650" y="70673"/>
                </a:lnTo>
                <a:lnTo>
                  <a:pt x="372511" y="71485"/>
                </a:lnTo>
                <a:lnTo>
                  <a:pt x="372388" y="72309"/>
                </a:lnTo>
                <a:lnTo>
                  <a:pt x="372279" y="73144"/>
                </a:lnTo>
                <a:lnTo>
                  <a:pt x="372185" y="73991"/>
                </a:lnTo>
                <a:lnTo>
                  <a:pt x="372105" y="74849"/>
                </a:lnTo>
                <a:lnTo>
                  <a:pt x="372039" y="75719"/>
                </a:lnTo>
                <a:lnTo>
                  <a:pt x="371988" y="76601"/>
                </a:lnTo>
                <a:lnTo>
                  <a:pt x="371952" y="77494"/>
                </a:lnTo>
                <a:lnTo>
                  <a:pt x="371930" y="78398"/>
                </a:lnTo>
                <a:lnTo>
                  <a:pt x="371923" y="79314"/>
                </a:lnTo>
                <a:lnTo>
                  <a:pt x="371923" y="99220"/>
                </a:lnTo>
                <a:lnTo>
                  <a:pt x="371930" y="100124"/>
                </a:lnTo>
                <a:lnTo>
                  <a:pt x="371952" y="101016"/>
                </a:lnTo>
                <a:lnTo>
                  <a:pt x="371988" y="101898"/>
                </a:lnTo>
                <a:lnTo>
                  <a:pt x="372039" y="102769"/>
                </a:lnTo>
                <a:lnTo>
                  <a:pt x="372105" y="103629"/>
                </a:lnTo>
                <a:lnTo>
                  <a:pt x="372185" y="104479"/>
                </a:lnTo>
                <a:lnTo>
                  <a:pt x="372279" y="105318"/>
                </a:lnTo>
                <a:lnTo>
                  <a:pt x="372388" y="106146"/>
                </a:lnTo>
                <a:lnTo>
                  <a:pt x="372511" y="106963"/>
                </a:lnTo>
                <a:lnTo>
                  <a:pt x="372650" y="107770"/>
                </a:lnTo>
                <a:lnTo>
                  <a:pt x="372802" y="108566"/>
                </a:lnTo>
                <a:lnTo>
                  <a:pt x="372969" y="109352"/>
                </a:lnTo>
                <a:lnTo>
                  <a:pt x="373151" y="110127"/>
                </a:lnTo>
                <a:lnTo>
                  <a:pt x="373347" y="110891"/>
                </a:lnTo>
                <a:lnTo>
                  <a:pt x="373558" y="111644"/>
                </a:lnTo>
                <a:lnTo>
                  <a:pt x="373783" y="112387"/>
                </a:lnTo>
                <a:lnTo>
                  <a:pt x="374023" y="113119"/>
                </a:lnTo>
                <a:lnTo>
                  <a:pt x="374277" y="113840"/>
                </a:lnTo>
                <a:lnTo>
                  <a:pt x="374546" y="114551"/>
                </a:lnTo>
                <a:lnTo>
                  <a:pt x="374829" y="115250"/>
                </a:lnTo>
                <a:lnTo>
                  <a:pt x="375127" y="115940"/>
                </a:lnTo>
                <a:lnTo>
                  <a:pt x="375440" y="116618"/>
                </a:lnTo>
                <a:lnTo>
                  <a:pt x="375767" y="117286"/>
                </a:lnTo>
                <a:lnTo>
                  <a:pt x="376108" y="117943"/>
                </a:lnTo>
                <a:lnTo>
                  <a:pt x="376463" y="118588"/>
                </a:lnTo>
                <a:lnTo>
                  <a:pt x="376830" y="119221"/>
                </a:lnTo>
                <a:lnTo>
                  <a:pt x="377209" y="119840"/>
                </a:lnTo>
                <a:lnTo>
                  <a:pt x="377601" y="120447"/>
                </a:lnTo>
                <a:lnTo>
                  <a:pt x="378004" y="121040"/>
                </a:lnTo>
                <a:lnTo>
                  <a:pt x="378419" y="121621"/>
                </a:lnTo>
                <a:lnTo>
                  <a:pt x="378846" y="122189"/>
                </a:lnTo>
                <a:lnTo>
                  <a:pt x="379286" y="122744"/>
                </a:lnTo>
                <a:lnTo>
                  <a:pt x="379737" y="123286"/>
                </a:lnTo>
                <a:lnTo>
                  <a:pt x="380201" y="123816"/>
                </a:lnTo>
                <a:lnTo>
                  <a:pt x="380677" y="124332"/>
                </a:lnTo>
                <a:lnTo>
                  <a:pt x="381164" y="124836"/>
                </a:lnTo>
                <a:lnTo>
                  <a:pt x="381664" y="125326"/>
                </a:lnTo>
                <a:lnTo>
                  <a:pt x="382176" y="125804"/>
                </a:lnTo>
                <a:lnTo>
                  <a:pt x="382700" y="126269"/>
                </a:lnTo>
                <a:lnTo>
                  <a:pt x="383236" y="126721"/>
                </a:lnTo>
                <a:lnTo>
                  <a:pt x="383784" y="127160"/>
                </a:lnTo>
                <a:lnTo>
                  <a:pt x="384344" y="127586"/>
                </a:lnTo>
                <a:lnTo>
                  <a:pt x="384916" y="127999"/>
                </a:lnTo>
                <a:lnTo>
                  <a:pt x="385500" y="128399"/>
                </a:lnTo>
                <a:lnTo>
                  <a:pt x="386096" y="128787"/>
                </a:lnTo>
                <a:lnTo>
                  <a:pt x="386705" y="129161"/>
                </a:lnTo>
                <a:lnTo>
                  <a:pt x="387325" y="129523"/>
                </a:lnTo>
                <a:lnTo>
                  <a:pt x="387957" y="129872"/>
                </a:lnTo>
                <a:lnTo>
                  <a:pt x="388601" y="130207"/>
                </a:lnTo>
                <a:lnTo>
                  <a:pt x="389254" y="130528"/>
                </a:lnTo>
                <a:lnTo>
                  <a:pt x="389917" y="130835"/>
                </a:lnTo>
                <a:lnTo>
                  <a:pt x="390589" y="131127"/>
                </a:lnTo>
                <a:lnTo>
                  <a:pt x="391271" y="131405"/>
                </a:lnTo>
                <a:lnTo>
                  <a:pt x="391962" y="131669"/>
                </a:lnTo>
                <a:lnTo>
                  <a:pt x="392663" y="131919"/>
                </a:lnTo>
                <a:lnTo>
                  <a:pt x="393374" y="132154"/>
                </a:lnTo>
                <a:lnTo>
                  <a:pt x="394094" y="132375"/>
                </a:lnTo>
                <a:lnTo>
                  <a:pt x="394824" y="132582"/>
                </a:lnTo>
                <a:lnTo>
                  <a:pt x="395564" y="132774"/>
                </a:lnTo>
                <a:lnTo>
                  <a:pt x="396313" y="132953"/>
                </a:lnTo>
                <a:lnTo>
                  <a:pt x="397071" y="133117"/>
                </a:lnTo>
                <a:lnTo>
                  <a:pt x="397840" y="133267"/>
                </a:lnTo>
                <a:lnTo>
                  <a:pt x="398618" y="133402"/>
                </a:lnTo>
                <a:lnTo>
                  <a:pt x="399405" y="133523"/>
                </a:lnTo>
                <a:lnTo>
                  <a:pt x="400202" y="133630"/>
                </a:lnTo>
                <a:lnTo>
                  <a:pt x="401009" y="133723"/>
                </a:lnTo>
                <a:lnTo>
                  <a:pt x="401825" y="133802"/>
                </a:lnTo>
                <a:lnTo>
                  <a:pt x="402651" y="133866"/>
                </a:lnTo>
                <a:lnTo>
                  <a:pt x="403487" y="133916"/>
                </a:lnTo>
                <a:lnTo>
                  <a:pt x="404332" y="133951"/>
                </a:lnTo>
                <a:lnTo>
                  <a:pt x="405186" y="133973"/>
                </a:lnTo>
                <a:lnTo>
                  <a:pt x="406051" y="133980"/>
                </a:lnTo>
                <a:lnTo>
                  <a:pt x="406915" y="133973"/>
                </a:lnTo>
                <a:lnTo>
                  <a:pt x="407769" y="133951"/>
                </a:lnTo>
                <a:lnTo>
                  <a:pt x="408614" y="133916"/>
                </a:lnTo>
                <a:lnTo>
                  <a:pt x="409450" y="133866"/>
                </a:lnTo>
                <a:lnTo>
                  <a:pt x="410275" y="133802"/>
                </a:lnTo>
                <a:close/>
                <a:moveTo>
                  <a:pt x="402397" y="121114"/>
                </a:moveTo>
                <a:lnTo>
                  <a:pt x="401706" y="121014"/>
                </a:lnTo>
                <a:lnTo>
                  <a:pt x="401028" y="120896"/>
                </a:lnTo>
                <a:lnTo>
                  <a:pt x="400363" y="120761"/>
                </a:lnTo>
                <a:lnTo>
                  <a:pt x="399711" y="120607"/>
                </a:lnTo>
                <a:lnTo>
                  <a:pt x="399072" y="120435"/>
                </a:lnTo>
                <a:lnTo>
                  <a:pt x="398447" y="120245"/>
                </a:lnTo>
                <a:lnTo>
                  <a:pt x="397835" y="120037"/>
                </a:lnTo>
                <a:lnTo>
                  <a:pt x="397235" y="119811"/>
                </a:lnTo>
                <a:lnTo>
                  <a:pt x="396649" y="119566"/>
                </a:lnTo>
                <a:lnTo>
                  <a:pt x="396077" y="119304"/>
                </a:lnTo>
                <a:lnTo>
                  <a:pt x="395517" y="119023"/>
                </a:lnTo>
                <a:lnTo>
                  <a:pt x="394970" y="118725"/>
                </a:lnTo>
                <a:lnTo>
                  <a:pt x="394437" y="118408"/>
                </a:lnTo>
                <a:lnTo>
                  <a:pt x="393917" y="118073"/>
                </a:lnTo>
                <a:lnTo>
                  <a:pt x="393410" y="117720"/>
                </a:lnTo>
                <a:lnTo>
                  <a:pt x="392916" y="117349"/>
                </a:lnTo>
                <a:lnTo>
                  <a:pt x="392435" y="116960"/>
                </a:lnTo>
                <a:lnTo>
                  <a:pt x="391968" y="116553"/>
                </a:lnTo>
                <a:lnTo>
                  <a:pt x="391513" y="116128"/>
                </a:lnTo>
                <a:lnTo>
                  <a:pt x="391075" y="115685"/>
                </a:lnTo>
                <a:lnTo>
                  <a:pt x="390655" y="115224"/>
                </a:lnTo>
                <a:lnTo>
                  <a:pt x="390254" y="114747"/>
                </a:lnTo>
                <a:lnTo>
                  <a:pt x="389872" y="114253"/>
                </a:lnTo>
                <a:lnTo>
                  <a:pt x="389508" y="113742"/>
                </a:lnTo>
                <a:lnTo>
                  <a:pt x="389163" y="113214"/>
                </a:lnTo>
                <a:lnTo>
                  <a:pt x="388837" y="112669"/>
                </a:lnTo>
                <a:lnTo>
                  <a:pt x="388529" y="112107"/>
                </a:lnTo>
                <a:lnTo>
                  <a:pt x="388240" y="111528"/>
                </a:lnTo>
                <a:lnTo>
                  <a:pt x="387970" y="110932"/>
                </a:lnTo>
                <a:lnTo>
                  <a:pt x="387718" y="110319"/>
                </a:lnTo>
                <a:lnTo>
                  <a:pt x="387485" y="109689"/>
                </a:lnTo>
                <a:lnTo>
                  <a:pt x="387270" y="109042"/>
                </a:lnTo>
                <a:lnTo>
                  <a:pt x="387075" y="108378"/>
                </a:lnTo>
                <a:lnTo>
                  <a:pt x="386897" y="107697"/>
                </a:lnTo>
                <a:lnTo>
                  <a:pt x="386739" y="106999"/>
                </a:lnTo>
                <a:lnTo>
                  <a:pt x="386599" y="106283"/>
                </a:lnTo>
                <a:lnTo>
                  <a:pt x="386478" y="105551"/>
                </a:lnTo>
                <a:lnTo>
                  <a:pt x="386375" y="104802"/>
                </a:lnTo>
                <a:lnTo>
                  <a:pt x="386291" y="104036"/>
                </a:lnTo>
                <a:lnTo>
                  <a:pt x="386226" y="103253"/>
                </a:lnTo>
                <a:lnTo>
                  <a:pt x="386179" y="102453"/>
                </a:lnTo>
                <a:lnTo>
                  <a:pt x="386151" y="101636"/>
                </a:lnTo>
                <a:lnTo>
                  <a:pt x="386142" y="100802"/>
                </a:lnTo>
                <a:lnTo>
                  <a:pt x="386142" y="77733"/>
                </a:lnTo>
                <a:lnTo>
                  <a:pt x="386151" y="76899"/>
                </a:lnTo>
                <a:lnTo>
                  <a:pt x="386179" y="76081"/>
                </a:lnTo>
                <a:lnTo>
                  <a:pt x="386226" y="75281"/>
                </a:lnTo>
                <a:lnTo>
                  <a:pt x="386291" y="74498"/>
                </a:lnTo>
                <a:lnTo>
                  <a:pt x="386375" y="73732"/>
                </a:lnTo>
                <a:lnTo>
                  <a:pt x="386478" y="72983"/>
                </a:lnTo>
                <a:lnTo>
                  <a:pt x="386599" y="72251"/>
                </a:lnTo>
                <a:lnTo>
                  <a:pt x="386739" y="71536"/>
                </a:lnTo>
                <a:lnTo>
                  <a:pt x="386897" y="70838"/>
                </a:lnTo>
                <a:lnTo>
                  <a:pt x="387075" y="70157"/>
                </a:lnTo>
                <a:lnTo>
                  <a:pt x="387270" y="69493"/>
                </a:lnTo>
                <a:lnTo>
                  <a:pt x="387485" y="68846"/>
                </a:lnTo>
                <a:lnTo>
                  <a:pt x="387718" y="68216"/>
                </a:lnTo>
                <a:lnTo>
                  <a:pt x="387970" y="67603"/>
                </a:lnTo>
                <a:lnTo>
                  <a:pt x="388240" y="67007"/>
                </a:lnTo>
                <a:lnTo>
                  <a:pt x="388529" y="66428"/>
                </a:lnTo>
                <a:lnTo>
                  <a:pt x="388837" y="65867"/>
                </a:lnTo>
                <a:lnTo>
                  <a:pt x="389163" y="65322"/>
                </a:lnTo>
                <a:lnTo>
                  <a:pt x="389508" y="64794"/>
                </a:lnTo>
                <a:lnTo>
                  <a:pt x="389872" y="64283"/>
                </a:lnTo>
                <a:lnTo>
                  <a:pt x="390254" y="63789"/>
                </a:lnTo>
                <a:lnTo>
                  <a:pt x="390655" y="63312"/>
                </a:lnTo>
                <a:lnTo>
                  <a:pt x="391075" y="62852"/>
                </a:lnTo>
                <a:lnTo>
                  <a:pt x="391513" y="62409"/>
                </a:lnTo>
                <a:lnTo>
                  <a:pt x="391968" y="61984"/>
                </a:lnTo>
                <a:lnTo>
                  <a:pt x="392435" y="61576"/>
                </a:lnTo>
                <a:lnTo>
                  <a:pt x="392916" y="61187"/>
                </a:lnTo>
                <a:lnTo>
                  <a:pt x="393410" y="60816"/>
                </a:lnTo>
                <a:lnTo>
                  <a:pt x="393917" y="60463"/>
                </a:lnTo>
                <a:lnTo>
                  <a:pt x="394437" y="60128"/>
                </a:lnTo>
                <a:lnTo>
                  <a:pt x="394970" y="59811"/>
                </a:lnTo>
                <a:lnTo>
                  <a:pt x="395517" y="59512"/>
                </a:lnTo>
                <a:lnTo>
                  <a:pt x="396077" y="59232"/>
                </a:lnTo>
                <a:lnTo>
                  <a:pt x="396649" y="58969"/>
                </a:lnTo>
                <a:lnTo>
                  <a:pt x="397235" y="58725"/>
                </a:lnTo>
                <a:lnTo>
                  <a:pt x="397835" y="58498"/>
                </a:lnTo>
                <a:lnTo>
                  <a:pt x="398447" y="58290"/>
                </a:lnTo>
                <a:lnTo>
                  <a:pt x="399072" y="58100"/>
                </a:lnTo>
                <a:lnTo>
                  <a:pt x="399711" y="57928"/>
                </a:lnTo>
                <a:lnTo>
                  <a:pt x="400363" y="57774"/>
                </a:lnTo>
                <a:lnTo>
                  <a:pt x="401028" y="57638"/>
                </a:lnTo>
                <a:lnTo>
                  <a:pt x="401706" y="57521"/>
                </a:lnTo>
                <a:lnTo>
                  <a:pt x="402397" y="57421"/>
                </a:lnTo>
                <a:lnTo>
                  <a:pt x="403101" y="57340"/>
                </a:lnTo>
                <a:lnTo>
                  <a:pt x="403819" y="57276"/>
                </a:lnTo>
                <a:lnTo>
                  <a:pt x="404550" y="57231"/>
                </a:lnTo>
                <a:lnTo>
                  <a:pt x="405294" y="57204"/>
                </a:lnTo>
                <a:lnTo>
                  <a:pt x="406051" y="57195"/>
                </a:lnTo>
                <a:lnTo>
                  <a:pt x="406820" y="57204"/>
                </a:lnTo>
                <a:lnTo>
                  <a:pt x="407576" y="57231"/>
                </a:lnTo>
                <a:lnTo>
                  <a:pt x="408318" y="57276"/>
                </a:lnTo>
                <a:lnTo>
                  <a:pt x="409046" y="57340"/>
                </a:lnTo>
                <a:lnTo>
                  <a:pt x="409759" y="57421"/>
                </a:lnTo>
                <a:lnTo>
                  <a:pt x="410459" y="57521"/>
                </a:lnTo>
                <a:lnTo>
                  <a:pt x="411145" y="57638"/>
                </a:lnTo>
                <a:lnTo>
                  <a:pt x="411817" y="57774"/>
                </a:lnTo>
                <a:lnTo>
                  <a:pt x="412474" y="57928"/>
                </a:lnTo>
                <a:lnTo>
                  <a:pt x="413118" y="58100"/>
                </a:lnTo>
                <a:lnTo>
                  <a:pt x="413748" y="58290"/>
                </a:lnTo>
                <a:lnTo>
                  <a:pt x="414364" y="58498"/>
                </a:lnTo>
                <a:lnTo>
                  <a:pt x="414966" y="58725"/>
                </a:lnTo>
                <a:lnTo>
                  <a:pt x="415554" y="58969"/>
                </a:lnTo>
                <a:lnTo>
                  <a:pt x="416127" y="59232"/>
                </a:lnTo>
                <a:lnTo>
                  <a:pt x="416687" y="59512"/>
                </a:lnTo>
                <a:lnTo>
                  <a:pt x="417233" y="59811"/>
                </a:lnTo>
                <a:lnTo>
                  <a:pt x="417765" y="60128"/>
                </a:lnTo>
                <a:lnTo>
                  <a:pt x="418283" y="60463"/>
                </a:lnTo>
                <a:lnTo>
                  <a:pt x="418787" y="60816"/>
                </a:lnTo>
                <a:lnTo>
                  <a:pt x="419277" y="61187"/>
                </a:lnTo>
                <a:lnTo>
                  <a:pt x="419753" y="61576"/>
                </a:lnTo>
                <a:lnTo>
                  <a:pt x="420215" y="61984"/>
                </a:lnTo>
                <a:lnTo>
                  <a:pt x="420663" y="62409"/>
                </a:lnTo>
                <a:lnTo>
                  <a:pt x="421095" y="62852"/>
                </a:lnTo>
                <a:lnTo>
                  <a:pt x="421508" y="63312"/>
                </a:lnTo>
                <a:lnTo>
                  <a:pt x="421904" y="63789"/>
                </a:lnTo>
                <a:lnTo>
                  <a:pt x="422280" y="64283"/>
                </a:lnTo>
                <a:lnTo>
                  <a:pt x="422639" y="64794"/>
                </a:lnTo>
                <a:lnTo>
                  <a:pt x="422979" y="65322"/>
                </a:lnTo>
                <a:lnTo>
                  <a:pt x="423301" y="65867"/>
                </a:lnTo>
                <a:lnTo>
                  <a:pt x="423604" y="66428"/>
                </a:lnTo>
                <a:lnTo>
                  <a:pt x="423889" y="67007"/>
                </a:lnTo>
                <a:lnTo>
                  <a:pt x="424155" y="67603"/>
                </a:lnTo>
                <a:lnTo>
                  <a:pt x="424404" y="68216"/>
                </a:lnTo>
                <a:lnTo>
                  <a:pt x="424633" y="68846"/>
                </a:lnTo>
                <a:lnTo>
                  <a:pt x="424845" y="69493"/>
                </a:lnTo>
                <a:lnTo>
                  <a:pt x="425038" y="70157"/>
                </a:lnTo>
                <a:lnTo>
                  <a:pt x="425212" y="70838"/>
                </a:lnTo>
                <a:lnTo>
                  <a:pt x="425369" y="71536"/>
                </a:lnTo>
                <a:lnTo>
                  <a:pt x="425507" y="72251"/>
                </a:lnTo>
                <a:lnTo>
                  <a:pt x="425626" y="72983"/>
                </a:lnTo>
                <a:lnTo>
                  <a:pt x="425727" y="73732"/>
                </a:lnTo>
                <a:lnTo>
                  <a:pt x="425810" y="74498"/>
                </a:lnTo>
                <a:lnTo>
                  <a:pt x="425874" y="75281"/>
                </a:lnTo>
                <a:lnTo>
                  <a:pt x="425920" y="76081"/>
                </a:lnTo>
                <a:lnTo>
                  <a:pt x="425948" y="76899"/>
                </a:lnTo>
                <a:lnTo>
                  <a:pt x="425957" y="77733"/>
                </a:lnTo>
                <a:lnTo>
                  <a:pt x="425957" y="100802"/>
                </a:lnTo>
                <a:lnTo>
                  <a:pt x="425948" y="101636"/>
                </a:lnTo>
                <a:lnTo>
                  <a:pt x="425920" y="102453"/>
                </a:lnTo>
                <a:lnTo>
                  <a:pt x="425874" y="103253"/>
                </a:lnTo>
                <a:lnTo>
                  <a:pt x="425810" y="104036"/>
                </a:lnTo>
                <a:lnTo>
                  <a:pt x="425727" y="104802"/>
                </a:lnTo>
                <a:lnTo>
                  <a:pt x="425626" y="105551"/>
                </a:lnTo>
                <a:lnTo>
                  <a:pt x="425507" y="106283"/>
                </a:lnTo>
                <a:lnTo>
                  <a:pt x="425369" y="106999"/>
                </a:lnTo>
                <a:lnTo>
                  <a:pt x="425212" y="107697"/>
                </a:lnTo>
                <a:lnTo>
                  <a:pt x="425038" y="108378"/>
                </a:lnTo>
                <a:lnTo>
                  <a:pt x="424845" y="109042"/>
                </a:lnTo>
                <a:lnTo>
                  <a:pt x="424633" y="109689"/>
                </a:lnTo>
                <a:lnTo>
                  <a:pt x="424404" y="110319"/>
                </a:lnTo>
                <a:lnTo>
                  <a:pt x="424155" y="110932"/>
                </a:lnTo>
                <a:lnTo>
                  <a:pt x="423889" y="111528"/>
                </a:lnTo>
                <a:lnTo>
                  <a:pt x="423604" y="112107"/>
                </a:lnTo>
                <a:lnTo>
                  <a:pt x="423301" y="112669"/>
                </a:lnTo>
                <a:lnTo>
                  <a:pt x="422979" y="113214"/>
                </a:lnTo>
                <a:lnTo>
                  <a:pt x="422639" y="113742"/>
                </a:lnTo>
                <a:lnTo>
                  <a:pt x="422280" y="114253"/>
                </a:lnTo>
                <a:lnTo>
                  <a:pt x="421904" y="114747"/>
                </a:lnTo>
                <a:lnTo>
                  <a:pt x="421508" y="115224"/>
                </a:lnTo>
                <a:lnTo>
                  <a:pt x="421095" y="115685"/>
                </a:lnTo>
                <a:lnTo>
                  <a:pt x="420663" y="116128"/>
                </a:lnTo>
                <a:lnTo>
                  <a:pt x="420215" y="116553"/>
                </a:lnTo>
                <a:lnTo>
                  <a:pt x="419753" y="116960"/>
                </a:lnTo>
                <a:lnTo>
                  <a:pt x="419277" y="117349"/>
                </a:lnTo>
                <a:lnTo>
                  <a:pt x="418787" y="117720"/>
                </a:lnTo>
                <a:lnTo>
                  <a:pt x="418283" y="118073"/>
                </a:lnTo>
                <a:lnTo>
                  <a:pt x="417765" y="118408"/>
                </a:lnTo>
                <a:lnTo>
                  <a:pt x="417233" y="118725"/>
                </a:lnTo>
                <a:lnTo>
                  <a:pt x="416687" y="119023"/>
                </a:lnTo>
                <a:lnTo>
                  <a:pt x="416127" y="119304"/>
                </a:lnTo>
                <a:lnTo>
                  <a:pt x="415554" y="119566"/>
                </a:lnTo>
                <a:lnTo>
                  <a:pt x="414966" y="119811"/>
                </a:lnTo>
                <a:lnTo>
                  <a:pt x="414364" y="120037"/>
                </a:lnTo>
                <a:lnTo>
                  <a:pt x="413748" y="120245"/>
                </a:lnTo>
                <a:lnTo>
                  <a:pt x="413118" y="120435"/>
                </a:lnTo>
                <a:lnTo>
                  <a:pt x="412474" y="120607"/>
                </a:lnTo>
                <a:lnTo>
                  <a:pt x="411817" y="120761"/>
                </a:lnTo>
                <a:lnTo>
                  <a:pt x="411145" y="120896"/>
                </a:lnTo>
                <a:lnTo>
                  <a:pt x="410459" y="121014"/>
                </a:lnTo>
                <a:lnTo>
                  <a:pt x="409759" y="121114"/>
                </a:lnTo>
                <a:lnTo>
                  <a:pt x="409046" y="121195"/>
                </a:lnTo>
                <a:lnTo>
                  <a:pt x="408318" y="121258"/>
                </a:lnTo>
                <a:lnTo>
                  <a:pt x="407576" y="121304"/>
                </a:lnTo>
                <a:lnTo>
                  <a:pt x="406820" y="121331"/>
                </a:lnTo>
                <a:lnTo>
                  <a:pt x="406051" y="121340"/>
                </a:lnTo>
                <a:lnTo>
                  <a:pt x="405294" y="121331"/>
                </a:lnTo>
                <a:lnTo>
                  <a:pt x="404550" y="121304"/>
                </a:lnTo>
                <a:lnTo>
                  <a:pt x="403819" y="121258"/>
                </a:lnTo>
                <a:lnTo>
                  <a:pt x="403101" y="121195"/>
                </a:lnTo>
                <a:lnTo>
                  <a:pt x="402397" y="121114"/>
                </a:lnTo>
                <a:close/>
                <a:moveTo>
                  <a:pt x="972021" y="133802"/>
                </a:moveTo>
                <a:lnTo>
                  <a:pt x="972837" y="133723"/>
                </a:lnTo>
                <a:lnTo>
                  <a:pt x="973644" y="133630"/>
                </a:lnTo>
                <a:lnTo>
                  <a:pt x="974441" y="133523"/>
                </a:lnTo>
                <a:lnTo>
                  <a:pt x="975228" y="133402"/>
                </a:lnTo>
                <a:lnTo>
                  <a:pt x="976006" y="133267"/>
                </a:lnTo>
                <a:lnTo>
                  <a:pt x="976774" y="133117"/>
                </a:lnTo>
                <a:lnTo>
                  <a:pt x="977532" y="132953"/>
                </a:lnTo>
                <a:lnTo>
                  <a:pt x="978281" y="132774"/>
                </a:lnTo>
                <a:lnTo>
                  <a:pt x="979020" y="132582"/>
                </a:lnTo>
                <a:lnTo>
                  <a:pt x="979750" y="132375"/>
                </a:lnTo>
                <a:lnTo>
                  <a:pt x="980470" y="132154"/>
                </a:lnTo>
                <a:lnTo>
                  <a:pt x="981181" y="131919"/>
                </a:lnTo>
                <a:lnTo>
                  <a:pt x="981882" y="131669"/>
                </a:lnTo>
                <a:lnTo>
                  <a:pt x="982573" y="131405"/>
                </a:lnTo>
                <a:lnTo>
                  <a:pt x="983254" y="131127"/>
                </a:lnTo>
                <a:lnTo>
                  <a:pt x="983927" y="130835"/>
                </a:lnTo>
                <a:lnTo>
                  <a:pt x="984589" y="130528"/>
                </a:lnTo>
                <a:lnTo>
                  <a:pt x="985242" y="130207"/>
                </a:lnTo>
                <a:lnTo>
                  <a:pt x="985885" y="129872"/>
                </a:lnTo>
                <a:lnTo>
                  <a:pt x="986518" y="129523"/>
                </a:lnTo>
                <a:lnTo>
                  <a:pt x="987138" y="129161"/>
                </a:lnTo>
                <a:lnTo>
                  <a:pt x="987747" y="128787"/>
                </a:lnTo>
                <a:lnTo>
                  <a:pt x="988343" y="128399"/>
                </a:lnTo>
                <a:lnTo>
                  <a:pt x="988928" y="127999"/>
                </a:lnTo>
                <a:lnTo>
                  <a:pt x="989500" y="127586"/>
                </a:lnTo>
                <a:lnTo>
                  <a:pt x="990060" y="127160"/>
                </a:lnTo>
                <a:lnTo>
                  <a:pt x="990608" y="126721"/>
                </a:lnTo>
                <a:lnTo>
                  <a:pt x="991144" y="126269"/>
                </a:lnTo>
                <a:lnTo>
                  <a:pt x="991668" y="125804"/>
                </a:lnTo>
                <a:lnTo>
                  <a:pt x="992180" y="125326"/>
                </a:lnTo>
                <a:lnTo>
                  <a:pt x="992680" y="124836"/>
                </a:lnTo>
                <a:lnTo>
                  <a:pt x="993168" y="124332"/>
                </a:lnTo>
                <a:lnTo>
                  <a:pt x="993644" y="123816"/>
                </a:lnTo>
                <a:lnTo>
                  <a:pt x="994107" y="123286"/>
                </a:lnTo>
                <a:lnTo>
                  <a:pt x="994559" y="122744"/>
                </a:lnTo>
                <a:lnTo>
                  <a:pt x="994998" y="122189"/>
                </a:lnTo>
                <a:lnTo>
                  <a:pt x="995426" y="121621"/>
                </a:lnTo>
                <a:lnTo>
                  <a:pt x="995841" y="121040"/>
                </a:lnTo>
                <a:lnTo>
                  <a:pt x="996244" y="120447"/>
                </a:lnTo>
                <a:lnTo>
                  <a:pt x="996636" y="119840"/>
                </a:lnTo>
                <a:lnTo>
                  <a:pt x="997015" y="119221"/>
                </a:lnTo>
                <a:lnTo>
                  <a:pt x="997382" y="118588"/>
                </a:lnTo>
                <a:lnTo>
                  <a:pt x="997737" y="117943"/>
                </a:lnTo>
                <a:lnTo>
                  <a:pt x="998079" y="117286"/>
                </a:lnTo>
                <a:lnTo>
                  <a:pt x="998406" y="116618"/>
                </a:lnTo>
                <a:lnTo>
                  <a:pt x="998718" y="115940"/>
                </a:lnTo>
                <a:lnTo>
                  <a:pt x="999016" y="115250"/>
                </a:lnTo>
                <a:lnTo>
                  <a:pt x="999300" y="114551"/>
                </a:lnTo>
                <a:lnTo>
                  <a:pt x="999569" y="113840"/>
                </a:lnTo>
                <a:lnTo>
                  <a:pt x="999823" y="113119"/>
                </a:lnTo>
                <a:lnTo>
                  <a:pt x="1000063" y="112387"/>
                </a:lnTo>
                <a:lnTo>
                  <a:pt x="1000289" y="111644"/>
                </a:lnTo>
                <a:lnTo>
                  <a:pt x="1000499" y="110891"/>
                </a:lnTo>
                <a:lnTo>
                  <a:pt x="1000696" y="110127"/>
                </a:lnTo>
                <a:lnTo>
                  <a:pt x="1000878" y="109352"/>
                </a:lnTo>
                <a:lnTo>
                  <a:pt x="1001045" y="108566"/>
                </a:lnTo>
                <a:lnTo>
                  <a:pt x="1001197" y="107770"/>
                </a:lnTo>
                <a:lnTo>
                  <a:pt x="1001336" y="106963"/>
                </a:lnTo>
                <a:lnTo>
                  <a:pt x="1001459" y="106146"/>
                </a:lnTo>
                <a:lnTo>
                  <a:pt x="1001568" y="105318"/>
                </a:lnTo>
                <a:lnTo>
                  <a:pt x="1001663" y="104479"/>
                </a:lnTo>
                <a:lnTo>
                  <a:pt x="1001743" y="103629"/>
                </a:lnTo>
                <a:lnTo>
                  <a:pt x="1001808" y="102769"/>
                </a:lnTo>
                <a:lnTo>
                  <a:pt x="1001859" y="101898"/>
                </a:lnTo>
                <a:lnTo>
                  <a:pt x="1001895" y="101016"/>
                </a:lnTo>
                <a:lnTo>
                  <a:pt x="1001917" y="100124"/>
                </a:lnTo>
                <a:lnTo>
                  <a:pt x="1001924" y="99220"/>
                </a:lnTo>
                <a:lnTo>
                  <a:pt x="1001924" y="79314"/>
                </a:lnTo>
                <a:lnTo>
                  <a:pt x="1001917" y="78398"/>
                </a:lnTo>
                <a:lnTo>
                  <a:pt x="1001895" y="77494"/>
                </a:lnTo>
                <a:lnTo>
                  <a:pt x="1001859" y="76601"/>
                </a:lnTo>
                <a:lnTo>
                  <a:pt x="1001808" y="75719"/>
                </a:lnTo>
                <a:lnTo>
                  <a:pt x="1001743" y="74849"/>
                </a:lnTo>
                <a:lnTo>
                  <a:pt x="1001663" y="73991"/>
                </a:lnTo>
                <a:lnTo>
                  <a:pt x="1001568" y="73144"/>
                </a:lnTo>
                <a:lnTo>
                  <a:pt x="1001459" y="72309"/>
                </a:lnTo>
                <a:lnTo>
                  <a:pt x="1001336" y="71485"/>
                </a:lnTo>
                <a:lnTo>
                  <a:pt x="1001197" y="70673"/>
                </a:lnTo>
                <a:lnTo>
                  <a:pt x="1001045" y="69872"/>
                </a:lnTo>
                <a:lnTo>
                  <a:pt x="1000878" y="69083"/>
                </a:lnTo>
                <a:lnTo>
                  <a:pt x="1000696" y="68305"/>
                </a:lnTo>
                <a:lnTo>
                  <a:pt x="1000499" y="67539"/>
                </a:lnTo>
                <a:lnTo>
                  <a:pt x="1000289" y="66785"/>
                </a:lnTo>
                <a:lnTo>
                  <a:pt x="1000063" y="66042"/>
                </a:lnTo>
                <a:lnTo>
                  <a:pt x="999823" y="65310"/>
                </a:lnTo>
                <a:lnTo>
                  <a:pt x="999569" y="64590"/>
                </a:lnTo>
                <a:lnTo>
                  <a:pt x="999300" y="63882"/>
                </a:lnTo>
                <a:lnTo>
                  <a:pt x="999016" y="63185"/>
                </a:lnTo>
                <a:lnTo>
                  <a:pt x="998718" y="62499"/>
                </a:lnTo>
                <a:lnTo>
                  <a:pt x="998406" y="61825"/>
                </a:lnTo>
                <a:lnTo>
                  <a:pt x="998079" y="61163"/>
                </a:lnTo>
                <a:lnTo>
                  <a:pt x="997737" y="60512"/>
                </a:lnTo>
                <a:lnTo>
                  <a:pt x="997382" y="59873"/>
                </a:lnTo>
                <a:lnTo>
                  <a:pt x="997015" y="59247"/>
                </a:lnTo>
                <a:lnTo>
                  <a:pt x="996637" y="58633"/>
                </a:lnTo>
                <a:lnTo>
                  <a:pt x="996247" y="58033"/>
                </a:lnTo>
                <a:lnTo>
                  <a:pt x="995845" y="57444"/>
                </a:lnTo>
                <a:lnTo>
                  <a:pt x="995431" y="56868"/>
                </a:lnTo>
                <a:lnTo>
                  <a:pt x="995005" y="56305"/>
                </a:lnTo>
                <a:lnTo>
                  <a:pt x="994568" y="55755"/>
                </a:lnTo>
                <a:lnTo>
                  <a:pt x="994118" y="55217"/>
                </a:lnTo>
                <a:lnTo>
                  <a:pt x="993657" y="54692"/>
                </a:lnTo>
                <a:lnTo>
                  <a:pt x="993185" y="54179"/>
                </a:lnTo>
                <a:lnTo>
                  <a:pt x="992700" y="53679"/>
                </a:lnTo>
                <a:lnTo>
                  <a:pt x="992204" y="53192"/>
                </a:lnTo>
                <a:lnTo>
                  <a:pt x="991695" y="52717"/>
                </a:lnTo>
                <a:lnTo>
                  <a:pt x="991175" y="52255"/>
                </a:lnTo>
                <a:lnTo>
                  <a:pt x="990644" y="51805"/>
                </a:lnTo>
                <a:lnTo>
                  <a:pt x="990100" y="51368"/>
                </a:lnTo>
                <a:lnTo>
                  <a:pt x="989545" y="50944"/>
                </a:lnTo>
                <a:lnTo>
                  <a:pt x="988977" y="50532"/>
                </a:lnTo>
                <a:lnTo>
                  <a:pt x="988399" y="50133"/>
                </a:lnTo>
                <a:lnTo>
                  <a:pt x="987808" y="49747"/>
                </a:lnTo>
                <a:lnTo>
                  <a:pt x="987205" y="49373"/>
                </a:lnTo>
                <a:lnTo>
                  <a:pt x="986591" y="49011"/>
                </a:lnTo>
                <a:lnTo>
                  <a:pt x="985965" y="48663"/>
                </a:lnTo>
                <a:lnTo>
                  <a:pt x="985328" y="48328"/>
                </a:lnTo>
                <a:lnTo>
                  <a:pt x="984680" y="48007"/>
                </a:lnTo>
                <a:lnTo>
                  <a:pt x="984022" y="47700"/>
                </a:lnTo>
                <a:lnTo>
                  <a:pt x="983354" y="47407"/>
                </a:lnTo>
                <a:lnTo>
                  <a:pt x="982675" y="47129"/>
                </a:lnTo>
                <a:lnTo>
                  <a:pt x="981986" y="46865"/>
                </a:lnTo>
                <a:lnTo>
                  <a:pt x="981286" y="46616"/>
                </a:lnTo>
                <a:lnTo>
                  <a:pt x="980576" y="46380"/>
                </a:lnTo>
                <a:lnTo>
                  <a:pt x="979856" y="46159"/>
                </a:lnTo>
                <a:lnTo>
                  <a:pt x="979125" y="45953"/>
                </a:lnTo>
                <a:lnTo>
                  <a:pt x="978383" y="45760"/>
                </a:lnTo>
                <a:lnTo>
                  <a:pt x="977632" y="45582"/>
                </a:lnTo>
                <a:lnTo>
                  <a:pt x="976869" y="45418"/>
                </a:lnTo>
                <a:lnTo>
                  <a:pt x="976097" y="45268"/>
                </a:lnTo>
                <a:lnTo>
                  <a:pt x="975314" y="45132"/>
                </a:lnTo>
                <a:lnTo>
                  <a:pt x="974520" y="45011"/>
                </a:lnTo>
                <a:lnTo>
                  <a:pt x="973716" y="44904"/>
                </a:lnTo>
                <a:lnTo>
                  <a:pt x="972902" y="44811"/>
                </a:lnTo>
                <a:lnTo>
                  <a:pt x="972077" y="44733"/>
                </a:lnTo>
                <a:lnTo>
                  <a:pt x="971242" y="44669"/>
                </a:lnTo>
                <a:lnTo>
                  <a:pt x="970396" y="44619"/>
                </a:lnTo>
                <a:lnTo>
                  <a:pt x="969540" y="44583"/>
                </a:lnTo>
                <a:lnTo>
                  <a:pt x="968674" y="44562"/>
                </a:lnTo>
                <a:lnTo>
                  <a:pt x="967797" y="44555"/>
                </a:lnTo>
                <a:lnTo>
                  <a:pt x="966932" y="44562"/>
                </a:lnTo>
                <a:lnTo>
                  <a:pt x="966078" y="44583"/>
                </a:lnTo>
                <a:lnTo>
                  <a:pt x="965233" y="44619"/>
                </a:lnTo>
                <a:lnTo>
                  <a:pt x="964397" y="44669"/>
                </a:lnTo>
                <a:lnTo>
                  <a:pt x="963571" y="44733"/>
                </a:lnTo>
                <a:lnTo>
                  <a:pt x="962755" y="44811"/>
                </a:lnTo>
                <a:lnTo>
                  <a:pt x="961948" y="44904"/>
                </a:lnTo>
                <a:lnTo>
                  <a:pt x="961151" y="45011"/>
                </a:lnTo>
                <a:lnTo>
                  <a:pt x="960364" y="45132"/>
                </a:lnTo>
                <a:lnTo>
                  <a:pt x="959586" y="45268"/>
                </a:lnTo>
                <a:lnTo>
                  <a:pt x="958817" y="45418"/>
                </a:lnTo>
                <a:lnTo>
                  <a:pt x="958059" y="45582"/>
                </a:lnTo>
                <a:lnTo>
                  <a:pt x="957310" y="45760"/>
                </a:lnTo>
                <a:lnTo>
                  <a:pt x="956570" y="45953"/>
                </a:lnTo>
                <a:lnTo>
                  <a:pt x="955840" y="46159"/>
                </a:lnTo>
                <a:lnTo>
                  <a:pt x="955120" y="46380"/>
                </a:lnTo>
                <a:lnTo>
                  <a:pt x="954409" y="46616"/>
                </a:lnTo>
                <a:lnTo>
                  <a:pt x="953708" y="46865"/>
                </a:lnTo>
                <a:lnTo>
                  <a:pt x="953017" y="47129"/>
                </a:lnTo>
                <a:lnTo>
                  <a:pt x="952335" y="47407"/>
                </a:lnTo>
                <a:lnTo>
                  <a:pt x="951663" y="47700"/>
                </a:lnTo>
                <a:lnTo>
                  <a:pt x="951000" y="48007"/>
                </a:lnTo>
                <a:lnTo>
                  <a:pt x="950347" y="48328"/>
                </a:lnTo>
                <a:lnTo>
                  <a:pt x="949703" y="48663"/>
                </a:lnTo>
                <a:lnTo>
                  <a:pt x="949071" y="49011"/>
                </a:lnTo>
                <a:lnTo>
                  <a:pt x="948451" y="49373"/>
                </a:lnTo>
                <a:lnTo>
                  <a:pt x="947842" y="49747"/>
                </a:lnTo>
                <a:lnTo>
                  <a:pt x="947246" y="50133"/>
                </a:lnTo>
                <a:lnTo>
                  <a:pt x="946662" y="50532"/>
                </a:lnTo>
                <a:lnTo>
                  <a:pt x="946090" y="50944"/>
                </a:lnTo>
                <a:lnTo>
                  <a:pt x="945530" y="51368"/>
                </a:lnTo>
                <a:lnTo>
                  <a:pt x="944982" y="51805"/>
                </a:lnTo>
                <a:lnTo>
                  <a:pt x="944446" y="52255"/>
                </a:lnTo>
                <a:lnTo>
                  <a:pt x="943922" y="52717"/>
                </a:lnTo>
                <a:lnTo>
                  <a:pt x="943410" y="53192"/>
                </a:lnTo>
                <a:lnTo>
                  <a:pt x="942910" y="53679"/>
                </a:lnTo>
                <a:lnTo>
                  <a:pt x="942422" y="54179"/>
                </a:lnTo>
                <a:lnTo>
                  <a:pt x="941947" y="54692"/>
                </a:lnTo>
                <a:lnTo>
                  <a:pt x="941483" y="55217"/>
                </a:lnTo>
                <a:lnTo>
                  <a:pt x="941032" y="55755"/>
                </a:lnTo>
                <a:lnTo>
                  <a:pt x="940592" y="56305"/>
                </a:lnTo>
                <a:lnTo>
                  <a:pt x="940165" y="56868"/>
                </a:lnTo>
                <a:lnTo>
                  <a:pt x="939750" y="57444"/>
                </a:lnTo>
                <a:lnTo>
                  <a:pt x="939346" y="58033"/>
                </a:lnTo>
                <a:lnTo>
                  <a:pt x="938955" y="58633"/>
                </a:lnTo>
                <a:lnTo>
                  <a:pt x="938576" y="59247"/>
                </a:lnTo>
                <a:lnTo>
                  <a:pt x="938209" y="59873"/>
                </a:lnTo>
                <a:lnTo>
                  <a:pt x="937854" y="60512"/>
                </a:lnTo>
                <a:lnTo>
                  <a:pt x="937513" y="61163"/>
                </a:lnTo>
                <a:lnTo>
                  <a:pt x="937186" y="61825"/>
                </a:lnTo>
                <a:lnTo>
                  <a:pt x="936873" y="62499"/>
                </a:lnTo>
                <a:lnTo>
                  <a:pt x="936575" y="63185"/>
                </a:lnTo>
                <a:lnTo>
                  <a:pt x="936292" y="63882"/>
                </a:lnTo>
                <a:lnTo>
                  <a:pt x="936023" y="64590"/>
                </a:lnTo>
                <a:lnTo>
                  <a:pt x="935769" y="65310"/>
                </a:lnTo>
                <a:lnTo>
                  <a:pt x="935529" y="66042"/>
                </a:lnTo>
                <a:lnTo>
                  <a:pt x="935304" y="66785"/>
                </a:lnTo>
                <a:lnTo>
                  <a:pt x="935093" y="67539"/>
                </a:lnTo>
                <a:lnTo>
                  <a:pt x="934897" y="68305"/>
                </a:lnTo>
                <a:lnTo>
                  <a:pt x="934715" y="69083"/>
                </a:lnTo>
                <a:lnTo>
                  <a:pt x="934548" y="69872"/>
                </a:lnTo>
                <a:lnTo>
                  <a:pt x="934395" y="70673"/>
                </a:lnTo>
                <a:lnTo>
                  <a:pt x="934257" y="71485"/>
                </a:lnTo>
                <a:lnTo>
                  <a:pt x="934134" y="72309"/>
                </a:lnTo>
                <a:lnTo>
                  <a:pt x="934025" y="73144"/>
                </a:lnTo>
                <a:lnTo>
                  <a:pt x="933930" y="73991"/>
                </a:lnTo>
                <a:lnTo>
                  <a:pt x="933850" y="74849"/>
                </a:lnTo>
                <a:lnTo>
                  <a:pt x="933785" y="75719"/>
                </a:lnTo>
                <a:lnTo>
                  <a:pt x="933734" y="76601"/>
                </a:lnTo>
                <a:lnTo>
                  <a:pt x="933698" y="77494"/>
                </a:lnTo>
                <a:lnTo>
                  <a:pt x="933676" y="78398"/>
                </a:lnTo>
                <a:lnTo>
                  <a:pt x="933669" y="79314"/>
                </a:lnTo>
                <a:lnTo>
                  <a:pt x="933669" y="99220"/>
                </a:lnTo>
                <a:lnTo>
                  <a:pt x="933676" y="100124"/>
                </a:lnTo>
                <a:lnTo>
                  <a:pt x="933698" y="101016"/>
                </a:lnTo>
                <a:lnTo>
                  <a:pt x="933734" y="101898"/>
                </a:lnTo>
                <a:lnTo>
                  <a:pt x="933785" y="102769"/>
                </a:lnTo>
                <a:lnTo>
                  <a:pt x="933850" y="103629"/>
                </a:lnTo>
                <a:lnTo>
                  <a:pt x="933930" y="104479"/>
                </a:lnTo>
                <a:lnTo>
                  <a:pt x="934025" y="105318"/>
                </a:lnTo>
                <a:lnTo>
                  <a:pt x="934134" y="106146"/>
                </a:lnTo>
                <a:lnTo>
                  <a:pt x="934257" y="106963"/>
                </a:lnTo>
                <a:lnTo>
                  <a:pt x="934395" y="107770"/>
                </a:lnTo>
                <a:lnTo>
                  <a:pt x="934548" y="108566"/>
                </a:lnTo>
                <a:lnTo>
                  <a:pt x="934715" y="109352"/>
                </a:lnTo>
                <a:lnTo>
                  <a:pt x="934897" y="110127"/>
                </a:lnTo>
                <a:lnTo>
                  <a:pt x="935093" y="110891"/>
                </a:lnTo>
                <a:lnTo>
                  <a:pt x="935304" y="111644"/>
                </a:lnTo>
                <a:lnTo>
                  <a:pt x="935529" y="112387"/>
                </a:lnTo>
                <a:lnTo>
                  <a:pt x="935769" y="113119"/>
                </a:lnTo>
                <a:lnTo>
                  <a:pt x="936023" y="113840"/>
                </a:lnTo>
                <a:lnTo>
                  <a:pt x="936292" y="114551"/>
                </a:lnTo>
                <a:lnTo>
                  <a:pt x="936575" y="115250"/>
                </a:lnTo>
                <a:lnTo>
                  <a:pt x="936873" y="115940"/>
                </a:lnTo>
                <a:lnTo>
                  <a:pt x="937186" y="116618"/>
                </a:lnTo>
                <a:lnTo>
                  <a:pt x="937513" y="117286"/>
                </a:lnTo>
                <a:lnTo>
                  <a:pt x="937854" y="117943"/>
                </a:lnTo>
                <a:lnTo>
                  <a:pt x="938209" y="118588"/>
                </a:lnTo>
                <a:lnTo>
                  <a:pt x="938576" y="119221"/>
                </a:lnTo>
                <a:lnTo>
                  <a:pt x="938955" y="119840"/>
                </a:lnTo>
                <a:lnTo>
                  <a:pt x="939346" y="120447"/>
                </a:lnTo>
                <a:lnTo>
                  <a:pt x="939750" y="121040"/>
                </a:lnTo>
                <a:lnTo>
                  <a:pt x="940165" y="121621"/>
                </a:lnTo>
                <a:lnTo>
                  <a:pt x="940592" y="122189"/>
                </a:lnTo>
                <a:lnTo>
                  <a:pt x="941032" y="122744"/>
                </a:lnTo>
                <a:lnTo>
                  <a:pt x="941483" y="123286"/>
                </a:lnTo>
                <a:lnTo>
                  <a:pt x="941947" y="123816"/>
                </a:lnTo>
                <a:lnTo>
                  <a:pt x="942422" y="124332"/>
                </a:lnTo>
                <a:lnTo>
                  <a:pt x="942910" y="124836"/>
                </a:lnTo>
                <a:lnTo>
                  <a:pt x="943410" y="125326"/>
                </a:lnTo>
                <a:lnTo>
                  <a:pt x="943922" y="125804"/>
                </a:lnTo>
                <a:lnTo>
                  <a:pt x="944446" y="126269"/>
                </a:lnTo>
                <a:lnTo>
                  <a:pt x="944982" y="126721"/>
                </a:lnTo>
                <a:lnTo>
                  <a:pt x="945530" y="127160"/>
                </a:lnTo>
                <a:lnTo>
                  <a:pt x="946090" y="127586"/>
                </a:lnTo>
                <a:lnTo>
                  <a:pt x="946662" y="127999"/>
                </a:lnTo>
                <a:lnTo>
                  <a:pt x="947246" y="128399"/>
                </a:lnTo>
                <a:lnTo>
                  <a:pt x="947842" y="128787"/>
                </a:lnTo>
                <a:lnTo>
                  <a:pt x="948451" y="129161"/>
                </a:lnTo>
                <a:lnTo>
                  <a:pt x="949071" y="129523"/>
                </a:lnTo>
                <a:lnTo>
                  <a:pt x="949703" y="129872"/>
                </a:lnTo>
                <a:lnTo>
                  <a:pt x="950347" y="130207"/>
                </a:lnTo>
                <a:lnTo>
                  <a:pt x="951000" y="130528"/>
                </a:lnTo>
                <a:lnTo>
                  <a:pt x="951663" y="130835"/>
                </a:lnTo>
                <a:lnTo>
                  <a:pt x="952335" y="131127"/>
                </a:lnTo>
                <a:lnTo>
                  <a:pt x="953017" y="131405"/>
                </a:lnTo>
                <a:lnTo>
                  <a:pt x="953708" y="131669"/>
                </a:lnTo>
                <a:lnTo>
                  <a:pt x="954409" y="131919"/>
                </a:lnTo>
                <a:lnTo>
                  <a:pt x="955120" y="132154"/>
                </a:lnTo>
                <a:lnTo>
                  <a:pt x="955840" y="132375"/>
                </a:lnTo>
                <a:lnTo>
                  <a:pt x="956570" y="132582"/>
                </a:lnTo>
                <a:lnTo>
                  <a:pt x="957310" y="132774"/>
                </a:lnTo>
                <a:lnTo>
                  <a:pt x="958059" y="132953"/>
                </a:lnTo>
                <a:lnTo>
                  <a:pt x="958817" y="133117"/>
                </a:lnTo>
                <a:lnTo>
                  <a:pt x="959586" y="133267"/>
                </a:lnTo>
                <a:lnTo>
                  <a:pt x="960364" y="133402"/>
                </a:lnTo>
                <a:lnTo>
                  <a:pt x="961151" y="133523"/>
                </a:lnTo>
                <a:lnTo>
                  <a:pt x="961948" y="133630"/>
                </a:lnTo>
                <a:lnTo>
                  <a:pt x="962755" y="133723"/>
                </a:lnTo>
                <a:lnTo>
                  <a:pt x="963571" y="133802"/>
                </a:lnTo>
                <a:lnTo>
                  <a:pt x="964397" y="133866"/>
                </a:lnTo>
                <a:lnTo>
                  <a:pt x="965233" y="133916"/>
                </a:lnTo>
                <a:lnTo>
                  <a:pt x="966078" y="133951"/>
                </a:lnTo>
                <a:lnTo>
                  <a:pt x="966932" y="133973"/>
                </a:lnTo>
                <a:lnTo>
                  <a:pt x="967797" y="133980"/>
                </a:lnTo>
                <a:lnTo>
                  <a:pt x="968661" y="133973"/>
                </a:lnTo>
                <a:lnTo>
                  <a:pt x="969515" y="133951"/>
                </a:lnTo>
                <a:lnTo>
                  <a:pt x="970360" y="133916"/>
                </a:lnTo>
                <a:lnTo>
                  <a:pt x="971195" y="133866"/>
                </a:lnTo>
                <a:lnTo>
                  <a:pt x="972021" y="133802"/>
                </a:lnTo>
                <a:close/>
                <a:moveTo>
                  <a:pt x="964143" y="121114"/>
                </a:moveTo>
                <a:lnTo>
                  <a:pt x="963452" y="121014"/>
                </a:lnTo>
                <a:lnTo>
                  <a:pt x="962774" y="120896"/>
                </a:lnTo>
                <a:lnTo>
                  <a:pt x="962109" y="120761"/>
                </a:lnTo>
                <a:lnTo>
                  <a:pt x="961457" y="120607"/>
                </a:lnTo>
                <a:lnTo>
                  <a:pt x="960818" y="120435"/>
                </a:lnTo>
                <a:lnTo>
                  <a:pt x="960193" y="120245"/>
                </a:lnTo>
                <a:lnTo>
                  <a:pt x="959581" y="120037"/>
                </a:lnTo>
                <a:lnTo>
                  <a:pt x="958981" y="119811"/>
                </a:lnTo>
                <a:lnTo>
                  <a:pt x="958395" y="119566"/>
                </a:lnTo>
                <a:lnTo>
                  <a:pt x="957823" y="119304"/>
                </a:lnTo>
                <a:lnTo>
                  <a:pt x="957263" y="119023"/>
                </a:lnTo>
                <a:lnTo>
                  <a:pt x="956716" y="118725"/>
                </a:lnTo>
                <a:lnTo>
                  <a:pt x="956183" y="118408"/>
                </a:lnTo>
                <a:lnTo>
                  <a:pt x="955663" y="118073"/>
                </a:lnTo>
                <a:lnTo>
                  <a:pt x="955156" y="117720"/>
                </a:lnTo>
                <a:lnTo>
                  <a:pt x="954662" y="117349"/>
                </a:lnTo>
                <a:lnTo>
                  <a:pt x="954181" y="116960"/>
                </a:lnTo>
                <a:lnTo>
                  <a:pt x="953714" y="116553"/>
                </a:lnTo>
                <a:lnTo>
                  <a:pt x="953259" y="116128"/>
                </a:lnTo>
                <a:lnTo>
                  <a:pt x="952821" y="115685"/>
                </a:lnTo>
                <a:lnTo>
                  <a:pt x="952401" y="115224"/>
                </a:lnTo>
                <a:lnTo>
                  <a:pt x="952000" y="114747"/>
                </a:lnTo>
                <a:lnTo>
                  <a:pt x="951618" y="114253"/>
                </a:lnTo>
                <a:lnTo>
                  <a:pt x="951254" y="113742"/>
                </a:lnTo>
                <a:lnTo>
                  <a:pt x="950909" y="113214"/>
                </a:lnTo>
                <a:lnTo>
                  <a:pt x="950583" y="112669"/>
                </a:lnTo>
                <a:lnTo>
                  <a:pt x="950275" y="112107"/>
                </a:lnTo>
                <a:lnTo>
                  <a:pt x="949986" y="111528"/>
                </a:lnTo>
                <a:lnTo>
                  <a:pt x="949716" y="110932"/>
                </a:lnTo>
                <a:lnTo>
                  <a:pt x="949464" y="110319"/>
                </a:lnTo>
                <a:lnTo>
                  <a:pt x="949231" y="109689"/>
                </a:lnTo>
                <a:lnTo>
                  <a:pt x="949016" y="109042"/>
                </a:lnTo>
                <a:lnTo>
                  <a:pt x="948820" y="108378"/>
                </a:lnTo>
                <a:lnTo>
                  <a:pt x="948643" y="107697"/>
                </a:lnTo>
                <a:lnTo>
                  <a:pt x="948485" y="106999"/>
                </a:lnTo>
                <a:lnTo>
                  <a:pt x="948345" y="106283"/>
                </a:lnTo>
                <a:lnTo>
                  <a:pt x="948224" y="105551"/>
                </a:lnTo>
                <a:lnTo>
                  <a:pt x="948121" y="104802"/>
                </a:lnTo>
                <a:lnTo>
                  <a:pt x="948037" y="104036"/>
                </a:lnTo>
                <a:lnTo>
                  <a:pt x="947972" y="103253"/>
                </a:lnTo>
                <a:lnTo>
                  <a:pt x="947925" y="102453"/>
                </a:lnTo>
                <a:lnTo>
                  <a:pt x="947897" y="101636"/>
                </a:lnTo>
                <a:lnTo>
                  <a:pt x="947888" y="100802"/>
                </a:lnTo>
                <a:lnTo>
                  <a:pt x="947888" y="77733"/>
                </a:lnTo>
                <a:lnTo>
                  <a:pt x="947897" y="76899"/>
                </a:lnTo>
                <a:lnTo>
                  <a:pt x="947925" y="76081"/>
                </a:lnTo>
                <a:lnTo>
                  <a:pt x="947972" y="75281"/>
                </a:lnTo>
                <a:lnTo>
                  <a:pt x="948037" y="74498"/>
                </a:lnTo>
                <a:lnTo>
                  <a:pt x="948121" y="73732"/>
                </a:lnTo>
                <a:lnTo>
                  <a:pt x="948224" y="72983"/>
                </a:lnTo>
                <a:lnTo>
                  <a:pt x="948345" y="72251"/>
                </a:lnTo>
                <a:lnTo>
                  <a:pt x="948485" y="71536"/>
                </a:lnTo>
                <a:lnTo>
                  <a:pt x="948643" y="70838"/>
                </a:lnTo>
                <a:lnTo>
                  <a:pt x="948820" y="70157"/>
                </a:lnTo>
                <a:lnTo>
                  <a:pt x="949016" y="69493"/>
                </a:lnTo>
                <a:lnTo>
                  <a:pt x="949231" y="68846"/>
                </a:lnTo>
                <a:lnTo>
                  <a:pt x="949464" y="68216"/>
                </a:lnTo>
                <a:lnTo>
                  <a:pt x="949716" y="67603"/>
                </a:lnTo>
                <a:lnTo>
                  <a:pt x="949986" y="67007"/>
                </a:lnTo>
                <a:lnTo>
                  <a:pt x="950275" y="66428"/>
                </a:lnTo>
                <a:lnTo>
                  <a:pt x="950583" y="65867"/>
                </a:lnTo>
                <a:lnTo>
                  <a:pt x="950909" y="65322"/>
                </a:lnTo>
                <a:lnTo>
                  <a:pt x="951254" y="64794"/>
                </a:lnTo>
                <a:lnTo>
                  <a:pt x="951618" y="64283"/>
                </a:lnTo>
                <a:lnTo>
                  <a:pt x="952000" y="63789"/>
                </a:lnTo>
                <a:lnTo>
                  <a:pt x="952401" y="63312"/>
                </a:lnTo>
                <a:lnTo>
                  <a:pt x="952821" y="62852"/>
                </a:lnTo>
                <a:lnTo>
                  <a:pt x="953259" y="62409"/>
                </a:lnTo>
                <a:lnTo>
                  <a:pt x="953714" y="61984"/>
                </a:lnTo>
                <a:lnTo>
                  <a:pt x="954181" y="61576"/>
                </a:lnTo>
                <a:lnTo>
                  <a:pt x="954662" y="61187"/>
                </a:lnTo>
                <a:lnTo>
                  <a:pt x="955156" y="60816"/>
                </a:lnTo>
                <a:lnTo>
                  <a:pt x="955663" y="60463"/>
                </a:lnTo>
                <a:lnTo>
                  <a:pt x="956183" y="60128"/>
                </a:lnTo>
                <a:lnTo>
                  <a:pt x="956716" y="59811"/>
                </a:lnTo>
                <a:lnTo>
                  <a:pt x="957263" y="59512"/>
                </a:lnTo>
                <a:lnTo>
                  <a:pt x="957823" y="59232"/>
                </a:lnTo>
                <a:lnTo>
                  <a:pt x="958395" y="58969"/>
                </a:lnTo>
                <a:lnTo>
                  <a:pt x="958981" y="58725"/>
                </a:lnTo>
                <a:lnTo>
                  <a:pt x="959581" y="58498"/>
                </a:lnTo>
                <a:lnTo>
                  <a:pt x="960193" y="58290"/>
                </a:lnTo>
                <a:lnTo>
                  <a:pt x="960818" y="58100"/>
                </a:lnTo>
                <a:lnTo>
                  <a:pt x="961457" y="57928"/>
                </a:lnTo>
                <a:lnTo>
                  <a:pt x="962109" y="57774"/>
                </a:lnTo>
                <a:lnTo>
                  <a:pt x="962774" y="57638"/>
                </a:lnTo>
                <a:lnTo>
                  <a:pt x="963452" y="57521"/>
                </a:lnTo>
                <a:lnTo>
                  <a:pt x="964143" y="57421"/>
                </a:lnTo>
                <a:lnTo>
                  <a:pt x="964847" y="57340"/>
                </a:lnTo>
                <a:lnTo>
                  <a:pt x="965565" y="57276"/>
                </a:lnTo>
                <a:lnTo>
                  <a:pt x="966296" y="57231"/>
                </a:lnTo>
                <a:lnTo>
                  <a:pt x="967040" y="57204"/>
                </a:lnTo>
                <a:lnTo>
                  <a:pt x="967797" y="57195"/>
                </a:lnTo>
                <a:lnTo>
                  <a:pt x="968566" y="57204"/>
                </a:lnTo>
                <a:lnTo>
                  <a:pt x="969322" y="57231"/>
                </a:lnTo>
                <a:lnTo>
                  <a:pt x="970064" y="57276"/>
                </a:lnTo>
                <a:lnTo>
                  <a:pt x="970792" y="57340"/>
                </a:lnTo>
                <a:lnTo>
                  <a:pt x="971505" y="57421"/>
                </a:lnTo>
                <a:lnTo>
                  <a:pt x="972205" y="57521"/>
                </a:lnTo>
                <a:lnTo>
                  <a:pt x="972891" y="57638"/>
                </a:lnTo>
                <a:lnTo>
                  <a:pt x="973563" y="57774"/>
                </a:lnTo>
                <a:lnTo>
                  <a:pt x="974220" y="57928"/>
                </a:lnTo>
                <a:lnTo>
                  <a:pt x="974864" y="58100"/>
                </a:lnTo>
                <a:lnTo>
                  <a:pt x="975494" y="58290"/>
                </a:lnTo>
                <a:lnTo>
                  <a:pt x="976110" y="58498"/>
                </a:lnTo>
                <a:lnTo>
                  <a:pt x="976712" y="58725"/>
                </a:lnTo>
                <a:lnTo>
                  <a:pt x="977300" y="58969"/>
                </a:lnTo>
                <a:lnTo>
                  <a:pt x="977873" y="59232"/>
                </a:lnTo>
                <a:lnTo>
                  <a:pt x="978433" y="59512"/>
                </a:lnTo>
                <a:lnTo>
                  <a:pt x="978979" y="59811"/>
                </a:lnTo>
                <a:lnTo>
                  <a:pt x="979511" y="60128"/>
                </a:lnTo>
                <a:lnTo>
                  <a:pt x="980029" y="60463"/>
                </a:lnTo>
                <a:lnTo>
                  <a:pt x="980533" y="60816"/>
                </a:lnTo>
                <a:lnTo>
                  <a:pt x="981023" y="61187"/>
                </a:lnTo>
                <a:lnTo>
                  <a:pt x="981499" y="61576"/>
                </a:lnTo>
                <a:lnTo>
                  <a:pt x="981961" y="61984"/>
                </a:lnTo>
                <a:lnTo>
                  <a:pt x="982409" y="62409"/>
                </a:lnTo>
                <a:lnTo>
                  <a:pt x="982841" y="62852"/>
                </a:lnTo>
                <a:lnTo>
                  <a:pt x="983254" y="63312"/>
                </a:lnTo>
                <a:lnTo>
                  <a:pt x="983650" y="63789"/>
                </a:lnTo>
                <a:lnTo>
                  <a:pt x="984026" y="64283"/>
                </a:lnTo>
                <a:lnTo>
                  <a:pt x="984385" y="64794"/>
                </a:lnTo>
                <a:lnTo>
                  <a:pt x="984725" y="65322"/>
                </a:lnTo>
                <a:lnTo>
                  <a:pt x="985047" y="65867"/>
                </a:lnTo>
                <a:lnTo>
                  <a:pt x="985350" y="66428"/>
                </a:lnTo>
                <a:lnTo>
                  <a:pt x="985635" y="67007"/>
                </a:lnTo>
                <a:lnTo>
                  <a:pt x="985901" y="67603"/>
                </a:lnTo>
                <a:lnTo>
                  <a:pt x="986150" y="68216"/>
                </a:lnTo>
                <a:lnTo>
                  <a:pt x="986379" y="68846"/>
                </a:lnTo>
                <a:lnTo>
                  <a:pt x="986591" y="69493"/>
                </a:lnTo>
                <a:lnTo>
                  <a:pt x="986784" y="70157"/>
                </a:lnTo>
                <a:lnTo>
                  <a:pt x="986958" y="70838"/>
                </a:lnTo>
                <a:lnTo>
                  <a:pt x="987115" y="71536"/>
                </a:lnTo>
                <a:lnTo>
                  <a:pt x="987253" y="72251"/>
                </a:lnTo>
                <a:lnTo>
                  <a:pt x="987372" y="72983"/>
                </a:lnTo>
                <a:lnTo>
                  <a:pt x="987473" y="73732"/>
                </a:lnTo>
                <a:lnTo>
                  <a:pt x="987556" y="74498"/>
                </a:lnTo>
                <a:lnTo>
                  <a:pt x="987620" y="75281"/>
                </a:lnTo>
                <a:lnTo>
                  <a:pt x="987666" y="76081"/>
                </a:lnTo>
                <a:lnTo>
                  <a:pt x="987694" y="76899"/>
                </a:lnTo>
                <a:lnTo>
                  <a:pt x="987703" y="77733"/>
                </a:lnTo>
                <a:lnTo>
                  <a:pt x="987703" y="100802"/>
                </a:lnTo>
                <a:lnTo>
                  <a:pt x="987694" y="101636"/>
                </a:lnTo>
                <a:lnTo>
                  <a:pt x="987666" y="102453"/>
                </a:lnTo>
                <a:lnTo>
                  <a:pt x="987620" y="103253"/>
                </a:lnTo>
                <a:lnTo>
                  <a:pt x="987556" y="104036"/>
                </a:lnTo>
                <a:lnTo>
                  <a:pt x="987473" y="104802"/>
                </a:lnTo>
                <a:lnTo>
                  <a:pt x="987372" y="105551"/>
                </a:lnTo>
                <a:lnTo>
                  <a:pt x="987253" y="106283"/>
                </a:lnTo>
                <a:lnTo>
                  <a:pt x="987115" y="106999"/>
                </a:lnTo>
                <a:lnTo>
                  <a:pt x="986958" y="107697"/>
                </a:lnTo>
                <a:lnTo>
                  <a:pt x="986784" y="108378"/>
                </a:lnTo>
                <a:lnTo>
                  <a:pt x="986591" y="109042"/>
                </a:lnTo>
                <a:lnTo>
                  <a:pt x="986379" y="109689"/>
                </a:lnTo>
                <a:lnTo>
                  <a:pt x="986150" y="110319"/>
                </a:lnTo>
                <a:lnTo>
                  <a:pt x="985901" y="110932"/>
                </a:lnTo>
                <a:lnTo>
                  <a:pt x="985635" y="111528"/>
                </a:lnTo>
                <a:lnTo>
                  <a:pt x="985350" y="112107"/>
                </a:lnTo>
                <a:lnTo>
                  <a:pt x="985047" y="112669"/>
                </a:lnTo>
                <a:lnTo>
                  <a:pt x="984725" y="113214"/>
                </a:lnTo>
                <a:lnTo>
                  <a:pt x="984385" y="113742"/>
                </a:lnTo>
                <a:lnTo>
                  <a:pt x="984026" y="114253"/>
                </a:lnTo>
                <a:lnTo>
                  <a:pt x="983650" y="114747"/>
                </a:lnTo>
                <a:lnTo>
                  <a:pt x="983254" y="115224"/>
                </a:lnTo>
                <a:lnTo>
                  <a:pt x="982841" y="115685"/>
                </a:lnTo>
                <a:lnTo>
                  <a:pt x="982409" y="116128"/>
                </a:lnTo>
                <a:lnTo>
                  <a:pt x="981961" y="116553"/>
                </a:lnTo>
                <a:lnTo>
                  <a:pt x="981499" y="116960"/>
                </a:lnTo>
                <a:lnTo>
                  <a:pt x="981023" y="117349"/>
                </a:lnTo>
                <a:lnTo>
                  <a:pt x="980533" y="117720"/>
                </a:lnTo>
                <a:lnTo>
                  <a:pt x="980029" y="118073"/>
                </a:lnTo>
                <a:lnTo>
                  <a:pt x="979511" y="118408"/>
                </a:lnTo>
                <a:lnTo>
                  <a:pt x="978979" y="118725"/>
                </a:lnTo>
                <a:lnTo>
                  <a:pt x="978433" y="119023"/>
                </a:lnTo>
                <a:lnTo>
                  <a:pt x="977873" y="119304"/>
                </a:lnTo>
                <a:lnTo>
                  <a:pt x="977300" y="119566"/>
                </a:lnTo>
                <a:lnTo>
                  <a:pt x="976712" y="119811"/>
                </a:lnTo>
                <a:lnTo>
                  <a:pt x="976110" y="120037"/>
                </a:lnTo>
                <a:lnTo>
                  <a:pt x="975494" y="120245"/>
                </a:lnTo>
                <a:lnTo>
                  <a:pt x="974864" y="120435"/>
                </a:lnTo>
                <a:lnTo>
                  <a:pt x="974220" y="120607"/>
                </a:lnTo>
                <a:lnTo>
                  <a:pt x="973563" y="120761"/>
                </a:lnTo>
                <a:lnTo>
                  <a:pt x="972891" y="120896"/>
                </a:lnTo>
                <a:lnTo>
                  <a:pt x="972205" y="121014"/>
                </a:lnTo>
                <a:lnTo>
                  <a:pt x="971505" y="121114"/>
                </a:lnTo>
                <a:lnTo>
                  <a:pt x="970792" y="121195"/>
                </a:lnTo>
                <a:lnTo>
                  <a:pt x="970064" y="121258"/>
                </a:lnTo>
                <a:lnTo>
                  <a:pt x="969322" y="121304"/>
                </a:lnTo>
                <a:lnTo>
                  <a:pt x="968566" y="121331"/>
                </a:lnTo>
                <a:lnTo>
                  <a:pt x="967797" y="121340"/>
                </a:lnTo>
                <a:lnTo>
                  <a:pt x="967040" y="121331"/>
                </a:lnTo>
                <a:lnTo>
                  <a:pt x="966296" y="121304"/>
                </a:lnTo>
                <a:lnTo>
                  <a:pt x="965565" y="121258"/>
                </a:lnTo>
                <a:lnTo>
                  <a:pt x="964847" y="121195"/>
                </a:lnTo>
                <a:lnTo>
                  <a:pt x="964143" y="121114"/>
                </a:lnTo>
                <a:close/>
                <a:moveTo>
                  <a:pt x="40763" y="133946"/>
                </a:moveTo>
                <a:lnTo>
                  <a:pt x="41904" y="133792"/>
                </a:lnTo>
                <a:lnTo>
                  <a:pt x="43025" y="133610"/>
                </a:lnTo>
                <a:lnTo>
                  <a:pt x="44125" y="133400"/>
                </a:lnTo>
                <a:lnTo>
                  <a:pt x="45206" y="133163"/>
                </a:lnTo>
                <a:lnTo>
                  <a:pt x="46266" y="132897"/>
                </a:lnTo>
                <a:lnTo>
                  <a:pt x="47307" y="132603"/>
                </a:lnTo>
                <a:lnTo>
                  <a:pt x="48328" y="132281"/>
                </a:lnTo>
                <a:lnTo>
                  <a:pt x="49328" y="131932"/>
                </a:lnTo>
                <a:lnTo>
                  <a:pt x="50309" y="131554"/>
                </a:lnTo>
                <a:lnTo>
                  <a:pt x="51269" y="131148"/>
                </a:lnTo>
                <a:lnTo>
                  <a:pt x="52210" y="130715"/>
                </a:lnTo>
                <a:lnTo>
                  <a:pt x="53130" y="130253"/>
                </a:lnTo>
                <a:lnTo>
                  <a:pt x="54030" y="129764"/>
                </a:lnTo>
                <a:lnTo>
                  <a:pt x="54911" y="129246"/>
                </a:lnTo>
                <a:lnTo>
                  <a:pt x="55771" y="128700"/>
                </a:lnTo>
                <a:lnTo>
                  <a:pt x="56612" y="128127"/>
                </a:lnTo>
                <a:lnTo>
                  <a:pt x="57432" y="127525"/>
                </a:lnTo>
                <a:lnTo>
                  <a:pt x="58232" y="126896"/>
                </a:lnTo>
                <a:lnTo>
                  <a:pt x="59012" y="126239"/>
                </a:lnTo>
                <a:lnTo>
                  <a:pt x="59767" y="125557"/>
                </a:lnTo>
                <a:lnTo>
                  <a:pt x="60492" y="124855"/>
                </a:lnTo>
                <a:lnTo>
                  <a:pt x="61186" y="124133"/>
                </a:lnTo>
                <a:lnTo>
                  <a:pt x="61850" y="123391"/>
                </a:lnTo>
                <a:lnTo>
                  <a:pt x="62483" y="122628"/>
                </a:lnTo>
                <a:lnTo>
                  <a:pt x="63086" y="121845"/>
                </a:lnTo>
                <a:lnTo>
                  <a:pt x="63658" y="121041"/>
                </a:lnTo>
                <a:lnTo>
                  <a:pt x="64200" y="120218"/>
                </a:lnTo>
                <a:lnTo>
                  <a:pt x="64711" y="119374"/>
                </a:lnTo>
                <a:lnTo>
                  <a:pt x="65192" y="118509"/>
                </a:lnTo>
                <a:lnTo>
                  <a:pt x="65643" y="117625"/>
                </a:lnTo>
                <a:lnTo>
                  <a:pt x="66063" y="116720"/>
                </a:lnTo>
                <a:lnTo>
                  <a:pt x="66453" y="115795"/>
                </a:lnTo>
                <a:lnTo>
                  <a:pt x="66812" y="114849"/>
                </a:lnTo>
                <a:lnTo>
                  <a:pt x="67140" y="113884"/>
                </a:lnTo>
                <a:lnTo>
                  <a:pt x="67439" y="112898"/>
                </a:lnTo>
                <a:lnTo>
                  <a:pt x="67706" y="111891"/>
                </a:lnTo>
                <a:lnTo>
                  <a:pt x="67944" y="110865"/>
                </a:lnTo>
                <a:lnTo>
                  <a:pt x="68151" y="109818"/>
                </a:lnTo>
                <a:lnTo>
                  <a:pt x="68327" y="108750"/>
                </a:lnTo>
                <a:lnTo>
                  <a:pt x="68473" y="107663"/>
                </a:lnTo>
                <a:lnTo>
                  <a:pt x="68588" y="106555"/>
                </a:lnTo>
                <a:lnTo>
                  <a:pt x="68674" y="105427"/>
                </a:lnTo>
                <a:lnTo>
                  <a:pt x="68728" y="104278"/>
                </a:lnTo>
                <a:lnTo>
                  <a:pt x="54509" y="104278"/>
                </a:lnTo>
                <a:lnTo>
                  <a:pt x="54461" y="104956"/>
                </a:lnTo>
                <a:lnTo>
                  <a:pt x="54397" y="105622"/>
                </a:lnTo>
                <a:lnTo>
                  <a:pt x="54316" y="106275"/>
                </a:lnTo>
                <a:lnTo>
                  <a:pt x="54219" y="106915"/>
                </a:lnTo>
                <a:lnTo>
                  <a:pt x="54105" y="107543"/>
                </a:lnTo>
                <a:lnTo>
                  <a:pt x="53975" y="108158"/>
                </a:lnTo>
                <a:lnTo>
                  <a:pt x="53829" y="108761"/>
                </a:lnTo>
                <a:lnTo>
                  <a:pt x="53666" y="109351"/>
                </a:lnTo>
                <a:lnTo>
                  <a:pt x="53486" y="109928"/>
                </a:lnTo>
                <a:lnTo>
                  <a:pt x="53290" y="110493"/>
                </a:lnTo>
                <a:lnTo>
                  <a:pt x="53078" y="111045"/>
                </a:lnTo>
                <a:lnTo>
                  <a:pt x="52849" y="111584"/>
                </a:lnTo>
                <a:lnTo>
                  <a:pt x="52604" y="112111"/>
                </a:lnTo>
                <a:lnTo>
                  <a:pt x="52342" y="112626"/>
                </a:lnTo>
                <a:lnTo>
                  <a:pt x="52064" y="113127"/>
                </a:lnTo>
                <a:lnTo>
                  <a:pt x="51769" y="113616"/>
                </a:lnTo>
                <a:lnTo>
                  <a:pt x="51458" y="114093"/>
                </a:lnTo>
                <a:lnTo>
                  <a:pt x="51131" y="114557"/>
                </a:lnTo>
                <a:lnTo>
                  <a:pt x="50786" y="115008"/>
                </a:lnTo>
                <a:lnTo>
                  <a:pt x="50426" y="115447"/>
                </a:lnTo>
                <a:lnTo>
                  <a:pt x="50049" y="115873"/>
                </a:lnTo>
                <a:lnTo>
                  <a:pt x="49656" y="116286"/>
                </a:lnTo>
                <a:lnTo>
                  <a:pt x="49246" y="116687"/>
                </a:lnTo>
                <a:lnTo>
                  <a:pt x="48819" y="117075"/>
                </a:lnTo>
                <a:lnTo>
                  <a:pt x="48379" y="117449"/>
                </a:lnTo>
                <a:lnTo>
                  <a:pt x="47925" y="117807"/>
                </a:lnTo>
                <a:lnTo>
                  <a:pt x="47460" y="118149"/>
                </a:lnTo>
                <a:lnTo>
                  <a:pt x="46981" y="118475"/>
                </a:lnTo>
                <a:lnTo>
                  <a:pt x="46490" y="118785"/>
                </a:lnTo>
                <a:lnTo>
                  <a:pt x="45986" y="119079"/>
                </a:lnTo>
                <a:lnTo>
                  <a:pt x="45470" y="119357"/>
                </a:lnTo>
                <a:lnTo>
                  <a:pt x="44941" y="119620"/>
                </a:lnTo>
                <a:lnTo>
                  <a:pt x="44399" y="119866"/>
                </a:lnTo>
                <a:lnTo>
                  <a:pt x="43845" y="120097"/>
                </a:lnTo>
                <a:lnTo>
                  <a:pt x="43278" y="120312"/>
                </a:lnTo>
                <a:lnTo>
                  <a:pt x="42698" y="120510"/>
                </a:lnTo>
                <a:lnTo>
                  <a:pt x="42106" y="120693"/>
                </a:lnTo>
                <a:lnTo>
                  <a:pt x="41501" y="120860"/>
                </a:lnTo>
                <a:lnTo>
                  <a:pt x="40884" y="121011"/>
                </a:lnTo>
                <a:lnTo>
                  <a:pt x="40254" y="121147"/>
                </a:lnTo>
                <a:lnTo>
                  <a:pt x="39611" y="121266"/>
                </a:lnTo>
                <a:lnTo>
                  <a:pt x="38956" y="121369"/>
                </a:lnTo>
                <a:lnTo>
                  <a:pt x="38288" y="121457"/>
                </a:lnTo>
                <a:lnTo>
                  <a:pt x="37608" y="121528"/>
                </a:lnTo>
                <a:lnTo>
                  <a:pt x="36915" y="121584"/>
                </a:lnTo>
                <a:lnTo>
                  <a:pt x="36209" y="121624"/>
                </a:lnTo>
                <a:lnTo>
                  <a:pt x="35490" y="121648"/>
                </a:lnTo>
                <a:lnTo>
                  <a:pt x="34759" y="121656"/>
                </a:lnTo>
                <a:lnTo>
                  <a:pt x="33989" y="121646"/>
                </a:lnTo>
                <a:lnTo>
                  <a:pt x="33231" y="121618"/>
                </a:lnTo>
                <a:lnTo>
                  <a:pt x="32487" y="121572"/>
                </a:lnTo>
                <a:lnTo>
                  <a:pt x="31755" y="121506"/>
                </a:lnTo>
                <a:lnTo>
                  <a:pt x="31036" y="121422"/>
                </a:lnTo>
                <a:lnTo>
                  <a:pt x="30330" y="121320"/>
                </a:lnTo>
                <a:lnTo>
                  <a:pt x="29637" y="121199"/>
                </a:lnTo>
                <a:lnTo>
                  <a:pt x="28957" y="121059"/>
                </a:lnTo>
                <a:lnTo>
                  <a:pt x="28290" y="120900"/>
                </a:lnTo>
                <a:lnTo>
                  <a:pt x="27635" y="120723"/>
                </a:lnTo>
                <a:lnTo>
                  <a:pt x="26994" y="120527"/>
                </a:lnTo>
                <a:lnTo>
                  <a:pt x="26365" y="120313"/>
                </a:lnTo>
                <a:lnTo>
                  <a:pt x="25749" y="120080"/>
                </a:lnTo>
                <a:lnTo>
                  <a:pt x="25146" y="119828"/>
                </a:lnTo>
                <a:lnTo>
                  <a:pt x="24556" y="119557"/>
                </a:lnTo>
                <a:lnTo>
                  <a:pt x="23979" y="119268"/>
                </a:lnTo>
                <a:lnTo>
                  <a:pt x="23415" y="118961"/>
                </a:lnTo>
                <a:lnTo>
                  <a:pt x="22864" y="118634"/>
                </a:lnTo>
                <a:lnTo>
                  <a:pt x="22325" y="118289"/>
                </a:lnTo>
                <a:lnTo>
                  <a:pt x="21800" y="117926"/>
                </a:lnTo>
                <a:lnTo>
                  <a:pt x="21287" y="117543"/>
                </a:lnTo>
                <a:lnTo>
                  <a:pt x="20787" y="117142"/>
                </a:lnTo>
                <a:lnTo>
                  <a:pt x="20301" y="116723"/>
                </a:lnTo>
                <a:lnTo>
                  <a:pt x="19827" y="116284"/>
                </a:lnTo>
                <a:lnTo>
                  <a:pt x="19369" y="115829"/>
                </a:lnTo>
                <a:lnTo>
                  <a:pt x="18931" y="115358"/>
                </a:lnTo>
                <a:lnTo>
                  <a:pt x="18512" y="114872"/>
                </a:lnTo>
                <a:lnTo>
                  <a:pt x="18113" y="114371"/>
                </a:lnTo>
                <a:lnTo>
                  <a:pt x="17734" y="113854"/>
                </a:lnTo>
                <a:lnTo>
                  <a:pt x="17373" y="113322"/>
                </a:lnTo>
                <a:lnTo>
                  <a:pt x="17033" y="112775"/>
                </a:lnTo>
                <a:lnTo>
                  <a:pt x="16711" y="112212"/>
                </a:lnTo>
                <a:lnTo>
                  <a:pt x="16410" y="111634"/>
                </a:lnTo>
                <a:lnTo>
                  <a:pt x="16127" y="111040"/>
                </a:lnTo>
                <a:lnTo>
                  <a:pt x="15864" y="110431"/>
                </a:lnTo>
                <a:lnTo>
                  <a:pt x="15621" y="109807"/>
                </a:lnTo>
                <a:lnTo>
                  <a:pt x="15397" y="109167"/>
                </a:lnTo>
                <a:lnTo>
                  <a:pt x="15193" y="108512"/>
                </a:lnTo>
                <a:lnTo>
                  <a:pt x="15008" y="107842"/>
                </a:lnTo>
                <a:lnTo>
                  <a:pt x="14842" y="107156"/>
                </a:lnTo>
                <a:lnTo>
                  <a:pt x="14696" y="106455"/>
                </a:lnTo>
                <a:lnTo>
                  <a:pt x="14570" y="105739"/>
                </a:lnTo>
                <a:lnTo>
                  <a:pt x="14462" y="105007"/>
                </a:lnTo>
                <a:lnTo>
                  <a:pt x="14375" y="104260"/>
                </a:lnTo>
                <a:lnTo>
                  <a:pt x="14307" y="103497"/>
                </a:lnTo>
                <a:lnTo>
                  <a:pt x="14258" y="102720"/>
                </a:lnTo>
                <a:lnTo>
                  <a:pt x="14229" y="101926"/>
                </a:lnTo>
                <a:lnTo>
                  <a:pt x="14219" y="101118"/>
                </a:lnTo>
                <a:lnTo>
                  <a:pt x="14219" y="77260"/>
                </a:lnTo>
                <a:lnTo>
                  <a:pt x="14229" y="76452"/>
                </a:lnTo>
                <a:lnTo>
                  <a:pt x="14258" y="75659"/>
                </a:lnTo>
                <a:lnTo>
                  <a:pt x="14307" y="74882"/>
                </a:lnTo>
                <a:lnTo>
                  <a:pt x="14375" y="74120"/>
                </a:lnTo>
                <a:lnTo>
                  <a:pt x="14462" y="73374"/>
                </a:lnTo>
                <a:lnTo>
                  <a:pt x="14570" y="72644"/>
                </a:lnTo>
                <a:lnTo>
                  <a:pt x="14696" y="71929"/>
                </a:lnTo>
                <a:lnTo>
                  <a:pt x="14842" y="71230"/>
                </a:lnTo>
                <a:lnTo>
                  <a:pt x="15008" y="70547"/>
                </a:lnTo>
                <a:lnTo>
                  <a:pt x="15193" y="69879"/>
                </a:lnTo>
                <a:lnTo>
                  <a:pt x="15397" y="69227"/>
                </a:lnTo>
                <a:lnTo>
                  <a:pt x="15621" y="68591"/>
                </a:lnTo>
                <a:lnTo>
                  <a:pt x="15864" y="67970"/>
                </a:lnTo>
                <a:lnTo>
                  <a:pt x="16127" y="67365"/>
                </a:lnTo>
                <a:lnTo>
                  <a:pt x="16410" y="66775"/>
                </a:lnTo>
                <a:lnTo>
                  <a:pt x="16711" y="66201"/>
                </a:lnTo>
                <a:lnTo>
                  <a:pt x="17033" y="65643"/>
                </a:lnTo>
                <a:lnTo>
                  <a:pt x="17373" y="65100"/>
                </a:lnTo>
                <a:lnTo>
                  <a:pt x="17734" y="64573"/>
                </a:lnTo>
                <a:lnTo>
                  <a:pt x="18113" y="64062"/>
                </a:lnTo>
                <a:lnTo>
                  <a:pt x="18512" y="63566"/>
                </a:lnTo>
                <a:lnTo>
                  <a:pt x="18931" y="63086"/>
                </a:lnTo>
                <a:lnTo>
                  <a:pt x="19369" y="62622"/>
                </a:lnTo>
                <a:lnTo>
                  <a:pt x="19827" y="62173"/>
                </a:lnTo>
                <a:lnTo>
                  <a:pt x="20301" y="61741"/>
                </a:lnTo>
                <a:lnTo>
                  <a:pt x="20787" y="61327"/>
                </a:lnTo>
                <a:lnTo>
                  <a:pt x="21287" y="60932"/>
                </a:lnTo>
                <a:lnTo>
                  <a:pt x="21800" y="60555"/>
                </a:lnTo>
                <a:lnTo>
                  <a:pt x="22325" y="60197"/>
                </a:lnTo>
                <a:lnTo>
                  <a:pt x="22864" y="59857"/>
                </a:lnTo>
                <a:lnTo>
                  <a:pt x="23415" y="59535"/>
                </a:lnTo>
                <a:lnTo>
                  <a:pt x="23979" y="59232"/>
                </a:lnTo>
                <a:lnTo>
                  <a:pt x="24556" y="58947"/>
                </a:lnTo>
                <a:lnTo>
                  <a:pt x="25146" y="58680"/>
                </a:lnTo>
                <a:lnTo>
                  <a:pt x="25749" y="58432"/>
                </a:lnTo>
                <a:lnTo>
                  <a:pt x="26365" y="58202"/>
                </a:lnTo>
                <a:lnTo>
                  <a:pt x="26994" y="57991"/>
                </a:lnTo>
                <a:lnTo>
                  <a:pt x="27635" y="57798"/>
                </a:lnTo>
                <a:lnTo>
                  <a:pt x="28290" y="57623"/>
                </a:lnTo>
                <a:lnTo>
                  <a:pt x="28957" y="57467"/>
                </a:lnTo>
                <a:lnTo>
                  <a:pt x="29637" y="57329"/>
                </a:lnTo>
                <a:lnTo>
                  <a:pt x="30330" y="57210"/>
                </a:lnTo>
                <a:lnTo>
                  <a:pt x="31036" y="57109"/>
                </a:lnTo>
                <a:lnTo>
                  <a:pt x="31755" y="57026"/>
                </a:lnTo>
                <a:lnTo>
                  <a:pt x="32487" y="56962"/>
                </a:lnTo>
                <a:lnTo>
                  <a:pt x="33231" y="56916"/>
                </a:lnTo>
                <a:lnTo>
                  <a:pt x="33989" y="56888"/>
                </a:lnTo>
                <a:lnTo>
                  <a:pt x="34759" y="56879"/>
                </a:lnTo>
                <a:lnTo>
                  <a:pt x="35490" y="56887"/>
                </a:lnTo>
                <a:lnTo>
                  <a:pt x="36209" y="56910"/>
                </a:lnTo>
                <a:lnTo>
                  <a:pt x="36915" y="56949"/>
                </a:lnTo>
                <a:lnTo>
                  <a:pt x="37608" y="57004"/>
                </a:lnTo>
                <a:lnTo>
                  <a:pt x="38288" y="57074"/>
                </a:lnTo>
                <a:lnTo>
                  <a:pt x="38956" y="57160"/>
                </a:lnTo>
                <a:lnTo>
                  <a:pt x="39611" y="57262"/>
                </a:lnTo>
                <a:lnTo>
                  <a:pt x="40254" y="57379"/>
                </a:lnTo>
                <a:lnTo>
                  <a:pt x="40884" y="57512"/>
                </a:lnTo>
                <a:lnTo>
                  <a:pt x="41501" y="57661"/>
                </a:lnTo>
                <a:lnTo>
                  <a:pt x="42106" y="57825"/>
                </a:lnTo>
                <a:lnTo>
                  <a:pt x="42698" y="58005"/>
                </a:lnTo>
                <a:lnTo>
                  <a:pt x="43278" y="58200"/>
                </a:lnTo>
                <a:lnTo>
                  <a:pt x="43845" y="58411"/>
                </a:lnTo>
                <a:lnTo>
                  <a:pt x="44399" y="58638"/>
                </a:lnTo>
                <a:lnTo>
                  <a:pt x="44941" y="58880"/>
                </a:lnTo>
                <a:lnTo>
                  <a:pt x="45470" y="59138"/>
                </a:lnTo>
                <a:lnTo>
                  <a:pt x="45986" y="59412"/>
                </a:lnTo>
                <a:lnTo>
                  <a:pt x="46490" y="59701"/>
                </a:lnTo>
                <a:lnTo>
                  <a:pt x="46981" y="60006"/>
                </a:lnTo>
                <a:lnTo>
                  <a:pt x="47460" y="60327"/>
                </a:lnTo>
                <a:lnTo>
                  <a:pt x="47925" y="60663"/>
                </a:lnTo>
                <a:lnTo>
                  <a:pt x="48379" y="61015"/>
                </a:lnTo>
                <a:lnTo>
                  <a:pt x="48819" y="61382"/>
                </a:lnTo>
                <a:lnTo>
                  <a:pt x="49246" y="61764"/>
                </a:lnTo>
                <a:lnTo>
                  <a:pt x="49656" y="62159"/>
                </a:lnTo>
                <a:lnTo>
                  <a:pt x="50049" y="62568"/>
                </a:lnTo>
                <a:lnTo>
                  <a:pt x="50426" y="62990"/>
                </a:lnTo>
                <a:lnTo>
                  <a:pt x="50786" y="63426"/>
                </a:lnTo>
                <a:lnTo>
                  <a:pt x="51131" y="63875"/>
                </a:lnTo>
                <a:lnTo>
                  <a:pt x="51458" y="64337"/>
                </a:lnTo>
                <a:lnTo>
                  <a:pt x="51769" y="64813"/>
                </a:lnTo>
                <a:lnTo>
                  <a:pt x="52064" y="65303"/>
                </a:lnTo>
                <a:lnTo>
                  <a:pt x="52342" y="65806"/>
                </a:lnTo>
                <a:lnTo>
                  <a:pt x="52604" y="66322"/>
                </a:lnTo>
                <a:lnTo>
                  <a:pt x="52849" y="66852"/>
                </a:lnTo>
                <a:lnTo>
                  <a:pt x="53078" y="67395"/>
                </a:lnTo>
                <a:lnTo>
                  <a:pt x="53290" y="67952"/>
                </a:lnTo>
                <a:lnTo>
                  <a:pt x="53486" y="68522"/>
                </a:lnTo>
                <a:lnTo>
                  <a:pt x="53666" y="69106"/>
                </a:lnTo>
                <a:lnTo>
                  <a:pt x="53829" y="69703"/>
                </a:lnTo>
                <a:lnTo>
                  <a:pt x="53975" y="70313"/>
                </a:lnTo>
                <a:lnTo>
                  <a:pt x="54105" y="70937"/>
                </a:lnTo>
                <a:lnTo>
                  <a:pt x="54219" y="71574"/>
                </a:lnTo>
                <a:lnTo>
                  <a:pt x="54316" y="72225"/>
                </a:lnTo>
                <a:lnTo>
                  <a:pt x="54397" y="72890"/>
                </a:lnTo>
                <a:lnTo>
                  <a:pt x="54461" y="73567"/>
                </a:lnTo>
                <a:lnTo>
                  <a:pt x="54509" y="74259"/>
                </a:lnTo>
                <a:lnTo>
                  <a:pt x="68728" y="74259"/>
                </a:lnTo>
                <a:lnTo>
                  <a:pt x="68674" y="73110"/>
                </a:lnTo>
                <a:lnTo>
                  <a:pt x="68588" y="71982"/>
                </a:lnTo>
                <a:lnTo>
                  <a:pt x="68473" y="70874"/>
                </a:lnTo>
                <a:lnTo>
                  <a:pt x="68327" y="69787"/>
                </a:lnTo>
                <a:lnTo>
                  <a:pt x="68151" y="68719"/>
                </a:lnTo>
                <a:lnTo>
                  <a:pt x="67944" y="67672"/>
                </a:lnTo>
                <a:lnTo>
                  <a:pt x="67706" y="66646"/>
                </a:lnTo>
                <a:lnTo>
                  <a:pt x="67439" y="65639"/>
                </a:lnTo>
                <a:lnTo>
                  <a:pt x="67140" y="64653"/>
                </a:lnTo>
                <a:lnTo>
                  <a:pt x="66812" y="63687"/>
                </a:lnTo>
                <a:lnTo>
                  <a:pt x="66453" y="62742"/>
                </a:lnTo>
                <a:lnTo>
                  <a:pt x="66063" y="61817"/>
                </a:lnTo>
                <a:lnTo>
                  <a:pt x="65643" y="60912"/>
                </a:lnTo>
                <a:lnTo>
                  <a:pt x="65192" y="60027"/>
                </a:lnTo>
                <a:lnTo>
                  <a:pt x="64711" y="59163"/>
                </a:lnTo>
                <a:lnTo>
                  <a:pt x="64200" y="58319"/>
                </a:lnTo>
                <a:lnTo>
                  <a:pt x="63658" y="57496"/>
                </a:lnTo>
                <a:lnTo>
                  <a:pt x="63086" y="56692"/>
                </a:lnTo>
                <a:lnTo>
                  <a:pt x="62483" y="55909"/>
                </a:lnTo>
                <a:lnTo>
                  <a:pt x="61850" y="55146"/>
                </a:lnTo>
                <a:lnTo>
                  <a:pt x="61186" y="54404"/>
                </a:lnTo>
                <a:lnTo>
                  <a:pt x="60492" y="53682"/>
                </a:lnTo>
                <a:lnTo>
                  <a:pt x="59767" y="52980"/>
                </a:lnTo>
                <a:lnTo>
                  <a:pt x="59012" y="52298"/>
                </a:lnTo>
                <a:lnTo>
                  <a:pt x="58232" y="51641"/>
                </a:lnTo>
                <a:lnTo>
                  <a:pt x="57432" y="51011"/>
                </a:lnTo>
                <a:lnTo>
                  <a:pt x="56612" y="50409"/>
                </a:lnTo>
                <a:lnTo>
                  <a:pt x="55771" y="49836"/>
                </a:lnTo>
                <a:lnTo>
                  <a:pt x="54911" y="49290"/>
                </a:lnTo>
                <a:lnTo>
                  <a:pt x="54030" y="48772"/>
                </a:lnTo>
                <a:lnTo>
                  <a:pt x="53130" y="48283"/>
                </a:lnTo>
                <a:lnTo>
                  <a:pt x="52210" y="47821"/>
                </a:lnTo>
                <a:lnTo>
                  <a:pt x="51269" y="47387"/>
                </a:lnTo>
                <a:lnTo>
                  <a:pt x="50309" y="46981"/>
                </a:lnTo>
                <a:lnTo>
                  <a:pt x="49328" y="46603"/>
                </a:lnTo>
                <a:lnTo>
                  <a:pt x="48328" y="46254"/>
                </a:lnTo>
                <a:lnTo>
                  <a:pt x="47307" y="45932"/>
                </a:lnTo>
                <a:lnTo>
                  <a:pt x="46266" y="45638"/>
                </a:lnTo>
                <a:lnTo>
                  <a:pt x="45206" y="45372"/>
                </a:lnTo>
                <a:lnTo>
                  <a:pt x="44125" y="45134"/>
                </a:lnTo>
                <a:lnTo>
                  <a:pt x="43025" y="44924"/>
                </a:lnTo>
                <a:lnTo>
                  <a:pt x="41904" y="44743"/>
                </a:lnTo>
                <a:lnTo>
                  <a:pt x="40763" y="44589"/>
                </a:lnTo>
                <a:lnTo>
                  <a:pt x="39603" y="44463"/>
                </a:lnTo>
                <a:lnTo>
                  <a:pt x="38422" y="44365"/>
                </a:lnTo>
                <a:lnTo>
                  <a:pt x="37221" y="44295"/>
                </a:lnTo>
                <a:lnTo>
                  <a:pt x="36000" y="44253"/>
                </a:lnTo>
                <a:lnTo>
                  <a:pt x="34759" y="44239"/>
                </a:lnTo>
                <a:lnTo>
                  <a:pt x="33895" y="44246"/>
                </a:lnTo>
                <a:lnTo>
                  <a:pt x="33040" y="44266"/>
                </a:lnTo>
                <a:lnTo>
                  <a:pt x="32193" y="44301"/>
                </a:lnTo>
                <a:lnTo>
                  <a:pt x="31356" y="44349"/>
                </a:lnTo>
                <a:lnTo>
                  <a:pt x="30528" y="44410"/>
                </a:lnTo>
                <a:lnTo>
                  <a:pt x="29709" y="44486"/>
                </a:lnTo>
                <a:lnTo>
                  <a:pt x="28899" y="44575"/>
                </a:lnTo>
                <a:lnTo>
                  <a:pt x="28098" y="44678"/>
                </a:lnTo>
                <a:lnTo>
                  <a:pt x="27306" y="44795"/>
                </a:lnTo>
                <a:lnTo>
                  <a:pt x="26523" y="44925"/>
                </a:lnTo>
                <a:lnTo>
                  <a:pt x="25749" y="45069"/>
                </a:lnTo>
                <a:lnTo>
                  <a:pt x="24984" y="45227"/>
                </a:lnTo>
                <a:lnTo>
                  <a:pt x="24228" y="45398"/>
                </a:lnTo>
                <a:lnTo>
                  <a:pt x="23482" y="45583"/>
                </a:lnTo>
                <a:lnTo>
                  <a:pt x="22744" y="45782"/>
                </a:lnTo>
                <a:lnTo>
                  <a:pt x="22015" y="45995"/>
                </a:lnTo>
                <a:lnTo>
                  <a:pt x="21296" y="46221"/>
                </a:lnTo>
                <a:lnTo>
                  <a:pt x="20585" y="46461"/>
                </a:lnTo>
                <a:lnTo>
                  <a:pt x="19884" y="46715"/>
                </a:lnTo>
                <a:lnTo>
                  <a:pt x="19191" y="46983"/>
                </a:lnTo>
                <a:lnTo>
                  <a:pt x="18508" y="47264"/>
                </a:lnTo>
                <a:lnTo>
                  <a:pt x="17833" y="47559"/>
                </a:lnTo>
                <a:lnTo>
                  <a:pt x="17168" y="47868"/>
                </a:lnTo>
                <a:lnTo>
                  <a:pt x="16512" y="48190"/>
                </a:lnTo>
                <a:lnTo>
                  <a:pt x="15866" y="48525"/>
                </a:lnTo>
                <a:lnTo>
                  <a:pt x="15232" y="48873"/>
                </a:lnTo>
                <a:lnTo>
                  <a:pt x="14611" y="49232"/>
                </a:lnTo>
                <a:lnTo>
                  <a:pt x="14001" y="49603"/>
                </a:lnTo>
                <a:lnTo>
                  <a:pt x="13404" y="49986"/>
                </a:lnTo>
                <a:lnTo>
                  <a:pt x="12819" y="50382"/>
                </a:lnTo>
                <a:lnTo>
                  <a:pt x="12245" y="50789"/>
                </a:lnTo>
                <a:lnTo>
                  <a:pt x="11684" y="51209"/>
                </a:lnTo>
                <a:lnTo>
                  <a:pt x="11135" y="51641"/>
                </a:lnTo>
                <a:lnTo>
                  <a:pt x="10598" y="52085"/>
                </a:lnTo>
                <a:lnTo>
                  <a:pt x="10073" y="52540"/>
                </a:lnTo>
                <a:lnTo>
                  <a:pt x="9560" y="53008"/>
                </a:lnTo>
                <a:lnTo>
                  <a:pt x="9059" y="53488"/>
                </a:lnTo>
                <a:lnTo>
                  <a:pt x="8570" y="53980"/>
                </a:lnTo>
                <a:lnTo>
                  <a:pt x="8093" y="54484"/>
                </a:lnTo>
                <a:lnTo>
                  <a:pt x="7628" y="55001"/>
                </a:lnTo>
                <a:lnTo>
                  <a:pt x="7175" y="55529"/>
                </a:lnTo>
                <a:lnTo>
                  <a:pt x="6735" y="56069"/>
                </a:lnTo>
                <a:lnTo>
                  <a:pt x="6306" y="56622"/>
                </a:lnTo>
                <a:lnTo>
                  <a:pt x="5890" y="57186"/>
                </a:lnTo>
                <a:lnTo>
                  <a:pt x="5485" y="57763"/>
                </a:lnTo>
                <a:lnTo>
                  <a:pt x="5093" y="58351"/>
                </a:lnTo>
                <a:lnTo>
                  <a:pt x="4713" y="58952"/>
                </a:lnTo>
                <a:lnTo>
                  <a:pt x="4344" y="59565"/>
                </a:lnTo>
                <a:lnTo>
                  <a:pt x="3990" y="60189"/>
                </a:lnTo>
                <a:lnTo>
                  <a:pt x="3650" y="60823"/>
                </a:lnTo>
                <a:lnTo>
                  <a:pt x="3326" y="61468"/>
                </a:lnTo>
                <a:lnTo>
                  <a:pt x="3017" y="62123"/>
                </a:lnTo>
                <a:lnTo>
                  <a:pt x="2723" y="62789"/>
                </a:lnTo>
                <a:lnTo>
                  <a:pt x="2444" y="63465"/>
                </a:lnTo>
                <a:lnTo>
                  <a:pt x="2180" y="64151"/>
                </a:lnTo>
                <a:lnTo>
                  <a:pt x="1931" y="64848"/>
                </a:lnTo>
                <a:lnTo>
                  <a:pt x="1697" y="65556"/>
                </a:lnTo>
                <a:lnTo>
                  <a:pt x="1478" y="66273"/>
                </a:lnTo>
                <a:lnTo>
                  <a:pt x="1275" y="67002"/>
                </a:lnTo>
                <a:lnTo>
                  <a:pt x="1086" y="67740"/>
                </a:lnTo>
                <a:lnTo>
                  <a:pt x="913" y="68489"/>
                </a:lnTo>
                <a:lnTo>
                  <a:pt x="754" y="69249"/>
                </a:lnTo>
                <a:lnTo>
                  <a:pt x="611" y="70019"/>
                </a:lnTo>
                <a:lnTo>
                  <a:pt x="483" y="70799"/>
                </a:lnTo>
                <a:lnTo>
                  <a:pt x="370" y="71590"/>
                </a:lnTo>
                <a:lnTo>
                  <a:pt x="272" y="72391"/>
                </a:lnTo>
                <a:lnTo>
                  <a:pt x="189" y="73203"/>
                </a:lnTo>
                <a:lnTo>
                  <a:pt x="121" y="74025"/>
                </a:lnTo>
                <a:lnTo>
                  <a:pt x="68" y="74857"/>
                </a:lnTo>
                <a:lnTo>
                  <a:pt x="30" y="75700"/>
                </a:lnTo>
                <a:lnTo>
                  <a:pt x="8" y="76553"/>
                </a:lnTo>
                <a:lnTo>
                  <a:pt x="0" y="77417"/>
                </a:lnTo>
                <a:lnTo>
                  <a:pt x="0" y="101118"/>
                </a:lnTo>
                <a:lnTo>
                  <a:pt x="8" y="101969"/>
                </a:lnTo>
                <a:lnTo>
                  <a:pt x="30" y="102810"/>
                </a:lnTo>
                <a:lnTo>
                  <a:pt x="68" y="103642"/>
                </a:lnTo>
                <a:lnTo>
                  <a:pt x="121" y="104464"/>
                </a:lnTo>
                <a:lnTo>
                  <a:pt x="189" y="105277"/>
                </a:lnTo>
                <a:lnTo>
                  <a:pt x="272" y="106080"/>
                </a:lnTo>
                <a:lnTo>
                  <a:pt x="370" y="106873"/>
                </a:lnTo>
                <a:lnTo>
                  <a:pt x="483" y="107657"/>
                </a:lnTo>
                <a:lnTo>
                  <a:pt x="611" y="108431"/>
                </a:lnTo>
                <a:lnTo>
                  <a:pt x="754" y="109196"/>
                </a:lnTo>
                <a:lnTo>
                  <a:pt x="913" y="109951"/>
                </a:lnTo>
                <a:lnTo>
                  <a:pt x="1086" y="110697"/>
                </a:lnTo>
                <a:lnTo>
                  <a:pt x="1275" y="111432"/>
                </a:lnTo>
                <a:lnTo>
                  <a:pt x="1478" y="112159"/>
                </a:lnTo>
                <a:lnTo>
                  <a:pt x="1697" y="112875"/>
                </a:lnTo>
                <a:lnTo>
                  <a:pt x="1931" y="113582"/>
                </a:lnTo>
                <a:lnTo>
                  <a:pt x="2180" y="114280"/>
                </a:lnTo>
                <a:lnTo>
                  <a:pt x="2444" y="114967"/>
                </a:lnTo>
                <a:lnTo>
                  <a:pt x="2723" y="115646"/>
                </a:lnTo>
                <a:lnTo>
                  <a:pt x="3017" y="116314"/>
                </a:lnTo>
                <a:lnTo>
                  <a:pt x="3326" y="116973"/>
                </a:lnTo>
                <a:lnTo>
                  <a:pt x="3650" y="117623"/>
                </a:lnTo>
                <a:lnTo>
                  <a:pt x="3990" y="118263"/>
                </a:lnTo>
                <a:lnTo>
                  <a:pt x="4344" y="118893"/>
                </a:lnTo>
                <a:lnTo>
                  <a:pt x="4713" y="119512"/>
                </a:lnTo>
                <a:lnTo>
                  <a:pt x="5093" y="120119"/>
                </a:lnTo>
                <a:lnTo>
                  <a:pt x="5485" y="120713"/>
                </a:lnTo>
                <a:lnTo>
                  <a:pt x="5890" y="121296"/>
                </a:lnTo>
                <a:lnTo>
                  <a:pt x="6306" y="121866"/>
                </a:lnTo>
                <a:lnTo>
                  <a:pt x="6735" y="122423"/>
                </a:lnTo>
                <a:lnTo>
                  <a:pt x="7175" y="122968"/>
                </a:lnTo>
                <a:lnTo>
                  <a:pt x="7628" y="123501"/>
                </a:lnTo>
                <a:lnTo>
                  <a:pt x="8093" y="124021"/>
                </a:lnTo>
                <a:lnTo>
                  <a:pt x="8570" y="124530"/>
                </a:lnTo>
                <a:lnTo>
                  <a:pt x="9059" y="125025"/>
                </a:lnTo>
                <a:lnTo>
                  <a:pt x="9560" y="125509"/>
                </a:lnTo>
                <a:lnTo>
                  <a:pt x="10073" y="125980"/>
                </a:lnTo>
                <a:lnTo>
                  <a:pt x="10598" y="126439"/>
                </a:lnTo>
                <a:lnTo>
                  <a:pt x="11135" y="126885"/>
                </a:lnTo>
                <a:lnTo>
                  <a:pt x="11684" y="127319"/>
                </a:lnTo>
                <a:lnTo>
                  <a:pt x="12245" y="127741"/>
                </a:lnTo>
                <a:lnTo>
                  <a:pt x="12819" y="128150"/>
                </a:lnTo>
                <a:lnTo>
                  <a:pt x="13404" y="128547"/>
                </a:lnTo>
                <a:lnTo>
                  <a:pt x="14001" y="128932"/>
                </a:lnTo>
                <a:lnTo>
                  <a:pt x="14611" y="129304"/>
                </a:lnTo>
                <a:lnTo>
                  <a:pt x="15232" y="129664"/>
                </a:lnTo>
                <a:lnTo>
                  <a:pt x="15866" y="130011"/>
                </a:lnTo>
                <a:lnTo>
                  <a:pt x="16512" y="130347"/>
                </a:lnTo>
                <a:lnTo>
                  <a:pt x="17168" y="130669"/>
                </a:lnTo>
                <a:lnTo>
                  <a:pt x="17833" y="130977"/>
                </a:lnTo>
                <a:lnTo>
                  <a:pt x="18508" y="131272"/>
                </a:lnTo>
                <a:lnTo>
                  <a:pt x="19191" y="131553"/>
                </a:lnTo>
                <a:lnTo>
                  <a:pt x="19884" y="131821"/>
                </a:lnTo>
                <a:lnTo>
                  <a:pt x="20585" y="132074"/>
                </a:lnTo>
                <a:lnTo>
                  <a:pt x="21296" y="132314"/>
                </a:lnTo>
                <a:lnTo>
                  <a:pt x="22015" y="132541"/>
                </a:lnTo>
                <a:lnTo>
                  <a:pt x="22744" y="132753"/>
                </a:lnTo>
                <a:lnTo>
                  <a:pt x="23482" y="132952"/>
                </a:lnTo>
                <a:lnTo>
                  <a:pt x="24228" y="133137"/>
                </a:lnTo>
                <a:lnTo>
                  <a:pt x="24984" y="133308"/>
                </a:lnTo>
                <a:lnTo>
                  <a:pt x="25749" y="133466"/>
                </a:lnTo>
                <a:lnTo>
                  <a:pt x="26523" y="133610"/>
                </a:lnTo>
                <a:lnTo>
                  <a:pt x="27306" y="133740"/>
                </a:lnTo>
                <a:lnTo>
                  <a:pt x="28098" y="133857"/>
                </a:lnTo>
                <a:lnTo>
                  <a:pt x="28899" y="133960"/>
                </a:lnTo>
                <a:lnTo>
                  <a:pt x="29709" y="134049"/>
                </a:lnTo>
                <a:lnTo>
                  <a:pt x="30528" y="134124"/>
                </a:lnTo>
                <a:lnTo>
                  <a:pt x="31356" y="134186"/>
                </a:lnTo>
                <a:lnTo>
                  <a:pt x="32193" y="134234"/>
                </a:lnTo>
                <a:lnTo>
                  <a:pt x="33040" y="134268"/>
                </a:lnTo>
                <a:lnTo>
                  <a:pt x="33895" y="134289"/>
                </a:lnTo>
                <a:lnTo>
                  <a:pt x="34759" y="134296"/>
                </a:lnTo>
                <a:lnTo>
                  <a:pt x="36000" y="134282"/>
                </a:lnTo>
                <a:lnTo>
                  <a:pt x="37221" y="134240"/>
                </a:lnTo>
                <a:lnTo>
                  <a:pt x="38422" y="134170"/>
                </a:lnTo>
                <a:lnTo>
                  <a:pt x="39603" y="134072"/>
                </a:lnTo>
                <a:lnTo>
                  <a:pt x="40763" y="133946"/>
                </a:lnTo>
                <a:close/>
                <a:moveTo>
                  <a:pt x="880266" y="133946"/>
                </a:moveTo>
                <a:lnTo>
                  <a:pt x="881407" y="133792"/>
                </a:lnTo>
                <a:lnTo>
                  <a:pt x="882528" y="133610"/>
                </a:lnTo>
                <a:lnTo>
                  <a:pt x="883628" y="133400"/>
                </a:lnTo>
                <a:lnTo>
                  <a:pt x="884709" y="133163"/>
                </a:lnTo>
                <a:lnTo>
                  <a:pt x="885769" y="132897"/>
                </a:lnTo>
                <a:lnTo>
                  <a:pt x="886810" y="132603"/>
                </a:lnTo>
                <a:lnTo>
                  <a:pt x="887831" y="132281"/>
                </a:lnTo>
                <a:lnTo>
                  <a:pt x="888831" y="131932"/>
                </a:lnTo>
                <a:lnTo>
                  <a:pt x="889812" y="131554"/>
                </a:lnTo>
                <a:lnTo>
                  <a:pt x="890772" y="131148"/>
                </a:lnTo>
                <a:lnTo>
                  <a:pt x="891713" y="130715"/>
                </a:lnTo>
                <a:lnTo>
                  <a:pt x="892633" y="130253"/>
                </a:lnTo>
                <a:lnTo>
                  <a:pt x="893533" y="129764"/>
                </a:lnTo>
                <a:lnTo>
                  <a:pt x="894414" y="129246"/>
                </a:lnTo>
                <a:lnTo>
                  <a:pt x="895274" y="128700"/>
                </a:lnTo>
                <a:lnTo>
                  <a:pt x="896114" y="128127"/>
                </a:lnTo>
                <a:lnTo>
                  <a:pt x="896935" y="127525"/>
                </a:lnTo>
                <a:lnTo>
                  <a:pt x="897735" y="126896"/>
                </a:lnTo>
                <a:lnTo>
                  <a:pt x="898515" y="126239"/>
                </a:lnTo>
                <a:lnTo>
                  <a:pt x="899270" y="125557"/>
                </a:lnTo>
                <a:lnTo>
                  <a:pt x="899995" y="124855"/>
                </a:lnTo>
                <a:lnTo>
                  <a:pt x="900689" y="124133"/>
                </a:lnTo>
                <a:lnTo>
                  <a:pt x="901353" y="123391"/>
                </a:lnTo>
                <a:lnTo>
                  <a:pt x="901986" y="122628"/>
                </a:lnTo>
                <a:lnTo>
                  <a:pt x="902589" y="121845"/>
                </a:lnTo>
                <a:lnTo>
                  <a:pt x="903161" y="121041"/>
                </a:lnTo>
                <a:lnTo>
                  <a:pt x="903703" y="120218"/>
                </a:lnTo>
                <a:lnTo>
                  <a:pt x="904214" y="119374"/>
                </a:lnTo>
                <a:lnTo>
                  <a:pt x="904695" y="118509"/>
                </a:lnTo>
                <a:lnTo>
                  <a:pt x="905146" y="117625"/>
                </a:lnTo>
                <a:lnTo>
                  <a:pt x="905566" y="116720"/>
                </a:lnTo>
                <a:lnTo>
                  <a:pt x="905955" y="115795"/>
                </a:lnTo>
                <a:lnTo>
                  <a:pt x="906315" y="114849"/>
                </a:lnTo>
                <a:lnTo>
                  <a:pt x="906643" y="113884"/>
                </a:lnTo>
                <a:lnTo>
                  <a:pt x="906942" y="112898"/>
                </a:lnTo>
                <a:lnTo>
                  <a:pt x="907209" y="111891"/>
                </a:lnTo>
                <a:lnTo>
                  <a:pt x="907447" y="110865"/>
                </a:lnTo>
                <a:lnTo>
                  <a:pt x="907653" y="109818"/>
                </a:lnTo>
                <a:lnTo>
                  <a:pt x="907830" y="108750"/>
                </a:lnTo>
                <a:lnTo>
                  <a:pt x="907976" y="107663"/>
                </a:lnTo>
                <a:lnTo>
                  <a:pt x="908091" y="106555"/>
                </a:lnTo>
                <a:lnTo>
                  <a:pt x="908176" y="105427"/>
                </a:lnTo>
                <a:lnTo>
                  <a:pt x="908231" y="104278"/>
                </a:lnTo>
                <a:lnTo>
                  <a:pt x="894012" y="104278"/>
                </a:lnTo>
                <a:lnTo>
                  <a:pt x="893964" y="104956"/>
                </a:lnTo>
                <a:lnTo>
                  <a:pt x="893900" y="105622"/>
                </a:lnTo>
                <a:lnTo>
                  <a:pt x="893819" y="106275"/>
                </a:lnTo>
                <a:lnTo>
                  <a:pt x="893722" y="106915"/>
                </a:lnTo>
                <a:lnTo>
                  <a:pt x="893608" y="107543"/>
                </a:lnTo>
                <a:lnTo>
                  <a:pt x="893478" y="108158"/>
                </a:lnTo>
                <a:lnTo>
                  <a:pt x="893332" y="108761"/>
                </a:lnTo>
                <a:lnTo>
                  <a:pt x="893169" y="109351"/>
                </a:lnTo>
                <a:lnTo>
                  <a:pt x="892989" y="109928"/>
                </a:lnTo>
                <a:lnTo>
                  <a:pt x="892793" y="110493"/>
                </a:lnTo>
                <a:lnTo>
                  <a:pt x="892581" y="111045"/>
                </a:lnTo>
                <a:lnTo>
                  <a:pt x="892352" y="111584"/>
                </a:lnTo>
                <a:lnTo>
                  <a:pt x="892107" y="112111"/>
                </a:lnTo>
                <a:lnTo>
                  <a:pt x="891845" y="112626"/>
                </a:lnTo>
                <a:lnTo>
                  <a:pt x="891567" y="113127"/>
                </a:lnTo>
                <a:lnTo>
                  <a:pt x="891272" y="113616"/>
                </a:lnTo>
                <a:lnTo>
                  <a:pt x="890961" y="114093"/>
                </a:lnTo>
                <a:lnTo>
                  <a:pt x="890633" y="114557"/>
                </a:lnTo>
                <a:lnTo>
                  <a:pt x="890289" y="115008"/>
                </a:lnTo>
                <a:lnTo>
                  <a:pt x="889929" y="115447"/>
                </a:lnTo>
                <a:lnTo>
                  <a:pt x="889552" y="115873"/>
                </a:lnTo>
                <a:lnTo>
                  <a:pt x="889159" y="116286"/>
                </a:lnTo>
                <a:lnTo>
                  <a:pt x="888749" y="116687"/>
                </a:lnTo>
                <a:lnTo>
                  <a:pt x="888322" y="117075"/>
                </a:lnTo>
                <a:lnTo>
                  <a:pt x="887882" y="117449"/>
                </a:lnTo>
                <a:lnTo>
                  <a:pt x="887428" y="117807"/>
                </a:lnTo>
                <a:lnTo>
                  <a:pt x="886962" y="118149"/>
                </a:lnTo>
                <a:lnTo>
                  <a:pt x="886484" y="118475"/>
                </a:lnTo>
                <a:lnTo>
                  <a:pt x="885993" y="118785"/>
                </a:lnTo>
                <a:lnTo>
                  <a:pt x="885489" y="119079"/>
                </a:lnTo>
                <a:lnTo>
                  <a:pt x="884973" y="119357"/>
                </a:lnTo>
                <a:lnTo>
                  <a:pt x="884444" y="119620"/>
                </a:lnTo>
                <a:lnTo>
                  <a:pt x="883902" y="119866"/>
                </a:lnTo>
                <a:lnTo>
                  <a:pt x="883348" y="120097"/>
                </a:lnTo>
                <a:lnTo>
                  <a:pt x="882781" y="120312"/>
                </a:lnTo>
                <a:lnTo>
                  <a:pt x="882201" y="120510"/>
                </a:lnTo>
                <a:lnTo>
                  <a:pt x="881609" y="120693"/>
                </a:lnTo>
                <a:lnTo>
                  <a:pt x="881004" y="120860"/>
                </a:lnTo>
                <a:lnTo>
                  <a:pt x="880387" y="121011"/>
                </a:lnTo>
                <a:lnTo>
                  <a:pt x="879757" y="121147"/>
                </a:lnTo>
                <a:lnTo>
                  <a:pt x="879114" y="121266"/>
                </a:lnTo>
                <a:lnTo>
                  <a:pt x="878459" y="121369"/>
                </a:lnTo>
                <a:lnTo>
                  <a:pt x="877791" y="121457"/>
                </a:lnTo>
                <a:lnTo>
                  <a:pt x="877111" y="121528"/>
                </a:lnTo>
                <a:lnTo>
                  <a:pt x="876417" y="121584"/>
                </a:lnTo>
                <a:lnTo>
                  <a:pt x="875712" y="121624"/>
                </a:lnTo>
                <a:lnTo>
                  <a:pt x="874993" y="121648"/>
                </a:lnTo>
                <a:lnTo>
                  <a:pt x="874262" y="121656"/>
                </a:lnTo>
                <a:lnTo>
                  <a:pt x="873492" y="121646"/>
                </a:lnTo>
                <a:lnTo>
                  <a:pt x="872734" y="121618"/>
                </a:lnTo>
                <a:lnTo>
                  <a:pt x="871990" y="121572"/>
                </a:lnTo>
                <a:lnTo>
                  <a:pt x="871258" y="121506"/>
                </a:lnTo>
                <a:lnTo>
                  <a:pt x="870539" y="121422"/>
                </a:lnTo>
                <a:lnTo>
                  <a:pt x="869833" y="121320"/>
                </a:lnTo>
                <a:lnTo>
                  <a:pt x="869140" y="121199"/>
                </a:lnTo>
                <a:lnTo>
                  <a:pt x="868460" y="121059"/>
                </a:lnTo>
                <a:lnTo>
                  <a:pt x="867792" y="120900"/>
                </a:lnTo>
                <a:lnTo>
                  <a:pt x="867138" y="120723"/>
                </a:lnTo>
                <a:lnTo>
                  <a:pt x="866496" y="120527"/>
                </a:lnTo>
                <a:lnTo>
                  <a:pt x="865868" y="120313"/>
                </a:lnTo>
                <a:lnTo>
                  <a:pt x="865252" y="120080"/>
                </a:lnTo>
                <a:lnTo>
                  <a:pt x="864649" y="119828"/>
                </a:lnTo>
                <a:lnTo>
                  <a:pt x="864059" y="119557"/>
                </a:lnTo>
                <a:lnTo>
                  <a:pt x="863482" y="119268"/>
                </a:lnTo>
                <a:lnTo>
                  <a:pt x="862918" y="118961"/>
                </a:lnTo>
                <a:lnTo>
                  <a:pt x="862367" y="118634"/>
                </a:lnTo>
                <a:lnTo>
                  <a:pt x="861828" y="118289"/>
                </a:lnTo>
                <a:lnTo>
                  <a:pt x="861303" y="117926"/>
                </a:lnTo>
                <a:lnTo>
                  <a:pt x="860790" y="117543"/>
                </a:lnTo>
                <a:lnTo>
                  <a:pt x="860290" y="117142"/>
                </a:lnTo>
                <a:lnTo>
                  <a:pt x="859804" y="116723"/>
                </a:lnTo>
                <a:lnTo>
                  <a:pt x="859330" y="116284"/>
                </a:lnTo>
                <a:lnTo>
                  <a:pt x="858872" y="115829"/>
                </a:lnTo>
                <a:lnTo>
                  <a:pt x="858434" y="115358"/>
                </a:lnTo>
                <a:lnTo>
                  <a:pt x="858015" y="114872"/>
                </a:lnTo>
                <a:lnTo>
                  <a:pt x="857616" y="114371"/>
                </a:lnTo>
                <a:lnTo>
                  <a:pt x="857237" y="113854"/>
                </a:lnTo>
                <a:lnTo>
                  <a:pt x="856876" y="113322"/>
                </a:lnTo>
                <a:lnTo>
                  <a:pt x="856536" y="112775"/>
                </a:lnTo>
                <a:lnTo>
                  <a:pt x="856214" y="112212"/>
                </a:lnTo>
                <a:lnTo>
                  <a:pt x="855913" y="111634"/>
                </a:lnTo>
                <a:lnTo>
                  <a:pt x="855630" y="111040"/>
                </a:lnTo>
                <a:lnTo>
                  <a:pt x="855367" y="110431"/>
                </a:lnTo>
                <a:lnTo>
                  <a:pt x="855124" y="109807"/>
                </a:lnTo>
                <a:lnTo>
                  <a:pt x="854900" y="109167"/>
                </a:lnTo>
                <a:lnTo>
                  <a:pt x="854696" y="108512"/>
                </a:lnTo>
                <a:lnTo>
                  <a:pt x="854511" y="107842"/>
                </a:lnTo>
                <a:lnTo>
                  <a:pt x="854345" y="107156"/>
                </a:lnTo>
                <a:lnTo>
                  <a:pt x="854199" y="106455"/>
                </a:lnTo>
                <a:lnTo>
                  <a:pt x="854073" y="105739"/>
                </a:lnTo>
                <a:lnTo>
                  <a:pt x="853965" y="105007"/>
                </a:lnTo>
                <a:lnTo>
                  <a:pt x="853878" y="104260"/>
                </a:lnTo>
                <a:lnTo>
                  <a:pt x="853810" y="103497"/>
                </a:lnTo>
                <a:lnTo>
                  <a:pt x="853761" y="102720"/>
                </a:lnTo>
                <a:lnTo>
                  <a:pt x="853732" y="101926"/>
                </a:lnTo>
                <a:lnTo>
                  <a:pt x="853722" y="101118"/>
                </a:lnTo>
                <a:lnTo>
                  <a:pt x="853722" y="77260"/>
                </a:lnTo>
                <a:lnTo>
                  <a:pt x="853732" y="76452"/>
                </a:lnTo>
                <a:lnTo>
                  <a:pt x="853761" y="75659"/>
                </a:lnTo>
                <a:lnTo>
                  <a:pt x="853810" y="74882"/>
                </a:lnTo>
                <a:lnTo>
                  <a:pt x="853878" y="74120"/>
                </a:lnTo>
                <a:lnTo>
                  <a:pt x="853965" y="73374"/>
                </a:lnTo>
                <a:lnTo>
                  <a:pt x="854073" y="72644"/>
                </a:lnTo>
                <a:lnTo>
                  <a:pt x="854199" y="71929"/>
                </a:lnTo>
                <a:lnTo>
                  <a:pt x="854345" y="71230"/>
                </a:lnTo>
                <a:lnTo>
                  <a:pt x="854511" y="70547"/>
                </a:lnTo>
                <a:lnTo>
                  <a:pt x="854696" y="69879"/>
                </a:lnTo>
                <a:lnTo>
                  <a:pt x="854900" y="69227"/>
                </a:lnTo>
                <a:lnTo>
                  <a:pt x="855124" y="68591"/>
                </a:lnTo>
                <a:lnTo>
                  <a:pt x="855367" y="67970"/>
                </a:lnTo>
                <a:lnTo>
                  <a:pt x="855630" y="67365"/>
                </a:lnTo>
                <a:lnTo>
                  <a:pt x="855913" y="66775"/>
                </a:lnTo>
                <a:lnTo>
                  <a:pt x="856214" y="66201"/>
                </a:lnTo>
                <a:lnTo>
                  <a:pt x="856536" y="65643"/>
                </a:lnTo>
                <a:lnTo>
                  <a:pt x="856876" y="65100"/>
                </a:lnTo>
                <a:lnTo>
                  <a:pt x="857237" y="64573"/>
                </a:lnTo>
                <a:lnTo>
                  <a:pt x="857616" y="64062"/>
                </a:lnTo>
                <a:lnTo>
                  <a:pt x="858015" y="63566"/>
                </a:lnTo>
                <a:lnTo>
                  <a:pt x="858434" y="63086"/>
                </a:lnTo>
                <a:lnTo>
                  <a:pt x="858872" y="62622"/>
                </a:lnTo>
                <a:lnTo>
                  <a:pt x="859330" y="62173"/>
                </a:lnTo>
                <a:lnTo>
                  <a:pt x="859804" y="61741"/>
                </a:lnTo>
                <a:lnTo>
                  <a:pt x="860290" y="61327"/>
                </a:lnTo>
                <a:lnTo>
                  <a:pt x="860790" y="60932"/>
                </a:lnTo>
                <a:lnTo>
                  <a:pt x="861303" y="60555"/>
                </a:lnTo>
                <a:lnTo>
                  <a:pt x="861828" y="60197"/>
                </a:lnTo>
                <a:lnTo>
                  <a:pt x="862367" y="59857"/>
                </a:lnTo>
                <a:lnTo>
                  <a:pt x="862918" y="59535"/>
                </a:lnTo>
                <a:lnTo>
                  <a:pt x="863482" y="59232"/>
                </a:lnTo>
                <a:lnTo>
                  <a:pt x="864059" y="58947"/>
                </a:lnTo>
                <a:lnTo>
                  <a:pt x="864649" y="58680"/>
                </a:lnTo>
                <a:lnTo>
                  <a:pt x="865252" y="58432"/>
                </a:lnTo>
                <a:lnTo>
                  <a:pt x="865868" y="58202"/>
                </a:lnTo>
                <a:lnTo>
                  <a:pt x="866496" y="57991"/>
                </a:lnTo>
                <a:lnTo>
                  <a:pt x="867138" y="57798"/>
                </a:lnTo>
                <a:lnTo>
                  <a:pt x="867792" y="57623"/>
                </a:lnTo>
                <a:lnTo>
                  <a:pt x="868460" y="57467"/>
                </a:lnTo>
                <a:lnTo>
                  <a:pt x="869140" y="57329"/>
                </a:lnTo>
                <a:lnTo>
                  <a:pt x="869833" y="57210"/>
                </a:lnTo>
                <a:lnTo>
                  <a:pt x="870539" y="57109"/>
                </a:lnTo>
                <a:lnTo>
                  <a:pt x="871258" y="57026"/>
                </a:lnTo>
                <a:lnTo>
                  <a:pt x="871990" y="56962"/>
                </a:lnTo>
                <a:lnTo>
                  <a:pt x="872734" y="56916"/>
                </a:lnTo>
                <a:lnTo>
                  <a:pt x="873492" y="56888"/>
                </a:lnTo>
                <a:lnTo>
                  <a:pt x="874262" y="56879"/>
                </a:lnTo>
                <a:lnTo>
                  <a:pt x="874993" y="56887"/>
                </a:lnTo>
                <a:lnTo>
                  <a:pt x="875712" y="56910"/>
                </a:lnTo>
                <a:lnTo>
                  <a:pt x="876417" y="56949"/>
                </a:lnTo>
                <a:lnTo>
                  <a:pt x="877111" y="57004"/>
                </a:lnTo>
                <a:lnTo>
                  <a:pt x="877791" y="57074"/>
                </a:lnTo>
                <a:lnTo>
                  <a:pt x="878459" y="57160"/>
                </a:lnTo>
                <a:lnTo>
                  <a:pt x="879114" y="57262"/>
                </a:lnTo>
                <a:lnTo>
                  <a:pt x="879757" y="57379"/>
                </a:lnTo>
                <a:lnTo>
                  <a:pt x="880387" y="57512"/>
                </a:lnTo>
                <a:lnTo>
                  <a:pt x="881004" y="57661"/>
                </a:lnTo>
                <a:lnTo>
                  <a:pt x="881609" y="57825"/>
                </a:lnTo>
                <a:lnTo>
                  <a:pt x="882201" y="58005"/>
                </a:lnTo>
                <a:lnTo>
                  <a:pt x="882781" y="58200"/>
                </a:lnTo>
                <a:lnTo>
                  <a:pt x="883348" y="58411"/>
                </a:lnTo>
                <a:lnTo>
                  <a:pt x="883902" y="58638"/>
                </a:lnTo>
                <a:lnTo>
                  <a:pt x="884444" y="58880"/>
                </a:lnTo>
                <a:lnTo>
                  <a:pt x="884973" y="59138"/>
                </a:lnTo>
                <a:lnTo>
                  <a:pt x="885489" y="59412"/>
                </a:lnTo>
                <a:lnTo>
                  <a:pt x="885993" y="59701"/>
                </a:lnTo>
                <a:lnTo>
                  <a:pt x="886484" y="60006"/>
                </a:lnTo>
                <a:lnTo>
                  <a:pt x="886962" y="60327"/>
                </a:lnTo>
                <a:lnTo>
                  <a:pt x="887428" y="60663"/>
                </a:lnTo>
                <a:lnTo>
                  <a:pt x="887882" y="61015"/>
                </a:lnTo>
                <a:lnTo>
                  <a:pt x="888322" y="61382"/>
                </a:lnTo>
                <a:lnTo>
                  <a:pt x="888749" y="61764"/>
                </a:lnTo>
                <a:lnTo>
                  <a:pt x="889159" y="62159"/>
                </a:lnTo>
                <a:lnTo>
                  <a:pt x="889552" y="62568"/>
                </a:lnTo>
                <a:lnTo>
                  <a:pt x="889929" y="62990"/>
                </a:lnTo>
                <a:lnTo>
                  <a:pt x="890289" y="63426"/>
                </a:lnTo>
                <a:lnTo>
                  <a:pt x="890633" y="63875"/>
                </a:lnTo>
                <a:lnTo>
                  <a:pt x="890961" y="64337"/>
                </a:lnTo>
                <a:lnTo>
                  <a:pt x="891272" y="64813"/>
                </a:lnTo>
                <a:lnTo>
                  <a:pt x="891567" y="65303"/>
                </a:lnTo>
                <a:lnTo>
                  <a:pt x="891845" y="65806"/>
                </a:lnTo>
                <a:lnTo>
                  <a:pt x="892107" y="66322"/>
                </a:lnTo>
                <a:lnTo>
                  <a:pt x="892352" y="66852"/>
                </a:lnTo>
                <a:lnTo>
                  <a:pt x="892581" y="67395"/>
                </a:lnTo>
                <a:lnTo>
                  <a:pt x="892793" y="67952"/>
                </a:lnTo>
                <a:lnTo>
                  <a:pt x="892989" y="68522"/>
                </a:lnTo>
                <a:lnTo>
                  <a:pt x="893169" y="69106"/>
                </a:lnTo>
                <a:lnTo>
                  <a:pt x="893332" y="69703"/>
                </a:lnTo>
                <a:lnTo>
                  <a:pt x="893478" y="70313"/>
                </a:lnTo>
                <a:lnTo>
                  <a:pt x="893608" y="70937"/>
                </a:lnTo>
                <a:lnTo>
                  <a:pt x="893722" y="71574"/>
                </a:lnTo>
                <a:lnTo>
                  <a:pt x="893819" y="72225"/>
                </a:lnTo>
                <a:lnTo>
                  <a:pt x="893900" y="72890"/>
                </a:lnTo>
                <a:lnTo>
                  <a:pt x="893964" y="73567"/>
                </a:lnTo>
                <a:lnTo>
                  <a:pt x="894012" y="74259"/>
                </a:lnTo>
                <a:lnTo>
                  <a:pt x="908231" y="74259"/>
                </a:lnTo>
                <a:lnTo>
                  <a:pt x="908176" y="73110"/>
                </a:lnTo>
                <a:lnTo>
                  <a:pt x="908091" y="71982"/>
                </a:lnTo>
                <a:lnTo>
                  <a:pt x="907976" y="70874"/>
                </a:lnTo>
                <a:lnTo>
                  <a:pt x="907830" y="69787"/>
                </a:lnTo>
                <a:lnTo>
                  <a:pt x="907653" y="68719"/>
                </a:lnTo>
                <a:lnTo>
                  <a:pt x="907447" y="67672"/>
                </a:lnTo>
                <a:lnTo>
                  <a:pt x="907209" y="66646"/>
                </a:lnTo>
                <a:lnTo>
                  <a:pt x="906942" y="65639"/>
                </a:lnTo>
                <a:lnTo>
                  <a:pt x="906643" y="64653"/>
                </a:lnTo>
                <a:lnTo>
                  <a:pt x="906315" y="63687"/>
                </a:lnTo>
                <a:lnTo>
                  <a:pt x="905955" y="62742"/>
                </a:lnTo>
                <a:lnTo>
                  <a:pt x="905566" y="61817"/>
                </a:lnTo>
                <a:lnTo>
                  <a:pt x="905146" y="60912"/>
                </a:lnTo>
                <a:lnTo>
                  <a:pt x="904695" y="60027"/>
                </a:lnTo>
                <a:lnTo>
                  <a:pt x="904214" y="59163"/>
                </a:lnTo>
                <a:lnTo>
                  <a:pt x="903703" y="58319"/>
                </a:lnTo>
                <a:lnTo>
                  <a:pt x="903161" y="57496"/>
                </a:lnTo>
                <a:lnTo>
                  <a:pt x="902589" y="56692"/>
                </a:lnTo>
                <a:lnTo>
                  <a:pt x="901986" y="55909"/>
                </a:lnTo>
                <a:lnTo>
                  <a:pt x="901353" y="55146"/>
                </a:lnTo>
                <a:lnTo>
                  <a:pt x="900689" y="54404"/>
                </a:lnTo>
                <a:lnTo>
                  <a:pt x="899995" y="53682"/>
                </a:lnTo>
                <a:lnTo>
                  <a:pt x="899270" y="52980"/>
                </a:lnTo>
                <a:lnTo>
                  <a:pt x="898515" y="52298"/>
                </a:lnTo>
                <a:lnTo>
                  <a:pt x="897735" y="51641"/>
                </a:lnTo>
                <a:lnTo>
                  <a:pt x="896935" y="51011"/>
                </a:lnTo>
                <a:lnTo>
                  <a:pt x="896114" y="50409"/>
                </a:lnTo>
                <a:lnTo>
                  <a:pt x="895274" y="49836"/>
                </a:lnTo>
                <a:lnTo>
                  <a:pt x="894414" y="49290"/>
                </a:lnTo>
                <a:lnTo>
                  <a:pt x="893533" y="48772"/>
                </a:lnTo>
                <a:lnTo>
                  <a:pt x="892633" y="48283"/>
                </a:lnTo>
                <a:lnTo>
                  <a:pt x="891713" y="47821"/>
                </a:lnTo>
                <a:lnTo>
                  <a:pt x="890772" y="47387"/>
                </a:lnTo>
                <a:lnTo>
                  <a:pt x="889812" y="46981"/>
                </a:lnTo>
                <a:lnTo>
                  <a:pt x="888831" y="46603"/>
                </a:lnTo>
                <a:lnTo>
                  <a:pt x="887831" y="46254"/>
                </a:lnTo>
                <a:lnTo>
                  <a:pt x="886810" y="45932"/>
                </a:lnTo>
                <a:lnTo>
                  <a:pt x="885769" y="45638"/>
                </a:lnTo>
                <a:lnTo>
                  <a:pt x="884709" y="45372"/>
                </a:lnTo>
                <a:lnTo>
                  <a:pt x="883628" y="45134"/>
                </a:lnTo>
                <a:lnTo>
                  <a:pt x="882528" y="44924"/>
                </a:lnTo>
                <a:lnTo>
                  <a:pt x="881407" y="44743"/>
                </a:lnTo>
                <a:lnTo>
                  <a:pt x="880266" y="44589"/>
                </a:lnTo>
                <a:lnTo>
                  <a:pt x="879105" y="44463"/>
                </a:lnTo>
                <a:lnTo>
                  <a:pt x="877925" y="44365"/>
                </a:lnTo>
                <a:lnTo>
                  <a:pt x="876724" y="44295"/>
                </a:lnTo>
                <a:lnTo>
                  <a:pt x="875503" y="44253"/>
                </a:lnTo>
                <a:lnTo>
                  <a:pt x="874262" y="44239"/>
                </a:lnTo>
                <a:lnTo>
                  <a:pt x="873398" y="44246"/>
                </a:lnTo>
                <a:lnTo>
                  <a:pt x="872543" y="44266"/>
                </a:lnTo>
                <a:lnTo>
                  <a:pt x="871696" y="44301"/>
                </a:lnTo>
                <a:lnTo>
                  <a:pt x="870859" y="44349"/>
                </a:lnTo>
                <a:lnTo>
                  <a:pt x="870031" y="44410"/>
                </a:lnTo>
                <a:lnTo>
                  <a:pt x="869212" y="44486"/>
                </a:lnTo>
                <a:lnTo>
                  <a:pt x="868402" y="44575"/>
                </a:lnTo>
                <a:lnTo>
                  <a:pt x="867601" y="44678"/>
                </a:lnTo>
                <a:lnTo>
                  <a:pt x="866809" y="44795"/>
                </a:lnTo>
                <a:lnTo>
                  <a:pt x="866026" y="44925"/>
                </a:lnTo>
                <a:lnTo>
                  <a:pt x="865252" y="45069"/>
                </a:lnTo>
                <a:lnTo>
                  <a:pt x="864487" y="45227"/>
                </a:lnTo>
                <a:lnTo>
                  <a:pt x="863731" y="45398"/>
                </a:lnTo>
                <a:lnTo>
                  <a:pt x="862984" y="45583"/>
                </a:lnTo>
                <a:lnTo>
                  <a:pt x="862247" y="45782"/>
                </a:lnTo>
                <a:lnTo>
                  <a:pt x="861518" y="45995"/>
                </a:lnTo>
                <a:lnTo>
                  <a:pt x="860799" y="46221"/>
                </a:lnTo>
                <a:lnTo>
                  <a:pt x="860088" y="46461"/>
                </a:lnTo>
                <a:lnTo>
                  <a:pt x="859386" y="46715"/>
                </a:lnTo>
                <a:lnTo>
                  <a:pt x="858694" y="46983"/>
                </a:lnTo>
                <a:lnTo>
                  <a:pt x="858011" y="47264"/>
                </a:lnTo>
                <a:lnTo>
                  <a:pt x="857336" y="47559"/>
                </a:lnTo>
                <a:lnTo>
                  <a:pt x="856671" y="47868"/>
                </a:lnTo>
                <a:lnTo>
                  <a:pt x="856015" y="48190"/>
                </a:lnTo>
                <a:lnTo>
                  <a:pt x="855369" y="48525"/>
                </a:lnTo>
                <a:lnTo>
                  <a:pt x="854735" y="48873"/>
                </a:lnTo>
                <a:lnTo>
                  <a:pt x="854114" y="49232"/>
                </a:lnTo>
                <a:lnTo>
                  <a:pt x="853504" y="49603"/>
                </a:lnTo>
                <a:lnTo>
                  <a:pt x="852907" y="49986"/>
                </a:lnTo>
                <a:lnTo>
                  <a:pt x="852321" y="50382"/>
                </a:lnTo>
                <a:lnTo>
                  <a:pt x="851748" y="50789"/>
                </a:lnTo>
                <a:lnTo>
                  <a:pt x="851187" y="51209"/>
                </a:lnTo>
                <a:lnTo>
                  <a:pt x="850638" y="51641"/>
                </a:lnTo>
                <a:lnTo>
                  <a:pt x="850101" y="52085"/>
                </a:lnTo>
                <a:lnTo>
                  <a:pt x="849576" y="52540"/>
                </a:lnTo>
                <a:lnTo>
                  <a:pt x="849062" y="53008"/>
                </a:lnTo>
                <a:lnTo>
                  <a:pt x="848562" y="53488"/>
                </a:lnTo>
                <a:lnTo>
                  <a:pt x="848073" y="53980"/>
                </a:lnTo>
                <a:lnTo>
                  <a:pt x="847596" y="54484"/>
                </a:lnTo>
                <a:lnTo>
                  <a:pt x="847131" y="55001"/>
                </a:lnTo>
                <a:lnTo>
                  <a:pt x="846678" y="55529"/>
                </a:lnTo>
                <a:lnTo>
                  <a:pt x="846238" y="56069"/>
                </a:lnTo>
                <a:lnTo>
                  <a:pt x="845809" y="56622"/>
                </a:lnTo>
                <a:lnTo>
                  <a:pt x="845393" y="57186"/>
                </a:lnTo>
                <a:lnTo>
                  <a:pt x="844988" y="57763"/>
                </a:lnTo>
                <a:lnTo>
                  <a:pt x="844596" y="58351"/>
                </a:lnTo>
                <a:lnTo>
                  <a:pt x="844216" y="58952"/>
                </a:lnTo>
                <a:lnTo>
                  <a:pt x="843847" y="59565"/>
                </a:lnTo>
                <a:lnTo>
                  <a:pt x="843493" y="60189"/>
                </a:lnTo>
                <a:lnTo>
                  <a:pt x="843153" y="60823"/>
                </a:lnTo>
                <a:lnTo>
                  <a:pt x="842829" y="61468"/>
                </a:lnTo>
                <a:lnTo>
                  <a:pt x="842520" y="62123"/>
                </a:lnTo>
                <a:lnTo>
                  <a:pt x="842226" y="62789"/>
                </a:lnTo>
                <a:lnTo>
                  <a:pt x="841947" y="63465"/>
                </a:lnTo>
                <a:lnTo>
                  <a:pt x="841683" y="64151"/>
                </a:lnTo>
                <a:lnTo>
                  <a:pt x="841434" y="64848"/>
                </a:lnTo>
                <a:lnTo>
                  <a:pt x="841200" y="65556"/>
                </a:lnTo>
                <a:lnTo>
                  <a:pt x="840981" y="66273"/>
                </a:lnTo>
                <a:lnTo>
                  <a:pt x="840778" y="67002"/>
                </a:lnTo>
                <a:lnTo>
                  <a:pt x="840589" y="67740"/>
                </a:lnTo>
                <a:lnTo>
                  <a:pt x="840416" y="68489"/>
                </a:lnTo>
                <a:lnTo>
                  <a:pt x="840257" y="69249"/>
                </a:lnTo>
                <a:lnTo>
                  <a:pt x="840114" y="70019"/>
                </a:lnTo>
                <a:lnTo>
                  <a:pt x="839986" y="70799"/>
                </a:lnTo>
                <a:lnTo>
                  <a:pt x="839872" y="71590"/>
                </a:lnTo>
                <a:lnTo>
                  <a:pt x="839774" y="72391"/>
                </a:lnTo>
                <a:lnTo>
                  <a:pt x="839691" y="73203"/>
                </a:lnTo>
                <a:lnTo>
                  <a:pt x="839624" y="74025"/>
                </a:lnTo>
                <a:lnTo>
                  <a:pt x="839571" y="74857"/>
                </a:lnTo>
                <a:lnTo>
                  <a:pt x="839533" y="75700"/>
                </a:lnTo>
                <a:lnTo>
                  <a:pt x="839510" y="76553"/>
                </a:lnTo>
                <a:lnTo>
                  <a:pt x="839503" y="77417"/>
                </a:lnTo>
                <a:lnTo>
                  <a:pt x="839503" y="101118"/>
                </a:lnTo>
                <a:lnTo>
                  <a:pt x="839510" y="101969"/>
                </a:lnTo>
                <a:lnTo>
                  <a:pt x="839533" y="102810"/>
                </a:lnTo>
                <a:lnTo>
                  <a:pt x="839571" y="103642"/>
                </a:lnTo>
                <a:lnTo>
                  <a:pt x="839624" y="104464"/>
                </a:lnTo>
                <a:lnTo>
                  <a:pt x="839691" y="105277"/>
                </a:lnTo>
                <a:lnTo>
                  <a:pt x="839774" y="106080"/>
                </a:lnTo>
                <a:lnTo>
                  <a:pt x="839872" y="106873"/>
                </a:lnTo>
                <a:lnTo>
                  <a:pt x="839986" y="107657"/>
                </a:lnTo>
                <a:lnTo>
                  <a:pt x="840114" y="108431"/>
                </a:lnTo>
                <a:lnTo>
                  <a:pt x="840257" y="109196"/>
                </a:lnTo>
                <a:lnTo>
                  <a:pt x="840416" y="109951"/>
                </a:lnTo>
                <a:lnTo>
                  <a:pt x="840589" y="110697"/>
                </a:lnTo>
                <a:lnTo>
                  <a:pt x="840778" y="111432"/>
                </a:lnTo>
                <a:lnTo>
                  <a:pt x="840981" y="112159"/>
                </a:lnTo>
                <a:lnTo>
                  <a:pt x="841200" y="112875"/>
                </a:lnTo>
                <a:lnTo>
                  <a:pt x="841434" y="113582"/>
                </a:lnTo>
                <a:lnTo>
                  <a:pt x="841683" y="114280"/>
                </a:lnTo>
                <a:lnTo>
                  <a:pt x="841947" y="114967"/>
                </a:lnTo>
                <a:lnTo>
                  <a:pt x="842226" y="115646"/>
                </a:lnTo>
                <a:lnTo>
                  <a:pt x="842520" y="116314"/>
                </a:lnTo>
                <a:lnTo>
                  <a:pt x="842829" y="116973"/>
                </a:lnTo>
                <a:lnTo>
                  <a:pt x="843153" y="117623"/>
                </a:lnTo>
                <a:lnTo>
                  <a:pt x="843493" y="118263"/>
                </a:lnTo>
                <a:lnTo>
                  <a:pt x="843847" y="118893"/>
                </a:lnTo>
                <a:lnTo>
                  <a:pt x="844216" y="119512"/>
                </a:lnTo>
                <a:lnTo>
                  <a:pt x="844596" y="120119"/>
                </a:lnTo>
                <a:lnTo>
                  <a:pt x="844988" y="120713"/>
                </a:lnTo>
                <a:lnTo>
                  <a:pt x="845393" y="121296"/>
                </a:lnTo>
                <a:lnTo>
                  <a:pt x="845809" y="121866"/>
                </a:lnTo>
                <a:lnTo>
                  <a:pt x="846238" y="122423"/>
                </a:lnTo>
                <a:lnTo>
                  <a:pt x="846678" y="122968"/>
                </a:lnTo>
                <a:lnTo>
                  <a:pt x="847131" y="123501"/>
                </a:lnTo>
                <a:lnTo>
                  <a:pt x="847596" y="124021"/>
                </a:lnTo>
                <a:lnTo>
                  <a:pt x="848073" y="124530"/>
                </a:lnTo>
                <a:lnTo>
                  <a:pt x="848562" y="125025"/>
                </a:lnTo>
                <a:lnTo>
                  <a:pt x="849062" y="125509"/>
                </a:lnTo>
                <a:lnTo>
                  <a:pt x="849576" y="125980"/>
                </a:lnTo>
                <a:lnTo>
                  <a:pt x="850101" y="126439"/>
                </a:lnTo>
                <a:lnTo>
                  <a:pt x="850638" y="126885"/>
                </a:lnTo>
                <a:lnTo>
                  <a:pt x="851187" y="127319"/>
                </a:lnTo>
                <a:lnTo>
                  <a:pt x="851748" y="127741"/>
                </a:lnTo>
                <a:lnTo>
                  <a:pt x="852321" y="128150"/>
                </a:lnTo>
                <a:lnTo>
                  <a:pt x="852907" y="128547"/>
                </a:lnTo>
                <a:lnTo>
                  <a:pt x="853504" y="128932"/>
                </a:lnTo>
                <a:lnTo>
                  <a:pt x="854114" y="129304"/>
                </a:lnTo>
                <a:lnTo>
                  <a:pt x="854735" y="129664"/>
                </a:lnTo>
                <a:lnTo>
                  <a:pt x="855369" y="130011"/>
                </a:lnTo>
                <a:lnTo>
                  <a:pt x="856015" y="130347"/>
                </a:lnTo>
                <a:lnTo>
                  <a:pt x="856671" y="130669"/>
                </a:lnTo>
                <a:lnTo>
                  <a:pt x="857336" y="130977"/>
                </a:lnTo>
                <a:lnTo>
                  <a:pt x="858011" y="131272"/>
                </a:lnTo>
                <a:lnTo>
                  <a:pt x="858694" y="131553"/>
                </a:lnTo>
                <a:lnTo>
                  <a:pt x="859386" y="131821"/>
                </a:lnTo>
                <a:lnTo>
                  <a:pt x="860088" y="132074"/>
                </a:lnTo>
                <a:lnTo>
                  <a:pt x="860799" y="132314"/>
                </a:lnTo>
                <a:lnTo>
                  <a:pt x="861518" y="132541"/>
                </a:lnTo>
                <a:lnTo>
                  <a:pt x="862247" y="132753"/>
                </a:lnTo>
                <a:lnTo>
                  <a:pt x="862984" y="132952"/>
                </a:lnTo>
                <a:lnTo>
                  <a:pt x="863731" y="133137"/>
                </a:lnTo>
                <a:lnTo>
                  <a:pt x="864487" y="133308"/>
                </a:lnTo>
                <a:lnTo>
                  <a:pt x="865252" y="133466"/>
                </a:lnTo>
                <a:lnTo>
                  <a:pt x="866026" y="133610"/>
                </a:lnTo>
                <a:lnTo>
                  <a:pt x="866809" y="133740"/>
                </a:lnTo>
                <a:lnTo>
                  <a:pt x="867601" y="133857"/>
                </a:lnTo>
                <a:lnTo>
                  <a:pt x="868402" y="133960"/>
                </a:lnTo>
                <a:lnTo>
                  <a:pt x="869212" y="134049"/>
                </a:lnTo>
                <a:lnTo>
                  <a:pt x="870031" y="134124"/>
                </a:lnTo>
                <a:lnTo>
                  <a:pt x="870859" y="134186"/>
                </a:lnTo>
                <a:lnTo>
                  <a:pt x="871696" y="134234"/>
                </a:lnTo>
                <a:lnTo>
                  <a:pt x="872543" y="134268"/>
                </a:lnTo>
                <a:lnTo>
                  <a:pt x="873398" y="134289"/>
                </a:lnTo>
                <a:lnTo>
                  <a:pt x="874262" y="134296"/>
                </a:lnTo>
                <a:lnTo>
                  <a:pt x="875503" y="134282"/>
                </a:lnTo>
                <a:lnTo>
                  <a:pt x="876724" y="134240"/>
                </a:lnTo>
                <a:lnTo>
                  <a:pt x="877925" y="134170"/>
                </a:lnTo>
                <a:lnTo>
                  <a:pt x="879105" y="134072"/>
                </a:lnTo>
                <a:lnTo>
                  <a:pt x="880266" y="133946"/>
                </a:lnTo>
                <a:close/>
                <a:moveTo>
                  <a:pt x="131291" y="133908"/>
                </a:moveTo>
                <a:lnTo>
                  <a:pt x="132431" y="133738"/>
                </a:lnTo>
                <a:lnTo>
                  <a:pt x="133550" y="133536"/>
                </a:lnTo>
                <a:lnTo>
                  <a:pt x="134648" y="133304"/>
                </a:lnTo>
                <a:lnTo>
                  <a:pt x="135726" y="133041"/>
                </a:lnTo>
                <a:lnTo>
                  <a:pt x="136784" y="132746"/>
                </a:lnTo>
                <a:lnTo>
                  <a:pt x="137822" y="132421"/>
                </a:lnTo>
                <a:lnTo>
                  <a:pt x="138839" y="132064"/>
                </a:lnTo>
                <a:lnTo>
                  <a:pt x="139836" y="131677"/>
                </a:lnTo>
                <a:lnTo>
                  <a:pt x="140813" y="131259"/>
                </a:lnTo>
                <a:lnTo>
                  <a:pt x="141770" y="130809"/>
                </a:lnTo>
                <a:lnTo>
                  <a:pt x="142706" y="130329"/>
                </a:lnTo>
                <a:lnTo>
                  <a:pt x="143622" y="129818"/>
                </a:lnTo>
                <a:lnTo>
                  <a:pt x="144517" y="129275"/>
                </a:lnTo>
                <a:lnTo>
                  <a:pt x="145393" y="128702"/>
                </a:lnTo>
                <a:lnTo>
                  <a:pt x="146248" y="128098"/>
                </a:lnTo>
                <a:lnTo>
                  <a:pt x="147082" y="127462"/>
                </a:lnTo>
                <a:lnTo>
                  <a:pt x="147897" y="126796"/>
                </a:lnTo>
                <a:lnTo>
                  <a:pt x="148691" y="126099"/>
                </a:lnTo>
                <a:lnTo>
                  <a:pt x="149465" y="125371"/>
                </a:lnTo>
                <a:lnTo>
                  <a:pt x="150212" y="124616"/>
                </a:lnTo>
                <a:lnTo>
                  <a:pt x="150928" y="123838"/>
                </a:lnTo>
                <a:lnTo>
                  <a:pt x="151612" y="123039"/>
                </a:lnTo>
                <a:lnTo>
                  <a:pt x="152265" y="122217"/>
                </a:lnTo>
                <a:lnTo>
                  <a:pt x="152885" y="121373"/>
                </a:lnTo>
                <a:lnTo>
                  <a:pt x="153474" y="120507"/>
                </a:lnTo>
                <a:lnTo>
                  <a:pt x="154030" y="119619"/>
                </a:lnTo>
                <a:lnTo>
                  <a:pt x="154555" y="118708"/>
                </a:lnTo>
                <a:lnTo>
                  <a:pt x="155049" y="117775"/>
                </a:lnTo>
                <a:lnTo>
                  <a:pt x="155510" y="116820"/>
                </a:lnTo>
                <a:lnTo>
                  <a:pt x="155940" y="115843"/>
                </a:lnTo>
                <a:lnTo>
                  <a:pt x="156337" y="114844"/>
                </a:lnTo>
                <a:lnTo>
                  <a:pt x="156703" y="113822"/>
                </a:lnTo>
                <a:lnTo>
                  <a:pt x="157037" y="112778"/>
                </a:lnTo>
                <a:lnTo>
                  <a:pt x="157340" y="111712"/>
                </a:lnTo>
                <a:lnTo>
                  <a:pt x="157610" y="110624"/>
                </a:lnTo>
                <a:lnTo>
                  <a:pt x="157849" y="109513"/>
                </a:lnTo>
                <a:lnTo>
                  <a:pt x="158055" y="108381"/>
                </a:lnTo>
                <a:lnTo>
                  <a:pt x="158230" y="107226"/>
                </a:lnTo>
                <a:lnTo>
                  <a:pt x="158374" y="106049"/>
                </a:lnTo>
                <a:lnTo>
                  <a:pt x="158485" y="104849"/>
                </a:lnTo>
                <a:lnTo>
                  <a:pt x="158565" y="103628"/>
                </a:lnTo>
                <a:lnTo>
                  <a:pt x="158612" y="102384"/>
                </a:lnTo>
                <a:lnTo>
                  <a:pt x="158628" y="101118"/>
                </a:lnTo>
                <a:lnTo>
                  <a:pt x="158628" y="45818"/>
                </a:lnTo>
                <a:lnTo>
                  <a:pt x="144409" y="45818"/>
                </a:lnTo>
                <a:lnTo>
                  <a:pt x="144409" y="101118"/>
                </a:lnTo>
                <a:lnTo>
                  <a:pt x="144400" y="101901"/>
                </a:lnTo>
                <a:lnTo>
                  <a:pt x="144373" y="102671"/>
                </a:lnTo>
                <a:lnTo>
                  <a:pt x="144329" y="103427"/>
                </a:lnTo>
                <a:lnTo>
                  <a:pt x="144266" y="104170"/>
                </a:lnTo>
                <a:lnTo>
                  <a:pt x="144186" y="104900"/>
                </a:lnTo>
                <a:lnTo>
                  <a:pt x="144088" y="105616"/>
                </a:lnTo>
                <a:lnTo>
                  <a:pt x="143972" y="106318"/>
                </a:lnTo>
                <a:lnTo>
                  <a:pt x="143838" y="107007"/>
                </a:lnTo>
                <a:lnTo>
                  <a:pt x="143687" y="107683"/>
                </a:lnTo>
                <a:lnTo>
                  <a:pt x="143518" y="108345"/>
                </a:lnTo>
                <a:lnTo>
                  <a:pt x="143330" y="108994"/>
                </a:lnTo>
                <a:lnTo>
                  <a:pt x="143125" y="109630"/>
                </a:lnTo>
                <a:lnTo>
                  <a:pt x="142902" y="110252"/>
                </a:lnTo>
                <a:lnTo>
                  <a:pt x="142662" y="110860"/>
                </a:lnTo>
                <a:lnTo>
                  <a:pt x="142403" y="111455"/>
                </a:lnTo>
                <a:lnTo>
                  <a:pt x="142127" y="112037"/>
                </a:lnTo>
                <a:lnTo>
                  <a:pt x="141833" y="112605"/>
                </a:lnTo>
                <a:lnTo>
                  <a:pt x="141521" y="113160"/>
                </a:lnTo>
                <a:lnTo>
                  <a:pt x="141191" y="113702"/>
                </a:lnTo>
                <a:lnTo>
                  <a:pt x="140843" y="114230"/>
                </a:lnTo>
                <a:lnTo>
                  <a:pt x="140477" y="114744"/>
                </a:lnTo>
                <a:lnTo>
                  <a:pt x="140094" y="115245"/>
                </a:lnTo>
                <a:lnTo>
                  <a:pt x="139693" y="115733"/>
                </a:lnTo>
                <a:lnTo>
                  <a:pt x="139274" y="116207"/>
                </a:lnTo>
                <a:lnTo>
                  <a:pt x="138840" y="116665"/>
                </a:lnTo>
                <a:lnTo>
                  <a:pt x="138392" y="117103"/>
                </a:lnTo>
                <a:lnTo>
                  <a:pt x="137932" y="117521"/>
                </a:lnTo>
                <a:lnTo>
                  <a:pt x="137459" y="117921"/>
                </a:lnTo>
                <a:lnTo>
                  <a:pt x="136973" y="118300"/>
                </a:lnTo>
                <a:lnTo>
                  <a:pt x="136474" y="118660"/>
                </a:lnTo>
                <a:lnTo>
                  <a:pt x="135963" y="119001"/>
                </a:lnTo>
                <a:lnTo>
                  <a:pt x="135438" y="119322"/>
                </a:lnTo>
                <a:lnTo>
                  <a:pt x="134901" y="119624"/>
                </a:lnTo>
                <a:lnTo>
                  <a:pt x="134350" y="119907"/>
                </a:lnTo>
                <a:lnTo>
                  <a:pt x="133787" y="120169"/>
                </a:lnTo>
                <a:lnTo>
                  <a:pt x="133211" y="120413"/>
                </a:lnTo>
                <a:lnTo>
                  <a:pt x="132622" y="120637"/>
                </a:lnTo>
                <a:lnTo>
                  <a:pt x="132020" y="120841"/>
                </a:lnTo>
                <a:lnTo>
                  <a:pt x="131405" y="121026"/>
                </a:lnTo>
                <a:lnTo>
                  <a:pt x="130777" y="121192"/>
                </a:lnTo>
                <a:lnTo>
                  <a:pt x="130136" y="121338"/>
                </a:lnTo>
                <a:lnTo>
                  <a:pt x="129483" y="121464"/>
                </a:lnTo>
                <a:lnTo>
                  <a:pt x="128817" y="121571"/>
                </a:lnTo>
                <a:lnTo>
                  <a:pt x="128137" y="121659"/>
                </a:lnTo>
                <a:lnTo>
                  <a:pt x="127445" y="121727"/>
                </a:lnTo>
                <a:lnTo>
                  <a:pt x="126740" y="121776"/>
                </a:lnTo>
                <a:lnTo>
                  <a:pt x="126022" y="121805"/>
                </a:lnTo>
                <a:lnTo>
                  <a:pt x="125291" y="121815"/>
                </a:lnTo>
                <a:lnTo>
                  <a:pt x="124573" y="121805"/>
                </a:lnTo>
                <a:lnTo>
                  <a:pt x="123868" y="121776"/>
                </a:lnTo>
                <a:lnTo>
                  <a:pt x="123176" y="121727"/>
                </a:lnTo>
                <a:lnTo>
                  <a:pt x="122496" y="121659"/>
                </a:lnTo>
                <a:lnTo>
                  <a:pt x="121828" y="121571"/>
                </a:lnTo>
                <a:lnTo>
                  <a:pt x="121174" y="121464"/>
                </a:lnTo>
                <a:lnTo>
                  <a:pt x="120532" y="121338"/>
                </a:lnTo>
                <a:lnTo>
                  <a:pt x="119902" y="121192"/>
                </a:lnTo>
                <a:lnTo>
                  <a:pt x="119285" y="121026"/>
                </a:lnTo>
                <a:lnTo>
                  <a:pt x="118681" y="120841"/>
                </a:lnTo>
                <a:lnTo>
                  <a:pt x="118089" y="120637"/>
                </a:lnTo>
                <a:lnTo>
                  <a:pt x="117510" y="120413"/>
                </a:lnTo>
                <a:lnTo>
                  <a:pt x="116944" y="120169"/>
                </a:lnTo>
                <a:lnTo>
                  <a:pt x="116390" y="119907"/>
                </a:lnTo>
                <a:lnTo>
                  <a:pt x="115849" y="119624"/>
                </a:lnTo>
                <a:lnTo>
                  <a:pt x="115320" y="119322"/>
                </a:lnTo>
                <a:lnTo>
                  <a:pt x="114804" y="119001"/>
                </a:lnTo>
                <a:lnTo>
                  <a:pt x="114300" y="118660"/>
                </a:lnTo>
                <a:lnTo>
                  <a:pt x="113810" y="118300"/>
                </a:lnTo>
                <a:lnTo>
                  <a:pt x="113331" y="117921"/>
                </a:lnTo>
                <a:lnTo>
                  <a:pt x="112866" y="117521"/>
                </a:lnTo>
                <a:lnTo>
                  <a:pt x="112413" y="117103"/>
                </a:lnTo>
                <a:lnTo>
                  <a:pt x="111972" y="116665"/>
                </a:lnTo>
                <a:lnTo>
                  <a:pt x="111545" y="116207"/>
                </a:lnTo>
                <a:lnTo>
                  <a:pt x="111132" y="115733"/>
                </a:lnTo>
                <a:lnTo>
                  <a:pt x="110737" y="115245"/>
                </a:lnTo>
                <a:lnTo>
                  <a:pt x="110360" y="114744"/>
                </a:lnTo>
                <a:lnTo>
                  <a:pt x="110000" y="114230"/>
                </a:lnTo>
                <a:lnTo>
                  <a:pt x="109657" y="113702"/>
                </a:lnTo>
                <a:lnTo>
                  <a:pt x="109333" y="113160"/>
                </a:lnTo>
                <a:lnTo>
                  <a:pt x="109026" y="112605"/>
                </a:lnTo>
                <a:lnTo>
                  <a:pt x="108736" y="112037"/>
                </a:lnTo>
                <a:lnTo>
                  <a:pt x="108464" y="111455"/>
                </a:lnTo>
                <a:lnTo>
                  <a:pt x="108209" y="110860"/>
                </a:lnTo>
                <a:lnTo>
                  <a:pt x="107972" y="110252"/>
                </a:lnTo>
                <a:lnTo>
                  <a:pt x="107753" y="109630"/>
                </a:lnTo>
                <a:lnTo>
                  <a:pt x="107551" y="108994"/>
                </a:lnTo>
                <a:lnTo>
                  <a:pt x="107367" y="108345"/>
                </a:lnTo>
                <a:lnTo>
                  <a:pt x="107200" y="107683"/>
                </a:lnTo>
                <a:lnTo>
                  <a:pt x="107051" y="107007"/>
                </a:lnTo>
                <a:lnTo>
                  <a:pt x="106919" y="106318"/>
                </a:lnTo>
                <a:lnTo>
                  <a:pt x="106805" y="105616"/>
                </a:lnTo>
                <a:lnTo>
                  <a:pt x="106708" y="104900"/>
                </a:lnTo>
                <a:lnTo>
                  <a:pt x="106629" y="104170"/>
                </a:lnTo>
                <a:lnTo>
                  <a:pt x="106568" y="103427"/>
                </a:lnTo>
                <a:lnTo>
                  <a:pt x="106524" y="102671"/>
                </a:lnTo>
                <a:lnTo>
                  <a:pt x="106498" y="101901"/>
                </a:lnTo>
                <a:lnTo>
                  <a:pt x="106489" y="101118"/>
                </a:lnTo>
                <a:lnTo>
                  <a:pt x="106489" y="45818"/>
                </a:lnTo>
                <a:lnTo>
                  <a:pt x="92270" y="45818"/>
                </a:lnTo>
                <a:lnTo>
                  <a:pt x="92270" y="101118"/>
                </a:lnTo>
                <a:lnTo>
                  <a:pt x="92286" y="102384"/>
                </a:lnTo>
                <a:lnTo>
                  <a:pt x="92332" y="103628"/>
                </a:lnTo>
                <a:lnTo>
                  <a:pt x="92411" y="104849"/>
                </a:lnTo>
                <a:lnTo>
                  <a:pt x="92520" y="106049"/>
                </a:lnTo>
                <a:lnTo>
                  <a:pt x="92661" y="107226"/>
                </a:lnTo>
                <a:lnTo>
                  <a:pt x="92833" y="108381"/>
                </a:lnTo>
                <a:lnTo>
                  <a:pt x="93036" y="109513"/>
                </a:lnTo>
                <a:lnTo>
                  <a:pt x="93270" y="110624"/>
                </a:lnTo>
                <a:lnTo>
                  <a:pt x="93536" y="111712"/>
                </a:lnTo>
                <a:lnTo>
                  <a:pt x="93833" y="112778"/>
                </a:lnTo>
                <a:lnTo>
                  <a:pt x="94161" y="113822"/>
                </a:lnTo>
                <a:lnTo>
                  <a:pt x="94521" y="114844"/>
                </a:lnTo>
                <a:lnTo>
                  <a:pt x="94912" y="115843"/>
                </a:lnTo>
                <a:lnTo>
                  <a:pt x="95334" y="116820"/>
                </a:lnTo>
                <a:lnTo>
                  <a:pt x="95787" y="117775"/>
                </a:lnTo>
                <a:lnTo>
                  <a:pt x="96272" y="118708"/>
                </a:lnTo>
                <a:lnTo>
                  <a:pt x="96788" y="119619"/>
                </a:lnTo>
                <a:lnTo>
                  <a:pt x="97335" y="120507"/>
                </a:lnTo>
                <a:lnTo>
                  <a:pt x="97913" y="121373"/>
                </a:lnTo>
                <a:lnTo>
                  <a:pt x="98523" y="122217"/>
                </a:lnTo>
                <a:lnTo>
                  <a:pt x="99164" y="123039"/>
                </a:lnTo>
                <a:lnTo>
                  <a:pt x="99836" y="123838"/>
                </a:lnTo>
                <a:lnTo>
                  <a:pt x="100540" y="124616"/>
                </a:lnTo>
                <a:lnTo>
                  <a:pt x="101274" y="125371"/>
                </a:lnTo>
                <a:lnTo>
                  <a:pt x="102035" y="126099"/>
                </a:lnTo>
                <a:lnTo>
                  <a:pt x="102817" y="126796"/>
                </a:lnTo>
                <a:lnTo>
                  <a:pt x="103620" y="127462"/>
                </a:lnTo>
                <a:lnTo>
                  <a:pt x="104443" y="128098"/>
                </a:lnTo>
                <a:lnTo>
                  <a:pt x="105288" y="128702"/>
                </a:lnTo>
                <a:lnTo>
                  <a:pt x="106153" y="129275"/>
                </a:lnTo>
                <a:lnTo>
                  <a:pt x="107039" y="129818"/>
                </a:lnTo>
                <a:lnTo>
                  <a:pt x="107946" y="130329"/>
                </a:lnTo>
                <a:lnTo>
                  <a:pt x="108874" y="130809"/>
                </a:lnTo>
                <a:lnTo>
                  <a:pt x="109822" y="131259"/>
                </a:lnTo>
                <a:lnTo>
                  <a:pt x="110792" y="131677"/>
                </a:lnTo>
                <a:lnTo>
                  <a:pt x="111782" y="132064"/>
                </a:lnTo>
                <a:lnTo>
                  <a:pt x="112793" y="132421"/>
                </a:lnTo>
                <a:lnTo>
                  <a:pt x="113825" y="132746"/>
                </a:lnTo>
                <a:lnTo>
                  <a:pt x="114878" y="133041"/>
                </a:lnTo>
                <a:lnTo>
                  <a:pt x="115952" y="133304"/>
                </a:lnTo>
                <a:lnTo>
                  <a:pt x="117046" y="133536"/>
                </a:lnTo>
                <a:lnTo>
                  <a:pt x="118161" y="133738"/>
                </a:lnTo>
                <a:lnTo>
                  <a:pt x="119298" y="133908"/>
                </a:lnTo>
                <a:lnTo>
                  <a:pt x="120455" y="134048"/>
                </a:lnTo>
                <a:lnTo>
                  <a:pt x="121632" y="134156"/>
                </a:lnTo>
                <a:lnTo>
                  <a:pt x="122831" y="134234"/>
                </a:lnTo>
                <a:lnTo>
                  <a:pt x="124051" y="134280"/>
                </a:lnTo>
                <a:lnTo>
                  <a:pt x="125291" y="134296"/>
                </a:lnTo>
                <a:lnTo>
                  <a:pt x="126532" y="134280"/>
                </a:lnTo>
                <a:lnTo>
                  <a:pt x="127752" y="134234"/>
                </a:lnTo>
                <a:lnTo>
                  <a:pt x="128952" y="134156"/>
                </a:lnTo>
                <a:lnTo>
                  <a:pt x="130132" y="134048"/>
                </a:lnTo>
                <a:lnTo>
                  <a:pt x="131291" y="133908"/>
                </a:lnTo>
                <a:close/>
                <a:moveTo>
                  <a:pt x="653157" y="105857"/>
                </a:moveTo>
                <a:lnTo>
                  <a:pt x="721095" y="105857"/>
                </a:lnTo>
                <a:lnTo>
                  <a:pt x="721095" y="93217"/>
                </a:lnTo>
                <a:lnTo>
                  <a:pt x="653157" y="93217"/>
                </a:lnTo>
                <a:lnTo>
                  <a:pt x="653157" y="105857"/>
                </a:lnTo>
                <a:close/>
                <a:moveTo>
                  <a:pt x="1927480" y="137023"/>
                </a:moveTo>
                <a:lnTo>
                  <a:pt x="1926678" y="136759"/>
                </a:lnTo>
                <a:lnTo>
                  <a:pt x="1925886" y="136480"/>
                </a:lnTo>
                <a:lnTo>
                  <a:pt x="1925102" y="136186"/>
                </a:lnTo>
                <a:lnTo>
                  <a:pt x="1924327" y="135877"/>
                </a:lnTo>
                <a:lnTo>
                  <a:pt x="1923562" y="135554"/>
                </a:lnTo>
                <a:lnTo>
                  <a:pt x="1922805" y="135216"/>
                </a:lnTo>
                <a:lnTo>
                  <a:pt x="1922057" y="134863"/>
                </a:lnTo>
                <a:lnTo>
                  <a:pt x="1921319" y="134495"/>
                </a:lnTo>
                <a:lnTo>
                  <a:pt x="1920589" y="134113"/>
                </a:lnTo>
                <a:lnTo>
                  <a:pt x="1919869" y="133715"/>
                </a:lnTo>
                <a:lnTo>
                  <a:pt x="1919158" y="133303"/>
                </a:lnTo>
                <a:lnTo>
                  <a:pt x="1918455" y="132876"/>
                </a:lnTo>
                <a:lnTo>
                  <a:pt x="1917762" y="132434"/>
                </a:lnTo>
                <a:lnTo>
                  <a:pt x="1917078" y="131977"/>
                </a:lnTo>
                <a:lnTo>
                  <a:pt x="1916403" y="131506"/>
                </a:lnTo>
                <a:lnTo>
                  <a:pt x="1915736" y="131020"/>
                </a:lnTo>
                <a:lnTo>
                  <a:pt x="1915079" y="130519"/>
                </a:lnTo>
                <a:lnTo>
                  <a:pt x="1914431" y="130003"/>
                </a:lnTo>
                <a:lnTo>
                  <a:pt x="1913792" y="129472"/>
                </a:lnTo>
                <a:lnTo>
                  <a:pt x="1913162" y="128927"/>
                </a:lnTo>
                <a:lnTo>
                  <a:pt x="1912543" y="128368"/>
                </a:lnTo>
                <a:lnTo>
                  <a:pt x="1911936" y="127797"/>
                </a:lnTo>
                <a:lnTo>
                  <a:pt x="1911340" y="127216"/>
                </a:lnTo>
                <a:lnTo>
                  <a:pt x="1910757" y="126622"/>
                </a:lnTo>
                <a:lnTo>
                  <a:pt x="1910186" y="126017"/>
                </a:lnTo>
                <a:lnTo>
                  <a:pt x="1909627" y="125401"/>
                </a:lnTo>
                <a:lnTo>
                  <a:pt x="1909080" y="124773"/>
                </a:lnTo>
                <a:lnTo>
                  <a:pt x="1908545" y="124133"/>
                </a:lnTo>
                <a:lnTo>
                  <a:pt x="1908022" y="123482"/>
                </a:lnTo>
                <a:lnTo>
                  <a:pt x="1907511" y="122820"/>
                </a:lnTo>
                <a:lnTo>
                  <a:pt x="1907013" y="122146"/>
                </a:lnTo>
                <a:lnTo>
                  <a:pt x="1906526" y="121460"/>
                </a:lnTo>
                <a:lnTo>
                  <a:pt x="1906051" y="120763"/>
                </a:lnTo>
                <a:lnTo>
                  <a:pt x="1905589" y="120055"/>
                </a:lnTo>
                <a:lnTo>
                  <a:pt x="1905138" y="119335"/>
                </a:lnTo>
                <a:lnTo>
                  <a:pt x="1904700" y="118603"/>
                </a:lnTo>
                <a:lnTo>
                  <a:pt x="1904273" y="117860"/>
                </a:lnTo>
                <a:lnTo>
                  <a:pt x="1903859" y="117105"/>
                </a:lnTo>
                <a:lnTo>
                  <a:pt x="1903457" y="116339"/>
                </a:lnTo>
                <a:lnTo>
                  <a:pt x="1903067" y="115561"/>
                </a:lnTo>
                <a:lnTo>
                  <a:pt x="1902689" y="114772"/>
                </a:lnTo>
                <a:lnTo>
                  <a:pt x="1902322" y="113971"/>
                </a:lnTo>
                <a:lnTo>
                  <a:pt x="1901968" y="113159"/>
                </a:lnTo>
                <a:lnTo>
                  <a:pt x="1901626" y="112335"/>
                </a:lnTo>
                <a:lnTo>
                  <a:pt x="1901298" y="111502"/>
                </a:lnTo>
                <a:lnTo>
                  <a:pt x="1900983" y="110660"/>
                </a:lnTo>
                <a:lnTo>
                  <a:pt x="1900682" y="109810"/>
                </a:lnTo>
                <a:lnTo>
                  <a:pt x="1900396" y="108951"/>
                </a:lnTo>
                <a:lnTo>
                  <a:pt x="1900123" y="108085"/>
                </a:lnTo>
                <a:lnTo>
                  <a:pt x="1899864" y="107210"/>
                </a:lnTo>
                <a:lnTo>
                  <a:pt x="1899619" y="106327"/>
                </a:lnTo>
                <a:lnTo>
                  <a:pt x="1899388" y="105436"/>
                </a:lnTo>
                <a:lnTo>
                  <a:pt x="1899172" y="104536"/>
                </a:lnTo>
                <a:lnTo>
                  <a:pt x="1898969" y="103629"/>
                </a:lnTo>
                <a:lnTo>
                  <a:pt x="1898780" y="102713"/>
                </a:lnTo>
                <a:lnTo>
                  <a:pt x="1898605" y="101789"/>
                </a:lnTo>
                <a:lnTo>
                  <a:pt x="1898444" y="100856"/>
                </a:lnTo>
                <a:lnTo>
                  <a:pt x="1898297" y="99916"/>
                </a:lnTo>
                <a:lnTo>
                  <a:pt x="1898164" y="98967"/>
                </a:lnTo>
                <a:lnTo>
                  <a:pt x="1898046" y="98010"/>
                </a:lnTo>
                <a:lnTo>
                  <a:pt x="1897941" y="97044"/>
                </a:lnTo>
                <a:lnTo>
                  <a:pt x="1897850" y="96071"/>
                </a:lnTo>
                <a:lnTo>
                  <a:pt x="1897773" y="95089"/>
                </a:lnTo>
                <a:lnTo>
                  <a:pt x="1897710" y="94099"/>
                </a:lnTo>
                <a:lnTo>
                  <a:pt x="1897661" y="93101"/>
                </a:lnTo>
                <a:lnTo>
                  <a:pt x="1897626" y="92094"/>
                </a:lnTo>
                <a:lnTo>
                  <a:pt x="1897605" y="91080"/>
                </a:lnTo>
                <a:lnTo>
                  <a:pt x="1897598" y="90057"/>
                </a:lnTo>
                <a:lnTo>
                  <a:pt x="1897598" y="61619"/>
                </a:lnTo>
                <a:lnTo>
                  <a:pt x="1897605" y="60583"/>
                </a:lnTo>
                <a:lnTo>
                  <a:pt x="1897626" y="59556"/>
                </a:lnTo>
                <a:lnTo>
                  <a:pt x="1897661" y="58538"/>
                </a:lnTo>
                <a:lnTo>
                  <a:pt x="1897710" y="57530"/>
                </a:lnTo>
                <a:lnTo>
                  <a:pt x="1897773" y="56530"/>
                </a:lnTo>
                <a:lnTo>
                  <a:pt x="1897850" y="55540"/>
                </a:lnTo>
                <a:lnTo>
                  <a:pt x="1897941" y="54559"/>
                </a:lnTo>
                <a:lnTo>
                  <a:pt x="1898046" y="53586"/>
                </a:lnTo>
                <a:lnTo>
                  <a:pt x="1898164" y="52623"/>
                </a:lnTo>
                <a:lnTo>
                  <a:pt x="1898297" y="51669"/>
                </a:lnTo>
                <a:lnTo>
                  <a:pt x="1898444" y="50723"/>
                </a:lnTo>
                <a:lnTo>
                  <a:pt x="1898605" y="49787"/>
                </a:lnTo>
                <a:lnTo>
                  <a:pt x="1898780" y="48860"/>
                </a:lnTo>
                <a:lnTo>
                  <a:pt x="1898969" y="47942"/>
                </a:lnTo>
                <a:lnTo>
                  <a:pt x="1899172" y="47033"/>
                </a:lnTo>
                <a:lnTo>
                  <a:pt x="1899388" y="46133"/>
                </a:lnTo>
                <a:lnTo>
                  <a:pt x="1899619" y="45243"/>
                </a:lnTo>
                <a:lnTo>
                  <a:pt x="1899864" y="44361"/>
                </a:lnTo>
                <a:lnTo>
                  <a:pt x="1900123" y="43488"/>
                </a:lnTo>
                <a:lnTo>
                  <a:pt x="1900396" y="42625"/>
                </a:lnTo>
                <a:lnTo>
                  <a:pt x="1900682" y="41770"/>
                </a:lnTo>
                <a:lnTo>
                  <a:pt x="1900983" y="40924"/>
                </a:lnTo>
                <a:lnTo>
                  <a:pt x="1901298" y="40088"/>
                </a:lnTo>
                <a:lnTo>
                  <a:pt x="1901626" y="39260"/>
                </a:lnTo>
                <a:lnTo>
                  <a:pt x="1901968" y="38443"/>
                </a:lnTo>
                <a:lnTo>
                  <a:pt x="1902322" y="37637"/>
                </a:lnTo>
                <a:lnTo>
                  <a:pt x="1902689" y="36842"/>
                </a:lnTo>
                <a:lnTo>
                  <a:pt x="1903067" y="36059"/>
                </a:lnTo>
                <a:lnTo>
                  <a:pt x="1903457" y="35287"/>
                </a:lnTo>
                <a:lnTo>
                  <a:pt x="1903859" y="34526"/>
                </a:lnTo>
                <a:lnTo>
                  <a:pt x="1904273" y="33776"/>
                </a:lnTo>
                <a:lnTo>
                  <a:pt x="1904700" y="33037"/>
                </a:lnTo>
                <a:lnTo>
                  <a:pt x="1905138" y="32310"/>
                </a:lnTo>
                <a:lnTo>
                  <a:pt x="1905589" y="31594"/>
                </a:lnTo>
                <a:lnTo>
                  <a:pt x="1906051" y="30889"/>
                </a:lnTo>
                <a:lnTo>
                  <a:pt x="1906526" y="30196"/>
                </a:lnTo>
                <a:lnTo>
                  <a:pt x="1907013" y="29513"/>
                </a:lnTo>
                <a:lnTo>
                  <a:pt x="1907511" y="28842"/>
                </a:lnTo>
                <a:lnTo>
                  <a:pt x="1908022" y="28183"/>
                </a:lnTo>
                <a:lnTo>
                  <a:pt x="1908545" y="27534"/>
                </a:lnTo>
                <a:lnTo>
                  <a:pt x="1909080" y="26897"/>
                </a:lnTo>
                <a:lnTo>
                  <a:pt x="1909627" y="26271"/>
                </a:lnTo>
                <a:lnTo>
                  <a:pt x="1910186" y="25656"/>
                </a:lnTo>
                <a:lnTo>
                  <a:pt x="1910757" y="25053"/>
                </a:lnTo>
                <a:lnTo>
                  <a:pt x="1911340" y="24460"/>
                </a:lnTo>
                <a:lnTo>
                  <a:pt x="1911936" y="23879"/>
                </a:lnTo>
                <a:lnTo>
                  <a:pt x="1912543" y="23310"/>
                </a:lnTo>
                <a:lnTo>
                  <a:pt x="1913162" y="22751"/>
                </a:lnTo>
                <a:lnTo>
                  <a:pt x="1913792" y="22205"/>
                </a:lnTo>
                <a:lnTo>
                  <a:pt x="1914431" y="21675"/>
                </a:lnTo>
                <a:lnTo>
                  <a:pt x="1915079" y="21158"/>
                </a:lnTo>
                <a:lnTo>
                  <a:pt x="1915736" y="20657"/>
                </a:lnTo>
                <a:lnTo>
                  <a:pt x="1916403" y="20171"/>
                </a:lnTo>
                <a:lnTo>
                  <a:pt x="1917078" y="19699"/>
                </a:lnTo>
                <a:lnTo>
                  <a:pt x="1917762" y="19242"/>
                </a:lnTo>
                <a:lnTo>
                  <a:pt x="1918455" y="18801"/>
                </a:lnTo>
                <a:lnTo>
                  <a:pt x="1919158" y="18373"/>
                </a:lnTo>
                <a:lnTo>
                  <a:pt x="1919869" y="17961"/>
                </a:lnTo>
                <a:lnTo>
                  <a:pt x="1920589" y="17564"/>
                </a:lnTo>
                <a:lnTo>
                  <a:pt x="1921319" y="17181"/>
                </a:lnTo>
                <a:lnTo>
                  <a:pt x="1922057" y="16813"/>
                </a:lnTo>
                <a:lnTo>
                  <a:pt x="1922805" y="16460"/>
                </a:lnTo>
                <a:lnTo>
                  <a:pt x="1923562" y="16122"/>
                </a:lnTo>
                <a:lnTo>
                  <a:pt x="1924327" y="15798"/>
                </a:lnTo>
                <a:lnTo>
                  <a:pt x="1925102" y="15490"/>
                </a:lnTo>
                <a:lnTo>
                  <a:pt x="1925886" y="15196"/>
                </a:lnTo>
                <a:lnTo>
                  <a:pt x="1926678" y="14917"/>
                </a:lnTo>
                <a:lnTo>
                  <a:pt x="1927480" y="14653"/>
                </a:lnTo>
                <a:lnTo>
                  <a:pt x="1928291" y="14403"/>
                </a:lnTo>
                <a:lnTo>
                  <a:pt x="1929111" y="14169"/>
                </a:lnTo>
                <a:lnTo>
                  <a:pt x="1929940" y="13949"/>
                </a:lnTo>
                <a:lnTo>
                  <a:pt x="1930778" y="13744"/>
                </a:lnTo>
                <a:lnTo>
                  <a:pt x="1930778" y="0"/>
                </a:lnTo>
                <a:lnTo>
                  <a:pt x="1928913" y="440"/>
                </a:lnTo>
                <a:lnTo>
                  <a:pt x="1927083" y="919"/>
                </a:lnTo>
                <a:lnTo>
                  <a:pt x="1925289" y="1437"/>
                </a:lnTo>
                <a:lnTo>
                  <a:pt x="1923530" y="1992"/>
                </a:lnTo>
                <a:lnTo>
                  <a:pt x="1921806" y="2587"/>
                </a:lnTo>
                <a:lnTo>
                  <a:pt x="1920118" y="3219"/>
                </a:lnTo>
                <a:lnTo>
                  <a:pt x="1918465" y="3890"/>
                </a:lnTo>
                <a:lnTo>
                  <a:pt x="1916848" y="4599"/>
                </a:lnTo>
                <a:lnTo>
                  <a:pt x="1915266" y="5347"/>
                </a:lnTo>
                <a:lnTo>
                  <a:pt x="1913719" y="6133"/>
                </a:lnTo>
                <a:lnTo>
                  <a:pt x="1912208" y="6958"/>
                </a:lnTo>
                <a:lnTo>
                  <a:pt x="1910732" y="7821"/>
                </a:lnTo>
                <a:lnTo>
                  <a:pt x="1909291" y="8722"/>
                </a:lnTo>
                <a:lnTo>
                  <a:pt x="1907886" y="9662"/>
                </a:lnTo>
                <a:lnTo>
                  <a:pt x="1906516" y="10640"/>
                </a:lnTo>
                <a:lnTo>
                  <a:pt x="1905182" y="11657"/>
                </a:lnTo>
                <a:lnTo>
                  <a:pt x="1903883" y="12712"/>
                </a:lnTo>
                <a:lnTo>
                  <a:pt x="1902619" y="13805"/>
                </a:lnTo>
                <a:lnTo>
                  <a:pt x="1901391" y="14937"/>
                </a:lnTo>
                <a:lnTo>
                  <a:pt x="1900198" y="16107"/>
                </a:lnTo>
                <a:lnTo>
                  <a:pt x="1899040" y="17316"/>
                </a:lnTo>
                <a:lnTo>
                  <a:pt x="1897918" y="18563"/>
                </a:lnTo>
                <a:lnTo>
                  <a:pt x="1896832" y="19848"/>
                </a:lnTo>
                <a:lnTo>
                  <a:pt x="1895780" y="21172"/>
                </a:lnTo>
                <a:lnTo>
                  <a:pt x="1894768" y="22529"/>
                </a:lnTo>
                <a:lnTo>
                  <a:pt x="1893799" y="23915"/>
                </a:lnTo>
                <a:lnTo>
                  <a:pt x="1892874" y="25329"/>
                </a:lnTo>
                <a:lnTo>
                  <a:pt x="1891991" y="26772"/>
                </a:lnTo>
                <a:lnTo>
                  <a:pt x="1891151" y="28243"/>
                </a:lnTo>
                <a:lnTo>
                  <a:pt x="1890355" y="29743"/>
                </a:lnTo>
                <a:lnTo>
                  <a:pt x="1889601" y="31271"/>
                </a:lnTo>
                <a:lnTo>
                  <a:pt x="1888891" y="32828"/>
                </a:lnTo>
                <a:lnTo>
                  <a:pt x="1888223" y="34413"/>
                </a:lnTo>
                <a:lnTo>
                  <a:pt x="1887599" y="36027"/>
                </a:lnTo>
                <a:lnTo>
                  <a:pt x="1887017" y="37670"/>
                </a:lnTo>
                <a:lnTo>
                  <a:pt x="1886479" y="39341"/>
                </a:lnTo>
                <a:lnTo>
                  <a:pt x="1885984" y="41040"/>
                </a:lnTo>
                <a:lnTo>
                  <a:pt x="1885532" y="42768"/>
                </a:lnTo>
                <a:lnTo>
                  <a:pt x="1885123" y="44525"/>
                </a:lnTo>
                <a:lnTo>
                  <a:pt x="1884757" y="46310"/>
                </a:lnTo>
                <a:lnTo>
                  <a:pt x="1884434" y="48124"/>
                </a:lnTo>
                <a:lnTo>
                  <a:pt x="1884154" y="49966"/>
                </a:lnTo>
                <a:lnTo>
                  <a:pt x="1883917" y="51837"/>
                </a:lnTo>
                <a:lnTo>
                  <a:pt x="1883723" y="53736"/>
                </a:lnTo>
                <a:lnTo>
                  <a:pt x="1883573" y="55664"/>
                </a:lnTo>
                <a:lnTo>
                  <a:pt x="1883465" y="57620"/>
                </a:lnTo>
                <a:lnTo>
                  <a:pt x="1883400" y="59605"/>
                </a:lnTo>
                <a:lnTo>
                  <a:pt x="1883379" y="61619"/>
                </a:lnTo>
                <a:lnTo>
                  <a:pt x="1883379" y="90057"/>
                </a:lnTo>
                <a:lnTo>
                  <a:pt x="1883400" y="92070"/>
                </a:lnTo>
                <a:lnTo>
                  <a:pt x="1883465" y="94055"/>
                </a:lnTo>
                <a:lnTo>
                  <a:pt x="1883573" y="96012"/>
                </a:lnTo>
                <a:lnTo>
                  <a:pt x="1883723" y="97939"/>
                </a:lnTo>
                <a:lnTo>
                  <a:pt x="1883917" y="99839"/>
                </a:lnTo>
                <a:lnTo>
                  <a:pt x="1884154" y="101710"/>
                </a:lnTo>
                <a:lnTo>
                  <a:pt x="1884434" y="103552"/>
                </a:lnTo>
                <a:lnTo>
                  <a:pt x="1884757" y="105366"/>
                </a:lnTo>
                <a:lnTo>
                  <a:pt x="1885123" y="107151"/>
                </a:lnTo>
                <a:lnTo>
                  <a:pt x="1885532" y="108908"/>
                </a:lnTo>
                <a:lnTo>
                  <a:pt x="1885984" y="110636"/>
                </a:lnTo>
                <a:lnTo>
                  <a:pt x="1886479" y="112335"/>
                </a:lnTo>
                <a:lnTo>
                  <a:pt x="1887017" y="114006"/>
                </a:lnTo>
                <a:lnTo>
                  <a:pt x="1887599" y="115649"/>
                </a:lnTo>
                <a:lnTo>
                  <a:pt x="1888223" y="117263"/>
                </a:lnTo>
                <a:lnTo>
                  <a:pt x="1888891" y="118849"/>
                </a:lnTo>
                <a:lnTo>
                  <a:pt x="1889601" y="120406"/>
                </a:lnTo>
                <a:lnTo>
                  <a:pt x="1890355" y="121934"/>
                </a:lnTo>
                <a:lnTo>
                  <a:pt x="1891151" y="123434"/>
                </a:lnTo>
                <a:lnTo>
                  <a:pt x="1891991" y="124905"/>
                </a:lnTo>
                <a:lnTo>
                  <a:pt x="1892874" y="126348"/>
                </a:lnTo>
                <a:lnTo>
                  <a:pt x="1893799" y="127763"/>
                </a:lnTo>
                <a:lnTo>
                  <a:pt x="1894768" y="129148"/>
                </a:lnTo>
                <a:lnTo>
                  <a:pt x="1895780" y="130506"/>
                </a:lnTo>
                <a:lnTo>
                  <a:pt x="1896832" y="131829"/>
                </a:lnTo>
                <a:lnTo>
                  <a:pt x="1897918" y="133115"/>
                </a:lnTo>
                <a:lnTo>
                  <a:pt x="1899040" y="134362"/>
                </a:lnTo>
                <a:lnTo>
                  <a:pt x="1900198" y="135570"/>
                </a:lnTo>
                <a:lnTo>
                  <a:pt x="1901391" y="136740"/>
                </a:lnTo>
                <a:lnTo>
                  <a:pt x="1902619" y="137872"/>
                </a:lnTo>
                <a:lnTo>
                  <a:pt x="1903883" y="138965"/>
                </a:lnTo>
                <a:lnTo>
                  <a:pt x="1905182" y="140020"/>
                </a:lnTo>
                <a:lnTo>
                  <a:pt x="1906516" y="141036"/>
                </a:lnTo>
                <a:lnTo>
                  <a:pt x="1907886" y="142014"/>
                </a:lnTo>
                <a:lnTo>
                  <a:pt x="1909291" y="142954"/>
                </a:lnTo>
                <a:lnTo>
                  <a:pt x="1910732" y="143855"/>
                </a:lnTo>
                <a:lnTo>
                  <a:pt x="1912208" y="144718"/>
                </a:lnTo>
                <a:lnTo>
                  <a:pt x="1913719" y="145543"/>
                </a:lnTo>
                <a:lnTo>
                  <a:pt x="1915266" y="146329"/>
                </a:lnTo>
                <a:lnTo>
                  <a:pt x="1916848" y="147076"/>
                </a:lnTo>
                <a:lnTo>
                  <a:pt x="1918465" y="147786"/>
                </a:lnTo>
                <a:lnTo>
                  <a:pt x="1920118" y="148456"/>
                </a:lnTo>
                <a:lnTo>
                  <a:pt x="1921806" y="149089"/>
                </a:lnTo>
                <a:lnTo>
                  <a:pt x="1923530" y="149683"/>
                </a:lnTo>
                <a:lnTo>
                  <a:pt x="1925289" y="150239"/>
                </a:lnTo>
                <a:lnTo>
                  <a:pt x="1927083" y="150756"/>
                </a:lnTo>
                <a:lnTo>
                  <a:pt x="1928913" y="151235"/>
                </a:lnTo>
                <a:lnTo>
                  <a:pt x="1930778" y="151675"/>
                </a:lnTo>
                <a:lnTo>
                  <a:pt x="1930778" y="137931"/>
                </a:lnTo>
                <a:lnTo>
                  <a:pt x="1929940" y="137726"/>
                </a:lnTo>
                <a:lnTo>
                  <a:pt x="1929111" y="137507"/>
                </a:lnTo>
                <a:lnTo>
                  <a:pt x="1928291" y="137272"/>
                </a:lnTo>
                <a:lnTo>
                  <a:pt x="1927480" y="137023"/>
                </a:lnTo>
                <a:close/>
                <a:moveTo>
                  <a:pt x="1973260" y="149089"/>
                </a:moveTo>
                <a:lnTo>
                  <a:pt x="1974948" y="148456"/>
                </a:lnTo>
                <a:lnTo>
                  <a:pt x="1976601" y="147786"/>
                </a:lnTo>
                <a:lnTo>
                  <a:pt x="1978218" y="147076"/>
                </a:lnTo>
                <a:lnTo>
                  <a:pt x="1979800" y="146329"/>
                </a:lnTo>
                <a:lnTo>
                  <a:pt x="1981346" y="145543"/>
                </a:lnTo>
                <a:lnTo>
                  <a:pt x="1982858" y="144718"/>
                </a:lnTo>
                <a:lnTo>
                  <a:pt x="1984333" y="143855"/>
                </a:lnTo>
                <a:lnTo>
                  <a:pt x="1985774" y="142954"/>
                </a:lnTo>
                <a:lnTo>
                  <a:pt x="1987179" y="142014"/>
                </a:lnTo>
                <a:lnTo>
                  <a:pt x="1988548" y="141036"/>
                </a:lnTo>
                <a:lnTo>
                  <a:pt x="1989882" y="140020"/>
                </a:lnTo>
                <a:lnTo>
                  <a:pt x="1991181" y="138965"/>
                </a:lnTo>
                <a:lnTo>
                  <a:pt x="1992445" y="137872"/>
                </a:lnTo>
                <a:lnTo>
                  <a:pt x="1993673" y="136740"/>
                </a:lnTo>
                <a:lnTo>
                  <a:pt x="1994865" y="135570"/>
                </a:lnTo>
                <a:lnTo>
                  <a:pt x="1996023" y="134362"/>
                </a:lnTo>
                <a:lnTo>
                  <a:pt x="1997145" y="133115"/>
                </a:lnTo>
                <a:lnTo>
                  <a:pt x="1998231" y="131829"/>
                </a:lnTo>
                <a:lnTo>
                  <a:pt x="1999282" y="130506"/>
                </a:lnTo>
                <a:lnTo>
                  <a:pt x="2000294" y="129148"/>
                </a:lnTo>
                <a:lnTo>
                  <a:pt x="2001263" y="127763"/>
                </a:lnTo>
                <a:lnTo>
                  <a:pt x="2002189" y="126348"/>
                </a:lnTo>
                <a:lnTo>
                  <a:pt x="2003072" y="124905"/>
                </a:lnTo>
                <a:lnTo>
                  <a:pt x="2003912" y="123434"/>
                </a:lnTo>
                <a:lnTo>
                  <a:pt x="2004709" y="121934"/>
                </a:lnTo>
                <a:lnTo>
                  <a:pt x="2005463" y="120406"/>
                </a:lnTo>
                <a:lnTo>
                  <a:pt x="2006173" y="118849"/>
                </a:lnTo>
                <a:lnTo>
                  <a:pt x="2006841" y="117263"/>
                </a:lnTo>
                <a:lnTo>
                  <a:pt x="2007465" y="115649"/>
                </a:lnTo>
                <a:lnTo>
                  <a:pt x="2008047" y="114006"/>
                </a:lnTo>
                <a:lnTo>
                  <a:pt x="2008585" y="112335"/>
                </a:lnTo>
                <a:lnTo>
                  <a:pt x="2009080" y="110636"/>
                </a:lnTo>
                <a:lnTo>
                  <a:pt x="2009533" y="108908"/>
                </a:lnTo>
                <a:lnTo>
                  <a:pt x="2009942" y="107151"/>
                </a:lnTo>
                <a:lnTo>
                  <a:pt x="2010308" y="105366"/>
                </a:lnTo>
                <a:lnTo>
                  <a:pt x="2010631" y="103552"/>
                </a:lnTo>
                <a:lnTo>
                  <a:pt x="2010911" y="101710"/>
                </a:lnTo>
                <a:lnTo>
                  <a:pt x="2011148" y="99839"/>
                </a:lnTo>
                <a:lnTo>
                  <a:pt x="2011341" y="97939"/>
                </a:lnTo>
                <a:lnTo>
                  <a:pt x="2011492" y="96012"/>
                </a:lnTo>
                <a:lnTo>
                  <a:pt x="2011600" y="94055"/>
                </a:lnTo>
                <a:lnTo>
                  <a:pt x="2011665" y="92070"/>
                </a:lnTo>
                <a:lnTo>
                  <a:pt x="2011686" y="90057"/>
                </a:lnTo>
                <a:lnTo>
                  <a:pt x="2011686" y="61619"/>
                </a:lnTo>
                <a:lnTo>
                  <a:pt x="2011665" y="59605"/>
                </a:lnTo>
                <a:lnTo>
                  <a:pt x="2011600" y="57620"/>
                </a:lnTo>
                <a:lnTo>
                  <a:pt x="2011492" y="55664"/>
                </a:lnTo>
                <a:lnTo>
                  <a:pt x="2011341" y="53736"/>
                </a:lnTo>
                <a:lnTo>
                  <a:pt x="2011148" y="51837"/>
                </a:lnTo>
                <a:lnTo>
                  <a:pt x="2010911" y="49966"/>
                </a:lnTo>
                <a:lnTo>
                  <a:pt x="2010631" y="48124"/>
                </a:lnTo>
                <a:lnTo>
                  <a:pt x="2010308" y="46310"/>
                </a:lnTo>
                <a:lnTo>
                  <a:pt x="2009942" y="44525"/>
                </a:lnTo>
                <a:lnTo>
                  <a:pt x="2009533" y="42768"/>
                </a:lnTo>
                <a:lnTo>
                  <a:pt x="2009080" y="41040"/>
                </a:lnTo>
                <a:lnTo>
                  <a:pt x="2008585" y="39341"/>
                </a:lnTo>
                <a:lnTo>
                  <a:pt x="2008047" y="37670"/>
                </a:lnTo>
                <a:lnTo>
                  <a:pt x="2007465" y="36027"/>
                </a:lnTo>
                <a:lnTo>
                  <a:pt x="2006841" y="34413"/>
                </a:lnTo>
                <a:lnTo>
                  <a:pt x="2006173" y="32828"/>
                </a:lnTo>
                <a:lnTo>
                  <a:pt x="2005463" y="31271"/>
                </a:lnTo>
                <a:lnTo>
                  <a:pt x="2004709" y="29743"/>
                </a:lnTo>
                <a:lnTo>
                  <a:pt x="2003912" y="28243"/>
                </a:lnTo>
                <a:lnTo>
                  <a:pt x="2003072" y="26772"/>
                </a:lnTo>
                <a:lnTo>
                  <a:pt x="2002189" y="25329"/>
                </a:lnTo>
                <a:lnTo>
                  <a:pt x="2001263" y="23915"/>
                </a:lnTo>
                <a:lnTo>
                  <a:pt x="2000294" y="22529"/>
                </a:lnTo>
                <a:lnTo>
                  <a:pt x="1999282" y="21172"/>
                </a:lnTo>
                <a:lnTo>
                  <a:pt x="1998231" y="19848"/>
                </a:lnTo>
                <a:lnTo>
                  <a:pt x="1997145" y="18563"/>
                </a:lnTo>
                <a:lnTo>
                  <a:pt x="1996023" y="17316"/>
                </a:lnTo>
                <a:lnTo>
                  <a:pt x="1994865" y="16107"/>
                </a:lnTo>
                <a:lnTo>
                  <a:pt x="1993673" y="14937"/>
                </a:lnTo>
                <a:lnTo>
                  <a:pt x="1992445" y="13805"/>
                </a:lnTo>
                <a:lnTo>
                  <a:pt x="1991181" y="12712"/>
                </a:lnTo>
                <a:lnTo>
                  <a:pt x="1989882" y="11657"/>
                </a:lnTo>
                <a:lnTo>
                  <a:pt x="1988548" y="10640"/>
                </a:lnTo>
                <a:lnTo>
                  <a:pt x="1987179" y="9662"/>
                </a:lnTo>
                <a:lnTo>
                  <a:pt x="1985774" y="8722"/>
                </a:lnTo>
                <a:lnTo>
                  <a:pt x="1984333" y="7821"/>
                </a:lnTo>
                <a:lnTo>
                  <a:pt x="1982858" y="6958"/>
                </a:lnTo>
                <a:lnTo>
                  <a:pt x="1981346" y="6133"/>
                </a:lnTo>
                <a:lnTo>
                  <a:pt x="1979800" y="5347"/>
                </a:lnTo>
                <a:lnTo>
                  <a:pt x="1978218" y="4599"/>
                </a:lnTo>
                <a:lnTo>
                  <a:pt x="1976601" y="3890"/>
                </a:lnTo>
                <a:lnTo>
                  <a:pt x="1974948" y="3219"/>
                </a:lnTo>
                <a:lnTo>
                  <a:pt x="1973260" y="2587"/>
                </a:lnTo>
                <a:lnTo>
                  <a:pt x="1971537" y="1992"/>
                </a:lnTo>
                <a:lnTo>
                  <a:pt x="1969778" y="1437"/>
                </a:lnTo>
                <a:lnTo>
                  <a:pt x="1967984" y="919"/>
                </a:lnTo>
                <a:lnTo>
                  <a:pt x="1966154" y="440"/>
                </a:lnTo>
                <a:lnTo>
                  <a:pt x="1964289" y="0"/>
                </a:lnTo>
                <a:lnTo>
                  <a:pt x="1964289" y="13744"/>
                </a:lnTo>
                <a:lnTo>
                  <a:pt x="1965140" y="13949"/>
                </a:lnTo>
                <a:lnTo>
                  <a:pt x="1965981" y="14169"/>
                </a:lnTo>
                <a:lnTo>
                  <a:pt x="1966812" y="14403"/>
                </a:lnTo>
                <a:lnTo>
                  <a:pt x="1967633" y="14653"/>
                </a:lnTo>
                <a:lnTo>
                  <a:pt x="1968444" y="14917"/>
                </a:lnTo>
                <a:lnTo>
                  <a:pt x="1969245" y="15196"/>
                </a:lnTo>
                <a:lnTo>
                  <a:pt x="1970037" y="15490"/>
                </a:lnTo>
                <a:lnTo>
                  <a:pt x="1970818" y="15798"/>
                </a:lnTo>
                <a:lnTo>
                  <a:pt x="1971590" y="16122"/>
                </a:lnTo>
                <a:lnTo>
                  <a:pt x="1972352" y="16460"/>
                </a:lnTo>
                <a:lnTo>
                  <a:pt x="1973104" y="16813"/>
                </a:lnTo>
                <a:lnTo>
                  <a:pt x="1973846" y="17181"/>
                </a:lnTo>
                <a:lnTo>
                  <a:pt x="1974578" y="17564"/>
                </a:lnTo>
                <a:lnTo>
                  <a:pt x="1975301" y="17961"/>
                </a:lnTo>
                <a:lnTo>
                  <a:pt x="1976013" y="18373"/>
                </a:lnTo>
                <a:lnTo>
                  <a:pt x="1976716" y="18801"/>
                </a:lnTo>
                <a:lnTo>
                  <a:pt x="1977409" y="19242"/>
                </a:lnTo>
                <a:lnTo>
                  <a:pt x="1978092" y="19699"/>
                </a:lnTo>
                <a:lnTo>
                  <a:pt x="1978765" y="20171"/>
                </a:lnTo>
                <a:lnTo>
                  <a:pt x="1979428" y="20657"/>
                </a:lnTo>
                <a:lnTo>
                  <a:pt x="1980081" y="21158"/>
                </a:lnTo>
                <a:lnTo>
                  <a:pt x="1980725" y="21675"/>
                </a:lnTo>
                <a:lnTo>
                  <a:pt x="1981358" y="22205"/>
                </a:lnTo>
                <a:lnTo>
                  <a:pt x="1981982" y="22751"/>
                </a:lnTo>
                <a:lnTo>
                  <a:pt x="1982595" y="23310"/>
                </a:lnTo>
                <a:lnTo>
                  <a:pt x="1983196" y="23879"/>
                </a:lnTo>
                <a:lnTo>
                  <a:pt x="1983786" y="24460"/>
                </a:lnTo>
                <a:lnTo>
                  <a:pt x="1984364" y="25053"/>
                </a:lnTo>
                <a:lnTo>
                  <a:pt x="1984930" y="25656"/>
                </a:lnTo>
                <a:lnTo>
                  <a:pt x="1985484" y="26271"/>
                </a:lnTo>
                <a:lnTo>
                  <a:pt x="1986026" y="26897"/>
                </a:lnTo>
                <a:lnTo>
                  <a:pt x="1986556" y="27534"/>
                </a:lnTo>
                <a:lnTo>
                  <a:pt x="1987075" y="28183"/>
                </a:lnTo>
                <a:lnTo>
                  <a:pt x="1987582" y="28842"/>
                </a:lnTo>
                <a:lnTo>
                  <a:pt x="1988077" y="29513"/>
                </a:lnTo>
                <a:lnTo>
                  <a:pt x="1988560" y="30196"/>
                </a:lnTo>
                <a:lnTo>
                  <a:pt x="1989032" y="30889"/>
                </a:lnTo>
                <a:lnTo>
                  <a:pt x="1989491" y="31594"/>
                </a:lnTo>
                <a:lnTo>
                  <a:pt x="1989939" y="32310"/>
                </a:lnTo>
                <a:lnTo>
                  <a:pt x="1990375" y="33037"/>
                </a:lnTo>
                <a:lnTo>
                  <a:pt x="1990799" y="33776"/>
                </a:lnTo>
                <a:lnTo>
                  <a:pt x="1991212" y="34526"/>
                </a:lnTo>
                <a:lnTo>
                  <a:pt x="1991612" y="35287"/>
                </a:lnTo>
                <a:lnTo>
                  <a:pt x="1992001" y="36059"/>
                </a:lnTo>
                <a:lnTo>
                  <a:pt x="1992378" y="36842"/>
                </a:lnTo>
                <a:lnTo>
                  <a:pt x="1992743" y="37637"/>
                </a:lnTo>
                <a:lnTo>
                  <a:pt x="1993097" y="38443"/>
                </a:lnTo>
                <a:lnTo>
                  <a:pt x="1993438" y="39260"/>
                </a:lnTo>
                <a:lnTo>
                  <a:pt x="1993767" y="40088"/>
                </a:lnTo>
                <a:lnTo>
                  <a:pt x="1994082" y="40924"/>
                </a:lnTo>
                <a:lnTo>
                  <a:pt x="1994383" y="41770"/>
                </a:lnTo>
                <a:lnTo>
                  <a:pt x="1994669" y="42625"/>
                </a:lnTo>
                <a:lnTo>
                  <a:pt x="1994942" y="43488"/>
                </a:lnTo>
                <a:lnTo>
                  <a:pt x="1995201" y="44361"/>
                </a:lnTo>
                <a:lnTo>
                  <a:pt x="1995446" y="45243"/>
                </a:lnTo>
                <a:lnTo>
                  <a:pt x="1995676" y="46133"/>
                </a:lnTo>
                <a:lnTo>
                  <a:pt x="1995893" y="47033"/>
                </a:lnTo>
                <a:lnTo>
                  <a:pt x="1996096" y="47942"/>
                </a:lnTo>
                <a:lnTo>
                  <a:pt x="1996285" y="48860"/>
                </a:lnTo>
                <a:lnTo>
                  <a:pt x="1996460" y="49787"/>
                </a:lnTo>
                <a:lnTo>
                  <a:pt x="1996621" y="50723"/>
                </a:lnTo>
                <a:lnTo>
                  <a:pt x="1996768" y="51669"/>
                </a:lnTo>
                <a:lnTo>
                  <a:pt x="1996900" y="52623"/>
                </a:lnTo>
                <a:lnTo>
                  <a:pt x="1997019" y="53586"/>
                </a:lnTo>
                <a:lnTo>
                  <a:pt x="1997124" y="54559"/>
                </a:lnTo>
                <a:lnTo>
                  <a:pt x="1997215" y="55540"/>
                </a:lnTo>
                <a:lnTo>
                  <a:pt x="1997292" y="56530"/>
                </a:lnTo>
                <a:lnTo>
                  <a:pt x="1997355" y="57530"/>
                </a:lnTo>
                <a:lnTo>
                  <a:pt x="1997404" y="58538"/>
                </a:lnTo>
                <a:lnTo>
                  <a:pt x="1997439" y="59556"/>
                </a:lnTo>
                <a:lnTo>
                  <a:pt x="1997460" y="60583"/>
                </a:lnTo>
                <a:lnTo>
                  <a:pt x="1997467" y="61619"/>
                </a:lnTo>
                <a:lnTo>
                  <a:pt x="1997467" y="90057"/>
                </a:lnTo>
                <a:lnTo>
                  <a:pt x="1997460" y="91080"/>
                </a:lnTo>
                <a:lnTo>
                  <a:pt x="1997439" y="92094"/>
                </a:lnTo>
                <a:lnTo>
                  <a:pt x="1997404" y="93101"/>
                </a:lnTo>
                <a:lnTo>
                  <a:pt x="1997355" y="94099"/>
                </a:lnTo>
                <a:lnTo>
                  <a:pt x="1997292" y="95089"/>
                </a:lnTo>
                <a:lnTo>
                  <a:pt x="1997215" y="96071"/>
                </a:lnTo>
                <a:lnTo>
                  <a:pt x="1997124" y="97044"/>
                </a:lnTo>
                <a:lnTo>
                  <a:pt x="1997019" y="98010"/>
                </a:lnTo>
                <a:lnTo>
                  <a:pt x="1996900" y="98967"/>
                </a:lnTo>
                <a:lnTo>
                  <a:pt x="1996768" y="99916"/>
                </a:lnTo>
                <a:lnTo>
                  <a:pt x="1996621" y="100856"/>
                </a:lnTo>
                <a:lnTo>
                  <a:pt x="1996460" y="101789"/>
                </a:lnTo>
                <a:lnTo>
                  <a:pt x="1996285" y="102713"/>
                </a:lnTo>
                <a:lnTo>
                  <a:pt x="1996096" y="103629"/>
                </a:lnTo>
                <a:lnTo>
                  <a:pt x="1995893" y="104536"/>
                </a:lnTo>
                <a:lnTo>
                  <a:pt x="1995676" y="105436"/>
                </a:lnTo>
                <a:lnTo>
                  <a:pt x="1995446" y="106327"/>
                </a:lnTo>
                <a:lnTo>
                  <a:pt x="1995201" y="107210"/>
                </a:lnTo>
                <a:lnTo>
                  <a:pt x="1994942" y="108085"/>
                </a:lnTo>
                <a:lnTo>
                  <a:pt x="1994669" y="108951"/>
                </a:lnTo>
                <a:lnTo>
                  <a:pt x="1994383" y="109810"/>
                </a:lnTo>
                <a:lnTo>
                  <a:pt x="1994082" y="110660"/>
                </a:lnTo>
                <a:lnTo>
                  <a:pt x="1993767" y="111502"/>
                </a:lnTo>
                <a:lnTo>
                  <a:pt x="1993438" y="112335"/>
                </a:lnTo>
                <a:lnTo>
                  <a:pt x="1993097" y="113159"/>
                </a:lnTo>
                <a:lnTo>
                  <a:pt x="1992743" y="113971"/>
                </a:lnTo>
                <a:lnTo>
                  <a:pt x="1992378" y="114772"/>
                </a:lnTo>
                <a:lnTo>
                  <a:pt x="1992001" y="115561"/>
                </a:lnTo>
                <a:lnTo>
                  <a:pt x="1991612" y="116339"/>
                </a:lnTo>
                <a:lnTo>
                  <a:pt x="1991212" y="117105"/>
                </a:lnTo>
                <a:lnTo>
                  <a:pt x="1990799" y="117860"/>
                </a:lnTo>
                <a:lnTo>
                  <a:pt x="1990375" y="118603"/>
                </a:lnTo>
                <a:lnTo>
                  <a:pt x="1989939" y="119335"/>
                </a:lnTo>
                <a:lnTo>
                  <a:pt x="1989491" y="120055"/>
                </a:lnTo>
                <a:lnTo>
                  <a:pt x="1989032" y="120763"/>
                </a:lnTo>
                <a:lnTo>
                  <a:pt x="1988560" y="121460"/>
                </a:lnTo>
                <a:lnTo>
                  <a:pt x="1988077" y="122146"/>
                </a:lnTo>
                <a:lnTo>
                  <a:pt x="1987582" y="122820"/>
                </a:lnTo>
                <a:lnTo>
                  <a:pt x="1987075" y="123482"/>
                </a:lnTo>
                <a:lnTo>
                  <a:pt x="1986556" y="124133"/>
                </a:lnTo>
                <a:lnTo>
                  <a:pt x="1986026" y="124773"/>
                </a:lnTo>
                <a:lnTo>
                  <a:pt x="1985484" y="125401"/>
                </a:lnTo>
                <a:lnTo>
                  <a:pt x="1984930" y="126017"/>
                </a:lnTo>
                <a:lnTo>
                  <a:pt x="1984364" y="126622"/>
                </a:lnTo>
                <a:lnTo>
                  <a:pt x="1983786" y="127216"/>
                </a:lnTo>
                <a:lnTo>
                  <a:pt x="1983196" y="127797"/>
                </a:lnTo>
                <a:lnTo>
                  <a:pt x="1982595" y="128368"/>
                </a:lnTo>
                <a:lnTo>
                  <a:pt x="1981982" y="128927"/>
                </a:lnTo>
                <a:lnTo>
                  <a:pt x="1981358" y="129472"/>
                </a:lnTo>
                <a:lnTo>
                  <a:pt x="1980725" y="130003"/>
                </a:lnTo>
                <a:lnTo>
                  <a:pt x="1980081" y="130519"/>
                </a:lnTo>
                <a:lnTo>
                  <a:pt x="1979428" y="131020"/>
                </a:lnTo>
                <a:lnTo>
                  <a:pt x="1978765" y="131506"/>
                </a:lnTo>
                <a:lnTo>
                  <a:pt x="1978092" y="131977"/>
                </a:lnTo>
                <a:lnTo>
                  <a:pt x="1977409" y="132434"/>
                </a:lnTo>
                <a:lnTo>
                  <a:pt x="1976716" y="132876"/>
                </a:lnTo>
                <a:lnTo>
                  <a:pt x="1976013" y="133303"/>
                </a:lnTo>
                <a:lnTo>
                  <a:pt x="1975301" y="133715"/>
                </a:lnTo>
                <a:lnTo>
                  <a:pt x="1974578" y="134113"/>
                </a:lnTo>
                <a:lnTo>
                  <a:pt x="1973846" y="134495"/>
                </a:lnTo>
                <a:lnTo>
                  <a:pt x="1973104" y="134863"/>
                </a:lnTo>
                <a:lnTo>
                  <a:pt x="1972352" y="135216"/>
                </a:lnTo>
                <a:lnTo>
                  <a:pt x="1971590" y="135554"/>
                </a:lnTo>
                <a:lnTo>
                  <a:pt x="1970818" y="135877"/>
                </a:lnTo>
                <a:lnTo>
                  <a:pt x="1970037" y="136186"/>
                </a:lnTo>
                <a:lnTo>
                  <a:pt x="1969245" y="136480"/>
                </a:lnTo>
                <a:lnTo>
                  <a:pt x="1968444" y="136759"/>
                </a:lnTo>
                <a:lnTo>
                  <a:pt x="1967633" y="137023"/>
                </a:lnTo>
                <a:lnTo>
                  <a:pt x="1966812" y="137272"/>
                </a:lnTo>
                <a:lnTo>
                  <a:pt x="1965981" y="137507"/>
                </a:lnTo>
                <a:lnTo>
                  <a:pt x="1965140" y="137726"/>
                </a:lnTo>
                <a:lnTo>
                  <a:pt x="1964289" y="137931"/>
                </a:lnTo>
                <a:lnTo>
                  <a:pt x="1964289" y="151675"/>
                </a:lnTo>
                <a:lnTo>
                  <a:pt x="1966154" y="151235"/>
                </a:lnTo>
                <a:lnTo>
                  <a:pt x="1967984" y="150756"/>
                </a:lnTo>
                <a:lnTo>
                  <a:pt x="1969778" y="150239"/>
                </a:lnTo>
                <a:lnTo>
                  <a:pt x="1971537" y="149683"/>
                </a:lnTo>
                <a:lnTo>
                  <a:pt x="1973260" y="149089"/>
                </a:lnTo>
                <a:close/>
                <a:moveTo>
                  <a:pt x="1135432" y="132717"/>
                </a:moveTo>
                <a:lnTo>
                  <a:pt x="1135432" y="77417"/>
                </a:lnTo>
                <a:lnTo>
                  <a:pt x="1135441" y="76582"/>
                </a:lnTo>
                <a:lnTo>
                  <a:pt x="1135468" y="75763"/>
                </a:lnTo>
                <a:lnTo>
                  <a:pt x="1135512" y="74961"/>
                </a:lnTo>
                <a:lnTo>
                  <a:pt x="1135575" y="74174"/>
                </a:lnTo>
                <a:lnTo>
                  <a:pt x="1135655" y="73403"/>
                </a:lnTo>
                <a:lnTo>
                  <a:pt x="1135753" y="72648"/>
                </a:lnTo>
                <a:lnTo>
                  <a:pt x="1135869" y="71909"/>
                </a:lnTo>
                <a:lnTo>
                  <a:pt x="1136002" y="71185"/>
                </a:lnTo>
                <a:lnTo>
                  <a:pt x="1136154" y="70478"/>
                </a:lnTo>
                <a:lnTo>
                  <a:pt x="1136323" y="69787"/>
                </a:lnTo>
                <a:lnTo>
                  <a:pt x="1136510" y="69111"/>
                </a:lnTo>
                <a:lnTo>
                  <a:pt x="1136715" y="68451"/>
                </a:lnTo>
                <a:lnTo>
                  <a:pt x="1136938" y="67808"/>
                </a:lnTo>
                <a:lnTo>
                  <a:pt x="1137179" y="67180"/>
                </a:lnTo>
                <a:lnTo>
                  <a:pt x="1137437" y="66568"/>
                </a:lnTo>
                <a:lnTo>
                  <a:pt x="1137713" y="65972"/>
                </a:lnTo>
                <a:lnTo>
                  <a:pt x="1138007" y="65392"/>
                </a:lnTo>
                <a:lnTo>
                  <a:pt x="1138319" y="64828"/>
                </a:lnTo>
                <a:lnTo>
                  <a:pt x="1138649" y="64280"/>
                </a:lnTo>
                <a:lnTo>
                  <a:pt x="1138996" y="63748"/>
                </a:lnTo>
                <a:lnTo>
                  <a:pt x="1139362" y="63231"/>
                </a:lnTo>
                <a:lnTo>
                  <a:pt x="1139745" y="62731"/>
                </a:lnTo>
                <a:lnTo>
                  <a:pt x="1140146" y="62246"/>
                </a:lnTo>
                <a:lnTo>
                  <a:pt x="1140565" y="61778"/>
                </a:lnTo>
                <a:lnTo>
                  <a:pt x="1140999" y="61326"/>
                </a:lnTo>
                <a:lnTo>
                  <a:pt x="1141446" y="60894"/>
                </a:lnTo>
                <a:lnTo>
                  <a:pt x="1141907" y="60481"/>
                </a:lnTo>
                <a:lnTo>
                  <a:pt x="1142380" y="60088"/>
                </a:lnTo>
                <a:lnTo>
                  <a:pt x="1142865" y="59713"/>
                </a:lnTo>
                <a:lnTo>
                  <a:pt x="1143364" y="59358"/>
                </a:lnTo>
                <a:lnTo>
                  <a:pt x="1143876" y="59022"/>
                </a:lnTo>
                <a:lnTo>
                  <a:pt x="1144401" y="58705"/>
                </a:lnTo>
                <a:lnTo>
                  <a:pt x="1144938" y="58408"/>
                </a:lnTo>
                <a:lnTo>
                  <a:pt x="1145489" y="58129"/>
                </a:lnTo>
                <a:lnTo>
                  <a:pt x="1146052" y="57870"/>
                </a:lnTo>
                <a:lnTo>
                  <a:pt x="1146628" y="57630"/>
                </a:lnTo>
                <a:lnTo>
                  <a:pt x="1147217" y="57409"/>
                </a:lnTo>
                <a:lnTo>
                  <a:pt x="1147819" y="57207"/>
                </a:lnTo>
                <a:lnTo>
                  <a:pt x="1148434" y="57025"/>
                </a:lnTo>
                <a:lnTo>
                  <a:pt x="1149062" y="56862"/>
                </a:lnTo>
                <a:lnTo>
                  <a:pt x="1149702" y="56718"/>
                </a:lnTo>
                <a:lnTo>
                  <a:pt x="1150356" y="56593"/>
                </a:lnTo>
                <a:lnTo>
                  <a:pt x="1151022" y="56487"/>
                </a:lnTo>
                <a:lnTo>
                  <a:pt x="1151701" y="56401"/>
                </a:lnTo>
                <a:lnTo>
                  <a:pt x="1152394" y="56334"/>
                </a:lnTo>
                <a:lnTo>
                  <a:pt x="1153099" y="56286"/>
                </a:lnTo>
                <a:lnTo>
                  <a:pt x="1153817" y="56257"/>
                </a:lnTo>
                <a:lnTo>
                  <a:pt x="1154548" y="56247"/>
                </a:lnTo>
                <a:lnTo>
                  <a:pt x="1155252" y="56256"/>
                </a:lnTo>
                <a:lnTo>
                  <a:pt x="1155945" y="56284"/>
                </a:lnTo>
                <a:lnTo>
                  <a:pt x="1156625" y="56330"/>
                </a:lnTo>
                <a:lnTo>
                  <a:pt x="1157293" y="56394"/>
                </a:lnTo>
                <a:lnTo>
                  <a:pt x="1157948" y="56477"/>
                </a:lnTo>
                <a:lnTo>
                  <a:pt x="1158591" y="56578"/>
                </a:lnTo>
                <a:lnTo>
                  <a:pt x="1159222" y="56697"/>
                </a:lnTo>
                <a:lnTo>
                  <a:pt x="1159840" y="56835"/>
                </a:lnTo>
                <a:lnTo>
                  <a:pt x="1160446" y="56991"/>
                </a:lnTo>
                <a:lnTo>
                  <a:pt x="1161040" y="57166"/>
                </a:lnTo>
                <a:lnTo>
                  <a:pt x="1161622" y="57359"/>
                </a:lnTo>
                <a:lnTo>
                  <a:pt x="1162191" y="57570"/>
                </a:lnTo>
                <a:lnTo>
                  <a:pt x="1162747" y="57800"/>
                </a:lnTo>
                <a:lnTo>
                  <a:pt x="1163292" y="58048"/>
                </a:lnTo>
                <a:lnTo>
                  <a:pt x="1163823" y="58314"/>
                </a:lnTo>
                <a:lnTo>
                  <a:pt x="1164343" y="58599"/>
                </a:lnTo>
                <a:lnTo>
                  <a:pt x="1164850" y="58902"/>
                </a:lnTo>
                <a:lnTo>
                  <a:pt x="1165345" y="59224"/>
                </a:lnTo>
                <a:lnTo>
                  <a:pt x="1165828" y="59564"/>
                </a:lnTo>
                <a:lnTo>
                  <a:pt x="1166298" y="59922"/>
                </a:lnTo>
                <a:lnTo>
                  <a:pt x="1166756" y="60299"/>
                </a:lnTo>
                <a:lnTo>
                  <a:pt x="1167201" y="60694"/>
                </a:lnTo>
                <a:lnTo>
                  <a:pt x="1167635" y="61107"/>
                </a:lnTo>
                <a:lnTo>
                  <a:pt x="1168056" y="61539"/>
                </a:lnTo>
                <a:lnTo>
                  <a:pt x="1168462" y="61988"/>
                </a:lnTo>
                <a:lnTo>
                  <a:pt x="1168851" y="62453"/>
                </a:lnTo>
                <a:lnTo>
                  <a:pt x="1169222" y="62935"/>
                </a:lnTo>
                <a:lnTo>
                  <a:pt x="1169577" y="63432"/>
                </a:lnTo>
                <a:lnTo>
                  <a:pt x="1169914" y="63946"/>
                </a:lnTo>
                <a:lnTo>
                  <a:pt x="1170234" y="64476"/>
                </a:lnTo>
                <a:lnTo>
                  <a:pt x="1170536" y="65023"/>
                </a:lnTo>
                <a:lnTo>
                  <a:pt x="1170821" y="65585"/>
                </a:lnTo>
                <a:lnTo>
                  <a:pt x="1171089" y="66164"/>
                </a:lnTo>
                <a:lnTo>
                  <a:pt x="1171340" y="66758"/>
                </a:lnTo>
                <a:lnTo>
                  <a:pt x="1171573" y="67369"/>
                </a:lnTo>
                <a:lnTo>
                  <a:pt x="1171789" y="67996"/>
                </a:lnTo>
                <a:lnTo>
                  <a:pt x="1171988" y="68640"/>
                </a:lnTo>
                <a:lnTo>
                  <a:pt x="1172170" y="69299"/>
                </a:lnTo>
                <a:lnTo>
                  <a:pt x="1172334" y="69975"/>
                </a:lnTo>
                <a:lnTo>
                  <a:pt x="1172481" y="70667"/>
                </a:lnTo>
                <a:lnTo>
                  <a:pt x="1172610" y="71375"/>
                </a:lnTo>
                <a:lnTo>
                  <a:pt x="1172723" y="72099"/>
                </a:lnTo>
                <a:lnTo>
                  <a:pt x="1172818" y="72840"/>
                </a:lnTo>
                <a:lnTo>
                  <a:pt x="1172896" y="73597"/>
                </a:lnTo>
                <a:lnTo>
                  <a:pt x="1172956" y="74369"/>
                </a:lnTo>
                <a:lnTo>
                  <a:pt x="1172999" y="75158"/>
                </a:lnTo>
                <a:lnTo>
                  <a:pt x="1173025" y="75964"/>
                </a:lnTo>
                <a:lnTo>
                  <a:pt x="1173034" y="76785"/>
                </a:lnTo>
                <a:lnTo>
                  <a:pt x="1173034" y="132717"/>
                </a:lnTo>
                <a:lnTo>
                  <a:pt x="1187253" y="132717"/>
                </a:lnTo>
                <a:lnTo>
                  <a:pt x="1187253" y="74259"/>
                </a:lnTo>
                <a:lnTo>
                  <a:pt x="1187240" y="73110"/>
                </a:lnTo>
                <a:lnTo>
                  <a:pt x="1187199" y="71982"/>
                </a:lnTo>
                <a:lnTo>
                  <a:pt x="1187132" y="70874"/>
                </a:lnTo>
                <a:lnTo>
                  <a:pt x="1187038" y="69787"/>
                </a:lnTo>
                <a:lnTo>
                  <a:pt x="1186917" y="68719"/>
                </a:lnTo>
                <a:lnTo>
                  <a:pt x="1186769" y="67672"/>
                </a:lnTo>
                <a:lnTo>
                  <a:pt x="1186594" y="66646"/>
                </a:lnTo>
                <a:lnTo>
                  <a:pt x="1186393" y="65639"/>
                </a:lnTo>
                <a:lnTo>
                  <a:pt x="1186164" y="64653"/>
                </a:lnTo>
                <a:lnTo>
                  <a:pt x="1185909" y="63687"/>
                </a:lnTo>
                <a:lnTo>
                  <a:pt x="1185627" y="62742"/>
                </a:lnTo>
                <a:lnTo>
                  <a:pt x="1185318" y="61817"/>
                </a:lnTo>
                <a:lnTo>
                  <a:pt x="1184982" y="60912"/>
                </a:lnTo>
                <a:lnTo>
                  <a:pt x="1184619" y="60027"/>
                </a:lnTo>
                <a:lnTo>
                  <a:pt x="1184229" y="59163"/>
                </a:lnTo>
                <a:lnTo>
                  <a:pt x="1183812" y="58319"/>
                </a:lnTo>
                <a:lnTo>
                  <a:pt x="1183369" y="57496"/>
                </a:lnTo>
                <a:lnTo>
                  <a:pt x="1182899" y="56692"/>
                </a:lnTo>
                <a:lnTo>
                  <a:pt x="1182401" y="55909"/>
                </a:lnTo>
                <a:lnTo>
                  <a:pt x="1181877" y="55146"/>
                </a:lnTo>
                <a:lnTo>
                  <a:pt x="1181326" y="54404"/>
                </a:lnTo>
                <a:lnTo>
                  <a:pt x="1180748" y="53682"/>
                </a:lnTo>
                <a:lnTo>
                  <a:pt x="1180143" y="52980"/>
                </a:lnTo>
                <a:lnTo>
                  <a:pt x="1179512" y="52298"/>
                </a:lnTo>
                <a:lnTo>
                  <a:pt x="1178857" y="51641"/>
                </a:lnTo>
                <a:lnTo>
                  <a:pt x="1178184" y="51011"/>
                </a:lnTo>
                <a:lnTo>
                  <a:pt x="1177493" y="50409"/>
                </a:lnTo>
                <a:lnTo>
                  <a:pt x="1176782" y="49836"/>
                </a:lnTo>
                <a:lnTo>
                  <a:pt x="1176053" y="49290"/>
                </a:lnTo>
                <a:lnTo>
                  <a:pt x="1175305" y="48772"/>
                </a:lnTo>
                <a:lnTo>
                  <a:pt x="1174539" y="48283"/>
                </a:lnTo>
                <a:lnTo>
                  <a:pt x="1173754" y="47821"/>
                </a:lnTo>
                <a:lnTo>
                  <a:pt x="1172950" y="47387"/>
                </a:lnTo>
                <a:lnTo>
                  <a:pt x="1172128" y="46981"/>
                </a:lnTo>
                <a:lnTo>
                  <a:pt x="1171287" y="46603"/>
                </a:lnTo>
                <a:lnTo>
                  <a:pt x="1170427" y="46254"/>
                </a:lnTo>
                <a:lnTo>
                  <a:pt x="1169549" y="45932"/>
                </a:lnTo>
                <a:lnTo>
                  <a:pt x="1168652" y="45638"/>
                </a:lnTo>
                <a:lnTo>
                  <a:pt x="1167736" y="45372"/>
                </a:lnTo>
                <a:lnTo>
                  <a:pt x="1166802" y="45134"/>
                </a:lnTo>
                <a:lnTo>
                  <a:pt x="1165849" y="44924"/>
                </a:lnTo>
                <a:lnTo>
                  <a:pt x="1164877" y="44743"/>
                </a:lnTo>
                <a:lnTo>
                  <a:pt x="1163887" y="44589"/>
                </a:lnTo>
                <a:lnTo>
                  <a:pt x="1162878" y="44463"/>
                </a:lnTo>
                <a:lnTo>
                  <a:pt x="1161850" y="44365"/>
                </a:lnTo>
                <a:lnTo>
                  <a:pt x="1160804" y="44295"/>
                </a:lnTo>
                <a:lnTo>
                  <a:pt x="1159739" y="44253"/>
                </a:lnTo>
                <a:lnTo>
                  <a:pt x="1158656" y="44239"/>
                </a:lnTo>
                <a:lnTo>
                  <a:pt x="1157755" y="44249"/>
                </a:lnTo>
                <a:lnTo>
                  <a:pt x="1156872" y="44278"/>
                </a:lnTo>
                <a:lnTo>
                  <a:pt x="1156004" y="44326"/>
                </a:lnTo>
                <a:lnTo>
                  <a:pt x="1155153" y="44395"/>
                </a:lnTo>
                <a:lnTo>
                  <a:pt x="1154319" y="44482"/>
                </a:lnTo>
                <a:lnTo>
                  <a:pt x="1153501" y="44589"/>
                </a:lnTo>
                <a:lnTo>
                  <a:pt x="1152699" y="44716"/>
                </a:lnTo>
                <a:lnTo>
                  <a:pt x="1151914" y="44862"/>
                </a:lnTo>
                <a:lnTo>
                  <a:pt x="1151146" y="45028"/>
                </a:lnTo>
                <a:lnTo>
                  <a:pt x="1150394" y="45213"/>
                </a:lnTo>
                <a:lnTo>
                  <a:pt x="1149658" y="45417"/>
                </a:lnTo>
                <a:lnTo>
                  <a:pt x="1148939" y="45641"/>
                </a:lnTo>
                <a:lnTo>
                  <a:pt x="1148236" y="45885"/>
                </a:lnTo>
                <a:lnTo>
                  <a:pt x="1147550" y="46148"/>
                </a:lnTo>
                <a:lnTo>
                  <a:pt x="1146880" y="46430"/>
                </a:lnTo>
                <a:lnTo>
                  <a:pt x="1146226" y="46732"/>
                </a:lnTo>
                <a:lnTo>
                  <a:pt x="1145590" y="47054"/>
                </a:lnTo>
                <a:lnTo>
                  <a:pt x="1144969" y="47394"/>
                </a:lnTo>
                <a:lnTo>
                  <a:pt x="1144365" y="47755"/>
                </a:lnTo>
                <a:lnTo>
                  <a:pt x="1143777" y="48135"/>
                </a:lnTo>
                <a:lnTo>
                  <a:pt x="1143206" y="48534"/>
                </a:lnTo>
                <a:lnTo>
                  <a:pt x="1142652" y="48953"/>
                </a:lnTo>
                <a:lnTo>
                  <a:pt x="1142113" y="49391"/>
                </a:lnTo>
                <a:lnTo>
                  <a:pt x="1141592" y="49849"/>
                </a:lnTo>
                <a:lnTo>
                  <a:pt x="1141089" y="50324"/>
                </a:lnTo>
                <a:lnTo>
                  <a:pt x="1140608" y="50816"/>
                </a:lnTo>
                <a:lnTo>
                  <a:pt x="1140148" y="51324"/>
                </a:lnTo>
                <a:lnTo>
                  <a:pt x="1139710" y="51848"/>
                </a:lnTo>
                <a:lnTo>
                  <a:pt x="1139293" y="52388"/>
                </a:lnTo>
                <a:lnTo>
                  <a:pt x="1138897" y="52944"/>
                </a:lnTo>
                <a:lnTo>
                  <a:pt x="1138523" y="53517"/>
                </a:lnTo>
                <a:lnTo>
                  <a:pt x="1138170" y="54105"/>
                </a:lnTo>
                <a:lnTo>
                  <a:pt x="1137838" y="54710"/>
                </a:lnTo>
                <a:lnTo>
                  <a:pt x="1137528" y="55331"/>
                </a:lnTo>
                <a:lnTo>
                  <a:pt x="1137239" y="55969"/>
                </a:lnTo>
                <a:lnTo>
                  <a:pt x="1136972" y="56622"/>
                </a:lnTo>
                <a:lnTo>
                  <a:pt x="1136726" y="57292"/>
                </a:lnTo>
                <a:lnTo>
                  <a:pt x="1136501" y="57978"/>
                </a:lnTo>
                <a:lnTo>
                  <a:pt x="1136298" y="58680"/>
                </a:lnTo>
                <a:lnTo>
                  <a:pt x="1136116" y="59398"/>
                </a:lnTo>
                <a:lnTo>
                  <a:pt x="1135956" y="60132"/>
                </a:lnTo>
                <a:lnTo>
                  <a:pt x="1135817" y="60883"/>
                </a:lnTo>
                <a:lnTo>
                  <a:pt x="1135699" y="61650"/>
                </a:lnTo>
                <a:lnTo>
                  <a:pt x="1135606" y="62407"/>
                </a:lnTo>
                <a:lnTo>
                  <a:pt x="1135432" y="62407"/>
                </a:lnTo>
                <a:lnTo>
                  <a:pt x="1135432" y="45818"/>
                </a:lnTo>
                <a:lnTo>
                  <a:pt x="1121211" y="45818"/>
                </a:lnTo>
                <a:lnTo>
                  <a:pt x="1121211" y="132717"/>
                </a:lnTo>
                <a:lnTo>
                  <a:pt x="1135432" y="132717"/>
                </a:lnTo>
                <a:close/>
                <a:moveTo>
                  <a:pt x="1496451" y="132717"/>
                </a:moveTo>
                <a:lnTo>
                  <a:pt x="1510670" y="132717"/>
                </a:lnTo>
                <a:lnTo>
                  <a:pt x="1510670" y="77417"/>
                </a:lnTo>
                <a:lnTo>
                  <a:pt x="1510679" y="76582"/>
                </a:lnTo>
                <a:lnTo>
                  <a:pt x="1510704" y="75765"/>
                </a:lnTo>
                <a:lnTo>
                  <a:pt x="1510747" y="74963"/>
                </a:lnTo>
                <a:lnTo>
                  <a:pt x="1510806" y="74178"/>
                </a:lnTo>
                <a:lnTo>
                  <a:pt x="1510883" y="73410"/>
                </a:lnTo>
                <a:lnTo>
                  <a:pt x="1510976" y="72657"/>
                </a:lnTo>
                <a:lnTo>
                  <a:pt x="1511087" y="71922"/>
                </a:lnTo>
                <a:lnTo>
                  <a:pt x="1511215" y="71203"/>
                </a:lnTo>
                <a:lnTo>
                  <a:pt x="1511359" y="70500"/>
                </a:lnTo>
                <a:lnTo>
                  <a:pt x="1511521" y="69814"/>
                </a:lnTo>
                <a:lnTo>
                  <a:pt x="1511699" y="69144"/>
                </a:lnTo>
                <a:lnTo>
                  <a:pt x="1511895" y="68491"/>
                </a:lnTo>
                <a:lnTo>
                  <a:pt x="1512108" y="67854"/>
                </a:lnTo>
                <a:lnTo>
                  <a:pt x="1512337" y="67233"/>
                </a:lnTo>
                <a:lnTo>
                  <a:pt x="1512584" y="66629"/>
                </a:lnTo>
                <a:lnTo>
                  <a:pt x="1512847" y="66042"/>
                </a:lnTo>
                <a:lnTo>
                  <a:pt x="1513128" y="65471"/>
                </a:lnTo>
                <a:lnTo>
                  <a:pt x="1513426" y="64916"/>
                </a:lnTo>
                <a:lnTo>
                  <a:pt x="1513740" y="64378"/>
                </a:lnTo>
                <a:lnTo>
                  <a:pt x="1514072" y="63856"/>
                </a:lnTo>
                <a:lnTo>
                  <a:pt x="1514421" y="63351"/>
                </a:lnTo>
                <a:lnTo>
                  <a:pt x="1514787" y="62863"/>
                </a:lnTo>
                <a:lnTo>
                  <a:pt x="1515169" y="62390"/>
                </a:lnTo>
                <a:lnTo>
                  <a:pt x="1515569" y="61934"/>
                </a:lnTo>
                <a:lnTo>
                  <a:pt x="1515985" y="61496"/>
                </a:lnTo>
                <a:lnTo>
                  <a:pt x="1516416" y="61076"/>
                </a:lnTo>
                <a:lnTo>
                  <a:pt x="1516863" y="60675"/>
                </a:lnTo>
                <a:lnTo>
                  <a:pt x="1517325" y="60293"/>
                </a:lnTo>
                <a:lnTo>
                  <a:pt x="1517802" y="59929"/>
                </a:lnTo>
                <a:lnTo>
                  <a:pt x="1518295" y="59584"/>
                </a:lnTo>
                <a:lnTo>
                  <a:pt x="1518803" y="59258"/>
                </a:lnTo>
                <a:lnTo>
                  <a:pt x="1519326" y="58950"/>
                </a:lnTo>
                <a:lnTo>
                  <a:pt x="1519865" y="58661"/>
                </a:lnTo>
                <a:lnTo>
                  <a:pt x="1520419" y="58391"/>
                </a:lnTo>
                <a:lnTo>
                  <a:pt x="1520988" y="58139"/>
                </a:lnTo>
                <a:lnTo>
                  <a:pt x="1521573" y="57906"/>
                </a:lnTo>
                <a:lnTo>
                  <a:pt x="1522173" y="57691"/>
                </a:lnTo>
                <a:lnTo>
                  <a:pt x="1522789" y="57496"/>
                </a:lnTo>
                <a:lnTo>
                  <a:pt x="1523420" y="57318"/>
                </a:lnTo>
                <a:lnTo>
                  <a:pt x="1524066" y="57160"/>
                </a:lnTo>
                <a:lnTo>
                  <a:pt x="1524727" y="57020"/>
                </a:lnTo>
                <a:lnTo>
                  <a:pt x="1525404" y="56899"/>
                </a:lnTo>
                <a:lnTo>
                  <a:pt x="1526097" y="56796"/>
                </a:lnTo>
                <a:lnTo>
                  <a:pt x="1526804" y="56712"/>
                </a:lnTo>
                <a:lnTo>
                  <a:pt x="1527527" y="56647"/>
                </a:lnTo>
                <a:lnTo>
                  <a:pt x="1528265" y="56600"/>
                </a:lnTo>
                <a:lnTo>
                  <a:pt x="1529019" y="56572"/>
                </a:lnTo>
                <a:lnTo>
                  <a:pt x="1529788" y="56563"/>
                </a:lnTo>
                <a:lnTo>
                  <a:pt x="1530531" y="56571"/>
                </a:lnTo>
                <a:lnTo>
                  <a:pt x="1531260" y="56595"/>
                </a:lnTo>
                <a:lnTo>
                  <a:pt x="1531973" y="56636"/>
                </a:lnTo>
                <a:lnTo>
                  <a:pt x="1532672" y="56692"/>
                </a:lnTo>
                <a:lnTo>
                  <a:pt x="1533356" y="56765"/>
                </a:lnTo>
                <a:lnTo>
                  <a:pt x="1534025" y="56854"/>
                </a:lnTo>
                <a:lnTo>
                  <a:pt x="1534679" y="56959"/>
                </a:lnTo>
                <a:lnTo>
                  <a:pt x="1535319" y="57081"/>
                </a:lnTo>
                <a:lnTo>
                  <a:pt x="1535943" y="57218"/>
                </a:lnTo>
                <a:lnTo>
                  <a:pt x="1536553" y="57372"/>
                </a:lnTo>
                <a:lnTo>
                  <a:pt x="1537148" y="57542"/>
                </a:lnTo>
                <a:lnTo>
                  <a:pt x="1537728" y="57728"/>
                </a:lnTo>
                <a:lnTo>
                  <a:pt x="1538294" y="57930"/>
                </a:lnTo>
                <a:lnTo>
                  <a:pt x="1538844" y="58149"/>
                </a:lnTo>
                <a:lnTo>
                  <a:pt x="1539380" y="58383"/>
                </a:lnTo>
                <a:lnTo>
                  <a:pt x="1539901" y="58634"/>
                </a:lnTo>
                <a:lnTo>
                  <a:pt x="1540407" y="58901"/>
                </a:lnTo>
                <a:lnTo>
                  <a:pt x="1540898" y="59184"/>
                </a:lnTo>
                <a:lnTo>
                  <a:pt x="1541375" y="59484"/>
                </a:lnTo>
                <a:lnTo>
                  <a:pt x="1541836" y="59799"/>
                </a:lnTo>
                <a:lnTo>
                  <a:pt x="1542283" y="60131"/>
                </a:lnTo>
                <a:lnTo>
                  <a:pt x="1542715" y="60479"/>
                </a:lnTo>
                <a:lnTo>
                  <a:pt x="1543132" y="60843"/>
                </a:lnTo>
                <a:lnTo>
                  <a:pt x="1543535" y="61223"/>
                </a:lnTo>
                <a:lnTo>
                  <a:pt x="1543921" y="61620"/>
                </a:lnTo>
                <a:lnTo>
                  <a:pt x="1544292" y="62034"/>
                </a:lnTo>
                <a:lnTo>
                  <a:pt x="1544646" y="62466"/>
                </a:lnTo>
                <a:lnTo>
                  <a:pt x="1544983" y="62915"/>
                </a:lnTo>
                <a:lnTo>
                  <a:pt x="1545304" y="63381"/>
                </a:lnTo>
                <a:lnTo>
                  <a:pt x="1545608" y="63864"/>
                </a:lnTo>
                <a:lnTo>
                  <a:pt x="1545896" y="64365"/>
                </a:lnTo>
                <a:lnTo>
                  <a:pt x="1546168" y="64883"/>
                </a:lnTo>
                <a:lnTo>
                  <a:pt x="1546423" y="65418"/>
                </a:lnTo>
                <a:lnTo>
                  <a:pt x="1546662" y="65971"/>
                </a:lnTo>
                <a:lnTo>
                  <a:pt x="1546884" y="66541"/>
                </a:lnTo>
                <a:lnTo>
                  <a:pt x="1547089" y="67128"/>
                </a:lnTo>
                <a:lnTo>
                  <a:pt x="1547279" y="67732"/>
                </a:lnTo>
                <a:lnTo>
                  <a:pt x="1547452" y="68354"/>
                </a:lnTo>
                <a:lnTo>
                  <a:pt x="1547608" y="68993"/>
                </a:lnTo>
                <a:lnTo>
                  <a:pt x="1547748" y="69649"/>
                </a:lnTo>
                <a:lnTo>
                  <a:pt x="1547871" y="70323"/>
                </a:lnTo>
                <a:lnTo>
                  <a:pt x="1547978" y="71014"/>
                </a:lnTo>
                <a:lnTo>
                  <a:pt x="1548069" y="71722"/>
                </a:lnTo>
                <a:lnTo>
                  <a:pt x="1548143" y="72447"/>
                </a:lnTo>
                <a:lnTo>
                  <a:pt x="1548200" y="73190"/>
                </a:lnTo>
                <a:lnTo>
                  <a:pt x="1548242" y="73950"/>
                </a:lnTo>
                <a:lnTo>
                  <a:pt x="1548266" y="74727"/>
                </a:lnTo>
                <a:lnTo>
                  <a:pt x="1548274" y="75522"/>
                </a:lnTo>
                <a:lnTo>
                  <a:pt x="1548274" y="82947"/>
                </a:lnTo>
                <a:lnTo>
                  <a:pt x="1562494" y="82947"/>
                </a:lnTo>
                <a:lnTo>
                  <a:pt x="1562494" y="75522"/>
                </a:lnTo>
                <a:lnTo>
                  <a:pt x="1562481" y="74283"/>
                </a:lnTo>
                <a:lnTo>
                  <a:pt x="1562443" y="73068"/>
                </a:lnTo>
                <a:lnTo>
                  <a:pt x="1562379" y="71877"/>
                </a:lnTo>
                <a:lnTo>
                  <a:pt x="1562289" y="70709"/>
                </a:lnTo>
                <a:lnTo>
                  <a:pt x="1562175" y="69566"/>
                </a:lnTo>
                <a:lnTo>
                  <a:pt x="1562034" y="68447"/>
                </a:lnTo>
                <a:lnTo>
                  <a:pt x="1561868" y="67351"/>
                </a:lnTo>
                <a:lnTo>
                  <a:pt x="1561677" y="66279"/>
                </a:lnTo>
                <a:lnTo>
                  <a:pt x="1561460" y="65231"/>
                </a:lnTo>
                <a:lnTo>
                  <a:pt x="1561218" y="64207"/>
                </a:lnTo>
                <a:lnTo>
                  <a:pt x="1560950" y="63207"/>
                </a:lnTo>
                <a:lnTo>
                  <a:pt x="1560656" y="62230"/>
                </a:lnTo>
                <a:lnTo>
                  <a:pt x="1560338" y="61278"/>
                </a:lnTo>
                <a:lnTo>
                  <a:pt x="1559993" y="60349"/>
                </a:lnTo>
                <a:lnTo>
                  <a:pt x="1559623" y="59444"/>
                </a:lnTo>
                <a:lnTo>
                  <a:pt x="1559228" y="58563"/>
                </a:lnTo>
                <a:lnTo>
                  <a:pt x="1558807" y="57706"/>
                </a:lnTo>
                <a:lnTo>
                  <a:pt x="1558360" y="56873"/>
                </a:lnTo>
                <a:lnTo>
                  <a:pt x="1557888" y="56064"/>
                </a:lnTo>
                <a:lnTo>
                  <a:pt x="1557391" y="55279"/>
                </a:lnTo>
                <a:lnTo>
                  <a:pt x="1556868" y="54517"/>
                </a:lnTo>
                <a:lnTo>
                  <a:pt x="1556319" y="53779"/>
                </a:lnTo>
                <a:lnTo>
                  <a:pt x="1555745" y="53065"/>
                </a:lnTo>
                <a:lnTo>
                  <a:pt x="1555145" y="52375"/>
                </a:lnTo>
                <a:lnTo>
                  <a:pt x="1554522" y="51711"/>
                </a:lnTo>
                <a:lnTo>
                  <a:pt x="1553878" y="51076"/>
                </a:lnTo>
                <a:lnTo>
                  <a:pt x="1553211" y="50468"/>
                </a:lnTo>
                <a:lnTo>
                  <a:pt x="1552523" y="49889"/>
                </a:lnTo>
                <a:lnTo>
                  <a:pt x="1551814" y="49338"/>
                </a:lnTo>
                <a:lnTo>
                  <a:pt x="1551082" y="48816"/>
                </a:lnTo>
                <a:lnTo>
                  <a:pt x="1550329" y="48321"/>
                </a:lnTo>
                <a:lnTo>
                  <a:pt x="1549555" y="47855"/>
                </a:lnTo>
                <a:lnTo>
                  <a:pt x="1548758" y="47417"/>
                </a:lnTo>
                <a:lnTo>
                  <a:pt x="1547940" y="47008"/>
                </a:lnTo>
                <a:lnTo>
                  <a:pt x="1547100" y="46626"/>
                </a:lnTo>
                <a:lnTo>
                  <a:pt x="1546239" y="46273"/>
                </a:lnTo>
                <a:lnTo>
                  <a:pt x="1545356" y="45948"/>
                </a:lnTo>
                <a:lnTo>
                  <a:pt x="1544451" y="45651"/>
                </a:lnTo>
                <a:lnTo>
                  <a:pt x="1543525" y="45383"/>
                </a:lnTo>
                <a:lnTo>
                  <a:pt x="1542577" y="45143"/>
                </a:lnTo>
                <a:lnTo>
                  <a:pt x="1541607" y="44931"/>
                </a:lnTo>
                <a:lnTo>
                  <a:pt x="1540616" y="44747"/>
                </a:lnTo>
                <a:lnTo>
                  <a:pt x="1539603" y="44592"/>
                </a:lnTo>
                <a:lnTo>
                  <a:pt x="1538568" y="44465"/>
                </a:lnTo>
                <a:lnTo>
                  <a:pt x="1537511" y="44366"/>
                </a:lnTo>
                <a:lnTo>
                  <a:pt x="1536433" y="44295"/>
                </a:lnTo>
                <a:lnTo>
                  <a:pt x="1535333" y="44253"/>
                </a:lnTo>
                <a:lnTo>
                  <a:pt x="1534212" y="44239"/>
                </a:lnTo>
                <a:lnTo>
                  <a:pt x="1533299" y="44249"/>
                </a:lnTo>
                <a:lnTo>
                  <a:pt x="1532402" y="44280"/>
                </a:lnTo>
                <a:lnTo>
                  <a:pt x="1531523" y="44331"/>
                </a:lnTo>
                <a:lnTo>
                  <a:pt x="1530660" y="44403"/>
                </a:lnTo>
                <a:lnTo>
                  <a:pt x="1529813" y="44496"/>
                </a:lnTo>
                <a:lnTo>
                  <a:pt x="1528984" y="44609"/>
                </a:lnTo>
                <a:lnTo>
                  <a:pt x="1528171" y="44743"/>
                </a:lnTo>
                <a:lnTo>
                  <a:pt x="1527375" y="44897"/>
                </a:lnTo>
                <a:lnTo>
                  <a:pt x="1526596" y="45072"/>
                </a:lnTo>
                <a:lnTo>
                  <a:pt x="1525833" y="45268"/>
                </a:lnTo>
                <a:lnTo>
                  <a:pt x="1525087" y="45484"/>
                </a:lnTo>
                <a:lnTo>
                  <a:pt x="1524358" y="45720"/>
                </a:lnTo>
                <a:lnTo>
                  <a:pt x="1523645" y="45977"/>
                </a:lnTo>
                <a:lnTo>
                  <a:pt x="1522949" y="46255"/>
                </a:lnTo>
                <a:lnTo>
                  <a:pt x="1522270" y="46554"/>
                </a:lnTo>
                <a:lnTo>
                  <a:pt x="1521608" y="46873"/>
                </a:lnTo>
                <a:lnTo>
                  <a:pt x="1520963" y="47212"/>
                </a:lnTo>
                <a:lnTo>
                  <a:pt x="1520334" y="47572"/>
                </a:lnTo>
                <a:lnTo>
                  <a:pt x="1519722" y="47953"/>
                </a:lnTo>
                <a:lnTo>
                  <a:pt x="1519126" y="48354"/>
                </a:lnTo>
                <a:lnTo>
                  <a:pt x="1518548" y="48776"/>
                </a:lnTo>
                <a:lnTo>
                  <a:pt x="1517986" y="49218"/>
                </a:lnTo>
                <a:lnTo>
                  <a:pt x="1517440" y="49681"/>
                </a:lnTo>
                <a:lnTo>
                  <a:pt x="1516912" y="50165"/>
                </a:lnTo>
                <a:lnTo>
                  <a:pt x="1516403" y="50666"/>
                </a:lnTo>
                <a:lnTo>
                  <a:pt x="1515915" y="51181"/>
                </a:lnTo>
                <a:lnTo>
                  <a:pt x="1515449" y="51711"/>
                </a:lnTo>
                <a:lnTo>
                  <a:pt x="1515005" y="52255"/>
                </a:lnTo>
                <a:lnTo>
                  <a:pt x="1514582" y="52815"/>
                </a:lnTo>
                <a:lnTo>
                  <a:pt x="1514181" y="53388"/>
                </a:lnTo>
                <a:lnTo>
                  <a:pt x="1513802" y="53976"/>
                </a:lnTo>
                <a:lnTo>
                  <a:pt x="1513444" y="54579"/>
                </a:lnTo>
                <a:lnTo>
                  <a:pt x="1513108" y="55196"/>
                </a:lnTo>
                <a:lnTo>
                  <a:pt x="1512794" y="55828"/>
                </a:lnTo>
                <a:lnTo>
                  <a:pt x="1512502" y="56474"/>
                </a:lnTo>
                <a:lnTo>
                  <a:pt x="1512231" y="57135"/>
                </a:lnTo>
                <a:lnTo>
                  <a:pt x="1511981" y="57810"/>
                </a:lnTo>
                <a:lnTo>
                  <a:pt x="1511754" y="58500"/>
                </a:lnTo>
                <a:lnTo>
                  <a:pt x="1511548" y="59205"/>
                </a:lnTo>
                <a:lnTo>
                  <a:pt x="1511364" y="59924"/>
                </a:lnTo>
                <a:lnTo>
                  <a:pt x="1511201" y="60657"/>
                </a:lnTo>
                <a:lnTo>
                  <a:pt x="1511060" y="61405"/>
                </a:lnTo>
                <a:lnTo>
                  <a:pt x="1510941" y="62168"/>
                </a:lnTo>
                <a:lnTo>
                  <a:pt x="1510911" y="62407"/>
                </a:lnTo>
                <a:lnTo>
                  <a:pt x="1510670" y="62407"/>
                </a:lnTo>
                <a:lnTo>
                  <a:pt x="1510670" y="45818"/>
                </a:lnTo>
                <a:lnTo>
                  <a:pt x="1496451" y="45818"/>
                </a:lnTo>
                <a:lnTo>
                  <a:pt x="1496451" y="132717"/>
                </a:lnTo>
                <a:close/>
                <a:moveTo>
                  <a:pt x="1791745" y="132717"/>
                </a:moveTo>
                <a:lnTo>
                  <a:pt x="1791745" y="77417"/>
                </a:lnTo>
                <a:lnTo>
                  <a:pt x="1791753" y="76582"/>
                </a:lnTo>
                <a:lnTo>
                  <a:pt x="1791779" y="75765"/>
                </a:lnTo>
                <a:lnTo>
                  <a:pt x="1791821" y="74963"/>
                </a:lnTo>
                <a:lnTo>
                  <a:pt x="1791881" y="74178"/>
                </a:lnTo>
                <a:lnTo>
                  <a:pt x="1791957" y="73410"/>
                </a:lnTo>
                <a:lnTo>
                  <a:pt x="1792051" y="72657"/>
                </a:lnTo>
                <a:lnTo>
                  <a:pt x="1792161" y="71922"/>
                </a:lnTo>
                <a:lnTo>
                  <a:pt x="1792289" y="71203"/>
                </a:lnTo>
                <a:lnTo>
                  <a:pt x="1792434" y="70500"/>
                </a:lnTo>
                <a:lnTo>
                  <a:pt x="1792595" y="69814"/>
                </a:lnTo>
                <a:lnTo>
                  <a:pt x="1792774" y="69144"/>
                </a:lnTo>
                <a:lnTo>
                  <a:pt x="1792969" y="68491"/>
                </a:lnTo>
                <a:lnTo>
                  <a:pt x="1793182" y="67854"/>
                </a:lnTo>
                <a:lnTo>
                  <a:pt x="1793412" y="67233"/>
                </a:lnTo>
                <a:lnTo>
                  <a:pt x="1793658" y="66629"/>
                </a:lnTo>
                <a:lnTo>
                  <a:pt x="1793922" y="66042"/>
                </a:lnTo>
                <a:lnTo>
                  <a:pt x="1794203" y="65471"/>
                </a:lnTo>
                <a:lnTo>
                  <a:pt x="1794500" y="64916"/>
                </a:lnTo>
                <a:lnTo>
                  <a:pt x="1794815" y="64378"/>
                </a:lnTo>
                <a:lnTo>
                  <a:pt x="1795147" y="63856"/>
                </a:lnTo>
                <a:lnTo>
                  <a:pt x="1795495" y="63351"/>
                </a:lnTo>
                <a:lnTo>
                  <a:pt x="1795861" y="62863"/>
                </a:lnTo>
                <a:lnTo>
                  <a:pt x="1796244" y="62390"/>
                </a:lnTo>
                <a:lnTo>
                  <a:pt x="1796644" y="61934"/>
                </a:lnTo>
                <a:lnTo>
                  <a:pt x="1797059" y="61496"/>
                </a:lnTo>
                <a:lnTo>
                  <a:pt x="1797491" y="61076"/>
                </a:lnTo>
                <a:lnTo>
                  <a:pt x="1797937" y="60675"/>
                </a:lnTo>
                <a:lnTo>
                  <a:pt x="1798399" y="60293"/>
                </a:lnTo>
                <a:lnTo>
                  <a:pt x="1798877" y="59929"/>
                </a:lnTo>
                <a:lnTo>
                  <a:pt x="1799369" y="59584"/>
                </a:lnTo>
                <a:lnTo>
                  <a:pt x="1799877" y="59258"/>
                </a:lnTo>
                <a:lnTo>
                  <a:pt x="1800401" y="58950"/>
                </a:lnTo>
                <a:lnTo>
                  <a:pt x="1800939" y="58661"/>
                </a:lnTo>
                <a:lnTo>
                  <a:pt x="1801494" y="58391"/>
                </a:lnTo>
                <a:lnTo>
                  <a:pt x="1802063" y="58139"/>
                </a:lnTo>
                <a:lnTo>
                  <a:pt x="1802648" y="57906"/>
                </a:lnTo>
                <a:lnTo>
                  <a:pt x="1803248" y="57691"/>
                </a:lnTo>
                <a:lnTo>
                  <a:pt x="1803863" y="57496"/>
                </a:lnTo>
                <a:lnTo>
                  <a:pt x="1804494" y="57318"/>
                </a:lnTo>
                <a:lnTo>
                  <a:pt x="1805140" y="57160"/>
                </a:lnTo>
                <a:lnTo>
                  <a:pt x="1805802" y="57020"/>
                </a:lnTo>
                <a:lnTo>
                  <a:pt x="1806479" y="56899"/>
                </a:lnTo>
                <a:lnTo>
                  <a:pt x="1807171" y="56796"/>
                </a:lnTo>
                <a:lnTo>
                  <a:pt x="1807879" y="56712"/>
                </a:lnTo>
                <a:lnTo>
                  <a:pt x="1808602" y="56647"/>
                </a:lnTo>
                <a:lnTo>
                  <a:pt x="1809340" y="56600"/>
                </a:lnTo>
                <a:lnTo>
                  <a:pt x="1810094" y="56572"/>
                </a:lnTo>
                <a:lnTo>
                  <a:pt x="1810863" y="56563"/>
                </a:lnTo>
                <a:lnTo>
                  <a:pt x="1811606" y="56571"/>
                </a:lnTo>
                <a:lnTo>
                  <a:pt x="1812334" y="56595"/>
                </a:lnTo>
                <a:lnTo>
                  <a:pt x="1813048" y="56636"/>
                </a:lnTo>
                <a:lnTo>
                  <a:pt x="1813746" y="56692"/>
                </a:lnTo>
                <a:lnTo>
                  <a:pt x="1814430" y="56765"/>
                </a:lnTo>
                <a:lnTo>
                  <a:pt x="1815099" y="56854"/>
                </a:lnTo>
                <a:lnTo>
                  <a:pt x="1815754" y="56959"/>
                </a:lnTo>
                <a:lnTo>
                  <a:pt x="1816393" y="57081"/>
                </a:lnTo>
                <a:lnTo>
                  <a:pt x="1817018" y="57218"/>
                </a:lnTo>
                <a:lnTo>
                  <a:pt x="1817628" y="57372"/>
                </a:lnTo>
                <a:lnTo>
                  <a:pt x="1818223" y="57542"/>
                </a:lnTo>
                <a:lnTo>
                  <a:pt x="1818803" y="57728"/>
                </a:lnTo>
                <a:lnTo>
                  <a:pt x="1819368" y="57930"/>
                </a:lnTo>
                <a:lnTo>
                  <a:pt x="1819919" y="58149"/>
                </a:lnTo>
                <a:lnTo>
                  <a:pt x="1820454" y="58383"/>
                </a:lnTo>
                <a:lnTo>
                  <a:pt x="1820975" y="58634"/>
                </a:lnTo>
                <a:lnTo>
                  <a:pt x="1821481" y="58901"/>
                </a:lnTo>
                <a:lnTo>
                  <a:pt x="1821973" y="59184"/>
                </a:lnTo>
                <a:lnTo>
                  <a:pt x="1822449" y="59484"/>
                </a:lnTo>
                <a:lnTo>
                  <a:pt x="1822911" y="59799"/>
                </a:lnTo>
                <a:lnTo>
                  <a:pt x="1823358" y="60131"/>
                </a:lnTo>
                <a:lnTo>
                  <a:pt x="1823790" y="60479"/>
                </a:lnTo>
                <a:lnTo>
                  <a:pt x="1824207" y="60843"/>
                </a:lnTo>
                <a:lnTo>
                  <a:pt x="1824609" y="61223"/>
                </a:lnTo>
                <a:lnTo>
                  <a:pt x="1824996" y="61620"/>
                </a:lnTo>
                <a:lnTo>
                  <a:pt x="1825366" y="62034"/>
                </a:lnTo>
                <a:lnTo>
                  <a:pt x="1825720" y="62466"/>
                </a:lnTo>
                <a:lnTo>
                  <a:pt x="1826058" y="62915"/>
                </a:lnTo>
                <a:lnTo>
                  <a:pt x="1826378" y="63381"/>
                </a:lnTo>
                <a:lnTo>
                  <a:pt x="1826683" y="63864"/>
                </a:lnTo>
                <a:lnTo>
                  <a:pt x="1826971" y="64365"/>
                </a:lnTo>
                <a:lnTo>
                  <a:pt x="1827242" y="64883"/>
                </a:lnTo>
                <a:lnTo>
                  <a:pt x="1827498" y="65418"/>
                </a:lnTo>
                <a:lnTo>
                  <a:pt x="1827736" y="65971"/>
                </a:lnTo>
                <a:lnTo>
                  <a:pt x="1827958" y="66541"/>
                </a:lnTo>
                <a:lnTo>
                  <a:pt x="1828164" y="67128"/>
                </a:lnTo>
                <a:lnTo>
                  <a:pt x="1828353" y="67732"/>
                </a:lnTo>
                <a:lnTo>
                  <a:pt x="1828526" y="68354"/>
                </a:lnTo>
                <a:lnTo>
                  <a:pt x="1828682" y="68993"/>
                </a:lnTo>
                <a:lnTo>
                  <a:pt x="1828822" y="69649"/>
                </a:lnTo>
                <a:lnTo>
                  <a:pt x="1828946" y="70323"/>
                </a:lnTo>
                <a:lnTo>
                  <a:pt x="1829053" y="71014"/>
                </a:lnTo>
                <a:lnTo>
                  <a:pt x="1829143" y="71722"/>
                </a:lnTo>
                <a:lnTo>
                  <a:pt x="1829217" y="72447"/>
                </a:lnTo>
                <a:lnTo>
                  <a:pt x="1829275" y="73190"/>
                </a:lnTo>
                <a:lnTo>
                  <a:pt x="1829316" y="73950"/>
                </a:lnTo>
                <a:lnTo>
                  <a:pt x="1829341" y="74727"/>
                </a:lnTo>
                <a:lnTo>
                  <a:pt x="1829349" y="75522"/>
                </a:lnTo>
                <a:lnTo>
                  <a:pt x="1829349" y="82947"/>
                </a:lnTo>
                <a:lnTo>
                  <a:pt x="1843568" y="82947"/>
                </a:lnTo>
                <a:lnTo>
                  <a:pt x="1843568" y="75522"/>
                </a:lnTo>
                <a:lnTo>
                  <a:pt x="1843555" y="74283"/>
                </a:lnTo>
                <a:lnTo>
                  <a:pt x="1843517" y="73068"/>
                </a:lnTo>
                <a:lnTo>
                  <a:pt x="1843453" y="71877"/>
                </a:lnTo>
                <a:lnTo>
                  <a:pt x="1843364" y="70709"/>
                </a:lnTo>
                <a:lnTo>
                  <a:pt x="1843249" y="69566"/>
                </a:lnTo>
                <a:lnTo>
                  <a:pt x="1843109" y="68447"/>
                </a:lnTo>
                <a:lnTo>
                  <a:pt x="1842943" y="67351"/>
                </a:lnTo>
                <a:lnTo>
                  <a:pt x="1842752" y="66279"/>
                </a:lnTo>
                <a:lnTo>
                  <a:pt x="1842535" y="65231"/>
                </a:lnTo>
                <a:lnTo>
                  <a:pt x="1842292" y="64207"/>
                </a:lnTo>
                <a:lnTo>
                  <a:pt x="1842024" y="63207"/>
                </a:lnTo>
                <a:lnTo>
                  <a:pt x="1841731" y="62230"/>
                </a:lnTo>
                <a:lnTo>
                  <a:pt x="1841412" y="61278"/>
                </a:lnTo>
                <a:lnTo>
                  <a:pt x="1841068" y="60349"/>
                </a:lnTo>
                <a:lnTo>
                  <a:pt x="1840698" y="59444"/>
                </a:lnTo>
                <a:lnTo>
                  <a:pt x="1840302" y="58563"/>
                </a:lnTo>
                <a:lnTo>
                  <a:pt x="1839881" y="57706"/>
                </a:lnTo>
                <a:lnTo>
                  <a:pt x="1839435" y="56873"/>
                </a:lnTo>
                <a:lnTo>
                  <a:pt x="1838963" y="56064"/>
                </a:lnTo>
                <a:lnTo>
                  <a:pt x="1838465" y="55279"/>
                </a:lnTo>
                <a:lnTo>
                  <a:pt x="1837942" y="54517"/>
                </a:lnTo>
                <a:lnTo>
                  <a:pt x="1837394" y="53779"/>
                </a:lnTo>
                <a:lnTo>
                  <a:pt x="1836819" y="53065"/>
                </a:lnTo>
                <a:lnTo>
                  <a:pt x="1836220" y="52375"/>
                </a:lnTo>
                <a:lnTo>
                  <a:pt x="1835597" y="51711"/>
                </a:lnTo>
                <a:lnTo>
                  <a:pt x="1834952" y="51076"/>
                </a:lnTo>
                <a:lnTo>
                  <a:pt x="1834286" y="50468"/>
                </a:lnTo>
                <a:lnTo>
                  <a:pt x="1833598" y="49889"/>
                </a:lnTo>
                <a:lnTo>
                  <a:pt x="1832888" y="49338"/>
                </a:lnTo>
                <a:lnTo>
                  <a:pt x="1832157" y="48816"/>
                </a:lnTo>
                <a:lnTo>
                  <a:pt x="1831404" y="48321"/>
                </a:lnTo>
                <a:lnTo>
                  <a:pt x="1830629" y="47855"/>
                </a:lnTo>
                <a:lnTo>
                  <a:pt x="1829833" y="47417"/>
                </a:lnTo>
                <a:lnTo>
                  <a:pt x="1829015" y="47008"/>
                </a:lnTo>
                <a:lnTo>
                  <a:pt x="1828175" y="46626"/>
                </a:lnTo>
                <a:lnTo>
                  <a:pt x="1827314" y="46273"/>
                </a:lnTo>
                <a:lnTo>
                  <a:pt x="1826431" y="45948"/>
                </a:lnTo>
                <a:lnTo>
                  <a:pt x="1825526" y="45651"/>
                </a:lnTo>
                <a:lnTo>
                  <a:pt x="1824599" y="45383"/>
                </a:lnTo>
                <a:lnTo>
                  <a:pt x="1823651" y="45143"/>
                </a:lnTo>
                <a:lnTo>
                  <a:pt x="1822682" y="44931"/>
                </a:lnTo>
                <a:lnTo>
                  <a:pt x="1821690" y="44747"/>
                </a:lnTo>
                <a:lnTo>
                  <a:pt x="1820677" y="44592"/>
                </a:lnTo>
                <a:lnTo>
                  <a:pt x="1819642" y="44465"/>
                </a:lnTo>
                <a:lnTo>
                  <a:pt x="1818586" y="44366"/>
                </a:lnTo>
                <a:lnTo>
                  <a:pt x="1817508" y="44295"/>
                </a:lnTo>
                <a:lnTo>
                  <a:pt x="1816408" y="44253"/>
                </a:lnTo>
                <a:lnTo>
                  <a:pt x="1815287" y="44239"/>
                </a:lnTo>
                <a:lnTo>
                  <a:pt x="1814373" y="44249"/>
                </a:lnTo>
                <a:lnTo>
                  <a:pt x="1813477" y="44280"/>
                </a:lnTo>
                <a:lnTo>
                  <a:pt x="1812597" y="44331"/>
                </a:lnTo>
                <a:lnTo>
                  <a:pt x="1811734" y="44403"/>
                </a:lnTo>
                <a:lnTo>
                  <a:pt x="1810888" y="44496"/>
                </a:lnTo>
                <a:lnTo>
                  <a:pt x="1810058" y="44609"/>
                </a:lnTo>
                <a:lnTo>
                  <a:pt x="1809246" y="44743"/>
                </a:lnTo>
                <a:lnTo>
                  <a:pt x="1808449" y="44897"/>
                </a:lnTo>
                <a:lnTo>
                  <a:pt x="1807670" y="45072"/>
                </a:lnTo>
                <a:lnTo>
                  <a:pt x="1806907" y="45268"/>
                </a:lnTo>
                <a:lnTo>
                  <a:pt x="1806161" y="45484"/>
                </a:lnTo>
                <a:lnTo>
                  <a:pt x="1805432" y="45720"/>
                </a:lnTo>
                <a:lnTo>
                  <a:pt x="1804720" y="45977"/>
                </a:lnTo>
                <a:lnTo>
                  <a:pt x="1804024" y="46255"/>
                </a:lnTo>
                <a:lnTo>
                  <a:pt x="1803345" y="46554"/>
                </a:lnTo>
                <a:lnTo>
                  <a:pt x="1802683" y="46873"/>
                </a:lnTo>
                <a:lnTo>
                  <a:pt x="1802037" y="47212"/>
                </a:lnTo>
                <a:lnTo>
                  <a:pt x="1801408" y="47572"/>
                </a:lnTo>
                <a:lnTo>
                  <a:pt x="1800796" y="47953"/>
                </a:lnTo>
                <a:lnTo>
                  <a:pt x="1800201" y="48354"/>
                </a:lnTo>
                <a:lnTo>
                  <a:pt x="1799622" y="48776"/>
                </a:lnTo>
                <a:lnTo>
                  <a:pt x="1799060" y="49218"/>
                </a:lnTo>
                <a:lnTo>
                  <a:pt x="1798515" y="49681"/>
                </a:lnTo>
                <a:lnTo>
                  <a:pt x="1797986" y="50165"/>
                </a:lnTo>
                <a:lnTo>
                  <a:pt x="1797477" y="50666"/>
                </a:lnTo>
                <a:lnTo>
                  <a:pt x="1796989" y="51181"/>
                </a:lnTo>
                <a:lnTo>
                  <a:pt x="1796524" y="51711"/>
                </a:lnTo>
                <a:lnTo>
                  <a:pt x="1796079" y="52255"/>
                </a:lnTo>
                <a:lnTo>
                  <a:pt x="1795657" y="52815"/>
                </a:lnTo>
                <a:lnTo>
                  <a:pt x="1795256" y="53388"/>
                </a:lnTo>
                <a:lnTo>
                  <a:pt x="1794876" y="53976"/>
                </a:lnTo>
                <a:lnTo>
                  <a:pt x="1794519" y="54579"/>
                </a:lnTo>
                <a:lnTo>
                  <a:pt x="1794183" y="55196"/>
                </a:lnTo>
                <a:lnTo>
                  <a:pt x="1793869" y="55828"/>
                </a:lnTo>
                <a:lnTo>
                  <a:pt x="1793576" y="56474"/>
                </a:lnTo>
                <a:lnTo>
                  <a:pt x="1793305" y="57135"/>
                </a:lnTo>
                <a:lnTo>
                  <a:pt x="1793056" y="57810"/>
                </a:lnTo>
                <a:lnTo>
                  <a:pt x="1792828" y="58500"/>
                </a:lnTo>
                <a:lnTo>
                  <a:pt x="1792622" y="59205"/>
                </a:lnTo>
                <a:lnTo>
                  <a:pt x="1792438" y="59924"/>
                </a:lnTo>
                <a:lnTo>
                  <a:pt x="1792276" y="60657"/>
                </a:lnTo>
                <a:lnTo>
                  <a:pt x="1792135" y="61405"/>
                </a:lnTo>
                <a:lnTo>
                  <a:pt x="1792016" y="62168"/>
                </a:lnTo>
                <a:lnTo>
                  <a:pt x="1791986" y="62407"/>
                </a:lnTo>
                <a:lnTo>
                  <a:pt x="1791745" y="62407"/>
                </a:lnTo>
                <a:lnTo>
                  <a:pt x="1791745" y="45818"/>
                </a:lnTo>
                <a:lnTo>
                  <a:pt x="1777526" y="45818"/>
                </a:lnTo>
                <a:lnTo>
                  <a:pt x="1777526" y="132717"/>
                </a:lnTo>
                <a:lnTo>
                  <a:pt x="1791745" y="132717"/>
                </a:lnTo>
                <a:close/>
                <a:moveTo>
                  <a:pt x="1629092" y="133793"/>
                </a:moveTo>
                <a:lnTo>
                  <a:pt x="1630201" y="133688"/>
                </a:lnTo>
                <a:lnTo>
                  <a:pt x="1631287" y="133560"/>
                </a:lnTo>
                <a:lnTo>
                  <a:pt x="1632350" y="133409"/>
                </a:lnTo>
                <a:lnTo>
                  <a:pt x="1633390" y="133234"/>
                </a:lnTo>
                <a:lnTo>
                  <a:pt x="1634408" y="133036"/>
                </a:lnTo>
                <a:lnTo>
                  <a:pt x="1635403" y="132814"/>
                </a:lnTo>
                <a:lnTo>
                  <a:pt x="1636375" y="132569"/>
                </a:lnTo>
                <a:lnTo>
                  <a:pt x="1637325" y="132301"/>
                </a:lnTo>
                <a:lnTo>
                  <a:pt x="1638251" y="132010"/>
                </a:lnTo>
                <a:lnTo>
                  <a:pt x="1639155" y="131695"/>
                </a:lnTo>
                <a:lnTo>
                  <a:pt x="1640036" y="131357"/>
                </a:lnTo>
                <a:lnTo>
                  <a:pt x="1640894" y="130996"/>
                </a:lnTo>
                <a:lnTo>
                  <a:pt x="1641730" y="130611"/>
                </a:lnTo>
                <a:lnTo>
                  <a:pt x="1642543" y="130203"/>
                </a:lnTo>
                <a:lnTo>
                  <a:pt x="1643333" y="129772"/>
                </a:lnTo>
                <a:lnTo>
                  <a:pt x="1644100" y="129317"/>
                </a:lnTo>
                <a:lnTo>
                  <a:pt x="1644845" y="128839"/>
                </a:lnTo>
                <a:lnTo>
                  <a:pt x="1645566" y="128338"/>
                </a:lnTo>
                <a:lnTo>
                  <a:pt x="1646265" y="127813"/>
                </a:lnTo>
                <a:lnTo>
                  <a:pt x="1646941" y="127266"/>
                </a:lnTo>
                <a:lnTo>
                  <a:pt x="1647593" y="126697"/>
                </a:lnTo>
                <a:lnTo>
                  <a:pt x="1648216" y="126109"/>
                </a:lnTo>
                <a:lnTo>
                  <a:pt x="1648812" y="125502"/>
                </a:lnTo>
                <a:lnTo>
                  <a:pt x="1649380" y="124876"/>
                </a:lnTo>
                <a:lnTo>
                  <a:pt x="1649920" y="124231"/>
                </a:lnTo>
                <a:lnTo>
                  <a:pt x="1650433" y="123568"/>
                </a:lnTo>
                <a:lnTo>
                  <a:pt x="1650917" y="122885"/>
                </a:lnTo>
                <a:lnTo>
                  <a:pt x="1651375" y="122184"/>
                </a:lnTo>
                <a:lnTo>
                  <a:pt x="1651804" y="121463"/>
                </a:lnTo>
                <a:lnTo>
                  <a:pt x="1652206" y="120724"/>
                </a:lnTo>
                <a:lnTo>
                  <a:pt x="1652580" y="119965"/>
                </a:lnTo>
                <a:lnTo>
                  <a:pt x="1652926" y="119188"/>
                </a:lnTo>
                <a:lnTo>
                  <a:pt x="1653245" y="118392"/>
                </a:lnTo>
                <a:lnTo>
                  <a:pt x="1653536" y="117577"/>
                </a:lnTo>
                <a:lnTo>
                  <a:pt x="1653799" y="116743"/>
                </a:lnTo>
                <a:lnTo>
                  <a:pt x="1654035" y="115890"/>
                </a:lnTo>
                <a:lnTo>
                  <a:pt x="1654242" y="115018"/>
                </a:lnTo>
                <a:lnTo>
                  <a:pt x="1654423" y="114127"/>
                </a:lnTo>
                <a:lnTo>
                  <a:pt x="1654575" y="113217"/>
                </a:lnTo>
                <a:lnTo>
                  <a:pt x="1654700" y="112288"/>
                </a:lnTo>
                <a:lnTo>
                  <a:pt x="1654797" y="111341"/>
                </a:lnTo>
                <a:lnTo>
                  <a:pt x="1654866" y="110374"/>
                </a:lnTo>
                <a:lnTo>
                  <a:pt x="1654907" y="109388"/>
                </a:lnTo>
                <a:lnTo>
                  <a:pt x="1654921" y="108384"/>
                </a:lnTo>
                <a:lnTo>
                  <a:pt x="1654912" y="107445"/>
                </a:lnTo>
                <a:lnTo>
                  <a:pt x="1654883" y="106522"/>
                </a:lnTo>
                <a:lnTo>
                  <a:pt x="1654835" y="105617"/>
                </a:lnTo>
                <a:lnTo>
                  <a:pt x="1654768" y="104729"/>
                </a:lnTo>
                <a:lnTo>
                  <a:pt x="1654681" y="103857"/>
                </a:lnTo>
                <a:lnTo>
                  <a:pt x="1654576" y="103003"/>
                </a:lnTo>
                <a:lnTo>
                  <a:pt x="1654451" y="102165"/>
                </a:lnTo>
                <a:lnTo>
                  <a:pt x="1654307" y="101345"/>
                </a:lnTo>
                <a:lnTo>
                  <a:pt x="1654144" y="100542"/>
                </a:lnTo>
                <a:lnTo>
                  <a:pt x="1653961" y="99755"/>
                </a:lnTo>
                <a:lnTo>
                  <a:pt x="1653759" y="98986"/>
                </a:lnTo>
                <a:lnTo>
                  <a:pt x="1653539" y="98234"/>
                </a:lnTo>
                <a:lnTo>
                  <a:pt x="1653299" y="97498"/>
                </a:lnTo>
                <a:lnTo>
                  <a:pt x="1653039" y="96780"/>
                </a:lnTo>
                <a:lnTo>
                  <a:pt x="1652761" y="96079"/>
                </a:lnTo>
                <a:lnTo>
                  <a:pt x="1652463" y="95394"/>
                </a:lnTo>
                <a:lnTo>
                  <a:pt x="1652146" y="94727"/>
                </a:lnTo>
                <a:lnTo>
                  <a:pt x="1651810" y="94077"/>
                </a:lnTo>
                <a:lnTo>
                  <a:pt x="1651455" y="93443"/>
                </a:lnTo>
                <a:lnTo>
                  <a:pt x="1651081" y="92827"/>
                </a:lnTo>
                <a:lnTo>
                  <a:pt x="1650687" y="92228"/>
                </a:lnTo>
                <a:lnTo>
                  <a:pt x="1650274" y="91645"/>
                </a:lnTo>
                <a:lnTo>
                  <a:pt x="1649842" y="91080"/>
                </a:lnTo>
                <a:lnTo>
                  <a:pt x="1649391" y="90532"/>
                </a:lnTo>
                <a:lnTo>
                  <a:pt x="1648921" y="90000"/>
                </a:lnTo>
                <a:lnTo>
                  <a:pt x="1648431" y="89486"/>
                </a:lnTo>
                <a:lnTo>
                  <a:pt x="1647922" y="88989"/>
                </a:lnTo>
                <a:lnTo>
                  <a:pt x="1647394" y="88508"/>
                </a:lnTo>
                <a:lnTo>
                  <a:pt x="1646847" y="88045"/>
                </a:lnTo>
                <a:lnTo>
                  <a:pt x="1646281" y="87599"/>
                </a:lnTo>
                <a:lnTo>
                  <a:pt x="1645695" y="87170"/>
                </a:lnTo>
                <a:lnTo>
                  <a:pt x="1645091" y="86757"/>
                </a:lnTo>
                <a:lnTo>
                  <a:pt x="1644467" y="86362"/>
                </a:lnTo>
                <a:lnTo>
                  <a:pt x="1643824" y="85984"/>
                </a:lnTo>
                <a:lnTo>
                  <a:pt x="1643161" y="85623"/>
                </a:lnTo>
                <a:lnTo>
                  <a:pt x="1642480" y="85279"/>
                </a:lnTo>
                <a:lnTo>
                  <a:pt x="1641779" y="84951"/>
                </a:lnTo>
                <a:lnTo>
                  <a:pt x="1641059" y="84641"/>
                </a:lnTo>
                <a:lnTo>
                  <a:pt x="1640319" y="84348"/>
                </a:lnTo>
                <a:lnTo>
                  <a:pt x="1639561" y="84072"/>
                </a:lnTo>
                <a:lnTo>
                  <a:pt x="1638783" y="83813"/>
                </a:lnTo>
                <a:lnTo>
                  <a:pt x="1637986" y="83570"/>
                </a:lnTo>
                <a:lnTo>
                  <a:pt x="1637170" y="83345"/>
                </a:lnTo>
                <a:lnTo>
                  <a:pt x="1636335" y="83137"/>
                </a:lnTo>
                <a:lnTo>
                  <a:pt x="1635481" y="82946"/>
                </a:lnTo>
                <a:lnTo>
                  <a:pt x="1634607" y="82772"/>
                </a:lnTo>
                <a:lnTo>
                  <a:pt x="1633714" y="82615"/>
                </a:lnTo>
                <a:lnTo>
                  <a:pt x="1632802" y="82475"/>
                </a:lnTo>
                <a:lnTo>
                  <a:pt x="1610367" y="79314"/>
                </a:lnTo>
                <a:lnTo>
                  <a:pt x="1610028" y="79258"/>
                </a:lnTo>
                <a:lnTo>
                  <a:pt x="1609696" y="79195"/>
                </a:lnTo>
                <a:lnTo>
                  <a:pt x="1609370" y="79124"/>
                </a:lnTo>
                <a:lnTo>
                  <a:pt x="1609052" y="79046"/>
                </a:lnTo>
                <a:lnTo>
                  <a:pt x="1608741" y="78962"/>
                </a:lnTo>
                <a:lnTo>
                  <a:pt x="1608436" y="78870"/>
                </a:lnTo>
                <a:lnTo>
                  <a:pt x="1608138" y="78771"/>
                </a:lnTo>
                <a:lnTo>
                  <a:pt x="1607847" y="78665"/>
                </a:lnTo>
                <a:lnTo>
                  <a:pt x="1607563" y="78552"/>
                </a:lnTo>
                <a:lnTo>
                  <a:pt x="1607286" y="78431"/>
                </a:lnTo>
                <a:lnTo>
                  <a:pt x="1607016" y="78304"/>
                </a:lnTo>
                <a:lnTo>
                  <a:pt x="1606752" y="78169"/>
                </a:lnTo>
                <a:lnTo>
                  <a:pt x="1606495" y="78027"/>
                </a:lnTo>
                <a:lnTo>
                  <a:pt x="1606246" y="77878"/>
                </a:lnTo>
                <a:lnTo>
                  <a:pt x="1606003" y="77722"/>
                </a:lnTo>
                <a:lnTo>
                  <a:pt x="1605767" y="77559"/>
                </a:lnTo>
                <a:lnTo>
                  <a:pt x="1605537" y="77389"/>
                </a:lnTo>
                <a:lnTo>
                  <a:pt x="1605315" y="77211"/>
                </a:lnTo>
                <a:lnTo>
                  <a:pt x="1605100" y="77027"/>
                </a:lnTo>
                <a:lnTo>
                  <a:pt x="1604891" y="76835"/>
                </a:lnTo>
                <a:lnTo>
                  <a:pt x="1604689" y="76636"/>
                </a:lnTo>
                <a:lnTo>
                  <a:pt x="1604494" y="76430"/>
                </a:lnTo>
                <a:lnTo>
                  <a:pt x="1604306" y="76217"/>
                </a:lnTo>
                <a:lnTo>
                  <a:pt x="1604125" y="75997"/>
                </a:lnTo>
                <a:lnTo>
                  <a:pt x="1603951" y="75770"/>
                </a:lnTo>
                <a:lnTo>
                  <a:pt x="1603784" y="75537"/>
                </a:lnTo>
                <a:lnTo>
                  <a:pt x="1603625" y="75298"/>
                </a:lnTo>
                <a:lnTo>
                  <a:pt x="1603473" y="75053"/>
                </a:lnTo>
                <a:lnTo>
                  <a:pt x="1603329" y="74801"/>
                </a:lnTo>
                <a:lnTo>
                  <a:pt x="1603191" y="74544"/>
                </a:lnTo>
                <a:lnTo>
                  <a:pt x="1603062" y="74281"/>
                </a:lnTo>
                <a:lnTo>
                  <a:pt x="1602940" y="74012"/>
                </a:lnTo>
                <a:lnTo>
                  <a:pt x="1602825" y="73737"/>
                </a:lnTo>
                <a:lnTo>
                  <a:pt x="1602717" y="73455"/>
                </a:lnTo>
                <a:lnTo>
                  <a:pt x="1602617" y="73168"/>
                </a:lnTo>
                <a:lnTo>
                  <a:pt x="1602525" y="72875"/>
                </a:lnTo>
                <a:lnTo>
                  <a:pt x="1602440" y="72575"/>
                </a:lnTo>
                <a:lnTo>
                  <a:pt x="1602362" y="72270"/>
                </a:lnTo>
                <a:lnTo>
                  <a:pt x="1602291" y="71959"/>
                </a:lnTo>
                <a:lnTo>
                  <a:pt x="1602228" y="71641"/>
                </a:lnTo>
                <a:lnTo>
                  <a:pt x="1602173" y="71318"/>
                </a:lnTo>
                <a:lnTo>
                  <a:pt x="1602125" y="70988"/>
                </a:lnTo>
                <a:lnTo>
                  <a:pt x="1602084" y="70653"/>
                </a:lnTo>
                <a:lnTo>
                  <a:pt x="1602051" y="70311"/>
                </a:lnTo>
                <a:lnTo>
                  <a:pt x="1602025" y="69964"/>
                </a:lnTo>
                <a:lnTo>
                  <a:pt x="1602006" y="69610"/>
                </a:lnTo>
                <a:lnTo>
                  <a:pt x="1601995" y="69250"/>
                </a:lnTo>
                <a:lnTo>
                  <a:pt x="1601991" y="68885"/>
                </a:lnTo>
                <a:lnTo>
                  <a:pt x="1601998" y="68415"/>
                </a:lnTo>
                <a:lnTo>
                  <a:pt x="1602020" y="67953"/>
                </a:lnTo>
                <a:lnTo>
                  <a:pt x="1602056" y="67500"/>
                </a:lnTo>
                <a:lnTo>
                  <a:pt x="1602105" y="67055"/>
                </a:lnTo>
                <a:lnTo>
                  <a:pt x="1602170" y="66618"/>
                </a:lnTo>
                <a:lnTo>
                  <a:pt x="1602248" y="66189"/>
                </a:lnTo>
                <a:lnTo>
                  <a:pt x="1602341" y="65769"/>
                </a:lnTo>
                <a:lnTo>
                  <a:pt x="1602448" y="65357"/>
                </a:lnTo>
                <a:lnTo>
                  <a:pt x="1602569" y="64953"/>
                </a:lnTo>
                <a:lnTo>
                  <a:pt x="1602705" y="64557"/>
                </a:lnTo>
                <a:lnTo>
                  <a:pt x="1602854" y="64169"/>
                </a:lnTo>
                <a:lnTo>
                  <a:pt x="1603018" y="63790"/>
                </a:lnTo>
                <a:lnTo>
                  <a:pt x="1603197" y="63419"/>
                </a:lnTo>
                <a:lnTo>
                  <a:pt x="1603389" y="63056"/>
                </a:lnTo>
                <a:lnTo>
                  <a:pt x="1603596" y="62702"/>
                </a:lnTo>
                <a:lnTo>
                  <a:pt x="1603817" y="62355"/>
                </a:lnTo>
                <a:lnTo>
                  <a:pt x="1604053" y="62017"/>
                </a:lnTo>
                <a:lnTo>
                  <a:pt x="1604302" y="61687"/>
                </a:lnTo>
                <a:lnTo>
                  <a:pt x="1604566" y="61365"/>
                </a:lnTo>
                <a:lnTo>
                  <a:pt x="1604844" y="61052"/>
                </a:lnTo>
                <a:lnTo>
                  <a:pt x="1605137" y="60747"/>
                </a:lnTo>
                <a:lnTo>
                  <a:pt x="1605443" y="60450"/>
                </a:lnTo>
                <a:lnTo>
                  <a:pt x="1605764" y="60161"/>
                </a:lnTo>
                <a:lnTo>
                  <a:pt x="1606099" y="59880"/>
                </a:lnTo>
                <a:lnTo>
                  <a:pt x="1606447" y="59610"/>
                </a:lnTo>
                <a:lnTo>
                  <a:pt x="1606806" y="59350"/>
                </a:lnTo>
                <a:lnTo>
                  <a:pt x="1607176" y="59103"/>
                </a:lnTo>
                <a:lnTo>
                  <a:pt x="1607557" y="58867"/>
                </a:lnTo>
                <a:lnTo>
                  <a:pt x="1607948" y="58642"/>
                </a:lnTo>
                <a:lnTo>
                  <a:pt x="1608351" y="58429"/>
                </a:lnTo>
                <a:lnTo>
                  <a:pt x="1608765" y="58227"/>
                </a:lnTo>
                <a:lnTo>
                  <a:pt x="1609189" y="58037"/>
                </a:lnTo>
                <a:lnTo>
                  <a:pt x="1609625" y="57859"/>
                </a:lnTo>
                <a:lnTo>
                  <a:pt x="1610072" y="57692"/>
                </a:lnTo>
                <a:lnTo>
                  <a:pt x="1610529" y="57536"/>
                </a:lnTo>
                <a:lnTo>
                  <a:pt x="1610998" y="57392"/>
                </a:lnTo>
                <a:lnTo>
                  <a:pt x="1611477" y="57260"/>
                </a:lnTo>
                <a:lnTo>
                  <a:pt x="1611968" y="57139"/>
                </a:lnTo>
                <a:lnTo>
                  <a:pt x="1612469" y="57030"/>
                </a:lnTo>
                <a:lnTo>
                  <a:pt x="1612982" y="56932"/>
                </a:lnTo>
                <a:lnTo>
                  <a:pt x="1613505" y="56845"/>
                </a:lnTo>
                <a:lnTo>
                  <a:pt x="1614039" y="56770"/>
                </a:lnTo>
                <a:lnTo>
                  <a:pt x="1614585" y="56707"/>
                </a:lnTo>
                <a:lnTo>
                  <a:pt x="1615141" y="56655"/>
                </a:lnTo>
                <a:lnTo>
                  <a:pt x="1615708" y="56615"/>
                </a:lnTo>
                <a:lnTo>
                  <a:pt x="1616287" y="56586"/>
                </a:lnTo>
                <a:lnTo>
                  <a:pt x="1616876" y="56569"/>
                </a:lnTo>
                <a:lnTo>
                  <a:pt x="1617476" y="56563"/>
                </a:lnTo>
                <a:lnTo>
                  <a:pt x="1624429" y="56563"/>
                </a:lnTo>
                <a:lnTo>
                  <a:pt x="1624965" y="56568"/>
                </a:lnTo>
                <a:lnTo>
                  <a:pt x="1625492" y="56584"/>
                </a:lnTo>
                <a:lnTo>
                  <a:pt x="1626010" y="56610"/>
                </a:lnTo>
                <a:lnTo>
                  <a:pt x="1626520" y="56646"/>
                </a:lnTo>
                <a:lnTo>
                  <a:pt x="1627022" y="56693"/>
                </a:lnTo>
                <a:lnTo>
                  <a:pt x="1627515" y="56751"/>
                </a:lnTo>
                <a:lnTo>
                  <a:pt x="1627999" y="56818"/>
                </a:lnTo>
                <a:lnTo>
                  <a:pt x="1628475" y="56897"/>
                </a:lnTo>
                <a:lnTo>
                  <a:pt x="1628943" y="56985"/>
                </a:lnTo>
                <a:lnTo>
                  <a:pt x="1629402" y="57084"/>
                </a:lnTo>
                <a:lnTo>
                  <a:pt x="1629853" y="57194"/>
                </a:lnTo>
                <a:lnTo>
                  <a:pt x="1630295" y="57313"/>
                </a:lnTo>
                <a:lnTo>
                  <a:pt x="1630728" y="57444"/>
                </a:lnTo>
                <a:lnTo>
                  <a:pt x="1631153" y="57584"/>
                </a:lnTo>
                <a:lnTo>
                  <a:pt x="1631570" y="57735"/>
                </a:lnTo>
                <a:lnTo>
                  <a:pt x="1631978" y="57897"/>
                </a:lnTo>
                <a:lnTo>
                  <a:pt x="1632377" y="58069"/>
                </a:lnTo>
                <a:lnTo>
                  <a:pt x="1632768" y="58251"/>
                </a:lnTo>
                <a:lnTo>
                  <a:pt x="1633151" y="58444"/>
                </a:lnTo>
                <a:lnTo>
                  <a:pt x="1633525" y="58647"/>
                </a:lnTo>
                <a:lnTo>
                  <a:pt x="1633890" y="58861"/>
                </a:lnTo>
                <a:lnTo>
                  <a:pt x="1634247" y="59085"/>
                </a:lnTo>
                <a:lnTo>
                  <a:pt x="1634595" y="59320"/>
                </a:lnTo>
                <a:lnTo>
                  <a:pt x="1634935" y="59565"/>
                </a:lnTo>
                <a:lnTo>
                  <a:pt x="1635265" y="59817"/>
                </a:lnTo>
                <a:lnTo>
                  <a:pt x="1635581" y="60076"/>
                </a:lnTo>
                <a:lnTo>
                  <a:pt x="1635885" y="60340"/>
                </a:lnTo>
                <a:lnTo>
                  <a:pt x="1636175" y="60609"/>
                </a:lnTo>
                <a:lnTo>
                  <a:pt x="1636453" y="60884"/>
                </a:lnTo>
                <a:lnTo>
                  <a:pt x="1636718" y="61164"/>
                </a:lnTo>
                <a:lnTo>
                  <a:pt x="1636970" y="61450"/>
                </a:lnTo>
                <a:lnTo>
                  <a:pt x="1637209" y="61741"/>
                </a:lnTo>
                <a:lnTo>
                  <a:pt x="1637435" y="62038"/>
                </a:lnTo>
                <a:lnTo>
                  <a:pt x="1637648" y="62340"/>
                </a:lnTo>
                <a:lnTo>
                  <a:pt x="1637848" y="62648"/>
                </a:lnTo>
                <a:lnTo>
                  <a:pt x="1638036" y="62961"/>
                </a:lnTo>
                <a:lnTo>
                  <a:pt x="1638210" y="63280"/>
                </a:lnTo>
                <a:lnTo>
                  <a:pt x="1638372" y="63604"/>
                </a:lnTo>
                <a:lnTo>
                  <a:pt x="1638521" y="63934"/>
                </a:lnTo>
                <a:lnTo>
                  <a:pt x="1638657" y="64269"/>
                </a:lnTo>
                <a:lnTo>
                  <a:pt x="1638780" y="64610"/>
                </a:lnTo>
                <a:lnTo>
                  <a:pt x="1638890" y="64956"/>
                </a:lnTo>
                <a:lnTo>
                  <a:pt x="1638987" y="65308"/>
                </a:lnTo>
                <a:lnTo>
                  <a:pt x="1639071" y="65665"/>
                </a:lnTo>
                <a:lnTo>
                  <a:pt x="1639143" y="66028"/>
                </a:lnTo>
                <a:lnTo>
                  <a:pt x="1639201" y="66396"/>
                </a:lnTo>
                <a:lnTo>
                  <a:pt x="1639247" y="66770"/>
                </a:lnTo>
                <a:lnTo>
                  <a:pt x="1639280" y="67149"/>
                </a:lnTo>
                <a:lnTo>
                  <a:pt x="1653658" y="67149"/>
                </a:lnTo>
                <a:lnTo>
                  <a:pt x="1653593" y="66313"/>
                </a:lnTo>
                <a:lnTo>
                  <a:pt x="1653502" y="65490"/>
                </a:lnTo>
                <a:lnTo>
                  <a:pt x="1653385" y="64681"/>
                </a:lnTo>
                <a:lnTo>
                  <a:pt x="1653243" y="63885"/>
                </a:lnTo>
                <a:lnTo>
                  <a:pt x="1653076" y="63103"/>
                </a:lnTo>
                <a:lnTo>
                  <a:pt x="1652883" y="62334"/>
                </a:lnTo>
                <a:lnTo>
                  <a:pt x="1652664" y="61579"/>
                </a:lnTo>
                <a:lnTo>
                  <a:pt x="1652420" y="60837"/>
                </a:lnTo>
                <a:lnTo>
                  <a:pt x="1652151" y="60109"/>
                </a:lnTo>
                <a:lnTo>
                  <a:pt x="1651856" y="59394"/>
                </a:lnTo>
                <a:lnTo>
                  <a:pt x="1651535" y="58692"/>
                </a:lnTo>
                <a:lnTo>
                  <a:pt x="1651189" y="58004"/>
                </a:lnTo>
                <a:lnTo>
                  <a:pt x="1650818" y="57329"/>
                </a:lnTo>
                <a:lnTo>
                  <a:pt x="1650421" y="56668"/>
                </a:lnTo>
                <a:lnTo>
                  <a:pt x="1649998" y="56021"/>
                </a:lnTo>
                <a:lnTo>
                  <a:pt x="1649550" y="55386"/>
                </a:lnTo>
                <a:lnTo>
                  <a:pt x="1649076" y="54765"/>
                </a:lnTo>
                <a:lnTo>
                  <a:pt x="1648577" y="54158"/>
                </a:lnTo>
                <a:lnTo>
                  <a:pt x="1648052" y="53564"/>
                </a:lnTo>
                <a:lnTo>
                  <a:pt x="1647502" y="52984"/>
                </a:lnTo>
                <a:lnTo>
                  <a:pt x="1646927" y="52417"/>
                </a:lnTo>
                <a:lnTo>
                  <a:pt x="1646325" y="51863"/>
                </a:lnTo>
                <a:lnTo>
                  <a:pt x="1645699" y="51323"/>
                </a:lnTo>
                <a:lnTo>
                  <a:pt x="1645046" y="50796"/>
                </a:lnTo>
                <a:lnTo>
                  <a:pt x="1644373" y="50287"/>
                </a:lnTo>
                <a:lnTo>
                  <a:pt x="1643684" y="49799"/>
                </a:lnTo>
                <a:lnTo>
                  <a:pt x="1642979" y="49333"/>
                </a:lnTo>
                <a:lnTo>
                  <a:pt x="1642257" y="48889"/>
                </a:lnTo>
                <a:lnTo>
                  <a:pt x="1641519" y="48467"/>
                </a:lnTo>
                <a:lnTo>
                  <a:pt x="1640765" y="48066"/>
                </a:lnTo>
                <a:lnTo>
                  <a:pt x="1639995" y="47686"/>
                </a:lnTo>
                <a:lnTo>
                  <a:pt x="1639209" y="47329"/>
                </a:lnTo>
                <a:lnTo>
                  <a:pt x="1638407" y="46993"/>
                </a:lnTo>
                <a:lnTo>
                  <a:pt x="1637588" y="46679"/>
                </a:lnTo>
                <a:lnTo>
                  <a:pt x="1636753" y="46386"/>
                </a:lnTo>
                <a:lnTo>
                  <a:pt x="1635902" y="46115"/>
                </a:lnTo>
                <a:lnTo>
                  <a:pt x="1635035" y="45866"/>
                </a:lnTo>
                <a:lnTo>
                  <a:pt x="1634152" y="45638"/>
                </a:lnTo>
                <a:lnTo>
                  <a:pt x="1633252" y="45432"/>
                </a:lnTo>
                <a:lnTo>
                  <a:pt x="1632337" y="45248"/>
                </a:lnTo>
                <a:lnTo>
                  <a:pt x="1631405" y="45086"/>
                </a:lnTo>
                <a:lnTo>
                  <a:pt x="1630457" y="44945"/>
                </a:lnTo>
                <a:lnTo>
                  <a:pt x="1629492" y="44826"/>
                </a:lnTo>
                <a:lnTo>
                  <a:pt x="1628512" y="44728"/>
                </a:lnTo>
                <a:lnTo>
                  <a:pt x="1627516" y="44652"/>
                </a:lnTo>
                <a:lnTo>
                  <a:pt x="1626503" y="44598"/>
                </a:lnTo>
                <a:lnTo>
                  <a:pt x="1625474" y="44565"/>
                </a:lnTo>
                <a:lnTo>
                  <a:pt x="1624429" y="44555"/>
                </a:lnTo>
                <a:lnTo>
                  <a:pt x="1617476" y="44555"/>
                </a:lnTo>
                <a:lnTo>
                  <a:pt x="1616341" y="44566"/>
                </a:lnTo>
                <a:lnTo>
                  <a:pt x="1615226" y="44600"/>
                </a:lnTo>
                <a:lnTo>
                  <a:pt x="1614132" y="44656"/>
                </a:lnTo>
                <a:lnTo>
                  <a:pt x="1613059" y="44735"/>
                </a:lnTo>
                <a:lnTo>
                  <a:pt x="1612006" y="44836"/>
                </a:lnTo>
                <a:lnTo>
                  <a:pt x="1610973" y="44960"/>
                </a:lnTo>
                <a:lnTo>
                  <a:pt x="1609961" y="45106"/>
                </a:lnTo>
                <a:lnTo>
                  <a:pt x="1608970" y="45274"/>
                </a:lnTo>
                <a:lnTo>
                  <a:pt x="1608000" y="45466"/>
                </a:lnTo>
                <a:lnTo>
                  <a:pt x="1607049" y="45679"/>
                </a:lnTo>
                <a:lnTo>
                  <a:pt x="1606120" y="45915"/>
                </a:lnTo>
                <a:lnTo>
                  <a:pt x="1605211" y="46174"/>
                </a:lnTo>
                <a:lnTo>
                  <a:pt x="1604323" y="46455"/>
                </a:lnTo>
                <a:lnTo>
                  <a:pt x="1603455" y="46759"/>
                </a:lnTo>
                <a:lnTo>
                  <a:pt x="1602608" y="47085"/>
                </a:lnTo>
                <a:lnTo>
                  <a:pt x="1601781" y="47434"/>
                </a:lnTo>
                <a:lnTo>
                  <a:pt x="1600975" y="47805"/>
                </a:lnTo>
                <a:lnTo>
                  <a:pt x="1600190" y="48198"/>
                </a:lnTo>
                <a:lnTo>
                  <a:pt x="1599425" y="48615"/>
                </a:lnTo>
                <a:lnTo>
                  <a:pt x="1598680" y="49053"/>
                </a:lnTo>
                <a:lnTo>
                  <a:pt x="1597957" y="49514"/>
                </a:lnTo>
                <a:lnTo>
                  <a:pt x="1597253" y="49998"/>
                </a:lnTo>
                <a:lnTo>
                  <a:pt x="1596571" y="50504"/>
                </a:lnTo>
                <a:lnTo>
                  <a:pt x="1595909" y="51033"/>
                </a:lnTo>
                <a:lnTo>
                  <a:pt x="1595271" y="51581"/>
                </a:lnTo>
                <a:lnTo>
                  <a:pt x="1594660" y="52146"/>
                </a:lnTo>
                <a:lnTo>
                  <a:pt x="1594076" y="52729"/>
                </a:lnTo>
                <a:lnTo>
                  <a:pt x="1593519" y="53328"/>
                </a:lnTo>
                <a:lnTo>
                  <a:pt x="1592990" y="53944"/>
                </a:lnTo>
                <a:lnTo>
                  <a:pt x="1592487" y="54578"/>
                </a:lnTo>
                <a:lnTo>
                  <a:pt x="1592012" y="55228"/>
                </a:lnTo>
                <a:lnTo>
                  <a:pt x="1591564" y="55895"/>
                </a:lnTo>
                <a:lnTo>
                  <a:pt x="1591143" y="56580"/>
                </a:lnTo>
                <a:lnTo>
                  <a:pt x="1590749" y="57281"/>
                </a:lnTo>
                <a:lnTo>
                  <a:pt x="1590383" y="57999"/>
                </a:lnTo>
                <a:lnTo>
                  <a:pt x="1590043" y="58735"/>
                </a:lnTo>
                <a:lnTo>
                  <a:pt x="1589731" y="59487"/>
                </a:lnTo>
                <a:lnTo>
                  <a:pt x="1589446" y="60256"/>
                </a:lnTo>
                <a:lnTo>
                  <a:pt x="1589188" y="61043"/>
                </a:lnTo>
                <a:lnTo>
                  <a:pt x="1588957" y="61846"/>
                </a:lnTo>
                <a:lnTo>
                  <a:pt x="1588753" y="62666"/>
                </a:lnTo>
                <a:lnTo>
                  <a:pt x="1588577" y="63504"/>
                </a:lnTo>
                <a:lnTo>
                  <a:pt x="1588427" y="64358"/>
                </a:lnTo>
                <a:lnTo>
                  <a:pt x="1588305" y="65229"/>
                </a:lnTo>
                <a:lnTo>
                  <a:pt x="1588210" y="66118"/>
                </a:lnTo>
                <a:lnTo>
                  <a:pt x="1588142" y="67023"/>
                </a:lnTo>
                <a:lnTo>
                  <a:pt x="1588102" y="67945"/>
                </a:lnTo>
                <a:lnTo>
                  <a:pt x="1588088" y="68885"/>
                </a:lnTo>
                <a:lnTo>
                  <a:pt x="1588097" y="69708"/>
                </a:lnTo>
                <a:lnTo>
                  <a:pt x="1588122" y="70517"/>
                </a:lnTo>
                <a:lnTo>
                  <a:pt x="1588165" y="71313"/>
                </a:lnTo>
                <a:lnTo>
                  <a:pt x="1588224" y="72095"/>
                </a:lnTo>
                <a:lnTo>
                  <a:pt x="1588301" y="72864"/>
                </a:lnTo>
                <a:lnTo>
                  <a:pt x="1588394" y="73620"/>
                </a:lnTo>
                <a:lnTo>
                  <a:pt x="1588505" y="74362"/>
                </a:lnTo>
                <a:lnTo>
                  <a:pt x="1588632" y="75091"/>
                </a:lnTo>
                <a:lnTo>
                  <a:pt x="1588777" y="75806"/>
                </a:lnTo>
                <a:lnTo>
                  <a:pt x="1588939" y="76508"/>
                </a:lnTo>
                <a:lnTo>
                  <a:pt x="1589117" y="77196"/>
                </a:lnTo>
                <a:lnTo>
                  <a:pt x="1589313" y="77871"/>
                </a:lnTo>
                <a:lnTo>
                  <a:pt x="1589525" y="78533"/>
                </a:lnTo>
                <a:lnTo>
                  <a:pt x="1589755" y="79181"/>
                </a:lnTo>
                <a:lnTo>
                  <a:pt x="1590002" y="79815"/>
                </a:lnTo>
                <a:lnTo>
                  <a:pt x="1590265" y="80436"/>
                </a:lnTo>
                <a:lnTo>
                  <a:pt x="1590546" y="81044"/>
                </a:lnTo>
                <a:lnTo>
                  <a:pt x="1590844" y="81638"/>
                </a:lnTo>
                <a:lnTo>
                  <a:pt x="1591158" y="82219"/>
                </a:lnTo>
                <a:lnTo>
                  <a:pt x="1591490" y="82787"/>
                </a:lnTo>
                <a:lnTo>
                  <a:pt x="1591839" y="83341"/>
                </a:lnTo>
                <a:lnTo>
                  <a:pt x="1592204" y="83881"/>
                </a:lnTo>
                <a:lnTo>
                  <a:pt x="1592587" y="84408"/>
                </a:lnTo>
                <a:lnTo>
                  <a:pt x="1592987" y="84922"/>
                </a:lnTo>
                <a:lnTo>
                  <a:pt x="1593402" y="85420"/>
                </a:lnTo>
                <a:lnTo>
                  <a:pt x="1593831" y="85902"/>
                </a:lnTo>
                <a:lnTo>
                  <a:pt x="1594273" y="86367"/>
                </a:lnTo>
                <a:lnTo>
                  <a:pt x="1594729" y="86815"/>
                </a:lnTo>
                <a:lnTo>
                  <a:pt x="1595199" y="87247"/>
                </a:lnTo>
                <a:lnTo>
                  <a:pt x="1595683" y="87662"/>
                </a:lnTo>
                <a:lnTo>
                  <a:pt x="1596180" y="88060"/>
                </a:lnTo>
                <a:lnTo>
                  <a:pt x="1596692" y="88442"/>
                </a:lnTo>
                <a:lnTo>
                  <a:pt x="1597216" y="88806"/>
                </a:lnTo>
                <a:lnTo>
                  <a:pt x="1597755" y="89154"/>
                </a:lnTo>
                <a:lnTo>
                  <a:pt x="1598307" y="89485"/>
                </a:lnTo>
                <a:lnTo>
                  <a:pt x="1598873" y="89800"/>
                </a:lnTo>
                <a:lnTo>
                  <a:pt x="1599453" y="90098"/>
                </a:lnTo>
                <a:lnTo>
                  <a:pt x="1600046" y="90379"/>
                </a:lnTo>
                <a:lnTo>
                  <a:pt x="1600653" y="90643"/>
                </a:lnTo>
                <a:lnTo>
                  <a:pt x="1601274" y="90891"/>
                </a:lnTo>
                <a:lnTo>
                  <a:pt x="1601908" y="91122"/>
                </a:lnTo>
                <a:lnTo>
                  <a:pt x="1602556" y="91336"/>
                </a:lnTo>
                <a:lnTo>
                  <a:pt x="1603218" y="91533"/>
                </a:lnTo>
                <a:lnTo>
                  <a:pt x="1603894" y="91714"/>
                </a:lnTo>
                <a:lnTo>
                  <a:pt x="1604583" y="91878"/>
                </a:lnTo>
                <a:lnTo>
                  <a:pt x="1605286" y="92026"/>
                </a:lnTo>
                <a:lnTo>
                  <a:pt x="1606003" y="92156"/>
                </a:lnTo>
                <a:lnTo>
                  <a:pt x="1606733" y="92270"/>
                </a:lnTo>
                <a:lnTo>
                  <a:pt x="1630748" y="95746"/>
                </a:lnTo>
                <a:lnTo>
                  <a:pt x="1631178" y="95803"/>
                </a:lnTo>
                <a:lnTo>
                  <a:pt x="1631598" y="95869"/>
                </a:lnTo>
                <a:lnTo>
                  <a:pt x="1632009" y="95944"/>
                </a:lnTo>
                <a:lnTo>
                  <a:pt x="1632411" y="96027"/>
                </a:lnTo>
                <a:lnTo>
                  <a:pt x="1632804" y="96119"/>
                </a:lnTo>
                <a:lnTo>
                  <a:pt x="1633187" y="96220"/>
                </a:lnTo>
                <a:lnTo>
                  <a:pt x="1633561" y="96330"/>
                </a:lnTo>
                <a:lnTo>
                  <a:pt x="1633926" y="96448"/>
                </a:lnTo>
                <a:lnTo>
                  <a:pt x="1634281" y="96576"/>
                </a:lnTo>
                <a:lnTo>
                  <a:pt x="1634627" y="96712"/>
                </a:lnTo>
                <a:lnTo>
                  <a:pt x="1634963" y="96857"/>
                </a:lnTo>
                <a:lnTo>
                  <a:pt x="1635290" y="97010"/>
                </a:lnTo>
                <a:lnTo>
                  <a:pt x="1635608" y="97173"/>
                </a:lnTo>
                <a:lnTo>
                  <a:pt x="1635917" y="97344"/>
                </a:lnTo>
                <a:lnTo>
                  <a:pt x="1636216" y="97524"/>
                </a:lnTo>
                <a:lnTo>
                  <a:pt x="1636506" y="97713"/>
                </a:lnTo>
                <a:lnTo>
                  <a:pt x="1636786" y="97910"/>
                </a:lnTo>
                <a:lnTo>
                  <a:pt x="1637058" y="98116"/>
                </a:lnTo>
                <a:lnTo>
                  <a:pt x="1637320" y="98331"/>
                </a:lnTo>
                <a:lnTo>
                  <a:pt x="1637572" y="98555"/>
                </a:lnTo>
                <a:lnTo>
                  <a:pt x="1637815" y="98788"/>
                </a:lnTo>
                <a:lnTo>
                  <a:pt x="1638049" y="99029"/>
                </a:lnTo>
                <a:lnTo>
                  <a:pt x="1638274" y="99280"/>
                </a:lnTo>
                <a:lnTo>
                  <a:pt x="1638489" y="99539"/>
                </a:lnTo>
                <a:lnTo>
                  <a:pt x="1638695" y="99806"/>
                </a:lnTo>
                <a:lnTo>
                  <a:pt x="1638893" y="100083"/>
                </a:lnTo>
                <a:lnTo>
                  <a:pt x="1639082" y="100368"/>
                </a:lnTo>
                <a:lnTo>
                  <a:pt x="1639262" y="100662"/>
                </a:lnTo>
                <a:lnTo>
                  <a:pt x="1639433" y="100964"/>
                </a:lnTo>
                <a:lnTo>
                  <a:pt x="1639595" y="101276"/>
                </a:lnTo>
                <a:lnTo>
                  <a:pt x="1639749" y="101596"/>
                </a:lnTo>
                <a:lnTo>
                  <a:pt x="1639894" y="101925"/>
                </a:lnTo>
                <a:lnTo>
                  <a:pt x="1640030" y="102263"/>
                </a:lnTo>
                <a:lnTo>
                  <a:pt x="1640157" y="102609"/>
                </a:lnTo>
                <a:lnTo>
                  <a:pt x="1640276" y="102965"/>
                </a:lnTo>
                <a:lnTo>
                  <a:pt x="1640386" y="103329"/>
                </a:lnTo>
                <a:lnTo>
                  <a:pt x="1640487" y="103702"/>
                </a:lnTo>
                <a:lnTo>
                  <a:pt x="1640579" y="104084"/>
                </a:lnTo>
                <a:lnTo>
                  <a:pt x="1640662" y="104474"/>
                </a:lnTo>
                <a:lnTo>
                  <a:pt x="1640737" y="104874"/>
                </a:lnTo>
                <a:lnTo>
                  <a:pt x="1640803" y="105282"/>
                </a:lnTo>
                <a:lnTo>
                  <a:pt x="1640860" y="105698"/>
                </a:lnTo>
                <a:lnTo>
                  <a:pt x="1640908" y="106124"/>
                </a:lnTo>
                <a:lnTo>
                  <a:pt x="1640948" y="106558"/>
                </a:lnTo>
                <a:lnTo>
                  <a:pt x="1640978" y="107002"/>
                </a:lnTo>
                <a:lnTo>
                  <a:pt x="1641000" y="107454"/>
                </a:lnTo>
                <a:lnTo>
                  <a:pt x="1641014" y="107914"/>
                </a:lnTo>
                <a:lnTo>
                  <a:pt x="1641018" y="108384"/>
                </a:lnTo>
                <a:lnTo>
                  <a:pt x="1641010" y="108906"/>
                </a:lnTo>
                <a:lnTo>
                  <a:pt x="1640988" y="109418"/>
                </a:lnTo>
                <a:lnTo>
                  <a:pt x="1640950" y="109920"/>
                </a:lnTo>
                <a:lnTo>
                  <a:pt x="1640897" y="110412"/>
                </a:lnTo>
                <a:lnTo>
                  <a:pt x="1640829" y="110894"/>
                </a:lnTo>
                <a:lnTo>
                  <a:pt x="1640746" y="111367"/>
                </a:lnTo>
                <a:lnTo>
                  <a:pt x="1640648" y="111829"/>
                </a:lnTo>
                <a:lnTo>
                  <a:pt x="1640535" y="112282"/>
                </a:lnTo>
                <a:lnTo>
                  <a:pt x="1640407" y="112725"/>
                </a:lnTo>
                <a:lnTo>
                  <a:pt x="1640263" y="113158"/>
                </a:lnTo>
                <a:lnTo>
                  <a:pt x="1640105" y="113581"/>
                </a:lnTo>
                <a:lnTo>
                  <a:pt x="1639931" y="113994"/>
                </a:lnTo>
                <a:lnTo>
                  <a:pt x="1639743" y="114397"/>
                </a:lnTo>
                <a:lnTo>
                  <a:pt x="1639539" y="114791"/>
                </a:lnTo>
                <a:lnTo>
                  <a:pt x="1639320" y="115174"/>
                </a:lnTo>
                <a:lnTo>
                  <a:pt x="1639086" y="115548"/>
                </a:lnTo>
                <a:lnTo>
                  <a:pt x="1638837" y="115912"/>
                </a:lnTo>
                <a:lnTo>
                  <a:pt x="1638573" y="116266"/>
                </a:lnTo>
                <a:lnTo>
                  <a:pt x="1638294" y="116610"/>
                </a:lnTo>
                <a:lnTo>
                  <a:pt x="1637999" y="116944"/>
                </a:lnTo>
                <a:lnTo>
                  <a:pt x="1637690" y="117268"/>
                </a:lnTo>
                <a:lnTo>
                  <a:pt x="1637365" y="117582"/>
                </a:lnTo>
                <a:lnTo>
                  <a:pt x="1637026" y="117887"/>
                </a:lnTo>
                <a:lnTo>
                  <a:pt x="1636671" y="118182"/>
                </a:lnTo>
                <a:lnTo>
                  <a:pt x="1636303" y="118465"/>
                </a:lnTo>
                <a:lnTo>
                  <a:pt x="1635922" y="118736"/>
                </a:lnTo>
                <a:lnTo>
                  <a:pt x="1635530" y="118996"/>
                </a:lnTo>
                <a:lnTo>
                  <a:pt x="1635124" y="119243"/>
                </a:lnTo>
                <a:lnTo>
                  <a:pt x="1634707" y="119478"/>
                </a:lnTo>
                <a:lnTo>
                  <a:pt x="1634277" y="119701"/>
                </a:lnTo>
                <a:lnTo>
                  <a:pt x="1633835" y="119913"/>
                </a:lnTo>
                <a:lnTo>
                  <a:pt x="1633380" y="120112"/>
                </a:lnTo>
                <a:lnTo>
                  <a:pt x="1632913" y="120299"/>
                </a:lnTo>
                <a:lnTo>
                  <a:pt x="1632434" y="120473"/>
                </a:lnTo>
                <a:lnTo>
                  <a:pt x="1631942" y="120636"/>
                </a:lnTo>
                <a:lnTo>
                  <a:pt x="1631438" y="120787"/>
                </a:lnTo>
                <a:lnTo>
                  <a:pt x="1630922" y="120926"/>
                </a:lnTo>
                <a:lnTo>
                  <a:pt x="1630394" y="121052"/>
                </a:lnTo>
                <a:lnTo>
                  <a:pt x="1629853" y="121167"/>
                </a:lnTo>
                <a:lnTo>
                  <a:pt x="1629299" y="121270"/>
                </a:lnTo>
                <a:lnTo>
                  <a:pt x="1628734" y="121360"/>
                </a:lnTo>
                <a:lnTo>
                  <a:pt x="1628156" y="121438"/>
                </a:lnTo>
                <a:lnTo>
                  <a:pt x="1627566" y="121505"/>
                </a:lnTo>
                <a:lnTo>
                  <a:pt x="1626963" y="121559"/>
                </a:lnTo>
                <a:lnTo>
                  <a:pt x="1626348" y="121601"/>
                </a:lnTo>
                <a:lnTo>
                  <a:pt x="1625721" y="121631"/>
                </a:lnTo>
                <a:lnTo>
                  <a:pt x="1625081" y="121650"/>
                </a:lnTo>
                <a:lnTo>
                  <a:pt x="1624429" y="121656"/>
                </a:lnTo>
                <a:lnTo>
                  <a:pt x="1617476" y="121656"/>
                </a:lnTo>
                <a:lnTo>
                  <a:pt x="1616837" y="121650"/>
                </a:lnTo>
                <a:lnTo>
                  <a:pt x="1616210" y="121632"/>
                </a:lnTo>
                <a:lnTo>
                  <a:pt x="1615595" y="121603"/>
                </a:lnTo>
                <a:lnTo>
                  <a:pt x="1614992" y="121561"/>
                </a:lnTo>
                <a:lnTo>
                  <a:pt x="1614401" y="121508"/>
                </a:lnTo>
                <a:lnTo>
                  <a:pt x="1613823" y="121443"/>
                </a:lnTo>
                <a:lnTo>
                  <a:pt x="1613256" y="121367"/>
                </a:lnTo>
                <a:lnTo>
                  <a:pt x="1612701" y="121278"/>
                </a:lnTo>
                <a:lnTo>
                  <a:pt x="1612159" y="121178"/>
                </a:lnTo>
                <a:lnTo>
                  <a:pt x="1611628" y="121066"/>
                </a:lnTo>
                <a:lnTo>
                  <a:pt x="1611110" y="120942"/>
                </a:lnTo>
                <a:lnTo>
                  <a:pt x="1610603" y="120806"/>
                </a:lnTo>
                <a:lnTo>
                  <a:pt x="1610109" y="120659"/>
                </a:lnTo>
                <a:lnTo>
                  <a:pt x="1609627" y="120500"/>
                </a:lnTo>
                <a:lnTo>
                  <a:pt x="1609157" y="120329"/>
                </a:lnTo>
                <a:lnTo>
                  <a:pt x="1608699" y="120146"/>
                </a:lnTo>
                <a:lnTo>
                  <a:pt x="1608252" y="119951"/>
                </a:lnTo>
                <a:lnTo>
                  <a:pt x="1607818" y="119745"/>
                </a:lnTo>
                <a:lnTo>
                  <a:pt x="1607397" y="119527"/>
                </a:lnTo>
                <a:lnTo>
                  <a:pt x="1606987" y="119297"/>
                </a:lnTo>
                <a:lnTo>
                  <a:pt x="1606589" y="119055"/>
                </a:lnTo>
                <a:lnTo>
                  <a:pt x="1606203" y="118801"/>
                </a:lnTo>
                <a:lnTo>
                  <a:pt x="1605829" y="118536"/>
                </a:lnTo>
                <a:lnTo>
                  <a:pt x="1605468" y="118259"/>
                </a:lnTo>
                <a:lnTo>
                  <a:pt x="1605120" y="117971"/>
                </a:lnTo>
                <a:lnTo>
                  <a:pt x="1604787" y="117674"/>
                </a:lnTo>
                <a:lnTo>
                  <a:pt x="1604468" y="117369"/>
                </a:lnTo>
                <a:lnTo>
                  <a:pt x="1604165" y="117054"/>
                </a:lnTo>
                <a:lnTo>
                  <a:pt x="1603876" y="116730"/>
                </a:lnTo>
                <a:lnTo>
                  <a:pt x="1603602" y="116397"/>
                </a:lnTo>
                <a:lnTo>
                  <a:pt x="1603343" y="116056"/>
                </a:lnTo>
                <a:lnTo>
                  <a:pt x="1603098" y="115705"/>
                </a:lnTo>
                <a:lnTo>
                  <a:pt x="1602869" y="115345"/>
                </a:lnTo>
                <a:lnTo>
                  <a:pt x="1602654" y="114976"/>
                </a:lnTo>
                <a:lnTo>
                  <a:pt x="1602454" y="114597"/>
                </a:lnTo>
                <a:lnTo>
                  <a:pt x="1602269" y="114210"/>
                </a:lnTo>
                <a:lnTo>
                  <a:pt x="1602099" y="113814"/>
                </a:lnTo>
                <a:lnTo>
                  <a:pt x="1601943" y="113409"/>
                </a:lnTo>
                <a:lnTo>
                  <a:pt x="1601803" y="112995"/>
                </a:lnTo>
                <a:lnTo>
                  <a:pt x="1601677" y="112571"/>
                </a:lnTo>
                <a:lnTo>
                  <a:pt x="1601566" y="112139"/>
                </a:lnTo>
                <a:lnTo>
                  <a:pt x="1601470" y="111697"/>
                </a:lnTo>
                <a:lnTo>
                  <a:pt x="1601388" y="111247"/>
                </a:lnTo>
                <a:lnTo>
                  <a:pt x="1601321" y="110787"/>
                </a:lnTo>
                <a:lnTo>
                  <a:pt x="1601270" y="110319"/>
                </a:lnTo>
                <a:lnTo>
                  <a:pt x="1601233" y="109841"/>
                </a:lnTo>
                <a:lnTo>
                  <a:pt x="1601210" y="109355"/>
                </a:lnTo>
                <a:lnTo>
                  <a:pt x="1601203" y="108859"/>
                </a:lnTo>
                <a:lnTo>
                  <a:pt x="1586984" y="108859"/>
                </a:lnTo>
                <a:lnTo>
                  <a:pt x="1586990" y="109526"/>
                </a:lnTo>
                <a:lnTo>
                  <a:pt x="1587009" y="110185"/>
                </a:lnTo>
                <a:lnTo>
                  <a:pt x="1587039" y="110835"/>
                </a:lnTo>
                <a:lnTo>
                  <a:pt x="1587083" y="111477"/>
                </a:lnTo>
                <a:lnTo>
                  <a:pt x="1587138" y="112110"/>
                </a:lnTo>
                <a:lnTo>
                  <a:pt x="1587206" y="112734"/>
                </a:lnTo>
                <a:lnTo>
                  <a:pt x="1587286" y="113351"/>
                </a:lnTo>
                <a:lnTo>
                  <a:pt x="1587379" y="113958"/>
                </a:lnTo>
                <a:lnTo>
                  <a:pt x="1587484" y="114558"/>
                </a:lnTo>
                <a:lnTo>
                  <a:pt x="1587601" y="115148"/>
                </a:lnTo>
                <a:lnTo>
                  <a:pt x="1587730" y="115730"/>
                </a:lnTo>
                <a:lnTo>
                  <a:pt x="1587872" y="116304"/>
                </a:lnTo>
                <a:lnTo>
                  <a:pt x="1588027" y="116869"/>
                </a:lnTo>
                <a:lnTo>
                  <a:pt x="1588193" y="117426"/>
                </a:lnTo>
                <a:lnTo>
                  <a:pt x="1588372" y="117974"/>
                </a:lnTo>
                <a:lnTo>
                  <a:pt x="1588563" y="118514"/>
                </a:lnTo>
                <a:lnTo>
                  <a:pt x="1588767" y="119045"/>
                </a:lnTo>
                <a:lnTo>
                  <a:pt x="1588983" y="119568"/>
                </a:lnTo>
                <a:lnTo>
                  <a:pt x="1589211" y="120082"/>
                </a:lnTo>
                <a:lnTo>
                  <a:pt x="1589452" y="120588"/>
                </a:lnTo>
                <a:lnTo>
                  <a:pt x="1589705" y="121085"/>
                </a:lnTo>
                <a:lnTo>
                  <a:pt x="1589970" y="121574"/>
                </a:lnTo>
                <a:lnTo>
                  <a:pt x="1590247" y="122054"/>
                </a:lnTo>
                <a:lnTo>
                  <a:pt x="1590537" y="122526"/>
                </a:lnTo>
                <a:lnTo>
                  <a:pt x="1590840" y="122989"/>
                </a:lnTo>
                <a:lnTo>
                  <a:pt x="1591153" y="123442"/>
                </a:lnTo>
                <a:lnTo>
                  <a:pt x="1591478" y="123886"/>
                </a:lnTo>
                <a:lnTo>
                  <a:pt x="1591815" y="124321"/>
                </a:lnTo>
                <a:lnTo>
                  <a:pt x="1592163" y="124746"/>
                </a:lnTo>
                <a:lnTo>
                  <a:pt x="1592523" y="125162"/>
                </a:lnTo>
                <a:lnTo>
                  <a:pt x="1592894" y="125569"/>
                </a:lnTo>
                <a:lnTo>
                  <a:pt x="1593276" y="125966"/>
                </a:lnTo>
                <a:lnTo>
                  <a:pt x="1593671" y="126354"/>
                </a:lnTo>
                <a:lnTo>
                  <a:pt x="1594076" y="126733"/>
                </a:lnTo>
                <a:lnTo>
                  <a:pt x="1594493" y="127103"/>
                </a:lnTo>
                <a:lnTo>
                  <a:pt x="1594922" y="127463"/>
                </a:lnTo>
                <a:lnTo>
                  <a:pt x="1595362" y="127814"/>
                </a:lnTo>
                <a:lnTo>
                  <a:pt x="1595814" y="128155"/>
                </a:lnTo>
                <a:lnTo>
                  <a:pt x="1596277" y="128487"/>
                </a:lnTo>
                <a:lnTo>
                  <a:pt x="1596752" y="128810"/>
                </a:lnTo>
                <a:lnTo>
                  <a:pt x="1597238" y="129124"/>
                </a:lnTo>
                <a:lnTo>
                  <a:pt x="1597736" y="129428"/>
                </a:lnTo>
                <a:lnTo>
                  <a:pt x="1598245" y="129723"/>
                </a:lnTo>
                <a:lnTo>
                  <a:pt x="1598766" y="130009"/>
                </a:lnTo>
                <a:lnTo>
                  <a:pt x="1599298" y="130285"/>
                </a:lnTo>
                <a:lnTo>
                  <a:pt x="1599842" y="130552"/>
                </a:lnTo>
                <a:lnTo>
                  <a:pt x="1600398" y="130810"/>
                </a:lnTo>
                <a:lnTo>
                  <a:pt x="1600964" y="131058"/>
                </a:lnTo>
                <a:lnTo>
                  <a:pt x="1601542" y="131296"/>
                </a:lnTo>
                <a:lnTo>
                  <a:pt x="1602129" y="131525"/>
                </a:lnTo>
                <a:lnTo>
                  <a:pt x="1602726" y="131743"/>
                </a:lnTo>
                <a:lnTo>
                  <a:pt x="1603332" y="131951"/>
                </a:lnTo>
                <a:lnTo>
                  <a:pt x="1603948" y="132149"/>
                </a:lnTo>
                <a:lnTo>
                  <a:pt x="1604574" y="132336"/>
                </a:lnTo>
                <a:lnTo>
                  <a:pt x="1605209" y="132514"/>
                </a:lnTo>
                <a:lnTo>
                  <a:pt x="1605854" y="132681"/>
                </a:lnTo>
                <a:lnTo>
                  <a:pt x="1606508" y="132838"/>
                </a:lnTo>
                <a:lnTo>
                  <a:pt x="1607172" y="132986"/>
                </a:lnTo>
                <a:lnTo>
                  <a:pt x="1607846" y="133122"/>
                </a:lnTo>
                <a:lnTo>
                  <a:pt x="1608529" y="133249"/>
                </a:lnTo>
                <a:lnTo>
                  <a:pt x="1609222" y="133366"/>
                </a:lnTo>
                <a:lnTo>
                  <a:pt x="1609924" y="133473"/>
                </a:lnTo>
                <a:lnTo>
                  <a:pt x="1610636" y="133569"/>
                </a:lnTo>
                <a:lnTo>
                  <a:pt x="1611358" y="133655"/>
                </a:lnTo>
                <a:lnTo>
                  <a:pt x="1612089" y="133731"/>
                </a:lnTo>
                <a:lnTo>
                  <a:pt x="1612830" y="133797"/>
                </a:lnTo>
                <a:lnTo>
                  <a:pt x="1613580" y="133853"/>
                </a:lnTo>
                <a:lnTo>
                  <a:pt x="1614340" y="133899"/>
                </a:lnTo>
                <a:lnTo>
                  <a:pt x="1615110" y="133934"/>
                </a:lnTo>
                <a:lnTo>
                  <a:pt x="1615889" y="133960"/>
                </a:lnTo>
                <a:lnTo>
                  <a:pt x="1616678" y="133975"/>
                </a:lnTo>
                <a:lnTo>
                  <a:pt x="1617476" y="133980"/>
                </a:lnTo>
                <a:lnTo>
                  <a:pt x="1624429" y="133980"/>
                </a:lnTo>
                <a:lnTo>
                  <a:pt x="1625629" y="133968"/>
                </a:lnTo>
                <a:lnTo>
                  <a:pt x="1626806" y="133933"/>
                </a:lnTo>
                <a:lnTo>
                  <a:pt x="1627960" y="133875"/>
                </a:lnTo>
                <a:lnTo>
                  <a:pt x="1629092" y="133793"/>
                </a:lnTo>
                <a:close/>
                <a:moveTo>
                  <a:pt x="1716656" y="133802"/>
                </a:moveTo>
                <a:lnTo>
                  <a:pt x="1717472" y="133723"/>
                </a:lnTo>
                <a:lnTo>
                  <a:pt x="1718279" y="133630"/>
                </a:lnTo>
                <a:lnTo>
                  <a:pt x="1719076" y="133523"/>
                </a:lnTo>
                <a:lnTo>
                  <a:pt x="1719863" y="133402"/>
                </a:lnTo>
                <a:lnTo>
                  <a:pt x="1720641" y="133267"/>
                </a:lnTo>
                <a:lnTo>
                  <a:pt x="1721409" y="133117"/>
                </a:lnTo>
                <a:lnTo>
                  <a:pt x="1722167" y="132953"/>
                </a:lnTo>
                <a:lnTo>
                  <a:pt x="1722916" y="132774"/>
                </a:lnTo>
                <a:lnTo>
                  <a:pt x="1723655" y="132582"/>
                </a:lnTo>
                <a:lnTo>
                  <a:pt x="1724385" y="132375"/>
                </a:lnTo>
                <a:lnTo>
                  <a:pt x="1725105" y="132154"/>
                </a:lnTo>
                <a:lnTo>
                  <a:pt x="1725816" y="131919"/>
                </a:lnTo>
                <a:lnTo>
                  <a:pt x="1726517" y="131669"/>
                </a:lnTo>
                <a:lnTo>
                  <a:pt x="1727208" y="131405"/>
                </a:lnTo>
                <a:lnTo>
                  <a:pt x="1727890" y="131127"/>
                </a:lnTo>
                <a:lnTo>
                  <a:pt x="1728562" y="130835"/>
                </a:lnTo>
                <a:lnTo>
                  <a:pt x="1729224" y="130528"/>
                </a:lnTo>
                <a:lnTo>
                  <a:pt x="1729877" y="130207"/>
                </a:lnTo>
                <a:lnTo>
                  <a:pt x="1730520" y="129872"/>
                </a:lnTo>
                <a:lnTo>
                  <a:pt x="1731153" y="129523"/>
                </a:lnTo>
                <a:lnTo>
                  <a:pt x="1731773" y="129161"/>
                </a:lnTo>
                <a:lnTo>
                  <a:pt x="1732382" y="128787"/>
                </a:lnTo>
                <a:lnTo>
                  <a:pt x="1732978" y="128399"/>
                </a:lnTo>
                <a:lnTo>
                  <a:pt x="1733563" y="127999"/>
                </a:lnTo>
                <a:lnTo>
                  <a:pt x="1734135" y="127586"/>
                </a:lnTo>
                <a:lnTo>
                  <a:pt x="1734695" y="127160"/>
                </a:lnTo>
                <a:lnTo>
                  <a:pt x="1735243" y="126721"/>
                </a:lnTo>
                <a:lnTo>
                  <a:pt x="1735779" y="126269"/>
                </a:lnTo>
                <a:lnTo>
                  <a:pt x="1736303" y="125804"/>
                </a:lnTo>
                <a:lnTo>
                  <a:pt x="1736815" y="125326"/>
                </a:lnTo>
                <a:lnTo>
                  <a:pt x="1737315" y="124836"/>
                </a:lnTo>
                <a:lnTo>
                  <a:pt x="1737803" y="124332"/>
                </a:lnTo>
                <a:lnTo>
                  <a:pt x="1738279" y="123816"/>
                </a:lnTo>
                <a:lnTo>
                  <a:pt x="1738742" y="123286"/>
                </a:lnTo>
                <a:lnTo>
                  <a:pt x="1739194" y="122744"/>
                </a:lnTo>
                <a:lnTo>
                  <a:pt x="1739633" y="122189"/>
                </a:lnTo>
                <a:lnTo>
                  <a:pt x="1740061" y="121621"/>
                </a:lnTo>
                <a:lnTo>
                  <a:pt x="1740476" y="121040"/>
                </a:lnTo>
                <a:lnTo>
                  <a:pt x="1740879" y="120447"/>
                </a:lnTo>
                <a:lnTo>
                  <a:pt x="1741271" y="119840"/>
                </a:lnTo>
                <a:lnTo>
                  <a:pt x="1741650" y="119221"/>
                </a:lnTo>
                <a:lnTo>
                  <a:pt x="1742017" y="118588"/>
                </a:lnTo>
                <a:lnTo>
                  <a:pt x="1742372" y="117943"/>
                </a:lnTo>
                <a:lnTo>
                  <a:pt x="1742714" y="117286"/>
                </a:lnTo>
                <a:lnTo>
                  <a:pt x="1743041" y="116618"/>
                </a:lnTo>
                <a:lnTo>
                  <a:pt x="1743353" y="115940"/>
                </a:lnTo>
                <a:lnTo>
                  <a:pt x="1743651" y="115250"/>
                </a:lnTo>
                <a:lnTo>
                  <a:pt x="1743935" y="114551"/>
                </a:lnTo>
                <a:lnTo>
                  <a:pt x="1744204" y="113840"/>
                </a:lnTo>
                <a:lnTo>
                  <a:pt x="1744458" y="113119"/>
                </a:lnTo>
                <a:lnTo>
                  <a:pt x="1744698" y="112387"/>
                </a:lnTo>
                <a:lnTo>
                  <a:pt x="1744924" y="111644"/>
                </a:lnTo>
                <a:lnTo>
                  <a:pt x="1745135" y="110891"/>
                </a:lnTo>
                <a:lnTo>
                  <a:pt x="1745331" y="110127"/>
                </a:lnTo>
                <a:lnTo>
                  <a:pt x="1745513" y="109352"/>
                </a:lnTo>
                <a:lnTo>
                  <a:pt x="1745680" y="108566"/>
                </a:lnTo>
                <a:lnTo>
                  <a:pt x="1745832" y="107770"/>
                </a:lnTo>
                <a:lnTo>
                  <a:pt x="1745971" y="106963"/>
                </a:lnTo>
                <a:lnTo>
                  <a:pt x="1746094" y="106146"/>
                </a:lnTo>
                <a:lnTo>
                  <a:pt x="1746203" y="105318"/>
                </a:lnTo>
                <a:lnTo>
                  <a:pt x="1746298" y="104479"/>
                </a:lnTo>
                <a:lnTo>
                  <a:pt x="1746378" y="103629"/>
                </a:lnTo>
                <a:lnTo>
                  <a:pt x="1746443" y="102769"/>
                </a:lnTo>
                <a:lnTo>
                  <a:pt x="1746494" y="101898"/>
                </a:lnTo>
                <a:lnTo>
                  <a:pt x="1746530" y="101016"/>
                </a:lnTo>
                <a:lnTo>
                  <a:pt x="1746552" y="100124"/>
                </a:lnTo>
                <a:lnTo>
                  <a:pt x="1746560" y="99220"/>
                </a:lnTo>
                <a:lnTo>
                  <a:pt x="1746560" y="79314"/>
                </a:lnTo>
                <a:lnTo>
                  <a:pt x="1746552" y="78398"/>
                </a:lnTo>
                <a:lnTo>
                  <a:pt x="1746530" y="77494"/>
                </a:lnTo>
                <a:lnTo>
                  <a:pt x="1746494" y="76601"/>
                </a:lnTo>
                <a:lnTo>
                  <a:pt x="1746443" y="75719"/>
                </a:lnTo>
                <a:lnTo>
                  <a:pt x="1746378" y="74849"/>
                </a:lnTo>
                <a:lnTo>
                  <a:pt x="1746298" y="73991"/>
                </a:lnTo>
                <a:lnTo>
                  <a:pt x="1746203" y="73144"/>
                </a:lnTo>
                <a:lnTo>
                  <a:pt x="1746094" y="72309"/>
                </a:lnTo>
                <a:lnTo>
                  <a:pt x="1745971" y="71485"/>
                </a:lnTo>
                <a:lnTo>
                  <a:pt x="1745832" y="70673"/>
                </a:lnTo>
                <a:lnTo>
                  <a:pt x="1745680" y="69872"/>
                </a:lnTo>
                <a:lnTo>
                  <a:pt x="1745513" y="69083"/>
                </a:lnTo>
                <a:lnTo>
                  <a:pt x="1745331" y="68305"/>
                </a:lnTo>
                <a:lnTo>
                  <a:pt x="1745135" y="67539"/>
                </a:lnTo>
                <a:lnTo>
                  <a:pt x="1744924" y="66785"/>
                </a:lnTo>
                <a:lnTo>
                  <a:pt x="1744698" y="66042"/>
                </a:lnTo>
                <a:lnTo>
                  <a:pt x="1744458" y="65310"/>
                </a:lnTo>
                <a:lnTo>
                  <a:pt x="1744204" y="64590"/>
                </a:lnTo>
                <a:lnTo>
                  <a:pt x="1743935" y="63882"/>
                </a:lnTo>
                <a:lnTo>
                  <a:pt x="1743651" y="63185"/>
                </a:lnTo>
                <a:lnTo>
                  <a:pt x="1743353" y="62499"/>
                </a:lnTo>
                <a:lnTo>
                  <a:pt x="1743041" y="61825"/>
                </a:lnTo>
                <a:lnTo>
                  <a:pt x="1742714" y="61163"/>
                </a:lnTo>
                <a:lnTo>
                  <a:pt x="1742372" y="60512"/>
                </a:lnTo>
                <a:lnTo>
                  <a:pt x="1742017" y="59873"/>
                </a:lnTo>
                <a:lnTo>
                  <a:pt x="1741650" y="59247"/>
                </a:lnTo>
                <a:lnTo>
                  <a:pt x="1741272" y="58633"/>
                </a:lnTo>
                <a:lnTo>
                  <a:pt x="1740882" y="58033"/>
                </a:lnTo>
                <a:lnTo>
                  <a:pt x="1740480" y="57444"/>
                </a:lnTo>
                <a:lnTo>
                  <a:pt x="1740066" y="56868"/>
                </a:lnTo>
                <a:lnTo>
                  <a:pt x="1739640" y="56305"/>
                </a:lnTo>
                <a:lnTo>
                  <a:pt x="1739203" y="55755"/>
                </a:lnTo>
                <a:lnTo>
                  <a:pt x="1738753" y="55217"/>
                </a:lnTo>
                <a:lnTo>
                  <a:pt x="1738292" y="54692"/>
                </a:lnTo>
                <a:lnTo>
                  <a:pt x="1737820" y="54179"/>
                </a:lnTo>
                <a:lnTo>
                  <a:pt x="1737335" y="53679"/>
                </a:lnTo>
                <a:lnTo>
                  <a:pt x="1736839" y="53192"/>
                </a:lnTo>
                <a:lnTo>
                  <a:pt x="1736330" y="52717"/>
                </a:lnTo>
                <a:lnTo>
                  <a:pt x="1735810" y="52255"/>
                </a:lnTo>
                <a:lnTo>
                  <a:pt x="1735279" y="51805"/>
                </a:lnTo>
                <a:lnTo>
                  <a:pt x="1734735" y="51368"/>
                </a:lnTo>
                <a:lnTo>
                  <a:pt x="1734180" y="50944"/>
                </a:lnTo>
                <a:lnTo>
                  <a:pt x="1733613" y="50532"/>
                </a:lnTo>
                <a:lnTo>
                  <a:pt x="1733034" y="50133"/>
                </a:lnTo>
                <a:lnTo>
                  <a:pt x="1732443" y="49747"/>
                </a:lnTo>
                <a:lnTo>
                  <a:pt x="1731840" y="49373"/>
                </a:lnTo>
                <a:lnTo>
                  <a:pt x="1731226" y="49011"/>
                </a:lnTo>
                <a:lnTo>
                  <a:pt x="1730600" y="48663"/>
                </a:lnTo>
                <a:lnTo>
                  <a:pt x="1729963" y="48328"/>
                </a:lnTo>
                <a:lnTo>
                  <a:pt x="1729315" y="48007"/>
                </a:lnTo>
                <a:lnTo>
                  <a:pt x="1728657" y="47700"/>
                </a:lnTo>
                <a:lnTo>
                  <a:pt x="1727989" y="47407"/>
                </a:lnTo>
                <a:lnTo>
                  <a:pt x="1727310" y="47129"/>
                </a:lnTo>
                <a:lnTo>
                  <a:pt x="1726621" y="46865"/>
                </a:lnTo>
                <a:lnTo>
                  <a:pt x="1725921" y="46616"/>
                </a:lnTo>
                <a:lnTo>
                  <a:pt x="1725211" y="46380"/>
                </a:lnTo>
                <a:lnTo>
                  <a:pt x="1724491" y="46159"/>
                </a:lnTo>
                <a:lnTo>
                  <a:pt x="1723760" y="45953"/>
                </a:lnTo>
                <a:lnTo>
                  <a:pt x="1723019" y="45760"/>
                </a:lnTo>
                <a:lnTo>
                  <a:pt x="1722267" y="45582"/>
                </a:lnTo>
                <a:lnTo>
                  <a:pt x="1721504" y="45418"/>
                </a:lnTo>
                <a:lnTo>
                  <a:pt x="1720732" y="45268"/>
                </a:lnTo>
                <a:lnTo>
                  <a:pt x="1719949" y="45132"/>
                </a:lnTo>
                <a:lnTo>
                  <a:pt x="1719155" y="45011"/>
                </a:lnTo>
                <a:lnTo>
                  <a:pt x="1718351" y="44904"/>
                </a:lnTo>
                <a:lnTo>
                  <a:pt x="1717537" y="44811"/>
                </a:lnTo>
                <a:lnTo>
                  <a:pt x="1716712" y="44733"/>
                </a:lnTo>
                <a:lnTo>
                  <a:pt x="1715877" y="44669"/>
                </a:lnTo>
                <a:lnTo>
                  <a:pt x="1715031" y="44619"/>
                </a:lnTo>
                <a:lnTo>
                  <a:pt x="1714175" y="44583"/>
                </a:lnTo>
                <a:lnTo>
                  <a:pt x="1713309" y="44562"/>
                </a:lnTo>
                <a:lnTo>
                  <a:pt x="1712432" y="44555"/>
                </a:lnTo>
                <a:lnTo>
                  <a:pt x="1711567" y="44562"/>
                </a:lnTo>
                <a:lnTo>
                  <a:pt x="1710713" y="44583"/>
                </a:lnTo>
                <a:lnTo>
                  <a:pt x="1709868" y="44619"/>
                </a:lnTo>
                <a:lnTo>
                  <a:pt x="1709032" y="44669"/>
                </a:lnTo>
                <a:lnTo>
                  <a:pt x="1708206" y="44733"/>
                </a:lnTo>
                <a:lnTo>
                  <a:pt x="1707390" y="44811"/>
                </a:lnTo>
                <a:lnTo>
                  <a:pt x="1706583" y="44904"/>
                </a:lnTo>
                <a:lnTo>
                  <a:pt x="1705786" y="45011"/>
                </a:lnTo>
                <a:lnTo>
                  <a:pt x="1704999" y="45132"/>
                </a:lnTo>
                <a:lnTo>
                  <a:pt x="1704221" y="45268"/>
                </a:lnTo>
                <a:lnTo>
                  <a:pt x="1703452" y="45418"/>
                </a:lnTo>
                <a:lnTo>
                  <a:pt x="1702694" y="45582"/>
                </a:lnTo>
                <a:lnTo>
                  <a:pt x="1701945" y="45760"/>
                </a:lnTo>
                <a:lnTo>
                  <a:pt x="1701205" y="45953"/>
                </a:lnTo>
                <a:lnTo>
                  <a:pt x="1700475" y="46159"/>
                </a:lnTo>
                <a:lnTo>
                  <a:pt x="1699755" y="46380"/>
                </a:lnTo>
                <a:lnTo>
                  <a:pt x="1699044" y="46616"/>
                </a:lnTo>
                <a:lnTo>
                  <a:pt x="1698343" y="46865"/>
                </a:lnTo>
                <a:lnTo>
                  <a:pt x="1697652" y="47129"/>
                </a:lnTo>
                <a:lnTo>
                  <a:pt x="1696970" y="47407"/>
                </a:lnTo>
                <a:lnTo>
                  <a:pt x="1696298" y="47700"/>
                </a:lnTo>
                <a:lnTo>
                  <a:pt x="1695635" y="48007"/>
                </a:lnTo>
                <a:lnTo>
                  <a:pt x="1694982" y="48328"/>
                </a:lnTo>
                <a:lnTo>
                  <a:pt x="1694338" y="48663"/>
                </a:lnTo>
                <a:lnTo>
                  <a:pt x="1693706" y="49011"/>
                </a:lnTo>
                <a:lnTo>
                  <a:pt x="1693086" y="49373"/>
                </a:lnTo>
                <a:lnTo>
                  <a:pt x="1692477" y="49747"/>
                </a:lnTo>
                <a:lnTo>
                  <a:pt x="1691881" y="50133"/>
                </a:lnTo>
                <a:lnTo>
                  <a:pt x="1691297" y="50532"/>
                </a:lnTo>
                <a:lnTo>
                  <a:pt x="1690725" y="50944"/>
                </a:lnTo>
                <a:lnTo>
                  <a:pt x="1690165" y="51368"/>
                </a:lnTo>
                <a:lnTo>
                  <a:pt x="1689617" y="51805"/>
                </a:lnTo>
                <a:lnTo>
                  <a:pt x="1689081" y="52255"/>
                </a:lnTo>
                <a:lnTo>
                  <a:pt x="1688557" y="52717"/>
                </a:lnTo>
                <a:lnTo>
                  <a:pt x="1688045" y="53192"/>
                </a:lnTo>
                <a:lnTo>
                  <a:pt x="1687545" y="53679"/>
                </a:lnTo>
                <a:lnTo>
                  <a:pt x="1687058" y="54179"/>
                </a:lnTo>
                <a:lnTo>
                  <a:pt x="1686582" y="54692"/>
                </a:lnTo>
                <a:lnTo>
                  <a:pt x="1686118" y="55217"/>
                </a:lnTo>
                <a:lnTo>
                  <a:pt x="1685667" y="55755"/>
                </a:lnTo>
                <a:lnTo>
                  <a:pt x="1685227" y="56305"/>
                </a:lnTo>
                <a:lnTo>
                  <a:pt x="1684800" y="56868"/>
                </a:lnTo>
                <a:lnTo>
                  <a:pt x="1684385" y="57444"/>
                </a:lnTo>
                <a:lnTo>
                  <a:pt x="1683982" y="58033"/>
                </a:lnTo>
                <a:lnTo>
                  <a:pt x="1683590" y="58633"/>
                </a:lnTo>
                <a:lnTo>
                  <a:pt x="1683211" y="59247"/>
                </a:lnTo>
                <a:lnTo>
                  <a:pt x="1682844" y="59873"/>
                </a:lnTo>
                <a:lnTo>
                  <a:pt x="1682489" y="60512"/>
                </a:lnTo>
                <a:lnTo>
                  <a:pt x="1682148" y="61163"/>
                </a:lnTo>
                <a:lnTo>
                  <a:pt x="1681821" y="61825"/>
                </a:lnTo>
                <a:lnTo>
                  <a:pt x="1681508" y="62499"/>
                </a:lnTo>
                <a:lnTo>
                  <a:pt x="1681210" y="63185"/>
                </a:lnTo>
                <a:lnTo>
                  <a:pt x="1680927" y="63882"/>
                </a:lnTo>
                <a:lnTo>
                  <a:pt x="1680658" y="64590"/>
                </a:lnTo>
                <a:lnTo>
                  <a:pt x="1680404" y="65310"/>
                </a:lnTo>
                <a:lnTo>
                  <a:pt x="1680164" y="66042"/>
                </a:lnTo>
                <a:lnTo>
                  <a:pt x="1679939" y="66785"/>
                </a:lnTo>
                <a:lnTo>
                  <a:pt x="1679728" y="67539"/>
                </a:lnTo>
                <a:lnTo>
                  <a:pt x="1679532" y="68305"/>
                </a:lnTo>
                <a:lnTo>
                  <a:pt x="1679350" y="69083"/>
                </a:lnTo>
                <a:lnTo>
                  <a:pt x="1679183" y="69872"/>
                </a:lnTo>
                <a:lnTo>
                  <a:pt x="1679031" y="70673"/>
                </a:lnTo>
                <a:lnTo>
                  <a:pt x="1678892" y="71485"/>
                </a:lnTo>
                <a:lnTo>
                  <a:pt x="1678769" y="72309"/>
                </a:lnTo>
                <a:lnTo>
                  <a:pt x="1678660" y="73144"/>
                </a:lnTo>
                <a:lnTo>
                  <a:pt x="1678565" y="73991"/>
                </a:lnTo>
                <a:lnTo>
                  <a:pt x="1678486" y="74849"/>
                </a:lnTo>
                <a:lnTo>
                  <a:pt x="1678420" y="75719"/>
                </a:lnTo>
                <a:lnTo>
                  <a:pt x="1678369" y="76601"/>
                </a:lnTo>
                <a:lnTo>
                  <a:pt x="1678333" y="77494"/>
                </a:lnTo>
                <a:lnTo>
                  <a:pt x="1678311" y="78398"/>
                </a:lnTo>
                <a:lnTo>
                  <a:pt x="1678304" y="79314"/>
                </a:lnTo>
                <a:lnTo>
                  <a:pt x="1678304" y="99220"/>
                </a:lnTo>
                <a:lnTo>
                  <a:pt x="1678311" y="100124"/>
                </a:lnTo>
                <a:lnTo>
                  <a:pt x="1678333" y="101016"/>
                </a:lnTo>
                <a:lnTo>
                  <a:pt x="1678369" y="101898"/>
                </a:lnTo>
                <a:lnTo>
                  <a:pt x="1678420" y="102769"/>
                </a:lnTo>
                <a:lnTo>
                  <a:pt x="1678486" y="103629"/>
                </a:lnTo>
                <a:lnTo>
                  <a:pt x="1678565" y="104479"/>
                </a:lnTo>
                <a:lnTo>
                  <a:pt x="1678660" y="105318"/>
                </a:lnTo>
                <a:lnTo>
                  <a:pt x="1678769" y="106146"/>
                </a:lnTo>
                <a:lnTo>
                  <a:pt x="1678892" y="106963"/>
                </a:lnTo>
                <a:lnTo>
                  <a:pt x="1679031" y="107770"/>
                </a:lnTo>
                <a:lnTo>
                  <a:pt x="1679183" y="108566"/>
                </a:lnTo>
                <a:lnTo>
                  <a:pt x="1679350" y="109352"/>
                </a:lnTo>
                <a:lnTo>
                  <a:pt x="1679532" y="110127"/>
                </a:lnTo>
                <a:lnTo>
                  <a:pt x="1679728" y="110891"/>
                </a:lnTo>
                <a:lnTo>
                  <a:pt x="1679939" y="111644"/>
                </a:lnTo>
                <a:lnTo>
                  <a:pt x="1680164" y="112387"/>
                </a:lnTo>
                <a:lnTo>
                  <a:pt x="1680404" y="113119"/>
                </a:lnTo>
                <a:lnTo>
                  <a:pt x="1680658" y="113840"/>
                </a:lnTo>
                <a:lnTo>
                  <a:pt x="1680927" y="114551"/>
                </a:lnTo>
                <a:lnTo>
                  <a:pt x="1681210" y="115250"/>
                </a:lnTo>
                <a:lnTo>
                  <a:pt x="1681508" y="115940"/>
                </a:lnTo>
                <a:lnTo>
                  <a:pt x="1681821" y="116618"/>
                </a:lnTo>
                <a:lnTo>
                  <a:pt x="1682148" y="117286"/>
                </a:lnTo>
                <a:lnTo>
                  <a:pt x="1682489" y="117943"/>
                </a:lnTo>
                <a:lnTo>
                  <a:pt x="1682844" y="118588"/>
                </a:lnTo>
                <a:lnTo>
                  <a:pt x="1683211" y="119221"/>
                </a:lnTo>
                <a:lnTo>
                  <a:pt x="1683590" y="119840"/>
                </a:lnTo>
                <a:lnTo>
                  <a:pt x="1683982" y="120447"/>
                </a:lnTo>
                <a:lnTo>
                  <a:pt x="1684385" y="121040"/>
                </a:lnTo>
                <a:lnTo>
                  <a:pt x="1684800" y="121621"/>
                </a:lnTo>
                <a:lnTo>
                  <a:pt x="1685227" y="122189"/>
                </a:lnTo>
                <a:lnTo>
                  <a:pt x="1685667" y="122744"/>
                </a:lnTo>
                <a:lnTo>
                  <a:pt x="1686118" y="123286"/>
                </a:lnTo>
                <a:lnTo>
                  <a:pt x="1686582" y="123816"/>
                </a:lnTo>
                <a:lnTo>
                  <a:pt x="1687058" y="124332"/>
                </a:lnTo>
                <a:lnTo>
                  <a:pt x="1687545" y="124836"/>
                </a:lnTo>
                <a:lnTo>
                  <a:pt x="1688045" y="125326"/>
                </a:lnTo>
                <a:lnTo>
                  <a:pt x="1688557" y="125804"/>
                </a:lnTo>
                <a:lnTo>
                  <a:pt x="1689081" y="126269"/>
                </a:lnTo>
                <a:lnTo>
                  <a:pt x="1689617" y="126721"/>
                </a:lnTo>
                <a:lnTo>
                  <a:pt x="1690165" y="127160"/>
                </a:lnTo>
                <a:lnTo>
                  <a:pt x="1690725" y="127586"/>
                </a:lnTo>
                <a:lnTo>
                  <a:pt x="1691297" y="127999"/>
                </a:lnTo>
                <a:lnTo>
                  <a:pt x="1691881" y="128399"/>
                </a:lnTo>
                <a:lnTo>
                  <a:pt x="1692477" y="128787"/>
                </a:lnTo>
                <a:lnTo>
                  <a:pt x="1693086" y="129161"/>
                </a:lnTo>
                <a:lnTo>
                  <a:pt x="1693706" y="129523"/>
                </a:lnTo>
                <a:lnTo>
                  <a:pt x="1694338" y="129872"/>
                </a:lnTo>
                <a:lnTo>
                  <a:pt x="1694982" y="130207"/>
                </a:lnTo>
                <a:lnTo>
                  <a:pt x="1695635" y="130528"/>
                </a:lnTo>
                <a:lnTo>
                  <a:pt x="1696298" y="130835"/>
                </a:lnTo>
                <a:lnTo>
                  <a:pt x="1696970" y="131127"/>
                </a:lnTo>
                <a:lnTo>
                  <a:pt x="1697652" y="131405"/>
                </a:lnTo>
                <a:lnTo>
                  <a:pt x="1698343" y="131669"/>
                </a:lnTo>
                <a:lnTo>
                  <a:pt x="1699044" y="131919"/>
                </a:lnTo>
                <a:lnTo>
                  <a:pt x="1699755" y="132154"/>
                </a:lnTo>
                <a:lnTo>
                  <a:pt x="1700475" y="132375"/>
                </a:lnTo>
                <a:lnTo>
                  <a:pt x="1701205" y="132582"/>
                </a:lnTo>
                <a:lnTo>
                  <a:pt x="1701945" y="132774"/>
                </a:lnTo>
                <a:lnTo>
                  <a:pt x="1702694" y="132953"/>
                </a:lnTo>
                <a:lnTo>
                  <a:pt x="1703452" y="133117"/>
                </a:lnTo>
                <a:lnTo>
                  <a:pt x="1704221" y="133267"/>
                </a:lnTo>
                <a:lnTo>
                  <a:pt x="1704999" y="133402"/>
                </a:lnTo>
                <a:lnTo>
                  <a:pt x="1705786" y="133523"/>
                </a:lnTo>
                <a:lnTo>
                  <a:pt x="1706583" y="133630"/>
                </a:lnTo>
                <a:lnTo>
                  <a:pt x="1707390" y="133723"/>
                </a:lnTo>
                <a:lnTo>
                  <a:pt x="1708206" y="133802"/>
                </a:lnTo>
                <a:lnTo>
                  <a:pt x="1709032" y="133866"/>
                </a:lnTo>
                <a:lnTo>
                  <a:pt x="1709868" y="133916"/>
                </a:lnTo>
                <a:lnTo>
                  <a:pt x="1710713" y="133951"/>
                </a:lnTo>
                <a:lnTo>
                  <a:pt x="1711567" y="133973"/>
                </a:lnTo>
                <a:lnTo>
                  <a:pt x="1712432" y="133980"/>
                </a:lnTo>
                <a:lnTo>
                  <a:pt x="1713296" y="133973"/>
                </a:lnTo>
                <a:lnTo>
                  <a:pt x="1714150" y="133951"/>
                </a:lnTo>
                <a:lnTo>
                  <a:pt x="1714995" y="133916"/>
                </a:lnTo>
                <a:lnTo>
                  <a:pt x="1715831" y="133866"/>
                </a:lnTo>
                <a:lnTo>
                  <a:pt x="1716656" y="133802"/>
                </a:lnTo>
                <a:close/>
                <a:moveTo>
                  <a:pt x="1708778" y="121114"/>
                </a:moveTo>
                <a:lnTo>
                  <a:pt x="1708087" y="121014"/>
                </a:lnTo>
                <a:lnTo>
                  <a:pt x="1707409" y="120896"/>
                </a:lnTo>
                <a:lnTo>
                  <a:pt x="1706744" y="120761"/>
                </a:lnTo>
                <a:lnTo>
                  <a:pt x="1706092" y="120607"/>
                </a:lnTo>
                <a:lnTo>
                  <a:pt x="1705453" y="120435"/>
                </a:lnTo>
                <a:lnTo>
                  <a:pt x="1704828" y="120245"/>
                </a:lnTo>
                <a:lnTo>
                  <a:pt x="1704216" y="120037"/>
                </a:lnTo>
                <a:lnTo>
                  <a:pt x="1703616" y="119811"/>
                </a:lnTo>
                <a:lnTo>
                  <a:pt x="1703030" y="119566"/>
                </a:lnTo>
                <a:lnTo>
                  <a:pt x="1702458" y="119304"/>
                </a:lnTo>
                <a:lnTo>
                  <a:pt x="1701898" y="119023"/>
                </a:lnTo>
                <a:lnTo>
                  <a:pt x="1701351" y="118725"/>
                </a:lnTo>
                <a:lnTo>
                  <a:pt x="1700818" y="118408"/>
                </a:lnTo>
                <a:lnTo>
                  <a:pt x="1700298" y="118073"/>
                </a:lnTo>
                <a:lnTo>
                  <a:pt x="1699791" y="117720"/>
                </a:lnTo>
                <a:lnTo>
                  <a:pt x="1699297" y="117349"/>
                </a:lnTo>
                <a:lnTo>
                  <a:pt x="1698816" y="116960"/>
                </a:lnTo>
                <a:lnTo>
                  <a:pt x="1698349" y="116553"/>
                </a:lnTo>
                <a:lnTo>
                  <a:pt x="1697894" y="116128"/>
                </a:lnTo>
                <a:lnTo>
                  <a:pt x="1697456" y="115685"/>
                </a:lnTo>
                <a:lnTo>
                  <a:pt x="1697036" y="115224"/>
                </a:lnTo>
                <a:lnTo>
                  <a:pt x="1696635" y="114747"/>
                </a:lnTo>
                <a:lnTo>
                  <a:pt x="1696253" y="114253"/>
                </a:lnTo>
                <a:lnTo>
                  <a:pt x="1695889" y="113742"/>
                </a:lnTo>
                <a:lnTo>
                  <a:pt x="1695544" y="113214"/>
                </a:lnTo>
                <a:lnTo>
                  <a:pt x="1695218" y="112669"/>
                </a:lnTo>
                <a:lnTo>
                  <a:pt x="1694910" y="112107"/>
                </a:lnTo>
                <a:lnTo>
                  <a:pt x="1694621" y="111528"/>
                </a:lnTo>
                <a:lnTo>
                  <a:pt x="1694351" y="110932"/>
                </a:lnTo>
                <a:lnTo>
                  <a:pt x="1694099" y="110319"/>
                </a:lnTo>
                <a:lnTo>
                  <a:pt x="1693866" y="109689"/>
                </a:lnTo>
                <a:lnTo>
                  <a:pt x="1693651" y="109042"/>
                </a:lnTo>
                <a:lnTo>
                  <a:pt x="1693456" y="108378"/>
                </a:lnTo>
                <a:lnTo>
                  <a:pt x="1693278" y="107697"/>
                </a:lnTo>
                <a:lnTo>
                  <a:pt x="1693120" y="106999"/>
                </a:lnTo>
                <a:lnTo>
                  <a:pt x="1692980" y="106283"/>
                </a:lnTo>
                <a:lnTo>
                  <a:pt x="1692859" y="105551"/>
                </a:lnTo>
                <a:lnTo>
                  <a:pt x="1692756" y="104802"/>
                </a:lnTo>
                <a:lnTo>
                  <a:pt x="1692672" y="104036"/>
                </a:lnTo>
                <a:lnTo>
                  <a:pt x="1692607" y="103253"/>
                </a:lnTo>
                <a:lnTo>
                  <a:pt x="1692560" y="102453"/>
                </a:lnTo>
                <a:lnTo>
                  <a:pt x="1692532" y="101636"/>
                </a:lnTo>
                <a:lnTo>
                  <a:pt x="1692523" y="100802"/>
                </a:lnTo>
                <a:lnTo>
                  <a:pt x="1692523" y="77733"/>
                </a:lnTo>
                <a:lnTo>
                  <a:pt x="1692532" y="76899"/>
                </a:lnTo>
                <a:lnTo>
                  <a:pt x="1692560" y="76081"/>
                </a:lnTo>
                <a:lnTo>
                  <a:pt x="1692607" y="75281"/>
                </a:lnTo>
                <a:lnTo>
                  <a:pt x="1692672" y="74498"/>
                </a:lnTo>
                <a:lnTo>
                  <a:pt x="1692756" y="73732"/>
                </a:lnTo>
                <a:lnTo>
                  <a:pt x="1692859" y="72983"/>
                </a:lnTo>
                <a:lnTo>
                  <a:pt x="1692980" y="72251"/>
                </a:lnTo>
                <a:lnTo>
                  <a:pt x="1693120" y="71536"/>
                </a:lnTo>
                <a:lnTo>
                  <a:pt x="1693278" y="70838"/>
                </a:lnTo>
                <a:lnTo>
                  <a:pt x="1693456" y="70157"/>
                </a:lnTo>
                <a:lnTo>
                  <a:pt x="1693651" y="69493"/>
                </a:lnTo>
                <a:lnTo>
                  <a:pt x="1693866" y="68846"/>
                </a:lnTo>
                <a:lnTo>
                  <a:pt x="1694099" y="68216"/>
                </a:lnTo>
                <a:lnTo>
                  <a:pt x="1694351" y="67603"/>
                </a:lnTo>
                <a:lnTo>
                  <a:pt x="1694621" y="67007"/>
                </a:lnTo>
                <a:lnTo>
                  <a:pt x="1694910" y="66428"/>
                </a:lnTo>
                <a:lnTo>
                  <a:pt x="1695218" y="65867"/>
                </a:lnTo>
                <a:lnTo>
                  <a:pt x="1695544" y="65322"/>
                </a:lnTo>
                <a:lnTo>
                  <a:pt x="1695889" y="64794"/>
                </a:lnTo>
                <a:lnTo>
                  <a:pt x="1696253" y="64283"/>
                </a:lnTo>
                <a:lnTo>
                  <a:pt x="1696635" y="63789"/>
                </a:lnTo>
                <a:lnTo>
                  <a:pt x="1697036" y="63312"/>
                </a:lnTo>
                <a:lnTo>
                  <a:pt x="1697456" y="62852"/>
                </a:lnTo>
                <a:lnTo>
                  <a:pt x="1697894" y="62409"/>
                </a:lnTo>
                <a:lnTo>
                  <a:pt x="1698349" y="61984"/>
                </a:lnTo>
                <a:lnTo>
                  <a:pt x="1698816" y="61576"/>
                </a:lnTo>
                <a:lnTo>
                  <a:pt x="1699297" y="61187"/>
                </a:lnTo>
                <a:lnTo>
                  <a:pt x="1699791" y="60816"/>
                </a:lnTo>
                <a:lnTo>
                  <a:pt x="1700298" y="60463"/>
                </a:lnTo>
                <a:lnTo>
                  <a:pt x="1700818" y="60128"/>
                </a:lnTo>
                <a:lnTo>
                  <a:pt x="1701351" y="59811"/>
                </a:lnTo>
                <a:lnTo>
                  <a:pt x="1701898" y="59512"/>
                </a:lnTo>
                <a:lnTo>
                  <a:pt x="1702458" y="59232"/>
                </a:lnTo>
                <a:lnTo>
                  <a:pt x="1703030" y="58969"/>
                </a:lnTo>
                <a:lnTo>
                  <a:pt x="1703616" y="58725"/>
                </a:lnTo>
                <a:lnTo>
                  <a:pt x="1704216" y="58498"/>
                </a:lnTo>
                <a:lnTo>
                  <a:pt x="1704828" y="58290"/>
                </a:lnTo>
                <a:lnTo>
                  <a:pt x="1705453" y="58100"/>
                </a:lnTo>
                <a:lnTo>
                  <a:pt x="1706092" y="57928"/>
                </a:lnTo>
                <a:lnTo>
                  <a:pt x="1706744" y="57774"/>
                </a:lnTo>
                <a:lnTo>
                  <a:pt x="1707409" y="57638"/>
                </a:lnTo>
                <a:lnTo>
                  <a:pt x="1708087" y="57521"/>
                </a:lnTo>
                <a:lnTo>
                  <a:pt x="1708778" y="57421"/>
                </a:lnTo>
                <a:lnTo>
                  <a:pt x="1709482" y="57340"/>
                </a:lnTo>
                <a:lnTo>
                  <a:pt x="1710200" y="57276"/>
                </a:lnTo>
                <a:lnTo>
                  <a:pt x="1710931" y="57231"/>
                </a:lnTo>
                <a:lnTo>
                  <a:pt x="1711675" y="57204"/>
                </a:lnTo>
                <a:lnTo>
                  <a:pt x="1712432" y="57195"/>
                </a:lnTo>
                <a:lnTo>
                  <a:pt x="1713201" y="57204"/>
                </a:lnTo>
                <a:lnTo>
                  <a:pt x="1713957" y="57231"/>
                </a:lnTo>
                <a:lnTo>
                  <a:pt x="1714699" y="57276"/>
                </a:lnTo>
                <a:lnTo>
                  <a:pt x="1715427" y="57340"/>
                </a:lnTo>
                <a:lnTo>
                  <a:pt x="1716140" y="57421"/>
                </a:lnTo>
                <a:lnTo>
                  <a:pt x="1716840" y="57521"/>
                </a:lnTo>
                <a:lnTo>
                  <a:pt x="1717526" y="57638"/>
                </a:lnTo>
                <a:lnTo>
                  <a:pt x="1718198" y="57774"/>
                </a:lnTo>
                <a:lnTo>
                  <a:pt x="1718855" y="57928"/>
                </a:lnTo>
                <a:lnTo>
                  <a:pt x="1719499" y="58100"/>
                </a:lnTo>
                <a:lnTo>
                  <a:pt x="1720129" y="58290"/>
                </a:lnTo>
                <a:lnTo>
                  <a:pt x="1720745" y="58498"/>
                </a:lnTo>
                <a:lnTo>
                  <a:pt x="1721347" y="58725"/>
                </a:lnTo>
                <a:lnTo>
                  <a:pt x="1721935" y="58969"/>
                </a:lnTo>
                <a:lnTo>
                  <a:pt x="1722508" y="59232"/>
                </a:lnTo>
                <a:lnTo>
                  <a:pt x="1723068" y="59512"/>
                </a:lnTo>
                <a:lnTo>
                  <a:pt x="1723614" y="59811"/>
                </a:lnTo>
                <a:lnTo>
                  <a:pt x="1724146" y="60128"/>
                </a:lnTo>
                <a:lnTo>
                  <a:pt x="1724664" y="60463"/>
                </a:lnTo>
                <a:lnTo>
                  <a:pt x="1725168" y="60816"/>
                </a:lnTo>
                <a:lnTo>
                  <a:pt x="1725658" y="61187"/>
                </a:lnTo>
                <a:lnTo>
                  <a:pt x="1726134" y="61576"/>
                </a:lnTo>
                <a:lnTo>
                  <a:pt x="1726596" y="61984"/>
                </a:lnTo>
                <a:lnTo>
                  <a:pt x="1727044" y="62409"/>
                </a:lnTo>
                <a:lnTo>
                  <a:pt x="1727476" y="62852"/>
                </a:lnTo>
                <a:lnTo>
                  <a:pt x="1727889" y="63312"/>
                </a:lnTo>
                <a:lnTo>
                  <a:pt x="1728285" y="63789"/>
                </a:lnTo>
                <a:lnTo>
                  <a:pt x="1728661" y="64283"/>
                </a:lnTo>
                <a:lnTo>
                  <a:pt x="1729020" y="64794"/>
                </a:lnTo>
                <a:lnTo>
                  <a:pt x="1729360" y="65322"/>
                </a:lnTo>
                <a:lnTo>
                  <a:pt x="1729682" y="65867"/>
                </a:lnTo>
                <a:lnTo>
                  <a:pt x="1729985" y="66428"/>
                </a:lnTo>
                <a:lnTo>
                  <a:pt x="1730270" y="67007"/>
                </a:lnTo>
                <a:lnTo>
                  <a:pt x="1730536" y="67603"/>
                </a:lnTo>
                <a:lnTo>
                  <a:pt x="1730785" y="68216"/>
                </a:lnTo>
                <a:lnTo>
                  <a:pt x="1731014" y="68846"/>
                </a:lnTo>
                <a:lnTo>
                  <a:pt x="1731226" y="69493"/>
                </a:lnTo>
                <a:lnTo>
                  <a:pt x="1731419" y="70157"/>
                </a:lnTo>
                <a:lnTo>
                  <a:pt x="1731593" y="70838"/>
                </a:lnTo>
                <a:lnTo>
                  <a:pt x="1731750" y="71536"/>
                </a:lnTo>
                <a:lnTo>
                  <a:pt x="1731888" y="72251"/>
                </a:lnTo>
                <a:lnTo>
                  <a:pt x="1732007" y="72983"/>
                </a:lnTo>
                <a:lnTo>
                  <a:pt x="1732108" y="73732"/>
                </a:lnTo>
                <a:lnTo>
                  <a:pt x="1732191" y="74498"/>
                </a:lnTo>
                <a:lnTo>
                  <a:pt x="1732255" y="75281"/>
                </a:lnTo>
                <a:lnTo>
                  <a:pt x="1732301" y="76081"/>
                </a:lnTo>
                <a:lnTo>
                  <a:pt x="1732329" y="76899"/>
                </a:lnTo>
                <a:lnTo>
                  <a:pt x="1732338" y="77733"/>
                </a:lnTo>
                <a:lnTo>
                  <a:pt x="1732338" y="100802"/>
                </a:lnTo>
                <a:lnTo>
                  <a:pt x="1732329" y="101636"/>
                </a:lnTo>
                <a:lnTo>
                  <a:pt x="1732301" y="102453"/>
                </a:lnTo>
                <a:lnTo>
                  <a:pt x="1732255" y="103253"/>
                </a:lnTo>
                <a:lnTo>
                  <a:pt x="1732191" y="104036"/>
                </a:lnTo>
                <a:lnTo>
                  <a:pt x="1732108" y="104802"/>
                </a:lnTo>
                <a:lnTo>
                  <a:pt x="1732007" y="105551"/>
                </a:lnTo>
                <a:lnTo>
                  <a:pt x="1731888" y="106283"/>
                </a:lnTo>
                <a:lnTo>
                  <a:pt x="1731750" y="106999"/>
                </a:lnTo>
                <a:lnTo>
                  <a:pt x="1731593" y="107697"/>
                </a:lnTo>
                <a:lnTo>
                  <a:pt x="1731419" y="108378"/>
                </a:lnTo>
                <a:lnTo>
                  <a:pt x="1731226" y="109042"/>
                </a:lnTo>
                <a:lnTo>
                  <a:pt x="1731014" y="109689"/>
                </a:lnTo>
                <a:lnTo>
                  <a:pt x="1730785" y="110319"/>
                </a:lnTo>
                <a:lnTo>
                  <a:pt x="1730536" y="110932"/>
                </a:lnTo>
                <a:lnTo>
                  <a:pt x="1730270" y="111528"/>
                </a:lnTo>
                <a:lnTo>
                  <a:pt x="1729985" y="112107"/>
                </a:lnTo>
                <a:lnTo>
                  <a:pt x="1729682" y="112669"/>
                </a:lnTo>
                <a:lnTo>
                  <a:pt x="1729360" y="113214"/>
                </a:lnTo>
                <a:lnTo>
                  <a:pt x="1729020" y="113742"/>
                </a:lnTo>
                <a:lnTo>
                  <a:pt x="1728661" y="114253"/>
                </a:lnTo>
                <a:lnTo>
                  <a:pt x="1728285" y="114747"/>
                </a:lnTo>
                <a:lnTo>
                  <a:pt x="1727889" y="115224"/>
                </a:lnTo>
                <a:lnTo>
                  <a:pt x="1727476" y="115685"/>
                </a:lnTo>
                <a:lnTo>
                  <a:pt x="1727044" y="116128"/>
                </a:lnTo>
                <a:lnTo>
                  <a:pt x="1726596" y="116553"/>
                </a:lnTo>
                <a:lnTo>
                  <a:pt x="1726134" y="116960"/>
                </a:lnTo>
                <a:lnTo>
                  <a:pt x="1725658" y="117349"/>
                </a:lnTo>
                <a:lnTo>
                  <a:pt x="1725168" y="117720"/>
                </a:lnTo>
                <a:lnTo>
                  <a:pt x="1724664" y="118073"/>
                </a:lnTo>
                <a:lnTo>
                  <a:pt x="1724146" y="118408"/>
                </a:lnTo>
                <a:lnTo>
                  <a:pt x="1723614" y="118725"/>
                </a:lnTo>
                <a:lnTo>
                  <a:pt x="1723068" y="119023"/>
                </a:lnTo>
                <a:lnTo>
                  <a:pt x="1722508" y="119304"/>
                </a:lnTo>
                <a:lnTo>
                  <a:pt x="1721935" y="119566"/>
                </a:lnTo>
                <a:lnTo>
                  <a:pt x="1721347" y="119811"/>
                </a:lnTo>
                <a:lnTo>
                  <a:pt x="1720745" y="120037"/>
                </a:lnTo>
                <a:lnTo>
                  <a:pt x="1720129" y="120245"/>
                </a:lnTo>
                <a:lnTo>
                  <a:pt x="1719499" y="120435"/>
                </a:lnTo>
                <a:lnTo>
                  <a:pt x="1718855" y="120607"/>
                </a:lnTo>
                <a:lnTo>
                  <a:pt x="1718198" y="120761"/>
                </a:lnTo>
                <a:lnTo>
                  <a:pt x="1717526" y="120896"/>
                </a:lnTo>
                <a:lnTo>
                  <a:pt x="1716840" y="121014"/>
                </a:lnTo>
                <a:lnTo>
                  <a:pt x="1716140" y="121114"/>
                </a:lnTo>
                <a:lnTo>
                  <a:pt x="1715427" y="121195"/>
                </a:lnTo>
                <a:lnTo>
                  <a:pt x="1714699" y="121258"/>
                </a:lnTo>
                <a:lnTo>
                  <a:pt x="1713957" y="121304"/>
                </a:lnTo>
                <a:lnTo>
                  <a:pt x="1713201" y="121331"/>
                </a:lnTo>
                <a:lnTo>
                  <a:pt x="1712432" y="121340"/>
                </a:lnTo>
                <a:lnTo>
                  <a:pt x="1711675" y="121331"/>
                </a:lnTo>
                <a:lnTo>
                  <a:pt x="1710931" y="121304"/>
                </a:lnTo>
                <a:lnTo>
                  <a:pt x="1710200" y="121258"/>
                </a:lnTo>
                <a:lnTo>
                  <a:pt x="1709482" y="121195"/>
                </a:lnTo>
                <a:lnTo>
                  <a:pt x="1708778" y="121114"/>
                </a:lnTo>
                <a:close/>
                <a:moveTo>
                  <a:pt x="1347619" y="133946"/>
                </a:moveTo>
                <a:lnTo>
                  <a:pt x="1348759" y="133792"/>
                </a:lnTo>
                <a:lnTo>
                  <a:pt x="1349880" y="133610"/>
                </a:lnTo>
                <a:lnTo>
                  <a:pt x="1350981" y="133400"/>
                </a:lnTo>
                <a:lnTo>
                  <a:pt x="1352061" y="133163"/>
                </a:lnTo>
                <a:lnTo>
                  <a:pt x="1353122" y="132897"/>
                </a:lnTo>
                <a:lnTo>
                  <a:pt x="1354162" y="132603"/>
                </a:lnTo>
                <a:lnTo>
                  <a:pt x="1355183" y="132281"/>
                </a:lnTo>
                <a:lnTo>
                  <a:pt x="1356183" y="131932"/>
                </a:lnTo>
                <a:lnTo>
                  <a:pt x="1357164" y="131554"/>
                </a:lnTo>
                <a:lnTo>
                  <a:pt x="1358124" y="131148"/>
                </a:lnTo>
                <a:lnTo>
                  <a:pt x="1359065" y="130715"/>
                </a:lnTo>
                <a:lnTo>
                  <a:pt x="1359985" y="130253"/>
                </a:lnTo>
                <a:lnTo>
                  <a:pt x="1360886" y="129764"/>
                </a:lnTo>
                <a:lnTo>
                  <a:pt x="1361766" y="129246"/>
                </a:lnTo>
                <a:lnTo>
                  <a:pt x="1362627" y="128700"/>
                </a:lnTo>
                <a:lnTo>
                  <a:pt x="1363467" y="128127"/>
                </a:lnTo>
                <a:lnTo>
                  <a:pt x="1364287" y="127525"/>
                </a:lnTo>
                <a:lnTo>
                  <a:pt x="1365088" y="126896"/>
                </a:lnTo>
                <a:lnTo>
                  <a:pt x="1365868" y="126239"/>
                </a:lnTo>
                <a:lnTo>
                  <a:pt x="1366623" y="125557"/>
                </a:lnTo>
                <a:lnTo>
                  <a:pt x="1367347" y="124855"/>
                </a:lnTo>
                <a:lnTo>
                  <a:pt x="1368042" y="124133"/>
                </a:lnTo>
                <a:lnTo>
                  <a:pt x="1368705" y="123391"/>
                </a:lnTo>
                <a:lnTo>
                  <a:pt x="1369338" y="122628"/>
                </a:lnTo>
                <a:lnTo>
                  <a:pt x="1369941" y="121845"/>
                </a:lnTo>
                <a:lnTo>
                  <a:pt x="1370514" y="121041"/>
                </a:lnTo>
                <a:lnTo>
                  <a:pt x="1371055" y="120218"/>
                </a:lnTo>
                <a:lnTo>
                  <a:pt x="1371567" y="119374"/>
                </a:lnTo>
                <a:lnTo>
                  <a:pt x="1372048" y="118509"/>
                </a:lnTo>
                <a:lnTo>
                  <a:pt x="1372498" y="117625"/>
                </a:lnTo>
                <a:lnTo>
                  <a:pt x="1372918" y="116720"/>
                </a:lnTo>
                <a:lnTo>
                  <a:pt x="1373308" y="115795"/>
                </a:lnTo>
                <a:lnTo>
                  <a:pt x="1373667" y="114849"/>
                </a:lnTo>
                <a:lnTo>
                  <a:pt x="1373996" y="113884"/>
                </a:lnTo>
                <a:lnTo>
                  <a:pt x="1374294" y="112898"/>
                </a:lnTo>
                <a:lnTo>
                  <a:pt x="1374562" y="111891"/>
                </a:lnTo>
                <a:lnTo>
                  <a:pt x="1374799" y="110865"/>
                </a:lnTo>
                <a:lnTo>
                  <a:pt x="1375006" y="109818"/>
                </a:lnTo>
                <a:lnTo>
                  <a:pt x="1375182" y="108750"/>
                </a:lnTo>
                <a:lnTo>
                  <a:pt x="1375328" y="107663"/>
                </a:lnTo>
                <a:lnTo>
                  <a:pt x="1375444" y="106555"/>
                </a:lnTo>
                <a:lnTo>
                  <a:pt x="1375529" y="105427"/>
                </a:lnTo>
                <a:lnTo>
                  <a:pt x="1375583" y="104278"/>
                </a:lnTo>
                <a:lnTo>
                  <a:pt x="1361364" y="104278"/>
                </a:lnTo>
                <a:lnTo>
                  <a:pt x="1361317" y="104956"/>
                </a:lnTo>
                <a:lnTo>
                  <a:pt x="1361252" y="105622"/>
                </a:lnTo>
                <a:lnTo>
                  <a:pt x="1361172" y="106275"/>
                </a:lnTo>
                <a:lnTo>
                  <a:pt x="1361074" y="106915"/>
                </a:lnTo>
                <a:lnTo>
                  <a:pt x="1360961" y="107543"/>
                </a:lnTo>
                <a:lnTo>
                  <a:pt x="1360831" y="108158"/>
                </a:lnTo>
                <a:lnTo>
                  <a:pt x="1360684" y="108761"/>
                </a:lnTo>
                <a:lnTo>
                  <a:pt x="1360521" y="109351"/>
                </a:lnTo>
                <a:lnTo>
                  <a:pt x="1360342" y="109928"/>
                </a:lnTo>
                <a:lnTo>
                  <a:pt x="1360146" y="110493"/>
                </a:lnTo>
                <a:lnTo>
                  <a:pt x="1359933" y="111045"/>
                </a:lnTo>
                <a:lnTo>
                  <a:pt x="1359704" y="111584"/>
                </a:lnTo>
                <a:lnTo>
                  <a:pt x="1359459" y="112111"/>
                </a:lnTo>
                <a:lnTo>
                  <a:pt x="1359197" y="112626"/>
                </a:lnTo>
                <a:lnTo>
                  <a:pt x="1358919" y="113127"/>
                </a:lnTo>
                <a:lnTo>
                  <a:pt x="1358625" y="113616"/>
                </a:lnTo>
                <a:lnTo>
                  <a:pt x="1358313" y="114093"/>
                </a:lnTo>
                <a:lnTo>
                  <a:pt x="1357986" y="114557"/>
                </a:lnTo>
                <a:lnTo>
                  <a:pt x="1357642" y="115008"/>
                </a:lnTo>
                <a:lnTo>
                  <a:pt x="1357281" y="115447"/>
                </a:lnTo>
                <a:lnTo>
                  <a:pt x="1356904" y="115873"/>
                </a:lnTo>
                <a:lnTo>
                  <a:pt x="1356511" y="116286"/>
                </a:lnTo>
                <a:lnTo>
                  <a:pt x="1356101" y="116687"/>
                </a:lnTo>
                <a:lnTo>
                  <a:pt x="1355675" y="117075"/>
                </a:lnTo>
                <a:lnTo>
                  <a:pt x="1355234" y="117449"/>
                </a:lnTo>
                <a:lnTo>
                  <a:pt x="1354781" y="117807"/>
                </a:lnTo>
                <a:lnTo>
                  <a:pt x="1354315" y="118149"/>
                </a:lnTo>
                <a:lnTo>
                  <a:pt x="1353836" y="118475"/>
                </a:lnTo>
                <a:lnTo>
                  <a:pt x="1353345" y="118785"/>
                </a:lnTo>
                <a:lnTo>
                  <a:pt x="1352841" y="119079"/>
                </a:lnTo>
                <a:lnTo>
                  <a:pt x="1352325" y="119357"/>
                </a:lnTo>
                <a:lnTo>
                  <a:pt x="1351796" y="119620"/>
                </a:lnTo>
                <a:lnTo>
                  <a:pt x="1351254" y="119866"/>
                </a:lnTo>
                <a:lnTo>
                  <a:pt x="1350700" y="120097"/>
                </a:lnTo>
                <a:lnTo>
                  <a:pt x="1350133" y="120312"/>
                </a:lnTo>
                <a:lnTo>
                  <a:pt x="1349554" y="120510"/>
                </a:lnTo>
                <a:lnTo>
                  <a:pt x="1348962" y="120693"/>
                </a:lnTo>
                <a:lnTo>
                  <a:pt x="1348357" y="120860"/>
                </a:lnTo>
                <a:lnTo>
                  <a:pt x="1347739" y="121011"/>
                </a:lnTo>
                <a:lnTo>
                  <a:pt x="1347109" y="121147"/>
                </a:lnTo>
                <a:lnTo>
                  <a:pt x="1346467" y="121266"/>
                </a:lnTo>
                <a:lnTo>
                  <a:pt x="1345811" y="121369"/>
                </a:lnTo>
                <a:lnTo>
                  <a:pt x="1345144" y="121457"/>
                </a:lnTo>
                <a:lnTo>
                  <a:pt x="1344463" y="121528"/>
                </a:lnTo>
                <a:lnTo>
                  <a:pt x="1343770" y="121584"/>
                </a:lnTo>
                <a:lnTo>
                  <a:pt x="1343064" y="121624"/>
                </a:lnTo>
                <a:lnTo>
                  <a:pt x="1342346" y="121648"/>
                </a:lnTo>
                <a:lnTo>
                  <a:pt x="1341615" y="121656"/>
                </a:lnTo>
                <a:lnTo>
                  <a:pt x="1340844" y="121646"/>
                </a:lnTo>
                <a:lnTo>
                  <a:pt x="1340087" y="121618"/>
                </a:lnTo>
                <a:lnTo>
                  <a:pt x="1339342" y="121572"/>
                </a:lnTo>
                <a:lnTo>
                  <a:pt x="1338610" y="121506"/>
                </a:lnTo>
                <a:lnTo>
                  <a:pt x="1337891" y="121422"/>
                </a:lnTo>
                <a:lnTo>
                  <a:pt x="1337185" y="121320"/>
                </a:lnTo>
                <a:lnTo>
                  <a:pt x="1336492" y="121199"/>
                </a:lnTo>
                <a:lnTo>
                  <a:pt x="1335812" y="121059"/>
                </a:lnTo>
                <a:lnTo>
                  <a:pt x="1335145" y="120900"/>
                </a:lnTo>
                <a:lnTo>
                  <a:pt x="1334490" y="120723"/>
                </a:lnTo>
                <a:lnTo>
                  <a:pt x="1333849" y="120527"/>
                </a:lnTo>
                <a:lnTo>
                  <a:pt x="1333220" y="120313"/>
                </a:lnTo>
                <a:lnTo>
                  <a:pt x="1332604" y="120080"/>
                </a:lnTo>
                <a:lnTo>
                  <a:pt x="1332002" y="119828"/>
                </a:lnTo>
                <a:lnTo>
                  <a:pt x="1331412" y="119557"/>
                </a:lnTo>
                <a:lnTo>
                  <a:pt x="1330835" y="119268"/>
                </a:lnTo>
                <a:lnTo>
                  <a:pt x="1330270" y="118961"/>
                </a:lnTo>
                <a:lnTo>
                  <a:pt x="1329719" y="118634"/>
                </a:lnTo>
                <a:lnTo>
                  <a:pt x="1329181" y="118289"/>
                </a:lnTo>
                <a:lnTo>
                  <a:pt x="1328655" y="117926"/>
                </a:lnTo>
                <a:lnTo>
                  <a:pt x="1328143" y="117543"/>
                </a:lnTo>
                <a:lnTo>
                  <a:pt x="1327643" y="117142"/>
                </a:lnTo>
                <a:lnTo>
                  <a:pt x="1327156" y="116723"/>
                </a:lnTo>
                <a:lnTo>
                  <a:pt x="1326682" y="116284"/>
                </a:lnTo>
                <a:lnTo>
                  <a:pt x="1326224" y="115829"/>
                </a:lnTo>
                <a:lnTo>
                  <a:pt x="1325786" y="115358"/>
                </a:lnTo>
                <a:lnTo>
                  <a:pt x="1325368" y="114872"/>
                </a:lnTo>
                <a:lnTo>
                  <a:pt x="1324969" y="114371"/>
                </a:lnTo>
                <a:lnTo>
                  <a:pt x="1324589" y="113854"/>
                </a:lnTo>
                <a:lnTo>
                  <a:pt x="1324229" y="113322"/>
                </a:lnTo>
                <a:lnTo>
                  <a:pt x="1323888" y="112775"/>
                </a:lnTo>
                <a:lnTo>
                  <a:pt x="1323567" y="112212"/>
                </a:lnTo>
                <a:lnTo>
                  <a:pt x="1323265" y="111634"/>
                </a:lnTo>
                <a:lnTo>
                  <a:pt x="1322983" y="111040"/>
                </a:lnTo>
                <a:lnTo>
                  <a:pt x="1322720" y="110431"/>
                </a:lnTo>
                <a:lnTo>
                  <a:pt x="1322476" y="109807"/>
                </a:lnTo>
                <a:lnTo>
                  <a:pt x="1322252" y="109167"/>
                </a:lnTo>
                <a:lnTo>
                  <a:pt x="1322048" y="108512"/>
                </a:lnTo>
                <a:lnTo>
                  <a:pt x="1321863" y="107842"/>
                </a:lnTo>
                <a:lnTo>
                  <a:pt x="1321698" y="107156"/>
                </a:lnTo>
                <a:lnTo>
                  <a:pt x="1321551" y="106455"/>
                </a:lnTo>
                <a:lnTo>
                  <a:pt x="1321425" y="105739"/>
                </a:lnTo>
                <a:lnTo>
                  <a:pt x="1321318" y="105007"/>
                </a:lnTo>
                <a:lnTo>
                  <a:pt x="1321230" y="104260"/>
                </a:lnTo>
                <a:lnTo>
                  <a:pt x="1321162" y="103497"/>
                </a:lnTo>
                <a:lnTo>
                  <a:pt x="1321113" y="102720"/>
                </a:lnTo>
                <a:lnTo>
                  <a:pt x="1321084" y="101926"/>
                </a:lnTo>
                <a:lnTo>
                  <a:pt x="1321074" y="101118"/>
                </a:lnTo>
                <a:lnTo>
                  <a:pt x="1321074" y="77260"/>
                </a:lnTo>
                <a:lnTo>
                  <a:pt x="1321084" y="76452"/>
                </a:lnTo>
                <a:lnTo>
                  <a:pt x="1321113" y="75659"/>
                </a:lnTo>
                <a:lnTo>
                  <a:pt x="1321162" y="74882"/>
                </a:lnTo>
                <a:lnTo>
                  <a:pt x="1321230" y="74120"/>
                </a:lnTo>
                <a:lnTo>
                  <a:pt x="1321318" y="73374"/>
                </a:lnTo>
                <a:lnTo>
                  <a:pt x="1321425" y="72644"/>
                </a:lnTo>
                <a:lnTo>
                  <a:pt x="1321551" y="71929"/>
                </a:lnTo>
                <a:lnTo>
                  <a:pt x="1321698" y="71230"/>
                </a:lnTo>
                <a:lnTo>
                  <a:pt x="1321863" y="70547"/>
                </a:lnTo>
                <a:lnTo>
                  <a:pt x="1322048" y="69879"/>
                </a:lnTo>
                <a:lnTo>
                  <a:pt x="1322252" y="69227"/>
                </a:lnTo>
                <a:lnTo>
                  <a:pt x="1322476" y="68591"/>
                </a:lnTo>
                <a:lnTo>
                  <a:pt x="1322720" y="67970"/>
                </a:lnTo>
                <a:lnTo>
                  <a:pt x="1322983" y="67365"/>
                </a:lnTo>
                <a:lnTo>
                  <a:pt x="1323265" y="66775"/>
                </a:lnTo>
                <a:lnTo>
                  <a:pt x="1323567" y="66201"/>
                </a:lnTo>
                <a:lnTo>
                  <a:pt x="1323888" y="65643"/>
                </a:lnTo>
                <a:lnTo>
                  <a:pt x="1324229" y="65100"/>
                </a:lnTo>
                <a:lnTo>
                  <a:pt x="1324589" y="64573"/>
                </a:lnTo>
                <a:lnTo>
                  <a:pt x="1324969" y="64062"/>
                </a:lnTo>
                <a:lnTo>
                  <a:pt x="1325368" y="63566"/>
                </a:lnTo>
                <a:lnTo>
                  <a:pt x="1325786" y="63086"/>
                </a:lnTo>
                <a:lnTo>
                  <a:pt x="1326224" y="62622"/>
                </a:lnTo>
                <a:lnTo>
                  <a:pt x="1326682" y="62173"/>
                </a:lnTo>
                <a:lnTo>
                  <a:pt x="1327156" y="61741"/>
                </a:lnTo>
                <a:lnTo>
                  <a:pt x="1327643" y="61327"/>
                </a:lnTo>
                <a:lnTo>
                  <a:pt x="1328143" y="60932"/>
                </a:lnTo>
                <a:lnTo>
                  <a:pt x="1328655" y="60555"/>
                </a:lnTo>
                <a:lnTo>
                  <a:pt x="1329181" y="60197"/>
                </a:lnTo>
                <a:lnTo>
                  <a:pt x="1329719" y="59857"/>
                </a:lnTo>
                <a:lnTo>
                  <a:pt x="1330270" y="59535"/>
                </a:lnTo>
                <a:lnTo>
                  <a:pt x="1330835" y="59232"/>
                </a:lnTo>
                <a:lnTo>
                  <a:pt x="1331412" y="58947"/>
                </a:lnTo>
                <a:lnTo>
                  <a:pt x="1332002" y="58680"/>
                </a:lnTo>
                <a:lnTo>
                  <a:pt x="1332604" y="58432"/>
                </a:lnTo>
                <a:lnTo>
                  <a:pt x="1333220" y="58202"/>
                </a:lnTo>
                <a:lnTo>
                  <a:pt x="1333849" y="57991"/>
                </a:lnTo>
                <a:lnTo>
                  <a:pt x="1334490" y="57798"/>
                </a:lnTo>
                <a:lnTo>
                  <a:pt x="1335145" y="57623"/>
                </a:lnTo>
                <a:lnTo>
                  <a:pt x="1335812" y="57467"/>
                </a:lnTo>
                <a:lnTo>
                  <a:pt x="1336492" y="57329"/>
                </a:lnTo>
                <a:lnTo>
                  <a:pt x="1337185" y="57210"/>
                </a:lnTo>
                <a:lnTo>
                  <a:pt x="1337891" y="57109"/>
                </a:lnTo>
                <a:lnTo>
                  <a:pt x="1338610" y="57026"/>
                </a:lnTo>
                <a:lnTo>
                  <a:pt x="1339342" y="56962"/>
                </a:lnTo>
                <a:lnTo>
                  <a:pt x="1340087" y="56916"/>
                </a:lnTo>
                <a:lnTo>
                  <a:pt x="1340844" y="56888"/>
                </a:lnTo>
                <a:lnTo>
                  <a:pt x="1341615" y="56879"/>
                </a:lnTo>
                <a:lnTo>
                  <a:pt x="1342346" y="56887"/>
                </a:lnTo>
                <a:lnTo>
                  <a:pt x="1343064" y="56910"/>
                </a:lnTo>
                <a:lnTo>
                  <a:pt x="1343770" y="56949"/>
                </a:lnTo>
                <a:lnTo>
                  <a:pt x="1344463" y="57004"/>
                </a:lnTo>
                <a:lnTo>
                  <a:pt x="1345144" y="57074"/>
                </a:lnTo>
                <a:lnTo>
                  <a:pt x="1345811" y="57160"/>
                </a:lnTo>
                <a:lnTo>
                  <a:pt x="1346467" y="57262"/>
                </a:lnTo>
                <a:lnTo>
                  <a:pt x="1347109" y="57379"/>
                </a:lnTo>
                <a:lnTo>
                  <a:pt x="1347739" y="57512"/>
                </a:lnTo>
                <a:lnTo>
                  <a:pt x="1348357" y="57661"/>
                </a:lnTo>
                <a:lnTo>
                  <a:pt x="1348962" y="57825"/>
                </a:lnTo>
                <a:lnTo>
                  <a:pt x="1349554" y="58005"/>
                </a:lnTo>
                <a:lnTo>
                  <a:pt x="1350133" y="58200"/>
                </a:lnTo>
                <a:lnTo>
                  <a:pt x="1350700" y="58411"/>
                </a:lnTo>
                <a:lnTo>
                  <a:pt x="1351254" y="58638"/>
                </a:lnTo>
                <a:lnTo>
                  <a:pt x="1351796" y="58880"/>
                </a:lnTo>
                <a:lnTo>
                  <a:pt x="1352325" y="59138"/>
                </a:lnTo>
                <a:lnTo>
                  <a:pt x="1352841" y="59412"/>
                </a:lnTo>
                <a:lnTo>
                  <a:pt x="1353345" y="59701"/>
                </a:lnTo>
                <a:lnTo>
                  <a:pt x="1353836" y="60006"/>
                </a:lnTo>
                <a:lnTo>
                  <a:pt x="1354315" y="60327"/>
                </a:lnTo>
                <a:lnTo>
                  <a:pt x="1354781" y="60663"/>
                </a:lnTo>
                <a:lnTo>
                  <a:pt x="1355234" y="61015"/>
                </a:lnTo>
                <a:lnTo>
                  <a:pt x="1355675" y="61382"/>
                </a:lnTo>
                <a:lnTo>
                  <a:pt x="1356101" y="61764"/>
                </a:lnTo>
                <a:lnTo>
                  <a:pt x="1356511" y="62159"/>
                </a:lnTo>
                <a:lnTo>
                  <a:pt x="1356904" y="62568"/>
                </a:lnTo>
                <a:lnTo>
                  <a:pt x="1357281" y="62990"/>
                </a:lnTo>
                <a:lnTo>
                  <a:pt x="1357642" y="63426"/>
                </a:lnTo>
                <a:lnTo>
                  <a:pt x="1357986" y="63875"/>
                </a:lnTo>
                <a:lnTo>
                  <a:pt x="1358313" y="64337"/>
                </a:lnTo>
                <a:lnTo>
                  <a:pt x="1358625" y="64813"/>
                </a:lnTo>
                <a:lnTo>
                  <a:pt x="1358919" y="65303"/>
                </a:lnTo>
                <a:lnTo>
                  <a:pt x="1359197" y="65806"/>
                </a:lnTo>
                <a:lnTo>
                  <a:pt x="1359459" y="66322"/>
                </a:lnTo>
                <a:lnTo>
                  <a:pt x="1359704" y="66852"/>
                </a:lnTo>
                <a:lnTo>
                  <a:pt x="1359933" y="67395"/>
                </a:lnTo>
                <a:lnTo>
                  <a:pt x="1360146" y="67952"/>
                </a:lnTo>
                <a:lnTo>
                  <a:pt x="1360342" y="68522"/>
                </a:lnTo>
                <a:lnTo>
                  <a:pt x="1360521" y="69106"/>
                </a:lnTo>
                <a:lnTo>
                  <a:pt x="1360684" y="69703"/>
                </a:lnTo>
                <a:lnTo>
                  <a:pt x="1360831" y="70313"/>
                </a:lnTo>
                <a:lnTo>
                  <a:pt x="1360961" y="70937"/>
                </a:lnTo>
                <a:lnTo>
                  <a:pt x="1361074" y="71574"/>
                </a:lnTo>
                <a:lnTo>
                  <a:pt x="1361172" y="72225"/>
                </a:lnTo>
                <a:lnTo>
                  <a:pt x="1361252" y="72890"/>
                </a:lnTo>
                <a:lnTo>
                  <a:pt x="1361317" y="73567"/>
                </a:lnTo>
                <a:lnTo>
                  <a:pt x="1361364" y="74259"/>
                </a:lnTo>
                <a:lnTo>
                  <a:pt x="1375583" y="74259"/>
                </a:lnTo>
                <a:lnTo>
                  <a:pt x="1375529" y="73110"/>
                </a:lnTo>
                <a:lnTo>
                  <a:pt x="1375444" y="71982"/>
                </a:lnTo>
                <a:lnTo>
                  <a:pt x="1375328" y="70874"/>
                </a:lnTo>
                <a:lnTo>
                  <a:pt x="1375182" y="69787"/>
                </a:lnTo>
                <a:lnTo>
                  <a:pt x="1375006" y="68719"/>
                </a:lnTo>
                <a:lnTo>
                  <a:pt x="1374799" y="67672"/>
                </a:lnTo>
                <a:lnTo>
                  <a:pt x="1374562" y="66646"/>
                </a:lnTo>
                <a:lnTo>
                  <a:pt x="1374294" y="65639"/>
                </a:lnTo>
                <a:lnTo>
                  <a:pt x="1373996" y="64653"/>
                </a:lnTo>
                <a:lnTo>
                  <a:pt x="1373667" y="63687"/>
                </a:lnTo>
                <a:lnTo>
                  <a:pt x="1373308" y="62742"/>
                </a:lnTo>
                <a:lnTo>
                  <a:pt x="1372918" y="61817"/>
                </a:lnTo>
                <a:lnTo>
                  <a:pt x="1372498" y="60912"/>
                </a:lnTo>
                <a:lnTo>
                  <a:pt x="1372048" y="60027"/>
                </a:lnTo>
                <a:lnTo>
                  <a:pt x="1371567" y="59163"/>
                </a:lnTo>
                <a:lnTo>
                  <a:pt x="1371055" y="58319"/>
                </a:lnTo>
                <a:lnTo>
                  <a:pt x="1370514" y="57496"/>
                </a:lnTo>
                <a:lnTo>
                  <a:pt x="1369941" y="56692"/>
                </a:lnTo>
                <a:lnTo>
                  <a:pt x="1369338" y="55909"/>
                </a:lnTo>
                <a:lnTo>
                  <a:pt x="1368705" y="55146"/>
                </a:lnTo>
                <a:lnTo>
                  <a:pt x="1368042" y="54404"/>
                </a:lnTo>
                <a:lnTo>
                  <a:pt x="1367347" y="53682"/>
                </a:lnTo>
                <a:lnTo>
                  <a:pt x="1366623" y="52980"/>
                </a:lnTo>
                <a:lnTo>
                  <a:pt x="1365868" y="52298"/>
                </a:lnTo>
                <a:lnTo>
                  <a:pt x="1365088" y="51641"/>
                </a:lnTo>
                <a:lnTo>
                  <a:pt x="1364287" y="51011"/>
                </a:lnTo>
                <a:lnTo>
                  <a:pt x="1363467" y="50409"/>
                </a:lnTo>
                <a:lnTo>
                  <a:pt x="1362627" y="49836"/>
                </a:lnTo>
                <a:lnTo>
                  <a:pt x="1361766" y="49290"/>
                </a:lnTo>
                <a:lnTo>
                  <a:pt x="1360886" y="48772"/>
                </a:lnTo>
                <a:lnTo>
                  <a:pt x="1359985" y="48283"/>
                </a:lnTo>
                <a:lnTo>
                  <a:pt x="1359065" y="47821"/>
                </a:lnTo>
                <a:lnTo>
                  <a:pt x="1358124" y="47387"/>
                </a:lnTo>
                <a:lnTo>
                  <a:pt x="1357164" y="46981"/>
                </a:lnTo>
                <a:lnTo>
                  <a:pt x="1356183" y="46603"/>
                </a:lnTo>
                <a:lnTo>
                  <a:pt x="1355183" y="46254"/>
                </a:lnTo>
                <a:lnTo>
                  <a:pt x="1354162" y="45932"/>
                </a:lnTo>
                <a:lnTo>
                  <a:pt x="1353122" y="45638"/>
                </a:lnTo>
                <a:lnTo>
                  <a:pt x="1352061" y="45372"/>
                </a:lnTo>
                <a:lnTo>
                  <a:pt x="1350981" y="45134"/>
                </a:lnTo>
                <a:lnTo>
                  <a:pt x="1349880" y="44924"/>
                </a:lnTo>
                <a:lnTo>
                  <a:pt x="1348759" y="44743"/>
                </a:lnTo>
                <a:lnTo>
                  <a:pt x="1347619" y="44589"/>
                </a:lnTo>
                <a:lnTo>
                  <a:pt x="1346458" y="44463"/>
                </a:lnTo>
                <a:lnTo>
                  <a:pt x="1345277" y="44365"/>
                </a:lnTo>
                <a:lnTo>
                  <a:pt x="1344076" y="44295"/>
                </a:lnTo>
                <a:lnTo>
                  <a:pt x="1342856" y="44253"/>
                </a:lnTo>
                <a:lnTo>
                  <a:pt x="1341615" y="44239"/>
                </a:lnTo>
                <a:lnTo>
                  <a:pt x="1340750" y="44246"/>
                </a:lnTo>
                <a:lnTo>
                  <a:pt x="1339895" y="44266"/>
                </a:lnTo>
                <a:lnTo>
                  <a:pt x="1339049" y="44301"/>
                </a:lnTo>
                <a:lnTo>
                  <a:pt x="1338212" y="44349"/>
                </a:lnTo>
                <a:lnTo>
                  <a:pt x="1337383" y="44410"/>
                </a:lnTo>
                <a:lnTo>
                  <a:pt x="1336564" y="44486"/>
                </a:lnTo>
                <a:lnTo>
                  <a:pt x="1335754" y="44575"/>
                </a:lnTo>
                <a:lnTo>
                  <a:pt x="1334953" y="44678"/>
                </a:lnTo>
                <a:lnTo>
                  <a:pt x="1334161" y="44795"/>
                </a:lnTo>
                <a:lnTo>
                  <a:pt x="1333378" y="44925"/>
                </a:lnTo>
                <a:lnTo>
                  <a:pt x="1332604" y="45069"/>
                </a:lnTo>
                <a:lnTo>
                  <a:pt x="1331839" y="45227"/>
                </a:lnTo>
                <a:lnTo>
                  <a:pt x="1331084" y="45398"/>
                </a:lnTo>
                <a:lnTo>
                  <a:pt x="1330337" y="45583"/>
                </a:lnTo>
                <a:lnTo>
                  <a:pt x="1329599" y="45782"/>
                </a:lnTo>
                <a:lnTo>
                  <a:pt x="1328871" y="45995"/>
                </a:lnTo>
                <a:lnTo>
                  <a:pt x="1328151" y="46221"/>
                </a:lnTo>
                <a:lnTo>
                  <a:pt x="1327440" y="46461"/>
                </a:lnTo>
                <a:lnTo>
                  <a:pt x="1326739" y="46715"/>
                </a:lnTo>
                <a:lnTo>
                  <a:pt x="1326046" y="46983"/>
                </a:lnTo>
                <a:lnTo>
                  <a:pt x="1325363" y="47264"/>
                </a:lnTo>
                <a:lnTo>
                  <a:pt x="1324689" y="47559"/>
                </a:lnTo>
                <a:lnTo>
                  <a:pt x="1324023" y="47868"/>
                </a:lnTo>
                <a:lnTo>
                  <a:pt x="1323367" y="48190"/>
                </a:lnTo>
                <a:lnTo>
                  <a:pt x="1322721" y="48525"/>
                </a:lnTo>
                <a:lnTo>
                  <a:pt x="1322088" y="48873"/>
                </a:lnTo>
                <a:lnTo>
                  <a:pt x="1321466" y="49232"/>
                </a:lnTo>
                <a:lnTo>
                  <a:pt x="1320857" y="49603"/>
                </a:lnTo>
                <a:lnTo>
                  <a:pt x="1320259" y="49986"/>
                </a:lnTo>
                <a:lnTo>
                  <a:pt x="1319674" y="50382"/>
                </a:lnTo>
                <a:lnTo>
                  <a:pt x="1319101" y="50789"/>
                </a:lnTo>
                <a:lnTo>
                  <a:pt x="1318539" y="51209"/>
                </a:lnTo>
                <a:lnTo>
                  <a:pt x="1317990" y="51641"/>
                </a:lnTo>
                <a:lnTo>
                  <a:pt x="1317453" y="52085"/>
                </a:lnTo>
                <a:lnTo>
                  <a:pt x="1316928" y="52540"/>
                </a:lnTo>
                <a:lnTo>
                  <a:pt x="1316415" y="53008"/>
                </a:lnTo>
                <a:lnTo>
                  <a:pt x="1315914" y="53488"/>
                </a:lnTo>
                <a:lnTo>
                  <a:pt x="1315425" y="53980"/>
                </a:lnTo>
                <a:lnTo>
                  <a:pt x="1314948" y="54484"/>
                </a:lnTo>
                <a:lnTo>
                  <a:pt x="1314483" y="55001"/>
                </a:lnTo>
                <a:lnTo>
                  <a:pt x="1314031" y="55529"/>
                </a:lnTo>
                <a:lnTo>
                  <a:pt x="1313590" y="56069"/>
                </a:lnTo>
                <a:lnTo>
                  <a:pt x="1313162" y="56622"/>
                </a:lnTo>
                <a:lnTo>
                  <a:pt x="1312745" y="57186"/>
                </a:lnTo>
                <a:lnTo>
                  <a:pt x="1312341" y="57763"/>
                </a:lnTo>
                <a:lnTo>
                  <a:pt x="1311948" y="58351"/>
                </a:lnTo>
                <a:lnTo>
                  <a:pt x="1311568" y="58952"/>
                </a:lnTo>
                <a:lnTo>
                  <a:pt x="1311200" y="59565"/>
                </a:lnTo>
                <a:lnTo>
                  <a:pt x="1310845" y="60189"/>
                </a:lnTo>
                <a:lnTo>
                  <a:pt x="1310506" y="60823"/>
                </a:lnTo>
                <a:lnTo>
                  <a:pt x="1310181" y="61468"/>
                </a:lnTo>
                <a:lnTo>
                  <a:pt x="1309872" y="62123"/>
                </a:lnTo>
                <a:lnTo>
                  <a:pt x="1309578" y="62789"/>
                </a:lnTo>
                <a:lnTo>
                  <a:pt x="1309299" y="63465"/>
                </a:lnTo>
                <a:lnTo>
                  <a:pt x="1309035" y="64151"/>
                </a:lnTo>
                <a:lnTo>
                  <a:pt x="1308786" y="64848"/>
                </a:lnTo>
                <a:lnTo>
                  <a:pt x="1308552" y="65556"/>
                </a:lnTo>
                <a:lnTo>
                  <a:pt x="1308334" y="66273"/>
                </a:lnTo>
                <a:lnTo>
                  <a:pt x="1308130" y="67002"/>
                </a:lnTo>
                <a:lnTo>
                  <a:pt x="1307941" y="67740"/>
                </a:lnTo>
                <a:lnTo>
                  <a:pt x="1307768" y="68489"/>
                </a:lnTo>
                <a:lnTo>
                  <a:pt x="1307610" y="69249"/>
                </a:lnTo>
                <a:lnTo>
                  <a:pt x="1307466" y="70019"/>
                </a:lnTo>
                <a:lnTo>
                  <a:pt x="1307338" y="70799"/>
                </a:lnTo>
                <a:lnTo>
                  <a:pt x="1307225" y="71590"/>
                </a:lnTo>
                <a:lnTo>
                  <a:pt x="1307127" y="72391"/>
                </a:lnTo>
                <a:lnTo>
                  <a:pt x="1307044" y="73203"/>
                </a:lnTo>
                <a:lnTo>
                  <a:pt x="1306976" y="74025"/>
                </a:lnTo>
                <a:lnTo>
                  <a:pt x="1306923" y="74857"/>
                </a:lnTo>
                <a:lnTo>
                  <a:pt x="1306886" y="75700"/>
                </a:lnTo>
                <a:lnTo>
                  <a:pt x="1306863" y="76553"/>
                </a:lnTo>
                <a:lnTo>
                  <a:pt x="1306855" y="77417"/>
                </a:lnTo>
                <a:lnTo>
                  <a:pt x="1306855" y="101118"/>
                </a:lnTo>
                <a:lnTo>
                  <a:pt x="1306863" y="101969"/>
                </a:lnTo>
                <a:lnTo>
                  <a:pt x="1306886" y="102810"/>
                </a:lnTo>
                <a:lnTo>
                  <a:pt x="1306923" y="103642"/>
                </a:lnTo>
                <a:lnTo>
                  <a:pt x="1306976" y="104464"/>
                </a:lnTo>
                <a:lnTo>
                  <a:pt x="1307044" y="105277"/>
                </a:lnTo>
                <a:lnTo>
                  <a:pt x="1307127" y="106080"/>
                </a:lnTo>
                <a:lnTo>
                  <a:pt x="1307225" y="106873"/>
                </a:lnTo>
                <a:lnTo>
                  <a:pt x="1307338" y="107657"/>
                </a:lnTo>
                <a:lnTo>
                  <a:pt x="1307466" y="108431"/>
                </a:lnTo>
                <a:lnTo>
                  <a:pt x="1307610" y="109196"/>
                </a:lnTo>
                <a:lnTo>
                  <a:pt x="1307768" y="109951"/>
                </a:lnTo>
                <a:lnTo>
                  <a:pt x="1307941" y="110697"/>
                </a:lnTo>
                <a:lnTo>
                  <a:pt x="1308130" y="111432"/>
                </a:lnTo>
                <a:lnTo>
                  <a:pt x="1308334" y="112159"/>
                </a:lnTo>
                <a:lnTo>
                  <a:pt x="1308552" y="112875"/>
                </a:lnTo>
                <a:lnTo>
                  <a:pt x="1308786" y="113582"/>
                </a:lnTo>
                <a:lnTo>
                  <a:pt x="1309035" y="114280"/>
                </a:lnTo>
                <a:lnTo>
                  <a:pt x="1309299" y="114967"/>
                </a:lnTo>
                <a:lnTo>
                  <a:pt x="1309578" y="115646"/>
                </a:lnTo>
                <a:lnTo>
                  <a:pt x="1309872" y="116314"/>
                </a:lnTo>
                <a:lnTo>
                  <a:pt x="1310181" y="116973"/>
                </a:lnTo>
                <a:lnTo>
                  <a:pt x="1310506" y="117623"/>
                </a:lnTo>
                <a:lnTo>
                  <a:pt x="1310845" y="118263"/>
                </a:lnTo>
                <a:lnTo>
                  <a:pt x="1311200" y="118893"/>
                </a:lnTo>
                <a:lnTo>
                  <a:pt x="1311568" y="119512"/>
                </a:lnTo>
                <a:lnTo>
                  <a:pt x="1311948" y="120119"/>
                </a:lnTo>
                <a:lnTo>
                  <a:pt x="1312341" y="120713"/>
                </a:lnTo>
                <a:lnTo>
                  <a:pt x="1312745" y="121296"/>
                </a:lnTo>
                <a:lnTo>
                  <a:pt x="1313162" y="121866"/>
                </a:lnTo>
                <a:lnTo>
                  <a:pt x="1313590" y="122423"/>
                </a:lnTo>
                <a:lnTo>
                  <a:pt x="1314031" y="122968"/>
                </a:lnTo>
                <a:lnTo>
                  <a:pt x="1314483" y="123501"/>
                </a:lnTo>
                <a:lnTo>
                  <a:pt x="1314948" y="124021"/>
                </a:lnTo>
                <a:lnTo>
                  <a:pt x="1315425" y="124530"/>
                </a:lnTo>
                <a:lnTo>
                  <a:pt x="1315914" y="125025"/>
                </a:lnTo>
                <a:lnTo>
                  <a:pt x="1316415" y="125509"/>
                </a:lnTo>
                <a:lnTo>
                  <a:pt x="1316928" y="125980"/>
                </a:lnTo>
                <a:lnTo>
                  <a:pt x="1317453" y="126439"/>
                </a:lnTo>
                <a:lnTo>
                  <a:pt x="1317990" y="126885"/>
                </a:lnTo>
                <a:lnTo>
                  <a:pt x="1318539" y="127319"/>
                </a:lnTo>
                <a:lnTo>
                  <a:pt x="1319101" y="127741"/>
                </a:lnTo>
                <a:lnTo>
                  <a:pt x="1319674" y="128150"/>
                </a:lnTo>
                <a:lnTo>
                  <a:pt x="1320259" y="128547"/>
                </a:lnTo>
                <a:lnTo>
                  <a:pt x="1320857" y="128932"/>
                </a:lnTo>
                <a:lnTo>
                  <a:pt x="1321466" y="129304"/>
                </a:lnTo>
                <a:lnTo>
                  <a:pt x="1322088" y="129664"/>
                </a:lnTo>
                <a:lnTo>
                  <a:pt x="1322721" y="130011"/>
                </a:lnTo>
                <a:lnTo>
                  <a:pt x="1323367" y="130347"/>
                </a:lnTo>
                <a:lnTo>
                  <a:pt x="1324023" y="130669"/>
                </a:lnTo>
                <a:lnTo>
                  <a:pt x="1324689" y="130977"/>
                </a:lnTo>
                <a:lnTo>
                  <a:pt x="1325363" y="131272"/>
                </a:lnTo>
                <a:lnTo>
                  <a:pt x="1326046" y="131553"/>
                </a:lnTo>
                <a:lnTo>
                  <a:pt x="1326739" y="131821"/>
                </a:lnTo>
                <a:lnTo>
                  <a:pt x="1327440" y="132074"/>
                </a:lnTo>
                <a:lnTo>
                  <a:pt x="1328151" y="132314"/>
                </a:lnTo>
                <a:lnTo>
                  <a:pt x="1328871" y="132541"/>
                </a:lnTo>
                <a:lnTo>
                  <a:pt x="1329599" y="132753"/>
                </a:lnTo>
                <a:lnTo>
                  <a:pt x="1330337" y="132952"/>
                </a:lnTo>
                <a:lnTo>
                  <a:pt x="1331084" y="133137"/>
                </a:lnTo>
                <a:lnTo>
                  <a:pt x="1331839" y="133308"/>
                </a:lnTo>
                <a:lnTo>
                  <a:pt x="1332604" y="133466"/>
                </a:lnTo>
                <a:lnTo>
                  <a:pt x="1333378" y="133610"/>
                </a:lnTo>
                <a:lnTo>
                  <a:pt x="1334161" y="133740"/>
                </a:lnTo>
                <a:lnTo>
                  <a:pt x="1334953" y="133857"/>
                </a:lnTo>
                <a:lnTo>
                  <a:pt x="1335754" y="133960"/>
                </a:lnTo>
                <a:lnTo>
                  <a:pt x="1336564" y="134049"/>
                </a:lnTo>
                <a:lnTo>
                  <a:pt x="1337383" y="134124"/>
                </a:lnTo>
                <a:lnTo>
                  <a:pt x="1338212" y="134186"/>
                </a:lnTo>
                <a:lnTo>
                  <a:pt x="1339049" y="134234"/>
                </a:lnTo>
                <a:lnTo>
                  <a:pt x="1339895" y="134268"/>
                </a:lnTo>
                <a:lnTo>
                  <a:pt x="1340750" y="134289"/>
                </a:lnTo>
                <a:lnTo>
                  <a:pt x="1341615" y="134296"/>
                </a:lnTo>
                <a:lnTo>
                  <a:pt x="1342856" y="134282"/>
                </a:lnTo>
                <a:lnTo>
                  <a:pt x="1344076" y="134240"/>
                </a:lnTo>
                <a:lnTo>
                  <a:pt x="1345277" y="134170"/>
                </a:lnTo>
                <a:lnTo>
                  <a:pt x="1346458" y="134072"/>
                </a:lnTo>
                <a:lnTo>
                  <a:pt x="1347619" y="133946"/>
                </a:lnTo>
                <a:close/>
                <a:moveTo>
                  <a:pt x="1440043" y="133908"/>
                </a:moveTo>
                <a:lnTo>
                  <a:pt x="1441183" y="133738"/>
                </a:lnTo>
                <a:lnTo>
                  <a:pt x="1442301" y="133536"/>
                </a:lnTo>
                <a:lnTo>
                  <a:pt x="1443400" y="133304"/>
                </a:lnTo>
                <a:lnTo>
                  <a:pt x="1444478" y="133041"/>
                </a:lnTo>
                <a:lnTo>
                  <a:pt x="1445536" y="132746"/>
                </a:lnTo>
                <a:lnTo>
                  <a:pt x="1446574" y="132421"/>
                </a:lnTo>
                <a:lnTo>
                  <a:pt x="1447591" y="132064"/>
                </a:lnTo>
                <a:lnTo>
                  <a:pt x="1448588" y="131677"/>
                </a:lnTo>
                <a:lnTo>
                  <a:pt x="1449565" y="131259"/>
                </a:lnTo>
                <a:lnTo>
                  <a:pt x="1450522" y="130809"/>
                </a:lnTo>
                <a:lnTo>
                  <a:pt x="1451458" y="130329"/>
                </a:lnTo>
                <a:lnTo>
                  <a:pt x="1452374" y="129818"/>
                </a:lnTo>
                <a:lnTo>
                  <a:pt x="1453269" y="129275"/>
                </a:lnTo>
                <a:lnTo>
                  <a:pt x="1454145" y="128702"/>
                </a:lnTo>
                <a:lnTo>
                  <a:pt x="1454999" y="128098"/>
                </a:lnTo>
                <a:lnTo>
                  <a:pt x="1455834" y="127462"/>
                </a:lnTo>
                <a:lnTo>
                  <a:pt x="1456649" y="126796"/>
                </a:lnTo>
                <a:lnTo>
                  <a:pt x="1457443" y="126099"/>
                </a:lnTo>
                <a:lnTo>
                  <a:pt x="1458216" y="125371"/>
                </a:lnTo>
                <a:lnTo>
                  <a:pt x="1458964" y="124616"/>
                </a:lnTo>
                <a:lnTo>
                  <a:pt x="1459680" y="123838"/>
                </a:lnTo>
                <a:lnTo>
                  <a:pt x="1460364" y="123039"/>
                </a:lnTo>
                <a:lnTo>
                  <a:pt x="1461016" y="122217"/>
                </a:lnTo>
                <a:lnTo>
                  <a:pt x="1461637" y="121373"/>
                </a:lnTo>
                <a:lnTo>
                  <a:pt x="1462225" y="120507"/>
                </a:lnTo>
                <a:lnTo>
                  <a:pt x="1462782" y="119619"/>
                </a:lnTo>
                <a:lnTo>
                  <a:pt x="1463307" y="118708"/>
                </a:lnTo>
                <a:lnTo>
                  <a:pt x="1463800" y="117775"/>
                </a:lnTo>
                <a:lnTo>
                  <a:pt x="1464262" y="116820"/>
                </a:lnTo>
                <a:lnTo>
                  <a:pt x="1464691" y="115843"/>
                </a:lnTo>
                <a:lnTo>
                  <a:pt x="1465089" y="114844"/>
                </a:lnTo>
                <a:lnTo>
                  <a:pt x="1465455" y="113822"/>
                </a:lnTo>
                <a:lnTo>
                  <a:pt x="1465789" y="112778"/>
                </a:lnTo>
                <a:lnTo>
                  <a:pt x="1466091" y="111712"/>
                </a:lnTo>
                <a:lnTo>
                  <a:pt x="1466362" y="110624"/>
                </a:lnTo>
                <a:lnTo>
                  <a:pt x="1466600" y="109513"/>
                </a:lnTo>
                <a:lnTo>
                  <a:pt x="1466807" y="108381"/>
                </a:lnTo>
                <a:lnTo>
                  <a:pt x="1466982" y="107226"/>
                </a:lnTo>
                <a:lnTo>
                  <a:pt x="1467125" y="106049"/>
                </a:lnTo>
                <a:lnTo>
                  <a:pt x="1467237" y="104849"/>
                </a:lnTo>
                <a:lnTo>
                  <a:pt x="1467316" y="103628"/>
                </a:lnTo>
                <a:lnTo>
                  <a:pt x="1467364" y="102384"/>
                </a:lnTo>
                <a:lnTo>
                  <a:pt x="1467380" y="101118"/>
                </a:lnTo>
                <a:lnTo>
                  <a:pt x="1467380" y="45818"/>
                </a:lnTo>
                <a:lnTo>
                  <a:pt x="1453161" y="45818"/>
                </a:lnTo>
                <a:lnTo>
                  <a:pt x="1453161" y="101118"/>
                </a:lnTo>
                <a:lnTo>
                  <a:pt x="1453152" y="101901"/>
                </a:lnTo>
                <a:lnTo>
                  <a:pt x="1453125" y="102671"/>
                </a:lnTo>
                <a:lnTo>
                  <a:pt x="1453081" y="103427"/>
                </a:lnTo>
                <a:lnTo>
                  <a:pt x="1453018" y="104170"/>
                </a:lnTo>
                <a:lnTo>
                  <a:pt x="1452938" y="104900"/>
                </a:lnTo>
                <a:lnTo>
                  <a:pt x="1452840" y="105616"/>
                </a:lnTo>
                <a:lnTo>
                  <a:pt x="1452724" y="106318"/>
                </a:lnTo>
                <a:lnTo>
                  <a:pt x="1452590" y="107007"/>
                </a:lnTo>
                <a:lnTo>
                  <a:pt x="1452439" y="107683"/>
                </a:lnTo>
                <a:lnTo>
                  <a:pt x="1452269" y="108345"/>
                </a:lnTo>
                <a:lnTo>
                  <a:pt x="1452082" y="108994"/>
                </a:lnTo>
                <a:lnTo>
                  <a:pt x="1451877" y="109630"/>
                </a:lnTo>
                <a:lnTo>
                  <a:pt x="1451654" y="110252"/>
                </a:lnTo>
                <a:lnTo>
                  <a:pt x="1451414" y="110860"/>
                </a:lnTo>
                <a:lnTo>
                  <a:pt x="1451155" y="111455"/>
                </a:lnTo>
                <a:lnTo>
                  <a:pt x="1450879" y="112037"/>
                </a:lnTo>
                <a:lnTo>
                  <a:pt x="1450584" y="112605"/>
                </a:lnTo>
                <a:lnTo>
                  <a:pt x="1450272" y="113160"/>
                </a:lnTo>
                <a:lnTo>
                  <a:pt x="1449943" y="113702"/>
                </a:lnTo>
                <a:lnTo>
                  <a:pt x="1449595" y="114230"/>
                </a:lnTo>
                <a:lnTo>
                  <a:pt x="1449229" y="114744"/>
                </a:lnTo>
                <a:lnTo>
                  <a:pt x="1448846" y="115245"/>
                </a:lnTo>
                <a:lnTo>
                  <a:pt x="1448445" y="115733"/>
                </a:lnTo>
                <a:lnTo>
                  <a:pt x="1448026" y="116207"/>
                </a:lnTo>
                <a:lnTo>
                  <a:pt x="1447591" y="116665"/>
                </a:lnTo>
                <a:lnTo>
                  <a:pt x="1447144" y="117103"/>
                </a:lnTo>
                <a:lnTo>
                  <a:pt x="1446684" y="117521"/>
                </a:lnTo>
                <a:lnTo>
                  <a:pt x="1446211" y="117921"/>
                </a:lnTo>
                <a:lnTo>
                  <a:pt x="1445725" y="118300"/>
                </a:lnTo>
                <a:lnTo>
                  <a:pt x="1445226" y="118660"/>
                </a:lnTo>
                <a:lnTo>
                  <a:pt x="1444715" y="119001"/>
                </a:lnTo>
                <a:lnTo>
                  <a:pt x="1444190" y="119322"/>
                </a:lnTo>
                <a:lnTo>
                  <a:pt x="1443652" y="119624"/>
                </a:lnTo>
                <a:lnTo>
                  <a:pt x="1443102" y="119907"/>
                </a:lnTo>
                <a:lnTo>
                  <a:pt x="1442539" y="120169"/>
                </a:lnTo>
                <a:lnTo>
                  <a:pt x="1441963" y="120413"/>
                </a:lnTo>
                <a:lnTo>
                  <a:pt x="1441373" y="120637"/>
                </a:lnTo>
                <a:lnTo>
                  <a:pt x="1440772" y="120841"/>
                </a:lnTo>
                <a:lnTo>
                  <a:pt x="1440157" y="121026"/>
                </a:lnTo>
                <a:lnTo>
                  <a:pt x="1439529" y="121192"/>
                </a:lnTo>
                <a:lnTo>
                  <a:pt x="1438888" y="121338"/>
                </a:lnTo>
                <a:lnTo>
                  <a:pt x="1438235" y="121464"/>
                </a:lnTo>
                <a:lnTo>
                  <a:pt x="1437568" y="121571"/>
                </a:lnTo>
                <a:lnTo>
                  <a:pt x="1436889" y="121659"/>
                </a:lnTo>
                <a:lnTo>
                  <a:pt x="1436197" y="121727"/>
                </a:lnTo>
                <a:lnTo>
                  <a:pt x="1435492" y="121776"/>
                </a:lnTo>
                <a:lnTo>
                  <a:pt x="1434774" y="121805"/>
                </a:lnTo>
                <a:lnTo>
                  <a:pt x="1434043" y="121815"/>
                </a:lnTo>
                <a:lnTo>
                  <a:pt x="1433325" y="121805"/>
                </a:lnTo>
                <a:lnTo>
                  <a:pt x="1432620" y="121776"/>
                </a:lnTo>
                <a:lnTo>
                  <a:pt x="1431928" y="121727"/>
                </a:lnTo>
                <a:lnTo>
                  <a:pt x="1431248" y="121659"/>
                </a:lnTo>
                <a:lnTo>
                  <a:pt x="1430580" y="121571"/>
                </a:lnTo>
                <a:lnTo>
                  <a:pt x="1429926" y="121464"/>
                </a:lnTo>
                <a:lnTo>
                  <a:pt x="1429283" y="121338"/>
                </a:lnTo>
                <a:lnTo>
                  <a:pt x="1428654" y="121192"/>
                </a:lnTo>
                <a:lnTo>
                  <a:pt x="1428037" y="121026"/>
                </a:lnTo>
                <a:lnTo>
                  <a:pt x="1427433" y="120841"/>
                </a:lnTo>
                <a:lnTo>
                  <a:pt x="1426841" y="120637"/>
                </a:lnTo>
                <a:lnTo>
                  <a:pt x="1426262" y="120413"/>
                </a:lnTo>
                <a:lnTo>
                  <a:pt x="1425696" y="120169"/>
                </a:lnTo>
                <a:lnTo>
                  <a:pt x="1425142" y="119907"/>
                </a:lnTo>
                <a:lnTo>
                  <a:pt x="1424600" y="119624"/>
                </a:lnTo>
                <a:lnTo>
                  <a:pt x="1424072" y="119322"/>
                </a:lnTo>
                <a:lnTo>
                  <a:pt x="1423556" y="119001"/>
                </a:lnTo>
                <a:lnTo>
                  <a:pt x="1423052" y="118660"/>
                </a:lnTo>
                <a:lnTo>
                  <a:pt x="1422561" y="118300"/>
                </a:lnTo>
                <a:lnTo>
                  <a:pt x="1422083" y="117921"/>
                </a:lnTo>
                <a:lnTo>
                  <a:pt x="1421618" y="117521"/>
                </a:lnTo>
                <a:lnTo>
                  <a:pt x="1421165" y="117103"/>
                </a:lnTo>
                <a:lnTo>
                  <a:pt x="1420724" y="116665"/>
                </a:lnTo>
                <a:lnTo>
                  <a:pt x="1420296" y="116207"/>
                </a:lnTo>
                <a:lnTo>
                  <a:pt x="1419884" y="115733"/>
                </a:lnTo>
                <a:lnTo>
                  <a:pt x="1419489" y="115245"/>
                </a:lnTo>
                <a:lnTo>
                  <a:pt x="1419111" y="114744"/>
                </a:lnTo>
                <a:lnTo>
                  <a:pt x="1418752" y="114230"/>
                </a:lnTo>
                <a:lnTo>
                  <a:pt x="1418409" y="113702"/>
                </a:lnTo>
                <a:lnTo>
                  <a:pt x="1418085" y="113160"/>
                </a:lnTo>
                <a:lnTo>
                  <a:pt x="1417777" y="112605"/>
                </a:lnTo>
                <a:lnTo>
                  <a:pt x="1417488" y="112037"/>
                </a:lnTo>
                <a:lnTo>
                  <a:pt x="1417216" y="111455"/>
                </a:lnTo>
                <a:lnTo>
                  <a:pt x="1416961" y="110860"/>
                </a:lnTo>
                <a:lnTo>
                  <a:pt x="1416724" y="110252"/>
                </a:lnTo>
                <a:lnTo>
                  <a:pt x="1416505" y="109630"/>
                </a:lnTo>
                <a:lnTo>
                  <a:pt x="1416303" y="108994"/>
                </a:lnTo>
                <a:lnTo>
                  <a:pt x="1416119" y="108345"/>
                </a:lnTo>
                <a:lnTo>
                  <a:pt x="1415952" y="107683"/>
                </a:lnTo>
                <a:lnTo>
                  <a:pt x="1415803" y="107007"/>
                </a:lnTo>
                <a:lnTo>
                  <a:pt x="1415671" y="106318"/>
                </a:lnTo>
                <a:lnTo>
                  <a:pt x="1415557" y="105616"/>
                </a:lnTo>
                <a:lnTo>
                  <a:pt x="1415460" y="104900"/>
                </a:lnTo>
                <a:lnTo>
                  <a:pt x="1415381" y="104170"/>
                </a:lnTo>
                <a:lnTo>
                  <a:pt x="1415320" y="103427"/>
                </a:lnTo>
                <a:lnTo>
                  <a:pt x="1415276" y="102671"/>
                </a:lnTo>
                <a:lnTo>
                  <a:pt x="1415250" y="101901"/>
                </a:lnTo>
                <a:lnTo>
                  <a:pt x="1415241" y="101118"/>
                </a:lnTo>
                <a:lnTo>
                  <a:pt x="1415241" y="45818"/>
                </a:lnTo>
                <a:lnTo>
                  <a:pt x="1401022" y="45818"/>
                </a:lnTo>
                <a:lnTo>
                  <a:pt x="1401022" y="101118"/>
                </a:lnTo>
                <a:lnTo>
                  <a:pt x="1401037" y="102384"/>
                </a:lnTo>
                <a:lnTo>
                  <a:pt x="1401084" y="103628"/>
                </a:lnTo>
                <a:lnTo>
                  <a:pt x="1401162" y="104849"/>
                </a:lnTo>
                <a:lnTo>
                  <a:pt x="1401272" y="106049"/>
                </a:lnTo>
                <a:lnTo>
                  <a:pt x="1401413" y="107226"/>
                </a:lnTo>
                <a:lnTo>
                  <a:pt x="1401585" y="108381"/>
                </a:lnTo>
                <a:lnTo>
                  <a:pt x="1401788" y="109513"/>
                </a:lnTo>
                <a:lnTo>
                  <a:pt x="1402022" y="110624"/>
                </a:lnTo>
                <a:lnTo>
                  <a:pt x="1402288" y="111712"/>
                </a:lnTo>
                <a:lnTo>
                  <a:pt x="1402585" y="112778"/>
                </a:lnTo>
                <a:lnTo>
                  <a:pt x="1402913" y="113822"/>
                </a:lnTo>
                <a:lnTo>
                  <a:pt x="1403273" y="114844"/>
                </a:lnTo>
                <a:lnTo>
                  <a:pt x="1403664" y="115843"/>
                </a:lnTo>
                <a:lnTo>
                  <a:pt x="1404086" y="116820"/>
                </a:lnTo>
                <a:lnTo>
                  <a:pt x="1404539" y="117775"/>
                </a:lnTo>
                <a:lnTo>
                  <a:pt x="1405024" y="118708"/>
                </a:lnTo>
                <a:lnTo>
                  <a:pt x="1405540" y="119619"/>
                </a:lnTo>
                <a:lnTo>
                  <a:pt x="1406087" y="120507"/>
                </a:lnTo>
                <a:lnTo>
                  <a:pt x="1406665" y="121373"/>
                </a:lnTo>
                <a:lnTo>
                  <a:pt x="1407275" y="122217"/>
                </a:lnTo>
                <a:lnTo>
                  <a:pt x="1407916" y="123039"/>
                </a:lnTo>
                <a:lnTo>
                  <a:pt x="1408588" y="123838"/>
                </a:lnTo>
                <a:lnTo>
                  <a:pt x="1409291" y="124616"/>
                </a:lnTo>
                <a:lnTo>
                  <a:pt x="1410026" y="125371"/>
                </a:lnTo>
                <a:lnTo>
                  <a:pt x="1410787" y="126099"/>
                </a:lnTo>
                <a:lnTo>
                  <a:pt x="1411569" y="126796"/>
                </a:lnTo>
                <a:lnTo>
                  <a:pt x="1412372" y="127462"/>
                </a:lnTo>
                <a:lnTo>
                  <a:pt x="1413195" y="128098"/>
                </a:lnTo>
                <a:lnTo>
                  <a:pt x="1414040" y="128702"/>
                </a:lnTo>
                <a:lnTo>
                  <a:pt x="1414905" y="129275"/>
                </a:lnTo>
                <a:lnTo>
                  <a:pt x="1415791" y="129818"/>
                </a:lnTo>
                <a:lnTo>
                  <a:pt x="1416698" y="130329"/>
                </a:lnTo>
                <a:lnTo>
                  <a:pt x="1417626" y="130809"/>
                </a:lnTo>
                <a:lnTo>
                  <a:pt x="1418574" y="131259"/>
                </a:lnTo>
                <a:lnTo>
                  <a:pt x="1419544" y="131677"/>
                </a:lnTo>
                <a:lnTo>
                  <a:pt x="1420534" y="132064"/>
                </a:lnTo>
                <a:lnTo>
                  <a:pt x="1421545" y="132421"/>
                </a:lnTo>
                <a:lnTo>
                  <a:pt x="1422577" y="132746"/>
                </a:lnTo>
                <a:lnTo>
                  <a:pt x="1423630" y="133041"/>
                </a:lnTo>
                <a:lnTo>
                  <a:pt x="1424703" y="133304"/>
                </a:lnTo>
                <a:lnTo>
                  <a:pt x="1425798" y="133536"/>
                </a:lnTo>
                <a:lnTo>
                  <a:pt x="1426913" y="133738"/>
                </a:lnTo>
                <a:lnTo>
                  <a:pt x="1428049" y="133908"/>
                </a:lnTo>
                <a:lnTo>
                  <a:pt x="1429206" y="134048"/>
                </a:lnTo>
                <a:lnTo>
                  <a:pt x="1430384" y="134156"/>
                </a:lnTo>
                <a:lnTo>
                  <a:pt x="1431583" y="134234"/>
                </a:lnTo>
                <a:lnTo>
                  <a:pt x="1432803" y="134280"/>
                </a:lnTo>
                <a:lnTo>
                  <a:pt x="1434043" y="134296"/>
                </a:lnTo>
                <a:lnTo>
                  <a:pt x="1435284" y="134280"/>
                </a:lnTo>
                <a:lnTo>
                  <a:pt x="1436504" y="134234"/>
                </a:lnTo>
                <a:lnTo>
                  <a:pt x="1437704" y="134156"/>
                </a:lnTo>
                <a:lnTo>
                  <a:pt x="1438884" y="134048"/>
                </a:lnTo>
                <a:lnTo>
                  <a:pt x="1440043" y="133908"/>
                </a:lnTo>
                <a:close/>
                <a:moveTo>
                  <a:pt x="1247890" y="134145"/>
                </a:moveTo>
                <a:lnTo>
                  <a:pt x="1248334" y="134078"/>
                </a:lnTo>
                <a:lnTo>
                  <a:pt x="1248769" y="134000"/>
                </a:lnTo>
                <a:lnTo>
                  <a:pt x="1249197" y="133910"/>
                </a:lnTo>
                <a:lnTo>
                  <a:pt x="1249616" y="133807"/>
                </a:lnTo>
                <a:lnTo>
                  <a:pt x="1250028" y="133692"/>
                </a:lnTo>
                <a:lnTo>
                  <a:pt x="1250431" y="133566"/>
                </a:lnTo>
                <a:lnTo>
                  <a:pt x="1250827" y="133427"/>
                </a:lnTo>
                <a:lnTo>
                  <a:pt x="1251215" y="133276"/>
                </a:lnTo>
                <a:lnTo>
                  <a:pt x="1251594" y="133113"/>
                </a:lnTo>
                <a:lnTo>
                  <a:pt x="1251966" y="132939"/>
                </a:lnTo>
                <a:lnTo>
                  <a:pt x="1252330" y="132752"/>
                </a:lnTo>
                <a:lnTo>
                  <a:pt x="1252686" y="132553"/>
                </a:lnTo>
                <a:lnTo>
                  <a:pt x="1253034" y="132341"/>
                </a:lnTo>
                <a:lnTo>
                  <a:pt x="1253374" y="132118"/>
                </a:lnTo>
                <a:lnTo>
                  <a:pt x="1253706" y="131883"/>
                </a:lnTo>
                <a:lnTo>
                  <a:pt x="1254030" y="131636"/>
                </a:lnTo>
                <a:lnTo>
                  <a:pt x="1254346" y="131376"/>
                </a:lnTo>
                <a:lnTo>
                  <a:pt x="1254654" y="131105"/>
                </a:lnTo>
                <a:lnTo>
                  <a:pt x="1254954" y="130822"/>
                </a:lnTo>
                <a:lnTo>
                  <a:pt x="1255244" y="130528"/>
                </a:lnTo>
                <a:lnTo>
                  <a:pt x="1255522" y="130228"/>
                </a:lnTo>
                <a:lnTo>
                  <a:pt x="1255787" y="129920"/>
                </a:lnTo>
                <a:lnTo>
                  <a:pt x="1256040" y="129606"/>
                </a:lnTo>
                <a:lnTo>
                  <a:pt x="1256281" y="129284"/>
                </a:lnTo>
                <a:lnTo>
                  <a:pt x="1256510" y="128955"/>
                </a:lnTo>
                <a:lnTo>
                  <a:pt x="1256726" y="128619"/>
                </a:lnTo>
                <a:lnTo>
                  <a:pt x="1256929" y="128276"/>
                </a:lnTo>
                <a:lnTo>
                  <a:pt x="1257121" y="127925"/>
                </a:lnTo>
                <a:lnTo>
                  <a:pt x="1257300" y="127568"/>
                </a:lnTo>
                <a:lnTo>
                  <a:pt x="1257466" y="127203"/>
                </a:lnTo>
                <a:lnTo>
                  <a:pt x="1257621" y="126832"/>
                </a:lnTo>
                <a:lnTo>
                  <a:pt x="1257763" y="126453"/>
                </a:lnTo>
                <a:lnTo>
                  <a:pt x="1257892" y="126067"/>
                </a:lnTo>
                <a:lnTo>
                  <a:pt x="1258010" y="125674"/>
                </a:lnTo>
                <a:lnTo>
                  <a:pt x="1258115" y="125273"/>
                </a:lnTo>
                <a:lnTo>
                  <a:pt x="1258207" y="124866"/>
                </a:lnTo>
                <a:lnTo>
                  <a:pt x="1258288" y="124452"/>
                </a:lnTo>
                <a:lnTo>
                  <a:pt x="1258355" y="124030"/>
                </a:lnTo>
                <a:lnTo>
                  <a:pt x="1258411" y="123601"/>
                </a:lnTo>
                <a:lnTo>
                  <a:pt x="1258454" y="123165"/>
                </a:lnTo>
                <a:lnTo>
                  <a:pt x="1258485" y="122722"/>
                </a:lnTo>
                <a:lnTo>
                  <a:pt x="1258504" y="122272"/>
                </a:lnTo>
                <a:lnTo>
                  <a:pt x="1258510" y="121815"/>
                </a:lnTo>
                <a:lnTo>
                  <a:pt x="1258504" y="121331"/>
                </a:lnTo>
                <a:lnTo>
                  <a:pt x="1258485" y="120856"/>
                </a:lnTo>
                <a:lnTo>
                  <a:pt x="1258454" y="120388"/>
                </a:lnTo>
                <a:lnTo>
                  <a:pt x="1258411" y="119927"/>
                </a:lnTo>
                <a:lnTo>
                  <a:pt x="1258355" y="119475"/>
                </a:lnTo>
                <a:lnTo>
                  <a:pt x="1258288" y="119030"/>
                </a:lnTo>
                <a:lnTo>
                  <a:pt x="1258207" y="118593"/>
                </a:lnTo>
                <a:lnTo>
                  <a:pt x="1258115" y="118163"/>
                </a:lnTo>
                <a:lnTo>
                  <a:pt x="1258010" y="117741"/>
                </a:lnTo>
                <a:lnTo>
                  <a:pt x="1257892" y="117327"/>
                </a:lnTo>
                <a:lnTo>
                  <a:pt x="1257763" y="116921"/>
                </a:lnTo>
                <a:lnTo>
                  <a:pt x="1257621" y="116522"/>
                </a:lnTo>
                <a:lnTo>
                  <a:pt x="1257466" y="116131"/>
                </a:lnTo>
                <a:lnTo>
                  <a:pt x="1257300" y="115747"/>
                </a:lnTo>
                <a:lnTo>
                  <a:pt x="1257121" y="115371"/>
                </a:lnTo>
                <a:lnTo>
                  <a:pt x="1256929" y="115003"/>
                </a:lnTo>
                <a:lnTo>
                  <a:pt x="1256726" y="114643"/>
                </a:lnTo>
                <a:lnTo>
                  <a:pt x="1256510" y="114290"/>
                </a:lnTo>
                <a:lnTo>
                  <a:pt x="1256281" y="113945"/>
                </a:lnTo>
                <a:lnTo>
                  <a:pt x="1256040" y="113608"/>
                </a:lnTo>
                <a:lnTo>
                  <a:pt x="1255787" y="113278"/>
                </a:lnTo>
                <a:lnTo>
                  <a:pt x="1255522" y="112956"/>
                </a:lnTo>
                <a:lnTo>
                  <a:pt x="1255244" y="112642"/>
                </a:lnTo>
                <a:lnTo>
                  <a:pt x="1254954" y="112335"/>
                </a:lnTo>
                <a:lnTo>
                  <a:pt x="1254654" y="112039"/>
                </a:lnTo>
                <a:lnTo>
                  <a:pt x="1254346" y="111755"/>
                </a:lnTo>
                <a:lnTo>
                  <a:pt x="1254030" y="111484"/>
                </a:lnTo>
                <a:lnTo>
                  <a:pt x="1253706" y="111225"/>
                </a:lnTo>
                <a:lnTo>
                  <a:pt x="1253374" y="110979"/>
                </a:lnTo>
                <a:lnTo>
                  <a:pt x="1253034" y="110746"/>
                </a:lnTo>
                <a:lnTo>
                  <a:pt x="1252686" y="110525"/>
                </a:lnTo>
                <a:lnTo>
                  <a:pt x="1252330" y="110317"/>
                </a:lnTo>
                <a:lnTo>
                  <a:pt x="1251966" y="110121"/>
                </a:lnTo>
                <a:lnTo>
                  <a:pt x="1251594" y="109938"/>
                </a:lnTo>
                <a:lnTo>
                  <a:pt x="1251215" y="109768"/>
                </a:lnTo>
                <a:lnTo>
                  <a:pt x="1250827" y="109610"/>
                </a:lnTo>
                <a:lnTo>
                  <a:pt x="1250431" y="109465"/>
                </a:lnTo>
                <a:lnTo>
                  <a:pt x="1250028" y="109333"/>
                </a:lnTo>
                <a:lnTo>
                  <a:pt x="1249616" y="109213"/>
                </a:lnTo>
                <a:lnTo>
                  <a:pt x="1249197" y="109106"/>
                </a:lnTo>
                <a:lnTo>
                  <a:pt x="1248769" y="109011"/>
                </a:lnTo>
                <a:lnTo>
                  <a:pt x="1248334" y="108929"/>
                </a:lnTo>
                <a:lnTo>
                  <a:pt x="1247890" y="108860"/>
                </a:lnTo>
                <a:lnTo>
                  <a:pt x="1247439" y="108803"/>
                </a:lnTo>
                <a:lnTo>
                  <a:pt x="1246980" y="108759"/>
                </a:lnTo>
                <a:lnTo>
                  <a:pt x="1246512" y="108727"/>
                </a:lnTo>
                <a:lnTo>
                  <a:pt x="1246037" y="108708"/>
                </a:lnTo>
                <a:lnTo>
                  <a:pt x="1245554" y="108702"/>
                </a:lnTo>
                <a:lnTo>
                  <a:pt x="1245071" y="108708"/>
                </a:lnTo>
                <a:lnTo>
                  <a:pt x="1244595" y="108727"/>
                </a:lnTo>
                <a:lnTo>
                  <a:pt x="1244128" y="108759"/>
                </a:lnTo>
                <a:lnTo>
                  <a:pt x="1243669" y="108803"/>
                </a:lnTo>
                <a:lnTo>
                  <a:pt x="1243217" y="108860"/>
                </a:lnTo>
                <a:lnTo>
                  <a:pt x="1242774" y="108929"/>
                </a:lnTo>
                <a:lnTo>
                  <a:pt x="1242338" y="109011"/>
                </a:lnTo>
                <a:lnTo>
                  <a:pt x="1241911" y="109106"/>
                </a:lnTo>
                <a:lnTo>
                  <a:pt x="1241491" y="109213"/>
                </a:lnTo>
                <a:lnTo>
                  <a:pt x="1241080" y="109333"/>
                </a:lnTo>
                <a:lnTo>
                  <a:pt x="1240676" y="109465"/>
                </a:lnTo>
                <a:lnTo>
                  <a:pt x="1240280" y="109610"/>
                </a:lnTo>
                <a:lnTo>
                  <a:pt x="1239892" y="109768"/>
                </a:lnTo>
                <a:lnTo>
                  <a:pt x="1239513" y="109938"/>
                </a:lnTo>
                <a:lnTo>
                  <a:pt x="1239141" y="110121"/>
                </a:lnTo>
                <a:lnTo>
                  <a:pt x="1238777" y="110317"/>
                </a:lnTo>
                <a:lnTo>
                  <a:pt x="1238421" y="110525"/>
                </a:lnTo>
                <a:lnTo>
                  <a:pt x="1238073" y="110746"/>
                </a:lnTo>
                <a:lnTo>
                  <a:pt x="1237733" y="110979"/>
                </a:lnTo>
                <a:lnTo>
                  <a:pt x="1237401" y="111225"/>
                </a:lnTo>
                <a:lnTo>
                  <a:pt x="1237076" y="111484"/>
                </a:lnTo>
                <a:lnTo>
                  <a:pt x="1236760" y="111755"/>
                </a:lnTo>
                <a:lnTo>
                  <a:pt x="1236452" y="112039"/>
                </a:lnTo>
                <a:lnTo>
                  <a:pt x="1236152" y="112335"/>
                </a:lnTo>
                <a:lnTo>
                  <a:pt x="1235862" y="112642"/>
                </a:lnTo>
                <a:lnTo>
                  <a:pt x="1235584" y="112956"/>
                </a:lnTo>
                <a:lnTo>
                  <a:pt x="1235319" y="113278"/>
                </a:lnTo>
                <a:lnTo>
                  <a:pt x="1235066" y="113608"/>
                </a:lnTo>
                <a:lnTo>
                  <a:pt x="1234825" y="113945"/>
                </a:lnTo>
                <a:lnTo>
                  <a:pt x="1234597" y="114290"/>
                </a:lnTo>
                <a:lnTo>
                  <a:pt x="1234381" y="114643"/>
                </a:lnTo>
                <a:lnTo>
                  <a:pt x="1234177" y="115003"/>
                </a:lnTo>
                <a:lnTo>
                  <a:pt x="1233986" y="115371"/>
                </a:lnTo>
                <a:lnTo>
                  <a:pt x="1233807" y="115747"/>
                </a:lnTo>
                <a:lnTo>
                  <a:pt x="1233641" y="116131"/>
                </a:lnTo>
                <a:lnTo>
                  <a:pt x="1233486" y="116522"/>
                </a:lnTo>
                <a:lnTo>
                  <a:pt x="1233345" y="116921"/>
                </a:lnTo>
                <a:lnTo>
                  <a:pt x="1233215" y="117327"/>
                </a:lnTo>
                <a:lnTo>
                  <a:pt x="1233098" y="117741"/>
                </a:lnTo>
                <a:lnTo>
                  <a:pt x="1232993" y="118163"/>
                </a:lnTo>
                <a:lnTo>
                  <a:pt x="1232900" y="118593"/>
                </a:lnTo>
                <a:lnTo>
                  <a:pt x="1232820" y="119030"/>
                </a:lnTo>
                <a:lnTo>
                  <a:pt x="1232752" y="119475"/>
                </a:lnTo>
                <a:lnTo>
                  <a:pt x="1232697" y="119927"/>
                </a:lnTo>
                <a:lnTo>
                  <a:pt x="1232654" y="120388"/>
                </a:lnTo>
                <a:lnTo>
                  <a:pt x="1232623" y="120856"/>
                </a:lnTo>
                <a:lnTo>
                  <a:pt x="1232604" y="121331"/>
                </a:lnTo>
                <a:lnTo>
                  <a:pt x="1232598" y="121815"/>
                </a:lnTo>
                <a:lnTo>
                  <a:pt x="1232604" y="122272"/>
                </a:lnTo>
                <a:lnTo>
                  <a:pt x="1232623" y="122722"/>
                </a:lnTo>
                <a:lnTo>
                  <a:pt x="1232654" y="123165"/>
                </a:lnTo>
                <a:lnTo>
                  <a:pt x="1232697" y="123601"/>
                </a:lnTo>
                <a:lnTo>
                  <a:pt x="1232752" y="124030"/>
                </a:lnTo>
                <a:lnTo>
                  <a:pt x="1232820" y="124452"/>
                </a:lnTo>
                <a:lnTo>
                  <a:pt x="1232900" y="124866"/>
                </a:lnTo>
                <a:lnTo>
                  <a:pt x="1232993" y="125273"/>
                </a:lnTo>
                <a:lnTo>
                  <a:pt x="1233098" y="125674"/>
                </a:lnTo>
                <a:lnTo>
                  <a:pt x="1233215" y="126067"/>
                </a:lnTo>
                <a:lnTo>
                  <a:pt x="1233345" y="126453"/>
                </a:lnTo>
                <a:lnTo>
                  <a:pt x="1233486" y="126832"/>
                </a:lnTo>
                <a:lnTo>
                  <a:pt x="1233641" y="127203"/>
                </a:lnTo>
                <a:lnTo>
                  <a:pt x="1233807" y="127568"/>
                </a:lnTo>
                <a:lnTo>
                  <a:pt x="1233986" y="127925"/>
                </a:lnTo>
                <a:lnTo>
                  <a:pt x="1234177" y="128276"/>
                </a:lnTo>
                <a:lnTo>
                  <a:pt x="1234381" y="128619"/>
                </a:lnTo>
                <a:lnTo>
                  <a:pt x="1234597" y="128955"/>
                </a:lnTo>
                <a:lnTo>
                  <a:pt x="1234825" y="129284"/>
                </a:lnTo>
                <a:lnTo>
                  <a:pt x="1235066" y="129606"/>
                </a:lnTo>
                <a:lnTo>
                  <a:pt x="1235319" y="129920"/>
                </a:lnTo>
                <a:lnTo>
                  <a:pt x="1235584" y="130228"/>
                </a:lnTo>
                <a:lnTo>
                  <a:pt x="1235862" y="130528"/>
                </a:lnTo>
                <a:lnTo>
                  <a:pt x="1236152" y="130822"/>
                </a:lnTo>
                <a:lnTo>
                  <a:pt x="1236452" y="131105"/>
                </a:lnTo>
                <a:lnTo>
                  <a:pt x="1236760" y="131376"/>
                </a:lnTo>
                <a:lnTo>
                  <a:pt x="1237076" y="131636"/>
                </a:lnTo>
                <a:lnTo>
                  <a:pt x="1237401" y="131883"/>
                </a:lnTo>
                <a:lnTo>
                  <a:pt x="1237733" y="132118"/>
                </a:lnTo>
                <a:lnTo>
                  <a:pt x="1238073" y="132341"/>
                </a:lnTo>
                <a:lnTo>
                  <a:pt x="1238421" y="132553"/>
                </a:lnTo>
                <a:lnTo>
                  <a:pt x="1238777" y="132752"/>
                </a:lnTo>
                <a:lnTo>
                  <a:pt x="1239141" y="132939"/>
                </a:lnTo>
                <a:lnTo>
                  <a:pt x="1239513" y="133113"/>
                </a:lnTo>
                <a:lnTo>
                  <a:pt x="1239892" y="133276"/>
                </a:lnTo>
                <a:lnTo>
                  <a:pt x="1240280" y="133427"/>
                </a:lnTo>
                <a:lnTo>
                  <a:pt x="1240676" y="133566"/>
                </a:lnTo>
                <a:lnTo>
                  <a:pt x="1241080" y="133692"/>
                </a:lnTo>
                <a:lnTo>
                  <a:pt x="1241491" y="133807"/>
                </a:lnTo>
                <a:lnTo>
                  <a:pt x="1241911" y="133910"/>
                </a:lnTo>
                <a:lnTo>
                  <a:pt x="1242338" y="134000"/>
                </a:lnTo>
                <a:lnTo>
                  <a:pt x="1242774" y="134078"/>
                </a:lnTo>
                <a:lnTo>
                  <a:pt x="1243217" y="134145"/>
                </a:lnTo>
                <a:lnTo>
                  <a:pt x="1243669" y="134199"/>
                </a:lnTo>
                <a:lnTo>
                  <a:pt x="1244128" y="134241"/>
                </a:lnTo>
                <a:lnTo>
                  <a:pt x="1244595" y="134271"/>
                </a:lnTo>
                <a:lnTo>
                  <a:pt x="1245071" y="134290"/>
                </a:lnTo>
                <a:lnTo>
                  <a:pt x="1245554" y="134296"/>
                </a:lnTo>
                <a:lnTo>
                  <a:pt x="1246037" y="134290"/>
                </a:lnTo>
                <a:lnTo>
                  <a:pt x="1246512" y="134271"/>
                </a:lnTo>
                <a:lnTo>
                  <a:pt x="1246980" y="134241"/>
                </a:lnTo>
                <a:lnTo>
                  <a:pt x="1247439" y="134199"/>
                </a:lnTo>
                <a:lnTo>
                  <a:pt x="1247890" y="134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cursor.execute(f&quot;SELECT">
            <a:extLst xmlns:a="http://schemas.openxmlformats.org/drawingml/2006/main">
              <a:ext uri="{FF2B5EF4-FFF2-40B4-BE49-F238E27FC236}">
                <a16:creationId xmlns:a16="http://schemas.microsoft.com/office/drawing/2014/main" id="{148111C6-B044-4DF7-9D5A-2027C6A8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401" y="1808705"/>
            <a:ext cx="2126972" cy="151675"/>
          </a:xfrm>
          <a:custGeom xmlns:a="http://schemas.openxmlformats.org/drawingml/2006/main">
            <a:pathLst>
              <a:path w="2126972" h="151675">
                <a:moveTo>
                  <a:pt x="204762" y="132717"/>
                </a:moveTo>
                <a:lnTo>
                  <a:pt x="204762" y="77417"/>
                </a:lnTo>
                <a:lnTo>
                  <a:pt x="204771" y="76582"/>
                </a:lnTo>
                <a:lnTo>
                  <a:pt x="204796" y="75765"/>
                </a:lnTo>
                <a:lnTo>
                  <a:pt x="204839" y="74963"/>
                </a:lnTo>
                <a:lnTo>
                  <a:pt x="204898" y="74178"/>
                </a:lnTo>
                <a:lnTo>
                  <a:pt x="204975" y="73410"/>
                </a:lnTo>
                <a:lnTo>
                  <a:pt x="205068" y="72657"/>
                </a:lnTo>
                <a:lnTo>
                  <a:pt x="205179" y="71922"/>
                </a:lnTo>
                <a:lnTo>
                  <a:pt x="205306" y="71203"/>
                </a:lnTo>
                <a:lnTo>
                  <a:pt x="205451" y="70500"/>
                </a:lnTo>
                <a:lnTo>
                  <a:pt x="205613" y="69814"/>
                </a:lnTo>
                <a:lnTo>
                  <a:pt x="205791" y="69144"/>
                </a:lnTo>
                <a:lnTo>
                  <a:pt x="205987" y="68491"/>
                </a:lnTo>
                <a:lnTo>
                  <a:pt x="206199" y="67854"/>
                </a:lnTo>
                <a:lnTo>
                  <a:pt x="206429" y="67233"/>
                </a:lnTo>
                <a:lnTo>
                  <a:pt x="206676" y="66629"/>
                </a:lnTo>
                <a:lnTo>
                  <a:pt x="206939" y="66042"/>
                </a:lnTo>
                <a:lnTo>
                  <a:pt x="207220" y="65471"/>
                </a:lnTo>
                <a:lnTo>
                  <a:pt x="207518" y="64916"/>
                </a:lnTo>
                <a:lnTo>
                  <a:pt x="207832" y="64378"/>
                </a:lnTo>
                <a:lnTo>
                  <a:pt x="208164" y="63856"/>
                </a:lnTo>
                <a:lnTo>
                  <a:pt x="208513" y="63351"/>
                </a:lnTo>
                <a:lnTo>
                  <a:pt x="208878" y="62863"/>
                </a:lnTo>
                <a:lnTo>
                  <a:pt x="209261" y="62390"/>
                </a:lnTo>
                <a:lnTo>
                  <a:pt x="209661" y="61934"/>
                </a:lnTo>
                <a:lnTo>
                  <a:pt x="210077" y="61496"/>
                </a:lnTo>
                <a:lnTo>
                  <a:pt x="210508" y="61076"/>
                </a:lnTo>
                <a:lnTo>
                  <a:pt x="210955" y="60675"/>
                </a:lnTo>
                <a:lnTo>
                  <a:pt x="211417" y="60293"/>
                </a:lnTo>
                <a:lnTo>
                  <a:pt x="211894" y="59929"/>
                </a:lnTo>
                <a:lnTo>
                  <a:pt x="212387" y="59584"/>
                </a:lnTo>
                <a:lnTo>
                  <a:pt x="212895" y="59258"/>
                </a:lnTo>
                <a:lnTo>
                  <a:pt x="213418" y="58950"/>
                </a:lnTo>
                <a:lnTo>
                  <a:pt x="213957" y="58661"/>
                </a:lnTo>
                <a:lnTo>
                  <a:pt x="214511" y="58391"/>
                </a:lnTo>
                <a:lnTo>
                  <a:pt x="215080" y="58139"/>
                </a:lnTo>
                <a:lnTo>
                  <a:pt x="215665" y="57906"/>
                </a:lnTo>
                <a:lnTo>
                  <a:pt x="216265" y="57691"/>
                </a:lnTo>
                <a:lnTo>
                  <a:pt x="216881" y="57496"/>
                </a:lnTo>
                <a:lnTo>
                  <a:pt x="217512" y="57318"/>
                </a:lnTo>
                <a:lnTo>
                  <a:pt x="218158" y="57160"/>
                </a:lnTo>
                <a:lnTo>
                  <a:pt x="218819" y="57020"/>
                </a:lnTo>
                <a:lnTo>
                  <a:pt x="219496" y="56899"/>
                </a:lnTo>
                <a:lnTo>
                  <a:pt x="220189" y="56796"/>
                </a:lnTo>
                <a:lnTo>
                  <a:pt x="220896" y="56712"/>
                </a:lnTo>
                <a:lnTo>
                  <a:pt x="221619" y="56647"/>
                </a:lnTo>
                <a:lnTo>
                  <a:pt x="222357" y="56600"/>
                </a:lnTo>
                <a:lnTo>
                  <a:pt x="223111" y="56572"/>
                </a:lnTo>
                <a:lnTo>
                  <a:pt x="223880" y="56563"/>
                </a:lnTo>
                <a:lnTo>
                  <a:pt x="224623" y="56571"/>
                </a:lnTo>
                <a:lnTo>
                  <a:pt x="225352" y="56595"/>
                </a:lnTo>
                <a:lnTo>
                  <a:pt x="226065" y="56636"/>
                </a:lnTo>
                <a:lnTo>
                  <a:pt x="226764" y="56692"/>
                </a:lnTo>
                <a:lnTo>
                  <a:pt x="227448" y="56765"/>
                </a:lnTo>
                <a:lnTo>
                  <a:pt x="228117" y="56854"/>
                </a:lnTo>
                <a:lnTo>
                  <a:pt x="228771" y="56959"/>
                </a:lnTo>
                <a:lnTo>
                  <a:pt x="229411" y="57081"/>
                </a:lnTo>
                <a:lnTo>
                  <a:pt x="230035" y="57218"/>
                </a:lnTo>
                <a:lnTo>
                  <a:pt x="230645" y="57372"/>
                </a:lnTo>
                <a:lnTo>
                  <a:pt x="231240" y="57542"/>
                </a:lnTo>
                <a:lnTo>
                  <a:pt x="231820" y="57728"/>
                </a:lnTo>
                <a:lnTo>
                  <a:pt x="232386" y="57930"/>
                </a:lnTo>
                <a:lnTo>
                  <a:pt x="232936" y="58149"/>
                </a:lnTo>
                <a:lnTo>
                  <a:pt x="233472" y="58383"/>
                </a:lnTo>
                <a:lnTo>
                  <a:pt x="233993" y="58634"/>
                </a:lnTo>
                <a:lnTo>
                  <a:pt x="234499" y="58901"/>
                </a:lnTo>
                <a:lnTo>
                  <a:pt x="234990" y="59184"/>
                </a:lnTo>
                <a:lnTo>
                  <a:pt x="235467" y="59484"/>
                </a:lnTo>
                <a:lnTo>
                  <a:pt x="235928" y="59799"/>
                </a:lnTo>
                <a:lnTo>
                  <a:pt x="236375" y="60131"/>
                </a:lnTo>
                <a:lnTo>
                  <a:pt x="236807" y="60479"/>
                </a:lnTo>
                <a:lnTo>
                  <a:pt x="237224" y="60843"/>
                </a:lnTo>
                <a:lnTo>
                  <a:pt x="237627" y="61223"/>
                </a:lnTo>
                <a:lnTo>
                  <a:pt x="238013" y="61620"/>
                </a:lnTo>
                <a:lnTo>
                  <a:pt x="238384" y="62034"/>
                </a:lnTo>
                <a:lnTo>
                  <a:pt x="238738" y="62466"/>
                </a:lnTo>
                <a:lnTo>
                  <a:pt x="239075" y="62915"/>
                </a:lnTo>
                <a:lnTo>
                  <a:pt x="239396" y="63381"/>
                </a:lnTo>
                <a:lnTo>
                  <a:pt x="239700" y="63864"/>
                </a:lnTo>
                <a:lnTo>
                  <a:pt x="239988" y="64365"/>
                </a:lnTo>
                <a:lnTo>
                  <a:pt x="240260" y="64883"/>
                </a:lnTo>
                <a:lnTo>
                  <a:pt x="240515" y="65418"/>
                </a:lnTo>
                <a:lnTo>
                  <a:pt x="240754" y="65971"/>
                </a:lnTo>
                <a:lnTo>
                  <a:pt x="240976" y="66541"/>
                </a:lnTo>
                <a:lnTo>
                  <a:pt x="241181" y="67128"/>
                </a:lnTo>
                <a:lnTo>
                  <a:pt x="241371" y="67732"/>
                </a:lnTo>
                <a:lnTo>
                  <a:pt x="241543" y="68354"/>
                </a:lnTo>
                <a:lnTo>
                  <a:pt x="241700" y="68993"/>
                </a:lnTo>
                <a:lnTo>
                  <a:pt x="241840" y="69649"/>
                </a:lnTo>
                <a:lnTo>
                  <a:pt x="241963" y="70323"/>
                </a:lnTo>
                <a:lnTo>
                  <a:pt x="242070" y="71014"/>
                </a:lnTo>
                <a:lnTo>
                  <a:pt x="242161" y="71722"/>
                </a:lnTo>
                <a:lnTo>
                  <a:pt x="242235" y="72447"/>
                </a:lnTo>
                <a:lnTo>
                  <a:pt x="242292" y="73190"/>
                </a:lnTo>
                <a:lnTo>
                  <a:pt x="242333" y="73950"/>
                </a:lnTo>
                <a:lnTo>
                  <a:pt x="242358" y="74727"/>
                </a:lnTo>
                <a:lnTo>
                  <a:pt x="242366" y="75522"/>
                </a:lnTo>
                <a:lnTo>
                  <a:pt x="242366" y="82947"/>
                </a:lnTo>
                <a:lnTo>
                  <a:pt x="256585" y="82947"/>
                </a:lnTo>
                <a:lnTo>
                  <a:pt x="256585" y="75522"/>
                </a:lnTo>
                <a:lnTo>
                  <a:pt x="256573" y="74283"/>
                </a:lnTo>
                <a:lnTo>
                  <a:pt x="256534" y="73068"/>
                </a:lnTo>
                <a:lnTo>
                  <a:pt x="256471" y="71877"/>
                </a:lnTo>
                <a:lnTo>
                  <a:pt x="256381" y="70709"/>
                </a:lnTo>
                <a:lnTo>
                  <a:pt x="256267" y="69566"/>
                </a:lnTo>
                <a:lnTo>
                  <a:pt x="256126" y="68447"/>
                </a:lnTo>
                <a:lnTo>
                  <a:pt x="255960" y="67351"/>
                </a:lnTo>
                <a:lnTo>
                  <a:pt x="255769" y="66279"/>
                </a:lnTo>
                <a:lnTo>
                  <a:pt x="255552" y="65231"/>
                </a:lnTo>
                <a:lnTo>
                  <a:pt x="255310" y="64207"/>
                </a:lnTo>
                <a:lnTo>
                  <a:pt x="255042" y="63207"/>
                </a:lnTo>
                <a:lnTo>
                  <a:pt x="254748" y="62230"/>
                </a:lnTo>
                <a:lnTo>
                  <a:pt x="254429" y="61278"/>
                </a:lnTo>
                <a:lnTo>
                  <a:pt x="254085" y="60349"/>
                </a:lnTo>
                <a:lnTo>
                  <a:pt x="253715" y="59444"/>
                </a:lnTo>
                <a:lnTo>
                  <a:pt x="253320" y="58563"/>
                </a:lnTo>
                <a:lnTo>
                  <a:pt x="252899" y="57706"/>
                </a:lnTo>
                <a:lnTo>
                  <a:pt x="252452" y="56873"/>
                </a:lnTo>
                <a:lnTo>
                  <a:pt x="251980" y="56064"/>
                </a:lnTo>
                <a:lnTo>
                  <a:pt x="251483" y="55279"/>
                </a:lnTo>
                <a:lnTo>
                  <a:pt x="250959" y="54517"/>
                </a:lnTo>
                <a:lnTo>
                  <a:pt x="250411" y="53779"/>
                </a:lnTo>
                <a:lnTo>
                  <a:pt x="249837" y="53065"/>
                </a:lnTo>
                <a:lnTo>
                  <a:pt x="249237" y="52375"/>
                </a:lnTo>
                <a:lnTo>
                  <a:pt x="248614" y="51711"/>
                </a:lnTo>
                <a:lnTo>
                  <a:pt x="247970" y="51076"/>
                </a:lnTo>
                <a:lnTo>
                  <a:pt x="247303" y="50468"/>
                </a:lnTo>
                <a:lnTo>
                  <a:pt x="246615" y="49889"/>
                </a:lnTo>
                <a:lnTo>
                  <a:pt x="245906" y="49338"/>
                </a:lnTo>
                <a:lnTo>
                  <a:pt x="245174" y="48816"/>
                </a:lnTo>
                <a:lnTo>
                  <a:pt x="244421" y="48321"/>
                </a:lnTo>
                <a:lnTo>
                  <a:pt x="243646" y="47855"/>
                </a:lnTo>
                <a:lnTo>
                  <a:pt x="242850" y="47417"/>
                </a:lnTo>
                <a:lnTo>
                  <a:pt x="242032" y="47008"/>
                </a:lnTo>
                <a:lnTo>
                  <a:pt x="241192" y="46626"/>
                </a:lnTo>
                <a:lnTo>
                  <a:pt x="240331" y="46273"/>
                </a:lnTo>
                <a:lnTo>
                  <a:pt x="239448" y="45948"/>
                </a:lnTo>
                <a:lnTo>
                  <a:pt x="238543" y="45651"/>
                </a:lnTo>
                <a:lnTo>
                  <a:pt x="237617" y="45383"/>
                </a:lnTo>
                <a:lnTo>
                  <a:pt x="236669" y="45143"/>
                </a:lnTo>
                <a:lnTo>
                  <a:pt x="235699" y="44931"/>
                </a:lnTo>
                <a:lnTo>
                  <a:pt x="234708" y="44747"/>
                </a:lnTo>
                <a:lnTo>
                  <a:pt x="233694" y="44592"/>
                </a:lnTo>
                <a:lnTo>
                  <a:pt x="232660" y="44465"/>
                </a:lnTo>
                <a:lnTo>
                  <a:pt x="231603" y="44366"/>
                </a:lnTo>
                <a:lnTo>
                  <a:pt x="230525" y="44295"/>
                </a:lnTo>
                <a:lnTo>
                  <a:pt x="229425" y="44253"/>
                </a:lnTo>
                <a:lnTo>
                  <a:pt x="228304" y="44239"/>
                </a:lnTo>
                <a:lnTo>
                  <a:pt x="227391" y="44249"/>
                </a:lnTo>
                <a:lnTo>
                  <a:pt x="226494" y="44280"/>
                </a:lnTo>
                <a:lnTo>
                  <a:pt x="225615" y="44331"/>
                </a:lnTo>
                <a:lnTo>
                  <a:pt x="224752" y="44403"/>
                </a:lnTo>
                <a:lnTo>
                  <a:pt x="223905" y="44496"/>
                </a:lnTo>
                <a:lnTo>
                  <a:pt x="223076" y="44609"/>
                </a:lnTo>
                <a:lnTo>
                  <a:pt x="222263" y="44743"/>
                </a:lnTo>
                <a:lnTo>
                  <a:pt x="221467" y="44897"/>
                </a:lnTo>
                <a:lnTo>
                  <a:pt x="220687" y="45072"/>
                </a:lnTo>
                <a:lnTo>
                  <a:pt x="219925" y="45268"/>
                </a:lnTo>
                <a:lnTo>
                  <a:pt x="219179" y="45484"/>
                </a:lnTo>
                <a:lnTo>
                  <a:pt x="218450" y="45720"/>
                </a:lnTo>
                <a:lnTo>
                  <a:pt x="217737" y="45977"/>
                </a:lnTo>
                <a:lnTo>
                  <a:pt x="217041" y="46255"/>
                </a:lnTo>
                <a:lnTo>
                  <a:pt x="216362" y="46554"/>
                </a:lnTo>
                <a:lnTo>
                  <a:pt x="215700" y="46873"/>
                </a:lnTo>
                <a:lnTo>
                  <a:pt x="215055" y="47212"/>
                </a:lnTo>
                <a:lnTo>
                  <a:pt x="214426" y="47572"/>
                </a:lnTo>
                <a:lnTo>
                  <a:pt x="213814" y="47953"/>
                </a:lnTo>
                <a:lnTo>
                  <a:pt x="213218" y="48354"/>
                </a:lnTo>
                <a:lnTo>
                  <a:pt x="212639" y="48776"/>
                </a:lnTo>
                <a:lnTo>
                  <a:pt x="212078" y="49218"/>
                </a:lnTo>
                <a:lnTo>
                  <a:pt x="211532" y="49681"/>
                </a:lnTo>
                <a:lnTo>
                  <a:pt x="211004" y="50165"/>
                </a:lnTo>
                <a:lnTo>
                  <a:pt x="210494" y="50666"/>
                </a:lnTo>
                <a:lnTo>
                  <a:pt x="210007" y="51181"/>
                </a:lnTo>
                <a:lnTo>
                  <a:pt x="209541" y="51711"/>
                </a:lnTo>
                <a:lnTo>
                  <a:pt x="209097" y="52255"/>
                </a:lnTo>
                <a:lnTo>
                  <a:pt x="208674" y="52815"/>
                </a:lnTo>
                <a:lnTo>
                  <a:pt x="208273" y="53388"/>
                </a:lnTo>
                <a:lnTo>
                  <a:pt x="207894" y="53976"/>
                </a:lnTo>
                <a:lnTo>
                  <a:pt x="207536" y="54579"/>
                </a:lnTo>
                <a:lnTo>
                  <a:pt x="207200" y="55196"/>
                </a:lnTo>
                <a:lnTo>
                  <a:pt x="206886" y="55828"/>
                </a:lnTo>
                <a:lnTo>
                  <a:pt x="206593" y="56474"/>
                </a:lnTo>
                <a:lnTo>
                  <a:pt x="206323" y="57135"/>
                </a:lnTo>
                <a:lnTo>
                  <a:pt x="206073" y="57810"/>
                </a:lnTo>
                <a:lnTo>
                  <a:pt x="205846" y="58500"/>
                </a:lnTo>
                <a:lnTo>
                  <a:pt x="205640" y="59205"/>
                </a:lnTo>
                <a:lnTo>
                  <a:pt x="205456" y="59924"/>
                </a:lnTo>
                <a:lnTo>
                  <a:pt x="205293" y="60657"/>
                </a:lnTo>
                <a:lnTo>
                  <a:pt x="205152" y="61405"/>
                </a:lnTo>
                <a:lnTo>
                  <a:pt x="205033" y="62168"/>
                </a:lnTo>
                <a:lnTo>
                  <a:pt x="205003" y="62407"/>
                </a:lnTo>
                <a:lnTo>
                  <a:pt x="204762" y="62407"/>
                </a:lnTo>
                <a:lnTo>
                  <a:pt x="204762" y="45818"/>
                </a:lnTo>
                <a:lnTo>
                  <a:pt x="190543" y="45818"/>
                </a:lnTo>
                <a:lnTo>
                  <a:pt x="190543" y="132717"/>
                </a:lnTo>
                <a:lnTo>
                  <a:pt x="204762" y="132717"/>
                </a:lnTo>
                <a:close/>
                <a:moveTo>
                  <a:pt x="485363" y="132717"/>
                </a:moveTo>
                <a:lnTo>
                  <a:pt x="485363" y="77417"/>
                </a:lnTo>
                <a:lnTo>
                  <a:pt x="485372" y="76582"/>
                </a:lnTo>
                <a:lnTo>
                  <a:pt x="485398" y="75765"/>
                </a:lnTo>
                <a:lnTo>
                  <a:pt x="485440" y="74963"/>
                </a:lnTo>
                <a:lnTo>
                  <a:pt x="485500" y="74178"/>
                </a:lnTo>
                <a:lnTo>
                  <a:pt x="485576" y="73410"/>
                </a:lnTo>
                <a:lnTo>
                  <a:pt x="485670" y="72657"/>
                </a:lnTo>
                <a:lnTo>
                  <a:pt x="485780" y="71922"/>
                </a:lnTo>
                <a:lnTo>
                  <a:pt x="485908" y="71203"/>
                </a:lnTo>
                <a:lnTo>
                  <a:pt x="486052" y="70500"/>
                </a:lnTo>
                <a:lnTo>
                  <a:pt x="486214" y="69814"/>
                </a:lnTo>
                <a:lnTo>
                  <a:pt x="486393" y="69144"/>
                </a:lnTo>
                <a:lnTo>
                  <a:pt x="486588" y="68491"/>
                </a:lnTo>
                <a:lnTo>
                  <a:pt x="486801" y="67854"/>
                </a:lnTo>
                <a:lnTo>
                  <a:pt x="487030" y="67233"/>
                </a:lnTo>
                <a:lnTo>
                  <a:pt x="487277" y="66629"/>
                </a:lnTo>
                <a:lnTo>
                  <a:pt x="487541" y="66042"/>
                </a:lnTo>
                <a:lnTo>
                  <a:pt x="487821" y="65471"/>
                </a:lnTo>
                <a:lnTo>
                  <a:pt x="488119" y="64916"/>
                </a:lnTo>
                <a:lnTo>
                  <a:pt x="488434" y="64378"/>
                </a:lnTo>
                <a:lnTo>
                  <a:pt x="488765" y="63856"/>
                </a:lnTo>
                <a:lnTo>
                  <a:pt x="489114" y="63351"/>
                </a:lnTo>
                <a:lnTo>
                  <a:pt x="489480" y="62863"/>
                </a:lnTo>
                <a:lnTo>
                  <a:pt x="489863" y="62390"/>
                </a:lnTo>
                <a:lnTo>
                  <a:pt x="490262" y="61934"/>
                </a:lnTo>
                <a:lnTo>
                  <a:pt x="490678" y="61496"/>
                </a:lnTo>
                <a:lnTo>
                  <a:pt x="491109" y="61076"/>
                </a:lnTo>
                <a:lnTo>
                  <a:pt x="491556" y="60675"/>
                </a:lnTo>
                <a:lnTo>
                  <a:pt x="492018" y="60293"/>
                </a:lnTo>
                <a:lnTo>
                  <a:pt x="492495" y="59929"/>
                </a:lnTo>
                <a:lnTo>
                  <a:pt x="492988" y="59584"/>
                </a:lnTo>
                <a:lnTo>
                  <a:pt x="493496" y="59258"/>
                </a:lnTo>
                <a:lnTo>
                  <a:pt x="494019" y="58950"/>
                </a:lnTo>
                <a:lnTo>
                  <a:pt x="494558" y="58661"/>
                </a:lnTo>
                <a:lnTo>
                  <a:pt x="495112" y="58391"/>
                </a:lnTo>
                <a:lnTo>
                  <a:pt x="495682" y="58139"/>
                </a:lnTo>
                <a:lnTo>
                  <a:pt x="496266" y="57906"/>
                </a:lnTo>
                <a:lnTo>
                  <a:pt x="496867" y="57691"/>
                </a:lnTo>
                <a:lnTo>
                  <a:pt x="497482" y="57496"/>
                </a:lnTo>
                <a:lnTo>
                  <a:pt x="498113" y="57318"/>
                </a:lnTo>
                <a:lnTo>
                  <a:pt x="498759" y="57160"/>
                </a:lnTo>
                <a:lnTo>
                  <a:pt x="499421" y="57020"/>
                </a:lnTo>
                <a:lnTo>
                  <a:pt x="500098" y="56899"/>
                </a:lnTo>
                <a:lnTo>
                  <a:pt x="500790" y="56796"/>
                </a:lnTo>
                <a:lnTo>
                  <a:pt x="501497" y="56712"/>
                </a:lnTo>
                <a:lnTo>
                  <a:pt x="502220" y="56647"/>
                </a:lnTo>
                <a:lnTo>
                  <a:pt x="502959" y="56600"/>
                </a:lnTo>
                <a:lnTo>
                  <a:pt x="503712" y="56572"/>
                </a:lnTo>
                <a:lnTo>
                  <a:pt x="504481" y="56563"/>
                </a:lnTo>
                <a:lnTo>
                  <a:pt x="505225" y="56571"/>
                </a:lnTo>
                <a:lnTo>
                  <a:pt x="505953" y="56595"/>
                </a:lnTo>
                <a:lnTo>
                  <a:pt x="506666" y="56636"/>
                </a:lnTo>
                <a:lnTo>
                  <a:pt x="507365" y="56692"/>
                </a:lnTo>
                <a:lnTo>
                  <a:pt x="508049" y="56765"/>
                </a:lnTo>
                <a:lnTo>
                  <a:pt x="508718" y="56854"/>
                </a:lnTo>
                <a:lnTo>
                  <a:pt x="509372" y="56959"/>
                </a:lnTo>
                <a:lnTo>
                  <a:pt x="510012" y="57081"/>
                </a:lnTo>
                <a:lnTo>
                  <a:pt x="510637" y="57218"/>
                </a:lnTo>
                <a:lnTo>
                  <a:pt x="511246" y="57372"/>
                </a:lnTo>
                <a:lnTo>
                  <a:pt x="511841" y="57542"/>
                </a:lnTo>
                <a:lnTo>
                  <a:pt x="512422" y="57728"/>
                </a:lnTo>
                <a:lnTo>
                  <a:pt x="512987" y="57930"/>
                </a:lnTo>
                <a:lnTo>
                  <a:pt x="513537" y="58149"/>
                </a:lnTo>
                <a:lnTo>
                  <a:pt x="514073" y="58383"/>
                </a:lnTo>
                <a:lnTo>
                  <a:pt x="514594" y="58634"/>
                </a:lnTo>
                <a:lnTo>
                  <a:pt x="515100" y="58901"/>
                </a:lnTo>
                <a:lnTo>
                  <a:pt x="515591" y="59184"/>
                </a:lnTo>
                <a:lnTo>
                  <a:pt x="516068" y="59484"/>
                </a:lnTo>
                <a:lnTo>
                  <a:pt x="516530" y="59799"/>
                </a:lnTo>
                <a:lnTo>
                  <a:pt x="516976" y="60131"/>
                </a:lnTo>
                <a:lnTo>
                  <a:pt x="517408" y="60479"/>
                </a:lnTo>
                <a:lnTo>
                  <a:pt x="517826" y="60843"/>
                </a:lnTo>
                <a:lnTo>
                  <a:pt x="518228" y="61223"/>
                </a:lnTo>
                <a:lnTo>
                  <a:pt x="518615" y="61620"/>
                </a:lnTo>
                <a:lnTo>
                  <a:pt x="518985" y="62034"/>
                </a:lnTo>
                <a:lnTo>
                  <a:pt x="519339" y="62466"/>
                </a:lnTo>
                <a:lnTo>
                  <a:pt x="519676" y="62915"/>
                </a:lnTo>
                <a:lnTo>
                  <a:pt x="519997" y="63381"/>
                </a:lnTo>
                <a:lnTo>
                  <a:pt x="520302" y="63864"/>
                </a:lnTo>
                <a:lnTo>
                  <a:pt x="520590" y="64365"/>
                </a:lnTo>
                <a:lnTo>
                  <a:pt x="520861" y="64883"/>
                </a:lnTo>
                <a:lnTo>
                  <a:pt x="521116" y="65418"/>
                </a:lnTo>
                <a:lnTo>
                  <a:pt x="521355" y="65971"/>
                </a:lnTo>
                <a:lnTo>
                  <a:pt x="521577" y="66541"/>
                </a:lnTo>
                <a:lnTo>
                  <a:pt x="521783" y="67128"/>
                </a:lnTo>
                <a:lnTo>
                  <a:pt x="521972" y="67732"/>
                </a:lnTo>
                <a:lnTo>
                  <a:pt x="522145" y="68354"/>
                </a:lnTo>
                <a:lnTo>
                  <a:pt x="522301" y="68993"/>
                </a:lnTo>
                <a:lnTo>
                  <a:pt x="522441" y="69649"/>
                </a:lnTo>
                <a:lnTo>
                  <a:pt x="522564" y="70323"/>
                </a:lnTo>
                <a:lnTo>
                  <a:pt x="522671" y="71014"/>
                </a:lnTo>
                <a:lnTo>
                  <a:pt x="522762" y="71722"/>
                </a:lnTo>
                <a:lnTo>
                  <a:pt x="522836" y="72447"/>
                </a:lnTo>
                <a:lnTo>
                  <a:pt x="522894" y="73190"/>
                </a:lnTo>
                <a:lnTo>
                  <a:pt x="522935" y="73950"/>
                </a:lnTo>
                <a:lnTo>
                  <a:pt x="522959" y="74727"/>
                </a:lnTo>
                <a:lnTo>
                  <a:pt x="522968" y="75522"/>
                </a:lnTo>
                <a:lnTo>
                  <a:pt x="522968" y="82947"/>
                </a:lnTo>
                <a:lnTo>
                  <a:pt x="537187" y="82947"/>
                </a:lnTo>
                <a:lnTo>
                  <a:pt x="537187" y="75522"/>
                </a:lnTo>
                <a:lnTo>
                  <a:pt x="537174" y="74283"/>
                </a:lnTo>
                <a:lnTo>
                  <a:pt x="537136" y="73068"/>
                </a:lnTo>
                <a:lnTo>
                  <a:pt x="537072" y="71877"/>
                </a:lnTo>
                <a:lnTo>
                  <a:pt x="536983" y="70709"/>
                </a:lnTo>
                <a:lnTo>
                  <a:pt x="536868" y="69566"/>
                </a:lnTo>
                <a:lnTo>
                  <a:pt x="536728" y="68447"/>
                </a:lnTo>
                <a:lnTo>
                  <a:pt x="536562" y="67351"/>
                </a:lnTo>
                <a:lnTo>
                  <a:pt x="536370" y="66279"/>
                </a:lnTo>
                <a:lnTo>
                  <a:pt x="536153" y="65231"/>
                </a:lnTo>
                <a:lnTo>
                  <a:pt x="535911" y="64207"/>
                </a:lnTo>
                <a:lnTo>
                  <a:pt x="535643" y="63207"/>
                </a:lnTo>
                <a:lnTo>
                  <a:pt x="535350" y="62230"/>
                </a:lnTo>
                <a:lnTo>
                  <a:pt x="535031" y="61278"/>
                </a:lnTo>
                <a:lnTo>
                  <a:pt x="534686" y="60349"/>
                </a:lnTo>
                <a:lnTo>
                  <a:pt x="534316" y="59444"/>
                </a:lnTo>
                <a:lnTo>
                  <a:pt x="533921" y="58563"/>
                </a:lnTo>
                <a:lnTo>
                  <a:pt x="533500" y="57706"/>
                </a:lnTo>
                <a:lnTo>
                  <a:pt x="533053" y="56873"/>
                </a:lnTo>
                <a:lnTo>
                  <a:pt x="532581" y="56064"/>
                </a:lnTo>
                <a:lnTo>
                  <a:pt x="532084" y="55279"/>
                </a:lnTo>
                <a:lnTo>
                  <a:pt x="531561" y="54517"/>
                </a:lnTo>
                <a:lnTo>
                  <a:pt x="531012" y="53779"/>
                </a:lnTo>
                <a:lnTo>
                  <a:pt x="530438" y="53065"/>
                </a:lnTo>
                <a:lnTo>
                  <a:pt x="529839" y="52375"/>
                </a:lnTo>
                <a:lnTo>
                  <a:pt x="529216" y="51711"/>
                </a:lnTo>
                <a:lnTo>
                  <a:pt x="528571" y="51076"/>
                </a:lnTo>
                <a:lnTo>
                  <a:pt x="527905" y="50468"/>
                </a:lnTo>
                <a:lnTo>
                  <a:pt x="527217" y="49889"/>
                </a:lnTo>
                <a:lnTo>
                  <a:pt x="526507" y="49338"/>
                </a:lnTo>
                <a:lnTo>
                  <a:pt x="525776" y="48816"/>
                </a:lnTo>
                <a:lnTo>
                  <a:pt x="525023" y="48321"/>
                </a:lnTo>
                <a:lnTo>
                  <a:pt x="524248" y="47855"/>
                </a:lnTo>
                <a:lnTo>
                  <a:pt x="523451" y="47417"/>
                </a:lnTo>
                <a:lnTo>
                  <a:pt x="522633" y="47008"/>
                </a:lnTo>
                <a:lnTo>
                  <a:pt x="521794" y="46626"/>
                </a:lnTo>
                <a:lnTo>
                  <a:pt x="520932" y="46273"/>
                </a:lnTo>
                <a:lnTo>
                  <a:pt x="520049" y="45948"/>
                </a:lnTo>
                <a:lnTo>
                  <a:pt x="519145" y="45651"/>
                </a:lnTo>
                <a:lnTo>
                  <a:pt x="518218" y="45383"/>
                </a:lnTo>
                <a:lnTo>
                  <a:pt x="517270" y="45143"/>
                </a:lnTo>
                <a:lnTo>
                  <a:pt x="516300" y="44931"/>
                </a:lnTo>
                <a:lnTo>
                  <a:pt x="515309" y="44747"/>
                </a:lnTo>
                <a:lnTo>
                  <a:pt x="514296" y="44592"/>
                </a:lnTo>
                <a:lnTo>
                  <a:pt x="513261" y="44465"/>
                </a:lnTo>
                <a:lnTo>
                  <a:pt x="512205" y="44366"/>
                </a:lnTo>
                <a:lnTo>
                  <a:pt x="511127" y="44295"/>
                </a:lnTo>
                <a:lnTo>
                  <a:pt x="510027" y="44253"/>
                </a:lnTo>
                <a:lnTo>
                  <a:pt x="508905" y="44239"/>
                </a:lnTo>
                <a:lnTo>
                  <a:pt x="507992" y="44249"/>
                </a:lnTo>
                <a:lnTo>
                  <a:pt x="507096" y="44280"/>
                </a:lnTo>
                <a:lnTo>
                  <a:pt x="506216" y="44331"/>
                </a:lnTo>
                <a:lnTo>
                  <a:pt x="505353" y="44403"/>
                </a:lnTo>
                <a:lnTo>
                  <a:pt x="504507" y="44496"/>
                </a:lnTo>
                <a:lnTo>
                  <a:pt x="503677" y="44609"/>
                </a:lnTo>
                <a:lnTo>
                  <a:pt x="502864" y="44743"/>
                </a:lnTo>
                <a:lnTo>
                  <a:pt x="502068" y="44897"/>
                </a:lnTo>
                <a:lnTo>
                  <a:pt x="501289" y="45072"/>
                </a:lnTo>
                <a:lnTo>
                  <a:pt x="500526" y="45268"/>
                </a:lnTo>
                <a:lnTo>
                  <a:pt x="499780" y="45484"/>
                </a:lnTo>
                <a:lnTo>
                  <a:pt x="499051" y="45720"/>
                </a:lnTo>
                <a:lnTo>
                  <a:pt x="498339" y="45977"/>
                </a:lnTo>
                <a:lnTo>
                  <a:pt x="497643" y="46255"/>
                </a:lnTo>
                <a:lnTo>
                  <a:pt x="496964" y="46554"/>
                </a:lnTo>
                <a:lnTo>
                  <a:pt x="496301" y="46873"/>
                </a:lnTo>
                <a:lnTo>
                  <a:pt x="495656" y="47212"/>
                </a:lnTo>
                <a:lnTo>
                  <a:pt x="495027" y="47572"/>
                </a:lnTo>
                <a:lnTo>
                  <a:pt x="494415" y="47953"/>
                </a:lnTo>
                <a:lnTo>
                  <a:pt x="493819" y="48354"/>
                </a:lnTo>
                <a:lnTo>
                  <a:pt x="493241" y="48776"/>
                </a:lnTo>
                <a:lnTo>
                  <a:pt x="492679" y="49218"/>
                </a:lnTo>
                <a:lnTo>
                  <a:pt x="492134" y="49681"/>
                </a:lnTo>
                <a:lnTo>
                  <a:pt x="491605" y="50165"/>
                </a:lnTo>
                <a:lnTo>
                  <a:pt x="491096" y="50666"/>
                </a:lnTo>
                <a:lnTo>
                  <a:pt x="490608" y="51181"/>
                </a:lnTo>
                <a:lnTo>
                  <a:pt x="490142" y="51711"/>
                </a:lnTo>
                <a:lnTo>
                  <a:pt x="489698" y="52255"/>
                </a:lnTo>
                <a:lnTo>
                  <a:pt x="489275" y="52815"/>
                </a:lnTo>
                <a:lnTo>
                  <a:pt x="488874" y="53388"/>
                </a:lnTo>
                <a:lnTo>
                  <a:pt x="488495" y="53976"/>
                </a:lnTo>
                <a:lnTo>
                  <a:pt x="488138" y="54579"/>
                </a:lnTo>
                <a:lnTo>
                  <a:pt x="487802" y="55196"/>
                </a:lnTo>
                <a:lnTo>
                  <a:pt x="487487" y="55828"/>
                </a:lnTo>
                <a:lnTo>
                  <a:pt x="487195" y="56474"/>
                </a:lnTo>
                <a:lnTo>
                  <a:pt x="486924" y="57135"/>
                </a:lnTo>
                <a:lnTo>
                  <a:pt x="486675" y="57810"/>
                </a:lnTo>
                <a:lnTo>
                  <a:pt x="486447" y="58500"/>
                </a:lnTo>
                <a:lnTo>
                  <a:pt x="486241" y="59205"/>
                </a:lnTo>
                <a:lnTo>
                  <a:pt x="486057" y="59924"/>
                </a:lnTo>
                <a:lnTo>
                  <a:pt x="485894" y="60657"/>
                </a:lnTo>
                <a:lnTo>
                  <a:pt x="485754" y="61405"/>
                </a:lnTo>
                <a:lnTo>
                  <a:pt x="485634" y="62168"/>
                </a:lnTo>
                <a:lnTo>
                  <a:pt x="485604" y="62407"/>
                </a:lnTo>
                <a:lnTo>
                  <a:pt x="485363" y="62407"/>
                </a:lnTo>
                <a:lnTo>
                  <a:pt x="485363" y="45818"/>
                </a:lnTo>
                <a:lnTo>
                  <a:pt x="471144" y="45818"/>
                </a:lnTo>
                <a:lnTo>
                  <a:pt x="471144" y="132717"/>
                </a:lnTo>
                <a:lnTo>
                  <a:pt x="485363" y="132717"/>
                </a:lnTo>
                <a:close/>
                <a:moveTo>
                  <a:pt x="777182" y="103835"/>
                </a:moveTo>
                <a:lnTo>
                  <a:pt x="777286" y="103684"/>
                </a:lnTo>
                <a:lnTo>
                  <a:pt x="777390" y="103530"/>
                </a:lnTo>
                <a:lnTo>
                  <a:pt x="777494" y="103375"/>
                </a:lnTo>
                <a:lnTo>
                  <a:pt x="777598" y="103217"/>
                </a:lnTo>
                <a:lnTo>
                  <a:pt x="777701" y="103058"/>
                </a:lnTo>
                <a:lnTo>
                  <a:pt x="777804" y="102897"/>
                </a:lnTo>
                <a:lnTo>
                  <a:pt x="777906" y="102734"/>
                </a:lnTo>
                <a:lnTo>
                  <a:pt x="778009" y="102569"/>
                </a:lnTo>
                <a:lnTo>
                  <a:pt x="778111" y="102402"/>
                </a:lnTo>
                <a:lnTo>
                  <a:pt x="778213" y="102233"/>
                </a:lnTo>
                <a:lnTo>
                  <a:pt x="778314" y="102063"/>
                </a:lnTo>
                <a:lnTo>
                  <a:pt x="778416" y="101890"/>
                </a:lnTo>
                <a:lnTo>
                  <a:pt x="778517" y="101715"/>
                </a:lnTo>
                <a:lnTo>
                  <a:pt x="778617" y="101539"/>
                </a:lnTo>
                <a:lnTo>
                  <a:pt x="778718" y="101360"/>
                </a:lnTo>
                <a:lnTo>
                  <a:pt x="778818" y="101180"/>
                </a:lnTo>
                <a:lnTo>
                  <a:pt x="778918" y="100998"/>
                </a:lnTo>
                <a:lnTo>
                  <a:pt x="779017" y="100814"/>
                </a:lnTo>
                <a:lnTo>
                  <a:pt x="779117" y="100628"/>
                </a:lnTo>
                <a:lnTo>
                  <a:pt x="779216" y="100440"/>
                </a:lnTo>
                <a:lnTo>
                  <a:pt x="779315" y="100250"/>
                </a:lnTo>
                <a:lnTo>
                  <a:pt x="779412" y="100060"/>
                </a:lnTo>
                <a:lnTo>
                  <a:pt x="779508" y="99874"/>
                </a:lnTo>
                <a:lnTo>
                  <a:pt x="779602" y="99690"/>
                </a:lnTo>
                <a:lnTo>
                  <a:pt x="779694" y="99510"/>
                </a:lnTo>
                <a:lnTo>
                  <a:pt x="779785" y="99332"/>
                </a:lnTo>
                <a:lnTo>
                  <a:pt x="779873" y="99158"/>
                </a:lnTo>
                <a:lnTo>
                  <a:pt x="779959" y="98986"/>
                </a:lnTo>
                <a:lnTo>
                  <a:pt x="780044" y="98818"/>
                </a:lnTo>
                <a:lnTo>
                  <a:pt x="780126" y="98653"/>
                </a:lnTo>
                <a:lnTo>
                  <a:pt x="780207" y="98490"/>
                </a:lnTo>
                <a:lnTo>
                  <a:pt x="780285" y="98331"/>
                </a:lnTo>
                <a:lnTo>
                  <a:pt x="780362" y="98175"/>
                </a:lnTo>
                <a:lnTo>
                  <a:pt x="780437" y="98021"/>
                </a:lnTo>
                <a:lnTo>
                  <a:pt x="780510" y="97871"/>
                </a:lnTo>
                <a:lnTo>
                  <a:pt x="780581" y="97724"/>
                </a:lnTo>
                <a:lnTo>
                  <a:pt x="780650" y="97580"/>
                </a:lnTo>
                <a:lnTo>
                  <a:pt x="780717" y="97438"/>
                </a:lnTo>
                <a:lnTo>
                  <a:pt x="780782" y="97300"/>
                </a:lnTo>
                <a:lnTo>
                  <a:pt x="780845" y="97165"/>
                </a:lnTo>
                <a:lnTo>
                  <a:pt x="780906" y="97033"/>
                </a:lnTo>
                <a:lnTo>
                  <a:pt x="780966" y="96904"/>
                </a:lnTo>
                <a:lnTo>
                  <a:pt x="781023" y="96778"/>
                </a:lnTo>
                <a:lnTo>
                  <a:pt x="781079" y="96655"/>
                </a:lnTo>
                <a:lnTo>
                  <a:pt x="781132" y="96535"/>
                </a:lnTo>
                <a:lnTo>
                  <a:pt x="781199" y="96655"/>
                </a:lnTo>
                <a:lnTo>
                  <a:pt x="781266" y="96778"/>
                </a:lnTo>
                <a:lnTo>
                  <a:pt x="781334" y="96904"/>
                </a:lnTo>
                <a:lnTo>
                  <a:pt x="781402" y="97033"/>
                </a:lnTo>
                <a:lnTo>
                  <a:pt x="781472" y="97165"/>
                </a:lnTo>
                <a:lnTo>
                  <a:pt x="781542" y="97300"/>
                </a:lnTo>
                <a:lnTo>
                  <a:pt x="781614" y="97438"/>
                </a:lnTo>
                <a:lnTo>
                  <a:pt x="781686" y="97580"/>
                </a:lnTo>
                <a:lnTo>
                  <a:pt x="781759" y="97724"/>
                </a:lnTo>
                <a:lnTo>
                  <a:pt x="781832" y="97871"/>
                </a:lnTo>
                <a:lnTo>
                  <a:pt x="781907" y="98021"/>
                </a:lnTo>
                <a:lnTo>
                  <a:pt x="781982" y="98175"/>
                </a:lnTo>
                <a:lnTo>
                  <a:pt x="782058" y="98331"/>
                </a:lnTo>
                <a:lnTo>
                  <a:pt x="782135" y="98490"/>
                </a:lnTo>
                <a:lnTo>
                  <a:pt x="782213" y="98653"/>
                </a:lnTo>
                <a:lnTo>
                  <a:pt x="782292" y="98818"/>
                </a:lnTo>
                <a:lnTo>
                  <a:pt x="782371" y="98986"/>
                </a:lnTo>
                <a:lnTo>
                  <a:pt x="782451" y="99158"/>
                </a:lnTo>
                <a:lnTo>
                  <a:pt x="782532" y="99332"/>
                </a:lnTo>
                <a:lnTo>
                  <a:pt x="782614" y="99510"/>
                </a:lnTo>
                <a:lnTo>
                  <a:pt x="782697" y="99690"/>
                </a:lnTo>
                <a:lnTo>
                  <a:pt x="782781" y="99874"/>
                </a:lnTo>
                <a:lnTo>
                  <a:pt x="782865" y="100060"/>
                </a:lnTo>
                <a:lnTo>
                  <a:pt x="782950" y="100250"/>
                </a:lnTo>
                <a:lnTo>
                  <a:pt x="783036" y="100440"/>
                </a:lnTo>
                <a:lnTo>
                  <a:pt x="783122" y="100628"/>
                </a:lnTo>
                <a:lnTo>
                  <a:pt x="783208" y="100814"/>
                </a:lnTo>
                <a:lnTo>
                  <a:pt x="783295" y="100998"/>
                </a:lnTo>
                <a:lnTo>
                  <a:pt x="783381" y="101180"/>
                </a:lnTo>
                <a:lnTo>
                  <a:pt x="783469" y="101360"/>
                </a:lnTo>
                <a:lnTo>
                  <a:pt x="783556" y="101539"/>
                </a:lnTo>
                <a:lnTo>
                  <a:pt x="783644" y="101715"/>
                </a:lnTo>
                <a:lnTo>
                  <a:pt x="783732" y="101890"/>
                </a:lnTo>
                <a:lnTo>
                  <a:pt x="783820" y="102063"/>
                </a:lnTo>
                <a:lnTo>
                  <a:pt x="783908" y="102233"/>
                </a:lnTo>
                <a:lnTo>
                  <a:pt x="783997" y="102402"/>
                </a:lnTo>
                <a:lnTo>
                  <a:pt x="784086" y="102569"/>
                </a:lnTo>
                <a:lnTo>
                  <a:pt x="784175" y="102734"/>
                </a:lnTo>
                <a:lnTo>
                  <a:pt x="784265" y="102897"/>
                </a:lnTo>
                <a:lnTo>
                  <a:pt x="784355" y="103058"/>
                </a:lnTo>
                <a:lnTo>
                  <a:pt x="784445" y="103217"/>
                </a:lnTo>
                <a:lnTo>
                  <a:pt x="784535" y="103375"/>
                </a:lnTo>
                <a:lnTo>
                  <a:pt x="784626" y="103530"/>
                </a:lnTo>
                <a:lnTo>
                  <a:pt x="784717" y="103684"/>
                </a:lnTo>
                <a:lnTo>
                  <a:pt x="784808" y="103835"/>
                </a:lnTo>
                <a:lnTo>
                  <a:pt x="784900" y="103985"/>
                </a:lnTo>
                <a:lnTo>
                  <a:pt x="784992" y="104132"/>
                </a:lnTo>
                <a:lnTo>
                  <a:pt x="785084" y="104278"/>
                </a:lnTo>
                <a:lnTo>
                  <a:pt x="803727" y="132717"/>
                </a:lnTo>
                <a:lnTo>
                  <a:pt x="820475" y="132717"/>
                </a:lnTo>
                <a:lnTo>
                  <a:pt x="789823" y="88162"/>
                </a:lnTo>
                <a:lnTo>
                  <a:pt x="818737" y="45818"/>
                </a:lnTo>
                <a:lnTo>
                  <a:pt x="801988" y="45818"/>
                </a:lnTo>
                <a:lnTo>
                  <a:pt x="784768" y="72677"/>
                </a:lnTo>
                <a:lnTo>
                  <a:pt x="784676" y="72822"/>
                </a:lnTo>
                <a:lnTo>
                  <a:pt x="784584" y="72969"/>
                </a:lnTo>
                <a:lnTo>
                  <a:pt x="784492" y="73117"/>
                </a:lnTo>
                <a:lnTo>
                  <a:pt x="784401" y="73265"/>
                </a:lnTo>
                <a:lnTo>
                  <a:pt x="784310" y="73415"/>
                </a:lnTo>
                <a:lnTo>
                  <a:pt x="784220" y="73566"/>
                </a:lnTo>
                <a:lnTo>
                  <a:pt x="784129" y="73718"/>
                </a:lnTo>
                <a:lnTo>
                  <a:pt x="784039" y="73871"/>
                </a:lnTo>
                <a:lnTo>
                  <a:pt x="783949" y="74025"/>
                </a:lnTo>
                <a:lnTo>
                  <a:pt x="783859" y="74180"/>
                </a:lnTo>
                <a:lnTo>
                  <a:pt x="783770" y="74337"/>
                </a:lnTo>
                <a:lnTo>
                  <a:pt x="783681" y="74494"/>
                </a:lnTo>
                <a:lnTo>
                  <a:pt x="783592" y="74653"/>
                </a:lnTo>
                <a:lnTo>
                  <a:pt x="783504" y="74812"/>
                </a:lnTo>
                <a:lnTo>
                  <a:pt x="783416" y="74973"/>
                </a:lnTo>
                <a:lnTo>
                  <a:pt x="783328" y="75135"/>
                </a:lnTo>
                <a:lnTo>
                  <a:pt x="783240" y="75298"/>
                </a:lnTo>
                <a:lnTo>
                  <a:pt x="783153" y="75462"/>
                </a:lnTo>
                <a:lnTo>
                  <a:pt x="783066" y="75627"/>
                </a:lnTo>
                <a:lnTo>
                  <a:pt x="782979" y="75793"/>
                </a:lnTo>
                <a:lnTo>
                  <a:pt x="782892" y="75961"/>
                </a:lnTo>
                <a:lnTo>
                  <a:pt x="782806" y="76129"/>
                </a:lnTo>
                <a:lnTo>
                  <a:pt x="782720" y="76299"/>
                </a:lnTo>
                <a:lnTo>
                  <a:pt x="782634" y="76469"/>
                </a:lnTo>
                <a:lnTo>
                  <a:pt x="782550" y="76639"/>
                </a:lnTo>
                <a:lnTo>
                  <a:pt x="782467" y="76806"/>
                </a:lnTo>
                <a:lnTo>
                  <a:pt x="782386" y="76970"/>
                </a:lnTo>
                <a:lnTo>
                  <a:pt x="782307" y="77132"/>
                </a:lnTo>
                <a:lnTo>
                  <a:pt x="782230" y="77291"/>
                </a:lnTo>
                <a:lnTo>
                  <a:pt x="782155" y="77447"/>
                </a:lnTo>
                <a:lnTo>
                  <a:pt x="782082" y="77600"/>
                </a:lnTo>
                <a:lnTo>
                  <a:pt x="782011" y="77751"/>
                </a:lnTo>
                <a:lnTo>
                  <a:pt x="781942" y="77899"/>
                </a:lnTo>
                <a:lnTo>
                  <a:pt x="781874" y="78044"/>
                </a:lnTo>
                <a:lnTo>
                  <a:pt x="781809" y="78186"/>
                </a:lnTo>
                <a:lnTo>
                  <a:pt x="781745" y="78326"/>
                </a:lnTo>
                <a:lnTo>
                  <a:pt x="781684" y="78463"/>
                </a:lnTo>
                <a:lnTo>
                  <a:pt x="781624" y="78597"/>
                </a:lnTo>
                <a:lnTo>
                  <a:pt x="781566" y="78728"/>
                </a:lnTo>
                <a:lnTo>
                  <a:pt x="781510" y="78857"/>
                </a:lnTo>
                <a:lnTo>
                  <a:pt x="781456" y="78982"/>
                </a:lnTo>
                <a:lnTo>
                  <a:pt x="781404" y="79106"/>
                </a:lnTo>
                <a:lnTo>
                  <a:pt x="781354" y="79226"/>
                </a:lnTo>
                <a:lnTo>
                  <a:pt x="781306" y="79344"/>
                </a:lnTo>
                <a:lnTo>
                  <a:pt x="781260" y="79458"/>
                </a:lnTo>
                <a:lnTo>
                  <a:pt x="781215" y="79571"/>
                </a:lnTo>
                <a:lnTo>
                  <a:pt x="781173" y="79680"/>
                </a:lnTo>
                <a:lnTo>
                  <a:pt x="781132" y="79787"/>
                </a:lnTo>
                <a:lnTo>
                  <a:pt x="781079" y="79680"/>
                </a:lnTo>
                <a:lnTo>
                  <a:pt x="781024" y="79571"/>
                </a:lnTo>
                <a:lnTo>
                  <a:pt x="780968" y="79458"/>
                </a:lnTo>
                <a:lnTo>
                  <a:pt x="780911" y="79344"/>
                </a:lnTo>
                <a:lnTo>
                  <a:pt x="780852" y="79226"/>
                </a:lnTo>
                <a:lnTo>
                  <a:pt x="780792" y="79106"/>
                </a:lnTo>
                <a:lnTo>
                  <a:pt x="780730" y="78982"/>
                </a:lnTo>
                <a:lnTo>
                  <a:pt x="780667" y="78857"/>
                </a:lnTo>
                <a:lnTo>
                  <a:pt x="780603" y="78728"/>
                </a:lnTo>
                <a:lnTo>
                  <a:pt x="780537" y="78597"/>
                </a:lnTo>
                <a:lnTo>
                  <a:pt x="780470" y="78463"/>
                </a:lnTo>
                <a:lnTo>
                  <a:pt x="780402" y="78326"/>
                </a:lnTo>
                <a:lnTo>
                  <a:pt x="780332" y="78186"/>
                </a:lnTo>
                <a:lnTo>
                  <a:pt x="780261" y="78044"/>
                </a:lnTo>
                <a:lnTo>
                  <a:pt x="780188" y="77899"/>
                </a:lnTo>
                <a:lnTo>
                  <a:pt x="780114" y="77751"/>
                </a:lnTo>
                <a:lnTo>
                  <a:pt x="780039" y="77600"/>
                </a:lnTo>
                <a:lnTo>
                  <a:pt x="779962" y="77447"/>
                </a:lnTo>
                <a:lnTo>
                  <a:pt x="779884" y="77291"/>
                </a:lnTo>
                <a:lnTo>
                  <a:pt x="779805" y="77132"/>
                </a:lnTo>
                <a:lnTo>
                  <a:pt x="779724" y="76970"/>
                </a:lnTo>
                <a:lnTo>
                  <a:pt x="779642" y="76806"/>
                </a:lnTo>
                <a:lnTo>
                  <a:pt x="779559" y="76639"/>
                </a:lnTo>
                <a:lnTo>
                  <a:pt x="779474" y="76469"/>
                </a:lnTo>
                <a:lnTo>
                  <a:pt x="779388" y="76299"/>
                </a:lnTo>
                <a:lnTo>
                  <a:pt x="779302" y="76129"/>
                </a:lnTo>
                <a:lnTo>
                  <a:pt x="779216" y="75961"/>
                </a:lnTo>
                <a:lnTo>
                  <a:pt x="779129" y="75793"/>
                </a:lnTo>
                <a:lnTo>
                  <a:pt x="779042" y="75627"/>
                </a:lnTo>
                <a:lnTo>
                  <a:pt x="778955" y="75462"/>
                </a:lnTo>
                <a:lnTo>
                  <a:pt x="778868" y="75298"/>
                </a:lnTo>
                <a:lnTo>
                  <a:pt x="778780" y="75135"/>
                </a:lnTo>
                <a:lnTo>
                  <a:pt x="778692" y="74973"/>
                </a:lnTo>
                <a:lnTo>
                  <a:pt x="778604" y="74812"/>
                </a:lnTo>
                <a:lnTo>
                  <a:pt x="778515" y="74653"/>
                </a:lnTo>
                <a:lnTo>
                  <a:pt x="778427" y="74494"/>
                </a:lnTo>
                <a:lnTo>
                  <a:pt x="778338" y="74337"/>
                </a:lnTo>
                <a:lnTo>
                  <a:pt x="778248" y="74180"/>
                </a:lnTo>
                <a:lnTo>
                  <a:pt x="778159" y="74025"/>
                </a:lnTo>
                <a:lnTo>
                  <a:pt x="778069" y="73871"/>
                </a:lnTo>
                <a:lnTo>
                  <a:pt x="777979" y="73718"/>
                </a:lnTo>
                <a:lnTo>
                  <a:pt x="777888" y="73566"/>
                </a:lnTo>
                <a:lnTo>
                  <a:pt x="777798" y="73415"/>
                </a:lnTo>
                <a:lnTo>
                  <a:pt x="777707" y="73265"/>
                </a:lnTo>
                <a:lnTo>
                  <a:pt x="777615" y="73117"/>
                </a:lnTo>
                <a:lnTo>
                  <a:pt x="777524" y="72969"/>
                </a:lnTo>
                <a:lnTo>
                  <a:pt x="777432" y="72822"/>
                </a:lnTo>
                <a:lnTo>
                  <a:pt x="777340" y="72677"/>
                </a:lnTo>
                <a:lnTo>
                  <a:pt x="760119" y="45818"/>
                </a:lnTo>
                <a:lnTo>
                  <a:pt x="743371" y="45818"/>
                </a:lnTo>
                <a:lnTo>
                  <a:pt x="772285" y="88003"/>
                </a:lnTo>
                <a:lnTo>
                  <a:pt x="741476" y="132717"/>
                </a:lnTo>
                <a:lnTo>
                  <a:pt x="758225" y="132717"/>
                </a:lnTo>
                <a:lnTo>
                  <a:pt x="776868" y="104278"/>
                </a:lnTo>
                <a:lnTo>
                  <a:pt x="776973" y="104132"/>
                </a:lnTo>
                <a:lnTo>
                  <a:pt x="777078" y="103985"/>
                </a:lnTo>
                <a:lnTo>
                  <a:pt x="777182" y="103835"/>
                </a:lnTo>
                <a:close/>
                <a:moveTo>
                  <a:pt x="321104" y="133875"/>
                </a:moveTo>
                <a:lnTo>
                  <a:pt x="322236" y="133793"/>
                </a:lnTo>
                <a:lnTo>
                  <a:pt x="323345" y="133688"/>
                </a:lnTo>
                <a:lnTo>
                  <a:pt x="324431" y="133560"/>
                </a:lnTo>
                <a:lnTo>
                  <a:pt x="325494" y="133409"/>
                </a:lnTo>
                <a:lnTo>
                  <a:pt x="326534" y="133234"/>
                </a:lnTo>
                <a:lnTo>
                  <a:pt x="327552" y="133036"/>
                </a:lnTo>
                <a:lnTo>
                  <a:pt x="328547" y="132814"/>
                </a:lnTo>
                <a:lnTo>
                  <a:pt x="329519" y="132569"/>
                </a:lnTo>
                <a:lnTo>
                  <a:pt x="330469" y="132301"/>
                </a:lnTo>
                <a:lnTo>
                  <a:pt x="331395" y="132010"/>
                </a:lnTo>
                <a:lnTo>
                  <a:pt x="332299" y="131695"/>
                </a:lnTo>
                <a:lnTo>
                  <a:pt x="333180" y="131357"/>
                </a:lnTo>
                <a:lnTo>
                  <a:pt x="334039" y="130996"/>
                </a:lnTo>
                <a:lnTo>
                  <a:pt x="334874" y="130611"/>
                </a:lnTo>
                <a:lnTo>
                  <a:pt x="335687" y="130203"/>
                </a:lnTo>
                <a:lnTo>
                  <a:pt x="336477" y="129772"/>
                </a:lnTo>
                <a:lnTo>
                  <a:pt x="337244" y="129317"/>
                </a:lnTo>
                <a:lnTo>
                  <a:pt x="337989" y="128839"/>
                </a:lnTo>
                <a:lnTo>
                  <a:pt x="338710" y="128338"/>
                </a:lnTo>
                <a:lnTo>
                  <a:pt x="339409" y="127813"/>
                </a:lnTo>
                <a:lnTo>
                  <a:pt x="340085" y="127266"/>
                </a:lnTo>
                <a:lnTo>
                  <a:pt x="340737" y="126697"/>
                </a:lnTo>
                <a:lnTo>
                  <a:pt x="341360" y="126109"/>
                </a:lnTo>
                <a:lnTo>
                  <a:pt x="341956" y="125502"/>
                </a:lnTo>
                <a:lnTo>
                  <a:pt x="342524" y="124876"/>
                </a:lnTo>
                <a:lnTo>
                  <a:pt x="343064" y="124231"/>
                </a:lnTo>
                <a:lnTo>
                  <a:pt x="343577" y="123568"/>
                </a:lnTo>
                <a:lnTo>
                  <a:pt x="344062" y="122885"/>
                </a:lnTo>
                <a:lnTo>
                  <a:pt x="344519" y="122184"/>
                </a:lnTo>
                <a:lnTo>
                  <a:pt x="344948" y="121463"/>
                </a:lnTo>
                <a:lnTo>
                  <a:pt x="345350" y="120724"/>
                </a:lnTo>
                <a:lnTo>
                  <a:pt x="345724" y="119965"/>
                </a:lnTo>
                <a:lnTo>
                  <a:pt x="346070" y="119188"/>
                </a:lnTo>
                <a:lnTo>
                  <a:pt x="346389" y="118392"/>
                </a:lnTo>
                <a:lnTo>
                  <a:pt x="346680" y="117577"/>
                </a:lnTo>
                <a:lnTo>
                  <a:pt x="346943" y="116743"/>
                </a:lnTo>
                <a:lnTo>
                  <a:pt x="347179" y="115890"/>
                </a:lnTo>
                <a:lnTo>
                  <a:pt x="347386" y="115018"/>
                </a:lnTo>
                <a:lnTo>
                  <a:pt x="347567" y="114127"/>
                </a:lnTo>
                <a:lnTo>
                  <a:pt x="347719" y="113217"/>
                </a:lnTo>
                <a:lnTo>
                  <a:pt x="347844" y="112288"/>
                </a:lnTo>
                <a:lnTo>
                  <a:pt x="347941" y="111341"/>
                </a:lnTo>
                <a:lnTo>
                  <a:pt x="348010" y="110374"/>
                </a:lnTo>
                <a:lnTo>
                  <a:pt x="348051" y="109388"/>
                </a:lnTo>
                <a:lnTo>
                  <a:pt x="348065" y="108384"/>
                </a:lnTo>
                <a:lnTo>
                  <a:pt x="348056" y="107445"/>
                </a:lnTo>
                <a:lnTo>
                  <a:pt x="348027" y="106522"/>
                </a:lnTo>
                <a:lnTo>
                  <a:pt x="347979" y="105617"/>
                </a:lnTo>
                <a:lnTo>
                  <a:pt x="347912" y="104729"/>
                </a:lnTo>
                <a:lnTo>
                  <a:pt x="347825" y="103857"/>
                </a:lnTo>
                <a:lnTo>
                  <a:pt x="347720" y="103003"/>
                </a:lnTo>
                <a:lnTo>
                  <a:pt x="347595" y="102165"/>
                </a:lnTo>
                <a:lnTo>
                  <a:pt x="347451" y="101345"/>
                </a:lnTo>
                <a:lnTo>
                  <a:pt x="347288" y="100542"/>
                </a:lnTo>
                <a:lnTo>
                  <a:pt x="347105" y="99755"/>
                </a:lnTo>
                <a:lnTo>
                  <a:pt x="346904" y="98986"/>
                </a:lnTo>
                <a:lnTo>
                  <a:pt x="346683" y="98234"/>
                </a:lnTo>
                <a:lnTo>
                  <a:pt x="346443" y="97498"/>
                </a:lnTo>
                <a:lnTo>
                  <a:pt x="346183" y="96780"/>
                </a:lnTo>
                <a:lnTo>
                  <a:pt x="345905" y="96079"/>
                </a:lnTo>
                <a:lnTo>
                  <a:pt x="345607" y="95394"/>
                </a:lnTo>
                <a:lnTo>
                  <a:pt x="345291" y="94727"/>
                </a:lnTo>
                <a:lnTo>
                  <a:pt x="344954" y="94077"/>
                </a:lnTo>
                <a:lnTo>
                  <a:pt x="344599" y="93443"/>
                </a:lnTo>
                <a:lnTo>
                  <a:pt x="344225" y="92827"/>
                </a:lnTo>
                <a:lnTo>
                  <a:pt x="343831" y="92228"/>
                </a:lnTo>
                <a:lnTo>
                  <a:pt x="343418" y="91645"/>
                </a:lnTo>
                <a:lnTo>
                  <a:pt x="342986" y="91080"/>
                </a:lnTo>
                <a:lnTo>
                  <a:pt x="342535" y="90532"/>
                </a:lnTo>
                <a:lnTo>
                  <a:pt x="342065" y="90000"/>
                </a:lnTo>
                <a:lnTo>
                  <a:pt x="341575" y="89486"/>
                </a:lnTo>
                <a:lnTo>
                  <a:pt x="341066" y="88989"/>
                </a:lnTo>
                <a:lnTo>
                  <a:pt x="340539" y="88508"/>
                </a:lnTo>
                <a:lnTo>
                  <a:pt x="339991" y="88045"/>
                </a:lnTo>
                <a:lnTo>
                  <a:pt x="339425" y="87599"/>
                </a:lnTo>
                <a:lnTo>
                  <a:pt x="338840" y="87170"/>
                </a:lnTo>
                <a:lnTo>
                  <a:pt x="338235" y="86757"/>
                </a:lnTo>
                <a:lnTo>
                  <a:pt x="337611" y="86362"/>
                </a:lnTo>
                <a:lnTo>
                  <a:pt x="336968" y="85984"/>
                </a:lnTo>
                <a:lnTo>
                  <a:pt x="336305" y="85623"/>
                </a:lnTo>
                <a:lnTo>
                  <a:pt x="335624" y="85279"/>
                </a:lnTo>
                <a:lnTo>
                  <a:pt x="334923" y="84951"/>
                </a:lnTo>
                <a:lnTo>
                  <a:pt x="334203" y="84641"/>
                </a:lnTo>
                <a:lnTo>
                  <a:pt x="333464" y="84348"/>
                </a:lnTo>
                <a:lnTo>
                  <a:pt x="332705" y="84072"/>
                </a:lnTo>
                <a:lnTo>
                  <a:pt x="331927" y="83813"/>
                </a:lnTo>
                <a:lnTo>
                  <a:pt x="331131" y="83570"/>
                </a:lnTo>
                <a:lnTo>
                  <a:pt x="330314" y="83345"/>
                </a:lnTo>
                <a:lnTo>
                  <a:pt x="329479" y="83137"/>
                </a:lnTo>
                <a:lnTo>
                  <a:pt x="328625" y="82946"/>
                </a:lnTo>
                <a:lnTo>
                  <a:pt x="327751" y="82772"/>
                </a:lnTo>
                <a:lnTo>
                  <a:pt x="326858" y="82615"/>
                </a:lnTo>
                <a:lnTo>
                  <a:pt x="325946" y="82475"/>
                </a:lnTo>
                <a:lnTo>
                  <a:pt x="303511" y="79314"/>
                </a:lnTo>
                <a:lnTo>
                  <a:pt x="303172" y="79258"/>
                </a:lnTo>
                <a:lnTo>
                  <a:pt x="302840" y="79195"/>
                </a:lnTo>
                <a:lnTo>
                  <a:pt x="302515" y="79124"/>
                </a:lnTo>
                <a:lnTo>
                  <a:pt x="302196" y="79046"/>
                </a:lnTo>
                <a:lnTo>
                  <a:pt x="301885" y="78962"/>
                </a:lnTo>
                <a:lnTo>
                  <a:pt x="301580" y="78870"/>
                </a:lnTo>
                <a:lnTo>
                  <a:pt x="301282" y="78771"/>
                </a:lnTo>
                <a:lnTo>
                  <a:pt x="300991" y="78665"/>
                </a:lnTo>
                <a:lnTo>
                  <a:pt x="300707" y="78552"/>
                </a:lnTo>
                <a:lnTo>
                  <a:pt x="300430" y="78431"/>
                </a:lnTo>
                <a:lnTo>
                  <a:pt x="300160" y="78304"/>
                </a:lnTo>
                <a:lnTo>
                  <a:pt x="299896" y="78169"/>
                </a:lnTo>
                <a:lnTo>
                  <a:pt x="299640" y="78027"/>
                </a:lnTo>
                <a:lnTo>
                  <a:pt x="299390" y="77878"/>
                </a:lnTo>
                <a:lnTo>
                  <a:pt x="299147" y="77722"/>
                </a:lnTo>
                <a:lnTo>
                  <a:pt x="298911" y="77559"/>
                </a:lnTo>
                <a:lnTo>
                  <a:pt x="298682" y="77389"/>
                </a:lnTo>
                <a:lnTo>
                  <a:pt x="298459" y="77211"/>
                </a:lnTo>
                <a:lnTo>
                  <a:pt x="298244" y="77027"/>
                </a:lnTo>
                <a:lnTo>
                  <a:pt x="298035" y="76835"/>
                </a:lnTo>
                <a:lnTo>
                  <a:pt x="297833" y="76636"/>
                </a:lnTo>
                <a:lnTo>
                  <a:pt x="297638" y="76430"/>
                </a:lnTo>
                <a:lnTo>
                  <a:pt x="297450" y="76217"/>
                </a:lnTo>
                <a:lnTo>
                  <a:pt x="297269" y="75997"/>
                </a:lnTo>
                <a:lnTo>
                  <a:pt x="297095" y="75770"/>
                </a:lnTo>
                <a:lnTo>
                  <a:pt x="296928" y="75537"/>
                </a:lnTo>
                <a:lnTo>
                  <a:pt x="296769" y="75298"/>
                </a:lnTo>
                <a:lnTo>
                  <a:pt x="296617" y="75053"/>
                </a:lnTo>
                <a:lnTo>
                  <a:pt x="296473" y="74801"/>
                </a:lnTo>
                <a:lnTo>
                  <a:pt x="296336" y="74544"/>
                </a:lnTo>
                <a:lnTo>
                  <a:pt x="296206" y="74281"/>
                </a:lnTo>
                <a:lnTo>
                  <a:pt x="296084" y="74012"/>
                </a:lnTo>
                <a:lnTo>
                  <a:pt x="295969" y="73737"/>
                </a:lnTo>
                <a:lnTo>
                  <a:pt x="295861" y="73455"/>
                </a:lnTo>
                <a:lnTo>
                  <a:pt x="295761" y="73168"/>
                </a:lnTo>
                <a:lnTo>
                  <a:pt x="295669" y="72875"/>
                </a:lnTo>
                <a:lnTo>
                  <a:pt x="295584" y="72575"/>
                </a:lnTo>
                <a:lnTo>
                  <a:pt x="295506" y="72270"/>
                </a:lnTo>
                <a:lnTo>
                  <a:pt x="295435" y="71959"/>
                </a:lnTo>
                <a:lnTo>
                  <a:pt x="295372" y="71641"/>
                </a:lnTo>
                <a:lnTo>
                  <a:pt x="295317" y="71318"/>
                </a:lnTo>
                <a:lnTo>
                  <a:pt x="295269" y="70988"/>
                </a:lnTo>
                <a:lnTo>
                  <a:pt x="295228" y="70653"/>
                </a:lnTo>
                <a:lnTo>
                  <a:pt x="295195" y="70311"/>
                </a:lnTo>
                <a:lnTo>
                  <a:pt x="295169" y="69964"/>
                </a:lnTo>
                <a:lnTo>
                  <a:pt x="295150" y="69610"/>
                </a:lnTo>
                <a:lnTo>
                  <a:pt x="295139" y="69250"/>
                </a:lnTo>
                <a:lnTo>
                  <a:pt x="295135" y="68885"/>
                </a:lnTo>
                <a:lnTo>
                  <a:pt x="295143" y="68415"/>
                </a:lnTo>
                <a:lnTo>
                  <a:pt x="295164" y="67953"/>
                </a:lnTo>
                <a:lnTo>
                  <a:pt x="295200" y="67500"/>
                </a:lnTo>
                <a:lnTo>
                  <a:pt x="295250" y="67055"/>
                </a:lnTo>
                <a:lnTo>
                  <a:pt x="295314" y="66618"/>
                </a:lnTo>
                <a:lnTo>
                  <a:pt x="295392" y="66189"/>
                </a:lnTo>
                <a:lnTo>
                  <a:pt x="295485" y="65769"/>
                </a:lnTo>
                <a:lnTo>
                  <a:pt x="295592" y="65357"/>
                </a:lnTo>
                <a:lnTo>
                  <a:pt x="295713" y="64953"/>
                </a:lnTo>
                <a:lnTo>
                  <a:pt x="295849" y="64557"/>
                </a:lnTo>
                <a:lnTo>
                  <a:pt x="295998" y="64169"/>
                </a:lnTo>
                <a:lnTo>
                  <a:pt x="296162" y="63790"/>
                </a:lnTo>
                <a:lnTo>
                  <a:pt x="296341" y="63419"/>
                </a:lnTo>
                <a:lnTo>
                  <a:pt x="296533" y="63056"/>
                </a:lnTo>
                <a:lnTo>
                  <a:pt x="296740" y="62702"/>
                </a:lnTo>
                <a:lnTo>
                  <a:pt x="296961" y="62355"/>
                </a:lnTo>
                <a:lnTo>
                  <a:pt x="297197" y="62017"/>
                </a:lnTo>
                <a:lnTo>
                  <a:pt x="297446" y="61687"/>
                </a:lnTo>
                <a:lnTo>
                  <a:pt x="297710" y="61365"/>
                </a:lnTo>
                <a:lnTo>
                  <a:pt x="297988" y="61052"/>
                </a:lnTo>
                <a:lnTo>
                  <a:pt x="298281" y="60747"/>
                </a:lnTo>
                <a:lnTo>
                  <a:pt x="298587" y="60450"/>
                </a:lnTo>
                <a:lnTo>
                  <a:pt x="298908" y="60161"/>
                </a:lnTo>
                <a:lnTo>
                  <a:pt x="299243" y="59880"/>
                </a:lnTo>
                <a:lnTo>
                  <a:pt x="299591" y="59610"/>
                </a:lnTo>
                <a:lnTo>
                  <a:pt x="299950" y="59350"/>
                </a:lnTo>
                <a:lnTo>
                  <a:pt x="300320" y="59103"/>
                </a:lnTo>
                <a:lnTo>
                  <a:pt x="300701" y="58867"/>
                </a:lnTo>
                <a:lnTo>
                  <a:pt x="301092" y="58642"/>
                </a:lnTo>
                <a:lnTo>
                  <a:pt x="301495" y="58429"/>
                </a:lnTo>
                <a:lnTo>
                  <a:pt x="301909" y="58227"/>
                </a:lnTo>
                <a:lnTo>
                  <a:pt x="302333" y="58037"/>
                </a:lnTo>
                <a:lnTo>
                  <a:pt x="302769" y="57859"/>
                </a:lnTo>
                <a:lnTo>
                  <a:pt x="303216" y="57692"/>
                </a:lnTo>
                <a:lnTo>
                  <a:pt x="303673" y="57536"/>
                </a:lnTo>
                <a:lnTo>
                  <a:pt x="304142" y="57392"/>
                </a:lnTo>
                <a:lnTo>
                  <a:pt x="304621" y="57260"/>
                </a:lnTo>
                <a:lnTo>
                  <a:pt x="305112" y="57139"/>
                </a:lnTo>
                <a:lnTo>
                  <a:pt x="305613" y="57030"/>
                </a:lnTo>
                <a:lnTo>
                  <a:pt x="306126" y="56932"/>
                </a:lnTo>
                <a:lnTo>
                  <a:pt x="306649" y="56845"/>
                </a:lnTo>
                <a:lnTo>
                  <a:pt x="307183" y="56770"/>
                </a:lnTo>
                <a:lnTo>
                  <a:pt x="307729" y="56707"/>
                </a:lnTo>
                <a:lnTo>
                  <a:pt x="308285" y="56655"/>
                </a:lnTo>
                <a:lnTo>
                  <a:pt x="308852" y="56615"/>
                </a:lnTo>
                <a:lnTo>
                  <a:pt x="309431" y="56586"/>
                </a:lnTo>
                <a:lnTo>
                  <a:pt x="310020" y="56569"/>
                </a:lnTo>
                <a:lnTo>
                  <a:pt x="310620" y="56563"/>
                </a:lnTo>
                <a:lnTo>
                  <a:pt x="317573" y="56563"/>
                </a:lnTo>
                <a:lnTo>
                  <a:pt x="318109" y="56568"/>
                </a:lnTo>
                <a:lnTo>
                  <a:pt x="318636" y="56584"/>
                </a:lnTo>
                <a:lnTo>
                  <a:pt x="319154" y="56610"/>
                </a:lnTo>
                <a:lnTo>
                  <a:pt x="319664" y="56646"/>
                </a:lnTo>
                <a:lnTo>
                  <a:pt x="320166" y="56693"/>
                </a:lnTo>
                <a:lnTo>
                  <a:pt x="320659" y="56751"/>
                </a:lnTo>
                <a:lnTo>
                  <a:pt x="321143" y="56818"/>
                </a:lnTo>
                <a:lnTo>
                  <a:pt x="321620" y="56897"/>
                </a:lnTo>
                <a:lnTo>
                  <a:pt x="322087" y="56985"/>
                </a:lnTo>
                <a:lnTo>
                  <a:pt x="322546" y="57084"/>
                </a:lnTo>
                <a:lnTo>
                  <a:pt x="322997" y="57194"/>
                </a:lnTo>
                <a:lnTo>
                  <a:pt x="323439" y="57313"/>
                </a:lnTo>
                <a:lnTo>
                  <a:pt x="323872" y="57444"/>
                </a:lnTo>
                <a:lnTo>
                  <a:pt x="324297" y="57584"/>
                </a:lnTo>
                <a:lnTo>
                  <a:pt x="324714" y="57735"/>
                </a:lnTo>
                <a:lnTo>
                  <a:pt x="325122" y="57897"/>
                </a:lnTo>
                <a:lnTo>
                  <a:pt x="325521" y="58069"/>
                </a:lnTo>
                <a:lnTo>
                  <a:pt x="325912" y="58251"/>
                </a:lnTo>
                <a:lnTo>
                  <a:pt x="326295" y="58444"/>
                </a:lnTo>
                <a:lnTo>
                  <a:pt x="326669" y="58647"/>
                </a:lnTo>
                <a:lnTo>
                  <a:pt x="327034" y="58861"/>
                </a:lnTo>
                <a:lnTo>
                  <a:pt x="327391" y="59085"/>
                </a:lnTo>
                <a:lnTo>
                  <a:pt x="327740" y="59320"/>
                </a:lnTo>
                <a:lnTo>
                  <a:pt x="328080" y="59565"/>
                </a:lnTo>
                <a:lnTo>
                  <a:pt x="328409" y="59817"/>
                </a:lnTo>
                <a:lnTo>
                  <a:pt x="328725" y="60076"/>
                </a:lnTo>
                <a:lnTo>
                  <a:pt x="329029" y="60340"/>
                </a:lnTo>
                <a:lnTo>
                  <a:pt x="329319" y="60609"/>
                </a:lnTo>
                <a:lnTo>
                  <a:pt x="329597" y="60884"/>
                </a:lnTo>
                <a:lnTo>
                  <a:pt x="329862" y="61164"/>
                </a:lnTo>
                <a:lnTo>
                  <a:pt x="330114" y="61450"/>
                </a:lnTo>
                <a:lnTo>
                  <a:pt x="330353" y="61741"/>
                </a:lnTo>
                <a:lnTo>
                  <a:pt x="330579" y="62038"/>
                </a:lnTo>
                <a:lnTo>
                  <a:pt x="330792" y="62340"/>
                </a:lnTo>
                <a:lnTo>
                  <a:pt x="330992" y="62648"/>
                </a:lnTo>
                <a:lnTo>
                  <a:pt x="331180" y="62961"/>
                </a:lnTo>
                <a:lnTo>
                  <a:pt x="331354" y="63280"/>
                </a:lnTo>
                <a:lnTo>
                  <a:pt x="331516" y="63604"/>
                </a:lnTo>
                <a:lnTo>
                  <a:pt x="331665" y="63934"/>
                </a:lnTo>
                <a:lnTo>
                  <a:pt x="331801" y="64269"/>
                </a:lnTo>
                <a:lnTo>
                  <a:pt x="331924" y="64610"/>
                </a:lnTo>
                <a:lnTo>
                  <a:pt x="332034" y="64956"/>
                </a:lnTo>
                <a:lnTo>
                  <a:pt x="332131" y="65308"/>
                </a:lnTo>
                <a:lnTo>
                  <a:pt x="332215" y="65665"/>
                </a:lnTo>
                <a:lnTo>
                  <a:pt x="332287" y="66028"/>
                </a:lnTo>
                <a:lnTo>
                  <a:pt x="332345" y="66396"/>
                </a:lnTo>
                <a:lnTo>
                  <a:pt x="332391" y="66770"/>
                </a:lnTo>
                <a:lnTo>
                  <a:pt x="332424" y="67149"/>
                </a:lnTo>
                <a:lnTo>
                  <a:pt x="346802" y="67149"/>
                </a:lnTo>
                <a:lnTo>
                  <a:pt x="346737" y="66313"/>
                </a:lnTo>
                <a:lnTo>
                  <a:pt x="346646" y="65490"/>
                </a:lnTo>
                <a:lnTo>
                  <a:pt x="346529" y="64681"/>
                </a:lnTo>
                <a:lnTo>
                  <a:pt x="346387" y="63885"/>
                </a:lnTo>
                <a:lnTo>
                  <a:pt x="346220" y="63103"/>
                </a:lnTo>
                <a:lnTo>
                  <a:pt x="346027" y="62334"/>
                </a:lnTo>
                <a:lnTo>
                  <a:pt x="345808" y="61579"/>
                </a:lnTo>
                <a:lnTo>
                  <a:pt x="345564" y="60837"/>
                </a:lnTo>
                <a:lnTo>
                  <a:pt x="345295" y="60109"/>
                </a:lnTo>
                <a:lnTo>
                  <a:pt x="345000" y="59394"/>
                </a:lnTo>
                <a:lnTo>
                  <a:pt x="344679" y="58692"/>
                </a:lnTo>
                <a:lnTo>
                  <a:pt x="344333" y="58004"/>
                </a:lnTo>
                <a:lnTo>
                  <a:pt x="343962" y="57329"/>
                </a:lnTo>
                <a:lnTo>
                  <a:pt x="343565" y="56668"/>
                </a:lnTo>
                <a:lnTo>
                  <a:pt x="343142" y="56021"/>
                </a:lnTo>
                <a:lnTo>
                  <a:pt x="342694" y="55386"/>
                </a:lnTo>
                <a:lnTo>
                  <a:pt x="342220" y="54765"/>
                </a:lnTo>
                <a:lnTo>
                  <a:pt x="341721" y="54158"/>
                </a:lnTo>
                <a:lnTo>
                  <a:pt x="341197" y="53564"/>
                </a:lnTo>
                <a:lnTo>
                  <a:pt x="340646" y="52984"/>
                </a:lnTo>
                <a:lnTo>
                  <a:pt x="340071" y="52417"/>
                </a:lnTo>
                <a:lnTo>
                  <a:pt x="339469" y="51863"/>
                </a:lnTo>
                <a:lnTo>
                  <a:pt x="338843" y="51323"/>
                </a:lnTo>
                <a:lnTo>
                  <a:pt x="338191" y="50796"/>
                </a:lnTo>
                <a:lnTo>
                  <a:pt x="337517" y="50287"/>
                </a:lnTo>
                <a:lnTo>
                  <a:pt x="336828" y="49799"/>
                </a:lnTo>
                <a:lnTo>
                  <a:pt x="336123" y="49333"/>
                </a:lnTo>
                <a:lnTo>
                  <a:pt x="335401" y="48889"/>
                </a:lnTo>
                <a:lnTo>
                  <a:pt x="334663" y="48467"/>
                </a:lnTo>
                <a:lnTo>
                  <a:pt x="333910" y="48066"/>
                </a:lnTo>
                <a:lnTo>
                  <a:pt x="333139" y="47686"/>
                </a:lnTo>
                <a:lnTo>
                  <a:pt x="332353" y="47329"/>
                </a:lnTo>
                <a:lnTo>
                  <a:pt x="331551" y="46993"/>
                </a:lnTo>
                <a:lnTo>
                  <a:pt x="330732" y="46679"/>
                </a:lnTo>
                <a:lnTo>
                  <a:pt x="329897" y="46386"/>
                </a:lnTo>
                <a:lnTo>
                  <a:pt x="329046" y="46115"/>
                </a:lnTo>
                <a:lnTo>
                  <a:pt x="328179" y="45866"/>
                </a:lnTo>
                <a:lnTo>
                  <a:pt x="327296" y="45638"/>
                </a:lnTo>
                <a:lnTo>
                  <a:pt x="326396" y="45432"/>
                </a:lnTo>
                <a:lnTo>
                  <a:pt x="325481" y="45248"/>
                </a:lnTo>
                <a:lnTo>
                  <a:pt x="324549" y="45086"/>
                </a:lnTo>
                <a:lnTo>
                  <a:pt x="323601" y="44945"/>
                </a:lnTo>
                <a:lnTo>
                  <a:pt x="322637" y="44826"/>
                </a:lnTo>
                <a:lnTo>
                  <a:pt x="321656" y="44728"/>
                </a:lnTo>
                <a:lnTo>
                  <a:pt x="320660" y="44652"/>
                </a:lnTo>
                <a:lnTo>
                  <a:pt x="319647" y="44598"/>
                </a:lnTo>
                <a:lnTo>
                  <a:pt x="318618" y="44565"/>
                </a:lnTo>
                <a:lnTo>
                  <a:pt x="317573" y="44555"/>
                </a:lnTo>
                <a:lnTo>
                  <a:pt x="310620" y="44555"/>
                </a:lnTo>
                <a:lnTo>
                  <a:pt x="309485" y="44566"/>
                </a:lnTo>
                <a:lnTo>
                  <a:pt x="308370" y="44600"/>
                </a:lnTo>
                <a:lnTo>
                  <a:pt x="307276" y="44656"/>
                </a:lnTo>
                <a:lnTo>
                  <a:pt x="306203" y="44735"/>
                </a:lnTo>
                <a:lnTo>
                  <a:pt x="305150" y="44836"/>
                </a:lnTo>
                <a:lnTo>
                  <a:pt x="304117" y="44960"/>
                </a:lnTo>
                <a:lnTo>
                  <a:pt x="303105" y="45106"/>
                </a:lnTo>
                <a:lnTo>
                  <a:pt x="302114" y="45274"/>
                </a:lnTo>
                <a:lnTo>
                  <a:pt x="301144" y="45466"/>
                </a:lnTo>
                <a:lnTo>
                  <a:pt x="300194" y="45679"/>
                </a:lnTo>
                <a:lnTo>
                  <a:pt x="299264" y="45915"/>
                </a:lnTo>
                <a:lnTo>
                  <a:pt x="298355" y="46174"/>
                </a:lnTo>
                <a:lnTo>
                  <a:pt x="297467" y="46455"/>
                </a:lnTo>
                <a:lnTo>
                  <a:pt x="296599" y="46759"/>
                </a:lnTo>
                <a:lnTo>
                  <a:pt x="295752" y="47085"/>
                </a:lnTo>
                <a:lnTo>
                  <a:pt x="294925" y="47434"/>
                </a:lnTo>
                <a:lnTo>
                  <a:pt x="294119" y="47805"/>
                </a:lnTo>
                <a:lnTo>
                  <a:pt x="293334" y="48198"/>
                </a:lnTo>
                <a:lnTo>
                  <a:pt x="292569" y="48615"/>
                </a:lnTo>
                <a:lnTo>
                  <a:pt x="291824" y="49053"/>
                </a:lnTo>
                <a:lnTo>
                  <a:pt x="291101" y="49514"/>
                </a:lnTo>
                <a:lnTo>
                  <a:pt x="290397" y="49998"/>
                </a:lnTo>
                <a:lnTo>
                  <a:pt x="289715" y="50504"/>
                </a:lnTo>
                <a:lnTo>
                  <a:pt x="289053" y="51033"/>
                </a:lnTo>
                <a:lnTo>
                  <a:pt x="288415" y="51581"/>
                </a:lnTo>
                <a:lnTo>
                  <a:pt x="287804" y="52146"/>
                </a:lnTo>
                <a:lnTo>
                  <a:pt x="287220" y="52729"/>
                </a:lnTo>
                <a:lnTo>
                  <a:pt x="286663" y="53328"/>
                </a:lnTo>
                <a:lnTo>
                  <a:pt x="286134" y="53944"/>
                </a:lnTo>
                <a:lnTo>
                  <a:pt x="285631" y="54578"/>
                </a:lnTo>
                <a:lnTo>
                  <a:pt x="285156" y="55228"/>
                </a:lnTo>
                <a:lnTo>
                  <a:pt x="284708" y="55895"/>
                </a:lnTo>
                <a:lnTo>
                  <a:pt x="284287" y="56580"/>
                </a:lnTo>
                <a:lnTo>
                  <a:pt x="283893" y="57281"/>
                </a:lnTo>
                <a:lnTo>
                  <a:pt x="283527" y="57999"/>
                </a:lnTo>
                <a:lnTo>
                  <a:pt x="283187" y="58735"/>
                </a:lnTo>
                <a:lnTo>
                  <a:pt x="282875" y="59487"/>
                </a:lnTo>
                <a:lnTo>
                  <a:pt x="282590" y="60256"/>
                </a:lnTo>
                <a:lnTo>
                  <a:pt x="282332" y="61043"/>
                </a:lnTo>
                <a:lnTo>
                  <a:pt x="282101" y="61846"/>
                </a:lnTo>
                <a:lnTo>
                  <a:pt x="281897" y="62666"/>
                </a:lnTo>
                <a:lnTo>
                  <a:pt x="281721" y="63504"/>
                </a:lnTo>
                <a:lnTo>
                  <a:pt x="281572" y="64358"/>
                </a:lnTo>
                <a:lnTo>
                  <a:pt x="281449" y="65229"/>
                </a:lnTo>
                <a:lnTo>
                  <a:pt x="281354" y="66118"/>
                </a:lnTo>
                <a:lnTo>
                  <a:pt x="281286" y="67023"/>
                </a:lnTo>
                <a:lnTo>
                  <a:pt x="281246" y="67945"/>
                </a:lnTo>
                <a:lnTo>
                  <a:pt x="281232" y="68885"/>
                </a:lnTo>
                <a:lnTo>
                  <a:pt x="281241" y="69708"/>
                </a:lnTo>
                <a:lnTo>
                  <a:pt x="281266" y="70517"/>
                </a:lnTo>
                <a:lnTo>
                  <a:pt x="281309" y="71313"/>
                </a:lnTo>
                <a:lnTo>
                  <a:pt x="281368" y="72095"/>
                </a:lnTo>
                <a:lnTo>
                  <a:pt x="281445" y="72864"/>
                </a:lnTo>
                <a:lnTo>
                  <a:pt x="281538" y="73620"/>
                </a:lnTo>
                <a:lnTo>
                  <a:pt x="281649" y="74362"/>
                </a:lnTo>
                <a:lnTo>
                  <a:pt x="281776" y="75091"/>
                </a:lnTo>
                <a:lnTo>
                  <a:pt x="281921" y="75806"/>
                </a:lnTo>
                <a:lnTo>
                  <a:pt x="282083" y="76508"/>
                </a:lnTo>
                <a:lnTo>
                  <a:pt x="282261" y="77196"/>
                </a:lnTo>
                <a:lnTo>
                  <a:pt x="282457" y="77871"/>
                </a:lnTo>
                <a:lnTo>
                  <a:pt x="282669" y="78533"/>
                </a:lnTo>
                <a:lnTo>
                  <a:pt x="282899" y="79181"/>
                </a:lnTo>
                <a:lnTo>
                  <a:pt x="283146" y="79815"/>
                </a:lnTo>
                <a:lnTo>
                  <a:pt x="283409" y="80436"/>
                </a:lnTo>
                <a:lnTo>
                  <a:pt x="283690" y="81044"/>
                </a:lnTo>
                <a:lnTo>
                  <a:pt x="283988" y="81638"/>
                </a:lnTo>
                <a:lnTo>
                  <a:pt x="284302" y="82219"/>
                </a:lnTo>
                <a:lnTo>
                  <a:pt x="284634" y="82787"/>
                </a:lnTo>
                <a:lnTo>
                  <a:pt x="284983" y="83341"/>
                </a:lnTo>
                <a:lnTo>
                  <a:pt x="285349" y="83881"/>
                </a:lnTo>
                <a:lnTo>
                  <a:pt x="285731" y="84408"/>
                </a:lnTo>
                <a:lnTo>
                  <a:pt x="286131" y="84922"/>
                </a:lnTo>
                <a:lnTo>
                  <a:pt x="286546" y="85420"/>
                </a:lnTo>
                <a:lnTo>
                  <a:pt x="286975" y="85902"/>
                </a:lnTo>
                <a:lnTo>
                  <a:pt x="287417" y="86367"/>
                </a:lnTo>
                <a:lnTo>
                  <a:pt x="287874" y="86815"/>
                </a:lnTo>
                <a:lnTo>
                  <a:pt x="288344" y="87247"/>
                </a:lnTo>
                <a:lnTo>
                  <a:pt x="288827" y="87662"/>
                </a:lnTo>
                <a:lnTo>
                  <a:pt x="289325" y="88060"/>
                </a:lnTo>
                <a:lnTo>
                  <a:pt x="289836" y="88442"/>
                </a:lnTo>
                <a:lnTo>
                  <a:pt x="290360" y="88806"/>
                </a:lnTo>
                <a:lnTo>
                  <a:pt x="290899" y="89154"/>
                </a:lnTo>
                <a:lnTo>
                  <a:pt x="291451" y="89485"/>
                </a:lnTo>
                <a:lnTo>
                  <a:pt x="292017" y="89800"/>
                </a:lnTo>
                <a:lnTo>
                  <a:pt x="292597" y="90098"/>
                </a:lnTo>
                <a:lnTo>
                  <a:pt x="293190" y="90379"/>
                </a:lnTo>
                <a:lnTo>
                  <a:pt x="293797" y="90643"/>
                </a:lnTo>
                <a:lnTo>
                  <a:pt x="294418" y="90891"/>
                </a:lnTo>
                <a:lnTo>
                  <a:pt x="295052" y="91122"/>
                </a:lnTo>
                <a:lnTo>
                  <a:pt x="295700" y="91336"/>
                </a:lnTo>
                <a:lnTo>
                  <a:pt x="296362" y="91533"/>
                </a:lnTo>
                <a:lnTo>
                  <a:pt x="297038" y="91714"/>
                </a:lnTo>
                <a:lnTo>
                  <a:pt x="297727" y="91878"/>
                </a:lnTo>
                <a:lnTo>
                  <a:pt x="298430" y="92026"/>
                </a:lnTo>
                <a:lnTo>
                  <a:pt x="299147" y="92156"/>
                </a:lnTo>
                <a:lnTo>
                  <a:pt x="299878" y="92270"/>
                </a:lnTo>
                <a:lnTo>
                  <a:pt x="323892" y="95746"/>
                </a:lnTo>
                <a:lnTo>
                  <a:pt x="324322" y="95803"/>
                </a:lnTo>
                <a:lnTo>
                  <a:pt x="324742" y="95869"/>
                </a:lnTo>
                <a:lnTo>
                  <a:pt x="325154" y="95944"/>
                </a:lnTo>
                <a:lnTo>
                  <a:pt x="325555" y="96027"/>
                </a:lnTo>
                <a:lnTo>
                  <a:pt x="325948" y="96119"/>
                </a:lnTo>
                <a:lnTo>
                  <a:pt x="326331" y="96220"/>
                </a:lnTo>
                <a:lnTo>
                  <a:pt x="326705" y="96330"/>
                </a:lnTo>
                <a:lnTo>
                  <a:pt x="327070" y="96448"/>
                </a:lnTo>
                <a:lnTo>
                  <a:pt x="327425" y="96576"/>
                </a:lnTo>
                <a:lnTo>
                  <a:pt x="327771" y="96712"/>
                </a:lnTo>
                <a:lnTo>
                  <a:pt x="328107" y="96857"/>
                </a:lnTo>
                <a:lnTo>
                  <a:pt x="328435" y="97010"/>
                </a:lnTo>
                <a:lnTo>
                  <a:pt x="328752" y="97173"/>
                </a:lnTo>
                <a:lnTo>
                  <a:pt x="329061" y="97344"/>
                </a:lnTo>
                <a:lnTo>
                  <a:pt x="329360" y="97524"/>
                </a:lnTo>
                <a:lnTo>
                  <a:pt x="329650" y="97713"/>
                </a:lnTo>
                <a:lnTo>
                  <a:pt x="329931" y="97910"/>
                </a:lnTo>
                <a:lnTo>
                  <a:pt x="330202" y="98116"/>
                </a:lnTo>
                <a:lnTo>
                  <a:pt x="330464" y="98331"/>
                </a:lnTo>
                <a:lnTo>
                  <a:pt x="330716" y="98555"/>
                </a:lnTo>
                <a:lnTo>
                  <a:pt x="330959" y="98788"/>
                </a:lnTo>
                <a:lnTo>
                  <a:pt x="331193" y="99029"/>
                </a:lnTo>
                <a:lnTo>
                  <a:pt x="331418" y="99280"/>
                </a:lnTo>
                <a:lnTo>
                  <a:pt x="331633" y="99539"/>
                </a:lnTo>
                <a:lnTo>
                  <a:pt x="331839" y="99806"/>
                </a:lnTo>
                <a:lnTo>
                  <a:pt x="332037" y="100083"/>
                </a:lnTo>
                <a:lnTo>
                  <a:pt x="332226" y="100368"/>
                </a:lnTo>
                <a:lnTo>
                  <a:pt x="332406" y="100662"/>
                </a:lnTo>
                <a:lnTo>
                  <a:pt x="332577" y="100964"/>
                </a:lnTo>
                <a:lnTo>
                  <a:pt x="332739" y="101276"/>
                </a:lnTo>
                <a:lnTo>
                  <a:pt x="332893" y="101596"/>
                </a:lnTo>
                <a:lnTo>
                  <a:pt x="333038" y="101925"/>
                </a:lnTo>
                <a:lnTo>
                  <a:pt x="333174" y="102263"/>
                </a:lnTo>
                <a:lnTo>
                  <a:pt x="333301" y="102609"/>
                </a:lnTo>
                <a:lnTo>
                  <a:pt x="333420" y="102965"/>
                </a:lnTo>
                <a:lnTo>
                  <a:pt x="333530" y="103329"/>
                </a:lnTo>
                <a:lnTo>
                  <a:pt x="333631" y="103702"/>
                </a:lnTo>
                <a:lnTo>
                  <a:pt x="333723" y="104084"/>
                </a:lnTo>
                <a:lnTo>
                  <a:pt x="333806" y="104474"/>
                </a:lnTo>
                <a:lnTo>
                  <a:pt x="333881" y="104874"/>
                </a:lnTo>
                <a:lnTo>
                  <a:pt x="333947" y="105282"/>
                </a:lnTo>
                <a:lnTo>
                  <a:pt x="334004" y="105698"/>
                </a:lnTo>
                <a:lnTo>
                  <a:pt x="334052" y="106124"/>
                </a:lnTo>
                <a:lnTo>
                  <a:pt x="334092" y="106558"/>
                </a:lnTo>
                <a:lnTo>
                  <a:pt x="334123" y="107002"/>
                </a:lnTo>
                <a:lnTo>
                  <a:pt x="334144" y="107454"/>
                </a:lnTo>
                <a:lnTo>
                  <a:pt x="334158" y="107914"/>
                </a:lnTo>
                <a:lnTo>
                  <a:pt x="334162" y="108384"/>
                </a:lnTo>
                <a:lnTo>
                  <a:pt x="334154" y="108906"/>
                </a:lnTo>
                <a:lnTo>
                  <a:pt x="334132" y="109418"/>
                </a:lnTo>
                <a:lnTo>
                  <a:pt x="334094" y="109920"/>
                </a:lnTo>
                <a:lnTo>
                  <a:pt x="334041" y="110412"/>
                </a:lnTo>
                <a:lnTo>
                  <a:pt x="333973" y="110894"/>
                </a:lnTo>
                <a:lnTo>
                  <a:pt x="333890" y="111367"/>
                </a:lnTo>
                <a:lnTo>
                  <a:pt x="333792" y="111829"/>
                </a:lnTo>
                <a:lnTo>
                  <a:pt x="333679" y="112282"/>
                </a:lnTo>
                <a:lnTo>
                  <a:pt x="333551" y="112725"/>
                </a:lnTo>
                <a:lnTo>
                  <a:pt x="333407" y="113158"/>
                </a:lnTo>
                <a:lnTo>
                  <a:pt x="333249" y="113581"/>
                </a:lnTo>
                <a:lnTo>
                  <a:pt x="333075" y="113994"/>
                </a:lnTo>
                <a:lnTo>
                  <a:pt x="332887" y="114397"/>
                </a:lnTo>
                <a:lnTo>
                  <a:pt x="332683" y="114791"/>
                </a:lnTo>
                <a:lnTo>
                  <a:pt x="332464" y="115174"/>
                </a:lnTo>
                <a:lnTo>
                  <a:pt x="332230" y="115548"/>
                </a:lnTo>
                <a:lnTo>
                  <a:pt x="331981" y="115912"/>
                </a:lnTo>
                <a:lnTo>
                  <a:pt x="331717" y="116266"/>
                </a:lnTo>
                <a:lnTo>
                  <a:pt x="331438" y="116610"/>
                </a:lnTo>
                <a:lnTo>
                  <a:pt x="331143" y="116944"/>
                </a:lnTo>
                <a:lnTo>
                  <a:pt x="330834" y="117268"/>
                </a:lnTo>
                <a:lnTo>
                  <a:pt x="330510" y="117582"/>
                </a:lnTo>
                <a:lnTo>
                  <a:pt x="330170" y="117887"/>
                </a:lnTo>
                <a:lnTo>
                  <a:pt x="329815" y="118182"/>
                </a:lnTo>
                <a:lnTo>
                  <a:pt x="329447" y="118465"/>
                </a:lnTo>
                <a:lnTo>
                  <a:pt x="329067" y="118736"/>
                </a:lnTo>
                <a:lnTo>
                  <a:pt x="328674" y="118996"/>
                </a:lnTo>
                <a:lnTo>
                  <a:pt x="328268" y="119243"/>
                </a:lnTo>
                <a:lnTo>
                  <a:pt x="327851" y="119478"/>
                </a:lnTo>
                <a:lnTo>
                  <a:pt x="327421" y="119701"/>
                </a:lnTo>
                <a:lnTo>
                  <a:pt x="326979" y="119913"/>
                </a:lnTo>
                <a:lnTo>
                  <a:pt x="326524" y="120112"/>
                </a:lnTo>
                <a:lnTo>
                  <a:pt x="326057" y="120299"/>
                </a:lnTo>
                <a:lnTo>
                  <a:pt x="325578" y="120473"/>
                </a:lnTo>
                <a:lnTo>
                  <a:pt x="325087" y="120636"/>
                </a:lnTo>
                <a:lnTo>
                  <a:pt x="324583" y="120787"/>
                </a:lnTo>
                <a:lnTo>
                  <a:pt x="324066" y="120926"/>
                </a:lnTo>
                <a:lnTo>
                  <a:pt x="323538" y="121052"/>
                </a:lnTo>
                <a:lnTo>
                  <a:pt x="322997" y="121167"/>
                </a:lnTo>
                <a:lnTo>
                  <a:pt x="322444" y="121270"/>
                </a:lnTo>
                <a:lnTo>
                  <a:pt x="321878" y="121360"/>
                </a:lnTo>
                <a:lnTo>
                  <a:pt x="321300" y="121438"/>
                </a:lnTo>
                <a:lnTo>
                  <a:pt x="320710" y="121505"/>
                </a:lnTo>
                <a:lnTo>
                  <a:pt x="320107" y="121559"/>
                </a:lnTo>
                <a:lnTo>
                  <a:pt x="319492" y="121601"/>
                </a:lnTo>
                <a:lnTo>
                  <a:pt x="318865" y="121631"/>
                </a:lnTo>
                <a:lnTo>
                  <a:pt x="318225" y="121650"/>
                </a:lnTo>
                <a:lnTo>
                  <a:pt x="317573" y="121656"/>
                </a:lnTo>
                <a:lnTo>
                  <a:pt x="310620" y="121656"/>
                </a:lnTo>
                <a:lnTo>
                  <a:pt x="309981" y="121650"/>
                </a:lnTo>
                <a:lnTo>
                  <a:pt x="309354" y="121632"/>
                </a:lnTo>
                <a:lnTo>
                  <a:pt x="308739" y="121603"/>
                </a:lnTo>
                <a:lnTo>
                  <a:pt x="308136" y="121561"/>
                </a:lnTo>
                <a:lnTo>
                  <a:pt x="307546" y="121508"/>
                </a:lnTo>
                <a:lnTo>
                  <a:pt x="306967" y="121443"/>
                </a:lnTo>
                <a:lnTo>
                  <a:pt x="306400" y="121367"/>
                </a:lnTo>
                <a:lnTo>
                  <a:pt x="305845" y="121278"/>
                </a:lnTo>
                <a:lnTo>
                  <a:pt x="305303" y="121178"/>
                </a:lnTo>
                <a:lnTo>
                  <a:pt x="304772" y="121066"/>
                </a:lnTo>
                <a:lnTo>
                  <a:pt x="304254" y="120942"/>
                </a:lnTo>
                <a:lnTo>
                  <a:pt x="303748" y="120806"/>
                </a:lnTo>
                <a:lnTo>
                  <a:pt x="303253" y="120659"/>
                </a:lnTo>
                <a:lnTo>
                  <a:pt x="302771" y="120500"/>
                </a:lnTo>
                <a:lnTo>
                  <a:pt x="302301" y="120329"/>
                </a:lnTo>
                <a:lnTo>
                  <a:pt x="301843" y="120146"/>
                </a:lnTo>
                <a:lnTo>
                  <a:pt x="301397" y="119951"/>
                </a:lnTo>
                <a:lnTo>
                  <a:pt x="300963" y="119745"/>
                </a:lnTo>
                <a:lnTo>
                  <a:pt x="300541" y="119527"/>
                </a:lnTo>
                <a:lnTo>
                  <a:pt x="300131" y="119297"/>
                </a:lnTo>
                <a:lnTo>
                  <a:pt x="299733" y="119055"/>
                </a:lnTo>
                <a:lnTo>
                  <a:pt x="299347" y="118801"/>
                </a:lnTo>
                <a:lnTo>
                  <a:pt x="298973" y="118536"/>
                </a:lnTo>
                <a:lnTo>
                  <a:pt x="298612" y="118259"/>
                </a:lnTo>
                <a:lnTo>
                  <a:pt x="298264" y="117971"/>
                </a:lnTo>
                <a:lnTo>
                  <a:pt x="297931" y="117674"/>
                </a:lnTo>
                <a:lnTo>
                  <a:pt x="297612" y="117369"/>
                </a:lnTo>
                <a:lnTo>
                  <a:pt x="297309" y="117054"/>
                </a:lnTo>
                <a:lnTo>
                  <a:pt x="297020" y="116730"/>
                </a:lnTo>
                <a:lnTo>
                  <a:pt x="296746" y="116397"/>
                </a:lnTo>
                <a:lnTo>
                  <a:pt x="296487" y="116056"/>
                </a:lnTo>
                <a:lnTo>
                  <a:pt x="296243" y="115705"/>
                </a:lnTo>
                <a:lnTo>
                  <a:pt x="296013" y="115345"/>
                </a:lnTo>
                <a:lnTo>
                  <a:pt x="295798" y="114976"/>
                </a:lnTo>
                <a:lnTo>
                  <a:pt x="295598" y="114597"/>
                </a:lnTo>
                <a:lnTo>
                  <a:pt x="295413" y="114210"/>
                </a:lnTo>
                <a:lnTo>
                  <a:pt x="295243" y="113814"/>
                </a:lnTo>
                <a:lnTo>
                  <a:pt x="295087" y="113409"/>
                </a:lnTo>
                <a:lnTo>
                  <a:pt x="294947" y="112995"/>
                </a:lnTo>
                <a:lnTo>
                  <a:pt x="294821" y="112571"/>
                </a:lnTo>
                <a:lnTo>
                  <a:pt x="294710" y="112139"/>
                </a:lnTo>
                <a:lnTo>
                  <a:pt x="294614" y="111697"/>
                </a:lnTo>
                <a:lnTo>
                  <a:pt x="294532" y="111247"/>
                </a:lnTo>
                <a:lnTo>
                  <a:pt x="294466" y="110787"/>
                </a:lnTo>
                <a:lnTo>
                  <a:pt x="294414" y="110319"/>
                </a:lnTo>
                <a:lnTo>
                  <a:pt x="294377" y="109841"/>
                </a:lnTo>
                <a:lnTo>
                  <a:pt x="294354" y="109355"/>
                </a:lnTo>
                <a:lnTo>
                  <a:pt x="294347" y="108859"/>
                </a:lnTo>
                <a:lnTo>
                  <a:pt x="280128" y="108859"/>
                </a:lnTo>
                <a:lnTo>
                  <a:pt x="280134" y="109526"/>
                </a:lnTo>
                <a:lnTo>
                  <a:pt x="280153" y="110185"/>
                </a:lnTo>
                <a:lnTo>
                  <a:pt x="280183" y="110835"/>
                </a:lnTo>
                <a:lnTo>
                  <a:pt x="280227" y="111477"/>
                </a:lnTo>
                <a:lnTo>
                  <a:pt x="280282" y="112110"/>
                </a:lnTo>
                <a:lnTo>
                  <a:pt x="280350" y="112734"/>
                </a:lnTo>
                <a:lnTo>
                  <a:pt x="280430" y="113351"/>
                </a:lnTo>
                <a:lnTo>
                  <a:pt x="280523" y="113958"/>
                </a:lnTo>
                <a:lnTo>
                  <a:pt x="280628" y="114558"/>
                </a:lnTo>
                <a:lnTo>
                  <a:pt x="280745" y="115148"/>
                </a:lnTo>
                <a:lnTo>
                  <a:pt x="280874" y="115730"/>
                </a:lnTo>
                <a:lnTo>
                  <a:pt x="281016" y="116304"/>
                </a:lnTo>
                <a:lnTo>
                  <a:pt x="281171" y="116869"/>
                </a:lnTo>
                <a:lnTo>
                  <a:pt x="281337" y="117426"/>
                </a:lnTo>
                <a:lnTo>
                  <a:pt x="281516" y="117974"/>
                </a:lnTo>
                <a:lnTo>
                  <a:pt x="281707" y="118514"/>
                </a:lnTo>
                <a:lnTo>
                  <a:pt x="281911" y="119045"/>
                </a:lnTo>
                <a:lnTo>
                  <a:pt x="282127" y="119568"/>
                </a:lnTo>
                <a:lnTo>
                  <a:pt x="282355" y="120082"/>
                </a:lnTo>
                <a:lnTo>
                  <a:pt x="282596" y="120588"/>
                </a:lnTo>
                <a:lnTo>
                  <a:pt x="282849" y="121085"/>
                </a:lnTo>
                <a:lnTo>
                  <a:pt x="283114" y="121574"/>
                </a:lnTo>
                <a:lnTo>
                  <a:pt x="283392" y="122054"/>
                </a:lnTo>
                <a:lnTo>
                  <a:pt x="283682" y="122526"/>
                </a:lnTo>
                <a:lnTo>
                  <a:pt x="283984" y="122989"/>
                </a:lnTo>
                <a:lnTo>
                  <a:pt x="284297" y="123442"/>
                </a:lnTo>
                <a:lnTo>
                  <a:pt x="284622" y="123886"/>
                </a:lnTo>
                <a:lnTo>
                  <a:pt x="284959" y="124321"/>
                </a:lnTo>
                <a:lnTo>
                  <a:pt x="285307" y="124746"/>
                </a:lnTo>
                <a:lnTo>
                  <a:pt x="285667" y="125162"/>
                </a:lnTo>
                <a:lnTo>
                  <a:pt x="286038" y="125569"/>
                </a:lnTo>
                <a:lnTo>
                  <a:pt x="286421" y="125966"/>
                </a:lnTo>
                <a:lnTo>
                  <a:pt x="286815" y="126354"/>
                </a:lnTo>
                <a:lnTo>
                  <a:pt x="287220" y="126733"/>
                </a:lnTo>
                <a:lnTo>
                  <a:pt x="287638" y="127103"/>
                </a:lnTo>
                <a:lnTo>
                  <a:pt x="288066" y="127463"/>
                </a:lnTo>
                <a:lnTo>
                  <a:pt x="288506" y="127814"/>
                </a:lnTo>
                <a:lnTo>
                  <a:pt x="288958" y="128155"/>
                </a:lnTo>
                <a:lnTo>
                  <a:pt x="289421" y="128487"/>
                </a:lnTo>
                <a:lnTo>
                  <a:pt x="289896" y="128810"/>
                </a:lnTo>
                <a:lnTo>
                  <a:pt x="290382" y="129124"/>
                </a:lnTo>
                <a:lnTo>
                  <a:pt x="290880" y="129428"/>
                </a:lnTo>
                <a:lnTo>
                  <a:pt x="291389" y="129723"/>
                </a:lnTo>
                <a:lnTo>
                  <a:pt x="291910" y="130009"/>
                </a:lnTo>
                <a:lnTo>
                  <a:pt x="292442" y="130285"/>
                </a:lnTo>
                <a:lnTo>
                  <a:pt x="292986" y="130552"/>
                </a:lnTo>
                <a:lnTo>
                  <a:pt x="293542" y="130810"/>
                </a:lnTo>
                <a:lnTo>
                  <a:pt x="294108" y="131058"/>
                </a:lnTo>
                <a:lnTo>
                  <a:pt x="294686" y="131296"/>
                </a:lnTo>
                <a:lnTo>
                  <a:pt x="295273" y="131525"/>
                </a:lnTo>
                <a:lnTo>
                  <a:pt x="295870" y="131743"/>
                </a:lnTo>
                <a:lnTo>
                  <a:pt x="296476" y="131951"/>
                </a:lnTo>
                <a:lnTo>
                  <a:pt x="297092" y="132149"/>
                </a:lnTo>
                <a:lnTo>
                  <a:pt x="297718" y="132336"/>
                </a:lnTo>
                <a:lnTo>
                  <a:pt x="298353" y="132514"/>
                </a:lnTo>
                <a:lnTo>
                  <a:pt x="298998" y="132681"/>
                </a:lnTo>
                <a:lnTo>
                  <a:pt x="299652" y="132838"/>
                </a:lnTo>
                <a:lnTo>
                  <a:pt x="300316" y="132986"/>
                </a:lnTo>
                <a:lnTo>
                  <a:pt x="300990" y="133122"/>
                </a:lnTo>
                <a:lnTo>
                  <a:pt x="301673" y="133249"/>
                </a:lnTo>
                <a:lnTo>
                  <a:pt x="302366" y="133366"/>
                </a:lnTo>
                <a:lnTo>
                  <a:pt x="303068" y="133473"/>
                </a:lnTo>
                <a:lnTo>
                  <a:pt x="303780" y="133569"/>
                </a:lnTo>
                <a:lnTo>
                  <a:pt x="304502" y="133655"/>
                </a:lnTo>
                <a:lnTo>
                  <a:pt x="305233" y="133731"/>
                </a:lnTo>
                <a:lnTo>
                  <a:pt x="305974" y="133797"/>
                </a:lnTo>
                <a:lnTo>
                  <a:pt x="306724" y="133853"/>
                </a:lnTo>
                <a:lnTo>
                  <a:pt x="307484" y="133899"/>
                </a:lnTo>
                <a:lnTo>
                  <a:pt x="308254" y="133934"/>
                </a:lnTo>
                <a:lnTo>
                  <a:pt x="309033" y="133960"/>
                </a:lnTo>
                <a:lnTo>
                  <a:pt x="309822" y="133975"/>
                </a:lnTo>
                <a:lnTo>
                  <a:pt x="310620" y="133980"/>
                </a:lnTo>
                <a:lnTo>
                  <a:pt x="317573" y="133980"/>
                </a:lnTo>
                <a:lnTo>
                  <a:pt x="318773" y="133968"/>
                </a:lnTo>
                <a:lnTo>
                  <a:pt x="319950" y="133933"/>
                </a:lnTo>
                <a:lnTo>
                  <a:pt x="321104" y="133875"/>
                </a:lnTo>
                <a:close/>
                <a:moveTo>
                  <a:pt x="410275" y="133802"/>
                </a:moveTo>
                <a:lnTo>
                  <a:pt x="411091" y="133723"/>
                </a:lnTo>
                <a:lnTo>
                  <a:pt x="411898" y="133630"/>
                </a:lnTo>
                <a:lnTo>
                  <a:pt x="412695" y="133523"/>
                </a:lnTo>
                <a:lnTo>
                  <a:pt x="413482" y="133402"/>
                </a:lnTo>
                <a:lnTo>
                  <a:pt x="414260" y="133267"/>
                </a:lnTo>
                <a:lnTo>
                  <a:pt x="415028" y="133117"/>
                </a:lnTo>
                <a:lnTo>
                  <a:pt x="415786" y="132953"/>
                </a:lnTo>
                <a:lnTo>
                  <a:pt x="416535" y="132774"/>
                </a:lnTo>
                <a:lnTo>
                  <a:pt x="417274" y="132582"/>
                </a:lnTo>
                <a:lnTo>
                  <a:pt x="418004" y="132375"/>
                </a:lnTo>
                <a:lnTo>
                  <a:pt x="418724" y="132154"/>
                </a:lnTo>
                <a:lnTo>
                  <a:pt x="419435" y="131919"/>
                </a:lnTo>
                <a:lnTo>
                  <a:pt x="420136" y="131669"/>
                </a:lnTo>
                <a:lnTo>
                  <a:pt x="420827" y="131405"/>
                </a:lnTo>
                <a:lnTo>
                  <a:pt x="421509" y="131127"/>
                </a:lnTo>
                <a:lnTo>
                  <a:pt x="422181" y="130835"/>
                </a:lnTo>
                <a:lnTo>
                  <a:pt x="422843" y="130528"/>
                </a:lnTo>
                <a:lnTo>
                  <a:pt x="423496" y="130207"/>
                </a:lnTo>
                <a:lnTo>
                  <a:pt x="424139" y="129872"/>
                </a:lnTo>
                <a:lnTo>
                  <a:pt x="424772" y="129523"/>
                </a:lnTo>
                <a:lnTo>
                  <a:pt x="425392" y="129161"/>
                </a:lnTo>
                <a:lnTo>
                  <a:pt x="426001" y="128787"/>
                </a:lnTo>
                <a:lnTo>
                  <a:pt x="426597" y="128399"/>
                </a:lnTo>
                <a:lnTo>
                  <a:pt x="427182" y="127999"/>
                </a:lnTo>
                <a:lnTo>
                  <a:pt x="427754" y="127586"/>
                </a:lnTo>
                <a:lnTo>
                  <a:pt x="428314" y="127160"/>
                </a:lnTo>
                <a:lnTo>
                  <a:pt x="428862" y="126721"/>
                </a:lnTo>
                <a:lnTo>
                  <a:pt x="429398" y="126269"/>
                </a:lnTo>
                <a:lnTo>
                  <a:pt x="429922" y="125804"/>
                </a:lnTo>
                <a:lnTo>
                  <a:pt x="430434" y="125326"/>
                </a:lnTo>
                <a:lnTo>
                  <a:pt x="430934" y="124836"/>
                </a:lnTo>
                <a:lnTo>
                  <a:pt x="431422" y="124332"/>
                </a:lnTo>
                <a:lnTo>
                  <a:pt x="431898" y="123816"/>
                </a:lnTo>
                <a:lnTo>
                  <a:pt x="432361" y="123286"/>
                </a:lnTo>
                <a:lnTo>
                  <a:pt x="432813" y="122744"/>
                </a:lnTo>
                <a:lnTo>
                  <a:pt x="433252" y="122189"/>
                </a:lnTo>
                <a:lnTo>
                  <a:pt x="433680" y="121621"/>
                </a:lnTo>
                <a:lnTo>
                  <a:pt x="434095" y="121040"/>
                </a:lnTo>
                <a:lnTo>
                  <a:pt x="434498" y="120447"/>
                </a:lnTo>
                <a:lnTo>
                  <a:pt x="434890" y="119840"/>
                </a:lnTo>
                <a:lnTo>
                  <a:pt x="435269" y="119221"/>
                </a:lnTo>
                <a:lnTo>
                  <a:pt x="435636" y="118588"/>
                </a:lnTo>
                <a:lnTo>
                  <a:pt x="435991" y="117943"/>
                </a:lnTo>
                <a:lnTo>
                  <a:pt x="436333" y="117286"/>
                </a:lnTo>
                <a:lnTo>
                  <a:pt x="436660" y="116618"/>
                </a:lnTo>
                <a:lnTo>
                  <a:pt x="436972" y="115940"/>
                </a:lnTo>
                <a:lnTo>
                  <a:pt x="437270" y="115250"/>
                </a:lnTo>
                <a:lnTo>
                  <a:pt x="437554" y="114551"/>
                </a:lnTo>
                <a:lnTo>
                  <a:pt x="437823" y="113840"/>
                </a:lnTo>
                <a:lnTo>
                  <a:pt x="438077" y="113119"/>
                </a:lnTo>
                <a:lnTo>
                  <a:pt x="438317" y="112387"/>
                </a:lnTo>
                <a:lnTo>
                  <a:pt x="438543" y="111644"/>
                </a:lnTo>
                <a:lnTo>
                  <a:pt x="438754" y="110891"/>
                </a:lnTo>
                <a:lnTo>
                  <a:pt x="438950" y="110127"/>
                </a:lnTo>
                <a:lnTo>
                  <a:pt x="439132" y="109352"/>
                </a:lnTo>
                <a:lnTo>
                  <a:pt x="439299" y="108566"/>
                </a:lnTo>
                <a:lnTo>
                  <a:pt x="439451" y="107770"/>
                </a:lnTo>
                <a:lnTo>
                  <a:pt x="439590" y="106963"/>
                </a:lnTo>
                <a:lnTo>
                  <a:pt x="439713" y="106146"/>
                </a:lnTo>
                <a:lnTo>
                  <a:pt x="439822" y="105318"/>
                </a:lnTo>
                <a:lnTo>
                  <a:pt x="439917" y="104479"/>
                </a:lnTo>
                <a:lnTo>
                  <a:pt x="439997" y="103629"/>
                </a:lnTo>
                <a:lnTo>
                  <a:pt x="440062" y="102769"/>
                </a:lnTo>
                <a:lnTo>
                  <a:pt x="440113" y="101898"/>
                </a:lnTo>
                <a:lnTo>
                  <a:pt x="440149" y="101016"/>
                </a:lnTo>
                <a:lnTo>
                  <a:pt x="440171" y="100124"/>
                </a:lnTo>
                <a:lnTo>
                  <a:pt x="440179" y="99220"/>
                </a:lnTo>
                <a:lnTo>
                  <a:pt x="440179" y="79314"/>
                </a:lnTo>
                <a:lnTo>
                  <a:pt x="440171" y="78398"/>
                </a:lnTo>
                <a:lnTo>
                  <a:pt x="440149" y="77494"/>
                </a:lnTo>
                <a:lnTo>
                  <a:pt x="440113" y="76601"/>
                </a:lnTo>
                <a:lnTo>
                  <a:pt x="440062" y="75719"/>
                </a:lnTo>
                <a:lnTo>
                  <a:pt x="439997" y="74849"/>
                </a:lnTo>
                <a:lnTo>
                  <a:pt x="439917" y="73991"/>
                </a:lnTo>
                <a:lnTo>
                  <a:pt x="439822" y="73144"/>
                </a:lnTo>
                <a:lnTo>
                  <a:pt x="439713" y="72309"/>
                </a:lnTo>
                <a:lnTo>
                  <a:pt x="439590" y="71485"/>
                </a:lnTo>
                <a:lnTo>
                  <a:pt x="439451" y="70673"/>
                </a:lnTo>
                <a:lnTo>
                  <a:pt x="439299" y="69872"/>
                </a:lnTo>
                <a:lnTo>
                  <a:pt x="439132" y="69083"/>
                </a:lnTo>
                <a:lnTo>
                  <a:pt x="438950" y="68305"/>
                </a:lnTo>
                <a:lnTo>
                  <a:pt x="438754" y="67539"/>
                </a:lnTo>
                <a:lnTo>
                  <a:pt x="438543" y="66785"/>
                </a:lnTo>
                <a:lnTo>
                  <a:pt x="438317" y="66042"/>
                </a:lnTo>
                <a:lnTo>
                  <a:pt x="438077" y="65310"/>
                </a:lnTo>
                <a:lnTo>
                  <a:pt x="437823" y="64590"/>
                </a:lnTo>
                <a:lnTo>
                  <a:pt x="437554" y="63882"/>
                </a:lnTo>
                <a:lnTo>
                  <a:pt x="437270" y="63185"/>
                </a:lnTo>
                <a:lnTo>
                  <a:pt x="436972" y="62499"/>
                </a:lnTo>
                <a:lnTo>
                  <a:pt x="436660" y="61825"/>
                </a:lnTo>
                <a:lnTo>
                  <a:pt x="436333" y="61163"/>
                </a:lnTo>
                <a:lnTo>
                  <a:pt x="435991" y="60512"/>
                </a:lnTo>
                <a:lnTo>
                  <a:pt x="435636" y="59873"/>
                </a:lnTo>
                <a:lnTo>
                  <a:pt x="435269" y="59247"/>
                </a:lnTo>
                <a:lnTo>
                  <a:pt x="434891" y="58633"/>
                </a:lnTo>
                <a:lnTo>
                  <a:pt x="434501" y="58033"/>
                </a:lnTo>
                <a:lnTo>
                  <a:pt x="434099" y="57444"/>
                </a:lnTo>
                <a:lnTo>
                  <a:pt x="433685" y="56868"/>
                </a:lnTo>
                <a:lnTo>
                  <a:pt x="433259" y="56305"/>
                </a:lnTo>
                <a:lnTo>
                  <a:pt x="432822" y="55755"/>
                </a:lnTo>
                <a:lnTo>
                  <a:pt x="432372" y="55217"/>
                </a:lnTo>
                <a:lnTo>
                  <a:pt x="431911" y="54692"/>
                </a:lnTo>
                <a:lnTo>
                  <a:pt x="431439" y="54179"/>
                </a:lnTo>
                <a:lnTo>
                  <a:pt x="430954" y="53679"/>
                </a:lnTo>
                <a:lnTo>
                  <a:pt x="430458" y="53192"/>
                </a:lnTo>
                <a:lnTo>
                  <a:pt x="429949" y="52717"/>
                </a:lnTo>
                <a:lnTo>
                  <a:pt x="429429" y="52255"/>
                </a:lnTo>
                <a:lnTo>
                  <a:pt x="428898" y="51805"/>
                </a:lnTo>
                <a:lnTo>
                  <a:pt x="428354" y="51368"/>
                </a:lnTo>
                <a:lnTo>
                  <a:pt x="427799" y="50944"/>
                </a:lnTo>
                <a:lnTo>
                  <a:pt x="427232" y="50532"/>
                </a:lnTo>
                <a:lnTo>
                  <a:pt x="426653" y="50133"/>
                </a:lnTo>
                <a:lnTo>
                  <a:pt x="426062" y="49747"/>
                </a:lnTo>
                <a:lnTo>
                  <a:pt x="425459" y="49373"/>
                </a:lnTo>
                <a:lnTo>
                  <a:pt x="424845" y="49011"/>
                </a:lnTo>
                <a:lnTo>
                  <a:pt x="424219" y="48663"/>
                </a:lnTo>
                <a:lnTo>
                  <a:pt x="423582" y="48328"/>
                </a:lnTo>
                <a:lnTo>
                  <a:pt x="422934" y="48007"/>
                </a:lnTo>
                <a:lnTo>
                  <a:pt x="422276" y="47700"/>
                </a:lnTo>
                <a:lnTo>
                  <a:pt x="421608" y="47407"/>
                </a:lnTo>
                <a:lnTo>
                  <a:pt x="420929" y="47129"/>
                </a:lnTo>
                <a:lnTo>
                  <a:pt x="420240" y="46865"/>
                </a:lnTo>
                <a:lnTo>
                  <a:pt x="419540" y="46616"/>
                </a:lnTo>
                <a:lnTo>
                  <a:pt x="418830" y="46380"/>
                </a:lnTo>
                <a:lnTo>
                  <a:pt x="418110" y="46159"/>
                </a:lnTo>
                <a:lnTo>
                  <a:pt x="417379" y="45953"/>
                </a:lnTo>
                <a:lnTo>
                  <a:pt x="416638" y="45760"/>
                </a:lnTo>
                <a:lnTo>
                  <a:pt x="415886" y="45582"/>
                </a:lnTo>
                <a:lnTo>
                  <a:pt x="415124" y="45418"/>
                </a:lnTo>
                <a:lnTo>
                  <a:pt x="414351" y="45268"/>
                </a:lnTo>
                <a:lnTo>
                  <a:pt x="413568" y="45132"/>
                </a:lnTo>
                <a:lnTo>
                  <a:pt x="412774" y="45011"/>
                </a:lnTo>
                <a:lnTo>
                  <a:pt x="411970" y="44904"/>
                </a:lnTo>
                <a:lnTo>
                  <a:pt x="411156" y="44811"/>
                </a:lnTo>
                <a:lnTo>
                  <a:pt x="410331" y="44733"/>
                </a:lnTo>
                <a:lnTo>
                  <a:pt x="409496" y="44669"/>
                </a:lnTo>
                <a:lnTo>
                  <a:pt x="408650" y="44619"/>
                </a:lnTo>
                <a:lnTo>
                  <a:pt x="407794" y="44583"/>
                </a:lnTo>
                <a:lnTo>
                  <a:pt x="406928" y="44562"/>
                </a:lnTo>
                <a:lnTo>
                  <a:pt x="406051" y="44555"/>
                </a:lnTo>
                <a:lnTo>
                  <a:pt x="405186" y="44562"/>
                </a:lnTo>
                <a:lnTo>
                  <a:pt x="404332" y="44583"/>
                </a:lnTo>
                <a:lnTo>
                  <a:pt x="403487" y="44619"/>
                </a:lnTo>
                <a:lnTo>
                  <a:pt x="402651" y="44669"/>
                </a:lnTo>
                <a:lnTo>
                  <a:pt x="401825" y="44733"/>
                </a:lnTo>
                <a:lnTo>
                  <a:pt x="401009" y="44811"/>
                </a:lnTo>
                <a:lnTo>
                  <a:pt x="400202" y="44904"/>
                </a:lnTo>
                <a:lnTo>
                  <a:pt x="399405" y="45011"/>
                </a:lnTo>
                <a:lnTo>
                  <a:pt x="398618" y="45132"/>
                </a:lnTo>
                <a:lnTo>
                  <a:pt x="397840" y="45268"/>
                </a:lnTo>
                <a:lnTo>
                  <a:pt x="397071" y="45418"/>
                </a:lnTo>
                <a:lnTo>
                  <a:pt x="396313" y="45582"/>
                </a:lnTo>
                <a:lnTo>
                  <a:pt x="395564" y="45760"/>
                </a:lnTo>
                <a:lnTo>
                  <a:pt x="394824" y="45953"/>
                </a:lnTo>
                <a:lnTo>
                  <a:pt x="394094" y="46159"/>
                </a:lnTo>
                <a:lnTo>
                  <a:pt x="393374" y="46380"/>
                </a:lnTo>
                <a:lnTo>
                  <a:pt x="392663" y="46616"/>
                </a:lnTo>
                <a:lnTo>
                  <a:pt x="391962" y="46865"/>
                </a:lnTo>
                <a:lnTo>
                  <a:pt x="391271" y="47129"/>
                </a:lnTo>
                <a:lnTo>
                  <a:pt x="390589" y="47407"/>
                </a:lnTo>
                <a:lnTo>
                  <a:pt x="389917" y="47700"/>
                </a:lnTo>
                <a:lnTo>
                  <a:pt x="389254" y="48007"/>
                </a:lnTo>
                <a:lnTo>
                  <a:pt x="388601" y="48328"/>
                </a:lnTo>
                <a:lnTo>
                  <a:pt x="387957" y="48663"/>
                </a:lnTo>
                <a:lnTo>
                  <a:pt x="387325" y="49011"/>
                </a:lnTo>
                <a:lnTo>
                  <a:pt x="386705" y="49373"/>
                </a:lnTo>
                <a:lnTo>
                  <a:pt x="386096" y="49747"/>
                </a:lnTo>
                <a:lnTo>
                  <a:pt x="385500" y="50133"/>
                </a:lnTo>
                <a:lnTo>
                  <a:pt x="384916" y="50532"/>
                </a:lnTo>
                <a:lnTo>
                  <a:pt x="384344" y="50944"/>
                </a:lnTo>
                <a:lnTo>
                  <a:pt x="383784" y="51368"/>
                </a:lnTo>
                <a:lnTo>
                  <a:pt x="383236" y="51805"/>
                </a:lnTo>
                <a:lnTo>
                  <a:pt x="382700" y="52255"/>
                </a:lnTo>
                <a:lnTo>
                  <a:pt x="382176" y="52717"/>
                </a:lnTo>
                <a:lnTo>
                  <a:pt x="381664" y="53192"/>
                </a:lnTo>
                <a:lnTo>
                  <a:pt x="381164" y="53679"/>
                </a:lnTo>
                <a:lnTo>
                  <a:pt x="380677" y="54179"/>
                </a:lnTo>
                <a:lnTo>
                  <a:pt x="380201" y="54692"/>
                </a:lnTo>
                <a:lnTo>
                  <a:pt x="379737" y="55217"/>
                </a:lnTo>
                <a:lnTo>
                  <a:pt x="379286" y="55755"/>
                </a:lnTo>
                <a:lnTo>
                  <a:pt x="378846" y="56305"/>
                </a:lnTo>
                <a:lnTo>
                  <a:pt x="378419" y="56868"/>
                </a:lnTo>
                <a:lnTo>
                  <a:pt x="378004" y="57444"/>
                </a:lnTo>
                <a:lnTo>
                  <a:pt x="377601" y="58033"/>
                </a:lnTo>
                <a:lnTo>
                  <a:pt x="377209" y="58633"/>
                </a:lnTo>
                <a:lnTo>
                  <a:pt x="376830" y="59247"/>
                </a:lnTo>
                <a:lnTo>
                  <a:pt x="376463" y="59873"/>
                </a:lnTo>
                <a:lnTo>
                  <a:pt x="376108" y="60512"/>
                </a:lnTo>
                <a:lnTo>
                  <a:pt x="375767" y="61163"/>
                </a:lnTo>
                <a:lnTo>
                  <a:pt x="375440" y="61825"/>
                </a:lnTo>
                <a:lnTo>
                  <a:pt x="375127" y="62499"/>
                </a:lnTo>
                <a:lnTo>
                  <a:pt x="374829" y="63185"/>
                </a:lnTo>
                <a:lnTo>
                  <a:pt x="374546" y="63882"/>
                </a:lnTo>
                <a:lnTo>
                  <a:pt x="374277" y="64590"/>
                </a:lnTo>
                <a:lnTo>
                  <a:pt x="374023" y="65310"/>
                </a:lnTo>
                <a:lnTo>
                  <a:pt x="373783" y="66042"/>
                </a:lnTo>
                <a:lnTo>
                  <a:pt x="373558" y="66785"/>
                </a:lnTo>
                <a:lnTo>
                  <a:pt x="373347" y="67539"/>
                </a:lnTo>
                <a:lnTo>
                  <a:pt x="373151" y="68305"/>
                </a:lnTo>
                <a:lnTo>
                  <a:pt x="372969" y="69083"/>
                </a:lnTo>
                <a:lnTo>
                  <a:pt x="372802" y="69872"/>
                </a:lnTo>
                <a:lnTo>
                  <a:pt x="372650" y="70673"/>
                </a:lnTo>
                <a:lnTo>
                  <a:pt x="372511" y="71485"/>
                </a:lnTo>
                <a:lnTo>
                  <a:pt x="372388" y="72309"/>
                </a:lnTo>
                <a:lnTo>
                  <a:pt x="372279" y="73144"/>
                </a:lnTo>
                <a:lnTo>
                  <a:pt x="372185" y="73991"/>
                </a:lnTo>
                <a:lnTo>
                  <a:pt x="372105" y="74849"/>
                </a:lnTo>
                <a:lnTo>
                  <a:pt x="372039" y="75719"/>
                </a:lnTo>
                <a:lnTo>
                  <a:pt x="371988" y="76601"/>
                </a:lnTo>
                <a:lnTo>
                  <a:pt x="371952" y="77494"/>
                </a:lnTo>
                <a:lnTo>
                  <a:pt x="371930" y="78398"/>
                </a:lnTo>
                <a:lnTo>
                  <a:pt x="371923" y="79314"/>
                </a:lnTo>
                <a:lnTo>
                  <a:pt x="371923" y="99220"/>
                </a:lnTo>
                <a:lnTo>
                  <a:pt x="371930" y="100124"/>
                </a:lnTo>
                <a:lnTo>
                  <a:pt x="371952" y="101016"/>
                </a:lnTo>
                <a:lnTo>
                  <a:pt x="371988" y="101898"/>
                </a:lnTo>
                <a:lnTo>
                  <a:pt x="372039" y="102769"/>
                </a:lnTo>
                <a:lnTo>
                  <a:pt x="372105" y="103629"/>
                </a:lnTo>
                <a:lnTo>
                  <a:pt x="372185" y="104479"/>
                </a:lnTo>
                <a:lnTo>
                  <a:pt x="372279" y="105318"/>
                </a:lnTo>
                <a:lnTo>
                  <a:pt x="372388" y="106146"/>
                </a:lnTo>
                <a:lnTo>
                  <a:pt x="372511" y="106963"/>
                </a:lnTo>
                <a:lnTo>
                  <a:pt x="372650" y="107770"/>
                </a:lnTo>
                <a:lnTo>
                  <a:pt x="372802" y="108566"/>
                </a:lnTo>
                <a:lnTo>
                  <a:pt x="372969" y="109352"/>
                </a:lnTo>
                <a:lnTo>
                  <a:pt x="373151" y="110127"/>
                </a:lnTo>
                <a:lnTo>
                  <a:pt x="373347" y="110891"/>
                </a:lnTo>
                <a:lnTo>
                  <a:pt x="373558" y="111644"/>
                </a:lnTo>
                <a:lnTo>
                  <a:pt x="373783" y="112387"/>
                </a:lnTo>
                <a:lnTo>
                  <a:pt x="374023" y="113119"/>
                </a:lnTo>
                <a:lnTo>
                  <a:pt x="374277" y="113840"/>
                </a:lnTo>
                <a:lnTo>
                  <a:pt x="374546" y="114551"/>
                </a:lnTo>
                <a:lnTo>
                  <a:pt x="374829" y="115250"/>
                </a:lnTo>
                <a:lnTo>
                  <a:pt x="375127" y="115940"/>
                </a:lnTo>
                <a:lnTo>
                  <a:pt x="375440" y="116618"/>
                </a:lnTo>
                <a:lnTo>
                  <a:pt x="375767" y="117286"/>
                </a:lnTo>
                <a:lnTo>
                  <a:pt x="376108" y="117943"/>
                </a:lnTo>
                <a:lnTo>
                  <a:pt x="376463" y="118588"/>
                </a:lnTo>
                <a:lnTo>
                  <a:pt x="376830" y="119221"/>
                </a:lnTo>
                <a:lnTo>
                  <a:pt x="377209" y="119840"/>
                </a:lnTo>
                <a:lnTo>
                  <a:pt x="377601" y="120447"/>
                </a:lnTo>
                <a:lnTo>
                  <a:pt x="378004" y="121040"/>
                </a:lnTo>
                <a:lnTo>
                  <a:pt x="378419" y="121621"/>
                </a:lnTo>
                <a:lnTo>
                  <a:pt x="378846" y="122189"/>
                </a:lnTo>
                <a:lnTo>
                  <a:pt x="379286" y="122744"/>
                </a:lnTo>
                <a:lnTo>
                  <a:pt x="379737" y="123286"/>
                </a:lnTo>
                <a:lnTo>
                  <a:pt x="380201" y="123816"/>
                </a:lnTo>
                <a:lnTo>
                  <a:pt x="380677" y="124332"/>
                </a:lnTo>
                <a:lnTo>
                  <a:pt x="381164" y="124836"/>
                </a:lnTo>
                <a:lnTo>
                  <a:pt x="381664" y="125326"/>
                </a:lnTo>
                <a:lnTo>
                  <a:pt x="382176" y="125804"/>
                </a:lnTo>
                <a:lnTo>
                  <a:pt x="382700" y="126269"/>
                </a:lnTo>
                <a:lnTo>
                  <a:pt x="383236" y="126721"/>
                </a:lnTo>
                <a:lnTo>
                  <a:pt x="383784" y="127160"/>
                </a:lnTo>
                <a:lnTo>
                  <a:pt x="384344" y="127586"/>
                </a:lnTo>
                <a:lnTo>
                  <a:pt x="384916" y="127999"/>
                </a:lnTo>
                <a:lnTo>
                  <a:pt x="385500" y="128399"/>
                </a:lnTo>
                <a:lnTo>
                  <a:pt x="386096" y="128787"/>
                </a:lnTo>
                <a:lnTo>
                  <a:pt x="386705" y="129161"/>
                </a:lnTo>
                <a:lnTo>
                  <a:pt x="387325" y="129523"/>
                </a:lnTo>
                <a:lnTo>
                  <a:pt x="387957" y="129872"/>
                </a:lnTo>
                <a:lnTo>
                  <a:pt x="388601" y="130207"/>
                </a:lnTo>
                <a:lnTo>
                  <a:pt x="389254" y="130528"/>
                </a:lnTo>
                <a:lnTo>
                  <a:pt x="389917" y="130835"/>
                </a:lnTo>
                <a:lnTo>
                  <a:pt x="390589" y="131127"/>
                </a:lnTo>
                <a:lnTo>
                  <a:pt x="391271" y="131405"/>
                </a:lnTo>
                <a:lnTo>
                  <a:pt x="391962" y="131669"/>
                </a:lnTo>
                <a:lnTo>
                  <a:pt x="392663" y="131919"/>
                </a:lnTo>
                <a:lnTo>
                  <a:pt x="393374" y="132154"/>
                </a:lnTo>
                <a:lnTo>
                  <a:pt x="394094" y="132375"/>
                </a:lnTo>
                <a:lnTo>
                  <a:pt x="394824" y="132582"/>
                </a:lnTo>
                <a:lnTo>
                  <a:pt x="395564" y="132774"/>
                </a:lnTo>
                <a:lnTo>
                  <a:pt x="396313" y="132953"/>
                </a:lnTo>
                <a:lnTo>
                  <a:pt x="397071" y="133117"/>
                </a:lnTo>
                <a:lnTo>
                  <a:pt x="397840" y="133267"/>
                </a:lnTo>
                <a:lnTo>
                  <a:pt x="398618" y="133402"/>
                </a:lnTo>
                <a:lnTo>
                  <a:pt x="399405" y="133523"/>
                </a:lnTo>
                <a:lnTo>
                  <a:pt x="400202" y="133630"/>
                </a:lnTo>
                <a:lnTo>
                  <a:pt x="401009" y="133723"/>
                </a:lnTo>
                <a:lnTo>
                  <a:pt x="401825" y="133802"/>
                </a:lnTo>
                <a:lnTo>
                  <a:pt x="402651" y="133866"/>
                </a:lnTo>
                <a:lnTo>
                  <a:pt x="403487" y="133916"/>
                </a:lnTo>
                <a:lnTo>
                  <a:pt x="404332" y="133951"/>
                </a:lnTo>
                <a:lnTo>
                  <a:pt x="405186" y="133973"/>
                </a:lnTo>
                <a:lnTo>
                  <a:pt x="406051" y="133980"/>
                </a:lnTo>
                <a:lnTo>
                  <a:pt x="406915" y="133973"/>
                </a:lnTo>
                <a:lnTo>
                  <a:pt x="407769" y="133951"/>
                </a:lnTo>
                <a:lnTo>
                  <a:pt x="408614" y="133916"/>
                </a:lnTo>
                <a:lnTo>
                  <a:pt x="409450" y="133866"/>
                </a:lnTo>
                <a:lnTo>
                  <a:pt x="410275" y="133802"/>
                </a:lnTo>
                <a:close/>
                <a:moveTo>
                  <a:pt x="402397" y="121114"/>
                </a:moveTo>
                <a:lnTo>
                  <a:pt x="401706" y="121014"/>
                </a:lnTo>
                <a:lnTo>
                  <a:pt x="401028" y="120896"/>
                </a:lnTo>
                <a:lnTo>
                  <a:pt x="400363" y="120761"/>
                </a:lnTo>
                <a:lnTo>
                  <a:pt x="399711" y="120607"/>
                </a:lnTo>
                <a:lnTo>
                  <a:pt x="399072" y="120435"/>
                </a:lnTo>
                <a:lnTo>
                  <a:pt x="398447" y="120245"/>
                </a:lnTo>
                <a:lnTo>
                  <a:pt x="397835" y="120037"/>
                </a:lnTo>
                <a:lnTo>
                  <a:pt x="397235" y="119811"/>
                </a:lnTo>
                <a:lnTo>
                  <a:pt x="396649" y="119566"/>
                </a:lnTo>
                <a:lnTo>
                  <a:pt x="396077" y="119304"/>
                </a:lnTo>
                <a:lnTo>
                  <a:pt x="395517" y="119023"/>
                </a:lnTo>
                <a:lnTo>
                  <a:pt x="394970" y="118725"/>
                </a:lnTo>
                <a:lnTo>
                  <a:pt x="394437" y="118408"/>
                </a:lnTo>
                <a:lnTo>
                  <a:pt x="393917" y="118073"/>
                </a:lnTo>
                <a:lnTo>
                  <a:pt x="393410" y="117720"/>
                </a:lnTo>
                <a:lnTo>
                  <a:pt x="392916" y="117349"/>
                </a:lnTo>
                <a:lnTo>
                  <a:pt x="392435" y="116960"/>
                </a:lnTo>
                <a:lnTo>
                  <a:pt x="391968" y="116553"/>
                </a:lnTo>
                <a:lnTo>
                  <a:pt x="391513" y="116128"/>
                </a:lnTo>
                <a:lnTo>
                  <a:pt x="391075" y="115685"/>
                </a:lnTo>
                <a:lnTo>
                  <a:pt x="390655" y="115224"/>
                </a:lnTo>
                <a:lnTo>
                  <a:pt x="390254" y="114747"/>
                </a:lnTo>
                <a:lnTo>
                  <a:pt x="389872" y="114253"/>
                </a:lnTo>
                <a:lnTo>
                  <a:pt x="389508" y="113742"/>
                </a:lnTo>
                <a:lnTo>
                  <a:pt x="389163" y="113214"/>
                </a:lnTo>
                <a:lnTo>
                  <a:pt x="388837" y="112669"/>
                </a:lnTo>
                <a:lnTo>
                  <a:pt x="388529" y="112107"/>
                </a:lnTo>
                <a:lnTo>
                  <a:pt x="388240" y="111528"/>
                </a:lnTo>
                <a:lnTo>
                  <a:pt x="387970" y="110932"/>
                </a:lnTo>
                <a:lnTo>
                  <a:pt x="387718" y="110319"/>
                </a:lnTo>
                <a:lnTo>
                  <a:pt x="387485" y="109689"/>
                </a:lnTo>
                <a:lnTo>
                  <a:pt x="387270" y="109042"/>
                </a:lnTo>
                <a:lnTo>
                  <a:pt x="387075" y="108378"/>
                </a:lnTo>
                <a:lnTo>
                  <a:pt x="386897" y="107697"/>
                </a:lnTo>
                <a:lnTo>
                  <a:pt x="386739" y="106999"/>
                </a:lnTo>
                <a:lnTo>
                  <a:pt x="386599" y="106283"/>
                </a:lnTo>
                <a:lnTo>
                  <a:pt x="386478" y="105551"/>
                </a:lnTo>
                <a:lnTo>
                  <a:pt x="386375" y="104802"/>
                </a:lnTo>
                <a:lnTo>
                  <a:pt x="386291" y="104036"/>
                </a:lnTo>
                <a:lnTo>
                  <a:pt x="386226" y="103253"/>
                </a:lnTo>
                <a:lnTo>
                  <a:pt x="386179" y="102453"/>
                </a:lnTo>
                <a:lnTo>
                  <a:pt x="386151" y="101636"/>
                </a:lnTo>
                <a:lnTo>
                  <a:pt x="386142" y="100802"/>
                </a:lnTo>
                <a:lnTo>
                  <a:pt x="386142" y="77733"/>
                </a:lnTo>
                <a:lnTo>
                  <a:pt x="386151" y="76899"/>
                </a:lnTo>
                <a:lnTo>
                  <a:pt x="386179" y="76081"/>
                </a:lnTo>
                <a:lnTo>
                  <a:pt x="386226" y="75281"/>
                </a:lnTo>
                <a:lnTo>
                  <a:pt x="386291" y="74498"/>
                </a:lnTo>
                <a:lnTo>
                  <a:pt x="386375" y="73732"/>
                </a:lnTo>
                <a:lnTo>
                  <a:pt x="386478" y="72983"/>
                </a:lnTo>
                <a:lnTo>
                  <a:pt x="386599" y="72251"/>
                </a:lnTo>
                <a:lnTo>
                  <a:pt x="386739" y="71536"/>
                </a:lnTo>
                <a:lnTo>
                  <a:pt x="386897" y="70838"/>
                </a:lnTo>
                <a:lnTo>
                  <a:pt x="387075" y="70157"/>
                </a:lnTo>
                <a:lnTo>
                  <a:pt x="387270" y="69493"/>
                </a:lnTo>
                <a:lnTo>
                  <a:pt x="387485" y="68846"/>
                </a:lnTo>
                <a:lnTo>
                  <a:pt x="387718" y="68216"/>
                </a:lnTo>
                <a:lnTo>
                  <a:pt x="387970" y="67603"/>
                </a:lnTo>
                <a:lnTo>
                  <a:pt x="388240" y="67007"/>
                </a:lnTo>
                <a:lnTo>
                  <a:pt x="388529" y="66428"/>
                </a:lnTo>
                <a:lnTo>
                  <a:pt x="388837" y="65867"/>
                </a:lnTo>
                <a:lnTo>
                  <a:pt x="389163" y="65322"/>
                </a:lnTo>
                <a:lnTo>
                  <a:pt x="389508" y="64794"/>
                </a:lnTo>
                <a:lnTo>
                  <a:pt x="389872" y="64283"/>
                </a:lnTo>
                <a:lnTo>
                  <a:pt x="390254" y="63789"/>
                </a:lnTo>
                <a:lnTo>
                  <a:pt x="390655" y="63312"/>
                </a:lnTo>
                <a:lnTo>
                  <a:pt x="391075" y="62852"/>
                </a:lnTo>
                <a:lnTo>
                  <a:pt x="391513" y="62409"/>
                </a:lnTo>
                <a:lnTo>
                  <a:pt x="391968" y="61984"/>
                </a:lnTo>
                <a:lnTo>
                  <a:pt x="392435" y="61576"/>
                </a:lnTo>
                <a:lnTo>
                  <a:pt x="392916" y="61187"/>
                </a:lnTo>
                <a:lnTo>
                  <a:pt x="393410" y="60816"/>
                </a:lnTo>
                <a:lnTo>
                  <a:pt x="393917" y="60463"/>
                </a:lnTo>
                <a:lnTo>
                  <a:pt x="394437" y="60128"/>
                </a:lnTo>
                <a:lnTo>
                  <a:pt x="394970" y="59811"/>
                </a:lnTo>
                <a:lnTo>
                  <a:pt x="395517" y="59512"/>
                </a:lnTo>
                <a:lnTo>
                  <a:pt x="396077" y="59232"/>
                </a:lnTo>
                <a:lnTo>
                  <a:pt x="396649" y="58969"/>
                </a:lnTo>
                <a:lnTo>
                  <a:pt x="397235" y="58725"/>
                </a:lnTo>
                <a:lnTo>
                  <a:pt x="397835" y="58498"/>
                </a:lnTo>
                <a:lnTo>
                  <a:pt x="398447" y="58290"/>
                </a:lnTo>
                <a:lnTo>
                  <a:pt x="399072" y="58100"/>
                </a:lnTo>
                <a:lnTo>
                  <a:pt x="399711" y="57928"/>
                </a:lnTo>
                <a:lnTo>
                  <a:pt x="400363" y="57774"/>
                </a:lnTo>
                <a:lnTo>
                  <a:pt x="401028" y="57638"/>
                </a:lnTo>
                <a:lnTo>
                  <a:pt x="401706" y="57521"/>
                </a:lnTo>
                <a:lnTo>
                  <a:pt x="402397" y="57421"/>
                </a:lnTo>
                <a:lnTo>
                  <a:pt x="403101" y="57340"/>
                </a:lnTo>
                <a:lnTo>
                  <a:pt x="403819" y="57276"/>
                </a:lnTo>
                <a:lnTo>
                  <a:pt x="404550" y="57231"/>
                </a:lnTo>
                <a:lnTo>
                  <a:pt x="405294" y="57204"/>
                </a:lnTo>
                <a:lnTo>
                  <a:pt x="406051" y="57195"/>
                </a:lnTo>
                <a:lnTo>
                  <a:pt x="406820" y="57204"/>
                </a:lnTo>
                <a:lnTo>
                  <a:pt x="407576" y="57231"/>
                </a:lnTo>
                <a:lnTo>
                  <a:pt x="408318" y="57276"/>
                </a:lnTo>
                <a:lnTo>
                  <a:pt x="409046" y="57340"/>
                </a:lnTo>
                <a:lnTo>
                  <a:pt x="409759" y="57421"/>
                </a:lnTo>
                <a:lnTo>
                  <a:pt x="410459" y="57521"/>
                </a:lnTo>
                <a:lnTo>
                  <a:pt x="411145" y="57638"/>
                </a:lnTo>
                <a:lnTo>
                  <a:pt x="411817" y="57774"/>
                </a:lnTo>
                <a:lnTo>
                  <a:pt x="412474" y="57928"/>
                </a:lnTo>
                <a:lnTo>
                  <a:pt x="413118" y="58100"/>
                </a:lnTo>
                <a:lnTo>
                  <a:pt x="413748" y="58290"/>
                </a:lnTo>
                <a:lnTo>
                  <a:pt x="414364" y="58498"/>
                </a:lnTo>
                <a:lnTo>
                  <a:pt x="414966" y="58725"/>
                </a:lnTo>
                <a:lnTo>
                  <a:pt x="415554" y="58969"/>
                </a:lnTo>
                <a:lnTo>
                  <a:pt x="416127" y="59232"/>
                </a:lnTo>
                <a:lnTo>
                  <a:pt x="416687" y="59512"/>
                </a:lnTo>
                <a:lnTo>
                  <a:pt x="417233" y="59811"/>
                </a:lnTo>
                <a:lnTo>
                  <a:pt x="417765" y="60128"/>
                </a:lnTo>
                <a:lnTo>
                  <a:pt x="418283" y="60463"/>
                </a:lnTo>
                <a:lnTo>
                  <a:pt x="418787" y="60816"/>
                </a:lnTo>
                <a:lnTo>
                  <a:pt x="419277" y="61187"/>
                </a:lnTo>
                <a:lnTo>
                  <a:pt x="419753" y="61576"/>
                </a:lnTo>
                <a:lnTo>
                  <a:pt x="420215" y="61984"/>
                </a:lnTo>
                <a:lnTo>
                  <a:pt x="420663" y="62409"/>
                </a:lnTo>
                <a:lnTo>
                  <a:pt x="421095" y="62852"/>
                </a:lnTo>
                <a:lnTo>
                  <a:pt x="421508" y="63312"/>
                </a:lnTo>
                <a:lnTo>
                  <a:pt x="421904" y="63789"/>
                </a:lnTo>
                <a:lnTo>
                  <a:pt x="422280" y="64283"/>
                </a:lnTo>
                <a:lnTo>
                  <a:pt x="422639" y="64794"/>
                </a:lnTo>
                <a:lnTo>
                  <a:pt x="422979" y="65322"/>
                </a:lnTo>
                <a:lnTo>
                  <a:pt x="423301" y="65867"/>
                </a:lnTo>
                <a:lnTo>
                  <a:pt x="423604" y="66428"/>
                </a:lnTo>
                <a:lnTo>
                  <a:pt x="423889" y="67007"/>
                </a:lnTo>
                <a:lnTo>
                  <a:pt x="424155" y="67603"/>
                </a:lnTo>
                <a:lnTo>
                  <a:pt x="424404" y="68216"/>
                </a:lnTo>
                <a:lnTo>
                  <a:pt x="424633" y="68846"/>
                </a:lnTo>
                <a:lnTo>
                  <a:pt x="424845" y="69493"/>
                </a:lnTo>
                <a:lnTo>
                  <a:pt x="425038" y="70157"/>
                </a:lnTo>
                <a:lnTo>
                  <a:pt x="425212" y="70838"/>
                </a:lnTo>
                <a:lnTo>
                  <a:pt x="425369" y="71536"/>
                </a:lnTo>
                <a:lnTo>
                  <a:pt x="425507" y="72251"/>
                </a:lnTo>
                <a:lnTo>
                  <a:pt x="425626" y="72983"/>
                </a:lnTo>
                <a:lnTo>
                  <a:pt x="425727" y="73732"/>
                </a:lnTo>
                <a:lnTo>
                  <a:pt x="425810" y="74498"/>
                </a:lnTo>
                <a:lnTo>
                  <a:pt x="425874" y="75281"/>
                </a:lnTo>
                <a:lnTo>
                  <a:pt x="425920" y="76081"/>
                </a:lnTo>
                <a:lnTo>
                  <a:pt x="425948" y="76899"/>
                </a:lnTo>
                <a:lnTo>
                  <a:pt x="425957" y="77733"/>
                </a:lnTo>
                <a:lnTo>
                  <a:pt x="425957" y="100802"/>
                </a:lnTo>
                <a:lnTo>
                  <a:pt x="425948" y="101636"/>
                </a:lnTo>
                <a:lnTo>
                  <a:pt x="425920" y="102453"/>
                </a:lnTo>
                <a:lnTo>
                  <a:pt x="425874" y="103253"/>
                </a:lnTo>
                <a:lnTo>
                  <a:pt x="425810" y="104036"/>
                </a:lnTo>
                <a:lnTo>
                  <a:pt x="425727" y="104802"/>
                </a:lnTo>
                <a:lnTo>
                  <a:pt x="425626" y="105551"/>
                </a:lnTo>
                <a:lnTo>
                  <a:pt x="425507" y="106283"/>
                </a:lnTo>
                <a:lnTo>
                  <a:pt x="425369" y="106999"/>
                </a:lnTo>
                <a:lnTo>
                  <a:pt x="425212" y="107697"/>
                </a:lnTo>
                <a:lnTo>
                  <a:pt x="425038" y="108378"/>
                </a:lnTo>
                <a:lnTo>
                  <a:pt x="424845" y="109042"/>
                </a:lnTo>
                <a:lnTo>
                  <a:pt x="424633" y="109689"/>
                </a:lnTo>
                <a:lnTo>
                  <a:pt x="424404" y="110319"/>
                </a:lnTo>
                <a:lnTo>
                  <a:pt x="424155" y="110932"/>
                </a:lnTo>
                <a:lnTo>
                  <a:pt x="423889" y="111528"/>
                </a:lnTo>
                <a:lnTo>
                  <a:pt x="423604" y="112107"/>
                </a:lnTo>
                <a:lnTo>
                  <a:pt x="423301" y="112669"/>
                </a:lnTo>
                <a:lnTo>
                  <a:pt x="422979" y="113214"/>
                </a:lnTo>
                <a:lnTo>
                  <a:pt x="422639" y="113742"/>
                </a:lnTo>
                <a:lnTo>
                  <a:pt x="422280" y="114253"/>
                </a:lnTo>
                <a:lnTo>
                  <a:pt x="421904" y="114747"/>
                </a:lnTo>
                <a:lnTo>
                  <a:pt x="421508" y="115224"/>
                </a:lnTo>
                <a:lnTo>
                  <a:pt x="421095" y="115685"/>
                </a:lnTo>
                <a:lnTo>
                  <a:pt x="420663" y="116128"/>
                </a:lnTo>
                <a:lnTo>
                  <a:pt x="420215" y="116553"/>
                </a:lnTo>
                <a:lnTo>
                  <a:pt x="419753" y="116960"/>
                </a:lnTo>
                <a:lnTo>
                  <a:pt x="419277" y="117349"/>
                </a:lnTo>
                <a:lnTo>
                  <a:pt x="418787" y="117720"/>
                </a:lnTo>
                <a:lnTo>
                  <a:pt x="418283" y="118073"/>
                </a:lnTo>
                <a:lnTo>
                  <a:pt x="417765" y="118408"/>
                </a:lnTo>
                <a:lnTo>
                  <a:pt x="417233" y="118725"/>
                </a:lnTo>
                <a:lnTo>
                  <a:pt x="416687" y="119023"/>
                </a:lnTo>
                <a:lnTo>
                  <a:pt x="416127" y="119304"/>
                </a:lnTo>
                <a:lnTo>
                  <a:pt x="415554" y="119566"/>
                </a:lnTo>
                <a:lnTo>
                  <a:pt x="414966" y="119811"/>
                </a:lnTo>
                <a:lnTo>
                  <a:pt x="414364" y="120037"/>
                </a:lnTo>
                <a:lnTo>
                  <a:pt x="413748" y="120245"/>
                </a:lnTo>
                <a:lnTo>
                  <a:pt x="413118" y="120435"/>
                </a:lnTo>
                <a:lnTo>
                  <a:pt x="412474" y="120607"/>
                </a:lnTo>
                <a:lnTo>
                  <a:pt x="411817" y="120761"/>
                </a:lnTo>
                <a:lnTo>
                  <a:pt x="411145" y="120896"/>
                </a:lnTo>
                <a:lnTo>
                  <a:pt x="410459" y="121014"/>
                </a:lnTo>
                <a:lnTo>
                  <a:pt x="409759" y="121114"/>
                </a:lnTo>
                <a:lnTo>
                  <a:pt x="409046" y="121195"/>
                </a:lnTo>
                <a:lnTo>
                  <a:pt x="408318" y="121258"/>
                </a:lnTo>
                <a:lnTo>
                  <a:pt x="407576" y="121304"/>
                </a:lnTo>
                <a:lnTo>
                  <a:pt x="406820" y="121331"/>
                </a:lnTo>
                <a:lnTo>
                  <a:pt x="406051" y="121340"/>
                </a:lnTo>
                <a:lnTo>
                  <a:pt x="405294" y="121331"/>
                </a:lnTo>
                <a:lnTo>
                  <a:pt x="404550" y="121304"/>
                </a:lnTo>
                <a:lnTo>
                  <a:pt x="403819" y="121258"/>
                </a:lnTo>
                <a:lnTo>
                  <a:pt x="403101" y="121195"/>
                </a:lnTo>
                <a:lnTo>
                  <a:pt x="402397" y="121114"/>
                </a:lnTo>
                <a:close/>
                <a:moveTo>
                  <a:pt x="40763" y="133946"/>
                </a:moveTo>
                <a:lnTo>
                  <a:pt x="41904" y="133792"/>
                </a:lnTo>
                <a:lnTo>
                  <a:pt x="43025" y="133610"/>
                </a:lnTo>
                <a:lnTo>
                  <a:pt x="44125" y="133400"/>
                </a:lnTo>
                <a:lnTo>
                  <a:pt x="45206" y="133163"/>
                </a:lnTo>
                <a:lnTo>
                  <a:pt x="46266" y="132897"/>
                </a:lnTo>
                <a:lnTo>
                  <a:pt x="47307" y="132603"/>
                </a:lnTo>
                <a:lnTo>
                  <a:pt x="48328" y="132281"/>
                </a:lnTo>
                <a:lnTo>
                  <a:pt x="49328" y="131932"/>
                </a:lnTo>
                <a:lnTo>
                  <a:pt x="50309" y="131554"/>
                </a:lnTo>
                <a:lnTo>
                  <a:pt x="51269" y="131148"/>
                </a:lnTo>
                <a:lnTo>
                  <a:pt x="52210" y="130715"/>
                </a:lnTo>
                <a:lnTo>
                  <a:pt x="53130" y="130253"/>
                </a:lnTo>
                <a:lnTo>
                  <a:pt x="54030" y="129764"/>
                </a:lnTo>
                <a:lnTo>
                  <a:pt x="54911" y="129246"/>
                </a:lnTo>
                <a:lnTo>
                  <a:pt x="55771" y="128700"/>
                </a:lnTo>
                <a:lnTo>
                  <a:pt x="56612" y="128127"/>
                </a:lnTo>
                <a:lnTo>
                  <a:pt x="57432" y="127525"/>
                </a:lnTo>
                <a:lnTo>
                  <a:pt x="58232" y="126896"/>
                </a:lnTo>
                <a:lnTo>
                  <a:pt x="59012" y="126239"/>
                </a:lnTo>
                <a:lnTo>
                  <a:pt x="59767" y="125557"/>
                </a:lnTo>
                <a:lnTo>
                  <a:pt x="60492" y="124855"/>
                </a:lnTo>
                <a:lnTo>
                  <a:pt x="61186" y="124133"/>
                </a:lnTo>
                <a:lnTo>
                  <a:pt x="61850" y="123391"/>
                </a:lnTo>
                <a:lnTo>
                  <a:pt x="62483" y="122628"/>
                </a:lnTo>
                <a:lnTo>
                  <a:pt x="63086" y="121845"/>
                </a:lnTo>
                <a:lnTo>
                  <a:pt x="63658" y="121041"/>
                </a:lnTo>
                <a:lnTo>
                  <a:pt x="64200" y="120218"/>
                </a:lnTo>
                <a:lnTo>
                  <a:pt x="64711" y="119374"/>
                </a:lnTo>
                <a:lnTo>
                  <a:pt x="65192" y="118509"/>
                </a:lnTo>
                <a:lnTo>
                  <a:pt x="65643" y="117625"/>
                </a:lnTo>
                <a:lnTo>
                  <a:pt x="66063" y="116720"/>
                </a:lnTo>
                <a:lnTo>
                  <a:pt x="66453" y="115795"/>
                </a:lnTo>
                <a:lnTo>
                  <a:pt x="66812" y="114849"/>
                </a:lnTo>
                <a:lnTo>
                  <a:pt x="67140" y="113884"/>
                </a:lnTo>
                <a:lnTo>
                  <a:pt x="67439" y="112898"/>
                </a:lnTo>
                <a:lnTo>
                  <a:pt x="67706" y="111891"/>
                </a:lnTo>
                <a:lnTo>
                  <a:pt x="67944" y="110865"/>
                </a:lnTo>
                <a:lnTo>
                  <a:pt x="68151" y="109818"/>
                </a:lnTo>
                <a:lnTo>
                  <a:pt x="68327" y="108750"/>
                </a:lnTo>
                <a:lnTo>
                  <a:pt x="68473" y="107663"/>
                </a:lnTo>
                <a:lnTo>
                  <a:pt x="68588" y="106555"/>
                </a:lnTo>
                <a:lnTo>
                  <a:pt x="68674" y="105427"/>
                </a:lnTo>
                <a:lnTo>
                  <a:pt x="68728" y="104278"/>
                </a:lnTo>
                <a:lnTo>
                  <a:pt x="54509" y="104278"/>
                </a:lnTo>
                <a:lnTo>
                  <a:pt x="54461" y="104956"/>
                </a:lnTo>
                <a:lnTo>
                  <a:pt x="54397" y="105622"/>
                </a:lnTo>
                <a:lnTo>
                  <a:pt x="54316" y="106275"/>
                </a:lnTo>
                <a:lnTo>
                  <a:pt x="54219" y="106915"/>
                </a:lnTo>
                <a:lnTo>
                  <a:pt x="54105" y="107543"/>
                </a:lnTo>
                <a:lnTo>
                  <a:pt x="53975" y="108158"/>
                </a:lnTo>
                <a:lnTo>
                  <a:pt x="53829" y="108761"/>
                </a:lnTo>
                <a:lnTo>
                  <a:pt x="53666" y="109351"/>
                </a:lnTo>
                <a:lnTo>
                  <a:pt x="53486" y="109928"/>
                </a:lnTo>
                <a:lnTo>
                  <a:pt x="53290" y="110493"/>
                </a:lnTo>
                <a:lnTo>
                  <a:pt x="53078" y="111045"/>
                </a:lnTo>
                <a:lnTo>
                  <a:pt x="52849" y="111584"/>
                </a:lnTo>
                <a:lnTo>
                  <a:pt x="52604" y="112111"/>
                </a:lnTo>
                <a:lnTo>
                  <a:pt x="52342" y="112626"/>
                </a:lnTo>
                <a:lnTo>
                  <a:pt x="52064" y="113127"/>
                </a:lnTo>
                <a:lnTo>
                  <a:pt x="51769" y="113616"/>
                </a:lnTo>
                <a:lnTo>
                  <a:pt x="51458" y="114093"/>
                </a:lnTo>
                <a:lnTo>
                  <a:pt x="51131" y="114557"/>
                </a:lnTo>
                <a:lnTo>
                  <a:pt x="50786" y="115008"/>
                </a:lnTo>
                <a:lnTo>
                  <a:pt x="50426" y="115447"/>
                </a:lnTo>
                <a:lnTo>
                  <a:pt x="50049" y="115873"/>
                </a:lnTo>
                <a:lnTo>
                  <a:pt x="49656" y="116286"/>
                </a:lnTo>
                <a:lnTo>
                  <a:pt x="49246" y="116687"/>
                </a:lnTo>
                <a:lnTo>
                  <a:pt x="48819" y="117075"/>
                </a:lnTo>
                <a:lnTo>
                  <a:pt x="48379" y="117449"/>
                </a:lnTo>
                <a:lnTo>
                  <a:pt x="47925" y="117807"/>
                </a:lnTo>
                <a:lnTo>
                  <a:pt x="47460" y="118149"/>
                </a:lnTo>
                <a:lnTo>
                  <a:pt x="46981" y="118475"/>
                </a:lnTo>
                <a:lnTo>
                  <a:pt x="46490" y="118785"/>
                </a:lnTo>
                <a:lnTo>
                  <a:pt x="45986" y="119079"/>
                </a:lnTo>
                <a:lnTo>
                  <a:pt x="45470" y="119357"/>
                </a:lnTo>
                <a:lnTo>
                  <a:pt x="44941" y="119620"/>
                </a:lnTo>
                <a:lnTo>
                  <a:pt x="44399" y="119866"/>
                </a:lnTo>
                <a:lnTo>
                  <a:pt x="43845" y="120097"/>
                </a:lnTo>
                <a:lnTo>
                  <a:pt x="43278" y="120312"/>
                </a:lnTo>
                <a:lnTo>
                  <a:pt x="42698" y="120510"/>
                </a:lnTo>
                <a:lnTo>
                  <a:pt x="42106" y="120693"/>
                </a:lnTo>
                <a:lnTo>
                  <a:pt x="41501" y="120860"/>
                </a:lnTo>
                <a:lnTo>
                  <a:pt x="40884" y="121011"/>
                </a:lnTo>
                <a:lnTo>
                  <a:pt x="40254" y="121147"/>
                </a:lnTo>
                <a:lnTo>
                  <a:pt x="39611" y="121266"/>
                </a:lnTo>
                <a:lnTo>
                  <a:pt x="38956" y="121369"/>
                </a:lnTo>
                <a:lnTo>
                  <a:pt x="38288" y="121457"/>
                </a:lnTo>
                <a:lnTo>
                  <a:pt x="37608" y="121528"/>
                </a:lnTo>
                <a:lnTo>
                  <a:pt x="36915" y="121584"/>
                </a:lnTo>
                <a:lnTo>
                  <a:pt x="36209" y="121624"/>
                </a:lnTo>
                <a:lnTo>
                  <a:pt x="35490" y="121648"/>
                </a:lnTo>
                <a:lnTo>
                  <a:pt x="34759" y="121656"/>
                </a:lnTo>
                <a:lnTo>
                  <a:pt x="33989" y="121646"/>
                </a:lnTo>
                <a:lnTo>
                  <a:pt x="33231" y="121618"/>
                </a:lnTo>
                <a:lnTo>
                  <a:pt x="32487" y="121572"/>
                </a:lnTo>
                <a:lnTo>
                  <a:pt x="31755" y="121506"/>
                </a:lnTo>
                <a:lnTo>
                  <a:pt x="31036" y="121422"/>
                </a:lnTo>
                <a:lnTo>
                  <a:pt x="30330" y="121320"/>
                </a:lnTo>
                <a:lnTo>
                  <a:pt x="29637" y="121199"/>
                </a:lnTo>
                <a:lnTo>
                  <a:pt x="28957" y="121059"/>
                </a:lnTo>
                <a:lnTo>
                  <a:pt x="28290" y="120900"/>
                </a:lnTo>
                <a:lnTo>
                  <a:pt x="27635" y="120723"/>
                </a:lnTo>
                <a:lnTo>
                  <a:pt x="26994" y="120527"/>
                </a:lnTo>
                <a:lnTo>
                  <a:pt x="26365" y="120313"/>
                </a:lnTo>
                <a:lnTo>
                  <a:pt x="25749" y="120080"/>
                </a:lnTo>
                <a:lnTo>
                  <a:pt x="25146" y="119828"/>
                </a:lnTo>
                <a:lnTo>
                  <a:pt x="24556" y="119557"/>
                </a:lnTo>
                <a:lnTo>
                  <a:pt x="23979" y="119268"/>
                </a:lnTo>
                <a:lnTo>
                  <a:pt x="23415" y="118961"/>
                </a:lnTo>
                <a:lnTo>
                  <a:pt x="22864" y="118634"/>
                </a:lnTo>
                <a:lnTo>
                  <a:pt x="22325" y="118289"/>
                </a:lnTo>
                <a:lnTo>
                  <a:pt x="21800" y="117926"/>
                </a:lnTo>
                <a:lnTo>
                  <a:pt x="21287" y="117543"/>
                </a:lnTo>
                <a:lnTo>
                  <a:pt x="20787" y="117142"/>
                </a:lnTo>
                <a:lnTo>
                  <a:pt x="20301" y="116723"/>
                </a:lnTo>
                <a:lnTo>
                  <a:pt x="19827" y="116284"/>
                </a:lnTo>
                <a:lnTo>
                  <a:pt x="19369" y="115829"/>
                </a:lnTo>
                <a:lnTo>
                  <a:pt x="18931" y="115358"/>
                </a:lnTo>
                <a:lnTo>
                  <a:pt x="18512" y="114872"/>
                </a:lnTo>
                <a:lnTo>
                  <a:pt x="18113" y="114371"/>
                </a:lnTo>
                <a:lnTo>
                  <a:pt x="17734" y="113854"/>
                </a:lnTo>
                <a:lnTo>
                  <a:pt x="17373" y="113322"/>
                </a:lnTo>
                <a:lnTo>
                  <a:pt x="17033" y="112775"/>
                </a:lnTo>
                <a:lnTo>
                  <a:pt x="16711" y="112212"/>
                </a:lnTo>
                <a:lnTo>
                  <a:pt x="16410" y="111634"/>
                </a:lnTo>
                <a:lnTo>
                  <a:pt x="16127" y="111040"/>
                </a:lnTo>
                <a:lnTo>
                  <a:pt x="15864" y="110431"/>
                </a:lnTo>
                <a:lnTo>
                  <a:pt x="15621" y="109807"/>
                </a:lnTo>
                <a:lnTo>
                  <a:pt x="15397" y="109167"/>
                </a:lnTo>
                <a:lnTo>
                  <a:pt x="15193" y="108512"/>
                </a:lnTo>
                <a:lnTo>
                  <a:pt x="15008" y="107842"/>
                </a:lnTo>
                <a:lnTo>
                  <a:pt x="14842" y="107156"/>
                </a:lnTo>
                <a:lnTo>
                  <a:pt x="14696" y="106455"/>
                </a:lnTo>
                <a:lnTo>
                  <a:pt x="14570" y="105739"/>
                </a:lnTo>
                <a:lnTo>
                  <a:pt x="14462" y="105007"/>
                </a:lnTo>
                <a:lnTo>
                  <a:pt x="14375" y="104260"/>
                </a:lnTo>
                <a:lnTo>
                  <a:pt x="14307" y="103497"/>
                </a:lnTo>
                <a:lnTo>
                  <a:pt x="14258" y="102720"/>
                </a:lnTo>
                <a:lnTo>
                  <a:pt x="14229" y="101926"/>
                </a:lnTo>
                <a:lnTo>
                  <a:pt x="14219" y="101118"/>
                </a:lnTo>
                <a:lnTo>
                  <a:pt x="14219" y="77260"/>
                </a:lnTo>
                <a:lnTo>
                  <a:pt x="14229" y="76452"/>
                </a:lnTo>
                <a:lnTo>
                  <a:pt x="14258" y="75659"/>
                </a:lnTo>
                <a:lnTo>
                  <a:pt x="14307" y="74882"/>
                </a:lnTo>
                <a:lnTo>
                  <a:pt x="14375" y="74120"/>
                </a:lnTo>
                <a:lnTo>
                  <a:pt x="14462" y="73374"/>
                </a:lnTo>
                <a:lnTo>
                  <a:pt x="14570" y="72644"/>
                </a:lnTo>
                <a:lnTo>
                  <a:pt x="14696" y="71929"/>
                </a:lnTo>
                <a:lnTo>
                  <a:pt x="14842" y="71230"/>
                </a:lnTo>
                <a:lnTo>
                  <a:pt x="15008" y="70547"/>
                </a:lnTo>
                <a:lnTo>
                  <a:pt x="15193" y="69879"/>
                </a:lnTo>
                <a:lnTo>
                  <a:pt x="15397" y="69227"/>
                </a:lnTo>
                <a:lnTo>
                  <a:pt x="15621" y="68591"/>
                </a:lnTo>
                <a:lnTo>
                  <a:pt x="15864" y="67970"/>
                </a:lnTo>
                <a:lnTo>
                  <a:pt x="16127" y="67365"/>
                </a:lnTo>
                <a:lnTo>
                  <a:pt x="16410" y="66775"/>
                </a:lnTo>
                <a:lnTo>
                  <a:pt x="16711" y="66201"/>
                </a:lnTo>
                <a:lnTo>
                  <a:pt x="17033" y="65643"/>
                </a:lnTo>
                <a:lnTo>
                  <a:pt x="17373" y="65100"/>
                </a:lnTo>
                <a:lnTo>
                  <a:pt x="17734" y="64573"/>
                </a:lnTo>
                <a:lnTo>
                  <a:pt x="18113" y="64062"/>
                </a:lnTo>
                <a:lnTo>
                  <a:pt x="18512" y="63566"/>
                </a:lnTo>
                <a:lnTo>
                  <a:pt x="18931" y="63086"/>
                </a:lnTo>
                <a:lnTo>
                  <a:pt x="19369" y="62622"/>
                </a:lnTo>
                <a:lnTo>
                  <a:pt x="19827" y="62173"/>
                </a:lnTo>
                <a:lnTo>
                  <a:pt x="20301" y="61741"/>
                </a:lnTo>
                <a:lnTo>
                  <a:pt x="20787" y="61327"/>
                </a:lnTo>
                <a:lnTo>
                  <a:pt x="21287" y="60932"/>
                </a:lnTo>
                <a:lnTo>
                  <a:pt x="21800" y="60555"/>
                </a:lnTo>
                <a:lnTo>
                  <a:pt x="22325" y="60197"/>
                </a:lnTo>
                <a:lnTo>
                  <a:pt x="22864" y="59857"/>
                </a:lnTo>
                <a:lnTo>
                  <a:pt x="23415" y="59535"/>
                </a:lnTo>
                <a:lnTo>
                  <a:pt x="23979" y="59232"/>
                </a:lnTo>
                <a:lnTo>
                  <a:pt x="24556" y="58947"/>
                </a:lnTo>
                <a:lnTo>
                  <a:pt x="25146" y="58680"/>
                </a:lnTo>
                <a:lnTo>
                  <a:pt x="25749" y="58432"/>
                </a:lnTo>
                <a:lnTo>
                  <a:pt x="26365" y="58202"/>
                </a:lnTo>
                <a:lnTo>
                  <a:pt x="26994" y="57991"/>
                </a:lnTo>
                <a:lnTo>
                  <a:pt x="27635" y="57798"/>
                </a:lnTo>
                <a:lnTo>
                  <a:pt x="28290" y="57623"/>
                </a:lnTo>
                <a:lnTo>
                  <a:pt x="28957" y="57467"/>
                </a:lnTo>
                <a:lnTo>
                  <a:pt x="29637" y="57329"/>
                </a:lnTo>
                <a:lnTo>
                  <a:pt x="30330" y="57210"/>
                </a:lnTo>
                <a:lnTo>
                  <a:pt x="31036" y="57109"/>
                </a:lnTo>
                <a:lnTo>
                  <a:pt x="31755" y="57026"/>
                </a:lnTo>
                <a:lnTo>
                  <a:pt x="32487" y="56962"/>
                </a:lnTo>
                <a:lnTo>
                  <a:pt x="33231" y="56916"/>
                </a:lnTo>
                <a:lnTo>
                  <a:pt x="33989" y="56888"/>
                </a:lnTo>
                <a:lnTo>
                  <a:pt x="34759" y="56879"/>
                </a:lnTo>
                <a:lnTo>
                  <a:pt x="35490" y="56887"/>
                </a:lnTo>
                <a:lnTo>
                  <a:pt x="36209" y="56910"/>
                </a:lnTo>
                <a:lnTo>
                  <a:pt x="36915" y="56949"/>
                </a:lnTo>
                <a:lnTo>
                  <a:pt x="37608" y="57004"/>
                </a:lnTo>
                <a:lnTo>
                  <a:pt x="38288" y="57074"/>
                </a:lnTo>
                <a:lnTo>
                  <a:pt x="38956" y="57160"/>
                </a:lnTo>
                <a:lnTo>
                  <a:pt x="39611" y="57262"/>
                </a:lnTo>
                <a:lnTo>
                  <a:pt x="40254" y="57379"/>
                </a:lnTo>
                <a:lnTo>
                  <a:pt x="40884" y="57512"/>
                </a:lnTo>
                <a:lnTo>
                  <a:pt x="41501" y="57661"/>
                </a:lnTo>
                <a:lnTo>
                  <a:pt x="42106" y="57825"/>
                </a:lnTo>
                <a:lnTo>
                  <a:pt x="42698" y="58005"/>
                </a:lnTo>
                <a:lnTo>
                  <a:pt x="43278" y="58200"/>
                </a:lnTo>
                <a:lnTo>
                  <a:pt x="43845" y="58411"/>
                </a:lnTo>
                <a:lnTo>
                  <a:pt x="44399" y="58638"/>
                </a:lnTo>
                <a:lnTo>
                  <a:pt x="44941" y="58880"/>
                </a:lnTo>
                <a:lnTo>
                  <a:pt x="45470" y="59138"/>
                </a:lnTo>
                <a:lnTo>
                  <a:pt x="45986" y="59412"/>
                </a:lnTo>
                <a:lnTo>
                  <a:pt x="46490" y="59701"/>
                </a:lnTo>
                <a:lnTo>
                  <a:pt x="46981" y="60006"/>
                </a:lnTo>
                <a:lnTo>
                  <a:pt x="47460" y="60327"/>
                </a:lnTo>
                <a:lnTo>
                  <a:pt x="47925" y="60663"/>
                </a:lnTo>
                <a:lnTo>
                  <a:pt x="48379" y="61015"/>
                </a:lnTo>
                <a:lnTo>
                  <a:pt x="48819" y="61382"/>
                </a:lnTo>
                <a:lnTo>
                  <a:pt x="49246" y="61764"/>
                </a:lnTo>
                <a:lnTo>
                  <a:pt x="49656" y="62159"/>
                </a:lnTo>
                <a:lnTo>
                  <a:pt x="50049" y="62568"/>
                </a:lnTo>
                <a:lnTo>
                  <a:pt x="50426" y="62990"/>
                </a:lnTo>
                <a:lnTo>
                  <a:pt x="50786" y="63426"/>
                </a:lnTo>
                <a:lnTo>
                  <a:pt x="51131" y="63875"/>
                </a:lnTo>
                <a:lnTo>
                  <a:pt x="51458" y="64337"/>
                </a:lnTo>
                <a:lnTo>
                  <a:pt x="51769" y="64813"/>
                </a:lnTo>
                <a:lnTo>
                  <a:pt x="52064" y="65303"/>
                </a:lnTo>
                <a:lnTo>
                  <a:pt x="52342" y="65806"/>
                </a:lnTo>
                <a:lnTo>
                  <a:pt x="52604" y="66322"/>
                </a:lnTo>
                <a:lnTo>
                  <a:pt x="52849" y="66852"/>
                </a:lnTo>
                <a:lnTo>
                  <a:pt x="53078" y="67395"/>
                </a:lnTo>
                <a:lnTo>
                  <a:pt x="53290" y="67952"/>
                </a:lnTo>
                <a:lnTo>
                  <a:pt x="53486" y="68522"/>
                </a:lnTo>
                <a:lnTo>
                  <a:pt x="53666" y="69106"/>
                </a:lnTo>
                <a:lnTo>
                  <a:pt x="53829" y="69703"/>
                </a:lnTo>
                <a:lnTo>
                  <a:pt x="53975" y="70313"/>
                </a:lnTo>
                <a:lnTo>
                  <a:pt x="54105" y="70937"/>
                </a:lnTo>
                <a:lnTo>
                  <a:pt x="54219" y="71574"/>
                </a:lnTo>
                <a:lnTo>
                  <a:pt x="54316" y="72225"/>
                </a:lnTo>
                <a:lnTo>
                  <a:pt x="54397" y="72890"/>
                </a:lnTo>
                <a:lnTo>
                  <a:pt x="54461" y="73567"/>
                </a:lnTo>
                <a:lnTo>
                  <a:pt x="54509" y="74259"/>
                </a:lnTo>
                <a:lnTo>
                  <a:pt x="68728" y="74259"/>
                </a:lnTo>
                <a:lnTo>
                  <a:pt x="68674" y="73110"/>
                </a:lnTo>
                <a:lnTo>
                  <a:pt x="68588" y="71982"/>
                </a:lnTo>
                <a:lnTo>
                  <a:pt x="68473" y="70874"/>
                </a:lnTo>
                <a:lnTo>
                  <a:pt x="68327" y="69787"/>
                </a:lnTo>
                <a:lnTo>
                  <a:pt x="68151" y="68719"/>
                </a:lnTo>
                <a:lnTo>
                  <a:pt x="67944" y="67672"/>
                </a:lnTo>
                <a:lnTo>
                  <a:pt x="67706" y="66646"/>
                </a:lnTo>
                <a:lnTo>
                  <a:pt x="67439" y="65639"/>
                </a:lnTo>
                <a:lnTo>
                  <a:pt x="67140" y="64653"/>
                </a:lnTo>
                <a:lnTo>
                  <a:pt x="66812" y="63687"/>
                </a:lnTo>
                <a:lnTo>
                  <a:pt x="66453" y="62742"/>
                </a:lnTo>
                <a:lnTo>
                  <a:pt x="66063" y="61817"/>
                </a:lnTo>
                <a:lnTo>
                  <a:pt x="65643" y="60912"/>
                </a:lnTo>
                <a:lnTo>
                  <a:pt x="65192" y="60027"/>
                </a:lnTo>
                <a:lnTo>
                  <a:pt x="64711" y="59163"/>
                </a:lnTo>
                <a:lnTo>
                  <a:pt x="64200" y="58319"/>
                </a:lnTo>
                <a:lnTo>
                  <a:pt x="63658" y="57496"/>
                </a:lnTo>
                <a:lnTo>
                  <a:pt x="63086" y="56692"/>
                </a:lnTo>
                <a:lnTo>
                  <a:pt x="62483" y="55909"/>
                </a:lnTo>
                <a:lnTo>
                  <a:pt x="61850" y="55146"/>
                </a:lnTo>
                <a:lnTo>
                  <a:pt x="61186" y="54404"/>
                </a:lnTo>
                <a:lnTo>
                  <a:pt x="60492" y="53682"/>
                </a:lnTo>
                <a:lnTo>
                  <a:pt x="59767" y="52980"/>
                </a:lnTo>
                <a:lnTo>
                  <a:pt x="59012" y="52298"/>
                </a:lnTo>
                <a:lnTo>
                  <a:pt x="58232" y="51641"/>
                </a:lnTo>
                <a:lnTo>
                  <a:pt x="57432" y="51011"/>
                </a:lnTo>
                <a:lnTo>
                  <a:pt x="56612" y="50409"/>
                </a:lnTo>
                <a:lnTo>
                  <a:pt x="55771" y="49836"/>
                </a:lnTo>
                <a:lnTo>
                  <a:pt x="54911" y="49290"/>
                </a:lnTo>
                <a:lnTo>
                  <a:pt x="54030" y="48772"/>
                </a:lnTo>
                <a:lnTo>
                  <a:pt x="53130" y="48283"/>
                </a:lnTo>
                <a:lnTo>
                  <a:pt x="52210" y="47821"/>
                </a:lnTo>
                <a:lnTo>
                  <a:pt x="51269" y="47387"/>
                </a:lnTo>
                <a:lnTo>
                  <a:pt x="50309" y="46981"/>
                </a:lnTo>
                <a:lnTo>
                  <a:pt x="49328" y="46603"/>
                </a:lnTo>
                <a:lnTo>
                  <a:pt x="48328" y="46254"/>
                </a:lnTo>
                <a:lnTo>
                  <a:pt x="47307" y="45932"/>
                </a:lnTo>
                <a:lnTo>
                  <a:pt x="46266" y="45638"/>
                </a:lnTo>
                <a:lnTo>
                  <a:pt x="45206" y="45372"/>
                </a:lnTo>
                <a:lnTo>
                  <a:pt x="44125" y="45134"/>
                </a:lnTo>
                <a:lnTo>
                  <a:pt x="43025" y="44924"/>
                </a:lnTo>
                <a:lnTo>
                  <a:pt x="41904" y="44743"/>
                </a:lnTo>
                <a:lnTo>
                  <a:pt x="40763" y="44589"/>
                </a:lnTo>
                <a:lnTo>
                  <a:pt x="39603" y="44463"/>
                </a:lnTo>
                <a:lnTo>
                  <a:pt x="38422" y="44365"/>
                </a:lnTo>
                <a:lnTo>
                  <a:pt x="37221" y="44295"/>
                </a:lnTo>
                <a:lnTo>
                  <a:pt x="36000" y="44253"/>
                </a:lnTo>
                <a:lnTo>
                  <a:pt x="34759" y="44239"/>
                </a:lnTo>
                <a:lnTo>
                  <a:pt x="33895" y="44246"/>
                </a:lnTo>
                <a:lnTo>
                  <a:pt x="33040" y="44266"/>
                </a:lnTo>
                <a:lnTo>
                  <a:pt x="32193" y="44301"/>
                </a:lnTo>
                <a:lnTo>
                  <a:pt x="31356" y="44349"/>
                </a:lnTo>
                <a:lnTo>
                  <a:pt x="30528" y="44410"/>
                </a:lnTo>
                <a:lnTo>
                  <a:pt x="29709" y="44486"/>
                </a:lnTo>
                <a:lnTo>
                  <a:pt x="28899" y="44575"/>
                </a:lnTo>
                <a:lnTo>
                  <a:pt x="28098" y="44678"/>
                </a:lnTo>
                <a:lnTo>
                  <a:pt x="27306" y="44795"/>
                </a:lnTo>
                <a:lnTo>
                  <a:pt x="26523" y="44925"/>
                </a:lnTo>
                <a:lnTo>
                  <a:pt x="25749" y="45069"/>
                </a:lnTo>
                <a:lnTo>
                  <a:pt x="24984" y="45227"/>
                </a:lnTo>
                <a:lnTo>
                  <a:pt x="24228" y="45398"/>
                </a:lnTo>
                <a:lnTo>
                  <a:pt x="23482" y="45583"/>
                </a:lnTo>
                <a:lnTo>
                  <a:pt x="22744" y="45782"/>
                </a:lnTo>
                <a:lnTo>
                  <a:pt x="22015" y="45995"/>
                </a:lnTo>
                <a:lnTo>
                  <a:pt x="21296" y="46221"/>
                </a:lnTo>
                <a:lnTo>
                  <a:pt x="20585" y="46461"/>
                </a:lnTo>
                <a:lnTo>
                  <a:pt x="19884" y="46715"/>
                </a:lnTo>
                <a:lnTo>
                  <a:pt x="19191" y="46983"/>
                </a:lnTo>
                <a:lnTo>
                  <a:pt x="18508" y="47264"/>
                </a:lnTo>
                <a:lnTo>
                  <a:pt x="17833" y="47559"/>
                </a:lnTo>
                <a:lnTo>
                  <a:pt x="17168" y="47868"/>
                </a:lnTo>
                <a:lnTo>
                  <a:pt x="16512" y="48190"/>
                </a:lnTo>
                <a:lnTo>
                  <a:pt x="15866" y="48525"/>
                </a:lnTo>
                <a:lnTo>
                  <a:pt x="15232" y="48873"/>
                </a:lnTo>
                <a:lnTo>
                  <a:pt x="14611" y="49232"/>
                </a:lnTo>
                <a:lnTo>
                  <a:pt x="14001" y="49603"/>
                </a:lnTo>
                <a:lnTo>
                  <a:pt x="13404" y="49986"/>
                </a:lnTo>
                <a:lnTo>
                  <a:pt x="12819" y="50382"/>
                </a:lnTo>
                <a:lnTo>
                  <a:pt x="12245" y="50789"/>
                </a:lnTo>
                <a:lnTo>
                  <a:pt x="11684" y="51209"/>
                </a:lnTo>
                <a:lnTo>
                  <a:pt x="11135" y="51641"/>
                </a:lnTo>
                <a:lnTo>
                  <a:pt x="10598" y="52085"/>
                </a:lnTo>
                <a:lnTo>
                  <a:pt x="10073" y="52540"/>
                </a:lnTo>
                <a:lnTo>
                  <a:pt x="9560" y="53008"/>
                </a:lnTo>
                <a:lnTo>
                  <a:pt x="9059" y="53488"/>
                </a:lnTo>
                <a:lnTo>
                  <a:pt x="8570" y="53980"/>
                </a:lnTo>
                <a:lnTo>
                  <a:pt x="8093" y="54484"/>
                </a:lnTo>
                <a:lnTo>
                  <a:pt x="7628" y="55001"/>
                </a:lnTo>
                <a:lnTo>
                  <a:pt x="7175" y="55529"/>
                </a:lnTo>
                <a:lnTo>
                  <a:pt x="6735" y="56069"/>
                </a:lnTo>
                <a:lnTo>
                  <a:pt x="6306" y="56622"/>
                </a:lnTo>
                <a:lnTo>
                  <a:pt x="5890" y="57186"/>
                </a:lnTo>
                <a:lnTo>
                  <a:pt x="5485" y="57763"/>
                </a:lnTo>
                <a:lnTo>
                  <a:pt x="5093" y="58351"/>
                </a:lnTo>
                <a:lnTo>
                  <a:pt x="4713" y="58952"/>
                </a:lnTo>
                <a:lnTo>
                  <a:pt x="4344" y="59565"/>
                </a:lnTo>
                <a:lnTo>
                  <a:pt x="3990" y="60189"/>
                </a:lnTo>
                <a:lnTo>
                  <a:pt x="3650" y="60823"/>
                </a:lnTo>
                <a:lnTo>
                  <a:pt x="3326" y="61468"/>
                </a:lnTo>
                <a:lnTo>
                  <a:pt x="3017" y="62123"/>
                </a:lnTo>
                <a:lnTo>
                  <a:pt x="2723" y="62789"/>
                </a:lnTo>
                <a:lnTo>
                  <a:pt x="2444" y="63465"/>
                </a:lnTo>
                <a:lnTo>
                  <a:pt x="2180" y="64151"/>
                </a:lnTo>
                <a:lnTo>
                  <a:pt x="1931" y="64848"/>
                </a:lnTo>
                <a:lnTo>
                  <a:pt x="1697" y="65556"/>
                </a:lnTo>
                <a:lnTo>
                  <a:pt x="1478" y="66273"/>
                </a:lnTo>
                <a:lnTo>
                  <a:pt x="1275" y="67002"/>
                </a:lnTo>
                <a:lnTo>
                  <a:pt x="1086" y="67740"/>
                </a:lnTo>
                <a:lnTo>
                  <a:pt x="913" y="68489"/>
                </a:lnTo>
                <a:lnTo>
                  <a:pt x="754" y="69249"/>
                </a:lnTo>
                <a:lnTo>
                  <a:pt x="611" y="70019"/>
                </a:lnTo>
                <a:lnTo>
                  <a:pt x="483" y="70799"/>
                </a:lnTo>
                <a:lnTo>
                  <a:pt x="370" y="71590"/>
                </a:lnTo>
                <a:lnTo>
                  <a:pt x="272" y="72391"/>
                </a:lnTo>
                <a:lnTo>
                  <a:pt x="189" y="73203"/>
                </a:lnTo>
                <a:lnTo>
                  <a:pt x="121" y="74025"/>
                </a:lnTo>
                <a:lnTo>
                  <a:pt x="68" y="74857"/>
                </a:lnTo>
                <a:lnTo>
                  <a:pt x="30" y="75700"/>
                </a:lnTo>
                <a:lnTo>
                  <a:pt x="8" y="76553"/>
                </a:lnTo>
                <a:lnTo>
                  <a:pt x="0" y="77417"/>
                </a:lnTo>
                <a:lnTo>
                  <a:pt x="0" y="101118"/>
                </a:lnTo>
                <a:lnTo>
                  <a:pt x="8" y="101969"/>
                </a:lnTo>
                <a:lnTo>
                  <a:pt x="30" y="102810"/>
                </a:lnTo>
                <a:lnTo>
                  <a:pt x="68" y="103642"/>
                </a:lnTo>
                <a:lnTo>
                  <a:pt x="121" y="104464"/>
                </a:lnTo>
                <a:lnTo>
                  <a:pt x="189" y="105277"/>
                </a:lnTo>
                <a:lnTo>
                  <a:pt x="272" y="106080"/>
                </a:lnTo>
                <a:lnTo>
                  <a:pt x="370" y="106873"/>
                </a:lnTo>
                <a:lnTo>
                  <a:pt x="483" y="107657"/>
                </a:lnTo>
                <a:lnTo>
                  <a:pt x="611" y="108431"/>
                </a:lnTo>
                <a:lnTo>
                  <a:pt x="754" y="109196"/>
                </a:lnTo>
                <a:lnTo>
                  <a:pt x="913" y="109951"/>
                </a:lnTo>
                <a:lnTo>
                  <a:pt x="1086" y="110697"/>
                </a:lnTo>
                <a:lnTo>
                  <a:pt x="1275" y="111432"/>
                </a:lnTo>
                <a:lnTo>
                  <a:pt x="1478" y="112159"/>
                </a:lnTo>
                <a:lnTo>
                  <a:pt x="1697" y="112875"/>
                </a:lnTo>
                <a:lnTo>
                  <a:pt x="1931" y="113582"/>
                </a:lnTo>
                <a:lnTo>
                  <a:pt x="2180" y="114280"/>
                </a:lnTo>
                <a:lnTo>
                  <a:pt x="2444" y="114967"/>
                </a:lnTo>
                <a:lnTo>
                  <a:pt x="2723" y="115646"/>
                </a:lnTo>
                <a:lnTo>
                  <a:pt x="3017" y="116314"/>
                </a:lnTo>
                <a:lnTo>
                  <a:pt x="3326" y="116973"/>
                </a:lnTo>
                <a:lnTo>
                  <a:pt x="3650" y="117623"/>
                </a:lnTo>
                <a:lnTo>
                  <a:pt x="3990" y="118263"/>
                </a:lnTo>
                <a:lnTo>
                  <a:pt x="4344" y="118893"/>
                </a:lnTo>
                <a:lnTo>
                  <a:pt x="4713" y="119512"/>
                </a:lnTo>
                <a:lnTo>
                  <a:pt x="5093" y="120119"/>
                </a:lnTo>
                <a:lnTo>
                  <a:pt x="5485" y="120713"/>
                </a:lnTo>
                <a:lnTo>
                  <a:pt x="5890" y="121296"/>
                </a:lnTo>
                <a:lnTo>
                  <a:pt x="6306" y="121866"/>
                </a:lnTo>
                <a:lnTo>
                  <a:pt x="6735" y="122423"/>
                </a:lnTo>
                <a:lnTo>
                  <a:pt x="7175" y="122968"/>
                </a:lnTo>
                <a:lnTo>
                  <a:pt x="7628" y="123501"/>
                </a:lnTo>
                <a:lnTo>
                  <a:pt x="8093" y="124021"/>
                </a:lnTo>
                <a:lnTo>
                  <a:pt x="8570" y="124530"/>
                </a:lnTo>
                <a:lnTo>
                  <a:pt x="9059" y="125025"/>
                </a:lnTo>
                <a:lnTo>
                  <a:pt x="9560" y="125509"/>
                </a:lnTo>
                <a:lnTo>
                  <a:pt x="10073" y="125980"/>
                </a:lnTo>
                <a:lnTo>
                  <a:pt x="10598" y="126439"/>
                </a:lnTo>
                <a:lnTo>
                  <a:pt x="11135" y="126885"/>
                </a:lnTo>
                <a:lnTo>
                  <a:pt x="11684" y="127319"/>
                </a:lnTo>
                <a:lnTo>
                  <a:pt x="12245" y="127741"/>
                </a:lnTo>
                <a:lnTo>
                  <a:pt x="12819" y="128150"/>
                </a:lnTo>
                <a:lnTo>
                  <a:pt x="13404" y="128547"/>
                </a:lnTo>
                <a:lnTo>
                  <a:pt x="14001" y="128932"/>
                </a:lnTo>
                <a:lnTo>
                  <a:pt x="14611" y="129304"/>
                </a:lnTo>
                <a:lnTo>
                  <a:pt x="15232" y="129664"/>
                </a:lnTo>
                <a:lnTo>
                  <a:pt x="15866" y="130011"/>
                </a:lnTo>
                <a:lnTo>
                  <a:pt x="16512" y="130347"/>
                </a:lnTo>
                <a:lnTo>
                  <a:pt x="17168" y="130669"/>
                </a:lnTo>
                <a:lnTo>
                  <a:pt x="17833" y="130977"/>
                </a:lnTo>
                <a:lnTo>
                  <a:pt x="18508" y="131272"/>
                </a:lnTo>
                <a:lnTo>
                  <a:pt x="19191" y="131553"/>
                </a:lnTo>
                <a:lnTo>
                  <a:pt x="19884" y="131821"/>
                </a:lnTo>
                <a:lnTo>
                  <a:pt x="20585" y="132074"/>
                </a:lnTo>
                <a:lnTo>
                  <a:pt x="21296" y="132314"/>
                </a:lnTo>
                <a:lnTo>
                  <a:pt x="22015" y="132541"/>
                </a:lnTo>
                <a:lnTo>
                  <a:pt x="22744" y="132753"/>
                </a:lnTo>
                <a:lnTo>
                  <a:pt x="23482" y="132952"/>
                </a:lnTo>
                <a:lnTo>
                  <a:pt x="24228" y="133137"/>
                </a:lnTo>
                <a:lnTo>
                  <a:pt x="24984" y="133308"/>
                </a:lnTo>
                <a:lnTo>
                  <a:pt x="25749" y="133466"/>
                </a:lnTo>
                <a:lnTo>
                  <a:pt x="26523" y="133610"/>
                </a:lnTo>
                <a:lnTo>
                  <a:pt x="27306" y="133740"/>
                </a:lnTo>
                <a:lnTo>
                  <a:pt x="28098" y="133857"/>
                </a:lnTo>
                <a:lnTo>
                  <a:pt x="28899" y="133960"/>
                </a:lnTo>
                <a:lnTo>
                  <a:pt x="29709" y="134049"/>
                </a:lnTo>
                <a:lnTo>
                  <a:pt x="30528" y="134124"/>
                </a:lnTo>
                <a:lnTo>
                  <a:pt x="31356" y="134186"/>
                </a:lnTo>
                <a:lnTo>
                  <a:pt x="32193" y="134234"/>
                </a:lnTo>
                <a:lnTo>
                  <a:pt x="33040" y="134268"/>
                </a:lnTo>
                <a:lnTo>
                  <a:pt x="33895" y="134289"/>
                </a:lnTo>
                <a:lnTo>
                  <a:pt x="34759" y="134296"/>
                </a:lnTo>
                <a:lnTo>
                  <a:pt x="36000" y="134282"/>
                </a:lnTo>
                <a:lnTo>
                  <a:pt x="37221" y="134240"/>
                </a:lnTo>
                <a:lnTo>
                  <a:pt x="38422" y="134170"/>
                </a:lnTo>
                <a:lnTo>
                  <a:pt x="39603" y="134072"/>
                </a:lnTo>
                <a:lnTo>
                  <a:pt x="40763" y="133946"/>
                </a:lnTo>
                <a:close/>
                <a:moveTo>
                  <a:pt x="692654" y="134018"/>
                </a:moveTo>
                <a:lnTo>
                  <a:pt x="693712" y="133896"/>
                </a:lnTo>
                <a:lnTo>
                  <a:pt x="694754" y="133751"/>
                </a:lnTo>
                <a:lnTo>
                  <a:pt x="695780" y="133585"/>
                </a:lnTo>
                <a:lnTo>
                  <a:pt x="696790" y="133396"/>
                </a:lnTo>
                <a:lnTo>
                  <a:pt x="697784" y="133185"/>
                </a:lnTo>
                <a:lnTo>
                  <a:pt x="698762" y="132952"/>
                </a:lnTo>
                <a:lnTo>
                  <a:pt x="699725" y="132696"/>
                </a:lnTo>
                <a:lnTo>
                  <a:pt x="700671" y="132418"/>
                </a:lnTo>
                <a:lnTo>
                  <a:pt x="701602" y="132118"/>
                </a:lnTo>
                <a:lnTo>
                  <a:pt x="702517" y="131796"/>
                </a:lnTo>
                <a:lnTo>
                  <a:pt x="703416" y="131452"/>
                </a:lnTo>
                <a:lnTo>
                  <a:pt x="704299" y="131085"/>
                </a:lnTo>
                <a:lnTo>
                  <a:pt x="705166" y="130697"/>
                </a:lnTo>
                <a:lnTo>
                  <a:pt x="706017" y="130286"/>
                </a:lnTo>
                <a:lnTo>
                  <a:pt x="706852" y="129852"/>
                </a:lnTo>
                <a:lnTo>
                  <a:pt x="707671" y="129397"/>
                </a:lnTo>
                <a:lnTo>
                  <a:pt x="708475" y="128919"/>
                </a:lnTo>
                <a:lnTo>
                  <a:pt x="709262" y="128419"/>
                </a:lnTo>
                <a:lnTo>
                  <a:pt x="710034" y="127897"/>
                </a:lnTo>
                <a:lnTo>
                  <a:pt x="710784" y="127356"/>
                </a:lnTo>
                <a:lnTo>
                  <a:pt x="711507" y="126800"/>
                </a:lnTo>
                <a:lnTo>
                  <a:pt x="712204" y="126227"/>
                </a:lnTo>
                <a:lnTo>
                  <a:pt x="712874" y="125639"/>
                </a:lnTo>
                <a:lnTo>
                  <a:pt x="713517" y="125036"/>
                </a:lnTo>
                <a:lnTo>
                  <a:pt x="714132" y="124417"/>
                </a:lnTo>
                <a:lnTo>
                  <a:pt x="714721" y="123782"/>
                </a:lnTo>
                <a:lnTo>
                  <a:pt x="715284" y="123131"/>
                </a:lnTo>
                <a:lnTo>
                  <a:pt x="715819" y="122465"/>
                </a:lnTo>
                <a:lnTo>
                  <a:pt x="716327" y="121783"/>
                </a:lnTo>
                <a:lnTo>
                  <a:pt x="716809" y="121086"/>
                </a:lnTo>
                <a:lnTo>
                  <a:pt x="717263" y="120373"/>
                </a:lnTo>
                <a:lnTo>
                  <a:pt x="717691" y="119644"/>
                </a:lnTo>
                <a:lnTo>
                  <a:pt x="718091" y="118900"/>
                </a:lnTo>
                <a:lnTo>
                  <a:pt x="718465" y="118140"/>
                </a:lnTo>
                <a:lnTo>
                  <a:pt x="718812" y="117365"/>
                </a:lnTo>
                <a:lnTo>
                  <a:pt x="719132" y="116573"/>
                </a:lnTo>
                <a:lnTo>
                  <a:pt x="719425" y="115767"/>
                </a:lnTo>
                <a:lnTo>
                  <a:pt x="719692" y="114944"/>
                </a:lnTo>
                <a:lnTo>
                  <a:pt x="719931" y="114106"/>
                </a:lnTo>
                <a:lnTo>
                  <a:pt x="720144" y="113252"/>
                </a:lnTo>
                <a:lnTo>
                  <a:pt x="720329" y="112383"/>
                </a:lnTo>
                <a:lnTo>
                  <a:pt x="720488" y="111498"/>
                </a:lnTo>
                <a:lnTo>
                  <a:pt x="720620" y="110597"/>
                </a:lnTo>
                <a:lnTo>
                  <a:pt x="706400" y="110597"/>
                </a:lnTo>
                <a:lnTo>
                  <a:pt x="706301" y="111028"/>
                </a:lnTo>
                <a:lnTo>
                  <a:pt x="706188" y="111451"/>
                </a:lnTo>
                <a:lnTo>
                  <a:pt x="706061" y="111867"/>
                </a:lnTo>
                <a:lnTo>
                  <a:pt x="705920" y="112276"/>
                </a:lnTo>
                <a:lnTo>
                  <a:pt x="705765" y="112677"/>
                </a:lnTo>
                <a:lnTo>
                  <a:pt x="705595" y="113071"/>
                </a:lnTo>
                <a:lnTo>
                  <a:pt x="705412" y="113457"/>
                </a:lnTo>
                <a:lnTo>
                  <a:pt x="705215" y="113836"/>
                </a:lnTo>
                <a:lnTo>
                  <a:pt x="705004" y="114208"/>
                </a:lnTo>
                <a:lnTo>
                  <a:pt x="704779" y="114572"/>
                </a:lnTo>
                <a:lnTo>
                  <a:pt x="704540" y="114929"/>
                </a:lnTo>
                <a:lnTo>
                  <a:pt x="704287" y="115278"/>
                </a:lnTo>
                <a:lnTo>
                  <a:pt x="704020" y="115620"/>
                </a:lnTo>
                <a:lnTo>
                  <a:pt x="703739" y="115955"/>
                </a:lnTo>
                <a:lnTo>
                  <a:pt x="703444" y="116282"/>
                </a:lnTo>
                <a:lnTo>
                  <a:pt x="703135" y="116602"/>
                </a:lnTo>
                <a:lnTo>
                  <a:pt x="702812" y="116914"/>
                </a:lnTo>
                <a:lnTo>
                  <a:pt x="702475" y="117219"/>
                </a:lnTo>
                <a:lnTo>
                  <a:pt x="702124" y="117516"/>
                </a:lnTo>
                <a:lnTo>
                  <a:pt x="701759" y="117807"/>
                </a:lnTo>
                <a:lnTo>
                  <a:pt x="701380" y="118089"/>
                </a:lnTo>
                <a:lnTo>
                  <a:pt x="700987" y="118364"/>
                </a:lnTo>
                <a:lnTo>
                  <a:pt x="700580" y="118632"/>
                </a:lnTo>
                <a:lnTo>
                  <a:pt x="700159" y="118893"/>
                </a:lnTo>
                <a:lnTo>
                  <a:pt x="699726" y="119144"/>
                </a:lnTo>
                <a:lnTo>
                  <a:pt x="699284" y="119385"/>
                </a:lnTo>
                <a:lnTo>
                  <a:pt x="698832" y="119615"/>
                </a:lnTo>
                <a:lnTo>
                  <a:pt x="698371" y="119834"/>
                </a:lnTo>
                <a:lnTo>
                  <a:pt x="697900" y="120043"/>
                </a:lnTo>
                <a:lnTo>
                  <a:pt x="697420" y="120241"/>
                </a:lnTo>
                <a:lnTo>
                  <a:pt x="696929" y="120428"/>
                </a:lnTo>
                <a:lnTo>
                  <a:pt x="696430" y="120604"/>
                </a:lnTo>
                <a:lnTo>
                  <a:pt x="695920" y="120770"/>
                </a:lnTo>
                <a:lnTo>
                  <a:pt x="695401" y="120925"/>
                </a:lnTo>
                <a:lnTo>
                  <a:pt x="694872" y="121070"/>
                </a:lnTo>
                <a:lnTo>
                  <a:pt x="694334" y="121204"/>
                </a:lnTo>
                <a:lnTo>
                  <a:pt x="693786" y="121327"/>
                </a:lnTo>
                <a:lnTo>
                  <a:pt x="693229" y="121439"/>
                </a:lnTo>
                <a:lnTo>
                  <a:pt x="692662" y="121541"/>
                </a:lnTo>
                <a:lnTo>
                  <a:pt x="692085" y="121632"/>
                </a:lnTo>
                <a:lnTo>
                  <a:pt x="691499" y="121712"/>
                </a:lnTo>
                <a:lnTo>
                  <a:pt x="690903" y="121781"/>
                </a:lnTo>
                <a:lnTo>
                  <a:pt x="690298" y="121840"/>
                </a:lnTo>
                <a:lnTo>
                  <a:pt x="689682" y="121888"/>
                </a:lnTo>
                <a:lnTo>
                  <a:pt x="689058" y="121926"/>
                </a:lnTo>
                <a:lnTo>
                  <a:pt x="688423" y="121952"/>
                </a:lnTo>
                <a:lnTo>
                  <a:pt x="687779" y="121968"/>
                </a:lnTo>
                <a:lnTo>
                  <a:pt x="687126" y="121974"/>
                </a:lnTo>
                <a:lnTo>
                  <a:pt x="686369" y="121964"/>
                </a:lnTo>
                <a:lnTo>
                  <a:pt x="685624" y="121935"/>
                </a:lnTo>
                <a:lnTo>
                  <a:pt x="684892" y="121886"/>
                </a:lnTo>
                <a:lnTo>
                  <a:pt x="684172" y="121818"/>
                </a:lnTo>
                <a:lnTo>
                  <a:pt x="683465" y="121730"/>
                </a:lnTo>
                <a:lnTo>
                  <a:pt x="682771" y="121623"/>
                </a:lnTo>
                <a:lnTo>
                  <a:pt x="682089" y="121497"/>
                </a:lnTo>
                <a:lnTo>
                  <a:pt x="681420" y="121351"/>
                </a:lnTo>
                <a:lnTo>
                  <a:pt x="680764" y="121185"/>
                </a:lnTo>
                <a:lnTo>
                  <a:pt x="680120" y="121000"/>
                </a:lnTo>
                <a:lnTo>
                  <a:pt x="679489" y="120795"/>
                </a:lnTo>
                <a:lnTo>
                  <a:pt x="678871" y="120571"/>
                </a:lnTo>
                <a:lnTo>
                  <a:pt x="678265" y="120328"/>
                </a:lnTo>
                <a:lnTo>
                  <a:pt x="677671" y="120065"/>
                </a:lnTo>
                <a:lnTo>
                  <a:pt x="677091" y="119782"/>
                </a:lnTo>
                <a:lnTo>
                  <a:pt x="676522" y="119480"/>
                </a:lnTo>
                <a:lnTo>
                  <a:pt x="675967" y="119159"/>
                </a:lnTo>
                <a:lnTo>
                  <a:pt x="675424" y="118818"/>
                </a:lnTo>
                <a:lnTo>
                  <a:pt x="674894" y="118458"/>
                </a:lnTo>
                <a:lnTo>
                  <a:pt x="674376" y="118078"/>
                </a:lnTo>
                <a:lnTo>
                  <a:pt x="673871" y="117679"/>
                </a:lnTo>
                <a:lnTo>
                  <a:pt x="673379" y="117260"/>
                </a:lnTo>
                <a:lnTo>
                  <a:pt x="672899" y="116822"/>
                </a:lnTo>
                <a:lnTo>
                  <a:pt x="672432" y="116364"/>
                </a:lnTo>
                <a:lnTo>
                  <a:pt x="671981" y="115889"/>
                </a:lnTo>
                <a:lnTo>
                  <a:pt x="671548" y="115401"/>
                </a:lnTo>
                <a:lnTo>
                  <a:pt x="671136" y="114898"/>
                </a:lnTo>
                <a:lnTo>
                  <a:pt x="670742" y="114382"/>
                </a:lnTo>
                <a:lnTo>
                  <a:pt x="670367" y="113852"/>
                </a:lnTo>
                <a:lnTo>
                  <a:pt x="670012" y="113307"/>
                </a:lnTo>
                <a:lnTo>
                  <a:pt x="669676" y="112749"/>
                </a:lnTo>
                <a:lnTo>
                  <a:pt x="669359" y="112176"/>
                </a:lnTo>
                <a:lnTo>
                  <a:pt x="669062" y="111590"/>
                </a:lnTo>
                <a:lnTo>
                  <a:pt x="668783" y="110990"/>
                </a:lnTo>
                <a:lnTo>
                  <a:pt x="668524" y="110376"/>
                </a:lnTo>
                <a:lnTo>
                  <a:pt x="668284" y="109747"/>
                </a:lnTo>
                <a:lnTo>
                  <a:pt x="668063" y="109105"/>
                </a:lnTo>
                <a:lnTo>
                  <a:pt x="667861" y="108449"/>
                </a:lnTo>
                <a:lnTo>
                  <a:pt x="667679" y="107779"/>
                </a:lnTo>
                <a:lnTo>
                  <a:pt x="667516" y="107094"/>
                </a:lnTo>
                <a:lnTo>
                  <a:pt x="667372" y="106396"/>
                </a:lnTo>
                <a:lnTo>
                  <a:pt x="667247" y="105684"/>
                </a:lnTo>
                <a:lnTo>
                  <a:pt x="667141" y="104958"/>
                </a:lnTo>
                <a:lnTo>
                  <a:pt x="667055" y="104218"/>
                </a:lnTo>
                <a:lnTo>
                  <a:pt x="666988" y="103464"/>
                </a:lnTo>
                <a:lnTo>
                  <a:pt x="666940" y="102696"/>
                </a:lnTo>
                <a:lnTo>
                  <a:pt x="666911" y="101914"/>
                </a:lnTo>
                <a:lnTo>
                  <a:pt x="666901" y="101118"/>
                </a:lnTo>
                <a:lnTo>
                  <a:pt x="666901" y="92902"/>
                </a:lnTo>
                <a:lnTo>
                  <a:pt x="721254" y="92902"/>
                </a:lnTo>
                <a:lnTo>
                  <a:pt x="721254" y="77417"/>
                </a:lnTo>
                <a:lnTo>
                  <a:pt x="721246" y="76579"/>
                </a:lnTo>
                <a:lnTo>
                  <a:pt x="721224" y="75750"/>
                </a:lnTo>
                <a:lnTo>
                  <a:pt x="721187" y="74931"/>
                </a:lnTo>
                <a:lnTo>
                  <a:pt x="721135" y="74121"/>
                </a:lnTo>
                <a:lnTo>
                  <a:pt x="721068" y="73320"/>
                </a:lnTo>
                <a:lnTo>
                  <a:pt x="720987" y="72529"/>
                </a:lnTo>
                <a:lnTo>
                  <a:pt x="720891" y="71747"/>
                </a:lnTo>
                <a:lnTo>
                  <a:pt x="720780" y="70974"/>
                </a:lnTo>
                <a:lnTo>
                  <a:pt x="720654" y="70211"/>
                </a:lnTo>
                <a:lnTo>
                  <a:pt x="720513" y="69457"/>
                </a:lnTo>
                <a:lnTo>
                  <a:pt x="720357" y="68712"/>
                </a:lnTo>
                <a:lnTo>
                  <a:pt x="720187" y="67977"/>
                </a:lnTo>
                <a:lnTo>
                  <a:pt x="720002" y="67251"/>
                </a:lnTo>
                <a:lnTo>
                  <a:pt x="719802" y="66534"/>
                </a:lnTo>
                <a:lnTo>
                  <a:pt x="719587" y="65827"/>
                </a:lnTo>
                <a:lnTo>
                  <a:pt x="719357" y="65129"/>
                </a:lnTo>
                <a:lnTo>
                  <a:pt x="719113" y="64440"/>
                </a:lnTo>
                <a:lnTo>
                  <a:pt x="718853" y="63761"/>
                </a:lnTo>
                <a:lnTo>
                  <a:pt x="718579" y="63091"/>
                </a:lnTo>
                <a:lnTo>
                  <a:pt x="718290" y="62430"/>
                </a:lnTo>
                <a:lnTo>
                  <a:pt x="717987" y="61779"/>
                </a:lnTo>
                <a:lnTo>
                  <a:pt x="717668" y="61137"/>
                </a:lnTo>
                <a:lnTo>
                  <a:pt x="717335" y="60504"/>
                </a:lnTo>
                <a:lnTo>
                  <a:pt x="716986" y="59880"/>
                </a:lnTo>
                <a:lnTo>
                  <a:pt x="716625" y="59267"/>
                </a:lnTo>
                <a:lnTo>
                  <a:pt x="716252" y="58666"/>
                </a:lnTo>
                <a:lnTo>
                  <a:pt x="715867" y="58076"/>
                </a:lnTo>
                <a:lnTo>
                  <a:pt x="715470" y="57497"/>
                </a:lnTo>
                <a:lnTo>
                  <a:pt x="715062" y="56930"/>
                </a:lnTo>
                <a:lnTo>
                  <a:pt x="714642" y="56375"/>
                </a:lnTo>
                <a:lnTo>
                  <a:pt x="714210" y="55831"/>
                </a:lnTo>
                <a:lnTo>
                  <a:pt x="713766" y="55299"/>
                </a:lnTo>
                <a:lnTo>
                  <a:pt x="713310" y="54778"/>
                </a:lnTo>
                <a:lnTo>
                  <a:pt x="712842" y="54268"/>
                </a:lnTo>
                <a:lnTo>
                  <a:pt x="712363" y="53771"/>
                </a:lnTo>
                <a:lnTo>
                  <a:pt x="711872" y="53284"/>
                </a:lnTo>
                <a:lnTo>
                  <a:pt x="711369" y="52809"/>
                </a:lnTo>
                <a:lnTo>
                  <a:pt x="710854" y="52346"/>
                </a:lnTo>
                <a:lnTo>
                  <a:pt x="710328" y="51894"/>
                </a:lnTo>
                <a:lnTo>
                  <a:pt x="709789" y="51454"/>
                </a:lnTo>
                <a:lnTo>
                  <a:pt x="709239" y="51025"/>
                </a:lnTo>
                <a:lnTo>
                  <a:pt x="708677" y="50608"/>
                </a:lnTo>
                <a:lnTo>
                  <a:pt x="708103" y="50203"/>
                </a:lnTo>
                <a:lnTo>
                  <a:pt x="707518" y="49808"/>
                </a:lnTo>
                <a:lnTo>
                  <a:pt x="706921" y="49426"/>
                </a:lnTo>
                <a:lnTo>
                  <a:pt x="706311" y="49055"/>
                </a:lnTo>
                <a:lnTo>
                  <a:pt x="705690" y="48695"/>
                </a:lnTo>
                <a:lnTo>
                  <a:pt x="705058" y="48347"/>
                </a:lnTo>
                <a:lnTo>
                  <a:pt x="704415" y="48012"/>
                </a:lnTo>
                <a:lnTo>
                  <a:pt x="703763" y="47691"/>
                </a:lnTo>
                <a:lnTo>
                  <a:pt x="703101" y="47384"/>
                </a:lnTo>
                <a:lnTo>
                  <a:pt x="702431" y="47092"/>
                </a:lnTo>
                <a:lnTo>
                  <a:pt x="701752" y="46814"/>
                </a:lnTo>
                <a:lnTo>
                  <a:pt x="701064" y="46550"/>
                </a:lnTo>
                <a:lnTo>
                  <a:pt x="700366" y="46300"/>
                </a:lnTo>
                <a:lnTo>
                  <a:pt x="699660" y="46065"/>
                </a:lnTo>
                <a:lnTo>
                  <a:pt x="698945" y="45844"/>
                </a:lnTo>
                <a:lnTo>
                  <a:pt x="698220" y="45637"/>
                </a:lnTo>
                <a:lnTo>
                  <a:pt x="697487" y="45444"/>
                </a:lnTo>
                <a:lnTo>
                  <a:pt x="696744" y="45266"/>
                </a:lnTo>
                <a:lnTo>
                  <a:pt x="695992" y="45102"/>
                </a:lnTo>
                <a:lnTo>
                  <a:pt x="695231" y="44952"/>
                </a:lnTo>
                <a:lnTo>
                  <a:pt x="694462" y="44817"/>
                </a:lnTo>
                <a:lnTo>
                  <a:pt x="693683" y="44695"/>
                </a:lnTo>
                <a:lnTo>
                  <a:pt x="692895" y="44588"/>
                </a:lnTo>
                <a:lnTo>
                  <a:pt x="692098" y="44496"/>
                </a:lnTo>
                <a:lnTo>
                  <a:pt x="691292" y="44417"/>
                </a:lnTo>
                <a:lnTo>
                  <a:pt x="690477" y="44353"/>
                </a:lnTo>
                <a:lnTo>
                  <a:pt x="689653" y="44303"/>
                </a:lnTo>
                <a:lnTo>
                  <a:pt x="688819" y="44267"/>
                </a:lnTo>
                <a:lnTo>
                  <a:pt x="687977" y="44246"/>
                </a:lnTo>
                <a:lnTo>
                  <a:pt x="687126" y="44239"/>
                </a:lnTo>
                <a:lnTo>
                  <a:pt x="686275" y="44246"/>
                </a:lnTo>
                <a:lnTo>
                  <a:pt x="685432" y="44268"/>
                </a:lnTo>
                <a:lnTo>
                  <a:pt x="684599" y="44304"/>
                </a:lnTo>
                <a:lnTo>
                  <a:pt x="683775" y="44355"/>
                </a:lnTo>
                <a:lnTo>
                  <a:pt x="682960" y="44421"/>
                </a:lnTo>
                <a:lnTo>
                  <a:pt x="682154" y="44501"/>
                </a:lnTo>
                <a:lnTo>
                  <a:pt x="681357" y="44595"/>
                </a:lnTo>
                <a:lnTo>
                  <a:pt x="680569" y="44704"/>
                </a:lnTo>
                <a:lnTo>
                  <a:pt x="679790" y="44828"/>
                </a:lnTo>
                <a:lnTo>
                  <a:pt x="679020" y="44966"/>
                </a:lnTo>
                <a:lnTo>
                  <a:pt x="678259" y="45119"/>
                </a:lnTo>
                <a:lnTo>
                  <a:pt x="677507" y="45286"/>
                </a:lnTo>
                <a:lnTo>
                  <a:pt x="676764" y="45468"/>
                </a:lnTo>
                <a:lnTo>
                  <a:pt x="676031" y="45664"/>
                </a:lnTo>
                <a:lnTo>
                  <a:pt x="675306" y="45875"/>
                </a:lnTo>
                <a:lnTo>
                  <a:pt x="674591" y="46100"/>
                </a:lnTo>
                <a:lnTo>
                  <a:pt x="673884" y="46340"/>
                </a:lnTo>
                <a:lnTo>
                  <a:pt x="673187" y="46594"/>
                </a:lnTo>
                <a:lnTo>
                  <a:pt x="672498" y="46863"/>
                </a:lnTo>
                <a:lnTo>
                  <a:pt x="671819" y="47147"/>
                </a:lnTo>
                <a:lnTo>
                  <a:pt x="671148" y="47445"/>
                </a:lnTo>
                <a:lnTo>
                  <a:pt x="670487" y="47758"/>
                </a:lnTo>
                <a:lnTo>
                  <a:pt x="669835" y="48085"/>
                </a:lnTo>
                <a:lnTo>
                  <a:pt x="669192" y="48426"/>
                </a:lnTo>
                <a:lnTo>
                  <a:pt x="668559" y="48781"/>
                </a:lnTo>
                <a:lnTo>
                  <a:pt x="667938" y="49149"/>
                </a:lnTo>
                <a:lnTo>
                  <a:pt x="667329" y="49528"/>
                </a:lnTo>
                <a:lnTo>
                  <a:pt x="666732" y="49920"/>
                </a:lnTo>
                <a:lnTo>
                  <a:pt x="666147" y="50325"/>
                </a:lnTo>
                <a:lnTo>
                  <a:pt x="665573" y="50741"/>
                </a:lnTo>
                <a:lnTo>
                  <a:pt x="665011" y="51171"/>
                </a:lnTo>
                <a:lnTo>
                  <a:pt x="664461" y="51612"/>
                </a:lnTo>
                <a:lnTo>
                  <a:pt x="663923" y="52066"/>
                </a:lnTo>
                <a:lnTo>
                  <a:pt x="663396" y="52532"/>
                </a:lnTo>
                <a:lnTo>
                  <a:pt x="662882" y="53010"/>
                </a:lnTo>
                <a:lnTo>
                  <a:pt x="662379" y="53501"/>
                </a:lnTo>
                <a:lnTo>
                  <a:pt x="661887" y="54004"/>
                </a:lnTo>
                <a:lnTo>
                  <a:pt x="661408" y="54520"/>
                </a:lnTo>
                <a:lnTo>
                  <a:pt x="660941" y="55048"/>
                </a:lnTo>
                <a:lnTo>
                  <a:pt x="660485" y="55588"/>
                </a:lnTo>
                <a:lnTo>
                  <a:pt x="660041" y="56141"/>
                </a:lnTo>
                <a:lnTo>
                  <a:pt x="659609" y="56706"/>
                </a:lnTo>
                <a:lnTo>
                  <a:pt x="659188" y="57283"/>
                </a:lnTo>
                <a:lnTo>
                  <a:pt x="658780" y="57873"/>
                </a:lnTo>
                <a:lnTo>
                  <a:pt x="658383" y="58475"/>
                </a:lnTo>
                <a:lnTo>
                  <a:pt x="657998" y="59089"/>
                </a:lnTo>
                <a:lnTo>
                  <a:pt x="657624" y="59716"/>
                </a:lnTo>
                <a:lnTo>
                  <a:pt x="657263" y="60355"/>
                </a:lnTo>
                <a:lnTo>
                  <a:pt x="656915" y="61006"/>
                </a:lnTo>
                <a:lnTo>
                  <a:pt x="656582" y="61667"/>
                </a:lnTo>
                <a:lnTo>
                  <a:pt x="656263" y="62340"/>
                </a:lnTo>
                <a:lnTo>
                  <a:pt x="655960" y="63023"/>
                </a:lnTo>
                <a:lnTo>
                  <a:pt x="655671" y="63718"/>
                </a:lnTo>
                <a:lnTo>
                  <a:pt x="655397" y="64423"/>
                </a:lnTo>
                <a:lnTo>
                  <a:pt x="655138" y="65140"/>
                </a:lnTo>
                <a:lnTo>
                  <a:pt x="654894" y="65867"/>
                </a:lnTo>
                <a:lnTo>
                  <a:pt x="654664" y="66606"/>
                </a:lnTo>
                <a:lnTo>
                  <a:pt x="654449" y="67355"/>
                </a:lnTo>
                <a:lnTo>
                  <a:pt x="654249" y="68115"/>
                </a:lnTo>
                <a:lnTo>
                  <a:pt x="654064" y="68887"/>
                </a:lnTo>
                <a:lnTo>
                  <a:pt x="653894" y="69669"/>
                </a:lnTo>
                <a:lnTo>
                  <a:pt x="653738" y="70462"/>
                </a:lnTo>
                <a:lnTo>
                  <a:pt x="653598" y="71266"/>
                </a:lnTo>
                <a:lnTo>
                  <a:pt x="653472" y="72082"/>
                </a:lnTo>
                <a:lnTo>
                  <a:pt x="653361" y="72908"/>
                </a:lnTo>
                <a:lnTo>
                  <a:pt x="653265" y="73745"/>
                </a:lnTo>
                <a:lnTo>
                  <a:pt x="653183" y="74593"/>
                </a:lnTo>
                <a:lnTo>
                  <a:pt x="653117" y="75452"/>
                </a:lnTo>
                <a:lnTo>
                  <a:pt x="653065" y="76322"/>
                </a:lnTo>
                <a:lnTo>
                  <a:pt x="653028" y="77203"/>
                </a:lnTo>
                <a:lnTo>
                  <a:pt x="653005" y="78095"/>
                </a:lnTo>
                <a:lnTo>
                  <a:pt x="652998" y="78998"/>
                </a:lnTo>
                <a:lnTo>
                  <a:pt x="652998" y="99536"/>
                </a:lnTo>
                <a:lnTo>
                  <a:pt x="653005" y="100427"/>
                </a:lnTo>
                <a:lnTo>
                  <a:pt x="653028" y="101307"/>
                </a:lnTo>
                <a:lnTo>
                  <a:pt x="653065" y="102177"/>
                </a:lnTo>
                <a:lnTo>
                  <a:pt x="653117" y="103037"/>
                </a:lnTo>
                <a:lnTo>
                  <a:pt x="653183" y="103886"/>
                </a:lnTo>
                <a:lnTo>
                  <a:pt x="653265" y="104726"/>
                </a:lnTo>
                <a:lnTo>
                  <a:pt x="653361" y="105555"/>
                </a:lnTo>
                <a:lnTo>
                  <a:pt x="653472" y="106375"/>
                </a:lnTo>
                <a:lnTo>
                  <a:pt x="653598" y="107184"/>
                </a:lnTo>
                <a:lnTo>
                  <a:pt x="653738" y="107983"/>
                </a:lnTo>
                <a:lnTo>
                  <a:pt x="653894" y="108772"/>
                </a:lnTo>
                <a:lnTo>
                  <a:pt x="654064" y="109550"/>
                </a:lnTo>
                <a:lnTo>
                  <a:pt x="654249" y="110319"/>
                </a:lnTo>
                <a:lnTo>
                  <a:pt x="654449" y="111077"/>
                </a:lnTo>
                <a:lnTo>
                  <a:pt x="654664" y="111825"/>
                </a:lnTo>
                <a:lnTo>
                  <a:pt x="654894" y="112563"/>
                </a:lnTo>
                <a:lnTo>
                  <a:pt x="655138" y="113291"/>
                </a:lnTo>
                <a:lnTo>
                  <a:pt x="655397" y="114009"/>
                </a:lnTo>
                <a:lnTo>
                  <a:pt x="655671" y="114716"/>
                </a:lnTo>
                <a:lnTo>
                  <a:pt x="655960" y="115414"/>
                </a:lnTo>
                <a:lnTo>
                  <a:pt x="656263" y="116101"/>
                </a:lnTo>
                <a:lnTo>
                  <a:pt x="656582" y="116778"/>
                </a:lnTo>
                <a:lnTo>
                  <a:pt x="656915" y="117445"/>
                </a:lnTo>
                <a:lnTo>
                  <a:pt x="657263" y="118102"/>
                </a:lnTo>
                <a:lnTo>
                  <a:pt x="657624" y="118747"/>
                </a:lnTo>
                <a:lnTo>
                  <a:pt x="657998" y="119380"/>
                </a:lnTo>
                <a:lnTo>
                  <a:pt x="658383" y="120000"/>
                </a:lnTo>
                <a:lnTo>
                  <a:pt x="658780" y="120608"/>
                </a:lnTo>
                <a:lnTo>
                  <a:pt x="659188" y="121203"/>
                </a:lnTo>
                <a:lnTo>
                  <a:pt x="659609" y="121785"/>
                </a:lnTo>
                <a:lnTo>
                  <a:pt x="660041" y="122355"/>
                </a:lnTo>
                <a:lnTo>
                  <a:pt x="660485" y="122912"/>
                </a:lnTo>
                <a:lnTo>
                  <a:pt x="660941" y="123457"/>
                </a:lnTo>
                <a:lnTo>
                  <a:pt x="661408" y="123989"/>
                </a:lnTo>
                <a:lnTo>
                  <a:pt x="661887" y="124508"/>
                </a:lnTo>
                <a:lnTo>
                  <a:pt x="662379" y="125015"/>
                </a:lnTo>
                <a:lnTo>
                  <a:pt x="662882" y="125509"/>
                </a:lnTo>
                <a:lnTo>
                  <a:pt x="663396" y="125990"/>
                </a:lnTo>
                <a:lnTo>
                  <a:pt x="663923" y="126459"/>
                </a:lnTo>
                <a:lnTo>
                  <a:pt x="664461" y="126915"/>
                </a:lnTo>
                <a:lnTo>
                  <a:pt x="665011" y="127359"/>
                </a:lnTo>
                <a:lnTo>
                  <a:pt x="665573" y="127790"/>
                </a:lnTo>
                <a:lnTo>
                  <a:pt x="666147" y="128208"/>
                </a:lnTo>
                <a:lnTo>
                  <a:pt x="666732" y="128614"/>
                </a:lnTo>
                <a:lnTo>
                  <a:pt x="667329" y="129007"/>
                </a:lnTo>
                <a:lnTo>
                  <a:pt x="667938" y="129387"/>
                </a:lnTo>
                <a:lnTo>
                  <a:pt x="668559" y="129755"/>
                </a:lnTo>
                <a:lnTo>
                  <a:pt x="669192" y="130110"/>
                </a:lnTo>
                <a:lnTo>
                  <a:pt x="669835" y="130452"/>
                </a:lnTo>
                <a:lnTo>
                  <a:pt x="670487" y="130779"/>
                </a:lnTo>
                <a:lnTo>
                  <a:pt x="671148" y="131091"/>
                </a:lnTo>
                <a:lnTo>
                  <a:pt x="671819" y="131389"/>
                </a:lnTo>
                <a:lnTo>
                  <a:pt x="672498" y="131673"/>
                </a:lnTo>
                <a:lnTo>
                  <a:pt x="673187" y="131941"/>
                </a:lnTo>
                <a:lnTo>
                  <a:pt x="673884" y="132196"/>
                </a:lnTo>
                <a:lnTo>
                  <a:pt x="674591" y="132436"/>
                </a:lnTo>
                <a:lnTo>
                  <a:pt x="675306" y="132661"/>
                </a:lnTo>
                <a:lnTo>
                  <a:pt x="676031" y="132871"/>
                </a:lnTo>
                <a:lnTo>
                  <a:pt x="676764" y="133068"/>
                </a:lnTo>
                <a:lnTo>
                  <a:pt x="677507" y="133249"/>
                </a:lnTo>
                <a:lnTo>
                  <a:pt x="678259" y="133416"/>
                </a:lnTo>
                <a:lnTo>
                  <a:pt x="679020" y="133569"/>
                </a:lnTo>
                <a:lnTo>
                  <a:pt x="679790" y="133707"/>
                </a:lnTo>
                <a:lnTo>
                  <a:pt x="680569" y="133831"/>
                </a:lnTo>
                <a:lnTo>
                  <a:pt x="681357" y="133940"/>
                </a:lnTo>
                <a:lnTo>
                  <a:pt x="682154" y="134034"/>
                </a:lnTo>
                <a:lnTo>
                  <a:pt x="682960" y="134114"/>
                </a:lnTo>
                <a:lnTo>
                  <a:pt x="683775" y="134179"/>
                </a:lnTo>
                <a:lnTo>
                  <a:pt x="684599" y="134230"/>
                </a:lnTo>
                <a:lnTo>
                  <a:pt x="685432" y="134267"/>
                </a:lnTo>
                <a:lnTo>
                  <a:pt x="686275" y="134288"/>
                </a:lnTo>
                <a:lnTo>
                  <a:pt x="687126" y="134296"/>
                </a:lnTo>
                <a:lnTo>
                  <a:pt x="688263" y="134285"/>
                </a:lnTo>
                <a:lnTo>
                  <a:pt x="689385" y="134251"/>
                </a:lnTo>
                <a:lnTo>
                  <a:pt x="690490" y="134196"/>
                </a:lnTo>
                <a:lnTo>
                  <a:pt x="691580" y="134118"/>
                </a:lnTo>
                <a:lnTo>
                  <a:pt x="692654" y="134018"/>
                </a:lnTo>
                <a:close/>
                <a:moveTo>
                  <a:pt x="666911" y="76569"/>
                </a:moveTo>
                <a:lnTo>
                  <a:pt x="666938" y="75738"/>
                </a:lnTo>
                <a:lnTo>
                  <a:pt x="666984" y="74923"/>
                </a:lnTo>
                <a:lnTo>
                  <a:pt x="667048" y="74124"/>
                </a:lnTo>
                <a:lnTo>
                  <a:pt x="667131" y="73341"/>
                </a:lnTo>
                <a:lnTo>
                  <a:pt x="667232" y="72574"/>
                </a:lnTo>
                <a:lnTo>
                  <a:pt x="667352" y="71824"/>
                </a:lnTo>
                <a:lnTo>
                  <a:pt x="667489" y="71089"/>
                </a:lnTo>
                <a:lnTo>
                  <a:pt x="667646" y="70371"/>
                </a:lnTo>
                <a:lnTo>
                  <a:pt x="667820" y="69669"/>
                </a:lnTo>
                <a:lnTo>
                  <a:pt x="668013" y="68984"/>
                </a:lnTo>
                <a:lnTo>
                  <a:pt x="668224" y="68314"/>
                </a:lnTo>
                <a:lnTo>
                  <a:pt x="668454" y="67661"/>
                </a:lnTo>
                <a:lnTo>
                  <a:pt x="668702" y="67023"/>
                </a:lnTo>
                <a:lnTo>
                  <a:pt x="668968" y="66402"/>
                </a:lnTo>
                <a:lnTo>
                  <a:pt x="669253" y="65798"/>
                </a:lnTo>
                <a:lnTo>
                  <a:pt x="669556" y="65209"/>
                </a:lnTo>
                <a:lnTo>
                  <a:pt x="669878" y="64636"/>
                </a:lnTo>
                <a:lnTo>
                  <a:pt x="670218" y="64080"/>
                </a:lnTo>
                <a:lnTo>
                  <a:pt x="670576" y="63540"/>
                </a:lnTo>
                <a:lnTo>
                  <a:pt x="670953" y="63016"/>
                </a:lnTo>
                <a:lnTo>
                  <a:pt x="671348" y="62508"/>
                </a:lnTo>
                <a:lnTo>
                  <a:pt x="671761" y="62017"/>
                </a:lnTo>
                <a:lnTo>
                  <a:pt x="672193" y="61541"/>
                </a:lnTo>
                <a:lnTo>
                  <a:pt x="672642" y="61084"/>
                </a:lnTo>
                <a:lnTo>
                  <a:pt x="673106" y="60645"/>
                </a:lnTo>
                <a:lnTo>
                  <a:pt x="673585" y="60227"/>
                </a:lnTo>
                <a:lnTo>
                  <a:pt x="674079" y="59827"/>
                </a:lnTo>
                <a:lnTo>
                  <a:pt x="674588" y="59447"/>
                </a:lnTo>
                <a:lnTo>
                  <a:pt x="675112" y="59087"/>
                </a:lnTo>
                <a:lnTo>
                  <a:pt x="675651" y="58746"/>
                </a:lnTo>
                <a:lnTo>
                  <a:pt x="676205" y="58425"/>
                </a:lnTo>
                <a:lnTo>
                  <a:pt x="676775" y="58123"/>
                </a:lnTo>
                <a:lnTo>
                  <a:pt x="677359" y="57840"/>
                </a:lnTo>
                <a:lnTo>
                  <a:pt x="677959" y="57577"/>
                </a:lnTo>
                <a:lnTo>
                  <a:pt x="678573" y="57334"/>
                </a:lnTo>
                <a:lnTo>
                  <a:pt x="679203" y="57110"/>
                </a:lnTo>
                <a:lnTo>
                  <a:pt x="679848" y="56905"/>
                </a:lnTo>
                <a:lnTo>
                  <a:pt x="680508" y="56720"/>
                </a:lnTo>
                <a:lnTo>
                  <a:pt x="681183" y="56555"/>
                </a:lnTo>
                <a:lnTo>
                  <a:pt x="681873" y="56409"/>
                </a:lnTo>
                <a:lnTo>
                  <a:pt x="682578" y="56282"/>
                </a:lnTo>
                <a:lnTo>
                  <a:pt x="683298" y="56175"/>
                </a:lnTo>
                <a:lnTo>
                  <a:pt x="684034" y="56087"/>
                </a:lnTo>
                <a:lnTo>
                  <a:pt x="684784" y="56019"/>
                </a:lnTo>
                <a:lnTo>
                  <a:pt x="685550" y="55970"/>
                </a:lnTo>
                <a:lnTo>
                  <a:pt x="686330" y="55941"/>
                </a:lnTo>
                <a:lnTo>
                  <a:pt x="687126" y="55931"/>
                </a:lnTo>
                <a:lnTo>
                  <a:pt x="687921" y="55941"/>
                </a:lnTo>
                <a:lnTo>
                  <a:pt x="688702" y="55970"/>
                </a:lnTo>
                <a:lnTo>
                  <a:pt x="689467" y="56019"/>
                </a:lnTo>
                <a:lnTo>
                  <a:pt x="690217" y="56087"/>
                </a:lnTo>
                <a:lnTo>
                  <a:pt x="690952" y="56175"/>
                </a:lnTo>
                <a:lnTo>
                  <a:pt x="691672" y="56282"/>
                </a:lnTo>
                <a:lnTo>
                  <a:pt x="692377" y="56409"/>
                </a:lnTo>
                <a:lnTo>
                  <a:pt x="693067" y="56555"/>
                </a:lnTo>
                <a:lnTo>
                  <a:pt x="693742" y="56720"/>
                </a:lnTo>
                <a:lnTo>
                  <a:pt x="694402" y="56905"/>
                </a:lnTo>
                <a:lnTo>
                  <a:pt x="695046" y="57110"/>
                </a:lnTo>
                <a:lnTo>
                  <a:pt x="695676" y="57334"/>
                </a:lnTo>
                <a:lnTo>
                  <a:pt x="696290" y="57577"/>
                </a:lnTo>
                <a:lnTo>
                  <a:pt x="696890" y="57840"/>
                </a:lnTo>
                <a:lnTo>
                  <a:pt x="697474" y="58123"/>
                </a:lnTo>
                <a:lnTo>
                  <a:pt x="698043" y="58425"/>
                </a:lnTo>
                <a:lnTo>
                  <a:pt x="698597" y="58746"/>
                </a:lnTo>
                <a:lnTo>
                  <a:pt x="699136" y="59087"/>
                </a:lnTo>
                <a:lnTo>
                  <a:pt x="699660" y="59447"/>
                </a:lnTo>
                <a:lnTo>
                  <a:pt x="700169" y="59827"/>
                </a:lnTo>
                <a:lnTo>
                  <a:pt x="700663" y="60227"/>
                </a:lnTo>
                <a:lnTo>
                  <a:pt x="701142" y="60645"/>
                </a:lnTo>
                <a:lnTo>
                  <a:pt x="701605" y="61084"/>
                </a:lnTo>
                <a:lnTo>
                  <a:pt x="702054" y="61541"/>
                </a:lnTo>
                <a:lnTo>
                  <a:pt x="702486" y="62017"/>
                </a:lnTo>
                <a:lnTo>
                  <a:pt x="702899" y="62508"/>
                </a:lnTo>
                <a:lnTo>
                  <a:pt x="703295" y="63016"/>
                </a:lnTo>
                <a:lnTo>
                  <a:pt x="703671" y="63540"/>
                </a:lnTo>
                <a:lnTo>
                  <a:pt x="704030" y="64080"/>
                </a:lnTo>
                <a:lnTo>
                  <a:pt x="704370" y="64636"/>
                </a:lnTo>
                <a:lnTo>
                  <a:pt x="704692" y="65209"/>
                </a:lnTo>
                <a:lnTo>
                  <a:pt x="704995" y="65798"/>
                </a:lnTo>
                <a:lnTo>
                  <a:pt x="705280" y="66402"/>
                </a:lnTo>
                <a:lnTo>
                  <a:pt x="705546" y="67023"/>
                </a:lnTo>
                <a:lnTo>
                  <a:pt x="705795" y="67661"/>
                </a:lnTo>
                <a:lnTo>
                  <a:pt x="706024" y="68314"/>
                </a:lnTo>
                <a:lnTo>
                  <a:pt x="706236" y="68984"/>
                </a:lnTo>
                <a:lnTo>
                  <a:pt x="706429" y="69669"/>
                </a:lnTo>
                <a:lnTo>
                  <a:pt x="706603" y="70371"/>
                </a:lnTo>
                <a:lnTo>
                  <a:pt x="706760" y="71089"/>
                </a:lnTo>
                <a:lnTo>
                  <a:pt x="706898" y="71824"/>
                </a:lnTo>
                <a:lnTo>
                  <a:pt x="707017" y="72574"/>
                </a:lnTo>
                <a:lnTo>
                  <a:pt x="707118" y="73341"/>
                </a:lnTo>
                <a:lnTo>
                  <a:pt x="707201" y="74124"/>
                </a:lnTo>
                <a:lnTo>
                  <a:pt x="707265" y="74923"/>
                </a:lnTo>
                <a:lnTo>
                  <a:pt x="707311" y="75738"/>
                </a:lnTo>
                <a:lnTo>
                  <a:pt x="707339" y="76569"/>
                </a:lnTo>
                <a:lnTo>
                  <a:pt x="707348" y="77417"/>
                </a:lnTo>
                <a:lnTo>
                  <a:pt x="707348" y="81841"/>
                </a:lnTo>
                <a:lnTo>
                  <a:pt x="666901" y="81841"/>
                </a:lnTo>
                <a:lnTo>
                  <a:pt x="666901" y="77417"/>
                </a:lnTo>
                <a:lnTo>
                  <a:pt x="666911" y="76569"/>
                </a:lnTo>
                <a:close/>
                <a:moveTo>
                  <a:pt x="878457" y="134018"/>
                </a:moveTo>
                <a:lnTo>
                  <a:pt x="879515" y="133896"/>
                </a:lnTo>
                <a:lnTo>
                  <a:pt x="880557" y="133751"/>
                </a:lnTo>
                <a:lnTo>
                  <a:pt x="881583" y="133585"/>
                </a:lnTo>
                <a:lnTo>
                  <a:pt x="882593" y="133396"/>
                </a:lnTo>
                <a:lnTo>
                  <a:pt x="883588" y="133185"/>
                </a:lnTo>
                <a:lnTo>
                  <a:pt x="884566" y="132952"/>
                </a:lnTo>
                <a:lnTo>
                  <a:pt x="885528" y="132696"/>
                </a:lnTo>
                <a:lnTo>
                  <a:pt x="886475" y="132418"/>
                </a:lnTo>
                <a:lnTo>
                  <a:pt x="887406" y="132118"/>
                </a:lnTo>
                <a:lnTo>
                  <a:pt x="888320" y="131796"/>
                </a:lnTo>
                <a:lnTo>
                  <a:pt x="889219" y="131452"/>
                </a:lnTo>
                <a:lnTo>
                  <a:pt x="890102" y="131085"/>
                </a:lnTo>
                <a:lnTo>
                  <a:pt x="890969" y="130697"/>
                </a:lnTo>
                <a:lnTo>
                  <a:pt x="891820" y="130286"/>
                </a:lnTo>
                <a:lnTo>
                  <a:pt x="892655" y="129852"/>
                </a:lnTo>
                <a:lnTo>
                  <a:pt x="893475" y="129397"/>
                </a:lnTo>
                <a:lnTo>
                  <a:pt x="894278" y="128919"/>
                </a:lnTo>
                <a:lnTo>
                  <a:pt x="895066" y="128419"/>
                </a:lnTo>
                <a:lnTo>
                  <a:pt x="895837" y="127897"/>
                </a:lnTo>
                <a:lnTo>
                  <a:pt x="896588" y="127356"/>
                </a:lnTo>
                <a:lnTo>
                  <a:pt x="897311" y="126800"/>
                </a:lnTo>
                <a:lnTo>
                  <a:pt x="898008" y="126227"/>
                </a:lnTo>
                <a:lnTo>
                  <a:pt x="898677" y="125639"/>
                </a:lnTo>
                <a:lnTo>
                  <a:pt x="899320" y="125036"/>
                </a:lnTo>
                <a:lnTo>
                  <a:pt x="899936" y="124417"/>
                </a:lnTo>
                <a:lnTo>
                  <a:pt x="900525" y="123782"/>
                </a:lnTo>
                <a:lnTo>
                  <a:pt x="901087" y="123131"/>
                </a:lnTo>
                <a:lnTo>
                  <a:pt x="901622" y="122465"/>
                </a:lnTo>
                <a:lnTo>
                  <a:pt x="902131" y="121783"/>
                </a:lnTo>
                <a:lnTo>
                  <a:pt x="902612" y="121086"/>
                </a:lnTo>
                <a:lnTo>
                  <a:pt x="903067" y="120373"/>
                </a:lnTo>
                <a:lnTo>
                  <a:pt x="903494" y="119644"/>
                </a:lnTo>
                <a:lnTo>
                  <a:pt x="903895" y="118900"/>
                </a:lnTo>
                <a:lnTo>
                  <a:pt x="904269" y="118140"/>
                </a:lnTo>
                <a:lnTo>
                  <a:pt x="904616" y="117365"/>
                </a:lnTo>
                <a:lnTo>
                  <a:pt x="904936" y="116573"/>
                </a:lnTo>
                <a:lnTo>
                  <a:pt x="905229" y="115767"/>
                </a:lnTo>
                <a:lnTo>
                  <a:pt x="905495" y="114944"/>
                </a:lnTo>
                <a:lnTo>
                  <a:pt x="905735" y="114106"/>
                </a:lnTo>
                <a:lnTo>
                  <a:pt x="905947" y="113252"/>
                </a:lnTo>
                <a:lnTo>
                  <a:pt x="906133" y="112383"/>
                </a:lnTo>
                <a:lnTo>
                  <a:pt x="906291" y="111498"/>
                </a:lnTo>
                <a:lnTo>
                  <a:pt x="906423" y="110597"/>
                </a:lnTo>
                <a:lnTo>
                  <a:pt x="892204" y="110597"/>
                </a:lnTo>
                <a:lnTo>
                  <a:pt x="892105" y="111028"/>
                </a:lnTo>
                <a:lnTo>
                  <a:pt x="891992" y="111451"/>
                </a:lnTo>
                <a:lnTo>
                  <a:pt x="891864" y="111867"/>
                </a:lnTo>
                <a:lnTo>
                  <a:pt x="891723" y="112276"/>
                </a:lnTo>
                <a:lnTo>
                  <a:pt x="891568" y="112677"/>
                </a:lnTo>
                <a:lnTo>
                  <a:pt x="891399" y="113071"/>
                </a:lnTo>
                <a:lnTo>
                  <a:pt x="891216" y="113457"/>
                </a:lnTo>
                <a:lnTo>
                  <a:pt x="891019" y="113836"/>
                </a:lnTo>
                <a:lnTo>
                  <a:pt x="890808" y="114208"/>
                </a:lnTo>
                <a:lnTo>
                  <a:pt x="890582" y="114572"/>
                </a:lnTo>
                <a:lnTo>
                  <a:pt x="890343" y="114929"/>
                </a:lnTo>
                <a:lnTo>
                  <a:pt x="890090" y="115278"/>
                </a:lnTo>
                <a:lnTo>
                  <a:pt x="889823" y="115620"/>
                </a:lnTo>
                <a:lnTo>
                  <a:pt x="889542" y="115955"/>
                </a:lnTo>
                <a:lnTo>
                  <a:pt x="889247" y="116282"/>
                </a:lnTo>
                <a:lnTo>
                  <a:pt x="888938" y="116602"/>
                </a:lnTo>
                <a:lnTo>
                  <a:pt x="888615" y="116914"/>
                </a:lnTo>
                <a:lnTo>
                  <a:pt x="888278" y="117219"/>
                </a:lnTo>
                <a:lnTo>
                  <a:pt x="887927" y="117516"/>
                </a:lnTo>
                <a:lnTo>
                  <a:pt x="887562" y="117807"/>
                </a:lnTo>
                <a:lnTo>
                  <a:pt x="887183" y="118089"/>
                </a:lnTo>
                <a:lnTo>
                  <a:pt x="886790" y="118364"/>
                </a:lnTo>
                <a:lnTo>
                  <a:pt x="886383" y="118632"/>
                </a:lnTo>
                <a:lnTo>
                  <a:pt x="885962" y="118893"/>
                </a:lnTo>
                <a:lnTo>
                  <a:pt x="885530" y="119144"/>
                </a:lnTo>
                <a:lnTo>
                  <a:pt x="885088" y="119385"/>
                </a:lnTo>
                <a:lnTo>
                  <a:pt x="884636" y="119615"/>
                </a:lnTo>
                <a:lnTo>
                  <a:pt x="884175" y="119834"/>
                </a:lnTo>
                <a:lnTo>
                  <a:pt x="883704" y="120043"/>
                </a:lnTo>
                <a:lnTo>
                  <a:pt x="883223" y="120241"/>
                </a:lnTo>
                <a:lnTo>
                  <a:pt x="882733" y="120428"/>
                </a:lnTo>
                <a:lnTo>
                  <a:pt x="882233" y="120604"/>
                </a:lnTo>
                <a:lnTo>
                  <a:pt x="881724" y="120770"/>
                </a:lnTo>
                <a:lnTo>
                  <a:pt x="881205" y="120925"/>
                </a:lnTo>
                <a:lnTo>
                  <a:pt x="880676" y="121070"/>
                </a:lnTo>
                <a:lnTo>
                  <a:pt x="880138" y="121204"/>
                </a:lnTo>
                <a:lnTo>
                  <a:pt x="879590" y="121327"/>
                </a:lnTo>
                <a:lnTo>
                  <a:pt x="879032" y="121439"/>
                </a:lnTo>
                <a:lnTo>
                  <a:pt x="878465" y="121541"/>
                </a:lnTo>
                <a:lnTo>
                  <a:pt x="877889" y="121632"/>
                </a:lnTo>
                <a:lnTo>
                  <a:pt x="877302" y="121712"/>
                </a:lnTo>
                <a:lnTo>
                  <a:pt x="876707" y="121781"/>
                </a:lnTo>
                <a:lnTo>
                  <a:pt x="876101" y="121840"/>
                </a:lnTo>
                <a:lnTo>
                  <a:pt x="875486" y="121888"/>
                </a:lnTo>
                <a:lnTo>
                  <a:pt x="874861" y="121926"/>
                </a:lnTo>
                <a:lnTo>
                  <a:pt x="874227" y="121952"/>
                </a:lnTo>
                <a:lnTo>
                  <a:pt x="873583" y="121968"/>
                </a:lnTo>
                <a:lnTo>
                  <a:pt x="872929" y="121974"/>
                </a:lnTo>
                <a:lnTo>
                  <a:pt x="872172" y="121964"/>
                </a:lnTo>
                <a:lnTo>
                  <a:pt x="871427" y="121935"/>
                </a:lnTo>
                <a:lnTo>
                  <a:pt x="870695" y="121886"/>
                </a:lnTo>
                <a:lnTo>
                  <a:pt x="869976" y="121818"/>
                </a:lnTo>
                <a:lnTo>
                  <a:pt x="869269" y="121730"/>
                </a:lnTo>
                <a:lnTo>
                  <a:pt x="868575" y="121623"/>
                </a:lnTo>
                <a:lnTo>
                  <a:pt x="867893" y="121497"/>
                </a:lnTo>
                <a:lnTo>
                  <a:pt x="867224" y="121351"/>
                </a:lnTo>
                <a:lnTo>
                  <a:pt x="866568" y="121185"/>
                </a:lnTo>
                <a:lnTo>
                  <a:pt x="865924" y="121000"/>
                </a:lnTo>
                <a:lnTo>
                  <a:pt x="865293" y="120795"/>
                </a:lnTo>
                <a:lnTo>
                  <a:pt x="864674" y="120571"/>
                </a:lnTo>
                <a:lnTo>
                  <a:pt x="864068" y="120328"/>
                </a:lnTo>
                <a:lnTo>
                  <a:pt x="863475" y="120065"/>
                </a:lnTo>
                <a:lnTo>
                  <a:pt x="862894" y="119782"/>
                </a:lnTo>
                <a:lnTo>
                  <a:pt x="862326" y="119480"/>
                </a:lnTo>
                <a:lnTo>
                  <a:pt x="861770" y="119159"/>
                </a:lnTo>
                <a:lnTo>
                  <a:pt x="861228" y="118818"/>
                </a:lnTo>
                <a:lnTo>
                  <a:pt x="860697" y="118458"/>
                </a:lnTo>
                <a:lnTo>
                  <a:pt x="860180" y="118078"/>
                </a:lnTo>
                <a:lnTo>
                  <a:pt x="859675" y="117679"/>
                </a:lnTo>
                <a:lnTo>
                  <a:pt x="859182" y="117260"/>
                </a:lnTo>
                <a:lnTo>
                  <a:pt x="858702" y="116822"/>
                </a:lnTo>
                <a:lnTo>
                  <a:pt x="858235" y="116364"/>
                </a:lnTo>
                <a:lnTo>
                  <a:pt x="857784" y="115889"/>
                </a:lnTo>
                <a:lnTo>
                  <a:pt x="857352" y="115401"/>
                </a:lnTo>
                <a:lnTo>
                  <a:pt x="856939" y="114898"/>
                </a:lnTo>
                <a:lnTo>
                  <a:pt x="856545" y="114382"/>
                </a:lnTo>
                <a:lnTo>
                  <a:pt x="856171" y="113852"/>
                </a:lnTo>
                <a:lnTo>
                  <a:pt x="855816" y="113307"/>
                </a:lnTo>
                <a:lnTo>
                  <a:pt x="855480" y="112749"/>
                </a:lnTo>
                <a:lnTo>
                  <a:pt x="855163" y="112176"/>
                </a:lnTo>
                <a:lnTo>
                  <a:pt x="854865" y="111590"/>
                </a:lnTo>
                <a:lnTo>
                  <a:pt x="854587" y="110990"/>
                </a:lnTo>
                <a:lnTo>
                  <a:pt x="854328" y="110376"/>
                </a:lnTo>
                <a:lnTo>
                  <a:pt x="854087" y="109747"/>
                </a:lnTo>
                <a:lnTo>
                  <a:pt x="853867" y="109105"/>
                </a:lnTo>
                <a:lnTo>
                  <a:pt x="853665" y="108449"/>
                </a:lnTo>
                <a:lnTo>
                  <a:pt x="853483" y="107779"/>
                </a:lnTo>
                <a:lnTo>
                  <a:pt x="853319" y="107094"/>
                </a:lnTo>
                <a:lnTo>
                  <a:pt x="853175" y="106396"/>
                </a:lnTo>
                <a:lnTo>
                  <a:pt x="853051" y="105684"/>
                </a:lnTo>
                <a:lnTo>
                  <a:pt x="852945" y="104958"/>
                </a:lnTo>
                <a:lnTo>
                  <a:pt x="852858" y="104218"/>
                </a:lnTo>
                <a:lnTo>
                  <a:pt x="852791" y="103464"/>
                </a:lnTo>
                <a:lnTo>
                  <a:pt x="852743" y="102696"/>
                </a:lnTo>
                <a:lnTo>
                  <a:pt x="852714" y="101914"/>
                </a:lnTo>
                <a:lnTo>
                  <a:pt x="852705" y="101118"/>
                </a:lnTo>
                <a:lnTo>
                  <a:pt x="852705" y="92902"/>
                </a:lnTo>
                <a:lnTo>
                  <a:pt x="907057" y="92902"/>
                </a:lnTo>
                <a:lnTo>
                  <a:pt x="907057" y="77417"/>
                </a:lnTo>
                <a:lnTo>
                  <a:pt x="907050" y="76579"/>
                </a:lnTo>
                <a:lnTo>
                  <a:pt x="907028" y="75750"/>
                </a:lnTo>
                <a:lnTo>
                  <a:pt x="906990" y="74931"/>
                </a:lnTo>
                <a:lnTo>
                  <a:pt x="906939" y="74121"/>
                </a:lnTo>
                <a:lnTo>
                  <a:pt x="906872" y="73320"/>
                </a:lnTo>
                <a:lnTo>
                  <a:pt x="906790" y="72529"/>
                </a:lnTo>
                <a:lnTo>
                  <a:pt x="906694" y="71747"/>
                </a:lnTo>
                <a:lnTo>
                  <a:pt x="906583" y="70974"/>
                </a:lnTo>
                <a:lnTo>
                  <a:pt x="906457" y="70211"/>
                </a:lnTo>
                <a:lnTo>
                  <a:pt x="906316" y="69457"/>
                </a:lnTo>
                <a:lnTo>
                  <a:pt x="906161" y="68712"/>
                </a:lnTo>
                <a:lnTo>
                  <a:pt x="905990" y="67977"/>
                </a:lnTo>
                <a:lnTo>
                  <a:pt x="905805" y="67251"/>
                </a:lnTo>
                <a:lnTo>
                  <a:pt x="905605" y="66534"/>
                </a:lnTo>
                <a:lnTo>
                  <a:pt x="905390" y="65827"/>
                </a:lnTo>
                <a:lnTo>
                  <a:pt x="905161" y="65129"/>
                </a:lnTo>
                <a:lnTo>
                  <a:pt x="904916" y="64440"/>
                </a:lnTo>
                <a:lnTo>
                  <a:pt x="904657" y="63761"/>
                </a:lnTo>
                <a:lnTo>
                  <a:pt x="904383" y="63091"/>
                </a:lnTo>
                <a:lnTo>
                  <a:pt x="904094" y="62430"/>
                </a:lnTo>
                <a:lnTo>
                  <a:pt x="903790" y="61779"/>
                </a:lnTo>
                <a:lnTo>
                  <a:pt x="903472" y="61137"/>
                </a:lnTo>
                <a:lnTo>
                  <a:pt x="903138" y="60504"/>
                </a:lnTo>
                <a:lnTo>
                  <a:pt x="902790" y="59880"/>
                </a:lnTo>
                <a:lnTo>
                  <a:pt x="902429" y="59267"/>
                </a:lnTo>
                <a:lnTo>
                  <a:pt x="902056" y="58666"/>
                </a:lnTo>
                <a:lnTo>
                  <a:pt x="901671" y="58076"/>
                </a:lnTo>
                <a:lnTo>
                  <a:pt x="901274" y="57497"/>
                </a:lnTo>
                <a:lnTo>
                  <a:pt x="900865" y="56930"/>
                </a:lnTo>
                <a:lnTo>
                  <a:pt x="900445" y="56375"/>
                </a:lnTo>
                <a:lnTo>
                  <a:pt x="900013" y="55831"/>
                </a:lnTo>
                <a:lnTo>
                  <a:pt x="899569" y="55299"/>
                </a:lnTo>
                <a:lnTo>
                  <a:pt x="899113" y="54778"/>
                </a:lnTo>
                <a:lnTo>
                  <a:pt x="898646" y="54268"/>
                </a:lnTo>
                <a:lnTo>
                  <a:pt x="898167" y="53771"/>
                </a:lnTo>
                <a:lnTo>
                  <a:pt x="897675" y="53284"/>
                </a:lnTo>
                <a:lnTo>
                  <a:pt x="897172" y="52809"/>
                </a:lnTo>
                <a:lnTo>
                  <a:pt x="896658" y="52346"/>
                </a:lnTo>
                <a:lnTo>
                  <a:pt x="896131" y="51894"/>
                </a:lnTo>
                <a:lnTo>
                  <a:pt x="895593" y="51454"/>
                </a:lnTo>
                <a:lnTo>
                  <a:pt x="895043" y="51025"/>
                </a:lnTo>
                <a:lnTo>
                  <a:pt x="894481" y="50608"/>
                </a:lnTo>
                <a:lnTo>
                  <a:pt x="893907" y="50203"/>
                </a:lnTo>
                <a:lnTo>
                  <a:pt x="893321" y="49808"/>
                </a:lnTo>
                <a:lnTo>
                  <a:pt x="892724" y="49426"/>
                </a:lnTo>
                <a:lnTo>
                  <a:pt x="892115" y="49055"/>
                </a:lnTo>
                <a:lnTo>
                  <a:pt x="891494" y="48695"/>
                </a:lnTo>
                <a:lnTo>
                  <a:pt x="890861" y="48347"/>
                </a:lnTo>
                <a:lnTo>
                  <a:pt x="890218" y="48012"/>
                </a:lnTo>
                <a:lnTo>
                  <a:pt x="889566" y="47691"/>
                </a:lnTo>
                <a:lnTo>
                  <a:pt x="888905" y="47384"/>
                </a:lnTo>
                <a:lnTo>
                  <a:pt x="888235" y="47092"/>
                </a:lnTo>
                <a:lnTo>
                  <a:pt x="887556" y="46814"/>
                </a:lnTo>
                <a:lnTo>
                  <a:pt x="886867" y="46550"/>
                </a:lnTo>
                <a:lnTo>
                  <a:pt x="886170" y="46300"/>
                </a:lnTo>
                <a:lnTo>
                  <a:pt x="885464" y="46065"/>
                </a:lnTo>
                <a:lnTo>
                  <a:pt x="884748" y="45844"/>
                </a:lnTo>
                <a:lnTo>
                  <a:pt x="884024" y="45637"/>
                </a:lnTo>
                <a:lnTo>
                  <a:pt x="883290" y="45444"/>
                </a:lnTo>
                <a:lnTo>
                  <a:pt x="882547" y="45266"/>
                </a:lnTo>
                <a:lnTo>
                  <a:pt x="881796" y="45102"/>
                </a:lnTo>
                <a:lnTo>
                  <a:pt x="881035" y="44952"/>
                </a:lnTo>
                <a:lnTo>
                  <a:pt x="880265" y="44817"/>
                </a:lnTo>
                <a:lnTo>
                  <a:pt x="879486" y="44695"/>
                </a:lnTo>
                <a:lnTo>
                  <a:pt x="878698" y="44588"/>
                </a:lnTo>
                <a:lnTo>
                  <a:pt x="877901" y="44496"/>
                </a:lnTo>
                <a:lnTo>
                  <a:pt x="877095" y="44417"/>
                </a:lnTo>
                <a:lnTo>
                  <a:pt x="876280" y="44353"/>
                </a:lnTo>
                <a:lnTo>
                  <a:pt x="875456" y="44303"/>
                </a:lnTo>
                <a:lnTo>
                  <a:pt x="874623" y="44267"/>
                </a:lnTo>
                <a:lnTo>
                  <a:pt x="873781" y="44246"/>
                </a:lnTo>
                <a:lnTo>
                  <a:pt x="872929" y="44239"/>
                </a:lnTo>
                <a:lnTo>
                  <a:pt x="872078" y="44246"/>
                </a:lnTo>
                <a:lnTo>
                  <a:pt x="871236" y="44268"/>
                </a:lnTo>
                <a:lnTo>
                  <a:pt x="870403" y="44304"/>
                </a:lnTo>
                <a:lnTo>
                  <a:pt x="869578" y="44355"/>
                </a:lnTo>
                <a:lnTo>
                  <a:pt x="868763" y="44421"/>
                </a:lnTo>
                <a:lnTo>
                  <a:pt x="867957" y="44501"/>
                </a:lnTo>
                <a:lnTo>
                  <a:pt x="867160" y="44595"/>
                </a:lnTo>
                <a:lnTo>
                  <a:pt x="866372" y="44704"/>
                </a:lnTo>
                <a:lnTo>
                  <a:pt x="865593" y="44828"/>
                </a:lnTo>
                <a:lnTo>
                  <a:pt x="864823" y="44966"/>
                </a:lnTo>
                <a:lnTo>
                  <a:pt x="864063" y="45119"/>
                </a:lnTo>
                <a:lnTo>
                  <a:pt x="863311" y="45286"/>
                </a:lnTo>
                <a:lnTo>
                  <a:pt x="862568" y="45468"/>
                </a:lnTo>
                <a:lnTo>
                  <a:pt x="861834" y="45664"/>
                </a:lnTo>
                <a:lnTo>
                  <a:pt x="861110" y="45875"/>
                </a:lnTo>
                <a:lnTo>
                  <a:pt x="860394" y="46100"/>
                </a:lnTo>
                <a:lnTo>
                  <a:pt x="859688" y="46340"/>
                </a:lnTo>
                <a:lnTo>
                  <a:pt x="858990" y="46594"/>
                </a:lnTo>
                <a:lnTo>
                  <a:pt x="858302" y="46863"/>
                </a:lnTo>
                <a:lnTo>
                  <a:pt x="857622" y="47147"/>
                </a:lnTo>
                <a:lnTo>
                  <a:pt x="856952" y="47445"/>
                </a:lnTo>
                <a:lnTo>
                  <a:pt x="856291" y="47758"/>
                </a:lnTo>
                <a:lnTo>
                  <a:pt x="855638" y="48085"/>
                </a:lnTo>
                <a:lnTo>
                  <a:pt x="854995" y="48426"/>
                </a:lnTo>
                <a:lnTo>
                  <a:pt x="854363" y="48781"/>
                </a:lnTo>
                <a:lnTo>
                  <a:pt x="853742" y="49149"/>
                </a:lnTo>
                <a:lnTo>
                  <a:pt x="853133" y="49528"/>
                </a:lnTo>
                <a:lnTo>
                  <a:pt x="852536" y="49920"/>
                </a:lnTo>
                <a:lnTo>
                  <a:pt x="851950" y="50325"/>
                </a:lnTo>
                <a:lnTo>
                  <a:pt x="851376" y="50741"/>
                </a:lnTo>
                <a:lnTo>
                  <a:pt x="850815" y="51171"/>
                </a:lnTo>
                <a:lnTo>
                  <a:pt x="850265" y="51612"/>
                </a:lnTo>
                <a:lnTo>
                  <a:pt x="849726" y="52066"/>
                </a:lnTo>
                <a:lnTo>
                  <a:pt x="849200" y="52532"/>
                </a:lnTo>
                <a:lnTo>
                  <a:pt x="848685" y="53010"/>
                </a:lnTo>
                <a:lnTo>
                  <a:pt x="848182" y="53501"/>
                </a:lnTo>
                <a:lnTo>
                  <a:pt x="847691" y="54004"/>
                </a:lnTo>
                <a:lnTo>
                  <a:pt x="847212" y="54520"/>
                </a:lnTo>
                <a:lnTo>
                  <a:pt x="846744" y="55048"/>
                </a:lnTo>
                <a:lnTo>
                  <a:pt x="846288" y="55588"/>
                </a:lnTo>
                <a:lnTo>
                  <a:pt x="845844" y="56141"/>
                </a:lnTo>
                <a:lnTo>
                  <a:pt x="845412" y="56706"/>
                </a:lnTo>
                <a:lnTo>
                  <a:pt x="844992" y="57283"/>
                </a:lnTo>
                <a:lnTo>
                  <a:pt x="844583" y="57873"/>
                </a:lnTo>
                <a:lnTo>
                  <a:pt x="844186" y="58475"/>
                </a:lnTo>
                <a:lnTo>
                  <a:pt x="843801" y="59089"/>
                </a:lnTo>
                <a:lnTo>
                  <a:pt x="843428" y="59716"/>
                </a:lnTo>
                <a:lnTo>
                  <a:pt x="843066" y="60355"/>
                </a:lnTo>
                <a:lnTo>
                  <a:pt x="842718" y="61006"/>
                </a:lnTo>
                <a:lnTo>
                  <a:pt x="842385" y="61667"/>
                </a:lnTo>
                <a:lnTo>
                  <a:pt x="842067" y="62340"/>
                </a:lnTo>
                <a:lnTo>
                  <a:pt x="841763" y="63023"/>
                </a:lnTo>
                <a:lnTo>
                  <a:pt x="841474" y="63718"/>
                </a:lnTo>
                <a:lnTo>
                  <a:pt x="841200" y="64423"/>
                </a:lnTo>
                <a:lnTo>
                  <a:pt x="840941" y="65140"/>
                </a:lnTo>
                <a:lnTo>
                  <a:pt x="840697" y="65867"/>
                </a:lnTo>
                <a:lnTo>
                  <a:pt x="840467" y="66606"/>
                </a:lnTo>
                <a:lnTo>
                  <a:pt x="840253" y="67355"/>
                </a:lnTo>
                <a:lnTo>
                  <a:pt x="840053" y="68115"/>
                </a:lnTo>
                <a:lnTo>
                  <a:pt x="839868" y="68887"/>
                </a:lnTo>
                <a:lnTo>
                  <a:pt x="839697" y="69669"/>
                </a:lnTo>
                <a:lnTo>
                  <a:pt x="839542" y="70462"/>
                </a:lnTo>
                <a:lnTo>
                  <a:pt x="839401" y="71266"/>
                </a:lnTo>
                <a:lnTo>
                  <a:pt x="839275" y="72082"/>
                </a:lnTo>
                <a:lnTo>
                  <a:pt x="839164" y="72908"/>
                </a:lnTo>
                <a:lnTo>
                  <a:pt x="839068" y="73745"/>
                </a:lnTo>
                <a:lnTo>
                  <a:pt x="838987" y="74593"/>
                </a:lnTo>
                <a:lnTo>
                  <a:pt x="838920" y="75452"/>
                </a:lnTo>
                <a:lnTo>
                  <a:pt x="838868" y="76322"/>
                </a:lnTo>
                <a:lnTo>
                  <a:pt x="838831" y="77203"/>
                </a:lnTo>
                <a:lnTo>
                  <a:pt x="838809" y="78095"/>
                </a:lnTo>
                <a:lnTo>
                  <a:pt x="838802" y="78998"/>
                </a:lnTo>
                <a:lnTo>
                  <a:pt x="838802" y="99536"/>
                </a:lnTo>
                <a:lnTo>
                  <a:pt x="838809" y="100427"/>
                </a:lnTo>
                <a:lnTo>
                  <a:pt x="838831" y="101307"/>
                </a:lnTo>
                <a:lnTo>
                  <a:pt x="838868" y="102177"/>
                </a:lnTo>
                <a:lnTo>
                  <a:pt x="838920" y="103037"/>
                </a:lnTo>
                <a:lnTo>
                  <a:pt x="838987" y="103886"/>
                </a:lnTo>
                <a:lnTo>
                  <a:pt x="839068" y="104726"/>
                </a:lnTo>
                <a:lnTo>
                  <a:pt x="839164" y="105555"/>
                </a:lnTo>
                <a:lnTo>
                  <a:pt x="839275" y="106375"/>
                </a:lnTo>
                <a:lnTo>
                  <a:pt x="839401" y="107184"/>
                </a:lnTo>
                <a:lnTo>
                  <a:pt x="839542" y="107983"/>
                </a:lnTo>
                <a:lnTo>
                  <a:pt x="839697" y="108772"/>
                </a:lnTo>
                <a:lnTo>
                  <a:pt x="839868" y="109550"/>
                </a:lnTo>
                <a:lnTo>
                  <a:pt x="840053" y="110319"/>
                </a:lnTo>
                <a:lnTo>
                  <a:pt x="840253" y="111077"/>
                </a:lnTo>
                <a:lnTo>
                  <a:pt x="840467" y="111825"/>
                </a:lnTo>
                <a:lnTo>
                  <a:pt x="840697" y="112563"/>
                </a:lnTo>
                <a:lnTo>
                  <a:pt x="840941" y="113291"/>
                </a:lnTo>
                <a:lnTo>
                  <a:pt x="841200" y="114009"/>
                </a:lnTo>
                <a:lnTo>
                  <a:pt x="841474" y="114716"/>
                </a:lnTo>
                <a:lnTo>
                  <a:pt x="841763" y="115414"/>
                </a:lnTo>
                <a:lnTo>
                  <a:pt x="842067" y="116101"/>
                </a:lnTo>
                <a:lnTo>
                  <a:pt x="842385" y="116778"/>
                </a:lnTo>
                <a:lnTo>
                  <a:pt x="842718" y="117445"/>
                </a:lnTo>
                <a:lnTo>
                  <a:pt x="843066" y="118102"/>
                </a:lnTo>
                <a:lnTo>
                  <a:pt x="843428" y="118747"/>
                </a:lnTo>
                <a:lnTo>
                  <a:pt x="843801" y="119380"/>
                </a:lnTo>
                <a:lnTo>
                  <a:pt x="844186" y="120000"/>
                </a:lnTo>
                <a:lnTo>
                  <a:pt x="844583" y="120608"/>
                </a:lnTo>
                <a:lnTo>
                  <a:pt x="844992" y="121203"/>
                </a:lnTo>
                <a:lnTo>
                  <a:pt x="845412" y="121785"/>
                </a:lnTo>
                <a:lnTo>
                  <a:pt x="845844" y="122355"/>
                </a:lnTo>
                <a:lnTo>
                  <a:pt x="846288" y="122912"/>
                </a:lnTo>
                <a:lnTo>
                  <a:pt x="846744" y="123457"/>
                </a:lnTo>
                <a:lnTo>
                  <a:pt x="847212" y="123989"/>
                </a:lnTo>
                <a:lnTo>
                  <a:pt x="847691" y="124508"/>
                </a:lnTo>
                <a:lnTo>
                  <a:pt x="848182" y="125015"/>
                </a:lnTo>
                <a:lnTo>
                  <a:pt x="848685" y="125509"/>
                </a:lnTo>
                <a:lnTo>
                  <a:pt x="849200" y="125990"/>
                </a:lnTo>
                <a:lnTo>
                  <a:pt x="849726" y="126459"/>
                </a:lnTo>
                <a:lnTo>
                  <a:pt x="850265" y="126915"/>
                </a:lnTo>
                <a:lnTo>
                  <a:pt x="850815" y="127359"/>
                </a:lnTo>
                <a:lnTo>
                  <a:pt x="851376" y="127790"/>
                </a:lnTo>
                <a:lnTo>
                  <a:pt x="851950" y="128208"/>
                </a:lnTo>
                <a:lnTo>
                  <a:pt x="852536" y="128614"/>
                </a:lnTo>
                <a:lnTo>
                  <a:pt x="853133" y="129007"/>
                </a:lnTo>
                <a:lnTo>
                  <a:pt x="853742" y="129387"/>
                </a:lnTo>
                <a:lnTo>
                  <a:pt x="854363" y="129755"/>
                </a:lnTo>
                <a:lnTo>
                  <a:pt x="854995" y="130110"/>
                </a:lnTo>
                <a:lnTo>
                  <a:pt x="855638" y="130452"/>
                </a:lnTo>
                <a:lnTo>
                  <a:pt x="856291" y="130779"/>
                </a:lnTo>
                <a:lnTo>
                  <a:pt x="856952" y="131091"/>
                </a:lnTo>
                <a:lnTo>
                  <a:pt x="857622" y="131389"/>
                </a:lnTo>
                <a:lnTo>
                  <a:pt x="858302" y="131673"/>
                </a:lnTo>
                <a:lnTo>
                  <a:pt x="858990" y="131941"/>
                </a:lnTo>
                <a:lnTo>
                  <a:pt x="859688" y="132196"/>
                </a:lnTo>
                <a:lnTo>
                  <a:pt x="860394" y="132436"/>
                </a:lnTo>
                <a:lnTo>
                  <a:pt x="861110" y="132661"/>
                </a:lnTo>
                <a:lnTo>
                  <a:pt x="861834" y="132871"/>
                </a:lnTo>
                <a:lnTo>
                  <a:pt x="862568" y="133068"/>
                </a:lnTo>
                <a:lnTo>
                  <a:pt x="863311" y="133249"/>
                </a:lnTo>
                <a:lnTo>
                  <a:pt x="864063" y="133416"/>
                </a:lnTo>
                <a:lnTo>
                  <a:pt x="864823" y="133569"/>
                </a:lnTo>
                <a:lnTo>
                  <a:pt x="865593" y="133707"/>
                </a:lnTo>
                <a:lnTo>
                  <a:pt x="866372" y="133831"/>
                </a:lnTo>
                <a:lnTo>
                  <a:pt x="867160" y="133940"/>
                </a:lnTo>
                <a:lnTo>
                  <a:pt x="867957" y="134034"/>
                </a:lnTo>
                <a:lnTo>
                  <a:pt x="868763" y="134114"/>
                </a:lnTo>
                <a:lnTo>
                  <a:pt x="869578" y="134179"/>
                </a:lnTo>
                <a:lnTo>
                  <a:pt x="870403" y="134230"/>
                </a:lnTo>
                <a:lnTo>
                  <a:pt x="871236" y="134267"/>
                </a:lnTo>
                <a:lnTo>
                  <a:pt x="872078" y="134288"/>
                </a:lnTo>
                <a:lnTo>
                  <a:pt x="872929" y="134296"/>
                </a:lnTo>
                <a:lnTo>
                  <a:pt x="874067" y="134285"/>
                </a:lnTo>
                <a:lnTo>
                  <a:pt x="875188" y="134251"/>
                </a:lnTo>
                <a:lnTo>
                  <a:pt x="876294" y="134196"/>
                </a:lnTo>
                <a:lnTo>
                  <a:pt x="877384" y="134118"/>
                </a:lnTo>
                <a:lnTo>
                  <a:pt x="878457" y="134018"/>
                </a:lnTo>
                <a:close/>
                <a:moveTo>
                  <a:pt x="852714" y="76569"/>
                </a:moveTo>
                <a:lnTo>
                  <a:pt x="852742" y="75738"/>
                </a:lnTo>
                <a:lnTo>
                  <a:pt x="852788" y="74923"/>
                </a:lnTo>
                <a:lnTo>
                  <a:pt x="852852" y="74124"/>
                </a:lnTo>
                <a:lnTo>
                  <a:pt x="852935" y="73341"/>
                </a:lnTo>
                <a:lnTo>
                  <a:pt x="853036" y="72574"/>
                </a:lnTo>
                <a:lnTo>
                  <a:pt x="853155" y="71824"/>
                </a:lnTo>
                <a:lnTo>
                  <a:pt x="853293" y="71089"/>
                </a:lnTo>
                <a:lnTo>
                  <a:pt x="853449" y="70371"/>
                </a:lnTo>
                <a:lnTo>
                  <a:pt x="853624" y="69669"/>
                </a:lnTo>
                <a:lnTo>
                  <a:pt x="853816" y="68984"/>
                </a:lnTo>
                <a:lnTo>
                  <a:pt x="854028" y="68314"/>
                </a:lnTo>
                <a:lnTo>
                  <a:pt x="854257" y="67661"/>
                </a:lnTo>
                <a:lnTo>
                  <a:pt x="854506" y="67023"/>
                </a:lnTo>
                <a:lnTo>
                  <a:pt x="854772" y="66402"/>
                </a:lnTo>
                <a:lnTo>
                  <a:pt x="855057" y="65798"/>
                </a:lnTo>
                <a:lnTo>
                  <a:pt x="855360" y="65209"/>
                </a:lnTo>
                <a:lnTo>
                  <a:pt x="855681" y="64636"/>
                </a:lnTo>
                <a:lnTo>
                  <a:pt x="856021" y="64080"/>
                </a:lnTo>
                <a:lnTo>
                  <a:pt x="856380" y="63540"/>
                </a:lnTo>
                <a:lnTo>
                  <a:pt x="856756" y="63016"/>
                </a:lnTo>
                <a:lnTo>
                  <a:pt x="857151" y="62508"/>
                </a:lnTo>
                <a:lnTo>
                  <a:pt x="857565" y="62017"/>
                </a:lnTo>
                <a:lnTo>
                  <a:pt x="857997" y="61541"/>
                </a:lnTo>
                <a:lnTo>
                  <a:pt x="858445" y="61084"/>
                </a:lnTo>
                <a:lnTo>
                  <a:pt x="858909" y="60645"/>
                </a:lnTo>
                <a:lnTo>
                  <a:pt x="859388" y="60227"/>
                </a:lnTo>
                <a:lnTo>
                  <a:pt x="859882" y="59827"/>
                </a:lnTo>
                <a:lnTo>
                  <a:pt x="860391" y="59447"/>
                </a:lnTo>
                <a:lnTo>
                  <a:pt x="860915" y="59087"/>
                </a:lnTo>
                <a:lnTo>
                  <a:pt x="861454" y="58746"/>
                </a:lnTo>
                <a:lnTo>
                  <a:pt x="862009" y="58425"/>
                </a:lnTo>
                <a:lnTo>
                  <a:pt x="862578" y="58123"/>
                </a:lnTo>
                <a:lnTo>
                  <a:pt x="863163" y="57840"/>
                </a:lnTo>
                <a:lnTo>
                  <a:pt x="863762" y="57577"/>
                </a:lnTo>
                <a:lnTo>
                  <a:pt x="864377" y="57334"/>
                </a:lnTo>
                <a:lnTo>
                  <a:pt x="865007" y="57110"/>
                </a:lnTo>
                <a:lnTo>
                  <a:pt x="865651" y="56905"/>
                </a:lnTo>
                <a:lnTo>
                  <a:pt x="866311" y="56720"/>
                </a:lnTo>
                <a:lnTo>
                  <a:pt x="866986" y="56555"/>
                </a:lnTo>
                <a:lnTo>
                  <a:pt x="867676" y="56409"/>
                </a:lnTo>
                <a:lnTo>
                  <a:pt x="868382" y="56282"/>
                </a:lnTo>
                <a:lnTo>
                  <a:pt x="869102" y="56175"/>
                </a:lnTo>
                <a:lnTo>
                  <a:pt x="869837" y="56087"/>
                </a:lnTo>
                <a:lnTo>
                  <a:pt x="870588" y="56019"/>
                </a:lnTo>
                <a:lnTo>
                  <a:pt x="871353" y="55970"/>
                </a:lnTo>
                <a:lnTo>
                  <a:pt x="872134" y="55941"/>
                </a:lnTo>
                <a:lnTo>
                  <a:pt x="872929" y="55931"/>
                </a:lnTo>
                <a:lnTo>
                  <a:pt x="873725" y="55941"/>
                </a:lnTo>
                <a:lnTo>
                  <a:pt x="874505" y="55970"/>
                </a:lnTo>
                <a:lnTo>
                  <a:pt x="875271" y="56019"/>
                </a:lnTo>
                <a:lnTo>
                  <a:pt x="876021" y="56087"/>
                </a:lnTo>
                <a:lnTo>
                  <a:pt x="876756" y="56175"/>
                </a:lnTo>
                <a:lnTo>
                  <a:pt x="877476" y="56282"/>
                </a:lnTo>
                <a:lnTo>
                  <a:pt x="878181" y="56409"/>
                </a:lnTo>
                <a:lnTo>
                  <a:pt x="878871" y="56555"/>
                </a:lnTo>
                <a:lnTo>
                  <a:pt x="879546" y="56720"/>
                </a:lnTo>
                <a:lnTo>
                  <a:pt x="880205" y="56905"/>
                </a:lnTo>
                <a:lnTo>
                  <a:pt x="880850" y="57110"/>
                </a:lnTo>
                <a:lnTo>
                  <a:pt x="881479" y="57334"/>
                </a:lnTo>
                <a:lnTo>
                  <a:pt x="882094" y="57577"/>
                </a:lnTo>
                <a:lnTo>
                  <a:pt x="882693" y="57840"/>
                </a:lnTo>
                <a:lnTo>
                  <a:pt x="883277" y="58123"/>
                </a:lnTo>
                <a:lnTo>
                  <a:pt x="883847" y="58425"/>
                </a:lnTo>
                <a:lnTo>
                  <a:pt x="884401" y="58746"/>
                </a:lnTo>
                <a:lnTo>
                  <a:pt x="884940" y="59087"/>
                </a:lnTo>
                <a:lnTo>
                  <a:pt x="885464" y="59447"/>
                </a:lnTo>
                <a:lnTo>
                  <a:pt x="885973" y="59827"/>
                </a:lnTo>
                <a:lnTo>
                  <a:pt x="886466" y="60227"/>
                </a:lnTo>
                <a:lnTo>
                  <a:pt x="886945" y="60645"/>
                </a:lnTo>
                <a:lnTo>
                  <a:pt x="887409" y="61084"/>
                </a:lnTo>
                <a:lnTo>
                  <a:pt x="887857" y="61541"/>
                </a:lnTo>
                <a:lnTo>
                  <a:pt x="888289" y="62017"/>
                </a:lnTo>
                <a:lnTo>
                  <a:pt x="888703" y="62508"/>
                </a:lnTo>
                <a:lnTo>
                  <a:pt x="889098" y="63016"/>
                </a:lnTo>
                <a:lnTo>
                  <a:pt x="889475" y="63540"/>
                </a:lnTo>
                <a:lnTo>
                  <a:pt x="889833" y="64080"/>
                </a:lnTo>
                <a:lnTo>
                  <a:pt x="890173" y="64636"/>
                </a:lnTo>
                <a:lnTo>
                  <a:pt x="890495" y="65209"/>
                </a:lnTo>
                <a:lnTo>
                  <a:pt x="890798" y="65798"/>
                </a:lnTo>
                <a:lnTo>
                  <a:pt x="891083" y="66402"/>
                </a:lnTo>
                <a:lnTo>
                  <a:pt x="891350" y="67023"/>
                </a:lnTo>
                <a:lnTo>
                  <a:pt x="891598" y="67661"/>
                </a:lnTo>
                <a:lnTo>
                  <a:pt x="891828" y="68314"/>
                </a:lnTo>
                <a:lnTo>
                  <a:pt x="892039" y="68984"/>
                </a:lnTo>
                <a:lnTo>
                  <a:pt x="892232" y="69669"/>
                </a:lnTo>
                <a:lnTo>
                  <a:pt x="892407" y="70371"/>
                </a:lnTo>
                <a:lnTo>
                  <a:pt x="892563" y="71089"/>
                </a:lnTo>
                <a:lnTo>
                  <a:pt x="892701" y="71824"/>
                </a:lnTo>
                <a:lnTo>
                  <a:pt x="892821" y="72574"/>
                </a:lnTo>
                <a:lnTo>
                  <a:pt x="892922" y="73341"/>
                </a:lnTo>
                <a:lnTo>
                  <a:pt x="893004" y="74124"/>
                </a:lnTo>
                <a:lnTo>
                  <a:pt x="893069" y="74923"/>
                </a:lnTo>
                <a:lnTo>
                  <a:pt x="893115" y="75738"/>
                </a:lnTo>
                <a:lnTo>
                  <a:pt x="893142" y="76569"/>
                </a:lnTo>
                <a:lnTo>
                  <a:pt x="893151" y="77417"/>
                </a:lnTo>
                <a:lnTo>
                  <a:pt x="893151" y="81841"/>
                </a:lnTo>
                <a:lnTo>
                  <a:pt x="852705" y="81841"/>
                </a:lnTo>
                <a:lnTo>
                  <a:pt x="852705" y="77417"/>
                </a:lnTo>
                <a:lnTo>
                  <a:pt x="852714" y="76569"/>
                </a:lnTo>
                <a:close/>
                <a:moveTo>
                  <a:pt x="974994" y="133946"/>
                </a:moveTo>
                <a:lnTo>
                  <a:pt x="976135" y="133792"/>
                </a:lnTo>
                <a:lnTo>
                  <a:pt x="977256" y="133610"/>
                </a:lnTo>
                <a:lnTo>
                  <a:pt x="978356" y="133400"/>
                </a:lnTo>
                <a:lnTo>
                  <a:pt x="979437" y="133163"/>
                </a:lnTo>
                <a:lnTo>
                  <a:pt x="980498" y="132897"/>
                </a:lnTo>
                <a:lnTo>
                  <a:pt x="981538" y="132603"/>
                </a:lnTo>
                <a:lnTo>
                  <a:pt x="982559" y="132281"/>
                </a:lnTo>
                <a:lnTo>
                  <a:pt x="983559" y="131932"/>
                </a:lnTo>
                <a:lnTo>
                  <a:pt x="984540" y="131554"/>
                </a:lnTo>
                <a:lnTo>
                  <a:pt x="985500" y="131148"/>
                </a:lnTo>
                <a:lnTo>
                  <a:pt x="986441" y="130715"/>
                </a:lnTo>
                <a:lnTo>
                  <a:pt x="987361" y="130253"/>
                </a:lnTo>
                <a:lnTo>
                  <a:pt x="988262" y="129764"/>
                </a:lnTo>
                <a:lnTo>
                  <a:pt x="989142" y="129246"/>
                </a:lnTo>
                <a:lnTo>
                  <a:pt x="990002" y="128700"/>
                </a:lnTo>
                <a:lnTo>
                  <a:pt x="990843" y="128127"/>
                </a:lnTo>
                <a:lnTo>
                  <a:pt x="991663" y="127525"/>
                </a:lnTo>
                <a:lnTo>
                  <a:pt x="992463" y="126896"/>
                </a:lnTo>
                <a:lnTo>
                  <a:pt x="993243" y="126239"/>
                </a:lnTo>
                <a:lnTo>
                  <a:pt x="993999" y="125557"/>
                </a:lnTo>
                <a:lnTo>
                  <a:pt x="994723" y="124855"/>
                </a:lnTo>
                <a:lnTo>
                  <a:pt x="995417" y="124133"/>
                </a:lnTo>
                <a:lnTo>
                  <a:pt x="996081" y="123391"/>
                </a:lnTo>
                <a:lnTo>
                  <a:pt x="996714" y="122628"/>
                </a:lnTo>
                <a:lnTo>
                  <a:pt x="997317" y="121845"/>
                </a:lnTo>
                <a:lnTo>
                  <a:pt x="997889" y="121041"/>
                </a:lnTo>
                <a:lnTo>
                  <a:pt x="998431" y="120218"/>
                </a:lnTo>
                <a:lnTo>
                  <a:pt x="998942" y="119374"/>
                </a:lnTo>
                <a:lnTo>
                  <a:pt x="999423" y="118509"/>
                </a:lnTo>
                <a:lnTo>
                  <a:pt x="999874" y="117625"/>
                </a:lnTo>
                <a:lnTo>
                  <a:pt x="1000294" y="116720"/>
                </a:lnTo>
                <a:lnTo>
                  <a:pt x="1000684" y="115795"/>
                </a:lnTo>
                <a:lnTo>
                  <a:pt x="1001043" y="114849"/>
                </a:lnTo>
                <a:lnTo>
                  <a:pt x="1001371" y="113884"/>
                </a:lnTo>
                <a:lnTo>
                  <a:pt x="1001670" y="112898"/>
                </a:lnTo>
                <a:lnTo>
                  <a:pt x="1001937" y="111891"/>
                </a:lnTo>
                <a:lnTo>
                  <a:pt x="1002175" y="110865"/>
                </a:lnTo>
                <a:lnTo>
                  <a:pt x="1002382" y="109818"/>
                </a:lnTo>
                <a:lnTo>
                  <a:pt x="1002558" y="108750"/>
                </a:lnTo>
                <a:lnTo>
                  <a:pt x="1002704" y="107663"/>
                </a:lnTo>
                <a:lnTo>
                  <a:pt x="1002820" y="106555"/>
                </a:lnTo>
                <a:lnTo>
                  <a:pt x="1002905" y="105427"/>
                </a:lnTo>
                <a:lnTo>
                  <a:pt x="1002959" y="104278"/>
                </a:lnTo>
                <a:lnTo>
                  <a:pt x="988740" y="104278"/>
                </a:lnTo>
                <a:lnTo>
                  <a:pt x="988692" y="104956"/>
                </a:lnTo>
                <a:lnTo>
                  <a:pt x="988628" y="105622"/>
                </a:lnTo>
                <a:lnTo>
                  <a:pt x="988547" y="106275"/>
                </a:lnTo>
                <a:lnTo>
                  <a:pt x="988450" y="106915"/>
                </a:lnTo>
                <a:lnTo>
                  <a:pt x="988336" y="107543"/>
                </a:lnTo>
                <a:lnTo>
                  <a:pt x="988206" y="108158"/>
                </a:lnTo>
                <a:lnTo>
                  <a:pt x="988060" y="108761"/>
                </a:lnTo>
                <a:lnTo>
                  <a:pt x="987897" y="109351"/>
                </a:lnTo>
                <a:lnTo>
                  <a:pt x="987717" y="109928"/>
                </a:lnTo>
                <a:lnTo>
                  <a:pt x="987521" y="110493"/>
                </a:lnTo>
                <a:lnTo>
                  <a:pt x="987309" y="111045"/>
                </a:lnTo>
                <a:lnTo>
                  <a:pt x="987080" y="111584"/>
                </a:lnTo>
                <a:lnTo>
                  <a:pt x="986835" y="112111"/>
                </a:lnTo>
                <a:lnTo>
                  <a:pt x="986573" y="112626"/>
                </a:lnTo>
                <a:lnTo>
                  <a:pt x="986295" y="113127"/>
                </a:lnTo>
                <a:lnTo>
                  <a:pt x="986000" y="113616"/>
                </a:lnTo>
                <a:lnTo>
                  <a:pt x="985689" y="114093"/>
                </a:lnTo>
                <a:lnTo>
                  <a:pt x="985362" y="114557"/>
                </a:lnTo>
                <a:lnTo>
                  <a:pt x="985018" y="115008"/>
                </a:lnTo>
                <a:lnTo>
                  <a:pt x="984657" y="115447"/>
                </a:lnTo>
                <a:lnTo>
                  <a:pt x="984280" y="115873"/>
                </a:lnTo>
                <a:lnTo>
                  <a:pt x="983887" y="116286"/>
                </a:lnTo>
                <a:lnTo>
                  <a:pt x="983477" y="116687"/>
                </a:lnTo>
                <a:lnTo>
                  <a:pt x="983050" y="117075"/>
                </a:lnTo>
                <a:lnTo>
                  <a:pt x="982610" y="117449"/>
                </a:lnTo>
                <a:lnTo>
                  <a:pt x="982157" y="117807"/>
                </a:lnTo>
                <a:lnTo>
                  <a:pt x="981691" y="118149"/>
                </a:lnTo>
                <a:lnTo>
                  <a:pt x="981212" y="118475"/>
                </a:lnTo>
                <a:lnTo>
                  <a:pt x="980721" y="118785"/>
                </a:lnTo>
                <a:lnTo>
                  <a:pt x="980217" y="119079"/>
                </a:lnTo>
                <a:lnTo>
                  <a:pt x="979701" y="119357"/>
                </a:lnTo>
                <a:lnTo>
                  <a:pt x="979172" y="119620"/>
                </a:lnTo>
                <a:lnTo>
                  <a:pt x="978630" y="119866"/>
                </a:lnTo>
                <a:lnTo>
                  <a:pt x="978076" y="120097"/>
                </a:lnTo>
                <a:lnTo>
                  <a:pt x="977509" y="120312"/>
                </a:lnTo>
                <a:lnTo>
                  <a:pt x="976929" y="120510"/>
                </a:lnTo>
                <a:lnTo>
                  <a:pt x="976337" y="120693"/>
                </a:lnTo>
                <a:lnTo>
                  <a:pt x="975732" y="120860"/>
                </a:lnTo>
                <a:lnTo>
                  <a:pt x="975115" y="121011"/>
                </a:lnTo>
                <a:lnTo>
                  <a:pt x="974485" y="121147"/>
                </a:lnTo>
                <a:lnTo>
                  <a:pt x="973842" y="121266"/>
                </a:lnTo>
                <a:lnTo>
                  <a:pt x="973187" y="121369"/>
                </a:lnTo>
                <a:lnTo>
                  <a:pt x="972519" y="121457"/>
                </a:lnTo>
                <a:lnTo>
                  <a:pt x="971839" y="121528"/>
                </a:lnTo>
                <a:lnTo>
                  <a:pt x="971146" y="121584"/>
                </a:lnTo>
                <a:lnTo>
                  <a:pt x="970440" y="121624"/>
                </a:lnTo>
                <a:lnTo>
                  <a:pt x="969721" y="121648"/>
                </a:lnTo>
                <a:lnTo>
                  <a:pt x="968990" y="121656"/>
                </a:lnTo>
                <a:lnTo>
                  <a:pt x="968220" y="121646"/>
                </a:lnTo>
                <a:lnTo>
                  <a:pt x="967462" y="121618"/>
                </a:lnTo>
                <a:lnTo>
                  <a:pt x="966718" y="121572"/>
                </a:lnTo>
                <a:lnTo>
                  <a:pt x="965986" y="121506"/>
                </a:lnTo>
                <a:lnTo>
                  <a:pt x="965267" y="121422"/>
                </a:lnTo>
                <a:lnTo>
                  <a:pt x="964561" y="121320"/>
                </a:lnTo>
                <a:lnTo>
                  <a:pt x="963868" y="121199"/>
                </a:lnTo>
                <a:lnTo>
                  <a:pt x="963188" y="121059"/>
                </a:lnTo>
                <a:lnTo>
                  <a:pt x="962521" y="120900"/>
                </a:lnTo>
                <a:lnTo>
                  <a:pt x="961866" y="120723"/>
                </a:lnTo>
                <a:lnTo>
                  <a:pt x="961225" y="120527"/>
                </a:lnTo>
                <a:lnTo>
                  <a:pt x="960596" y="120313"/>
                </a:lnTo>
                <a:lnTo>
                  <a:pt x="959980" y="120080"/>
                </a:lnTo>
                <a:lnTo>
                  <a:pt x="959377" y="119828"/>
                </a:lnTo>
                <a:lnTo>
                  <a:pt x="958787" y="119557"/>
                </a:lnTo>
                <a:lnTo>
                  <a:pt x="958210" y="119268"/>
                </a:lnTo>
                <a:lnTo>
                  <a:pt x="957646" y="118961"/>
                </a:lnTo>
                <a:lnTo>
                  <a:pt x="957095" y="118634"/>
                </a:lnTo>
                <a:lnTo>
                  <a:pt x="956556" y="118289"/>
                </a:lnTo>
                <a:lnTo>
                  <a:pt x="956031" y="117926"/>
                </a:lnTo>
                <a:lnTo>
                  <a:pt x="955518" y="117543"/>
                </a:lnTo>
                <a:lnTo>
                  <a:pt x="955019" y="117142"/>
                </a:lnTo>
                <a:lnTo>
                  <a:pt x="954532" y="116723"/>
                </a:lnTo>
                <a:lnTo>
                  <a:pt x="954058" y="116284"/>
                </a:lnTo>
                <a:lnTo>
                  <a:pt x="953600" y="115829"/>
                </a:lnTo>
                <a:lnTo>
                  <a:pt x="953162" y="115358"/>
                </a:lnTo>
                <a:lnTo>
                  <a:pt x="952743" y="114872"/>
                </a:lnTo>
                <a:lnTo>
                  <a:pt x="952344" y="114371"/>
                </a:lnTo>
                <a:lnTo>
                  <a:pt x="951965" y="113854"/>
                </a:lnTo>
                <a:lnTo>
                  <a:pt x="951604" y="113322"/>
                </a:lnTo>
                <a:lnTo>
                  <a:pt x="951264" y="112775"/>
                </a:lnTo>
                <a:lnTo>
                  <a:pt x="950942" y="112212"/>
                </a:lnTo>
                <a:lnTo>
                  <a:pt x="950641" y="111634"/>
                </a:lnTo>
                <a:lnTo>
                  <a:pt x="950358" y="111040"/>
                </a:lnTo>
                <a:lnTo>
                  <a:pt x="950095" y="110431"/>
                </a:lnTo>
                <a:lnTo>
                  <a:pt x="949852" y="109807"/>
                </a:lnTo>
                <a:lnTo>
                  <a:pt x="949628" y="109167"/>
                </a:lnTo>
                <a:lnTo>
                  <a:pt x="949424" y="108512"/>
                </a:lnTo>
                <a:lnTo>
                  <a:pt x="949239" y="107842"/>
                </a:lnTo>
                <a:lnTo>
                  <a:pt x="949073" y="107156"/>
                </a:lnTo>
                <a:lnTo>
                  <a:pt x="948927" y="106455"/>
                </a:lnTo>
                <a:lnTo>
                  <a:pt x="948801" y="105739"/>
                </a:lnTo>
                <a:lnTo>
                  <a:pt x="948694" y="105007"/>
                </a:lnTo>
                <a:lnTo>
                  <a:pt x="948606" y="104260"/>
                </a:lnTo>
                <a:lnTo>
                  <a:pt x="948538" y="103497"/>
                </a:lnTo>
                <a:lnTo>
                  <a:pt x="948489" y="102720"/>
                </a:lnTo>
                <a:lnTo>
                  <a:pt x="948460" y="101926"/>
                </a:lnTo>
                <a:lnTo>
                  <a:pt x="948450" y="101118"/>
                </a:lnTo>
                <a:lnTo>
                  <a:pt x="948450" y="77260"/>
                </a:lnTo>
                <a:lnTo>
                  <a:pt x="948460" y="76452"/>
                </a:lnTo>
                <a:lnTo>
                  <a:pt x="948489" y="75659"/>
                </a:lnTo>
                <a:lnTo>
                  <a:pt x="948538" y="74882"/>
                </a:lnTo>
                <a:lnTo>
                  <a:pt x="948606" y="74120"/>
                </a:lnTo>
                <a:lnTo>
                  <a:pt x="948694" y="73374"/>
                </a:lnTo>
                <a:lnTo>
                  <a:pt x="948801" y="72644"/>
                </a:lnTo>
                <a:lnTo>
                  <a:pt x="948927" y="71929"/>
                </a:lnTo>
                <a:lnTo>
                  <a:pt x="949073" y="71230"/>
                </a:lnTo>
                <a:lnTo>
                  <a:pt x="949239" y="70547"/>
                </a:lnTo>
                <a:lnTo>
                  <a:pt x="949424" y="69879"/>
                </a:lnTo>
                <a:lnTo>
                  <a:pt x="949628" y="69227"/>
                </a:lnTo>
                <a:lnTo>
                  <a:pt x="949852" y="68591"/>
                </a:lnTo>
                <a:lnTo>
                  <a:pt x="950095" y="67970"/>
                </a:lnTo>
                <a:lnTo>
                  <a:pt x="950358" y="67365"/>
                </a:lnTo>
                <a:lnTo>
                  <a:pt x="950641" y="66775"/>
                </a:lnTo>
                <a:lnTo>
                  <a:pt x="950942" y="66201"/>
                </a:lnTo>
                <a:lnTo>
                  <a:pt x="951264" y="65643"/>
                </a:lnTo>
                <a:lnTo>
                  <a:pt x="951604" y="65100"/>
                </a:lnTo>
                <a:lnTo>
                  <a:pt x="951965" y="64573"/>
                </a:lnTo>
                <a:lnTo>
                  <a:pt x="952344" y="64062"/>
                </a:lnTo>
                <a:lnTo>
                  <a:pt x="952743" y="63566"/>
                </a:lnTo>
                <a:lnTo>
                  <a:pt x="953162" y="63086"/>
                </a:lnTo>
                <a:lnTo>
                  <a:pt x="953600" y="62622"/>
                </a:lnTo>
                <a:lnTo>
                  <a:pt x="954058" y="62173"/>
                </a:lnTo>
                <a:lnTo>
                  <a:pt x="954532" y="61741"/>
                </a:lnTo>
                <a:lnTo>
                  <a:pt x="955019" y="61327"/>
                </a:lnTo>
                <a:lnTo>
                  <a:pt x="955518" y="60932"/>
                </a:lnTo>
                <a:lnTo>
                  <a:pt x="956031" y="60555"/>
                </a:lnTo>
                <a:lnTo>
                  <a:pt x="956556" y="60197"/>
                </a:lnTo>
                <a:lnTo>
                  <a:pt x="957095" y="59857"/>
                </a:lnTo>
                <a:lnTo>
                  <a:pt x="957646" y="59535"/>
                </a:lnTo>
                <a:lnTo>
                  <a:pt x="958210" y="59232"/>
                </a:lnTo>
                <a:lnTo>
                  <a:pt x="958787" y="58947"/>
                </a:lnTo>
                <a:lnTo>
                  <a:pt x="959377" y="58680"/>
                </a:lnTo>
                <a:lnTo>
                  <a:pt x="959980" y="58432"/>
                </a:lnTo>
                <a:lnTo>
                  <a:pt x="960596" y="58202"/>
                </a:lnTo>
                <a:lnTo>
                  <a:pt x="961225" y="57991"/>
                </a:lnTo>
                <a:lnTo>
                  <a:pt x="961866" y="57798"/>
                </a:lnTo>
                <a:lnTo>
                  <a:pt x="962521" y="57623"/>
                </a:lnTo>
                <a:lnTo>
                  <a:pt x="963188" y="57467"/>
                </a:lnTo>
                <a:lnTo>
                  <a:pt x="963868" y="57329"/>
                </a:lnTo>
                <a:lnTo>
                  <a:pt x="964561" y="57210"/>
                </a:lnTo>
                <a:lnTo>
                  <a:pt x="965267" y="57109"/>
                </a:lnTo>
                <a:lnTo>
                  <a:pt x="965986" y="57026"/>
                </a:lnTo>
                <a:lnTo>
                  <a:pt x="966718" y="56962"/>
                </a:lnTo>
                <a:lnTo>
                  <a:pt x="967462" y="56916"/>
                </a:lnTo>
                <a:lnTo>
                  <a:pt x="968220" y="56888"/>
                </a:lnTo>
                <a:lnTo>
                  <a:pt x="968990" y="56879"/>
                </a:lnTo>
                <a:lnTo>
                  <a:pt x="969721" y="56887"/>
                </a:lnTo>
                <a:lnTo>
                  <a:pt x="970440" y="56910"/>
                </a:lnTo>
                <a:lnTo>
                  <a:pt x="971146" y="56949"/>
                </a:lnTo>
                <a:lnTo>
                  <a:pt x="971839" y="57004"/>
                </a:lnTo>
                <a:lnTo>
                  <a:pt x="972519" y="57074"/>
                </a:lnTo>
                <a:lnTo>
                  <a:pt x="973187" y="57160"/>
                </a:lnTo>
                <a:lnTo>
                  <a:pt x="973842" y="57262"/>
                </a:lnTo>
                <a:lnTo>
                  <a:pt x="974485" y="57379"/>
                </a:lnTo>
                <a:lnTo>
                  <a:pt x="975115" y="57512"/>
                </a:lnTo>
                <a:lnTo>
                  <a:pt x="975732" y="57661"/>
                </a:lnTo>
                <a:lnTo>
                  <a:pt x="976337" y="57825"/>
                </a:lnTo>
                <a:lnTo>
                  <a:pt x="976929" y="58005"/>
                </a:lnTo>
                <a:lnTo>
                  <a:pt x="977509" y="58200"/>
                </a:lnTo>
                <a:lnTo>
                  <a:pt x="978076" y="58411"/>
                </a:lnTo>
                <a:lnTo>
                  <a:pt x="978630" y="58638"/>
                </a:lnTo>
                <a:lnTo>
                  <a:pt x="979172" y="58880"/>
                </a:lnTo>
                <a:lnTo>
                  <a:pt x="979701" y="59138"/>
                </a:lnTo>
                <a:lnTo>
                  <a:pt x="980217" y="59412"/>
                </a:lnTo>
                <a:lnTo>
                  <a:pt x="980721" y="59701"/>
                </a:lnTo>
                <a:lnTo>
                  <a:pt x="981212" y="60006"/>
                </a:lnTo>
                <a:lnTo>
                  <a:pt x="981691" y="60327"/>
                </a:lnTo>
                <a:lnTo>
                  <a:pt x="982157" y="60663"/>
                </a:lnTo>
                <a:lnTo>
                  <a:pt x="982610" y="61015"/>
                </a:lnTo>
                <a:lnTo>
                  <a:pt x="983050" y="61382"/>
                </a:lnTo>
                <a:lnTo>
                  <a:pt x="983477" y="61764"/>
                </a:lnTo>
                <a:lnTo>
                  <a:pt x="983887" y="62159"/>
                </a:lnTo>
                <a:lnTo>
                  <a:pt x="984280" y="62568"/>
                </a:lnTo>
                <a:lnTo>
                  <a:pt x="984657" y="62990"/>
                </a:lnTo>
                <a:lnTo>
                  <a:pt x="985018" y="63426"/>
                </a:lnTo>
                <a:lnTo>
                  <a:pt x="985362" y="63875"/>
                </a:lnTo>
                <a:lnTo>
                  <a:pt x="985689" y="64337"/>
                </a:lnTo>
                <a:lnTo>
                  <a:pt x="986000" y="64813"/>
                </a:lnTo>
                <a:lnTo>
                  <a:pt x="986295" y="65303"/>
                </a:lnTo>
                <a:lnTo>
                  <a:pt x="986573" y="65806"/>
                </a:lnTo>
                <a:lnTo>
                  <a:pt x="986835" y="66322"/>
                </a:lnTo>
                <a:lnTo>
                  <a:pt x="987080" y="66852"/>
                </a:lnTo>
                <a:lnTo>
                  <a:pt x="987309" y="67395"/>
                </a:lnTo>
                <a:lnTo>
                  <a:pt x="987521" y="67952"/>
                </a:lnTo>
                <a:lnTo>
                  <a:pt x="987717" y="68522"/>
                </a:lnTo>
                <a:lnTo>
                  <a:pt x="987897" y="69106"/>
                </a:lnTo>
                <a:lnTo>
                  <a:pt x="988060" y="69703"/>
                </a:lnTo>
                <a:lnTo>
                  <a:pt x="988206" y="70313"/>
                </a:lnTo>
                <a:lnTo>
                  <a:pt x="988336" y="70937"/>
                </a:lnTo>
                <a:lnTo>
                  <a:pt x="988450" y="71574"/>
                </a:lnTo>
                <a:lnTo>
                  <a:pt x="988547" y="72225"/>
                </a:lnTo>
                <a:lnTo>
                  <a:pt x="988628" y="72890"/>
                </a:lnTo>
                <a:lnTo>
                  <a:pt x="988692" y="73567"/>
                </a:lnTo>
                <a:lnTo>
                  <a:pt x="988740" y="74259"/>
                </a:lnTo>
                <a:lnTo>
                  <a:pt x="1002959" y="74259"/>
                </a:lnTo>
                <a:lnTo>
                  <a:pt x="1002905" y="73110"/>
                </a:lnTo>
                <a:lnTo>
                  <a:pt x="1002820" y="71982"/>
                </a:lnTo>
                <a:lnTo>
                  <a:pt x="1002704" y="70874"/>
                </a:lnTo>
                <a:lnTo>
                  <a:pt x="1002558" y="69787"/>
                </a:lnTo>
                <a:lnTo>
                  <a:pt x="1002382" y="68719"/>
                </a:lnTo>
                <a:lnTo>
                  <a:pt x="1002175" y="67672"/>
                </a:lnTo>
                <a:lnTo>
                  <a:pt x="1001937" y="66646"/>
                </a:lnTo>
                <a:lnTo>
                  <a:pt x="1001670" y="65639"/>
                </a:lnTo>
                <a:lnTo>
                  <a:pt x="1001371" y="64653"/>
                </a:lnTo>
                <a:lnTo>
                  <a:pt x="1001043" y="63687"/>
                </a:lnTo>
                <a:lnTo>
                  <a:pt x="1000684" y="62742"/>
                </a:lnTo>
                <a:lnTo>
                  <a:pt x="1000294" y="61817"/>
                </a:lnTo>
                <a:lnTo>
                  <a:pt x="999874" y="60912"/>
                </a:lnTo>
                <a:lnTo>
                  <a:pt x="999423" y="60027"/>
                </a:lnTo>
                <a:lnTo>
                  <a:pt x="998942" y="59163"/>
                </a:lnTo>
                <a:lnTo>
                  <a:pt x="998431" y="58319"/>
                </a:lnTo>
                <a:lnTo>
                  <a:pt x="997889" y="57496"/>
                </a:lnTo>
                <a:lnTo>
                  <a:pt x="997317" y="56692"/>
                </a:lnTo>
                <a:lnTo>
                  <a:pt x="996714" y="55909"/>
                </a:lnTo>
                <a:lnTo>
                  <a:pt x="996081" y="55146"/>
                </a:lnTo>
                <a:lnTo>
                  <a:pt x="995417" y="54404"/>
                </a:lnTo>
                <a:lnTo>
                  <a:pt x="994723" y="53682"/>
                </a:lnTo>
                <a:lnTo>
                  <a:pt x="993999" y="52980"/>
                </a:lnTo>
                <a:lnTo>
                  <a:pt x="993243" y="52298"/>
                </a:lnTo>
                <a:lnTo>
                  <a:pt x="992463" y="51641"/>
                </a:lnTo>
                <a:lnTo>
                  <a:pt x="991663" y="51011"/>
                </a:lnTo>
                <a:lnTo>
                  <a:pt x="990843" y="50409"/>
                </a:lnTo>
                <a:lnTo>
                  <a:pt x="990002" y="49836"/>
                </a:lnTo>
                <a:lnTo>
                  <a:pt x="989142" y="49290"/>
                </a:lnTo>
                <a:lnTo>
                  <a:pt x="988262" y="48772"/>
                </a:lnTo>
                <a:lnTo>
                  <a:pt x="987361" y="48283"/>
                </a:lnTo>
                <a:lnTo>
                  <a:pt x="986441" y="47821"/>
                </a:lnTo>
                <a:lnTo>
                  <a:pt x="985500" y="47387"/>
                </a:lnTo>
                <a:lnTo>
                  <a:pt x="984540" y="46981"/>
                </a:lnTo>
                <a:lnTo>
                  <a:pt x="983559" y="46603"/>
                </a:lnTo>
                <a:lnTo>
                  <a:pt x="982559" y="46254"/>
                </a:lnTo>
                <a:lnTo>
                  <a:pt x="981538" y="45932"/>
                </a:lnTo>
                <a:lnTo>
                  <a:pt x="980498" y="45638"/>
                </a:lnTo>
                <a:lnTo>
                  <a:pt x="979437" y="45372"/>
                </a:lnTo>
                <a:lnTo>
                  <a:pt x="978356" y="45134"/>
                </a:lnTo>
                <a:lnTo>
                  <a:pt x="977256" y="44924"/>
                </a:lnTo>
                <a:lnTo>
                  <a:pt x="976135" y="44743"/>
                </a:lnTo>
                <a:lnTo>
                  <a:pt x="974994" y="44589"/>
                </a:lnTo>
                <a:lnTo>
                  <a:pt x="973834" y="44463"/>
                </a:lnTo>
                <a:lnTo>
                  <a:pt x="972653" y="44365"/>
                </a:lnTo>
                <a:lnTo>
                  <a:pt x="971452" y="44295"/>
                </a:lnTo>
                <a:lnTo>
                  <a:pt x="970231" y="44253"/>
                </a:lnTo>
                <a:lnTo>
                  <a:pt x="968990" y="44239"/>
                </a:lnTo>
                <a:lnTo>
                  <a:pt x="968126" y="44246"/>
                </a:lnTo>
                <a:lnTo>
                  <a:pt x="967271" y="44266"/>
                </a:lnTo>
                <a:lnTo>
                  <a:pt x="966424" y="44301"/>
                </a:lnTo>
                <a:lnTo>
                  <a:pt x="965587" y="44349"/>
                </a:lnTo>
                <a:lnTo>
                  <a:pt x="964759" y="44410"/>
                </a:lnTo>
                <a:lnTo>
                  <a:pt x="963940" y="44486"/>
                </a:lnTo>
                <a:lnTo>
                  <a:pt x="963130" y="44575"/>
                </a:lnTo>
                <a:lnTo>
                  <a:pt x="962329" y="44678"/>
                </a:lnTo>
                <a:lnTo>
                  <a:pt x="961537" y="44795"/>
                </a:lnTo>
                <a:lnTo>
                  <a:pt x="960754" y="44925"/>
                </a:lnTo>
                <a:lnTo>
                  <a:pt x="959980" y="45069"/>
                </a:lnTo>
                <a:lnTo>
                  <a:pt x="959215" y="45227"/>
                </a:lnTo>
                <a:lnTo>
                  <a:pt x="958459" y="45398"/>
                </a:lnTo>
                <a:lnTo>
                  <a:pt x="957713" y="45583"/>
                </a:lnTo>
                <a:lnTo>
                  <a:pt x="956975" y="45782"/>
                </a:lnTo>
                <a:lnTo>
                  <a:pt x="956246" y="45995"/>
                </a:lnTo>
                <a:lnTo>
                  <a:pt x="955527" y="46221"/>
                </a:lnTo>
                <a:lnTo>
                  <a:pt x="954816" y="46461"/>
                </a:lnTo>
                <a:lnTo>
                  <a:pt x="954115" y="46715"/>
                </a:lnTo>
                <a:lnTo>
                  <a:pt x="953422" y="46983"/>
                </a:lnTo>
                <a:lnTo>
                  <a:pt x="952739" y="47264"/>
                </a:lnTo>
                <a:lnTo>
                  <a:pt x="952064" y="47559"/>
                </a:lnTo>
                <a:lnTo>
                  <a:pt x="951399" y="47868"/>
                </a:lnTo>
                <a:lnTo>
                  <a:pt x="950743" y="48190"/>
                </a:lnTo>
                <a:lnTo>
                  <a:pt x="950097" y="48525"/>
                </a:lnTo>
                <a:lnTo>
                  <a:pt x="949464" y="48873"/>
                </a:lnTo>
                <a:lnTo>
                  <a:pt x="948842" y="49232"/>
                </a:lnTo>
                <a:lnTo>
                  <a:pt x="948232" y="49603"/>
                </a:lnTo>
                <a:lnTo>
                  <a:pt x="947635" y="49986"/>
                </a:lnTo>
                <a:lnTo>
                  <a:pt x="947050" y="50382"/>
                </a:lnTo>
                <a:lnTo>
                  <a:pt x="946476" y="50789"/>
                </a:lnTo>
                <a:lnTo>
                  <a:pt x="945915" y="51209"/>
                </a:lnTo>
                <a:lnTo>
                  <a:pt x="945366" y="51641"/>
                </a:lnTo>
                <a:lnTo>
                  <a:pt x="944829" y="52085"/>
                </a:lnTo>
                <a:lnTo>
                  <a:pt x="944304" y="52540"/>
                </a:lnTo>
                <a:lnTo>
                  <a:pt x="943791" y="53008"/>
                </a:lnTo>
                <a:lnTo>
                  <a:pt x="943290" y="53488"/>
                </a:lnTo>
                <a:lnTo>
                  <a:pt x="942801" y="53980"/>
                </a:lnTo>
                <a:lnTo>
                  <a:pt x="942324" y="54484"/>
                </a:lnTo>
                <a:lnTo>
                  <a:pt x="941859" y="55001"/>
                </a:lnTo>
                <a:lnTo>
                  <a:pt x="941407" y="55529"/>
                </a:lnTo>
                <a:lnTo>
                  <a:pt x="940966" y="56069"/>
                </a:lnTo>
                <a:lnTo>
                  <a:pt x="940537" y="56622"/>
                </a:lnTo>
                <a:lnTo>
                  <a:pt x="940121" y="57186"/>
                </a:lnTo>
                <a:lnTo>
                  <a:pt x="939716" y="57763"/>
                </a:lnTo>
                <a:lnTo>
                  <a:pt x="939324" y="58351"/>
                </a:lnTo>
                <a:lnTo>
                  <a:pt x="938944" y="58952"/>
                </a:lnTo>
                <a:lnTo>
                  <a:pt x="938575" y="59565"/>
                </a:lnTo>
                <a:lnTo>
                  <a:pt x="938221" y="60189"/>
                </a:lnTo>
                <a:lnTo>
                  <a:pt x="937881" y="60823"/>
                </a:lnTo>
                <a:lnTo>
                  <a:pt x="937557" y="61468"/>
                </a:lnTo>
                <a:lnTo>
                  <a:pt x="937248" y="62123"/>
                </a:lnTo>
                <a:lnTo>
                  <a:pt x="936954" y="62789"/>
                </a:lnTo>
                <a:lnTo>
                  <a:pt x="936675" y="63465"/>
                </a:lnTo>
                <a:lnTo>
                  <a:pt x="936411" y="64151"/>
                </a:lnTo>
                <a:lnTo>
                  <a:pt x="936162" y="64848"/>
                </a:lnTo>
                <a:lnTo>
                  <a:pt x="935928" y="65556"/>
                </a:lnTo>
                <a:lnTo>
                  <a:pt x="935709" y="66273"/>
                </a:lnTo>
                <a:lnTo>
                  <a:pt x="935506" y="67002"/>
                </a:lnTo>
                <a:lnTo>
                  <a:pt x="935317" y="67740"/>
                </a:lnTo>
                <a:lnTo>
                  <a:pt x="935144" y="68489"/>
                </a:lnTo>
                <a:lnTo>
                  <a:pt x="934985" y="69249"/>
                </a:lnTo>
                <a:lnTo>
                  <a:pt x="934842" y="70019"/>
                </a:lnTo>
                <a:lnTo>
                  <a:pt x="934714" y="70799"/>
                </a:lnTo>
                <a:lnTo>
                  <a:pt x="934601" y="71590"/>
                </a:lnTo>
                <a:lnTo>
                  <a:pt x="934503" y="72391"/>
                </a:lnTo>
                <a:lnTo>
                  <a:pt x="934420" y="73203"/>
                </a:lnTo>
                <a:lnTo>
                  <a:pt x="934352" y="74025"/>
                </a:lnTo>
                <a:lnTo>
                  <a:pt x="934299" y="74857"/>
                </a:lnTo>
                <a:lnTo>
                  <a:pt x="934261" y="75700"/>
                </a:lnTo>
                <a:lnTo>
                  <a:pt x="934239" y="76553"/>
                </a:lnTo>
                <a:lnTo>
                  <a:pt x="934231" y="77417"/>
                </a:lnTo>
                <a:lnTo>
                  <a:pt x="934231" y="101118"/>
                </a:lnTo>
                <a:lnTo>
                  <a:pt x="934239" y="101969"/>
                </a:lnTo>
                <a:lnTo>
                  <a:pt x="934261" y="102810"/>
                </a:lnTo>
                <a:lnTo>
                  <a:pt x="934299" y="103642"/>
                </a:lnTo>
                <a:lnTo>
                  <a:pt x="934352" y="104464"/>
                </a:lnTo>
                <a:lnTo>
                  <a:pt x="934420" y="105277"/>
                </a:lnTo>
                <a:lnTo>
                  <a:pt x="934503" y="106080"/>
                </a:lnTo>
                <a:lnTo>
                  <a:pt x="934601" y="106873"/>
                </a:lnTo>
                <a:lnTo>
                  <a:pt x="934714" y="107657"/>
                </a:lnTo>
                <a:lnTo>
                  <a:pt x="934842" y="108431"/>
                </a:lnTo>
                <a:lnTo>
                  <a:pt x="934985" y="109196"/>
                </a:lnTo>
                <a:lnTo>
                  <a:pt x="935144" y="109951"/>
                </a:lnTo>
                <a:lnTo>
                  <a:pt x="935317" y="110697"/>
                </a:lnTo>
                <a:lnTo>
                  <a:pt x="935506" y="111432"/>
                </a:lnTo>
                <a:lnTo>
                  <a:pt x="935709" y="112159"/>
                </a:lnTo>
                <a:lnTo>
                  <a:pt x="935928" y="112875"/>
                </a:lnTo>
                <a:lnTo>
                  <a:pt x="936162" y="113582"/>
                </a:lnTo>
                <a:lnTo>
                  <a:pt x="936411" y="114280"/>
                </a:lnTo>
                <a:lnTo>
                  <a:pt x="936675" y="114967"/>
                </a:lnTo>
                <a:lnTo>
                  <a:pt x="936954" y="115646"/>
                </a:lnTo>
                <a:lnTo>
                  <a:pt x="937248" y="116314"/>
                </a:lnTo>
                <a:lnTo>
                  <a:pt x="937557" y="116973"/>
                </a:lnTo>
                <a:lnTo>
                  <a:pt x="937881" y="117623"/>
                </a:lnTo>
                <a:lnTo>
                  <a:pt x="938221" y="118263"/>
                </a:lnTo>
                <a:lnTo>
                  <a:pt x="938575" y="118893"/>
                </a:lnTo>
                <a:lnTo>
                  <a:pt x="938944" y="119512"/>
                </a:lnTo>
                <a:lnTo>
                  <a:pt x="939324" y="120119"/>
                </a:lnTo>
                <a:lnTo>
                  <a:pt x="939716" y="120713"/>
                </a:lnTo>
                <a:lnTo>
                  <a:pt x="940121" y="121296"/>
                </a:lnTo>
                <a:lnTo>
                  <a:pt x="940537" y="121866"/>
                </a:lnTo>
                <a:lnTo>
                  <a:pt x="940966" y="122423"/>
                </a:lnTo>
                <a:lnTo>
                  <a:pt x="941407" y="122968"/>
                </a:lnTo>
                <a:lnTo>
                  <a:pt x="941859" y="123501"/>
                </a:lnTo>
                <a:lnTo>
                  <a:pt x="942324" y="124021"/>
                </a:lnTo>
                <a:lnTo>
                  <a:pt x="942801" y="124530"/>
                </a:lnTo>
                <a:lnTo>
                  <a:pt x="943290" y="125025"/>
                </a:lnTo>
                <a:lnTo>
                  <a:pt x="943791" y="125509"/>
                </a:lnTo>
                <a:lnTo>
                  <a:pt x="944304" y="125980"/>
                </a:lnTo>
                <a:lnTo>
                  <a:pt x="944829" y="126439"/>
                </a:lnTo>
                <a:lnTo>
                  <a:pt x="945366" y="126885"/>
                </a:lnTo>
                <a:lnTo>
                  <a:pt x="945915" y="127319"/>
                </a:lnTo>
                <a:lnTo>
                  <a:pt x="946476" y="127741"/>
                </a:lnTo>
                <a:lnTo>
                  <a:pt x="947050" y="128150"/>
                </a:lnTo>
                <a:lnTo>
                  <a:pt x="947635" y="128547"/>
                </a:lnTo>
                <a:lnTo>
                  <a:pt x="948232" y="128932"/>
                </a:lnTo>
                <a:lnTo>
                  <a:pt x="948842" y="129304"/>
                </a:lnTo>
                <a:lnTo>
                  <a:pt x="949464" y="129664"/>
                </a:lnTo>
                <a:lnTo>
                  <a:pt x="950097" y="130011"/>
                </a:lnTo>
                <a:lnTo>
                  <a:pt x="950743" y="130347"/>
                </a:lnTo>
                <a:lnTo>
                  <a:pt x="951399" y="130669"/>
                </a:lnTo>
                <a:lnTo>
                  <a:pt x="952064" y="130977"/>
                </a:lnTo>
                <a:lnTo>
                  <a:pt x="952739" y="131272"/>
                </a:lnTo>
                <a:lnTo>
                  <a:pt x="953422" y="131553"/>
                </a:lnTo>
                <a:lnTo>
                  <a:pt x="954115" y="131821"/>
                </a:lnTo>
                <a:lnTo>
                  <a:pt x="954816" y="132074"/>
                </a:lnTo>
                <a:lnTo>
                  <a:pt x="955527" y="132314"/>
                </a:lnTo>
                <a:lnTo>
                  <a:pt x="956246" y="132541"/>
                </a:lnTo>
                <a:lnTo>
                  <a:pt x="956975" y="132753"/>
                </a:lnTo>
                <a:lnTo>
                  <a:pt x="957713" y="132952"/>
                </a:lnTo>
                <a:lnTo>
                  <a:pt x="958459" y="133137"/>
                </a:lnTo>
                <a:lnTo>
                  <a:pt x="959215" y="133308"/>
                </a:lnTo>
                <a:lnTo>
                  <a:pt x="959980" y="133466"/>
                </a:lnTo>
                <a:lnTo>
                  <a:pt x="960754" y="133610"/>
                </a:lnTo>
                <a:lnTo>
                  <a:pt x="961537" y="133740"/>
                </a:lnTo>
                <a:lnTo>
                  <a:pt x="962329" y="133857"/>
                </a:lnTo>
                <a:lnTo>
                  <a:pt x="963130" y="133960"/>
                </a:lnTo>
                <a:lnTo>
                  <a:pt x="963940" y="134049"/>
                </a:lnTo>
                <a:lnTo>
                  <a:pt x="964759" y="134124"/>
                </a:lnTo>
                <a:lnTo>
                  <a:pt x="965587" y="134186"/>
                </a:lnTo>
                <a:lnTo>
                  <a:pt x="966424" y="134234"/>
                </a:lnTo>
                <a:lnTo>
                  <a:pt x="967271" y="134268"/>
                </a:lnTo>
                <a:lnTo>
                  <a:pt x="968126" y="134289"/>
                </a:lnTo>
                <a:lnTo>
                  <a:pt x="968990" y="134296"/>
                </a:lnTo>
                <a:lnTo>
                  <a:pt x="970231" y="134282"/>
                </a:lnTo>
                <a:lnTo>
                  <a:pt x="971452" y="134240"/>
                </a:lnTo>
                <a:lnTo>
                  <a:pt x="972653" y="134170"/>
                </a:lnTo>
                <a:lnTo>
                  <a:pt x="973834" y="134072"/>
                </a:lnTo>
                <a:lnTo>
                  <a:pt x="974994" y="133946"/>
                </a:lnTo>
                <a:close/>
                <a:moveTo>
                  <a:pt x="131291" y="133908"/>
                </a:moveTo>
                <a:lnTo>
                  <a:pt x="132431" y="133738"/>
                </a:lnTo>
                <a:lnTo>
                  <a:pt x="133550" y="133536"/>
                </a:lnTo>
                <a:lnTo>
                  <a:pt x="134648" y="133304"/>
                </a:lnTo>
                <a:lnTo>
                  <a:pt x="135726" y="133041"/>
                </a:lnTo>
                <a:lnTo>
                  <a:pt x="136784" y="132746"/>
                </a:lnTo>
                <a:lnTo>
                  <a:pt x="137822" y="132421"/>
                </a:lnTo>
                <a:lnTo>
                  <a:pt x="138839" y="132064"/>
                </a:lnTo>
                <a:lnTo>
                  <a:pt x="139836" y="131677"/>
                </a:lnTo>
                <a:lnTo>
                  <a:pt x="140813" y="131259"/>
                </a:lnTo>
                <a:lnTo>
                  <a:pt x="141770" y="130809"/>
                </a:lnTo>
                <a:lnTo>
                  <a:pt x="142706" y="130329"/>
                </a:lnTo>
                <a:lnTo>
                  <a:pt x="143622" y="129818"/>
                </a:lnTo>
                <a:lnTo>
                  <a:pt x="144517" y="129275"/>
                </a:lnTo>
                <a:lnTo>
                  <a:pt x="145393" y="128702"/>
                </a:lnTo>
                <a:lnTo>
                  <a:pt x="146248" y="128098"/>
                </a:lnTo>
                <a:lnTo>
                  <a:pt x="147082" y="127462"/>
                </a:lnTo>
                <a:lnTo>
                  <a:pt x="147897" y="126796"/>
                </a:lnTo>
                <a:lnTo>
                  <a:pt x="148691" y="126099"/>
                </a:lnTo>
                <a:lnTo>
                  <a:pt x="149465" y="125371"/>
                </a:lnTo>
                <a:lnTo>
                  <a:pt x="150212" y="124616"/>
                </a:lnTo>
                <a:lnTo>
                  <a:pt x="150928" y="123838"/>
                </a:lnTo>
                <a:lnTo>
                  <a:pt x="151612" y="123039"/>
                </a:lnTo>
                <a:lnTo>
                  <a:pt x="152265" y="122217"/>
                </a:lnTo>
                <a:lnTo>
                  <a:pt x="152885" y="121373"/>
                </a:lnTo>
                <a:lnTo>
                  <a:pt x="153474" y="120507"/>
                </a:lnTo>
                <a:lnTo>
                  <a:pt x="154030" y="119619"/>
                </a:lnTo>
                <a:lnTo>
                  <a:pt x="154555" y="118708"/>
                </a:lnTo>
                <a:lnTo>
                  <a:pt x="155049" y="117775"/>
                </a:lnTo>
                <a:lnTo>
                  <a:pt x="155510" y="116820"/>
                </a:lnTo>
                <a:lnTo>
                  <a:pt x="155940" y="115843"/>
                </a:lnTo>
                <a:lnTo>
                  <a:pt x="156337" y="114844"/>
                </a:lnTo>
                <a:lnTo>
                  <a:pt x="156703" y="113822"/>
                </a:lnTo>
                <a:lnTo>
                  <a:pt x="157037" y="112778"/>
                </a:lnTo>
                <a:lnTo>
                  <a:pt x="157340" y="111712"/>
                </a:lnTo>
                <a:lnTo>
                  <a:pt x="157610" y="110624"/>
                </a:lnTo>
                <a:lnTo>
                  <a:pt x="157849" y="109513"/>
                </a:lnTo>
                <a:lnTo>
                  <a:pt x="158055" y="108381"/>
                </a:lnTo>
                <a:lnTo>
                  <a:pt x="158230" y="107226"/>
                </a:lnTo>
                <a:lnTo>
                  <a:pt x="158374" y="106049"/>
                </a:lnTo>
                <a:lnTo>
                  <a:pt x="158485" y="104849"/>
                </a:lnTo>
                <a:lnTo>
                  <a:pt x="158565" y="103628"/>
                </a:lnTo>
                <a:lnTo>
                  <a:pt x="158612" y="102384"/>
                </a:lnTo>
                <a:lnTo>
                  <a:pt x="158628" y="101118"/>
                </a:lnTo>
                <a:lnTo>
                  <a:pt x="158628" y="45818"/>
                </a:lnTo>
                <a:lnTo>
                  <a:pt x="144409" y="45818"/>
                </a:lnTo>
                <a:lnTo>
                  <a:pt x="144409" y="101118"/>
                </a:lnTo>
                <a:lnTo>
                  <a:pt x="144400" y="101901"/>
                </a:lnTo>
                <a:lnTo>
                  <a:pt x="144373" y="102671"/>
                </a:lnTo>
                <a:lnTo>
                  <a:pt x="144329" y="103427"/>
                </a:lnTo>
                <a:lnTo>
                  <a:pt x="144266" y="104170"/>
                </a:lnTo>
                <a:lnTo>
                  <a:pt x="144186" y="104900"/>
                </a:lnTo>
                <a:lnTo>
                  <a:pt x="144088" y="105616"/>
                </a:lnTo>
                <a:lnTo>
                  <a:pt x="143972" y="106318"/>
                </a:lnTo>
                <a:lnTo>
                  <a:pt x="143838" y="107007"/>
                </a:lnTo>
                <a:lnTo>
                  <a:pt x="143687" y="107683"/>
                </a:lnTo>
                <a:lnTo>
                  <a:pt x="143518" y="108345"/>
                </a:lnTo>
                <a:lnTo>
                  <a:pt x="143330" y="108994"/>
                </a:lnTo>
                <a:lnTo>
                  <a:pt x="143125" y="109630"/>
                </a:lnTo>
                <a:lnTo>
                  <a:pt x="142902" y="110252"/>
                </a:lnTo>
                <a:lnTo>
                  <a:pt x="142662" y="110860"/>
                </a:lnTo>
                <a:lnTo>
                  <a:pt x="142403" y="111455"/>
                </a:lnTo>
                <a:lnTo>
                  <a:pt x="142127" y="112037"/>
                </a:lnTo>
                <a:lnTo>
                  <a:pt x="141833" y="112605"/>
                </a:lnTo>
                <a:lnTo>
                  <a:pt x="141521" y="113160"/>
                </a:lnTo>
                <a:lnTo>
                  <a:pt x="141191" y="113702"/>
                </a:lnTo>
                <a:lnTo>
                  <a:pt x="140843" y="114230"/>
                </a:lnTo>
                <a:lnTo>
                  <a:pt x="140477" y="114744"/>
                </a:lnTo>
                <a:lnTo>
                  <a:pt x="140094" y="115245"/>
                </a:lnTo>
                <a:lnTo>
                  <a:pt x="139693" y="115733"/>
                </a:lnTo>
                <a:lnTo>
                  <a:pt x="139274" y="116207"/>
                </a:lnTo>
                <a:lnTo>
                  <a:pt x="138840" y="116665"/>
                </a:lnTo>
                <a:lnTo>
                  <a:pt x="138392" y="117103"/>
                </a:lnTo>
                <a:lnTo>
                  <a:pt x="137932" y="117521"/>
                </a:lnTo>
                <a:lnTo>
                  <a:pt x="137459" y="117921"/>
                </a:lnTo>
                <a:lnTo>
                  <a:pt x="136973" y="118300"/>
                </a:lnTo>
                <a:lnTo>
                  <a:pt x="136474" y="118660"/>
                </a:lnTo>
                <a:lnTo>
                  <a:pt x="135963" y="119001"/>
                </a:lnTo>
                <a:lnTo>
                  <a:pt x="135438" y="119322"/>
                </a:lnTo>
                <a:lnTo>
                  <a:pt x="134901" y="119624"/>
                </a:lnTo>
                <a:lnTo>
                  <a:pt x="134350" y="119907"/>
                </a:lnTo>
                <a:lnTo>
                  <a:pt x="133787" y="120169"/>
                </a:lnTo>
                <a:lnTo>
                  <a:pt x="133211" y="120413"/>
                </a:lnTo>
                <a:lnTo>
                  <a:pt x="132622" y="120637"/>
                </a:lnTo>
                <a:lnTo>
                  <a:pt x="132020" y="120841"/>
                </a:lnTo>
                <a:lnTo>
                  <a:pt x="131405" y="121026"/>
                </a:lnTo>
                <a:lnTo>
                  <a:pt x="130777" y="121192"/>
                </a:lnTo>
                <a:lnTo>
                  <a:pt x="130136" y="121338"/>
                </a:lnTo>
                <a:lnTo>
                  <a:pt x="129483" y="121464"/>
                </a:lnTo>
                <a:lnTo>
                  <a:pt x="128817" y="121571"/>
                </a:lnTo>
                <a:lnTo>
                  <a:pt x="128137" y="121659"/>
                </a:lnTo>
                <a:lnTo>
                  <a:pt x="127445" y="121727"/>
                </a:lnTo>
                <a:lnTo>
                  <a:pt x="126740" y="121776"/>
                </a:lnTo>
                <a:lnTo>
                  <a:pt x="126022" y="121805"/>
                </a:lnTo>
                <a:lnTo>
                  <a:pt x="125291" y="121815"/>
                </a:lnTo>
                <a:lnTo>
                  <a:pt x="124573" y="121805"/>
                </a:lnTo>
                <a:lnTo>
                  <a:pt x="123868" y="121776"/>
                </a:lnTo>
                <a:lnTo>
                  <a:pt x="123176" y="121727"/>
                </a:lnTo>
                <a:lnTo>
                  <a:pt x="122496" y="121659"/>
                </a:lnTo>
                <a:lnTo>
                  <a:pt x="121828" y="121571"/>
                </a:lnTo>
                <a:lnTo>
                  <a:pt x="121174" y="121464"/>
                </a:lnTo>
                <a:lnTo>
                  <a:pt x="120532" y="121338"/>
                </a:lnTo>
                <a:lnTo>
                  <a:pt x="119902" y="121192"/>
                </a:lnTo>
                <a:lnTo>
                  <a:pt x="119285" y="121026"/>
                </a:lnTo>
                <a:lnTo>
                  <a:pt x="118681" y="120841"/>
                </a:lnTo>
                <a:lnTo>
                  <a:pt x="118089" y="120637"/>
                </a:lnTo>
                <a:lnTo>
                  <a:pt x="117510" y="120413"/>
                </a:lnTo>
                <a:lnTo>
                  <a:pt x="116944" y="120169"/>
                </a:lnTo>
                <a:lnTo>
                  <a:pt x="116390" y="119907"/>
                </a:lnTo>
                <a:lnTo>
                  <a:pt x="115849" y="119624"/>
                </a:lnTo>
                <a:lnTo>
                  <a:pt x="115320" y="119322"/>
                </a:lnTo>
                <a:lnTo>
                  <a:pt x="114804" y="119001"/>
                </a:lnTo>
                <a:lnTo>
                  <a:pt x="114300" y="118660"/>
                </a:lnTo>
                <a:lnTo>
                  <a:pt x="113810" y="118300"/>
                </a:lnTo>
                <a:lnTo>
                  <a:pt x="113331" y="117921"/>
                </a:lnTo>
                <a:lnTo>
                  <a:pt x="112866" y="117521"/>
                </a:lnTo>
                <a:lnTo>
                  <a:pt x="112413" y="117103"/>
                </a:lnTo>
                <a:lnTo>
                  <a:pt x="111972" y="116665"/>
                </a:lnTo>
                <a:lnTo>
                  <a:pt x="111545" y="116207"/>
                </a:lnTo>
                <a:lnTo>
                  <a:pt x="111132" y="115733"/>
                </a:lnTo>
                <a:lnTo>
                  <a:pt x="110737" y="115245"/>
                </a:lnTo>
                <a:lnTo>
                  <a:pt x="110360" y="114744"/>
                </a:lnTo>
                <a:lnTo>
                  <a:pt x="110000" y="114230"/>
                </a:lnTo>
                <a:lnTo>
                  <a:pt x="109657" y="113702"/>
                </a:lnTo>
                <a:lnTo>
                  <a:pt x="109333" y="113160"/>
                </a:lnTo>
                <a:lnTo>
                  <a:pt x="109026" y="112605"/>
                </a:lnTo>
                <a:lnTo>
                  <a:pt x="108736" y="112037"/>
                </a:lnTo>
                <a:lnTo>
                  <a:pt x="108464" y="111455"/>
                </a:lnTo>
                <a:lnTo>
                  <a:pt x="108209" y="110860"/>
                </a:lnTo>
                <a:lnTo>
                  <a:pt x="107972" y="110252"/>
                </a:lnTo>
                <a:lnTo>
                  <a:pt x="107753" y="109630"/>
                </a:lnTo>
                <a:lnTo>
                  <a:pt x="107551" y="108994"/>
                </a:lnTo>
                <a:lnTo>
                  <a:pt x="107367" y="108345"/>
                </a:lnTo>
                <a:lnTo>
                  <a:pt x="107200" y="107683"/>
                </a:lnTo>
                <a:lnTo>
                  <a:pt x="107051" y="107007"/>
                </a:lnTo>
                <a:lnTo>
                  <a:pt x="106919" y="106318"/>
                </a:lnTo>
                <a:lnTo>
                  <a:pt x="106805" y="105616"/>
                </a:lnTo>
                <a:lnTo>
                  <a:pt x="106708" y="104900"/>
                </a:lnTo>
                <a:lnTo>
                  <a:pt x="106629" y="104170"/>
                </a:lnTo>
                <a:lnTo>
                  <a:pt x="106568" y="103427"/>
                </a:lnTo>
                <a:lnTo>
                  <a:pt x="106524" y="102671"/>
                </a:lnTo>
                <a:lnTo>
                  <a:pt x="106498" y="101901"/>
                </a:lnTo>
                <a:lnTo>
                  <a:pt x="106489" y="101118"/>
                </a:lnTo>
                <a:lnTo>
                  <a:pt x="106489" y="45818"/>
                </a:lnTo>
                <a:lnTo>
                  <a:pt x="92270" y="45818"/>
                </a:lnTo>
                <a:lnTo>
                  <a:pt x="92270" y="101118"/>
                </a:lnTo>
                <a:lnTo>
                  <a:pt x="92286" y="102384"/>
                </a:lnTo>
                <a:lnTo>
                  <a:pt x="92332" y="103628"/>
                </a:lnTo>
                <a:lnTo>
                  <a:pt x="92411" y="104849"/>
                </a:lnTo>
                <a:lnTo>
                  <a:pt x="92520" y="106049"/>
                </a:lnTo>
                <a:lnTo>
                  <a:pt x="92661" y="107226"/>
                </a:lnTo>
                <a:lnTo>
                  <a:pt x="92833" y="108381"/>
                </a:lnTo>
                <a:lnTo>
                  <a:pt x="93036" y="109513"/>
                </a:lnTo>
                <a:lnTo>
                  <a:pt x="93270" y="110624"/>
                </a:lnTo>
                <a:lnTo>
                  <a:pt x="93536" y="111712"/>
                </a:lnTo>
                <a:lnTo>
                  <a:pt x="93833" y="112778"/>
                </a:lnTo>
                <a:lnTo>
                  <a:pt x="94161" y="113822"/>
                </a:lnTo>
                <a:lnTo>
                  <a:pt x="94521" y="114844"/>
                </a:lnTo>
                <a:lnTo>
                  <a:pt x="94912" y="115843"/>
                </a:lnTo>
                <a:lnTo>
                  <a:pt x="95334" y="116820"/>
                </a:lnTo>
                <a:lnTo>
                  <a:pt x="95787" y="117775"/>
                </a:lnTo>
                <a:lnTo>
                  <a:pt x="96272" y="118708"/>
                </a:lnTo>
                <a:lnTo>
                  <a:pt x="96788" y="119619"/>
                </a:lnTo>
                <a:lnTo>
                  <a:pt x="97335" y="120507"/>
                </a:lnTo>
                <a:lnTo>
                  <a:pt x="97913" y="121373"/>
                </a:lnTo>
                <a:lnTo>
                  <a:pt x="98523" y="122217"/>
                </a:lnTo>
                <a:lnTo>
                  <a:pt x="99164" y="123039"/>
                </a:lnTo>
                <a:lnTo>
                  <a:pt x="99836" y="123838"/>
                </a:lnTo>
                <a:lnTo>
                  <a:pt x="100540" y="124616"/>
                </a:lnTo>
                <a:lnTo>
                  <a:pt x="101274" y="125371"/>
                </a:lnTo>
                <a:lnTo>
                  <a:pt x="102035" y="126099"/>
                </a:lnTo>
                <a:lnTo>
                  <a:pt x="102817" y="126796"/>
                </a:lnTo>
                <a:lnTo>
                  <a:pt x="103620" y="127462"/>
                </a:lnTo>
                <a:lnTo>
                  <a:pt x="104443" y="128098"/>
                </a:lnTo>
                <a:lnTo>
                  <a:pt x="105288" y="128702"/>
                </a:lnTo>
                <a:lnTo>
                  <a:pt x="106153" y="129275"/>
                </a:lnTo>
                <a:lnTo>
                  <a:pt x="107039" y="129818"/>
                </a:lnTo>
                <a:lnTo>
                  <a:pt x="107946" y="130329"/>
                </a:lnTo>
                <a:lnTo>
                  <a:pt x="108874" y="130809"/>
                </a:lnTo>
                <a:lnTo>
                  <a:pt x="109822" y="131259"/>
                </a:lnTo>
                <a:lnTo>
                  <a:pt x="110792" y="131677"/>
                </a:lnTo>
                <a:lnTo>
                  <a:pt x="111782" y="132064"/>
                </a:lnTo>
                <a:lnTo>
                  <a:pt x="112793" y="132421"/>
                </a:lnTo>
                <a:lnTo>
                  <a:pt x="113825" y="132746"/>
                </a:lnTo>
                <a:lnTo>
                  <a:pt x="114878" y="133041"/>
                </a:lnTo>
                <a:lnTo>
                  <a:pt x="115952" y="133304"/>
                </a:lnTo>
                <a:lnTo>
                  <a:pt x="117046" y="133536"/>
                </a:lnTo>
                <a:lnTo>
                  <a:pt x="118161" y="133738"/>
                </a:lnTo>
                <a:lnTo>
                  <a:pt x="119298" y="133908"/>
                </a:lnTo>
                <a:lnTo>
                  <a:pt x="120455" y="134048"/>
                </a:lnTo>
                <a:lnTo>
                  <a:pt x="121632" y="134156"/>
                </a:lnTo>
                <a:lnTo>
                  <a:pt x="122831" y="134234"/>
                </a:lnTo>
                <a:lnTo>
                  <a:pt x="124051" y="134280"/>
                </a:lnTo>
                <a:lnTo>
                  <a:pt x="125291" y="134296"/>
                </a:lnTo>
                <a:lnTo>
                  <a:pt x="126532" y="134280"/>
                </a:lnTo>
                <a:lnTo>
                  <a:pt x="127752" y="134234"/>
                </a:lnTo>
                <a:lnTo>
                  <a:pt x="128952" y="134156"/>
                </a:lnTo>
                <a:lnTo>
                  <a:pt x="130132" y="134048"/>
                </a:lnTo>
                <a:lnTo>
                  <a:pt x="131291" y="133908"/>
                </a:lnTo>
                <a:close/>
                <a:moveTo>
                  <a:pt x="594213" y="134199"/>
                </a:moveTo>
                <a:lnTo>
                  <a:pt x="594664" y="134145"/>
                </a:lnTo>
                <a:lnTo>
                  <a:pt x="595108" y="134078"/>
                </a:lnTo>
                <a:lnTo>
                  <a:pt x="595543" y="134000"/>
                </a:lnTo>
                <a:lnTo>
                  <a:pt x="595971" y="133910"/>
                </a:lnTo>
                <a:lnTo>
                  <a:pt x="596390" y="133807"/>
                </a:lnTo>
                <a:lnTo>
                  <a:pt x="596802" y="133692"/>
                </a:lnTo>
                <a:lnTo>
                  <a:pt x="597205" y="133566"/>
                </a:lnTo>
                <a:lnTo>
                  <a:pt x="597601" y="133427"/>
                </a:lnTo>
                <a:lnTo>
                  <a:pt x="597989" y="133276"/>
                </a:lnTo>
                <a:lnTo>
                  <a:pt x="598369" y="133113"/>
                </a:lnTo>
                <a:lnTo>
                  <a:pt x="598740" y="132939"/>
                </a:lnTo>
                <a:lnTo>
                  <a:pt x="599104" y="132752"/>
                </a:lnTo>
                <a:lnTo>
                  <a:pt x="599460" y="132553"/>
                </a:lnTo>
                <a:lnTo>
                  <a:pt x="599808" y="132341"/>
                </a:lnTo>
                <a:lnTo>
                  <a:pt x="600148" y="132118"/>
                </a:lnTo>
                <a:lnTo>
                  <a:pt x="600480" y="131883"/>
                </a:lnTo>
                <a:lnTo>
                  <a:pt x="600804" y="131636"/>
                </a:lnTo>
                <a:lnTo>
                  <a:pt x="601120" y="131376"/>
                </a:lnTo>
                <a:lnTo>
                  <a:pt x="601428" y="131105"/>
                </a:lnTo>
                <a:lnTo>
                  <a:pt x="601728" y="130822"/>
                </a:lnTo>
                <a:lnTo>
                  <a:pt x="602018" y="130528"/>
                </a:lnTo>
                <a:lnTo>
                  <a:pt x="602296" y="130228"/>
                </a:lnTo>
                <a:lnTo>
                  <a:pt x="602561" y="129920"/>
                </a:lnTo>
                <a:lnTo>
                  <a:pt x="602814" y="129606"/>
                </a:lnTo>
                <a:lnTo>
                  <a:pt x="603055" y="129284"/>
                </a:lnTo>
                <a:lnTo>
                  <a:pt x="603284" y="128955"/>
                </a:lnTo>
                <a:lnTo>
                  <a:pt x="603500" y="128619"/>
                </a:lnTo>
                <a:lnTo>
                  <a:pt x="603703" y="128276"/>
                </a:lnTo>
                <a:lnTo>
                  <a:pt x="603895" y="127925"/>
                </a:lnTo>
                <a:lnTo>
                  <a:pt x="604074" y="127568"/>
                </a:lnTo>
                <a:lnTo>
                  <a:pt x="604240" y="127203"/>
                </a:lnTo>
                <a:lnTo>
                  <a:pt x="604395" y="126832"/>
                </a:lnTo>
                <a:lnTo>
                  <a:pt x="604537" y="126453"/>
                </a:lnTo>
                <a:lnTo>
                  <a:pt x="604666" y="126067"/>
                </a:lnTo>
                <a:lnTo>
                  <a:pt x="604784" y="125674"/>
                </a:lnTo>
                <a:lnTo>
                  <a:pt x="604889" y="125273"/>
                </a:lnTo>
                <a:lnTo>
                  <a:pt x="604981" y="124866"/>
                </a:lnTo>
                <a:lnTo>
                  <a:pt x="605062" y="124452"/>
                </a:lnTo>
                <a:lnTo>
                  <a:pt x="605129" y="124030"/>
                </a:lnTo>
                <a:lnTo>
                  <a:pt x="605185" y="123601"/>
                </a:lnTo>
                <a:lnTo>
                  <a:pt x="605228" y="123165"/>
                </a:lnTo>
                <a:lnTo>
                  <a:pt x="605259" y="122722"/>
                </a:lnTo>
                <a:lnTo>
                  <a:pt x="605278" y="122272"/>
                </a:lnTo>
                <a:lnTo>
                  <a:pt x="605284" y="121815"/>
                </a:lnTo>
                <a:lnTo>
                  <a:pt x="605278" y="121331"/>
                </a:lnTo>
                <a:lnTo>
                  <a:pt x="605259" y="120856"/>
                </a:lnTo>
                <a:lnTo>
                  <a:pt x="605228" y="120388"/>
                </a:lnTo>
                <a:lnTo>
                  <a:pt x="605185" y="119927"/>
                </a:lnTo>
                <a:lnTo>
                  <a:pt x="605129" y="119475"/>
                </a:lnTo>
                <a:lnTo>
                  <a:pt x="605062" y="119030"/>
                </a:lnTo>
                <a:lnTo>
                  <a:pt x="604981" y="118593"/>
                </a:lnTo>
                <a:lnTo>
                  <a:pt x="604889" y="118163"/>
                </a:lnTo>
                <a:lnTo>
                  <a:pt x="604784" y="117741"/>
                </a:lnTo>
                <a:lnTo>
                  <a:pt x="604666" y="117327"/>
                </a:lnTo>
                <a:lnTo>
                  <a:pt x="604537" y="116921"/>
                </a:lnTo>
                <a:lnTo>
                  <a:pt x="604395" y="116522"/>
                </a:lnTo>
                <a:lnTo>
                  <a:pt x="604240" y="116131"/>
                </a:lnTo>
                <a:lnTo>
                  <a:pt x="604074" y="115747"/>
                </a:lnTo>
                <a:lnTo>
                  <a:pt x="603895" y="115371"/>
                </a:lnTo>
                <a:lnTo>
                  <a:pt x="603703" y="115003"/>
                </a:lnTo>
                <a:lnTo>
                  <a:pt x="603500" y="114643"/>
                </a:lnTo>
                <a:lnTo>
                  <a:pt x="603284" y="114290"/>
                </a:lnTo>
                <a:lnTo>
                  <a:pt x="603055" y="113945"/>
                </a:lnTo>
                <a:lnTo>
                  <a:pt x="602814" y="113608"/>
                </a:lnTo>
                <a:lnTo>
                  <a:pt x="602561" y="113278"/>
                </a:lnTo>
                <a:lnTo>
                  <a:pt x="602296" y="112956"/>
                </a:lnTo>
                <a:lnTo>
                  <a:pt x="602018" y="112642"/>
                </a:lnTo>
                <a:lnTo>
                  <a:pt x="601728" y="112335"/>
                </a:lnTo>
                <a:lnTo>
                  <a:pt x="601428" y="112039"/>
                </a:lnTo>
                <a:lnTo>
                  <a:pt x="601120" y="111755"/>
                </a:lnTo>
                <a:lnTo>
                  <a:pt x="600804" y="111484"/>
                </a:lnTo>
                <a:lnTo>
                  <a:pt x="600480" y="111225"/>
                </a:lnTo>
                <a:lnTo>
                  <a:pt x="600148" y="110979"/>
                </a:lnTo>
                <a:lnTo>
                  <a:pt x="599808" y="110746"/>
                </a:lnTo>
                <a:lnTo>
                  <a:pt x="599460" y="110525"/>
                </a:lnTo>
                <a:lnTo>
                  <a:pt x="599104" y="110317"/>
                </a:lnTo>
                <a:lnTo>
                  <a:pt x="598740" y="110121"/>
                </a:lnTo>
                <a:lnTo>
                  <a:pt x="598369" y="109938"/>
                </a:lnTo>
                <a:lnTo>
                  <a:pt x="597989" y="109768"/>
                </a:lnTo>
                <a:lnTo>
                  <a:pt x="597601" y="109610"/>
                </a:lnTo>
                <a:lnTo>
                  <a:pt x="597205" y="109465"/>
                </a:lnTo>
                <a:lnTo>
                  <a:pt x="596802" y="109333"/>
                </a:lnTo>
                <a:lnTo>
                  <a:pt x="596390" y="109213"/>
                </a:lnTo>
                <a:lnTo>
                  <a:pt x="595971" y="109106"/>
                </a:lnTo>
                <a:lnTo>
                  <a:pt x="595543" y="109011"/>
                </a:lnTo>
                <a:lnTo>
                  <a:pt x="595108" y="108929"/>
                </a:lnTo>
                <a:lnTo>
                  <a:pt x="594664" y="108860"/>
                </a:lnTo>
                <a:lnTo>
                  <a:pt x="594213" y="108803"/>
                </a:lnTo>
                <a:lnTo>
                  <a:pt x="593754" y="108759"/>
                </a:lnTo>
                <a:lnTo>
                  <a:pt x="593286" y="108727"/>
                </a:lnTo>
                <a:lnTo>
                  <a:pt x="592811" y="108708"/>
                </a:lnTo>
                <a:lnTo>
                  <a:pt x="592328" y="108702"/>
                </a:lnTo>
                <a:lnTo>
                  <a:pt x="591845" y="108708"/>
                </a:lnTo>
                <a:lnTo>
                  <a:pt x="591370" y="108727"/>
                </a:lnTo>
                <a:lnTo>
                  <a:pt x="590902" y="108759"/>
                </a:lnTo>
                <a:lnTo>
                  <a:pt x="590443" y="108803"/>
                </a:lnTo>
                <a:lnTo>
                  <a:pt x="589991" y="108860"/>
                </a:lnTo>
                <a:lnTo>
                  <a:pt x="589548" y="108929"/>
                </a:lnTo>
                <a:lnTo>
                  <a:pt x="589113" y="109011"/>
                </a:lnTo>
                <a:lnTo>
                  <a:pt x="588685" y="109106"/>
                </a:lnTo>
                <a:lnTo>
                  <a:pt x="588265" y="109213"/>
                </a:lnTo>
                <a:lnTo>
                  <a:pt x="587854" y="109333"/>
                </a:lnTo>
                <a:lnTo>
                  <a:pt x="587450" y="109465"/>
                </a:lnTo>
                <a:lnTo>
                  <a:pt x="587054" y="109610"/>
                </a:lnTo>
                <a:lnTo>
                  <a:pt x="586667" y="109768"/>
                </a:lnTo>
                <a:lnTo>
                  <a:pt x="586287" y="109938"/>
                </a:lnTo>
                <a:lnTo>
                  <a:pt x="585915" y="110121"/>
                </a:lnTo>
                <a:lnTo>
                  <a:pt x="585551" y="110317"/>
                </a:lnTo>
                <a:lnTo>
                  <a:pt x="585195" y="110525"/>
                </a:lnTo>
                <a:lnTo>
                  <a:pt x="584847" y="110746"/>
                </a:lnTo>
                <a:lnTo>
                  <a:pt x="584507" y="110979"/>
                </a:lnTo>
                <a:lnTo>
                  <a:pt x="584175" y="111225"/>
                </a:lnTo>
                <a:lnTo>
                  <a:pt x="583851" y="111484"/>
                </a:lnTo>
                <a:lnTo>
                  <a:pt x="583534" y="111755"/>
                </a:lnTo>
                <a:lnTo>
                  <a:pt x="583226" y="112039"/>
                </a:lnTo>
                <a:lnTo>
                  <a:pt x="582926" y="112335"/>
                </a:lnTo>
                <a:lnTo>
                  <a:pt x="582636" y="112642"/>
                </a:lnTo>
                <a:lnTo>
                  <a:pt x="582358" y="112956"/>
                </a:lnTo>
                <a:lnTo>
                  <a:pt x="582093" y="113278"/>
                </a:lnTo>
                <a:lnTo>
                  <a:pt x="581840" y="113608"/>
                </a:lnTo>
                <a:lnTo>
                  <a:pt x="581599" y="113945"/>
                </a:lnTo>
                <a:lnTo>
                  <a:pt x="581371" y="114290"/>
                </a:lnTo>
                <a:lnTo>
                  <a:pt x="581155" y="114643"/>
                </a:lnTo>
                <a:lnTo>
                  <a:pt x="580952" y="115003"/>
                </a:lnTo>
                <a:lnTo>
                  <a:pt x="580760" y="115371"/>
                </a:lnTo>
                <a:lnTo>
                  <a:pt x="580581" y="115747"/>
                </a:lnTo>
                <a:lnTo>
                  <a:pt x="580415" y="116131"/>
                </a:lnTo>
                <a:lnTo>
                  <a:pt x="580261" y="116522"/>
                </a:lnTo>
                <a:lnTo>
                  <a:pt x="580119" y="116921"/>
                </a:lnTo>
                <a:lnTo>
                  <a:pt x="579989" y="117327"/>
                </a:lnTo>
                <a:lnTo>
                  <a:pt x="579872" y="117741"/>
                </a:lnTo>
                <a:lnTo>
                  <a:pt x="579767" y="118163"/>
                </a:lnTo>
                <a:lnTo>
                  <a:pt x="579674" y="118593"/>
                </a:lnTo>
                <a:lnTo>
                  <a:pt x="579594" y="119030"/>
                </a:lnTo>
                <a:lnTo>
                  <a:pt x="579526" y="119475"/>
                </a:lnTo>
                <a:lnTo>
                  <a:pt x="579471" y="119927"/>
                </a:lnTo>
                <a:lnTo>
                  <a:pt x="579428" y="120388"/>
                </a:lnTo>
                <a:lnTo>
                  <a:pt x="579397" y="120856"/>
                </a:lnTo>
                <a:lnTo>
                  <a:pt x="579378" y="121331"/>
                </a:lnTo>
                <a:lnTo>
                  <a:pt x="579372" y="121815"/>
                </a:lnTo>
                <a:lnTo>
                  <a:pt x="579378" y="122272"/>
                </a:lnTo>
                <a:lnTo>
                  <a:pt x="579397" y="122722"/>
                </a:lnTo>
                <a:lnTo>
                  <a:pt x="579428" y="123165"/>
                </a:lnTo>
                <a:lnTo>
                  <a:pt x="579471" y="123601"/>
                </a:lnTo>
                <a:lnTo>
                  <a:pt x="579526" y="124030"/>
                </a:lnTo>
                <a:lnTo>
                  <a:pt x="579594" y="124452"/>
                </a:lnTo>
                <a:lnTo>
                  <a:pt x="579674" y="124866"/>
                </a:lnTo>
                <a:lnTo>
                  <a:pt x="579767" y="125273"/>
                </a:lnTo>
                <a:lnTo>
                  <a:pt x="579872" y="125674"/>
                </a:lnTo>
                <a:lnTo>
                  <a:pt x="579989" y="126067"/>
                </a:lnTo>
                <a:lnTo>
                  <a:pt x="580119" y="126453"/>
                </a:lnTo>
                <a:lnTo>
                  <a:pt x="580261" y="126832"/>
                </a:lnTo>
                <a:lnTo>
                  <a:pt x="580415" y="127203"/>
                </a:lnTo>
                <a:lnTo>
                  <a:pt x="580581" y="127568"/>
                </a:lnTo>
                <a:lnTo>
                  <a:pt x="580760" y="127925"/>
                </a:lnTo>
                <a:lnTo>
                  <a:pt x="580952" y="128276"/>
                </a:lnTo>
                <a:lnTo>
                  <a:pt x="581155" y="128619"/>
                </a:lnTo>
                <a:lnTo>
                  <a:pt x="581371" y="128955"/>
                </a:lnTo>
                <a:lnTo>
                  <a:pt x="581599" y="129284"/>
                </a:lnTo>
                <a:lnTo>
                  <a:pt x="581840" y="129606"/>
                </a:lnTo>
                <a:lnTo>
                  <a:pt x="582093" y="129920"/>
                </a:lnTo>
                <a:lnTo>
                  <a:pt x="582358" y="130228"/>
                </a:lnTo>
                <a:lnTo>
                  <a:pt x="582636" y="130528"/>
                </a:lnTo>
                <a:lnTo>
                  <a:pt x="582926" y="130822"/>
                </a:lnTo>
                <a:lnTo>
                  <a:pt x="583226" y="131105"/>
                </a:lnTo>
                <a:lnTo>
                  <a:pt x="583534" y="131376"/>
                </a:lnTo>
                <a:lnTo>
                  <a:pt x="583851" y="131636"/>
                </a:lnTo>
                <a:lnTo>
                  <a:pt x="584175" y="131883"/>
                </a:lnTo>
                <a:lnTo>
                  <a:pt x="584507" y="132118"/>
                </a:lnTo>
                <a:lnTo>
                  <a:pt x="584847" y="132341"/>
                </a:lnTo>
                <a:lnTo>
                  <a:pt x="585195" y="132553"/>
                </a:lnTo>
                <a:lnTo>
                  <a:pt x="585551" y="132752"/>
                </a:lnTo>
                <a:lnTo>
                  <a:pt x="585915" y="132939"/>
                </a:lnTo>
                <a:lnTo>
                  <a:pt x="586287" y="133113"/>
                </a:lnTo>
                <a:lnTo>
                  <a:pt x="586667" y="133276"/>
                </a:lnTo>
                <a:lnTo>
                  <a:pt x="587054" y="133427"/>
                </a:lnTo>
                <a:lnTo>
                  <a:pt x="587450" y="133566"/>
                </a:lnTo>
                <a:lnTo>
                  <a:pt x="587854" y="133692"/>
                </a:lnTo>
                <a:lnTo>
                  <a:pt x="588265" y="133807"/>
                </a:lnTo>
                <a:lnTo>
                  <a:pt x="588685" y="133910"/>
                </a:lnTo>
                <a:lnTo>
                  <a:pt x="589113" y="134000"/>
                </a:lnTo>
                <a:lnTo>
                  <a:pt x="589548" y="134078"/>
                </a:lnTo>
                <a:lnTo>
                  <a:pt x="589991" y="134145"/>
                </a:lnTo>
                <a:lnTo>
                  <a:pt x="590443" y="134199"/>
                </a:lnTo>
                <a:lnTo>
                  <a:pt x="590902" y="134241"/>
                </a:lnTo>
                <a:lnTo>
                  <a:pt x="591370" y="134271"/>
                </a:lnTo>
                <a:lnTo>
                  <a:pt x="591845" y="134290"/>
                </a:lnTo>
                <a:lnTo>
                  <a:pt x="592328" y="134296"/>
                </a:lnTo>
                <a:lnTo>
                  <a:pt x="592811" y="134290"/>
                </a:lnTo>
                <a:lnTo>
                  <a:pt x="593286" y="134271"/>
                </a:lnTo>
                <a:lnTo>
                  <a:pt x="593754" y="134241"/>
                </a:lnTo>
                <a:lnTo>
                  <a:pt x="594213" y="134199"/>
                </a:lnTo>
                <a:close/>
                <a:moveTo>
                  <a:pt x="1516790" y="64779"/>
                </a:moveTo>
                <a:lnTo>
                  <a:pt x="1517897" y="17380"/>
                </a:lnTo>
                <a:lnTo>
                  <a:pt x="1501780" y="17380"/>
                </a:lnTo>
                <a:lnTo>
                  <a:pt x="1503046" y="64779"/>
                </a:lnTo>
                <a:lnTo>
                  <a:pt x="1516790" y="64779"/>
                </a:lnTo>
                <a:close/>
                <a:moveTo>
                  <a:pt x="1550286" y="64779"/>
                </a:moveTo>
                <a:lnTo>
                  <a:pt x="1551393" y="17380"/>
                </a:lnTo>
                <a:lnTo>
                  <a:pt x="1535277" y="17380"/>
                </a:lnTo>
                <a:lnTo>
                  <a:pt x="1536542" y="64779"/>
                </a:lnTo>
                <a:lnTo>
                  <a:pt x="1550286" y="64779"/>
                </a:lnTo>
                <a:close/>
                <a:moveTo>
                  <a:pt x="1626373" y="134117"/>
                </a:moveTo>
                <a:lnTo>
                  <a:pt x="1627216" y="134039"/>
                </a:lnTo>
                <a:lnTo>
                  <a:pt x="1628049" y="133946"/>
                </a:lnTo>
                <a:lnTo>
                  <a:pt x="1628872" y="133839"/>
                </a:lnTo>
                <a:lnTo>
                  <a:pt x="1629686" y="133718"/>
                </a:lnTo>
                <a:lnTo>
                  <a:pt x="1630490" y="133582"/>
                </a:lnTo>
                <a:lnTo>
                  <a:pt x="1631284" y="133433"/>
                </a:lnTo>
                <a:lnTo>
                  <a:pt x="1632069" y="133269"/>
                </a:lnTo>
                <a:lnTo>
                  <a:pt x="1632844" y="133090"/>
                </a:lnTo>
                <a:lnTo>
                  <a:pt x="1633610" y="132898"/>
                </a:lnTo>
                <a:lnTo>
                  <a:pt x="1634366" y="132691"/>
                </a:lnTo>
                <a:lnTo>
                  <a:pt x="1635113" y="132470"/>
                </a:lnTo>
                <a:lnTo>
                  <a:pt x="1635850" y="132234"/>
                </a:lnTo>
                <a:lnTo>
                  <a:pt x="1636577" y="131985"/>
                </a:lnTo>
                <a:lnTo>
                  <a:pt x="1637295" y="131721"/>
                </a:lnTo>
                <a:lnTo>
                  <a:pt x="1638003" y="131443"/>
                </a:lnTo>
                <a:lnTo>
                  <a:pt x="1638702" y="131150"/>
                </a:lnTo>
                <a:lnTo>
                  <a:pt x="1639390" y="130844"/>
                </a:lnTo>
                <a:lnTo>
                  <a:pt x="1640070" y="130523"/>
                </a:lnTo>
                <a:lnTo>
                  <a:pt x="1640740" y="130188"/>
                </a:lnTo>
                <a:lnTo>
                  <a:pt x="1641398" y="129839"/>
                </a:lnTo>
                <a:lnTo>
                  <a:pt x="1642044" y="129480"/>
                </a:lnTo>
                <a:lnTo>
                  <a:pt x="1642678" y="129109"/>
                </a:lnTo>
                <a:lnTo>
                  <a:pt x="1643299" y="128726"/>
                </a:lnTo>
                <a:lnTo>
                  <a:pt x="1643907" y="128332"/>
                </a:lnTo>
                <a:lnTo>
                  <a:pt x="1644502" y="127926"/>
                </a:lnTo>
                <a:lnTo>
                  <a:pt x="1645085" y="127509"/>
                </a:lnTo>
                <a:lnTo>
                  <a:pt x="1645656" y="127080"/>
                </a:lnTo>
                <a:lnTo>
                  <a:pt x="1646213" y="126640"/>
                </a:lnTo>
                <a:lnTo>
                  <a:pt x="1646758" y="126188"/>
                </a:lnTo>
                <a:lnTo>
                  <a:pt x="1647291" y="125725"/>
                </a:lnTo>
                <a:lnTo>
                  <a:pt x="1647811" y="125250"/>
                </a:lnTo>
                <a:lnTo>
                  <a:pt x="1648318" y="124764"/>
                </a:lnTo>
                <a:lnTo>
                  <a:pt x="1648812" y="124266"/>
                </a:lnTo>
                <a:lnTo>
                  <a:pt x="1649294" y="123757"/>
                </a:lnTo>
                <a:lnTo>
                  <a:pt x="1649764" y="123236"/>
                </a:lnTo>
                <a:lnTo>
                  <a:pt x="1650220" y="122703"/>
                </a:lnTo>
                <a:lnTo>
                  <a:pt x="1650664" y="122159"/>
                </a:lnTo>
                <a:lnTo>
                  <a:pt x="1651096" y="121604"/>
                </a:lnTo>
                <a:lnTo>
                  <a:pt x="1651515" y="121037"/>
                </a:lnTo>
                <a:lnTo>
                  <a:pt x="1651921" y="120459"/>
                </a:lnTo>
                <a:lnTo>
                  <a:pt x="1652315" y="119869"/>
                </a:lnTo>
                <a:lnTo>
                  <a:pt x="1652696" y="119267"/>
                </a:lnTo>
                <a:lnTo>
                  <a:pt x="1653064" y="118654"/>
                </a:lnTo>
                <a:lnTo>
                  <a:pt x="1653418" y="118031"/>
                </a:lnTo>
                <a:lnTo>
                  <a:pt x="1653758" y="117398"/>
                </a:lnTo>
                <a:lnTo>
                  <a:pt x="1654082" y="116756"/>
                </a:lnTo>
                <a:lnTo>
                  <a:pt x="1654391" y="116104"/>
                </a:lnTo>
                <a:lnTo>
                  <a:pt x="1654685" y="115444"/>
                </a:lnTo>
                <a:lnTo>
                  <a:pt x="1654965" y="114774"/>
                </a:lnTo>
                <a:lnTo>
                  <a:pt x="1655228" y="114094"/>
                </a:lnTo>
                <a:lnTo>
                  <a:pt x="1655477" y="113405"/>
                </a:lnTo>
                <a:lnTo>
                  <a:pt x="1655711" y="112707"/>
                </a:lnTo>
                <a:lnTo>
                  <a:pt x="1655930" y="112000"/>
                </a:lnTo>
                <a:lnTo>
                  <a:pt x="1656134" y="111283"/>
                </a:lnTo>
                <a:lnTo>
                  <a:pt x="1656322" y="110557"/>
                </a:lnTo>
                <a:lnTo>
                  <a:pt x="1656496" y="109822"/>
                </a:lnTo>
                <a:lnTo>
                  <a:pt x="1656654" y="109077"/>
                </a:lnTo>
                <a:lnTo>
                  <a:pt x="1656797" y="108323"/>
                </a:lnTo>
                <a:lnTo>
                  <a:pt x="1656925" y="107560"/>
                </a:lnTo>
                <a:lnTo>
                  <a:pt x="1657039" y="106787"/>
                </a:lnTo>
                <a:lnTo>
                  <a:pt x="1657137" y="106005"/>
                </a:lnTo>
                <a:lnTo>
                  <a:pt x="1657220" y="105214"/>
                </a:lnTo>
                <a:lnTo>
                  <a:pt x="1657288" y="104413"/>
                </a:lnTo>
                <a:lnTo>
                  <a:pt x="1657340" y="103603"/>
                </a:lnTo>
                <a:lnTo>
                  <a:pt x="1657378" y="102784"/>
                </a:lnTo>
                <a:lnTo>
                  <a:pt x="1657401" y="101956"/>
                </a:lnTo>
                <a:lnTo>
                  <a:pt x="1657408" y="101118"/>
                </a:lnTo>
                <a:lnTo>
                  <a:pt x="1657397" y="100123"/>
                </a:lnTo>
                <a:lnTo>
                  <a:pt x="1657364" y="99139"/>
                </a:lnTo>
                <a:lnTo>
                  <a:pt x="1657308" y="98166"/>
                </a:lnTo>
                <a:lnTo>
                  <a:pt x="1657230" y="97205"/>
                </a:lnTo>
                <a:lnTo>
                  <a:pt x="1657130" y="96255"/>
                </a:lnTo>
                <a:lnTo>
                  <a:pt x="1657008" y="95316"/>
                </a:lnTo>
                <a:lnTo>
                  <a:pt x="1656864" y="94388"/>
                </a:lnTo>
                <a:lnTo>
                  <a:pt x="1656697" y="93472"/>
                </a:lnTo>
                <a:lnTo>
                  <a:pt x="1656508" y="92567"/>
                </a:lnTo>
                <a:lnTo>
                  <a:pt x="1656297" y="91673"/>
                </a:lnTo>
                <a:lnTo>
                  <a:pt x="1656064" y="90791"/>
                </a:lnTo>
                <a:lnTo>
                  <a:pt x="1655809" y="89919"/>
                </a:lnTo>
                <a:lnTo>
                  <a:pt x="1655531" y="89059"/>
                </a:lnTo>
                <a:lnTo>
                  <a:pt x="1655231" y="88210"/>
                </a:lnTo>
                <a:lnTo>
                  <a:pt x="1654909" y="87373"/>
                </a:lnTo>
                <a:lnTo>
                  <a:pt x="1654564" y="86547"/>
                </a:lnTo>
                <a:lnTo>
                  <a:pt x="1654198" y="85732"/>
                </a:lnTo>
                <a:lnTo>
                  <a:pt x="1653809" y="84928"/>
                </a:lnTo>
                <a:lnTo>
                  <a:pt x="1653398" y="84135"/>
                </a:lnTo>
                <a:lnTo>
                  <a:pt x="1652965" y="83354"/>
                </a:lnTo>
                <a:lnTo>
                  <a:pt x="1652509" y="82584"/>
                </a:lnTo>
                <a:lnTo>
                  <a:pt x="1652032" y="81825"/>
                </a:lnTo>
                <a:lnTo>
                  <a:pt x="1651532" y="81077"/>
                </a:lnTo>
                <a:lnTo>
                  <a:pt x="1651010" y="80341"/>
                </a:lnTo>
                <a:lnTo>
                  <a:pt x="1650468" y="79620"/>
                </a:lnTo>
                <a:lnTo>
                  <a:pt x="1649908" y="78919"/>
                </a:lnTo>
                <a:lnTo>
                  <a:pt x="1649330" y="78237"/>
                </a:lnTo>
                <a:lnTo>
                  <a:pt x="1648734" y="77574"/>
                </a:lnTo>
                <a:lnTo>
                  <a:pt x="1648121" y="76931"/>
                </a:lnTo>
                <a:lnTo>
                  <a:pt x="1647490" y="76307"/>
                </a:lnTo>
                <a:lnTo>
                  <a:pt x="1646840" y="75703"/>
                </a:lnTo>
                <a:lnTo>
                  <a:pt x="1646173" y="75119"/>
                </a:lnTo>
                <a:lnTo>
                  <a:pt x="1645489" y="74554"/>
                </a:lnTo>
                <a:lnTo>
                  <a:pt x="1644786" y="74008"/>
                </a:lnTo>
                <a:lnTo>
                  <a:pt x="1644065" y="73482"/>
                </a:lnTo>
                <a:lnTo>
                  <a:pt x="1643327" y="72975"/>
                </a:lnTo>
                <a:lnTo>
                  <a:pt x="1642571" y="72488"/>
                </a:lnTo>
                <a:lnTo>
                  <a:pt x="1641797" y="72020"/>
                </a:lnTo>
                <a:lnTo>
                  <a:pt x="1641005" y="71571"/>
                </a:lnTo>
                <a:lnTo>
                  <a:pt x="1640195" y="71142"/>
                </a:lnTo>
                <a:lnTo>
                  <a:pt x="1639368" y="70733"/>
                </a:lnTo>
                <a:lnTo>
                  <a:pt x="1638522" y="70343"/>
                </a:lnTo>
                <a:lnTo>
                  <a:pt x="1637659" y="69973"/>
                </a:lnTo>
                <a:lnTo>
                  <a:pt x="1636778" y="69622"/>
                </a:lnTo>
                <a:lnTo>
                  <a:pt x="1635879" y="69290"/>
                </a:lnTo>
                <a:lnTo>
                  <a:pt x="1634963" y="68978"/>
                </a:lnTo>
                <a:lnTo>
                  <a:pt x="1634028" y="68685"/>
                </a:lnTo>
                <a:lnTo>
                  <a:pt x="1633076" y="68412"/>
                </a:lnTo>
                <a:lnTo>
                  <a:pt x="1615064" y="63357"/>
                </a:lnTo>
                <a:lnTo>
                  <a:pt x="1614556" y="63207"/>
                </a:lnTo>
                <a:lnTo>
                  <a:pt x="1614056" y="63048"/>
                </a:lnTo>
                <a:lnTo>
                  <a:pt x="1613567" y="62879"/>
                </a:lnTo>
                <a:lnTo>
                  <a:pt x="1613087" y="62701"/>
                </a:lnTo>
                <a:lnTo>
                  <a:pt x="1612617" y="62512"/>
                </a:lnTo>
                <a:lnTo>
                  <a:pt x="1612156" y="62315"/>
                </a:lnTo>
                <a:lnTo>
                  <a:pt x="1611705" y="62108"/>
                </a:lnTo>
                <a:lnTo>
                  <a:pt x="1611263" y="61891"/>
                </a:lnTo>
                <a:lnTo>
                  <a:pt x="1610832" y="61664"/>
                </a:lnTo>
                <a:lnTo>
                  <a:pt x="1610409" y="61428"/>
                </a:lnTo>
                <a:lnTo>
                  <a:pt x="1609997" y="61183"/>
                </a:lnTo>
                <a:lnTo>
                  <a:pt x="1609593" y="60927"/>
                </a:lnTo>
                <a:lnTo>
                  <a:pt x="1609200" y="60662"/>
                </a:lnTo>
                <a:lnTo>
                  <a:pt x="1608816" y="60388"/>
                </a:lnTo>
                <a:lnTo>
                  <a:pt x="1608442" y="60104"/>
                </a:lnTo>
                <a:lnTo>
                  <a:pt x="1608077" y="59810"/>
                </a:lnTo>
                <a:lnTo>
                  <a:pt x="1607722" y="59507"/>
                </a:lnTo>
                <a:lnTo>
                  <a:pt x="1607377" y="59194"/>
                </a:lnTo>
                <a:lnTo>
                  <a:pt x="1607041" y="58872"/>
                </a:lnTo>
                <a:lnTo>
                  <a:pt x="1606714" y="58539"/>
                </a:lnTo>
                <a:lnTo>
                  <a:pt x="1606398" y="58198"/>
                </a:lnTo>
                <a:lnTo>
                  <a:pt x="1606091" y="57846"/>
                </a:lnTo>
                <a:lnTo>
                  <a:pt x="1605793" y="57486"/>
                </a:lnTo>
                <a:lnTo>
                  <a:pt x="1605505" y="57115"/>
                </a:lnTo>
                <a:lnTo>
                  <a:pt x="1605228" y="56737"/>
                </a:lnTo>
                <a:lnTo>
                  <a:pt x="1604963" y="56352"/>
                </a:lnTo>
                <a:lnTo>
                  <a:pt x="1604709" y="55961"/>
                </a:lnTo>
                <a:lnTo>
                  <a:pt x="1604467" y="55564"/>
                </a:lnTo>
                <a:lnTo>
                  <a:pt x="1604237" y="55160"/>
                </a:lnTo>
                <a:lnTo>
                  <a:pt x="1604019" y="54750"/>
                </a:lnTo>
                <a:lnTo>
                  <a:pt x="1603813" y="54334"/>
                </a:lnTo>
                <a:lnTo>
                  <a:pt x="1603618" y="53911"/>
                </a:lnTo>
                <a:lnTo>
                  <a:pt x="1603435" y="53482"/>
                </a:lnTo>
                <a:lnTo>
                  <a:pt x="1603264" y="53047"/>
                </a:lnTo>
                <a:lnTo>
                  <a:pt x="1603105" y="52606"/>
                </a:lnTo>
                <a:lnTo>
                  <a:pt x="1602958" y="52158"/>
                </a:lnTo>
                <a:lnTo>
                  <a:pt x="1602822" y="51704"/>
                </a:lnTo>
                <a:lnTo>
                  <a:pt x="1602698" y="51243"/>
                </a:lnTo>
                <a:lnTo>
                  <a:pt x="1602586" y="50777"/>
                </a:lnTo>
                <a:lnTo>
                  <a:pt x="1602486" y="50304"/>
                </a:lnTo>
                <a:lnTo>
                  <a:pt x="1602397" y="49824"/>
                </a:lnTo>
                <a:lnTo>
                  <a:pt x="1602321" y="49339"/>
                </a:lnTo>
                <a:lnTo>
                  <a:pt x="1602256" y="48847"/>
                </a:lnTo>
                <a:lnTo>
                  <a:pt x="1602203" y="48349"/>
                </a:lnTo>
                <a:lnTo>
                  <a:pt x="1602162" y="47844"/>
                </a:lnTo>
                <a:lnTo>
                  <a:pt x="1602132" y="47333"/>
                </a:lnTo>
                <a:lnTo>
                  <a:pt x="1602114" y="46816"/>
                </a:lnTo>
                <a:lnTo>
                  <a:pt x="1602108" y="46293"/>
                </a:lnTo>
                <a:lnTo>
                  <a:pt x="1602117" y="45640"/>
                </a:lnTo>
                <a:lnTo>
                  <a:pt x="1602145" y="44996"/>
                </a:lnTo>
                <a:lnTo>
                  <a:pt x="1602190" y="44363"/>
                </a:lnTo>
                <a:lnTo>
                  <a:pt x="1602253" y="43741"/>
                </a:lnTo>
                <a:lnTo>
                  <a:pt x="1602335" y="43128"/>
                </a:lnTo>
                <a:lnTo>
                  <a:pt x="1602434" y="42525"/>
                </a:lnTo>
                <a:lnTo>
                  <a:pt x="1602552" y="41933"/>
                </a:lnTo>
                <a:lnTo>
                  <a:pt x="1602688" y="41351"/>
                </a:lnTo>
                <a:lnTo>
                  <a:pt x="1602842" y="40779"/>
                </a:lnTo>
                <a:lnTo>
                  <a:pt x="1603014" y="40217"/>
                </a:lnTo>
                <a:lnTo>
                  <a:pt x="1603204" y="39665"/>
                </a:lnTo>
                <a:lnTo>
                  <a:pt x="1603412" y="39124"/>
                </a:lnTo>
                <a:lnTo>
                  <a:pt x="1603638" y="38592"/>
                </a:lnTo>
                <a:lnTo>
                  <a:pt x="1603883" y="38071"/>
                </a:lnTo>
                <a:lnTo>
                  <a:pt x="1604145" y="37560"/>
                </a:lnTo>
                <a:lnTo>
                  <a:pt x="1604426" y="37059"/>
                </a:lnTo>
                <a:lnTo>
                  <a:pt x="1604725" y="36568"/>
                </a:lnTo>
                <a:lnTo>
                  <a:pt x="1605042" y="36087"/>
                </a:lnTo>
                <a:lnTo>
                  <a:pt x="1605377" y="35617"/>
                </a:lnTo>
                <a:lnTo>
                  <a:pt x="1605730" y="35156"/>
                </a:lnTo>
                <a:lnTo>
                  <a:pt x="1606101" y="34706"/>
                </a:lnTo>
                <a:lnTo>
                  <a:pt x="1606490" y="34266"/>
                </a:lnTo>
                <a:lnTo>
                  <a:pt x="1606898" y="33836"/>
                </a:lnTo>
                <a:lnTo>
                  <a:pt x="1607323" y="33417"/>
                </a:lnTo>
                <a:lnTo>
                  <a:pt x="1607763" y="33010"/>
                </a:lnTo>
                <a:lnTo>
                  <a:pt x="1608214" y="32621"/>
                </a:lnTo>
                <a:lnTo>
                  <a:pt x="1608676" y="32250"/>
                </a:lnTo>
                <a:lnTo>
                  <a:pt x="1609149" y="31895"/>
                </a:lnTo>
                <a:lnTo>
                  <a:pt x="1609633" y="31558"/>
                </a:lnTo>
                <a:lnTo>
                  <a:pt x="1610128" y="31239"/>
                </a:lnTo>
                <a:lnTo>
                  <a:pt x="1610634" y="30936"/>
                </a:lnTo>
                <a:lnTo>
                  <a:pt x="1611150" y="30651"/>
                </a:lnTo>
                <a:lnTo>
                  <a:pt x="1611678" y="30383"/>
                </a:lnTo>
                <a:lnTo>
                  <a:pt x="1612217" y="30132"/>
                </a:lnTo>
                <a:lnTo>
                  <a:pt x="1612767" y="29899"/>
                </a:lnTo>
                <a:lnTo>
                  <a:pt x="1613327" y="29683"/>
                </a:lnTo>
                <a:lnTo>
                  <a:pt x="1613899" y="29484"/>
                </a:lnTo>
                <a:lnTo>
                  <a:pt x="1614481" y="29303"/>
                </a:lnTo>
                <a:lnTo>
                  <a:pt x="1615075" y="29138"/>
                </a:lnTo>
                <a:lnTo>
                  <a:pt x="1615680" y="28991"/>
                </a:lnTo>
                <a:lnTo>
                  <a:pt x="1616295" y="28862"/>
                </a:lnTo>
                <a:lnTo>
                  <a:pt x="1616922" y="28749"/>
                </a:lnTo>
                <a:lnTo>
                  <a:pt x="1617559" y="28654"/>
                </a:lnTo>
                <a:lnTo>
                  <a:pt x="1618207" y="28577"/>
                </a:lnTo>
                <a:lnTo>
                  <a:pt x="1618867" y="28516"/>
                </a:lnTo>
                <a:lnTo>
                  <a:pt x="1619537" y="28473"/>
                </a:lnTo>
                <a:lnTo>
                  <a:pt x="1620218" y="28447"/>
                </a:lnTo>
                <a:lnTo>
                  <a:pt x="1620911" y="28438"/>
                </a:lnTo>
                <a:lnTo>
                  <a:pt x="1621603" y="28447"/>
                </a:lnTo>
                <a:lnTo>
                  <a:pt x="1622286" y="28473"/>
                </a:lnTo>
                <a:lnTo>
                  <a:pt x="1622957" y="28516"/>
                </a:lnTo>
                <a:lnTo>
                  <a:pt x="1623619" y="28577"/>
                </a:lnTo>
                <a:lnTo>
                  <a:pt x="1624270" y="28654"/>
                </a:lnTo>
                <a:lnTo>
                  <a:pt x="1624910" y="28749"/>
                </a:lnTo>
                <a:lnTo>
                  <a:pt x="1625541" y="28862"/>
                </a:lnTo>
                <a:lnTo>
                  <a:pt x="1626160" y="28991"/>
                </a:lnTo>
                <a:lnTo>
                  <a:pt x="1626770" y="29138"/>
                </a:lnTo>
                <a:lnTo>
                  <a:pt x="1627368" y="29303"/>
                </a:lnTo>
                <a:lnTo>
                  <a:pt x="1627957" y="29484"/>
                </a:lnTo>
                <a:lnTo>
                  <a:pt x="1628535" y="29683"/>
                </a:lnTo>
                <a:lnTo>
                  <a:pt x="1629102" y="29899"/>
                </a:lnTo>
                <a:lnTo>
                  <a:pt x="1629659" y="30132"/>
                </a:lnTo>
                <a:lnTo>
                  <a:pt x="1630206" y="30383"/>
                </a:lnTo>
                <a:lnTo>
                  <a:pt x="1630742" y="30651"/>
                </a:lnTo>
                <a:lnTo>
                  <a:pt x="1631268" y="30936"/>
                </a:lnTo>
                <a:lnTo>
                  <a:pt x="1631784" y="31239"/>
                </a:lnTo>
                <a:lnTo>
                  <a:pt x="1632289" y="31558"/>
                </a:lnTo>
                <a:lnTo>
                  <a:pt x="1632783" y="31895"/>
                </a:lnTo>
                <a:lnTo>
                  <a:pt x="1633267" y="32250"/>
                </a:lnTo>
                <a:lnTo>
                  <a:pt x="1633741" y="32621"/>
                </a:lnTo>
                <a:lnTo>
                  <a:pt x="1634204" y="33010"/>
                </a:lnTo>
                <a:lnTo>
                  <a:pt x="1634657" y="33417"/>
                </a:lnTo>
                <a:lnTo>
                  <a:pt x="1635095" y="33836"/>
                </a:lnTo>
                <a:lnTo>
                  <a:pt x="1635515" y="34266"/>
                </a:lnTo>
                <a:lnTo>
                  <a:pt x="1635916" y="34706"/>
                </a:lnTo>
                <a:lnTo>
                  <a:pt x="1636298" y="35156"/>
                </a:lnTo>
                <a:lnTo>
                  <a:pt x="1636662" y="35617"/>
                </a:lnTo>
                <a:lnTo>
                  <a:pt x="1637007" y="36087"/>
                </a:lnTo>
                <a:lnTo>
                  <a:pt x="1637333" y="36568"/>
                </a:lnTo>
                <a:lnTo>
                  <a:pt x="1637641" y="37059"/>
                </a:lnTo>
                <a:lnTo>
                  <a:pt x="1637930" y="37560"/>
                </a:lnTo>
                <a:lnTo>
                  <a:pt x="1638201" y="38071"/>
                </a:lnTo>
                <a:lnTo>
                  <a:pt x="1638453" y="38592"/>
                </a:lnTo>
                <a:lnTo>
                  <a:pt x="1638686" y="39124"/>
                </a:lnTo>
                <a:lnTo>
                  <a:pt x="1638900" y="39665"/>
                </a:lnTo>
                <a:lnTo>
                  <a:pt x="1639096" y="40217"/>
                </a:lnTo>
                <a:lnTo>
                  <a:pt x="1639273" y="40779"/>
                </a:lnTo>
                <a:lnTo>
                  <a:pt x="1639432" y="41351"/>
                </a:lnTo>
                <a:lnTo>
                  <a:pt x="1639572" y="41933"/>
                </a:lnTo>
                <a:lnTo>
                  <a:pt x="1639693" y="42525"/>
                </a:lnTo>
                <a:lnTo>
                  <a:pt x="1639795" y="43128"/>
                </a:lnTo>
                <a:lnTo>
                  <a:pt x="1639879" y="43741"/>
                </a:lnTo>
                <a:lnTo>
                  <a:pt x="1639945" y="44363"/>
                </a:lnTo>
                <a:lnTo>
                  <a:pt x="1639991" y="44996"/>
                </a:lnTo>
                <a:lnTo>
                  <a:pt x="1640019" y="45640"/>
                </a:lnTo>
                <a:lnTo>
                  <a:pt x="1640028" y="46293"/>
                </a:lnTo>
                <a:lnTo>
                  <a:pt x="1654248" y="46293"/>
                </a:lnTo>
                <a:lnTo>
                  <a:pt x="1654240" y="45546"/>
                </a:lnTo>
                <a:lnTo>
                  <a:pt x="1654218" y="44807"/>
                </a:lnTo>
                <a:lnTo>
                  <a:pt x="1654181" y="44075"/>
                </a:lnTo>
                <a:lnTo>
                  <a:pt x="1654129" y="43350"/>
                </a:lnTo>
                <a:lnTo>
                  <a:pt x="1654062" y="42633"/>
                </a:lnTo>
                <a:lnTo>
                  <a:pt x="1653981" y="41923"/>
                </a:lnTo>
                <a:lnTo>
                  <a:pt x="1653885" y="41221"/>
                </a:lnTo>
                <a:lnTo>
                  <a:pt x="1653773" y="40526"/>
                </a:lnTo>
                <a:lnTo>
                  <a:pt x="1653648" y="39838"/>
                </a:lnTo>
                <a:lnTo>
                  <a:pt x="1653507" y="39158"/>
                </a:lnTo>
                <a:lnTo>
                  <a:pt x="1653351" y="38485"/>
                </a:lnTo>
                <a:lnTo>
                  <a:pt x="1653181" y="37820"/>
                </a:lnTo>
                <a:lnTo>
                  <a:pt x="1652996" y="37162"/>
                </a:lnTo>
                <a:lnTo>
                  <a:pt x="1652796" y="36512"/>
                </a:lnTo>
                <a:lnTo>
                  <a:pt x="1652581" y="35869"/>
                </a:lnTo>
                <a:lnTo>
                  <a:pt x="1652351" y="35233"/>
                </a:lnTo>
                <a:lnTo>
                  <a:pt x="1652107" y="34605"/>
                </a:lnTo>
                <a:lnTo>
                  <a:pt x="1651847" y="33984"/>
                </a:lnTo>
                <a:lnTo>
                  <a:pt x="1651573" y="33371"/>
                </a:lnTo>
                <a:lnTo>
                  <a:pt x="1651284" y="32765"/>
                </a:lnTo>
                <a:lnTo>
                  <a:pt x="1650981" y="32166"/>
                </a:lnTo>
                <a:lnTo>
                  <a:pt x="1650662" y="31575"/>
                </a:lnTo>
                <a:lnTo>
                  <a:pt x="1650329" y="30991"/>
                </a:lnTo>
                <a:lnTo>
                  <a:pt x="1649980" y="30415"/>
                </a:lnTo>
                <a:lnTo>
                  <a:pt x="1649619" y="29848"/>
                </a:lnTo>
                <a:lnTo>
                  <a:pt x="1649247" y="29290"/>
                </a:lnTo>
                <a:lnTo>
                  <a:pt x="1648864" y="28744"/>
                </a:lnTo>
                <a:lnTo>
                  <a:pt x="1648469" y="28207"/>
                </a:lnTo>
                <a:lnTo>
                  <a:pt x="1648063" y="27682"/>
                </a:lnTo>
                <a:lnTo>
                  <a:pt x="1647646" y="27166"/>
                </a:lnTo>
                <a:lnTo>
                  <a:pt x="1647217" y="26661"/>
                </a:lnTo>
                <a:lnTo>
                  <a:pt x="1646777" y="26166"/>
                </a:lnTo>
                <a:lnTo>
                  <a:pt x="1646326" y="25682"/>
                </a:lnTo>
                <a:lnTo>
                  <a:pt x="1645864" y="25208"/>
                </a:lnTo>
                <a:lnTo>
                  <a:pt x="1645390" y="24745"/>
                </a:lnTo>
                <a:lnTo>
                  <a:pt x="1644906" y="24292"/>
                </a:lnTo>
                <a:lnTo>
                  <a:pt x="1644410" y="23850"/>
                </a:lnTo>
                <a:lnTo>
                  <a:pt x="1643902" y="23418"/>
                </a:lnTo>
                <a:lnTo>
                  <a:pt x="1643384" y="22996"/>
                </a:lnTo>
                <a:lnTo>
                  <a:pt x="1642854" y="22585"/>
                </a:lnTo>
                <a:lnTo>
                  <a:pt x="1642313" y="22184"/>
                </a:lnTo>
                <a:lnTo>
                  <a:pt x="1641761" y="21794"/>
                </a:lnTo>
                <a:lnTo>
                  <a:pt x="1641197" y="21414"/>
                </a:lnTo>
                <a:lnTo>
                  <a:pt x="1640622" y="21044"/>
                </a:lnTo>
                <a:lnTo>
                  <a:pt x="1640036" y="20685"/>
                </a:lnTo>
                <a:lnTo>
                  <a:pt x="1639439" y="20336"/>
                </a:lnTo>
                <a:lnTo>
                  <a:pt x="1638830" y="19998"/>
                </a:lnTo>
                <a:lnTo>
                  <a:pt x="1638211" y="19670"/>
                </a:lnTo>
                <a:lnTo>
                  <a:pt x="1637581" y="19354"/>
                </a:lnTo>
                <a:lnTo>
                  <a:pt x="1636944" y="19052"/>
                </a:lnTo>
                <a:lnTo>
                  <a:pt x="1636299" y="18763"/>
                </a:lnTo>
                <a:lnTo>
                  <a:pt x="1635645" y="18487"/>
                </a:lnTo>
                <a:lnTo>
                  <a:pt x="1634984" y="18225"/>
                </a:lnTo>
                <a:lnTo>
                  <a:pt x="1634315" y="17976"/>
                </a:lnTo>
                <a:lnTo>
                  <a:pt x="1633638" y="17741"/>
                </a:lnTo>
                <a:lnTo>
                  <a:pt x="1632953" y="17519"/>
                </a:lnTo>
                <a:lnTo>
                  <a:pt x="1632260" y="17311"/>
                </a:lnTo>
                <a:lnTo>
                  <a:pt x="1631559" y="17116"/>
                </a:lnTo>
                <a:lnTo>
                  <a:pt x="1630850" y="16934"/>
                </a:lnTo>
                <a:lnTo>
                  <a:pt x="1630133" y="16766"/>
                </a:lnTo>
                <a:lnTo>
                  <a:pt x="1629408" y="16612"/>
                </a:lnTo>
                <a:lnTo>
                  <a:pt x="1628676" y="16470"/>
                </a:lnTo>
                <a:lnTo>
                  <a:pt x="1627935" y="16343"/>
                </a:lnTo>
                <a:lnTo>
                  <a:pt x="1627186" y="16228"/>
                </a:lnTo>
                <a:lnTo>
                  <a:pt x="1626430" y="16128"/>
                </a:lnTo>
                <a:lnTo>
                  <a:pt x="1625665" y="16040"/>
                </a:lnTo>
                <a:lnTo>
                  <a:pt x="1624892" y="15966"/>
                </a:lnTo>
                <a:lnTo>
                  <a:pt x="1624112" y="15906"/>
                </a:lnTo>
                <a:lnTo>
                  <a:pt x="1623324" y="15859"/>
                </a:lnTo>
                <a:lnTo>
                  <a:pt x="1622527" y="15825"/>
                </a:lnTo>
                <a:lnTo>
                  <a:pt x="1621723" y="15805"/>
                </a:lnTo>
                <a:lnTo>
                  <a:pt x="1620911" y="15798"/>
                </a:lnTo>
                <a:lnTo>
                  <a:pt x="1620111" y="15805"/>
                </a:lnTo>
                <a:lnTo>
                  <a:pt x="1619319" y="15825"/>
                </a:lnTo>
                <a:lnTo>
                  <a:pt x="1618535" y="15859"/>
                </a:lnTo>
                <a:lnTo>
                  <a:pt x="1617759" y="15906"/>
                </a:lnTo>
                <a:lnTo>
                  <a:pt x="1616991" y="15966"/>
                </a:lnTo>
                <a:lnTo>
                  <a:pt x="1616230" y="16040"/>
                </a:lnTo>
                <a:lnTo>
                  <a:pt x="1615476" y="16128"/>
                </a:lnTo>
                <a:lnTo>
                  <a:pt x="1614731" y="16228"/>
                </a:lnTo>
                <a:lnTo>
                  <a:pt x="1613993" y="16343"/>
                </a:lnTo>
                <a:lnTo>
                  <a:pt x="1613263" y="16470"/>
                </a:lnTo>
                <a:lnTo>
                  <a:pt x="1612540" y="16612"/>
                </a:lnTo>
                <a:lnTo>
                  <a:pt x="1611825" y="16766"/>
                </a:lnTo>
                <a:lnTo>
                  <a:pt x="1611118" y="16934"/>
                </a:lnTo>
                <a:lnTo>
                  <a:pt x="1610419" y="17116"/>
                </a:lnTo>
                <a:lnTo>
                  <a:pt x="1609727" y="17311"/>
                </a:lnTo>
                <a:lnTo>
                  <a:pt x="1609043" y="17519"/>
                </a:lnTo>
                <a:lnTo>
                  <a:pt x="1608366" y="17741"/>
                </a:lnTo>
                <a:lnTo>
                  <a:pt x="1607698" y="17976"/>
                </a:lnTo>
                <a:lnTo>
                  <a:pt x="1607037" y="18225"/>
                </a:lnTo>
                <a:lnTo>
                  <a:pt x="1606383" y="18487"/>
                </a:lnTo>
                <a:lnTo>
                  <a:pt x="1605738" y="18763"/>
                </a:lnTo>
                <a:lnTo>
                  <a:pt x="1605100" y="19052"/>
                </a:lnTo>
                <a:lnTo>
                  <a:pt x="1604469" y="19354"/>
                </a:lnTo>
                <a:lnTo>
                  <a:pt x="1603847" y="19670"/>
                </a:lnTo>
                <a:lnTo>
                  <a:pt x="1603234" y="19998"/>
                </a:lnTo>
                <a:lnTo>
                  <a:pt x="1602632" y="20337"/>
                </a:lnTo>
                <a:lnTo>
                  <a:pt x="1602042" y="20686"/>
                </a:lnTo>
                <a:lnTo>
                  <a:pt x="1601464" y="21046"/>
                </a:lnTo>
                <a:lnTo>
                  <a:pt x="1600897" y="21417"/>
                </a:lnTo>
                <a:lnTo>
                  <a:pt x="1600341" y="21798"/>
                </a:lnTo>
                <a:lnTo>
                  <a:pt x="1599797" y="22191"/>
                </a:lnTo>
                <a:lnTo>
                  <a:pt x="1599265" y="22594"/>
                </a:lnTo>
                <a:lnTo>
                  <a:pt x="1598744" y="23007"/>
                </a:lnTo>
                <a:lnTo>
                  <a:pt x="1598235" y="23431"/>
                </a:lnTo>
                <a:lnTo>
                  <a:pt x="1597737" y="23866"/>
                </a:lnTo>
                <a:lnTo>
                  <a:pt x="1597251" y="24312"/>
                </a:lnTo>
                <a:lnTo>
                  <a:pt x="1596776" y="24768"/>
                </a:lnTo>
                <a:lnTo>
                  <a:pt x="1596313" y="25236"/>
                </a:lnTo>
                <a:lnTo>
                  <a:pt x="1595861" y="25713"/>
                </a:lnTo>
                <a:lnTo>
                  <a:pt x="1595421" y="26202"/>
                </a:lnTo>
                <a:lnTo>
                  <a:pt x="1594992" y="26701"/>
                </a:lnTo>
                <a:lnTo>
                  <a:pt x="1594575" y="27211"/>
                </a:lnTo>
                <a:lnTo>
                  <a:pt x="1594169" y="27731"/>
                </a:lnTo>
                <a:lnTo>
                  <a:pt x="1593775" y="28263"/>
                </a:lnTo>
                <a:lnTo>
                  <a:pt x="1593392" y="28805"/>
                </a:lnTo>
                <a:lnTo>
                  <a:pt x="1593021" y="29357"/>
                </a:lnTo>
                <a:lnTo>
                  <a:pt x="1592661" y="29921"/>
                </a:lnTo>
                <a:lnTo>
                  <a:pt x="1592313" y="30495"/>
                </a:lnTo>
                <a:lnTo>
                  <a:pt x="1591978" y="31078"/>
                </a:lnTo>
                <a:lnTo>
                  <a:pt x="1591657" y="31668"/>
                </a:lnTo>
                <a:lnTo>
                  <a:pt x="1591350" y="32267"/>
                </a:lnTo>
                <a:lnTo>
                  <a:pt x="1591058" y="32873"/>
                </a:lnTo>
                <a:lnTo>
                  <a:pt x="1590780" y="33487"/>
                </a:lnTo>
                <a:lnTo>
                  <a:pt x="1590516" y="34108"/>
                </a:lnTo>
                <a:lnTo>
                  <a:pt x="1590266" y="34737"/>
                </a:lnTo>
                <a:lnTo>
                  <a:pt x="1590031" y="35374"/>
                </a:lnTo>
                <a:lnTo>
                  <a:pt x="1589810" y="36019"/>
                </a:lnTo>
                <a:lnTo>
                  <a:pt x="1589603" y="36671"/>
                </a:lnTo>
                <a:lnTo>
                  <a:pt x="1589410" y="37331"/>
                </a:lnTo>
                <a:lnTo>
                  <a:pt x="1589232" y="37998"/>
                </a:lnTo>
                <a:lnTo>
                  <a:pt x="1589068" y="38674"/>
                </a:lnTo>
                <a:lnTo>
                  <a:pt x="1588918" y="39357"/>
                </a:lnTo>
                <a:lnTo>
                  <a:pt x="1588783" y="40047"/>
                </a:lnTo>
                <a:lnTo>
                  <a:pt x="1588662" y="40746"/>
                </a:lnTo>
                <a:lnTo>
                  <a:pt x="1588555" y="41452"/>
                </a:lnTo>
                <a:lnTo>
                  <a:pt x="1588462" y="42165"/>
                </a:lnTo>
                <a:lnTo>
                  <a:pt x="1588383" y="42887"/>
                </a:lnTo>
                <a:lnTo>
                  <a:pt x="1588319" y="43616"/>
                </a:lnTo>
                <a:lnTo>
                  <a:pt x="1588269" y="44352"/>
                </a:lnTo>
                <a:lnTo>
                  <a:pt x="1588234" y="45097"/>
                </a:lnTo>
                <a:lnTo>
                  <a:pt x="1588212" y="45849"/>
                </a:lnTo>
                <a:lnTo>
                  <a:pt x="1588205" y="46609"/>
                </a:lnTo>
                <a:lnTo>
                  <a:pt x="1588216" y="47525"/>
                </a:lnTo>
                <a:lnTo>
                  <a:pt x="1588248" y="48432"/>
                </a:lnTo>
                <a:lnTo>
                  <a:pt x="1588303" y="49328"/>
                </a:lnTo>
                <a:lnTo>
                  <a:pt x="1588379" y="50214"/>
                </a:lnTo>
                <a:lnTo>
                  <a:pt x="1588476" y="51090"/>
                </a:lnTo>
                <a:lnTo>
                  <a:pt x="1588595" y="51955"/>
                </a:lnTo>
                <a:lnTo>
                  <a:pt x="1588736" y="52811"/>
                </a:lnTo>
                <a:lnTo>
                  <a:pt x="1588899" y="53657"/>
                </a:lnTo>
                <a:lnTo>
                  <a:pt x="1589083" y="54492"/>
                </a:lnTo>
                <a:lnTo>
                  <a:pt x="1589289" y="55317"/>
                </a:lnTo>
                <a:lnTo>
                  <a:pt x="1589516" y="56132"/>
                </a:lnTo>
                <a:lnTo>
                  <a:pt x="1589766" y="56937"/>
                </a:lnTo>
                <a:lnTo>
                  <a:pt x="1590036" y="57732"/>
                </a:lnTo>
                <a:lnTo>
                  <a:pt x="1590329" y="58517"/>
                </a:lnTo>
                <a:lnTo>
                  <a:pt x="1590643" y="59291"/>
                </a:lnTo>
                <a:lnTo>
                  <a:pt x="1590979" y="60056"/>
                </a:lnTo>
                <a:lnTo>
                  <a:pt x="1591337" y="60810"/>
                </a:lnTo>
                <a:lnTo>
                  <a:pt x="1591716" y="61554"/>
                </a:lnTo>
                <a:lnTo>
                  <a:pt x="1592117" y="62288"/>
                </a:lnTo>
                <a:lnTo>
                  <a:pt x="1592540" y="63012"/>
                </a:lnTo>
                <a:lnTo>
                  <a:pt x="1592984" y="63726"/>
                </a:lnTo>
                <a:lnTo>
                  <a:pt x="1593450" y="64429"/>
                </a:lnTo>
                <a:lnTo>
                  <a:pt x="1593937" y="65123"/>
                </a:lnTo>
                <a:lnTo>
                  <a:pt x="1594447" y="65806"/>
                </a:lnTo>
                <a:lnTo>
                  <a:pt x="1594975" y="66476"/>
                </a:lnTo>
                <a:lnTo>
                  <a:pt x="1595519" y="67128"/>
                </a:lnTo>
                <a:lnTo>
                  <a:pt x="1596080" y="67763"/>
                </a:lnTo>
                <a:lnTo>
                  <a:pt x="1596657" y="68380"/>
                </a:lnTo>
                <a:lnTo>
                  <a:pt x="1597250" y="68980"/>
                </a:lnTo>
                <a:lnTo>
                  <a:pt x="1597859" y="69563"/>
                </a:lnTo>
                <a:lnTo>
                  <a:pt x="1598484" y="70129"/>
                </a:lnTo>
                <a:lnTo>
                  <a:pt x="1599126" y="70677"/>
                </a:lnTo>
                <a:lnTo>
                  <a:pt x="1599783" y="71209"/>
                </a:lnTo>
                <a:lnTo>
                  <a:pt x="1600457" y="71722"/>
                </a:lnTo>
                <a:lnTo>
                  <a:pt x="1601147" y="72219"/>
                </a:lnTo>
                <a:lnTo>
                  <a:pt x="1601853" y="72698"/>
                </a:lnTo>
                <a:lnTo>
                  <a:pt x="1602576" y="73160"/>
                </a:lnTo>
                <a:lnTo>
                  <a:pt x="1603314" y="73605"/>
                </a:lnTo>
                <a:lnTo>
                  <a:pt x="1604069" y="74032"/>
                </a:lnTo>
                <a:lnTo>
                  <a:pt x="1604840" y="74442"/>
                </a:lnTo>
                <a:lnTo>
                  <a:pt x="1605627" y="74835"/>
                </a:lnTo>
                <a:lnTo>
                  <a:pt x="1606431" y="75211"/>
                </a:lnTo>
                <a:lnTo>
                  <a:pt x="1607250" y="75569"/>
                </a:lnTo>
                <a:lnTo>
                  <a:pt x="1608086" y="75910"/>
                </a:lnTo>
                <a:lnTo>
                  <a:pt x="1608938" y="76234"/>
                </a:lnTo>
                <a:lnTo>
                  <a:pt x="1609806" y="76540"/>
                </a:lnTo>
                <a:lnTo>
                  <a:pt x="1610690" y="76829"/>
                </a:lnTo>
                <a:lnTo>
                  <a:pt x="1611590" y="77101"/>
                </a:lnTo>
                <a:lnTo>
                  <a:pt x="1629127" y="82000"/>
                </a:lnTo>
                <a:lnTo>
                  <a:pt x="1629700" y="82163"/>
                </a:lnTo>
                <a:lnTo>
                  <a:pt x="1630263" y="82338"/>
                </a:lnTo>
                <a:lnTo>
                  <a:pt x="1630814" y="82524"/>
                </a:lnTo>
                <a:lnTo>
                  <a:pt x="1631354" y="82721"/>
                </a:lnTo>
                <a:lnTo>
                  <a:pt x="1631883" y="82930"/>
                </a:lnTo>
                <a:lnTo>
                  <a:pt x="1632401" y="83150"/>
                </a:lnTo>
                <a:lnTo>
                  <a:pt x="1632907" y="83381"/>
                </a:lnTo>
                <a:lnTo>
                  <a:pt x="1633402" y="83623"/>
                </a:lnTo>
                <a:lnTo>
                  <a:pt x="1633886" y="83877"/>
                </a:lnTo>
                <a:lnTo>
                  <a:pt x="1634358" y="84141"/>
                </a:lnTo>
                <a:lnTo>
                  <a:pt x="1634819" y="84417"/>
                </a:lnTo>
                <a:lnTo>
                  <a:pt x="1635269" y="84705"/>
                </a:lnTo>
                <a:lnTo>
                  <a:pt x="1635708" y="85003"/>
                </a:lnTo>
                <a:lnTo>
                  <a:pt x="1636136" y="85313"/>
                </a:lnTo>
                <a:lnTo>
                  <a:pt x="1636552" y="85634"/>
                </a:lnTo>
                <a:lnTo>
                  <a:pt x="1636957" y="85966"/>
                </a:lnTo>
                <a:lnTo>
                  <a:pt x="1637351" y="86310"/>
                </a:lnTo>
                <a:lnTo>
                  <a:pt x="1637733" y="86665"/>
                </a:lnTo>
                <a:lnTo>
                  <a:pt x="1638105" y="87031"/>
                </a:lnTo>
                <a:lnTo>
                  <a:pt x="1638465" y="87408"/>
                </a:lnTo>
                <a:lnTo>
                  <a:pt x="1638813" y="87797"/>
                </a:lnTo>
                <a:lnTo>
                  <a:pt x="1639151" y="88196"/>
                </a:lnTo>
                <a:lnTo>
                  <a:pt x="1639477" y="88607"/>
                </a:lnTo>
                <a:lnTo>
                  <a:pt x="1639792" y="89030"/>
                </a:lnTo>
                <a:lnTo>
                  <a:pt x="1640095" y="89461"/>
                </a:lnTo>
                <a:lnTo>
                  <a:pt x="1640385" y="89898"/>
                </a:lnTo>
                <a:lnTo>
                  <a:pt x="1640662" y="90342"/>
                </a:lnTo>
                <a:lnTo>
                  <a:pt x="1640927" y="90792"/>
                </a:lnTo>
                <a:lnTo>
                  <a:pt x="1641178" y="91248"/>
                </a:lnTo>
                <a:lnTo>
                  <a:pt x="1641417" y="91711"/>
                </a:lnTo>
                <a:lnTo>
                  <a:pt x="1641642" y="92180"/>
                </a:lnTo>
                <a:lnTo>
                  <a:pt x="1641855" y="92655"/>
                </a:lnTo>
                <a:lnTo>
                  <a:pt x="1642055" y="93137"/>
                </a:lnTo>
                <a:lnTo>
                  <a:pt x="1642242" y="93625"/>
                </a:lnTo>
                <a:lnTo>
                  <a:pt x="1642416" y="94119"/>
                </a:lnTo>
                <a:lnTo>
                  <a:pt x="1642577" y="94619"/>
                </a:lnTo>
                <a:lnTo>
                  <a:pt x="1642725" y="95126"/>
                </a:lnTo>
                <a:lnTo>
                  <a:pt x="1642860" y="95639"/>
                </a:lnTo>
                <a:lnTo>
                  <a:pt x="1642983" y="96159"/>
                </a:lnTo>
                <a:lnTo>
                  <a:pt x="1643092" y="96684"/>
                </a:lnTo>
                <a:lnTo>
                  <a:pt x="1643189" y="97217"/>
                </a:lnTo>
                <a:lnTo>
                  <a:pt x="1643273" y="97755"/>
                </a:lnTo>
                <a:lnTo>
                  <a:pt x="1643344" y="98300"/>
                </a:lnTo>
                <a:lnTo>
                  <a:pt x="1643402" y="98851"/>
                </a:lnTo>
                <a:lnTo>
                  <a:pt x="1643447" y="99408"/>
                </a:lnTo>
                <a:lnTo>
                  <a:pt x="1643479" y="99972"/>
                </a:lnTo>
                <a:lnTo>
                  <a:pt x="1643498" y="100541"/>
                </a:lnTo>
                <a:lnTo>
                  <a:pt x="1643505" y="101118"/>
                </a:lnTo>
                <a:lnTo>
                  <a:pt x="1643495" y="101875"/>
                </a:lnTo>
                <a:lnTo>
                  <a:pt x="1643464" y="102621"/>
                </a:lnTo>
                <a:lnTo>
                  <a:pt x="1643414" y="103354"/>
                </a:lnTo>
                <a:lnTo>
                  <a:pt x="1643342" y="104076"/>
                </a:lnTo>
                <a:lnTo>
                  <a:pt x="1643251" y="104785"/>
                </a:lnTo>
                <a:lnTo>
                  <a:pt x="1643140" y="105482"/>
                </a:lnTo>
                <a:lnTo>
                  <a:pt x="1643008" y="106167"/>
                </a:lnTo>
                <a:lnTo>
                  <a:pt x="1642855" y="106840"/>
                </a:lnTo>
                <a:lnTo>
                  <a:pt x="1642683" y="107502"/>
                </a:lnTo>
                <a:lnTo>
                  <a:pt x="1642490" y="108150"/>
                </a:lnTo>
                <a:lnTo>
                  <a:pt x="1642277" y="108787"/>
                </a:lnTo>
                <a:lnTo>
                  <a:pt x="1642043" y="109412"/>
                </a:lnTo>
                <a:lnTo>
                  <a:pt x="1641790" y="110025"/>
                </a:lnTo>
                <a:lnTo>
                  <a:pt x="1641516" y="110626"/>
                </a:lnTo>
                <a:lnTo>
                  <a:pt x="1641221" y="111214"/>
                </a:lnTo>
                <a:lnTo>
                  <a:pt x="1640907" y="111791"/>
                </a:lnTo>
                <a:lnTo>
                  <a:pt x="1640572" y="112355"/>
                </a:lnTo>
                <a:lnTo>
                  <a:pt x="1640216" y="112908"/>
                </a:lnTo>
                <a:lnTo>
                  <a:pt x="1639841" y="113448"/>
                </a:lnTo>
                <a:lnTo>
                  <a:pt x="1639445" y="113976"/>
                </a:lnTo>
                <a:lnTo>
                  <a:pt x="1639029" y="114492"/>
                </a:lnTo>
                <a:lnTo>
                  <a:pt x="1638592" y="114996"/>
                </a:lnTo>
                <a:lnTo>
                  <a:pt x="1638136" y="115488"/>
                </a:lnTo>
                <a:lnTo>
                  <a:pt x="1637659" y="115968"/>
                </a:lnTo>
                <a:lnTo>
                  <a:pt x="1637165" y="116433"/>
                </a:lnTo>
                <a:lnTo>
                  <a:pt x="1636657" y="116877"/>
                </a:lnTo>
                <a:lnTo>
                  <a:pt x="1636135" y="117301"/>
                </a:lnTo>
                <a:lnTo>
                  <a:pt x="1635600" y="117706"/>
                </a:lnTo>
                <a:lnTo>
                  <a:pt x="1635051" y="118091"/>
                </a:lnTo>
                <a:lnTo>
                  <a:pt x="1634489" y="118457"/>
                </a:lnTo>
                <a:lnTo>
                  <a:pt x="1633912" y="118802"/>
                </a:lnTo>
                <a:lnTo>
                  <a:pt x="1633322" y="119128"/>
                </a:lnTo>
                <a:lnTo>
                  <a:pt x="1632719" y="119434"/>
                </a:lnTo>
                <a:lnTo>
                  <a:pt x="1632101" y="119720"/>
                </a:lnTo>
                <a:lnTo>
                  <a:pt x="1631470" y="119987"/>
                </a:lnTo>
                <a:lnTo>
                  <a:pt x="1630825" y="120234"/>
                </a:lnTo>
                <a:lnTo>
                  <a:pt x="1630167" y="120461"/>
                </a:lnTo>
                <a:lnTo>
                  <a:pt x="1629494" y="120668"/>
                </a:lnTo>
                <a:lnTo>
                  <a:pt x="1628808" y="120856"/>
                </a:lnTo>
                <a:lnTo>
                  <a:pt x="1628108" y="121024"/>
                </a:lnTo>
                <a:lnTo>
                  <a:pt x="1627395" y="121172"/>
                </a:lnTo>
                <a:lnTo>
                  <a:pt x="1626668" y="121300"/>
                </a:lnTo>
                <a:lnTo>
                  <a:pt x="1625927" y="121409"/>
                </a:lnTo>
                <a:lnTo>
                  <a:pt x="1625172" y="121498"/>
                </a:lnTo>
                <a:lnTo>
                  <a:pt x="1624404" y="121567"/>
                </a:lnTo>
                <a:lnTo>
                  <a:pt x="1623622" y="121616"/>
                </a:lnTo>
                <a:lnTo>
                  <a:pt x="1622827" y="121646"/>
                </a:lnTo>
                <a:lnTo>
                  <a:pt x="1622017" y="121656"/>
                </a:lnTo>
                <a:lnTo>
                  <a:pt x="1621181" y="121646"/>
                </a:lnTo>
                <a:lnTo>
                  <a:pt x="1620359" y="121618"/>
                </a:lnTo>
                <a:lnTo>
                  <a:pt x="1619551" y="121570"/>
                </a:lnTo>
                <a:lnTo>
                  <a:pt x="1618756" y="121504"/>
                </a:lnTo>
                <a:lnTo>
                  <a:pt x="1617976" y="121419"/>
                </a:lnTo>
                <a:lnTo>
                  <a:pt x="1617208" y="121315"/>
                </a:lnTo>
                <a:lnTo>
                  <a:pt x="1616455" y="121192"/>
                </a:lnTo>
                <a:lnTo>
                  <a:pt x="1615715" y="121050"/>
                </a:lnTo>
                <a:lnTo>
                  <a:pt x="1614989" y="120889"/>
                </a:lnTo>
                <a:lnTo>
                  <a:pt x="1614277" y="120709"/>
                </a:lnTo>
                <a:lnTo>
                  <a:pt x="1613578" y="120511"/>
                </a:lnTo>
                <a:lnTo>
                  <a:pt x="1612893" y="120293"/>
                </a:lnTo>
                <a:lnTo>
                  <a:pt x="1612222" y="120056"/>
                </a:lnTo>
                <a:lnTo>
                  <a:pt x="1611565" y="119801"/>
                </a:lnTo>
                <a:lnTo>
                  <a:pt x="1610921" y="119526"/>
                </a:lnTo>
                <a:lnTo>
                  <a:pt x="1610291" y="119233"/>
                </a:lnTo>
                <a:lnTo>
                  <a:pt x="1609674" y="118921"/>
                </a:lnTo>
                <a:lnTo>
                  <a:pt x="1609072" y="118589"/>
                </a:lnTo>
                <a:lnTo>
                  <a:pt x="1608483" y="118239"/>
                </a:lnTo>
                <a:lnTo>
                  <a:pt x="1607908" y="117870"/>
                </a:lnTo>
                <a:lnTo>
                  <a:pt x="1607346" y="117482"/>
                </a:lnTo>
                <a:lnTo>
                  <a:pt x="1606798" y="117075"/>
                </a:lnTo>
                <a:lnTo>
                  <a:pt x="1606264" y="116649"/>
                </a:lnTo>
                <a:lnTo>
                  <a:pt x="1605744" y="116205"/>
                </a:lnTo>
                <a:lnTo>
                  <a:pt x="1605241" y="115743"/>
                </a:lnTo>
                <a:lnTo>
                  <a:pt x="1604760" y="115267"/>
                </a:lnTo>
                <a:lnTo>
                  <a:pt x="1604300" y="114777"/>
                </a:lnTo>
                <a:lnTo>
                  <a:pt x="1603861" y="114271"/>
                </a:lnTo>
                <a:lnTo>
                  <a:pt x="1603444" y="113752"/>
                </a:lnTo>
                <a:lnTo>
                  <a:pt x="1603048" y="113218"/>
                </a:lnTo>
                <a:lnTo>
                  <a:pt x="1602674" y="112669"/>
                </a:lnTo>
                <a:lnTo>
                  <a:pt x="1602321" y="112106"/>
                </a:lnTo>
                <a:lnTo>
                  <a:pt x="1601989" y="111528"/>
                </a:lnTo>
                <a:lnTo>
                  <a:pt x="1601679" y="110936"/>
                </a:lnTo>
                <a:lnTo>
                  <a:pt x="1601390" y="110329"/>
                </a:lnTo>
                <a:lnTo>
                  <a:pt x="1601122" y="109708"/>
                </a:lnTo>
                <a:lnTo>
                  <a:pt x="1600876" y="109072"/>
                </a:lnTo>
                <a:lnTo>
                  <a:pt x="1600652" y="108421"/>
                </a:lnTo>
                <a:lnTo>
                  <a:pt x="1600448" y="107756"/>
                </a:lnTo>
                <a:lnTo>
                  <a:pt x="1600267" y="107077"/>
                </a:lnTo>
                <a:lnTo>
                  <a:pt x="1600106" y="106383"/>
                </a:lnTo>
                <a:lnTo>
                  <a:pt x="1599967" y="105674"/>
                </a:lnTo>
                <a:lnTo>
                  <a:pt x="1599849" y="104951"/>
                </a:lnTo>
                <a:lnTo>
                  <a:pt x="1599753" y="104213"/>
                </a:lnTo>
                <a:lnTo>
                  <a:pt x="1599678" y="103461"/>
                </a:lnTo>
                <a:lnTo>
                  <a:pt x="1599625" y="102695"/>
                </a:lnTo>
                <a:lnTo>
                  <a:pt x="1599593" y="101913"/>
                </a:lnTo>
                <a:lnTo>
                  <a:pt x="1599582" y="101118"/>
                </a:lnTo>
                <a:lnTo>
                  <a:pt x="1585363" y="101118"/>
                </a:lnTo>
                <a:lnTo>
                  <a:pt x="1585371" y="101969"/>
                </a:lnTo>
                <a:lnTo>
                  <a:pt x="1585394" y="102810"/>
                </a:lnTo>
                <a:lnTo>
                  <a:pt x="1585433" y="103642"/>
                </a:lnTo>
                <a:lnTo>
                  <a:pt x="1585488" y="104464"/>
                </a:lnTo>
                <a:lnTo>
                  <a:pt x="1585558" y="105277"/>
                </a:lnTo>
                <a:lnTo>
                  <a:pt x="1585644" y="106080"/>
                </a:lnTo>
                <a:lnTo>
                  <a:pt x="1585746" y="106873"/>
                </a:lnTo>
                <a:lnTo>
                  <a:pt x="1585863" y="107657"/>
                </a:lnTo>
                <a:lnTo>
                  <a:pt x="1585996" y="108431"/>
                </a:lnTo>
                <a:lnTo>
                  <a:pt x="1586144" y="109196"/>
                </a:lnTo>
                <a:lnTo>
                  <a:pt x="1586308" y="109951"/>
                </a:lnTo>
                <a:lnTo>
                  <a:pt x="1586488" y="110697"/>
                </a:lnTo>
                <a:lnTo>
                  <a:pt x="1586683" y="111432"/>
                </a:lnTo>
                <a:lnTo>
                  <a:pt x="1586894" y="112159"/>
                </a:lnTo>
                <a:lnTo>
                  <a:pt x="1587121" y="112875"/>
                </a:lnTo>
                <a:lnTo>
                  <a:pt x="1587363" y="113582"/>
                </a:lnTo>
                <a:lnTo>
                  <a:pt x="1587621" y="114280"/>
                </a:lnTo>
                <a:lnTo>
                  <a:pt x="1587895" y="114967"/>
                </a:lnTo>
                <a:lnTo>
                  <a:pt x="1588184" y="115646"/>
                </a:lnTo>
                <a:lnTo>
                  <a:pt x="1588488" y="116314"/>
                </a:lnTo>
                <a:lnTo>
                  <a:pt x="1588809" y="116973"/>
                </a:lnTo>
                <a:lnTo>
                  <a:pt x="1589145" y="117623"/>
                </a:lnTo>
                <a:lnTo>
                  <a:pt x="1589497" y="118263"/>
                </a:lnTo>
                <a:lnTo>
                  <a:pt x="1589864" y="118893"/>
                </a:lnTo>
                <a:lnTo>
                  <a:pt x="1590246" y="119512"/>
                </a:lnTo>
                <a:lnTo>
                  <a:pt x="1590641" y="120119"/>
                </a:lnTo>
                <a:lnTo>
                  <a:pt x="1591049" y="120713"/>
                </a:lnTo>
                <a:lnTo>
                  <a:pt x="1591470" y="121296"/>
                </a:lnTo>
                <a:lnTo>
                  <a:pt x="1591905" y="121866"/>
                </a:lnTo>
                <a:lnTo>
                  <a:pt x="1592352" y="122423"/>
                </a:lnTo>
                <a:lnTo>
                  <a:pt x="1592813" y="122968"/>
                </a:lnTo>
                <a:lnTo>
                  <a:pt x="1593287" y="123501"/>
                </a:lnTo>
                <a:lnTo>
                  <a:pt x="1593774" y="124021"/>
                </a:lnTo>
                <a:lnTo>
                  <a:pt x="1594275" y="124530"/>
                </a:lnTo>
                <a:lnTo>
                  <a:pt x="1594788" y="125025"/>
                </a:lnTo>
                <a:lnTo>
                  <a:pt x="1595315" y="125509"/>
                </a:lnTo>
                <a:lnTo>
                  <a:pt x="1595854" y="125980"/>
                </a:lnTo>
                <a:lnTo>
                  <a:pt x="1596407" y="126439"/>
                </a:lnTo>
                <a:lnTo>
                  <a:pt x="1596973" y="126885"/>
                </a:lnTo>
                <a:lnTo>
                  <a:pt x="1597553" y="127319"/>
                </a:lnTo>
                <a:lnTo>
                  <a:pt x="1598145" y="127741"/>
                </a:lnTo>
                <a:lnTo>
                  <a:pt x="1598751" y="128150"/>
                </a:lnTo>
                <a:lnTo>
                  <a:pt x="1599369" y="128547"/>
                </a:lnTo>
                <a:lnTo>
                  <a:pt x="1600001" y="128932"/>
                </a:lnTo>
                <a:lnTo>
                  <a:pt x="1600646" y="129304"/>
                </a:lnTo>
                <a:lnTo>
                  <a:pt x="1601305" y="129664"/>
                </a:lnTo>
                <a:lnTo>
                  <a:pt x="1601976" y="130011"/>
                </a:lnTo>
                <a:lnTo>
                  <a:pt x="1602661" y="130347"/>
                </a:lnTo>
                <a:lnTo>
                  <a:pt x="1603357" y="130669"/>
                </a:lnTo>
                <a:lnTo>
                  <a:pt x="1604062" y="130977"/>
                </a:lnTo>
                <a:lnTo>
                  <a:pt x="1604778" y="131272"/>
                </a:lnTo>
                <a:lnTo>
                  <a:pt x="1605503" y="131553"/>
                </a:lnTo>
                <a:lnTo>
                  <a:pt x="1606237" y="131821"/>
                </a:lnTo>
                <a:lnTo>
                  <a:pt x="1606981" y="132074"/>
                </a:lnTo>
                <a:lnTo>
                  <a:pt x="1607735" y="132314"/>
                </a:lnTo>
                <a:lnTo>
                  <a:pt x="1608498" y="132541"/>
                </a:lnTo>
                <a:lnTo>
                  <a:pt x="1609271" y="132753"/>
                </a:lnTo>
                <a:lnTo>
                  <a:pt x="1610054" y="132952"/>
                </a:lnTo>
                <a:lnTo>
                  <a:pt x="1610846" y="133137"/>
                </a:lnTo>
                <a:lnTo>
                  <a:pt x="1611648" y="133308"/>
                </a:lnTo>
                <a:lnTo>
                  <a:pt x="1612459" y="133466"/>
                </a:lnTo>
                <a:lnTo>
                  <a:pt x="1613280" y="133610"/>
                </a:lnTo>
                <a:lnTo>
                  <a:pt x="1614110" y="133740"/>
                </a:lnTo>
                <a:lnTo>
                  <a:pt x="1614950" y="133857"/>
                </a:lnTo>
                <a:lnTo>
                  <a:pt x="1615800" y="133960"/>
                </a:lnTo>
                <a:lnTo>
                  <a:pt x="1616659" y="134049"/>
                </a:lnTo>
                <a:lnTo>
                  <a:pt x="1617528" y="134124"/>
                </a:lnTo>
                <a:lnTo>
                  <a:pt x="1618407" y="134186"/>
                </a:lnTo>
                <a:lnTo>
                  <a:pt x="1619295" y="134234"/>
                </a:lnTo>
                <a:lnTo>
                  <a:pt x="1620193" y="134268"/>
                </a:lnTo>
                <a:lnTo>
                  <a:pt x="1621100" y="134289"/>
                </a:lnTo>
                <a:lnTo>
                  <a:pt x="1622017" y="134296"/>
                </a:lnTo>
                <a:lnTo>
                  <a:pt x="1622908" y="134288"/>
                </a:lnTo>
                <a:lnTo>
                  <a:pt x="1623788" y="134267"/>
                </a:lnTo>
                <a:lnTo>
                  <a:pt x="1624660" y="134231"/>
                </a:lnTo>
                <a:lnTo>
                  <a:pt x="1625521" y="134182"/>
                </a:lnTo>
                <a:lnTo>
                  <a:pt x="1626373" y="134117"/>
                </a:lnTo>
                <a:close/>
                <a:moveTo>
                  <a:pt x="1998950" y="134121"/>
                </a:moveTo>
                <a:lnTo>
                  <a:pt x="1999765" y="134044"/>
                </a:lnTo>
                <a:lnTo>
                  <a:pt x="2000570" y="133953"/>
                </a:lnTo>
                <a:lnTo>
                  <a:pt x="2001364" y="133848"/>
                </a:lnTo>
                <a:lnTo>
                  <a:pt x="2002149" y="133729"/>
                </a:lnTo>
                <a:lnTo>
                  <a:pt x="2002925" y="133596"/>
                </a:lnTo>
                <a:lnTo>
                  <a:pt x="2003690" y="133449"/>
                </a:lnTo>
                <a:lnTo>
                  <a:pt x="2004445" y="133288"/>
                </a:lnTo>
                <a:lnTo>
                  <a:pt x="2005191" y="133114"/>
                </a:lnTo>
                <a:lnTo>
                  <a:pt x="2005926" y="132925"/>
                </a:lnTo>
                <a:lnTo>
                  <a:pt x="2006652" y="132722"/>
                </a:lnTo>
                <a:lnTo>
                  <a:pt x="2007368" y="132505"/>
                </a:lnTo>
                <a:lnTo>
                  <a:pt x="2008074" y="132274"/>
                </a:lnTo>
                <a:lnTo>
                  <a:pt x="2008770" y="132030"/>
                </a:lnTo>
                <a:lnTo>
                  <a:pt x="2009457" y="131771"/>
                </a:lnTo>
                <a:lnTo>
                  <a:pt x="2010133" y="131498"/>
                </a:lnTo>
                <a:lnTo>
                  <a:pt x="2010800" y="131211"/>
                </a:lnTo>
                <a:lnTo>
                  <a:pt x="2011457" y="130911"/>
                </a:lnTo>
                <a:lnTo>
                  <a:pt x="2012103" y="130596"/>
                </a:lnTo>
                <a:lnTo>
                  <a:pt x="2012740" y="130267"/>
                </a:lnTo>
                <a:lnTo>
                  <a:pt x="2013366" y="129925"/>
                </a:lnTo>
                <a:lnTo>
                  <a:pt x="2013980" y="129572"/>
                </a:lnTo>
                <a:lnTo>
                  <a:pt x="2014582" y="129206"/>
                </a:lnTo>
                <a:lnTo>
                  <a:pt x="2015172" y="128828"/>
                </a:lnTo>
                <a:lnTo>
                  <a:pt x="2015750" y="128438"/>
                </a:lnTo>
                <a:lnTo>
                  <a:pt x="2016315" y="128036"/>
                </a:lnTo>
                <a:lnTo>
                  <a:pt x="2016869" y="127621"/>
                </a:lnTo>
                <a:lnTo>
                  <a:pt x="2017410" y="127195"/>
                </a:lnTo>
                <a:lnTo>
                  <a:pt x="2017940" y="126757"/>
                </a:lnTo>
                <a:lnTo>
                  <a:pt x="2018457" y="126306"/>
                </a:lnTo>
                <a:lnTo>
                  <a:pt x="2018962" y="125844"/>
                </a:lnTo>
                <a:lnTo>
                  <a:pt x="2019456" y="125370"/>
                </a:lnTo>
                <a:lnTo>
                  <a:pt x="2019937" y="124883"/>
                </a:lnTo>
                <a:lnTo>
                  <a:pt x="2020406" y="124384"/>
                </a:lnTo>
                <a:lnTo>
                  <a:pt x="2020863" y="123874"/>
                </a:lnTo>
                <a:lnTo>
                  <a:pt x="2021308" y="123351"/>
                </a:lnTo>
                <a:lnTo>
                  <a:pt x="2021741" y="122816"/>
                </a:lnTo>
                <a:lnTo>
                  <a:pt x="2022162" y="122269"/>
                </a:lnTo>
                <a:lnTo>
                  <a:pt x="2022570" y="121710"/>
                </a:lnTo>
                <a:lnTo>
                  <a:pt x="2022967" y="121139"/>
                </a:lnTo>
                <a:lnTo>
                  <a:pt x="2023352" y="120556"/>
                </a:lnTo>
                <a:lnTo>
                  <a:pt x="2023724" y="119960"/>
                </a:lnTo>
                <a:lnTo>
                  <a:pt x="2024085" y="119353"/>
                </a:lnTo>
                <a:lnTo>
                  <a:pt x="2024433" y="118734"/>
                </a:lnTo>
                <a:lnTo>
                  <a:pt x="2024768" y="118104"/>
                </a:lnTo>
                <a:lnTo>
                  <a:pt x="2025089" y="117465"/>
                </a:lnTo>
                <a:lnTo>
                  <a:pt x="2025396" y="116817"/>
                </a:lnTo>
                <a:lnTo>
                  <a:pt x="2025688" y="116160"/>
                </a:lnTo>
                <a:lnTo>
                  <a:pt x="2025966" y="115494"/>
                </a:lnTo>
                <a:lnTo>
                  <a:pt x="2026230" y="114818"/>
                </a:lnTo>
                <a:lnTo>
                  <a:pt x="2026480" y="114134"/>
                </a:lnTo>
                <a:lnTo>
                  <a:pt x="2026715" y="113441"/>
                </a:lnTo>
                <a:lnTo>
                  <a:pt x="2026936" y="112738"/>
                </a:lnTo>
                <a:lnTo>
                  <a:pt x="2027143" y="112027"/>
                </a:lnTo>
                <a:lnTo>
                  <a:pt x="2027336" y="111307"/>
                </a:lnTo>
                <a:lnTo>
                  <a:pt x="2027514" y="110577"/>
                </a:lnTo>
                <a:lnTo>
                  <a:pt x="2027678" y="109839"/>
                </a:lnTo>
                <a:lnTo>
                  <a:pt x="2027828" y="109091"/>
                </a:lnTo>
                <a:lnTo>
                  <a:pt x="2027963" y="108334"/>
                </a:lnTo>
                <a:lnTo>
                  <a:pt x="2028084" y="107569"/>
                </a:lnTo>
                <a:lnTo>
                  <a:pt x="2028191" y="106794"/>
                </a:lnTo>
                <a:lnTo>
                  <a:pt x="2028284" y="106010"/>
                </a:lnTo>
                <a:lnTo>
                  <a:pt x="2028363" y="105218"/>
                </a:lnTo>
                <a:lnTo>
                  <a:pt x="2028427" y="104416"/>
                </a:lnTo>
                <a:lnTo>
                  <a:pt x="2028477" y="103605"/>
                </a:lnTo>
                <a:lnTo>
                  <a:pt x="2028512" y="102785"/>
                </a:lnTo>
                <a:lnTo>
                  <a:pt x="2028534" y="101956"/>
                </a:lnTo>
                <a:lnTo>
                  <a:pt x="2028541" y="101118"/>
                </a:lnTo>
                <a:lnTo>
                  <a:pt x="2014322" y="101118"/>
                </a:lnTo>
                <a:lnTo>
                  <a:pt x="2014313" y="101926"/>
                </a:lnTo>
                <a:lnTo>
                  <a:pt x="2014286" y="102719"/>
                </a:lnTo>
                <a:lnTo>
                  <a:pt x="2014242" y="103496"/>
                </a:lnTo>
                <a:lnTo>
                  <a:pt x="2014179" y="104258"/>
                </a:lnTo>
                <a:lnTo>
                  <a:pt x="2014099" y="105004"/>
                </a:lnTo>
                <a:lnTo>
                  <a:pt x="2014001" y="105734"/>
                </a:lnTo>
                <a:lnTo>
                  <a:pt x="2013885" y="106449"/>
                </a:lnTo>
                <a:lnTo>
                  <a:pt x="2013751" y="107148"/>
                </a:lnTo>
                <a:lnTo>
                  <a:pt x="2013600" y="107831"/>
                </a:lnTo>
                <a:lnTo>
                  <a:pt x="2013430" y="108499"/>
                </a:lnTo>
                <a:lnTo>
                  <a:pt x="2013243" y="109151"/>
                </a:lnTo>
                <a:lnTo>
                  <a:pt x="2013038" y="109788"/>
                </a:lnTo>
                <a:lnTo>
                  <a:pt x="2012815" y="110409"/>
                </a:lnTo>
                <a:lnTo>
                  <a:pt x="2012574" y="111014"/>
                </a:lnTo>
                <a:lnTo>
                  <a:pt x="2012316" y="111604"/>
                </a:lnTo>
                <a:lnTo>
                  <a:pt x="2012040" y="112178"/>
                </a:lnTo>
                <a:lnTo>
                  <a:pt x="2011745" y="112736"/>
                </a:lnTo>
                <a:lnTo>
                  <a:pt x="2011433" y="113279"/>
                </a:lnTo>
                <a:lnTo>
                  <a:pt x="2011103" y="113806"/>
                </a:lnTo>
                <a:lnTo>
                  <a:pt x="2010756" y="114317"/>
                </a:lnTo>
                <a:lnTo>
                  <a:pt x="2010390" y="114813"/>
                </a:lnTo>
                <a:lnTo>
                  <a:pt x="2010007" y="115293"/>
                </a:lnTo>
                <a:lnTo>
                  <a:pt x="2009606" y="115758"/>
                </a:lnTo>
                <a:lnTo>
                  <a:pt x="2009187" y="116207"/>
                </a:lnTo>
                <a:lnTo>
                  <a:pt x="2008752" y="116639"/>
                </a:lnTo>
                <a:lnTo>
                  <a:pt x="2008302" y="117052"/>
                </a:lnTo>
                <a:lnTo>
                  <a:pt x="2007838" y="117447"/>
                </a:lnTo>
                <a:lnTo>
                  <a:pt x="2007359" y="117824"/>
                </a:lnTo>
                <a:lnTo>
                  <a:pt x="2006865" y="118182"/>
                </a:lnTo>
                <a:lnTo>
                  <a:pt x="2006357" y="118522"/>
                </a:lnTo>
                <a:lnTo>
                  <a:pt x="2005835" y="118844"/>
                </a:lnTo>
                <a:lnTo>
                  <a:pt x="2005298" y="119147"/>
                </a:lnTo>
                <a:lnTo>
                  <a:pt x="2004747" y="119432"/>
                </a:lnTo>
                <a:lnTo>
                  <a:pt x="2004181" y="119698"/>
                </a:lnTo>
                <a:lnTo>
                  <a:pt x="2003600" y="119946"/>
                </a:lnTo>
                <a:lnTo>
                  <a:pt x="2003005" y="120176"/>
                </a:lnTo>
                <a:lnTo>
                  <a:pt x="2002395" y="120387"/>
                </a:lnTo>
                <a:lnTo>
                  <a:pt x="2001771" y="120580"/>
                </a:lnTo>
                <a:lnTo>
                  <a:pt x="2001132" y="120755"/>
                </a:lnTo>
                <a:lnTo>
                  <a:pt x="2000479" y="120911"/>
                </a:lnTo>
                <a:lnTo>
                  <a:pt x="1999811" y="121049"/>
                </a:lnTo>
                <a:lnTo>
                  <a:pt x="1999129" y="121168"/>
                </a:lnTo>
                <a:lnTo>
                  <a:pt x="1998432" y="121269"/>
                </a:lnTo>
                <a:lnTo>
                  <a:pt x="1997720" y="121352"/>
                </a:lnTo>
                <a:lnTo>
                  <a:pt x="1996994" y="121416"/>
                </a:lnTo>
                <a:lnTo>
                  <a:pt x="1996254" y="121462"/>
                </a:lnTo>
                <a:lnTo>
                  <a:pt x="1995499" y="121490"/>
                </a:lnTo>
                <a:lnTo>
                  <a:pt x="1994729" y="121499"/>
                </a:lnTo>
                <a:lnTo>
                  <a:pt x="1993959" y="121490"/>
                </a:lnTo>
                <a:lnTo>
                  <a:pt x="1993203" y="121462"/>
                </a:lnTo>
                <a:lnTo>
                  <a:pt x="1992461" y="121416"/>
                </a:lnTo>
                <a:lnTo>
                  <a:pt x="1991733" y="121352"/>
                </a:lnTo>
                <a:lnTo>
                  <a:pt x="1991019" y="121269"/>
                </a:lnTo>
                <a:lnTo>
                  <a:pt x="1990320" y="121168"/>
                </a:lnTo>
                <a:lnTo>
                  <a:pt x="1989634" y="121049"/>
                </a:lnTo>
                <a:lnTo>
                  <a:pt x="1988962" y="120911"/>
                </a:lnTo>
                <a:lnTo>
                  <a:pt x="1988304" y="120755"/>
                </a:lnTo>
                <a:lnTo>
                  <a:pt x="1987660" y="120580"/>
                </a:lnTo>
                <a:lnTo>
                  <a:pt x="1987030" y="120387"/>
                </a:lnTo>
                <a:lnTo>
                  <a:pt x="1986414" y="120176"/>
                </a:lnTo>
                <a:lnTo>
                  <a:pt x="1985812" y="119946"/>
                </a:lnTo>
                <a:lnTo>
                  <a:pt x="1985224" y="119698"/>
                </a:lnTo>
                <a:lnTo>
                  <a:pt x="1984650" y="119432"/>
                </a:lnTo>
                <a:lnTo>
                  <a:pt x="1984090" y="119147"/>
                </a:lnTo>
                <a:lnTo>
                  <a:pt x="1983544" y="118844"/>
                </a:lnTo>
                <a:lnTo>
                  <a:pt x="1983012" y="118522"/>
                </a:lnTo>
                <a:lnTo>
                  <a:pt x="1982494" y="118182"/>
                </a:lnTo>
                <a:lnTo>
                  <a:pt x="1981990" y="117824"/>
                </a:lnTo>
                <a:lnTo>
                  <a:pt x="1981500" y="117447"/>
                </a:lnTo>
                <a:lnTo>
                  <a:pt x="1981024" y="117052"/>
                </a:lnTo>
                <a:lnTo>
                  <a:pt x="1980562" y="116639"/>
                </a:lnTo>
                <a:lnTo>
                  <a:pt x="1980114" y="116207"/>
                </a:lnTo>
                <a:lnTo>
                  <a:pt x="1979683" y="115758"/>
                </a:lnTo>
                <a:lnTo>
                  <a:pt x="1979269" y="115293"/>
                </a:lnTo>
                <a:lnTo>
                  <a:pt x="1978874" y="114813"/>
                </a:lnTo>
                <a:lnTo>
                  <a:pt x="1978498" y="114317"/>
                </a:lnTo>
                <a:lnTo>
                  <a:pt x="1978139" y="113806"/>
                </a:lnTo>
                <a:lnTo>
                  <a:pt x="1977799" y="113279"/>
                </a:lnTo>
                <a:lnTo>
                  <a:pt x="1977478" y="112736"/>
                </a:lnTo>
                <a:lnTo>
                  <a:pt x="1977175" y="112178"/>
                </a:lnTo>
                <a:lnTo>
                  <a:pt x="1976890" y="111604"/>
                </a:lnTo>
                <a:lnTo>
                  <a:pt x="1976623" y="111014"/>
                </a:lnTo>
                <a:lnTo>
                  <a:pt x="1976375" y="110409"/>
                </a:lnTo>
                <a:lnTo>
                  <a:pt x="1976146" y="109788"/>
                </a:lnTo>
                <a:lnTo>
                  <a:pt x="1975934" y="109151"/>
                </a:lnTo>
                <a:lnTo>
                  <a:pt x="1975741" y="108499"/>
                </a:lnTo>
                <a:lnTo>
                  <a:pt x="1975567" y="107831"/>
                </a:lnTo>
                <a:lnTo>
                  <a:pt x="1975411" y="107148"/>
                </a:lnTo>
                <a:lnTo>
                  <a:pt x="1975273" y="106449"/>
                </a:lnTo>
                <a:lnTo>
                  <a:pt x="1975153" y="105734"/>
                </a:lnTo>
                <a:lnTo>
                  <a:pt x="1975052" y="105004"/>
                </a:lnTo>
                <a:lnTo>
                  <a:pt x="1974970" y="104258"/>
                </a:lnTo>
                <a:lnTo>
                  <a:pt x="1974905" y="103496"/>
                </a:lnTo>
                <a:lnTo>
                  <a:pt x="1974859" y="102719"/>
                </a:lnTo>
                <a:lnTo>
                  <a:pt x="1974832" y="101926"/>
                </a:lnTo>
                <a:lnTo>
                  <a:pt x="1974823" y="101118"/>
                </a:lnTo>
                <a:lnTo>
                  <a:pt x="1974823" y="48979"/>
                </a:lnTo>
                <a:lnTo>
                  <a:pt x="1974832" y="48170"/>
                </a:lnTo>
                <a:lnTo>
                  <a:pt x="1974859" y="47377"/>
                </a:lnTo>
                <a:lnTo>
                  <a:pt x="1974905" y="46600"/>
                </a:lnTo>
                <a:lnTo>
                  <a:pt x="1974970" y="45839"/>
                </a:lnTo>
                <a:lnTo>
                  <a:pt x="1975052" y="45093"/>
                </a:lnTo>
                <a:lnTo>
                  <a:pt x="1975153" y="44362"/>
                </a:lnTo>
                <a:lnTo>
                  <a:pt x="1975273" y="43648"/>
                </a:lnTo>
                <a:lnTo>
                  <a:pt x="1975411" y="42949"/>
                </a:lnTo>
                <a:lnTo>
                  <a:pt x="1975567" y="42265"/>
                </a:lnTo>
                <a:lnTo>
                  <a:pt x="1975741" y="41598"/>
                </a:lnTo>
                <a:lnTo>
                  <a:pt x="1975934" y="40946"/>
                </a:lnTo>
                <a:lnTo>
                  <a:pt x="1976146" y="40309"/>
                </a:lnTo>
                <a:lnTo>
                  <a:pt x="1976375" y="39688"/>
                </a:lnTo>
                <a:lnTo>
                  <a:pt x="1976623" y="39083"/>
                </a:lnTo>
                <a:lnTo>
                  <a:pt x="1976890" y="38494"/>
                </a:lnTo>
                <a:lnTo>
                  <a:pt x="1977175" y="37920"/>
                </a:lnTo>
                <a:lnTo>
                  <a:pt x="1977478" y="37362"/>
                </a:lnTo>
                <a:lnTo>
                  <a:pt x="1977799" y="36819"/>
                </a:lnTo>
                <a:lnTo>
                  <a:pt x="1978139" y="36292"/>
                </a:lnTo>
                <a:lnTo>
                  <a:pt x="1978498" y="35781"/>
                </a:lnTo>
                <a:lnTo>
                  <a:pt x="1978874" y="35285"/>
                </a:lnTo>
                <a:lnTo>
                  <a:pt x="1979269" y="34805"/>
                </a:lnTo>
                <a:lnTo>
                  <a:pt x="1979683" y="34340"/>
                </a:lnTo>
                <a:lnTo>
                  <a:pt x="1980114" y="33892"/>
                </a:lnTo>
                <a:lnTo>
                  <a:pt x="1980562" y="33460"/>
                </a:lnTo>
                <a:lnTo>
                  <a:pt x="1981024" y="33046"/>
                </a:lnTo>
                <a:lnTo>
                  <a:pt x="1981500" y="32651"/>
                </a:lnTo>
                <a:lnTo>
                  <a:pt x="1981990" y="32274"/>
                </a:lnTo>
                <a:lnTo>
                  <a:pt x="1982494" y="31915"/>
                </a:lnTo>
                <a:lnTo>
                  <a:pt x="1983012" y="31575"/>
                </a:lnTo>
                <a:lnTo>
                  <a:pt x="1983544" y="31254"/>
                </a:lnTo>
                <a:lnTo>
                  <a:pt x="1984090" y="30950"/>
                </a:lnTo>
                <a:lnTo>
                  <a:pt x="1984650" y="30665"/>
                </a:lnTo>
                <a:lnTo>
                  <a:pt x="1985224" y="30399"/>
                </a:lnTo>
                <a:lnTo>
                  <a:pt x="1985812" y="30151"/>
                </a:lnTo>
                <a:lnTo>
                  <a:pt x="1986414" y="29921"/>
                </a:lnTo>
                <a:lnTo>
                  <a:pt x="1987030" y="29709"/>
                </a:lnTo>
                <a:lnTo>
                  <a:pt x="1987660" y="29516"/>
                </a:lnTo>
                <a:lnTo>
                  <a:pt x="1988304" y="29342"/>
                </a:lnTo>
                <a:lnTo>
                  <a:pt x="1988962" y="29186"/>
                </a:lnTo>
                <a:lnTo>
                  <a:pt x="1989634" y="29048"/>
                </a:lnTo>
                <a:lnTo>
                  <a:pt x="1990320" y="28928"/>
                </a:lnTo>
                <a:lnTo>
                  <a:pt x="1991019" y="28827"/>
                </a:lnTo>
                <a:lnTo>
                  <a:pt x="1991733" y="28744"/>
                </a:lnTo>
                <a:lnTo>
                  <a:pt x="1992461" y="28680"/>
                </a:lnTo>
                <a:lnTo>
                  <a:pt x="1993203" y="28634"/>
                </a:lnTo>
                <a:lnTo>
                  <a:pt x="1993959" y="28607"/>
                </a:lnTo>
                <a:lnTo>
                  <a:pt x="1994729" y="28597"/>
                </a:lnTo>
                <a:lnTo>
                  <a:pt x="1995499" y="28607"/>
                </a:lnTo>
                <a:lnTo>
                  <a:pt x="1996254" y="28634"/>
                </a:lnTo>
                <a:lnTo>
                  <a:pt x="1996994" y="28680"/>
                </a:lnTo>
                <a:lnTo>
                  <a:pt x="1997720" y="28744"/>
                </a:lnTo>
                <a:lnTo>
                  <a:pt x="1998432" y="28827"/>
                </a:lnTo>
                <a:lnTo>
                  <a:pt x="1999129" y="28928"/>
                </a:lnTo>
                <a:lnTo>
                  <a:pt x="1999811" y="29048"/>
                </a:lnTo>
                <a:lnTo>
                  <a:pt x="2000479" y="29186"/>
                </a:lnTo>
                <a:lnTo>
                  <a:pt x="2001132" y="29342"/>
                </a:lnTo>
                <a:lnTo>
                  <a:pt x="2001771" y="29516"/>
                </a:lnTo>
                <a:lnTo>
                  <a:pt x="2002395" y="29709"/>
                </a:lnTo>
                <a:lnTo>
                  <a:pt x="2003005" y="29921"/>
                </a:lnTo>
                <a:lnTo>
                  <a:pt x="2003600" y="30151"/>
                </a:lnTo>
                <a:lnTo>
                  <a:pt x="2004181" y="30399"/>
                </a:lnTo>
                <a:lnTo>
                  <a:pt x="2004747" y="30665"/>
                </a:lnTo>
                <a:lnTo>
                  <a:pt x="2005298" y="30950"/>
                </a:lnTo>
                <a:lnTo>
                  <a:pt x="2005835" y="31254"/>
                </a:lnTo>
                <a:lnTo>
                  <a:pt x="2006357" y="31575"/>
                </a:lnTo>
                <a:lnTo>
                  <a:pt x="2006865" y="31915"/>
                </a:lnTo>
                <a:lnTo>
                  <a:pt x="2007359" y="32274"/>
                </a:lnTo>
                <a:lnTo>
                  <a:pt x="2007838" y="32651"/>
                </a:lnTo>
                <a:lnTo>
                  <a:pt x="2008302" y="33046"/>
                </a:lnTo>
                <a:lnTo>
                  <a:pt x="2008752" y="33460"/>
                </a:lnTo>
                <a:lnTo>
                  <a:pt x="2009187" y="33892"/>
                </a:lnTo>
                <a:lnTo>
                  <a:pt x="2009606" y="34340"/>
                </a:lnTo>
                <a:lnTo>
                  <a:pt x="2010007" y="34805"/>
                </a:lnTo>
                <a:lnTo>
                  <a:pt x="2010390" y="35285"/>
                </a:lnTo>
                <a:lnTo>
                  <a:pt x="2010756" y="35781"/>
                </a:lnTo>
                <a:lnTo>
                  <a:pt x="2011103" y="36292"/>
                </a:lnTo>
                <a:lnTo>
                  <a:pt x="2011433" y="36819"/>
                </a:lnTo>
                <a:lnTo>
                  <a:pt x="2011745" y="37362"/>
                </a:lnTo>
                <a:lnTo>
                  <a:pt x="2012040" y="37920"/>
                </a:lnTo>
                <a:lnTo>
                  <a:pt x="2012316" y="38494"/>
                </a:lnTo>
                <a:lnTo>
                  <a:pt x="2012574" y="39083"/>
                </a:lnTo>
                <a:lnTo>
                  <a:pt x="2012815" y="39688"/>
                </a:lnTo>
                <a:lnTo>
                  <a:pt x="2013038" y="40309"/>
                </a:lnTo>
                <a:lnTo>
                  <a:pt x="2013243" y="40946"/>
                </a:lnTo>
                <a:lnTo>
                  <a:pt x="2013430" y="41598"/>
                </a:lnTo>
                <a:lnTo>
                  <a:pt x="2013600" y="42265"/>
                </a:lnTo>
                <a:lnTo>
                  <a:pt x="2013751" y="42949"/>
                </a:lnTo>
                <a:lnTo>
                  <a:pt x="2013885" y="43648"/>
                </a:lnTo>
                <a:lnTo>
                  <a:pt x="2014001" y="44362"/>
                </a:lnTo>
                <a:lnTo>
                  <a:pt x="2014099" y="45093"/>
                </a:lnTo>
                <a:lnTo>
                  <a:pt x="2014179" y="45839"/>
                </a:lnTo>
                <a:lnTo>
                  <a:pt x="2014242" y="46600"/>
                </a:lnTo>
                <a:lnTo>
                  <a:pt x="2014286" y="47377"/>
                </a:lnTo>
                <a:lnTo>
                  <a:pt x="2014313" y="48170"/>
                </a:lnTo>
                <a:lnTo>
                  <a:pt x="2014322" y="48979"/>
                </a:lnTo>
                <a:lnTo>
                  <a:pt x="2028541" y="48979"/>
                </a:lnTo>
                <a:lnTo>
                  <a:pt x="2028534" y="48128"/>
                </a:lnTo>
                <a:lnTo>
                  <a:pt x="2028512" y="47287"/>
                </a:lnTo>
                <a:lnTo>
                  <a:pt x="2028477" y="46455"/>
                </a:lnTo>
                <a:lnTo>
                  <a:pt x="2028427" y="45634"/>
                </a:lnTo>
                <a:lnTo>
                  <a:pt x="2028363" y="44823"/>
                </a:lnTo>
                <a:lnTo>
                  <a:pt x="2028284" y="44021"/>
                </a:lnTo>
                <a:lnTo>
                  <a:pt x="2028191" y="43230"/>
                </a:lnTo>
                <a:lnTo>
                  <a:pt x="2028084" y="42448"/>
                </a:lnTo>
                <a:lnTo>
                  <a:pt x="2027963" y="41676"/>
                </a:lnTo>
                <a:lnTo>
                  <a:pt x="2027828" y="40914"/>
                </a:lnTo>
                <a:lnTo>
                  <a:pt x="2027678" y="40162"/>
                </a:lnTo>
                <a:lnTo>
                  <a:pt x="2027514" y="39420"/>
                </a:lnTo>
                <a:lnTo>
                  <a:pt x="2027336" y="38687"/>
                </a:lnTo>
                <a:lnTo>
                  <a:pt x="2027143" y="37965"/>
                </a:lnTo>
                <a:lnTo>
                  <a:pt x="2026936" y="37252"/>
                </a:lnTo>
                <a:lnTo>
                  <a:pt x="2026715" y="36549"/>
                </a:lnTo>
                <a:lnTo>
                  <a:pt x="2026480" y="35856"/>
                </a:lnTo>
                <a:lnTo>
                  <a:pt x="2026230" y="35173"/>
                </a:lnTo>
                <a:lnTo>
                  <a:pt x="2025966" y="34500"/>
                </a:lnTo>
                <a:lnTo>
                  <a:pt x="2025688" y="33837"/>
                </a:lnTo>
                <a:lnTo>
                  <a:pt x="2025396" y="33184"/>
                </a:lnTo>
                <a:lnTo>
                  <a:pt x="2025089" y="32540"/>
                </a:lnTo>
                <a:lnTo>
                  <a:pt x="2024768" y="31907"/>
                </a:lnTo>
                <a:lnTo>
                  <a:pt x="2024433" y="31283"/>
                </a:lnTo>
                <a:lnTo>
                  <a:pt x="2024085" y="30670"/>
                </a:lnTo>
                <a:lnTo>
                  <a:pt x="2023724" y="30069"/>
                </a:lnTo>
                <a:lnTo>
                  <a:pt x="2023352" y="29480"/>
                </a:lnTo>
                <a:lnTo>
                  <a:pt x="2022967" y="28902"/>
                </a:lnTo>
                <a:lnTo>
                  <a:pt x="2022570" y="28337"/>
                </a:lnTo>
                <a:lnTo>
                  <a:pt x="2022162" y="27783"/>
                </a:lnTo>
                <a:lnTo>
                  <a:pt x="2021741" y="27241"/>
                </a:lnTo>
                <a:lnTo>
                  <a:pt x="2021308" y="26710"/>
                </a:lnTo>
                <a:lnTo>
                  <a:pt x="2020863" y="26192"/>
                </a:lnTo>
                <a:lnTo>
                  <a:pt x="2020406" y="25685"/>
                </a:lnTo>
                <a:lnTo>
                  <a:pt x="2019937" y="25190"/>
                </a:lnTo>
                <a:lnTo>
                  <a:pt x="2019456" y="24707"/>
                </a:lnTo>
                <a:lnTo>
                  <a:pt x="2018962" y="24236"/>
                </a:lnTo>
                <a:lnTo>
                  <a:pt x="2018457" y="23776"/>
                </a:lnTo>
                <a:lnTo>
                  <a:pt x="2017940" y="23328"/>
                </a:lnTo>
                <a:lnTo>
                  <a:pt x="2017410" y="22892"/>
                </a:lnTo>
                <a:lnTo>
                  <a:pt x="2016869" y="22468"/>
                </a:lnTo>
                <a:lnTo>
                  <a:pt x="2016315" y="22056"/>
                </a:lnTo>
                <a:lnTo>
                  <a:pt x="2015750" y="21655"/>
                </a:lnTo>
                <a:lnTo>
                  <a:pt x="2015172" y="21266"/>
                </a:lnTo>
                <a:lnTo>
                  <a:pt x="2014582" y="20889"/>
                </a:lnTo>
                <a:lnTo>
                  <a:pt x="2013980" y="20524"/>
                </a:lnTo>
                <a:lnTo>
                  <a:pt x="2013366" y="20171"/>
                </a:lnTo>
                <a:lnTo>
                  <a:pt x="2012740" y="19829"/>
                </a:lnTo>
                <a:lnTo>
                  <a:pt x="2012103" y="19500"/>
                </a:lnTo>
                <a:lnTo>
                  <a:pt x="2011457" y="19185"/>
                </a:lnTo>
                <a:lnTo>
                  <a:pt x="2010800" y="18884"/>
                </a:lnTo>
                <a:lnTo>
                  <a:pt x="2010133" y="18597"/>
                </a:lnTo>
                <a:lnTo>
                  <a:pt x="2009457" y="18325"/>
                </a:lnTo>
                <a:lnTo>
                  <a:pt x="2008770" y="18066"/>
                </a:lnTo>
                <a:lnTo>
                  <a:pt x="2008074" y="17821"/>
                </a:lnTo>
                <a:lnTo>
                  <a:pt x="2007368" y="17590"/>
                </a:lnTo>
                <a:lnTo>
                  <a:pt x="2006652" y="17373"/>
                </a:lnTo>
                <a:lnTo>
                  <a:pt x="2005926" y="17170"/>
                </a:lnTo>
                <a:lnTo>
                  <a:pt x="2005191" y="16981"/>
                </a:lnTo>
                <a:lnTo>
                  <a:pt x="2004445" y="16806"/>
                </a:lnTo>
                <a:lnTo>
                  <a:pt x="2003690" y="16645"/>
                </a:lnTo>
                <a:lnTo>
                  <a:pt x="2002925" y="16498"/>
                </a:lnTo>
                <a:lnTo>
                  <a:pt x="2002149" y="16365"/>
                </a:lnTo>
                <a:lnTo>
                  <a:pt x="2001364" y="16246"/>
                </a:lnTo>
                <a:lnTo>
                  <a:pt x="2000570" y="16141"/>
                </a:lnTo>
                <a:lnTo>
                  <a:pt x="1999765" y="16050"/>
                </a:lnTo>
                <a:lnTo>
                  <a:pt x="1998950" y="15973"/>
                </a:lnTo>
                <a:lnTo>
                  <a:pt x="1998126" y="15910"/>
                </a:lnTo>
                <a:lnTo>
                  <a:pt x="1997291" y="15861"/>
                </a:lnTo>
                <a:lnTo>
                  <a:pt x="1996447" y="15826"/>
                </a:lnTo>
                <a:lnTo>
                  <a:pt x="1995593" y="15805"/>
                </a:lnTo>
                <a:lnTo>
                  <a:pt x="1994729" y="15798"/>
                </a:lnTo>
                <a:lnTo>
                  <a:pt x="1993865" y="15805"/>
                </a:lnTo>
                <a:lnTo>
                  <a:pt x="1993010" y="15826"/>
                </a:lnTo>
                <a:lnTo>
                  <a:pt x="1992165" y="15860"/>
                </a:lnTo>
                <a:lnTo>
                  <a:pt x="1991330" y="15908"/>
                </a:lnTo>
                <a:lnTo>
                  <a:pt x="1990504" y="15970"/>
                </a:lnTo>
                <a:lnTo>
                  <a:pt x="1989688" y="16045"/>
                </a:lnTo>
                <a:lnTo>
                  <a:pt x="1988882" y="16134"/>
                </a:lnTo>
                <a:lnTo>
                  <a:pt x="1988085" y="16237"/>
                </a:lnTo>
                <a:lnTo>
                  <a:pt x="1987297" y="16354"/>
                </a:lnTo>
                <a:lnTo>
                  <a:pt x="1986520" y="16484"/>
                </a:lnTo>
                <a:lnTo>
                  <a:pt x="1985751" y="16628"/>
                </a:lnTo>
                <a:lnTo>
                  <a:pt x="1984993" y="16786"/>
                </a:lnTo>
                <a:lnTo>
                  <a:pt x="1984244" y="16958"/>
                </a:lnTo>
                <a:lnTo>
                  <a:pt x="1983504" y="17143"/>
                </a:lnTo>
                <a:lnTo>
                  <a:pt x="1982775" y="17342"/>
                </a:lnTo>
                <a:lnTo>
                  <a:pt x="1982054" y="17554"/>
                </a:lnTo>
                <a:lnTo>
                  <a:pt x="1981344" y="17781"/>
                </a:lnTo>
                <a:lnTo>
                  <a:pt x="1980643" y="18021"/>
                </a:lnTo>
                <a:lnTo>
                  <a:pt x="1979951" y="18275"/>
                </a:lnTo>
                <a:lnTo>
                  <a:pt x="1979269" y="18542"/>
                </a:lnTo>
                <a:lnTo>
                  <a:pt x="1978597" y="18823"/>
                </a:lnTo>
                <a:lnTo>
                  <a:pt x="1977935" y="19118"/>
                </a:lnTo>
                <a:lnTo>
                  <a:pt x="1977282" y="19427"/>
                </a:lnTo>
                <a:lnTo>
                  <a:pt x="1976638" y="19750"/>
                </a:lnTo>
                <a:lnTo>
                  <a:pt x="1976006" y="20085"/>
                </a:lnTo>
                <a:lnTo>
                  <a:pt x="1975385" y="20432"/>
                </a:lnTo>
                <a:lnTo>
                  <a:pt x="1974777" y="20791"/>
                </a:lnTo>
                <a:lnTo>
                  <a:pt x="1974181" y="21163"/>
                </a:lnTo>
                <a:lnTo>
                  <a:pt x="1973596" y="21546"/>
                </a:lnTo>
                <a:lnTo>
                  <a:pt x="1973024" y="21941"/>
                </a:lnTo>
                <a:lnTo>
                  <a:pt x="1972464" y="22349"/>
                </a:lnTo>
                <a:lnTo>
                  <a:pt x="1971916" y="22769"/>
                </a:lnTo>
                <a:lnTo>
                  <a:pt x="1971380" y="23200"/>
                </a:lnTo>
                <a:lnTo>
                  <a:pt x="1970856" y="23644"/>
                </a:lnTo>
                <a:lnTo>
                  <a:pt x="1970345" y="24100"/>
                </a:lnTo>
                <a:lnTo>
                  <a:pt x="1969845" y="24568"/>
                </a:lnTo>
                <a:lnTo>
                  <a:pt x="1969357" y="25048"/>
                </a:lnTo>
                <a:lnTo>
                  <a:pt x="1968882" y="25540"/>
                </a:lnTo>
                <a:lnTo>
                  <a:pt x="1968418" y="26045"/>
                </a:lnTo>
                <a:lnTo>
                  <a:pt x="1967967" y="26561"/>
                </a:lnTo>
                <a:lnTo>
                  <a:pt x="1967527" y="27089"/>
                </a:lnTo>
                <a:lnTo>
                  <a:pt x="1967100" y="27630"/>
                </a:lnTo>
                <a:lnTo>
                  <a:pt x="1966684" y="28182"/>
                </a:lnTo>
                <a:lnTo>
                  <a:pt x="1966281" y="28747"/>
                </a:lnTo>
                <a:lnTo>
                  <a:pt x="1965890" y="29324"/>
                </a:lnTo>
                <a:lnTo>
                  <a:pt x="1965511" y="29913"/>
                </a:lnTo>
                <a:lnTo>
                  <a:pt x="1965144" y="30513"/>
                </a:lnTo>
                <a:lnTo>
                  <a:pt x="1964789" y="31126"/>
                </a:lnTo>
                <a:lnTo>
                  <a:pt x="1964447" y="31750"/>
                </a:lnTo>
                <a:lnTo>
                  <a:pt x="1964120" y="32385"/>
                </a:lnTo>
                <a:lnTo>
                  <a:pt x="1963807" y="33030"/>
                </a:lnTo>
                <a:lnTo>
                  <a:pt x="1963509" y="33685"/>
                </a:lnTo>
                <a:lnTo>
                  <a:pt x="1963226" y="34350"/>
                </a:lnTo>
                <a:lnTo>
                  <a:pt x="1962957" y="35027"/>
                </a:lnTo>
                <a:lnTo>
                  <a:pt x="1962702" y="35713"/>
                </a:lnTo>
                <a:lnTo>
                  <a:pt x="1962462" y="36410"/>
                </a:lnTo>
                <a:lnTo>
                  <a:pt x="1962237" y="37117"/>
                </a:lnTo>
                <a:lnTo>
                  <a:pt x="1962026" y="37835"/>
                </a:lnTo>
                <a:lnTo>
                  <a:pt x="1961830" y="38563"/>
                </a:lnTo>
                <a:lnTo>
                  <a:pt x="1961648" y="39302"/>
                </a:lnTo>
                <a:lnTo>
                  <a:pt x="1961481" y="40051"/>
                </a:lnTo>
                <a:lnTo>
                  <a:pt x="1961328" y="40811"/>
                </a:lnTo>
                <a:lnTo>
                  <a:pt x="1961190" y="41580"/>
                </a:lnTo>
                <a:lnTo>
                  <a:pt x="1961066" y="42361"/>
                </a:lnTo>
                <a:lnTo>
                  <a:pt x="1960957" y="43152"/>
                </a:lnTo>
                <a:lnTo>
                  <a:pt x="1960863" y="43953"/>
                </a:lnTo>
                <a:lnTo>
                  <a:pt x="1960783" y="44764"/>
                </a:lnTo>
                <a:lnTo>
                  <a:pt x="1960717" y="45586"/>
                </a:lnTo>
                <a:lnTo>
                  <a:pt x="1960667" y="46419"/>
                </a:lnTo>
                <a:lnTo>
                  <a:pt x="1960630" y="47262"/>
                </a:lnTo>
                <a:lnTo>
                  <a:pt x="1960608" y="48115"/>
                </a:lnTo>
                <a:lnTo>
                  <a:pt x="1960601" y="48979"/>
                </a:lnTo>
                <a:lnTo>
                  <a:pt x="1960601" y="101118"/>
                </a:lnTo>
                <a:lnTo>
                  <a:pt x="1960608" y="101969"/>
                </a:lnTo>
                <a:lnTo>
                  <a:pt x="1960630" y="102810"/>
                </a:lnTo>
                <a:lnTo>
                  <a:pt x="1960667" y="103642"/>
                </a:lnTo>
                <a:lnTo>
                  <a:pt x="1960717" y="104464"/>
                </a:lnTo>
                <a:lnTo>
                  <a:pt x="1960783" y="105277"/>
                </a:lnTo>
                <a:lnTo>
                  <a:pt x="1960863" y="106080"/>
                </a:lnTo>
                <a:lnTo>
                  <a:pt x="1960957" y="106873"/>
                </a:lnTo>
                <a:lnTo>
                  <a:pt x="1961066" y="107657"/>
                </a:lnTo>
                <a:lnTo>
                  <a:pt x="1961190" y="108431"/>
                </a:lnTo>
                <a:lnTo>
                  <a:pt x="1961328" y="109196"/>
                </a:lnTo>
                <a:lnTo>
                  <a:pt x="1961481" y="109951"/>
                </a:lnTo>
                <a:lnTo>
                  <a:pt x="1961648" y="110697"/>
                </a:lnTo>
                <a:lnTo>
                  <a:pt x="1961830" y="111432"/>
                </a:lnTo>
                <a:lnTo>
                  <a:pt x="1962026" y="112159"/>
                </a:lnTo>
                <a:lnTo>
                  <a:pt x="1962237" y="112875"/>
                </a:lnTo>
                <a:lnTo>
                  <a:pt x="1962462" y="113582"/>
                </a:lnTo>
                <a:lnTo>
                  <a:pt x="1962702" y="114280"/>
                </a:lnTo>
                <a:lnTo>
                  <a:pt x="1962957" y="114967"/>
                </a:lnTo>
                <a:lnTo>
                  <a:pt x="1963226" y="115646"/>
                </a:lnTo>
                <a:lnTo>
                  <a:pt x="1963509" y="116314"/>
                </a:lnTo>
                <a:lnTo>
                  <a:pt x="1963807" y="116973"/>
                </a:lnTo>
                <a:lnTo>
                  <a:pt x="1964120" y="117623"/>
                </a:lnTo>
                <a:lnTo>
                  <a:pt x="1964447" y="118263"/>
                </a:lnTo>
                <a:lnTo>
                  <a:pt x="1964789" y="118893"/>
                </a:lnTo>
                <a:lnTo>
                  <a:pt x="1965144" y="119512"/>
                </a:lnTo>
                <a:lnTo>
                  <a:pt x="1965511" y="120119"/>
                </a:lnTo>
                <a:lnTo>
                  <a:pt x="1965890" y="120713"/>
                </a:lnTo>
                <a:lnTo>
                  <a:pt x="1966281" y="121296"/>
                </a:lnTo>
                <a:lnTo>
                  <a:pt x="1966684" y="121866"/>
                </a:lnTo>
                <a:lnTo>
                  <a:pt x="1967100" y="122423"/>
                </a:lnTo>
                <a:lnTo>
                  <a:pt x="1967527" y="122968"/>
                </a:lnTo>
                <a:lnTo>
                  <a:pt x="1967967" y="123501"/>
                </a:lnTo>
                <a:lnTo>
                  <a:pt x="1968418" y="124021"/>
                </a:lnTo>
                <a:lnTo>
                  <a:pt x="1968882" y="124530"/>
                </a:lnTo>
                <a:lnTo>
                  <a:pt x="1969357" y="125025"/>
                </a:lnTo>
                <a:lnTo>
                  <a:pt x="1969845" y="125509"/>
                </a:lnTo>
                <a:lnTo>
                  <a:pt x="1970345" y="125980"/>
                </a:lnTo>
                <a:lnTo>
                  <a:pt x="1970856" y="126439"/>
                </a:lnTo>
                <a:lnTo>
                  <a:pt x="1971380" y="126885"/>
                </a:lnTo>
                <a:lnTo>
                  <a:pt x="1971916" y="127319"/>
                </a:lnTo>
                <a:lnTo>
                  <a:pt x="1972464" y="127741"/>
                </a:lnTo>
                <a:lnTo>
                  <a:pt x="1973024" y="128150"/>
                </a:lnTo>
                <a:lnTo>
                  <a:pt x="1973596" y="128547"/>
                </a:lnTo>
                <a:lnTo>
                  <a:pt x="1974181" y="128932"/>
                </a:lnTo>
                <a:lnTo>
                  <a:pt x="1974777" y="129304"/>
                </a:lnTo>
                <a:lnTo>
                  <a:pt x="1975385" y="129664"/>
                </a:lnTo>
                <a:lnTo>
                  <a:pt x="1976006" y="130011"/>
                </a:lnTo>
                <a:lnTo>
                  <a:pt x="1976638" y="130347"/>
                </a:lnTo>
                <a:lnTo>
                  <a:pt x="1977282" y="130669"/>
                </a:lnTo>
                <a:lnTo>
                  <a:pt x="1977935" y="130977"/>
                </a:lnTo>
                <a:lnTo>
                  <a:pt x="1978597" y="131272"/>
                </a:lnTo>
                <a:lnTo>
                  <a:pt x="1979269" y="131553"/>
                </a:lnTo>
                <a:lnTo>
                  <a:pt x="1979951" y="131821"/>
                </a:lnTo>
                <a:lnTo>
                  <a:pt x="1980643" y="132074"/>
                </a:lnTo>
                <a:lnTo>
                  <a:pt x="1981344" y="132314"/>
                </a:lnTo>
                <a:lnTo>
                  <a:pt x="1982054" y="132541"/>
                </a:lnTo>
                <a:lnTo>
                  <a:pt x="1982775" y="132753"/>
                </a:lnTo>
                <a:lnTo>
                  <a:pt x="1983504" y="132952"/>
                </a:lnTo>
                <a:lnTo>
                  <a:pt x="1984244" y="133137"/>
                </a:lnTo>
                <a:lnTo>
                  <a:pt x="1984993" y="133308"/>
                </a:lnTo>
                <a:lnTo>
                  <a:pt x="1985751" y="133466"/>
                </a:lnTo>
                <a:lnTo>
                  <a:pt x="1986520" y="133610"/>
                </a:lnTo>
                <a:lnTo>
                  <a:pt x="1987297" y="133740"/>
                </a:lnTo>
                <a:lnTo>
                  <a:pt x="1988085" y="133857"/>
                </a:lnTo>
                <a:lnTo>
                  <a:pt x="1988882" y="133960"/>
                </a:lnTo>
                <a:lnTo>
                  <a:pt x="1989688" y="134049"/>
                </a:lnTo>
                <a:lnTo>
                  <a:pt x="1990504" y="134124"/>
                </a:lnTo>
                <a:lnTo>
                  <a:pt x="1991330" y="134186"/>
                </a:lnTo>
                <a:lnTo>
                  <a:pt x="1992165" y="134234"/>
                </a:lnTo>
                <a:lnTo>
                  <a:pt x="1993010" y="134268"/>
                </a:lnTo>
                <a:lnTo>
                  <a:pt x="1993865" y="134289"/>
                </a:lnTo>
                <a:lnTo>
                  <a:pt x="1994729" y="134296"/>
                </a:lnTo>
                <a:lnTo>
                  <a:pt x="1995593" y="134289"/>
                </a:lnTo>
                <a:lnTo>
                  <a:pt x="1996447" y="134268"/>
                </a:lnTo>
                <a:lnTo>
                  <a:pt x="1997291" y="134233"/>
                </a:lnTo>
                <a:lnTo>
                  <a:pt x="1998126" y="134184"/>
                </a:lnTo>
                <a:lnTo>
                  <a:pt x="1998950" y="134121"/>
                </a:lnTo>
                <a:close/>
                <a:moveTo>
                  <a:pt x="1435423" y="57667"/>
                </a:moveTo>
                <a:lnTo>
                  <a:pt x="1435423" y="39499"/>
                </a:lnTo>
                <a:lnTo>
                  <a:pt x="1435428" y="39121"/>
                </a:lnTo>
                <a:lnTo>
                  <a:pt x="1435441" y="38751"/>
                </a:lnTo>
                <a:lnTo>
                  <a:pt x="1435464" y="38389"/>
                </a:lnTo>
                <a:lnTo>
                  <a:pt x="1435495" y="38035"/>
                </a:lnTo>
                <a:lnTo>
                  <a:pt x="1435536" y="37689"/>
                </a:lnTo>
                <a:lnTo>
                  <a:pt x="1435586" y="37351"/>
                </a:lnTo>
                <a:lnTo>
                  <a:pt x="1435645" y="37021"/>
                </a:lnTo>
                <a:lnTo>
                  <a:pt x="1435713" y="36699"/>
                </a:lnTo>
                <a:lnTo>
                  <a:pt x="1435790" y="36384"/>
                </a:lnTo>
                <a:lnTo>
                  <a:pt x="1435875" y="36078"/>
                </a:lnTo>
                <a:lnTo>
                  <a:pt x="1435971" y="35780"/>
                </a:lnTo>
                <a:lnTo>
                  <a:pt x="1436075" y="35489"/>
                </a:lnTo>
                <a:lnTo>
                  <a:pt x="1436188" y="35207"/>
                </a:lnTo>
                <a:lnTo>
                  <a:pt x="1436310" y="34932"/>
                </a:lnTo>
                <a:lnTo>
                  <a:pt x="1436441" y="34666"/>
                </a:lnTo>
                <a:lnTo>
                  <a:pt x="1436581" y="34407"/>
                </a:lnTo>
                <a:lnTo>
                  <a:pt x="1436731" y="34157"/>
                </a:lnTo>
                <a:lnTo>
                  <a:pt x="1436889" y="33914"/>
                </a:lnTo>
                <a:lnTo>
                  <a:pt x="1437056" y="33680"/>
                </a:lnTo>
                <a:lnTo>
                  <a:pt x="1437233" y="33453"/>
                </a:lnTo>
                <a:lnTo>
                  <a:pt x="1437418" y="33234"/>
                </a:lnTo>
                <a:lnTo>
                  <a:pt x="1437613" y="33023"/>
                </a:lnTo>
                <a:lnTo>
                  <a:pt x="1437817" y="32821"/>
                </a:lnTo>
                <a:lnTo>
                  <a:pt x="1438029" y="32626"/>
                </a:lnTo>
                <a:lnTo>
                  <a:pt x="1438251" y="32439"/>
                </a:lnTo>
                <a:lnTo>
                  <a:pt x="1438480" y="32260"/>
                </a:lnTo>
                <a:lnTo>
                  <a:pt x="1438717" y="32089"/>
                </a:lnTo>
                <a:lnTo>
                  <a:pt x="1438962" y="31926"/>
                </a:lnTo>
                <a:lnTo>
                  <a:pt x="1439215" y="31771"/>
                </a:lnTo>
                <a:lnTo>
                  <a:pt x="1439477" y="31624"/>
                </a:lnTo>
                <a:lnTo>
                  <a:pt x="1439746" y="31485"/>
                </a:lnTo>
                <a:lnTo>
                  <a:pt x="1440023" y="31353"/>
                </a:lnTo>
                <a:lnTo>
                  <a:pt x="1440308" y="31230"/>
                </a:lnTo>
                <a:lnTo>
                  <a:pt x="1440601" y="31115"/>
                </a:lnTo>
                <a:lnTo>
                  <a:pt x="1440901" y="31008"/>
                </a:lnTo>
                <a:lnTo>
                  <a:pt x="1441210" y="30908"/>
                </a:lnTo>
                <a:lnTo>
                  <a:pt x="1441527" y="30817"/>
                </a:lnTo>
                <a:lnTo>
                  <a:pt x="1441852" y="30733"/>
                </a:lnTo>
                <a:lnTo>
                  <a:pt x="1442184" y="30658"/>
                </a:lnTo>
                <a:lnTo>
                  <a:pt x="1442525" y="30590"/>
                </a:lnTo>
                <a:lnTo>
                  <a:pt x="1442874" y="30530"/>
                </a:lnTo>
                <a:lnTo>
                  <a:pt x="1443230" y="30479"/>
                </a:lnTo>
                <a:lnTo>
                  <a:pt x="1443595" y="30435"/>
                </a:lnTo>
                <a:lnTo>
                  <a:pt x="1443967" y="30399"/>
                </a:lnTo>
                <a:lnTo>
                  <a:pt x="1444348" y="30371"/>
                </a:lnTo>
                <a:lnTo>
                  <a:pt x="1444736" y="30351"/>
                </a:lnTo>
                <a:lnTo>
                  <a:pt x="1445132" y="30340"/>
                </a:lnTo>
                <a:lnTo>
                  <a:pt x="1445537" y="30336"/>
                </a:lnTo>
                <a:lnTo>
                  <a:pt x="1470973" y="30336"/>
                </a:lnTo>
                <a:lnTo>
                  <a:pt x="1470973" y="17380"/>
                </a:lnTo>
                <a:lnTo>
                  <a:pt x="1445537" y="17380"/>
                </a:lnTo>
                <a:lnTo>
                  <a:pt x="1444597" y="17390"/>
                </a:lnTo>
                <a:lnTo>
                  <a:pt x="1443674" y="17421"/>
                </a:lnTo>
                <a:lnTo>
                  <a:pt x="1442769" y="17472"/>
                </a:lnTo>
                <a:lnTo>
                  <a:pt x="1441880" y="17544"/>
                </a:lnTo>
                <a:lnTo>
                  <a:pt x="1441009" y="17637"/>
                </a:lnTo>
                <a:lnTo>
                  <a:pt x="1440154" y="17750"/>
                </a:lnTo>
                <a:lnTo>
                  <a:pt x="1439317" y="17884"/>
                </a:lnTo>
                <a:lnTo>
                  <a:pt x="1438496" y="18038"/>
                </a:lnTo>
                <a:lnTo>
                  <a:pt x="1437693" y="18213"/>
                </a:lnTo>
                <a:lnTo>
                  <a:pt x="1436906" y="18409"/>
                </a:lnTo>
                <a:lnTo>
                  <a:pt x="1436137" y="18625"/>
                </a:lnTo>
                <a:lnTo>
                  <a:pt x="1435384" y="18861"/>
                </a:lnTo>
                <a:lnTo>
                  <a:pt x="1434649" y="19118"/>
                </a:lnTo>
                <a:lnTo>
                  <a:pt x="1433931" y="19396"/>
                </a:lnTo>
                <a:lnTo>
                  <a:pt x="1433229" y="19695"/>
                </a:lnTo>
                <a:lnTo>
                  <a:pt x="1432545" y="20013"/>
                </a:lnTo>
                <a:lnTo>
                  <a:pt x="1431877" y="20353"/>
                </a:lnTo>
                <a:lnTo>
                  <a:pt x="1431227" y="20713"/>
                </a:lnTo>
                <a:lnTo>
                  <a:pt x="1430594" y="21094"/>
                </a:lnTo>
                <a:lnTo>
                  <a:pt x="1429977" y="21495"/>
                </a:lnTo>
                <a:lnTo>
                  <a:pt x="1429378" y="21917"/>
                </a:lnTo>
                <a:lnTo>
                  <a:pt x="1428796" y="22359"/>
                </a:lnTo>
                <a:lnTo>
                  <a:pt x="1428230" y="22822"/>
                </a:lnTo>
                <a:lnTo>
                  <a:pt x="1427682" y="23306"/>
                </a:lnTo>
                <a:lnTo>
                  <a:pt x="1427153" y="23807"/>
                </a:lnTo>
                <a:lnTo>
                  <a:pt x="1426647" y="24323"/>
                </a:lnTo>
                <a:lnTo>
                  <a:pt x="1426164" y="24854"/>
                </a:lnTo>
                <a:lnTo>
                  <a:pt x="1425702" y="25401"/>
                </a:lnTo>
                <a:lnTo>
                  <a:pt x="1425264" y="25962"/>
                </a:lnTo>
                <a:lnTo>
                  <a:pt x="1424848" y="26539"/>
                </a:lnTo>
                <a:lnTo>
                  <a:pt x="1424454" y="27131"/>
                </a:lnTo>
                <a:lnTo>
                  <a:pt x="1424083" y="27737"/>
                </a:lnTo>
                <a:lnTo>
                  <a:pt x="1423734" y="28359"/>
                </a:lnTo>
                <a:lnTo>
                  <a:pt x="1423408" y="28996"/>
                </a:lnTo>
                <a:lnTo>
                  <a:pt x="1423105" y="29648"/>
                </a:lnTo>
                <a:lnTo>
                  <a:pt x="1422823" y="30316"/>
                </a:lnTo>
                <a:lnTo>
                  <a:pt x="1422565" y="30998"/>
                </a:lnTo>
                <a:lnTo>
                  <a:pt x="1422329" y="31695"/>
                </a:lnTo>
                <a:lnTo>
                  <a:pt x="1422115" y="32408"/>
                </a:lnTo>
                <a:lnTo>
                  <a:pt x="1421924" y="33135"/>
                </a:lnTo>
                <a:lnTo>
                  <a:pt x="1421755" y="33878"/>
                </a:lnTo>
                <a:lnTo>
                  <a:pt x="1421609" y="34636"/>
                </a:lnTo>
                <a:lnTo>
                  <a:pt x="1421485" y="35409"/>
                </a:lnTo>
                <a:lnTo>
                  <a:pt x="1421384" y="36196"/>
                </a:lnTo>
                <a:lnTo>
                  <a:pt x="1421305" y="37000"/>
                </a:lnTo>
                <a:lnTo>
                  <a:pt x="1421249" y="37818"/>
                </a:lnTo>
                <a:lnTo>
                  <a:pt x="1421215" y="38651"/>
                </a:lnTo>
                <a:lnTo>
                  <a:pt x="1421204" y="39499"/>
                </a:lnTo>
                <a:lnTo>
                  <a:pt x="1421204" y="57667"/>
                </a:lnTo>
                <a:lnTo>
                  <a:pt x="1395924" y="57667"/>
                </a:lnTo>
                <a:lnTo>
                  <a:pt x="1395924" y="70623"/>
                </a:lnTo>
                <a:lnTo>
                  <a:pt x="1421204" y="70623"/>
                </a:lnTo>
                <a:lnTo>
                  <a:pt x="1421204" y="132717"/>
                </a:lnTo>
                <a:lnTo>
                  <a:pt x="1435423" y="132717"/>
                </a:lnTo>
                <a:lnTo>
                  <a:pt x="1435423" y="70623"/>
                </a:lnTo>
                <a:lnTo>
                  <a:pt x="1470973" y="70623"/>
                </a:lnTo>
                <a:lnTo>
                  <a:pt x="1470973" y="57667"/>
                </a:lnTo>
                <a:lnTo>
                  <a:pt x="1435423" y="57667"/>
                </a:lnTo>
                <a:close/>
                <a:moveTo>
                  <a:pt x="1742095" y="78682"/>
                </a:moveTo>
                <a:lnTo>
                  <a:pt x="1742095" y="66042"/>
                </a:lnTo>
                <a:lnTo>
                  <a:pt x="1695327" y="66042"/>
                </a:lnTo>
                <a:lnTo>
                  <a:pt x="1695327" y="30336"/>
                </a:lnTo>
                <a:lnTo>
                  <a:pt x="1747625" y="30336"/>
                </a:lnTo>
                <a:lnTo>
                  <a:pt x="1747625" y="17380"/>
                </a:lnTo>
                <a:lnTo>
                  <a:pt x="1681267" y="17380"/>
                </a:lnTo>
                <a:lnTo>
                  <a:pt x="1681267" y="132717"/>
                </a:lnTo>
                <a:lnTo>
                  <a:pt x="1747625" y="132717"/>
                </a:lnTo>
                <a:lnTo>
                  <a:pt x="1747625" y="119761"/>
                </a:lnTo>
                <a:lnTo>
                  <a:pt x="1695327" y="119761"/>
                </a:lnTo>
                <a:lnTo>
                  <a:pt x="1695327" y="78682"/>
                </a:lnTo>
                <a:lnTo>
                  <a:pt x="1742095" y="78682"/>
                </a:lnTo>
                <a:close/>
                <a:moveTo>
                  <a:pt x="1780804" y="17380"/>
                </a:moveTo>
                <a:lnTo>
                  <a:pt x="1780804" y="132717"/>
                </a:lnTo>
                <a:lnTo>
                  <a:pt x="1847163" y="132717"/>
                </a:lnTo>
                <a:lnTo>
                  <a:pt x="1847163" y="119761"/>
                </a:lnTo>
                <a:lnTo>
                  <a:pt x="1795024" y="119761"/>
                </a:lnTo>
                <a:lnTo>
                  <a:pt x="1795024" y="17380"/>
                </a:lnTo>
                <a:lnTo>
                  <a:pt x="1780804" y="17380"/>
                </a:lnTo>
                <a:close/>
                <a:moveTo>
                  <a:pt x="1930742" y="78682"/>
                </a:moveTo>
                <a:lnTo>
                  <a:pt x="1930742" y="66042"/>
                </a:lnTo>
                <a:lnTo>
                  <a:pt x="1883974" y="66042"/>
                </a:lnTo>
                <a:lnTo>
                  <a:pt x="1883974" y="30336"/>
                </a:lnTo>
                <a:lnTo>
                  <a:pt x="1936272" y="30336"/>
                </a:lnTo>
                <a:lnTo>
                  <a:pt x="1936272" y="17380"/>
                </a:lnTo>
                <a:lnTo>
                  <a:pt x="1869914" y="17380"/>
                </a:lnTo>
                <a:lnTo>
                  <a:pt x="1869914" y="132717"/>
                </a:lnTo>
                <a:lnTo>
                  <a:pt x="1936272" y="132717"/>
                </a:lnTo>
                <a:lnTo>
                  <a:pt x="1936272" y="119761"/>
                </a:lnTo>
                <a:lnTo>
                  <a:pt x="1883974" y="119761"/>
                </a:lnTo>
                <a:lnTo>
                  <a:pt x="1883974" y="78682"/>
                </a:lnTo>
                <a:lnTo>
                  <a:pt x="1930742" y="78682"/>
                </a:lnTo>
                <a:close/>
                <a:moveTo>
                  <a:pt x="2049553" y="17380"/>
                </a:moveTo>
                <a:lnTo>
                  <a:pt x="2049553" y="30336"/>
                </a:lnTo>
                <a:lnTo>
                  <a:pt x="2081154" y="30336"/>
                </a:lnTo>
                <a:lnTo>
                  <a:pt x="2081154" y="132717"/>
                </a:lnTo>
                <a:lnTo>
                  <a:pt x="2095373" y="132717"/>
                </a:lnTo>
                <a:lnTo>
                  <a:pt x="2095373" y="30336"/>
                </a:lnTo>
                <a:lnTo>
                  <a:pt x="2126972" y="30336"/>
                </a:lnTo>
                <a:lnTo>
                  <a:pt x="2126972" y="17380"/>
                </a:lnTo>
                <a:lnTo>
                  <a:pt x="2049553" y="17380"/>
                </a:lnTo>
                <a:close/>
                <a:moveTo>
                  <a:pt x="1366239" y="137023"/>
                </a:moveTo>
                <a:lnTo>
                  <a:pt x="1365437" y="136759"/>
                </a:lnTo>
                <a:lnTo>
                  <a:pt x="1364644" y="136480"/>
                </a:lnTo>
                <a:lnTo>
                  <a:pt x="1363861" y="136186"/>
                </a:lnTo>
                <a:lnTo>
                  <a:pt x="1363086" y="135877"/>
                </a:lnTo>
                <a:lnTo>
                  <a:pt x="1362320" y="135554"/>
                </a:lnTo>
                <a:lnTo>
                  <a:pt x="1361564" y="135216"/>
                </a:lnTo>
                <a:lnTo>
                  <a:pt x="1360816" y="134863"/>
                </a:lnTo>
                <a:lnTo>
                  <a:pt x="1360078" y="134495"/>
                </a:lnTo>
                <a:lnTo>
                  <a:pt x="1359348" y="134113"/>
                </a:lnTo>
                <a:lnTo>
                  <a:pt x="1358628" y="133715"/>
                </a:lnTo>
                <a:lnTo>
                  <a:pt x="1357916" y="133303"/>
                </a:lnTo>
                <a:lnTo>
                  <a:pt x="1357214" y="132876"/>
                </a:lnTo>
                <a:lnTo>
                  <a:pt x="1356521" y="132434"/>
                </a:lnTo>
                <a:lnTo>
                  <a:pt x="1355836" y="131977"/>
                </a:lnTo>
                <a:lnTo>
                  <a:pt x="1355161" y="131506"/>
                </a:lnTo>
                <a:lnTo>
                  <a:pt x="1354495" y="131020"/>
                </a:lnTo>
                <a:lnTo>
                  <a:pt x="1353838" y="130519"/>
                </a:lnTo>
                <a:lnTo>
                  <a:pt x="1353190" y="130003"/>
                </a:lnTo>
                <a:lnTo>
                  <a:pt x="1352551" y="129472"/>
                </a:lnTo>
                <a:lnTo>
                  <a:pt x="1351921" y="128927"/>
                </a:lnTo>
                <a:lnTo>
                  <a:pt x="1351302" y="128368"/>
                </a:lnTo>
                <a:lnTo>
                  <a:pt x="1350694" y="127797"/>
                </a:lnTo>
                <a:lnTo>
                  <a:pt x="1350099" y="127216"/>
                </a:lnTo>
                <a:lnTo>
                  <a:pt x="1349516" y="126622"/>
                </a:lnTo>
                <a:lnTo>
                  <a:pt x="1348945" y="126017"/>
                </a:lnTo>
                <a:lnTo>
                  <a:pt x="1348386" y="125401"/>
                </a:lnTo>
                <a:lnTo>
                  <a:pt x="1347839" y="124773"/>
                </a:lnTo>
                <a:lnTo>
                  <a:pt x="1347304" y="124133"/>
                </a:lnTo>
                <a:lnTo>
                  <a:pt x="1346781" y="123482"/>
                </a:lnTo>
                <a:lnTo>
                  <a:pt x="1346270" y="122820"/>
                </a:lnTo>
                <a:lnTo>
                  <a:pt x="1345771" y="122146"/>
                </a:lnTo>
                <a:lnTo>
                  <a:pt x="1345285" y="121460"/>
                </a:lnTo>
                <a:lnTo>
                  <a:pt x="1344810" y="120763"/>
                </a:lnTo>
                <a:lnTo>
                  <a:pt x="1344347" y="120055"/>
                </a:lnTo>
                <a:lnTo>
                  <a:pt x="1343897" y="119335"/>
                </a:lnTo>
                <a:lnTo>
                  <a:pt x="1343458" y="118603"/>
                </a:lnTo>
                <a:lnTo>
                  <a:pt x="1343032" y="117860"/>
                </a:lnTo>
                <a:lnTo>
                  <a:pt x="1342618" y="117105"/>
                </a:lnTo>
                <a:lnTo>
                  <a:pt x="1342216" y="116339"/>
                </a:lnTo>
                <a:lnTo>
                  <a:pt x="1341825" y="115561"/>
                </a:lnTo>
                <a:lnTo>
                  <a:pt x="1341447" y="114772"/>
                </a:lnTo>
                <a:lnTo>
                  <a:pt x="1341081" y="113971"/>
                </a:lnTo>
                <a:lnTo>
                  <a:pt x="1340727" y="113159"/>
                </a:lnTo>
                <a:lnTo>
                  <a:pt x="1340385" y="112335"/>
                </a:lnTo>
                <a:lnTo>
                  <a:pt x="1340056" y="111502"/>
                </a:lnTo>
                <a:lnTo>
                  <a:pt x="1339742" y="110660"/>
                </a:lnTo>
                <a:lnTo>
                  <a:pt x="1339441" y="109810"/>
                </a:lnTo>
                <a:lnTo>
                  <a:pt x="1339154" y="108951"/>
                </a:lnTo>
                <a:lnTo>
                  <a:pt x="1338882" y="108085"/>
                </a:lnTo>
                <a:lnTo>
                  <a:pt x="1338623" y="107210"/>
                </a:lnTo>
                <a:lnTo>
                  <a:pt x="1338378" y="106327"/>
                </a:lnTo>
                <a:lnTo>
                  <a:pt x="1338147" y="105436"/>
                </a:lnTo>
                <a:lnTo>
                  <a:pt x="1337930" y="104536"/>
                </a:lnTo>
                <a:lnTo>
                  <a:pt x="1337728" y="103629"/>
                </a:lnTo>
                <a:lnTo>
                  <a:pt x="1337539" y="102713"/>
                </a:lnTo>
                <a:lnTo>
                  <a:pt x="1337364" y="101789"/>
                </a:lnTo>
                <a:lnTo>
                  <a:pt x="1337203" y="100856"/>
                </a:lnTo>
                <a:lnTo>
                  <a:pt x="1337056" y="99916"/>
                </a:lnTo>
                <a:lnTo>
                  <a:pt x="1336923" y="98967"/>
                </a:lnTo>
                <a:lnTo>
                  <a:pt x="1336804" y="98010"/>
                </a:lnTo>
                <a:lnTo>
                  <a:pt x="1336699" y="97044"/>
                </a:lnTo>
                <a:lnTo>
                  <a:pt x="1336608" y="96071"/>
                </a:lnTo>
                <a:lnTo>
                  <a:pt x="1336532" y="95089"/>
                </a:lnTo>
                <a:lnTo>
                  <a:pt x="1336469" y="94099"/>
                </a:lnTo>
                <a:lnTo>
                  <a:pt x="1336420" y="93101"/>
                </a:lnTo>
                <a:lnTo>
                  <a:pt x="1336385" y="92094"/>
                </a:lnTo>
                <a:lnTo>
                  <a:pt x="1336364" y="91080"/>
                </a:lnTo>
                <a:lnTo>
                  <a:pt x="1336357" y="90057"/>
                </a:lnTo>
                <a:lnTo>
                  <a:pt x="1336357" y="61619"/>
                </a:lnTo>
                <a:lnTo>
                  <a:pt x="1336364" y="60583"/>
                </a:lnTo>
                <a:lnTo>
                  <a:pt x="1336385" y="59556"/>
                </a:lnTo>
                <a:lnTo>
                  <a:pt x="1336420" y="58538"/>
                </a:lnTo>
                <a:lnTo>
                  <a:pt x="1336469" y="57530"/>
                </a:lnTo>
                <a:lnTo>
                  <a:pt x="1336532" y="56530"/>
                </a:lnTo>
                <a:lnTo>
                  <a:pt x="1336608" y="55540"/>
                </a:lnTo>
                <a:lnTo>
                  <a:pt x="1336699" y="54559"/>
                </a:lnTo>
                <a:lnTo>
                  <a:pt x="1336804" y="53586"/>
                </a:lnTo>
                <a:lnTo>
                  <a:pt x="1336923" y="52623"/>
                </a:lnTo>
                <a:lnTo>
                  <a:pt x="1337056" y="51669"/>
                </a:lnTo>
                <a:lnTo>
                  <a:pt x="1337203" y="50723"/>
                </a:lnTo>
                <a:lnTo>
                  <a:pt x="1337364" y="49787"/>
                </a:lnTo>
                <a:lnTo>
                  <a:pt x="1337539" y="48860"/>
                </a:lnTo>
                <a:lnTo>
                  <a:pt x="1337728" y="47942"/>
                </a:lnTo>
                <a:lnTo>
                  <a:pt x="1337930" y="47033"/>
                </a:lnTo>
                <a:lnTo>
                  <a:pt x="1338147" y="46133"/>
                </a:lnTo>
                <a:lnTo>
                  <a:pt x="1338378" y="45243"/>
                </a:lnTo>
                <a:lnTo>
                  <a:pt x="1338623" y="44361"/>
                </a:lnTo>
                <a:lnTo>
                  <a:pt x="1338882" y="43488"/>
                </a:lnTo>
                <a:lnTo>
                  <a:pt x="1339154" y="42625"/>
                </a:lnTo>
                <a:lnTo>
                  <a:pt x="1339441" y="41770"/>
                </a:lnTo>
                <a:lnTo>
                  <a:pt x="1339742" y="40924"/>
                </a:lnTo>
                <a:lnTo>
                  <a:pt x="1340056" y="40088"/>
                </a:lnTo>
                <a:lnTo>
                  <a:pt x="1340385" y="39260"/>
                </a:lnTo>
                <a:lnTo>
                  <a:pt x="1340727" y="38443"/>
                </a:lnTo>
                <a:lnTo>
                  <a:pt x="1341081" y="37637"/>
                </a:lnTo>
                <a:lnTo>
                  <a:pt x="1341447" y="36842"/>
                </a:lnTo>
                <a:lnTo>
                  <a:pt x="1341825" y="36059"/>
                </a:lnTo>
                <a:lnTo>
                  <a:pt x="1342216" y="35287"/>
                </a:lnTo>
                <a:lnTo>
                  <a:pt x="1342618" y="34526"/>
                </a:lnTo>
                <a:lnTo>
                  <a:pt x="1343032" y="33776"/>
                </a:lnTo>
                <a:lnTo>
                  <a:pt x="1343458" y="33037"/>
                </a:lnTo>
                <a:lnTo>
                  <a:pt x="1343897" y="32310"/>
                </a:lnTo>
                <a:lnTo>
                  <a:pt x="1344347" y="31594"/>
                </a:lnTo>
                <a:lnTo>
                  <a:pt x="1344810" y="30889"/>
                </a:lnTo>
                <a:lnTo>
                  <a:pt x="1345285" y="30196"/>
                </a:lnTo>
                <a:lnTo>
                  <a:pt x="1345771" y="29513"/>
                </a:lnTo>
                <a:lnTo>
                  <a:pt x="1346270" y="28842"/>
                </a:lnTo>
                <a:lnTo>
                  <a:pt x="1346781" y="28183"/>
                </a:lnTo>
                <a:lnTo>
                  <a:pt x="1347304" y="27534"/>
                </a:lnTo>
                <a:lnTo>
                  <a:pt x="1347839" y="26897"/>
                </a:lnTo>
                <a:lnTo>
                  <a:pt x="1348386" y="26271"/>
                </a:lnTo>
                <a:lnTo>
                  <a:pt x="1348945" y="25656"/>
                </a:lnTo>
                <a:lnTo>
                  <a:pt x="1349516" y="25053"/>
                </a:lnTo>
                <a:lnTo>
                  <a:pt x="1350099" y="24460"/>
                </a:lnTo>
                <a:lnTo>
                  <a:pt x="1350694" y="23879"/>
                </a:lnTo>
                <a:lnTo>
                  <a:pt x="1351302" y="23310"/>
                </a:lnTo>
                <a:lnTo>
                  <a:pt x="1351921" y="22751"/>
                </a:lnTo>
                <a:lnTo>
                  <a:pt x="1352551" y="22205"/>
                </a:lnTo>
                <a:lnTo>
                  <a:pt x="1353190" y="21675"/>
                </a:lnTo>
                <a:lnTo>
                  <a:pt x="1353838" y="21158"/>
                </a:lnTo>
                <a:lnTo>
                  <a:pt x="1354495" y="20657"/>
                </a:lnTo>
                <a:lnTo>
                  <a:pt x="1355161" y="20171"/>
                </a:lnTo>
                <a:lnTo>
                  <a:pt x="1355836" y="19699"/>
                </a:lnTo>
                <a:lnTo>
                  <a:pt x="1356521" y="19242"/>
                </a:lnTo>
                <a:lnTo>
                  <a:pt x="1357214" y="18801"/>
                </a:lnTo>
                <a:lnTo>
                  <a:pt x="1357916" y="18373"/>
                </a:lnTo>
                <a:lnTo>
                  <a:pt x="1358628" y="17961"/>
                </a:lnTo>
                <a:lnTo>
                  <a:pt x="1359348" y="17564"/>
                </a:lnTo>
                <a:lnTo>
                  <a:pt x="1360078" y="17181"/>
                </a:lnTo>
                <a:lnTo>
                  <a:pt x="1360816" y="16813"/>
                </a:lnTo>
                <a:lnTo>
                  <a:pt x="1361564" y="16460"/>
                </a:lnTo>
                <a:lnTo>
                  <a:pt x="1362320" y="16122"/>
                </a:lnTo>
                <a:lnTo>
                  <a:pt x="1363086" y="15798"/>
                </a:lnTo>
                <a:lnTo>
                  <a:pt x="1363861" y="15490"/>
                </a:lnTo>
                <a:lnTo>
                  <a:pt x="1364644" y="15196"/>
                </a:lnTo>
                <a:lnTo>
                  <a:pt x="1365437" y="14917"/>
                </a:lnTo>
                <a:lnTo>
                  <a:pt x="1366239" y="14653"/>
                </a:lnTo>
                <a:lnTo>
                  <a:pt x="1367050" y="14403"/>
                </a:lnTo>
                <a:lnTo>
                  <a:pt x="1367870" y="14169"/>
                </a:lnTo>
                <a:lnTo>
                  <a:pt x="1368699" y="13949"/>
                </a:lnTo>
                <a:lnTo>
                  <a:pt x="1369537" y="13744"/>
                </a:lnTo>
                <a:lnTo>
                  <a:pt x="1369537" y="0"/>
                </a:lnTo>
                <a:lnTo>
                  <a:pt x="1367672" y="440"/>
                </a:lnTo>
                <a:lnTo>
                  <a:pt x="1365842" y="919"/>
                </a:lnTo>
                <a:lnTo>
                  <a:pt x="1364048" y="1437"/>
                </a:lnTo>
                <a:lnTo>
                  <a:pt x="1362289" y="1992"/>
                </a:lnTo>
                <a:lnTo>
                  <a:pt x="1360565" y="2587"/>
                </a:lnTo>
                <a:lnTo>
                  <a:pt x="1358877" y="3219"/>
                </a:lnTo>
                <a:lnTo>
                  <a:pt x="1357224" y="3890"/>
                </a:lnTo>
                <a:lnTo>
                  <a:pt x="1355606" y="4599"/>
                </a:lnTo>
                <a:lnTo>
                  <a:pt x="1354024" y="5347"/>
                </a:lnTo>
                <a:lnTo>
                  <a:pt x="1352478" y="6133"/>
                </a:lnTo>
                <a:lnTo>
                  <a:pt x="1350966" y="6958"/>
                </a:lnTo>
                <a:lnTo>
                  <a:pt x="1349490" y="7821"/>
                </a:lnTo>
                <a:lnTo>
                  <a:pt x="1348050" y="8722"/>
                </a:lnTo>
                <a:lnTo>
                  <a:pt x="1346645" y="9662"/>
                </a:lnTo>
                <a:lnTo>
                  <a:pt x="1345275" y="10640"/>
                </a:lnTo>
                <a:lnTo>
                  <a:pt x="1343940" y="11657"/>
                </a:lnTo>
                <a:lnTo>
                  <a:pt x="1342641" y="12712"/>
                </a:lnTo>
                <a:lnTo>
                  <a:pt x="1341378" y="13805"/>
                </a:lnTo>
                <a:lnTo>
                  <a:pt x="1340149" y="14937"/>
                </a:lnTo>
                <a:lnTo>
                  <a:pt x="1338957" y="16107"/>
                </a:lnTo>
                <a:lnTo>
                  <a:pt x="1337799" y="17316"/>
                </a:lnTo>
                <a:lnTo>
                  <a:pt x="1336677" y="18563"/>
                </a:lnTo>
                <a:lnTo>
                  <a:pt x="1335590" y="19848"/>
                </a:lnTo>
                <a:lnTo>
                  <a:pt x="1334539" y="21172"/>
                </a:lnTo>
                <a:lnTo>
                  <a:pt x="1333527" y="22529"/>
                </a:lnTo>
                <a:lnTo>
                  <a:pt x="1332558" y="23915"/>
                </a:lnTo>
                <a:lnTo>
                  <a:pt x="1331632" y="25329"/>
                </a:lnTo>
                <a:lnTo>
                  <a:pt x="1330750" y="26772"/>
                </a:lnTo>
                <a:lnTo>
                  <a:pt x="1329910" y="28243"/>
                </a:lnTo>
                <a:lnTo>
                  <a:pt x="1329113" y="29743"/>
                </a:lnTo>
                <a:lnTo>
                  <a:pt x="1328360" y="31271"/>
                </a:lnTo>
                <a:lnTo>
                  <a:pt x="1327649" y="32828"/>
                </a:lnTo>
                <a:lnTo>
                  <a:pt x="1326982" y="34413"/>
                </a:lnTo>
                <a:lnTo>
                  <a:pt x="1326357" y="36027"/>
                </a:lnTo>
                <a:lnTo>
                  <a:pt x="1325776" y="37670"/>
                </a:lnTo>
                <a:lnTo>
                  <a:pt x="1325238" y="39341"/>
                </a:lnTo>
                <a:lnTo>
                  <a:pt x="1324743" y="41040"/>
                </a:lnTo>
                <a:lnTo>
                  <a:pt x="1324291" y="42768"/>
                </a:lnTo>
                <a:lnTo>
                  <a:pt x="1323882" y="44525"/>
                </a:lnTo>
                <a:lnTo>
                  <a:pt x="1323516" y="46310"/>
                </a:lnTo>
                <a:lnTo>
                  <a:pt x="1323193" y="48124"/>
                </a:lnTo>
                <a:lnTo>
                  <a:pt x="1322913" y="49966"/>
                </a:lnTo>
                <a:lnTo>
                  <a:pt x="1322676" y="51837"/>
                </a:lnTo>
                <a:lnTo>
                  <a:pt x="1322482" y="53736"/>
                </a:lnTo>
                <a:lnTo>
                  <a:pt x="1322331" y="55664"/>
                </a:lnTo>
                <a:lnTo>
                  <a:pt x="1322224" y="57620"/>
                </a:lnTo>
                <a:lnTo>
                  <a:pt x="1322159" y="59605"/>
                </a:lnTo>
                <a:lnTo>
                  <a:pt x="1322138" y="61619"/>
                </a:lnTo>
                <a:lnTo>
                  <a:pt x="1322138" y="90057"/>
                </a:lnTo>
                <a:lnTo>
                  <a:pt x="1322159" y="92070"/>
                </a:lnTo>
                <a:lnTo>
                  <a:pt x="1322224" y="94055"/>
                </a:lnTo>
                <a:lnTo>
                  <a:pt x="1322331" y="96012"/>
                </a:lnTo>
                <a:lnTo>
                  <a:pt x="1322482" y="97939"/>
                </a:lnTo>
                <a:lnTo>
                  <a:pt x="1322676" y="99839"/>
                </a:lnTo>
                <a:lnTo>
                  <a:pt x="1322913" y="101710"/>
                </a:lnTo>
                <a:lnTo>
                  <a:pt x="1323193" y="103552"/>
                </a:lnTo>
                <a:lnTo>
                  <a:pt x="1323516" y="105366"/>
                </a:lnTo>
                <a:lnTo>
                  <a:pt x="1323882" y="107151"/>
                </a:lnTo>
                <a:lnTo>
                  <a:pt x="1324291" y="108908"/>
                </a:lnTo>
                <a:lnTo>
                  <a:pt x="1324743" y="110636"/>
                </a:lnTo>
                <a:lnTo>
                  <a:pt x="1325238" y="112335"/>
                </a:lnTo>
                <a:lnTo>
                  <a:pt x="1325776" y="114006"/>
                </a:lnTo>
                <a:lnTo>
                  <a:pt x="1326357" y="115649"/>
                </a:lnTo>
                <a:lnTo>
                  <a:pt x="1326982" y="117263"/>
                </a:lnTo>
                <a:lnTo>
                  <a:pt x="1327649" y="118849"/>
                </a:lnTo>
                <a:lnTo>
                  <a:pt x="1328360" y="120406"/>
                </a:lnTo>
                <a:lnTo>
                  <a:pt x="1329113" y="121934"/>
                </a:lnTo>
                <a:lnTo>
                  <a:pt x="1329910" y="123434"/>
                </a:lnTo>
                <a:lnTo>
                  <a:pt x="1330750" y="124905"/>
                </a:lnTo>
                <a:lnTo>
                  <a:pt x="1331632" y="126348"/>
                </a:lnTo>
                <a:lnTo>
                  <a:pt x="1332558" y="127763"/>
                </a:lnTo>
                <a:lnTo>
                  <a:pt x="1333527" y="129148"/>
                </a:lnTo>
                <a:lnTo>
                  <a:pt x="1334539" y="130506"/>
                </a:lnTo>
                <a:lnTo>
                  <a:pt x="1335590" y="131829"/>
                </a:lnTo>
                <a:lnTo>
                  <a:pt x="1336677" y="133115"/>
                </a:lnTo>
                <a:lnTo>
                  <a:pt x="1337799" y="134362"/>
                </a:lnTo>
                <a:lnTo>
                  <a:pt x="1338957" y="135570"/>
                </a:lnTo>
                <a:lnTo>
                  <a:pt x="1340149" y="136740"/>
                </a:lnTo>
                <a:lnTo>
                  <a:pt x="1341378" y="137872"/>
                </a:lnTo>
                <a:lnTo>
                  <a:pt x="1342641" y="138965"/>
                </a:lnTo>
                <a:lnTo>
                  <a:pt x="1343940" y="140020"/>
                </a:lnTo>
                <a:lnTo>
                  <a:pt x="1345275" y="141036"/>
                </a:lnTo>
                <a:lnTo>
                  <a:pt x="1346645" y="142014"/>
                </a:lnTo>
                <a:lnTo>
                  <a:pt x="1348050" y="142954"/>
                </a:lnTo>
                <a:lnTo>
                  <a:pt x="1349490" y="143855"/>
                </a:lnTo>
                <a:lnTo>
                  <a:pt x="1350966" y="144718"/>
                </a:lnTo>
                <a:lnTo>
                  <a:pt x="1352478" y="145543"/>
                </a:lnTo>
                <a:lnTo>
                  <a:pt x="1354024" y="146329"/>
                </a:lnTo>
                <a:lnTo>
                  <a:pt x="1355606" y="147076"/>
                </a:lnTo>
                <a:lnTo>
                  <a:pt x="1357224" y="147786"/>
                </a:lnTo>
                <a:lnTo>
                  <a:pt x="1358877" y="148456"/>
                </a:lnTo>
                <a:lnTo>
                  <a:pt x="1360565" y="149089"/>
                </a:lnTo>
                <a:lnTo>
                  <a:pt x="1362289" y="149683"/>
                </a:lnTo>
                <a:lnTo>
                  <a:pt x="1364048" y="150239"/>
                </a:lnTo>
                <a:lnTo>
                  <a:pt x="1365842" y="150756"/>
                </a:lnTo>
                <a:lnTo>
                  <a:pt x="1367672" y="151235"/>
                </a:lnTo>
                <a:lnTo>
                  <a:pt x="1369537" y="151675"/>
                </a:lnTo>
                <a:lnTo>
                  <a:pt x="1369537" y="137931"/>
                </a:lnTo>
                <a:lnTo>
                  <a:pt x="1368699" y="137726"/>
                </a:lnTo>
                <a:lnTo>
                  <a:pt x="1367870" y="137507"/>
                </a:lnTo>
                <a:lnTo>
                  <a:pt x="1367050" y="137272"/>
                </a:lnTo>
                <a:lnTo>
                  <a:pt x="1366239" y="137023"/>
                </a:lnTo>
                <a:close/>
                <a:moveTo>
                  <a:pt x="1161993" y="119741"/>
                </a:moveTo>
                <a:lnTo>
                  <a:pt x="1161652" y="119717"/>
                </a:lnTo>
                <a:lnTo>
                  <a:pt x="1161317" y="119684"/>
                </a:lnTo>
                <a:lnTo>
                  <a:pt x="1160987" y="119641"/>
                </a:lnTo>
                <a:lnTo>
                  <a:pt x="1160663" y="119588"/>
                </a:lnTo>
                <a:lnTo>
                  <a:pt x="1160345" y="119525"/>
                </a:lnTo>
                <a:lnTo>
                  <a:pt x="1160033" y="119453"/>
                </a:lnTo>
                <a:lnTo>
                  <a:pt x="1159727" y="119372"/>
                </a:lnTo>
                <a:lnTo>
                  <a:pt x="1159426" y="119281"/>
                </a:lnTo>
                <a:lnTo>
                  <a:pt x="1159131" y="119180"/>
                </a:lnTo>
                <a:lnTo>
                  <a:pt x="1158842" y="119069"/>
                </a:lnTo>
                <a:lnTo>
                  <a:pt x="1158558" y="118949"/>
                </a:lnTo>
                <a:lnTo>
                  <a:pt x="1158280" y="118820"/>
                </a:lnTo>
                <a:lnTo>
                  <a:pt x="1158008" y="118681"/>
                </a:lnTo>
                <a:lnTo>
                  <a:pt x="1157742" y="118532"/>
                </a:lnTo>
                <a:lnTo>
                  <a:pt x="1157482" y="118373"/>
                </a:lnTo>
                <a:lnTo>
                  <a:pt x="1157227" y="118205"/>
                </a:lnTo>
                <a:lnTo>
                  <a:pt x="1156978" y="118028"/>
                </a:lnTo>
                <a:lnTo>
                  <a:pt x="1156735" y="117840"/>
                </a:lnTo>
                <a:lnTo>
                  <a:pt x="1156497" y="117644"/>
                </a:lnTo>
                <a:lnTo>
                  <a:pt x="1156265" y="117437"/>
                </a:lnTo>
                <a:lnTo>
                  <a:pt x="1156039" y="117221"/>
                </a:lnTo>
                <a:lnTo>
                  <a:pt x="1155819" y="116995"/>
                </a:lnTo>
                <a:lnTo>
                  <a:pt x="1155606" y="116762"/>
                </a:lnTo>
                <a:lnTo>
                  <a:pt x="1155403" y="116523"/>
                </a:lnTo>
                <a:lnTo>
                  <a:pt x="1155208" y="116278"/>
                </a:lnTo>
                <a:lnTo>
                  <a:pt x="1155023" y="116028"/>
                </a:lnTo>
                <a:lnTo>
                  <a:pt x="1154846" y="115771"/>
                </a:lnTo>
                <a:lnTo>
                  <a:pt x="1154679" y="115509"/>
                </a:lnTo>
                <a:lnTo>
                  <a:pt x="1154520" y="115241"/>
                </a:lnTo>
                <a:lnTo>
                  <a:pt x="1154371" y="114968"/>
                </a:lnTo>
                <a:lnTo>
                  <a:pt x="1154231" y="114688"/>
                </a:lnTo>
                <a:lnTo>
                  <a:pt x="1154100" y="114403"/>
                </a:lnTo>
                <a:lnTo>
                  <a:pt x="1153978" y="114112"/>
                </a:lnTo>
                <a:lnTo>
                  <a:pt x="1153864" y="113816"/>
                </a:lnTo>
                <a:lnTo>
                  <a:pt x="1153760" y="113513"/>
                </a:lnTo>
                <a:lnTo>
                  <a:pt x="1153665" y="113205"/>
                </a:lnTo>
                <a:lnTo>
                  <a:pt x="1153579" y="112891"/>
                </a:lnTo>
                <a:lnTo>
                  <a:pt x="1153502" y="112571"/>
                </a:lnTo>
                <a:lnTo>
                  <a:pt x="1153435" y="112246"/>
                </a:lnTo>
                <a:lnTo>
                  <a:pt x="1153376" y="111915"/>
                </a:lnTo>
                <a:lnTo>
                  <a:pt x="1153326" y="111578"/>
                </a:lnTo>
                <a:lnTo>
                  <a:pt x="1153285" y="111235"/>
                </a:lnTo>
                <a:lnTo>
                  <a:pt x="1153254" y="110886"/>
                </a:lnTo>
                <a:lnTo>
                  <a:pt x="1153231" y="110532"/>
                </a:lnTo>
                <a:lnTo>
                  <a:pt x="1153217" y="110172"/>
                </a:lnTo>
                <a:lnTo>
                  <a:pt x="1153213" y="109806"/>
                </a:lnTo>
                <a:lnTo>
                  <a:pt x="1153213" y="58774"/>
                </a:lnTo>
                <a:lnTo>
                  <a:pt x="1188763" y="58774"/>
                </a:lnTo>
                <a:lnTo>
                  <a:pt x="1188763" y="45818"/>
                </a:lnTo>
                <a:lnTo>
                  <a:pt x="1153213" y="45818"/>
                </a:lnTo>
                <a:lnTo>
                  <a:pt x="1153213" y="21329"/>
                </a:lnTo>
                <a:lnTo>
                  <a:pt x="1138994" y="21329"/>
                </a:lnTo>
                <a:lnTo>
                  <a:pt x="1138994" y="45818"/>
                </a:lnTo>
                <a:lnTo>
                  <a:pt x="1114030" y="45818"/>
                </a:lnTo>
                <a:lnTo>
                  <a:pt x="1114030" y="58774"/>
                </a:lnTo>
                <a:lnTo>
                  <a:pt x="1138994" y="58774"/>
                </a:lnTo>
                <a:lnTo>
                  <a:pt x="1138994" y="109806"/>
                </a:lnTo>
                <a:lnTo>
                  <a:pt x="1139005" y="110668"/>
                </a:lnTo>
                <a:lnTo>
                  <a:pt x="1139039" y="111515"/>
                </a:lnTo>
                <a:lnTo>
                  <a:pt x="1139095" y="112348"/>
                </a:lnTo>
                <a:lnTo>
                  <a:pt x="1139174" y="113166"/>
                </a:lnTo>
                <a:lnTo>
                  <a:pt x="1139275" y="113970"/>
                </a:lnTo>
                <a:lnTo>
                  <a:pt x="1139399" y="114759"/>
                </a:lnTo>
                <a:lnTo>
                  <a:pt x="1139545" y="115534"/>
                </a:lnTo>
                <a:lnTo>
                  <a:pt x="1139714" y="116294"/>
                </a:lnTo>
                <a:lnTo>
                  <a:pt x="1139905" y="117039"/>
                </a:lnTo>
                <a:lnTo>
                  <a:pt x="1140118" y="117770"/>
                </a:lnTo>
                <a:lnTo>
                  <a:pt x="1140355" y="118487"/>
                </a:lnTo>
                <a:lnTo>
                  <a:pt x="1140613" y="119189"/>
                </a:lnTo>
                <a:lnTo>
                  <a:pt x="1140894" y="119876"/>
                </a:lnTo>
                <a:lnTo>
                  <a:pt x="1141198" y="120549"/>
                </a:lnTo>
                <a:lnTo>
                  <a:pt x="1141524" y="121207"/>
                </a:lnTo>
                <a:lnTo>
                  <a:pt x="1141873" y="121851"/>
                </a:lnTo>
                <a:lnTo>
                  <a:pt x="1142244" y="122480"/>
                </a:lnTo>
                <a:lnTo>
                  <a:pt x="1142638" y="123095"/>
                </a:lnTo>
                <a:lnTo>
                  <a:pt x="1143054" y="123695"/>
                </a:lnTo>
                <a:lnTo>
                  <a:pt x="1143492" y="124280"/>
                </a:lnTo>
                <a:lnTo>
                  <a:pt x="1143953" y="124851"/>
                </a:lnTo>
                <a:lnTo>
                  <a:pt x="1144437" y="125408"/>
                </a:lnTo>
                <a:lnTo>
                  <a:pt x="1144943" y="125950"/>
                </a:lnTo>
                <a:lnTo>
                  <a:pt x="1145472" y="126477"/>
                </a:lnTo>
                <a:lnTo>
                  <a:pt x="1146019" y="126986"/>
                </a:lnTo>
                <a:lnTo>
                  <a:pt x="1146581" y="127474"/>
                </a:lnTo>
                <a:lnTo>
                  <a:pt x="1147158" y="127940"/>
                </a:lnTo>
                <a:lnTo>
                  <a:pt x="1147749" y="128384"/>
                </a:lnTo>
                <a:lnTo>
                  <a:pt x="1148356" y="128806"/>
                </a:lnTo>
                <a:lnTo>
                  <a:pt x="1148977" y="129207"/>
                </a:lnTo>
                <a:lnTo>
                  <a:pt x="1149613" y="129586"/>
                </a:lnTo>
                <a:lnTo>
                  <a:pt x="1150264" y="129944"/>
                </a:lnTo>
                <a:lnTo>
                  <a:pt x="1150930" y="130279"/>
                </a:lnTo>
                <a:lnTo>
                  <a:pt x="1151610" y="130593"/>
                </a:lnTo>
                <a:lnTo>
                  <a:pt x="1152306" y="130886"/>
                </a:lnTo>
                <a:lnTo>
                  <a:pt x="1153016" y="131157"/>
                </a:lnTo>
                <a:lnTo>
                  <a:pt x="1153741" y="131406"/>
                </a:lnTo>
                <a:lnTo>
                  <a:pt x="1154480" y="131633"/>
                </a:lnTo>
                <a:lnTo>
                  <a:pt x="1155235" y="131839"/>
                </a:lnTo>
                <a:lnTo>
                  <a:pt x="1156004" y="132023"/>
                </a:lnTo>
                <a:lnTo>
                  <a:pt x="1156789" y="132186"/>
                </a:lnTo>
                <a:lnTo>
                  <a:pt x="1157587" y="132327"/>
                </a:lnTo>
                <a:lnTo>
                  <a:pt x="1158401" y="132446"/>
                </a:lnTo>
                <a:lnTo>
                  <a:pt x="1159230" y="132543"/>
                </a:lnTo>
                <a:lnTo>
                  <a:pt x="1160073" y="132619"/>
                </a:lnTo>
                <a:lnTo>
                  <a:pt x="1160931" y="132673"/>
                </a:lnTo>
                <a:lnTo>
                  <a:pt x="1161804" y="132706"/>
                </a:lnTo>
                <a:lnTo>
                  <a:pt x="1162692" y="132717"/>
                </a:lnTo>
                <a:lnTo>
                  <a:pt x="1187972" y="132717"/>
                </a:lnTo>
                <a:lnTo>
                  <a:pt x="1187972" y="119761"/>
                </a:lnTo>
                <a:lnTo>
                  <a:pt x="1162692" y="119761"/>
                </a:lnTo>
                <a:lnTo>
                  <a:pt x="1162340" y="119756"/>
                </a:lnTo>
                <a:lnTo>
                  <a:pt x="1161993" y="119741"/>
                </a:lnTo>
                <a:close/>
                <a:moveTo>
                  <a:pt x="1251012" y="134018"/>
                </a:moveTo>
                <a:lnTo>
                  <a:pt x="1252070" y="133896"/>
                </a:lnTo>
                <a:lnTo>
                  <a:pt x="1253112" y="133751"/>
                </a:lnTo>
                <a:lnTo>
                  <a:pt x="1254138" y="133585"/>
                </a:lnTo>
                <a:lnTo>
                  <a:pt x="1255148" y="133396"/>
                </a:lnTo>
                <a:lnTo>
                  <a:pt x="1256142" y="133185"/>
                </a:lnTo>
                <a:lnTo>
                  <a:pt x="1257121" y="132952"/>
                </a:lnTo>
                <a:lnTo>
                  <a:pt x="1258083" y="132696"/>
                </a:lnTo>
                <a:lnTo>
                  <a:pt x="1259030" y="132418"/>
                </a:lnTo>
                <a:lnTo>
                  <a:pt x="1259960" y="132118"/>
                </a:lnTo>
                <a:lnTo>
                  <a:pt x="1260875" y="131796"/>
                </a:lnTo>
                <a:lnTo>
                  <a:pt x="1261774" y="131452"/>
                </a:lnTo>
                <a:lnTo>
                  <a:pt x="1262657" y="131085"/>
                </a:lnTo>
                <a:lnTo>
                  <a:pt x="1263524" y="130697"/>
                </a:lnTo>
                <a:lnTo>
                  <a:pt x="1264375" y="130286"/>
                </a:lnTo>
                <a:lnTo>
                  <a:pt x="1265210" y="129852"/>
                </a:lnTo>
                <a:lnTo>
                  <a:pt x="1266030" y="129397"/>
                </a:lnTo>
                <a:lnTo>
                  <a:pt x="1266833" y="128919"/>
                </a:lnTo>
                <a:lnTo>
                  <a:pt x="1267620" y="128419"/>
                </a:lnTo>
                <a:lnTo>
                  <a:pt x="1268392" y="127897"/>
                </a:lnTo>
                <a:lnTo>
                  <a:pt x="1269142" y="127356"/>
                </a:lnTo>
                <a:lnTo>
                  <a:pt x="1269866" y="126800"/>
                </a:lnTo>
                <a:lnTo>
                  <a:pt x="1270562" y="126227"/>
                </a:lnTo>
                <a:lnTo>
                  <a:pt x="1271232" y="125639"/>
                </a:lnTo>
                <a:lnTo>
                  <a:pt x="1271875" y="125036"/>
                </a:lnTo>
                <a:lnTo>
                  <a:pt x="1272491" y="124417"/>
                </a:lnTo>
                <a:lnTo>
                  <a:pt x="1273080" y="123782"/>
                </a:lnTo>
                <a:lnTo>
                  <a:pt x="1273642" y="123131"/>
                </a:lnTo>
                <a:lnTo>
                  <a:pt x="1274177" y="122465"/>
                </a:lnTo>
                <a:lnTo>
                  <a:pt x="1274686" y="121783"/>
                </a:lnTo>
                <a:lnTo>
                  <a:pt x="1275167" y="121086"/>
                </a:lnTo>
                <a:lnTo>
                  <a:pt x="1275621" y="120373"/>
                </a:lnTo>
                <a:lnTo>
                  <a:pt x="1276049" y="119644"/>
                </a:lnTo>
                <a:lnTo>
                  <a:pt x="1276450" y="118900"/>
                </a:lnTo>
                <a:lnTo>
                  <a:pt x="1276824" y="118140"/>
                </a:lnTo>
                <a:lnTo>
                  <a:pt x="1277171" y="117365"/>
                </a:lnTo>
                <a:lnTo>
                  <a:pt x="1277491" y="116573"/>
                </a:lnTo>
                <a:lnTo>
                  <a:pt x="1277784" y="115767"/>
                </a:lnTo>
                <a:lnTo>
                  <a:pt x="1278050" y="114944"/>
                </a:lnTo>
                <a:lnTo>
                  <a:pt x="1278289" y="114106"/>
                </a:lnTo>
                <a:lnTo>
                  <a:pt x="1278502" y="113252"/>
                </a:lnTo>
                <a:lnTo>
                  <a:pt x="1278687" y="112383"/>
                </a:lnTo>
                <a:lnTo>
                  <a:pt x="1278846" y="111498"/>
                </a:lnTo>
                <a:lnTo>
                  <a:pt x="1278978" y="110597"/>
                </a:lnTo>
                <a:lnTo>
                  <a:pt x="1264759" y="110597"/>
                </a:lnTo>
                <a:lnTo>
                  <a:pt x="1264660" y="111028"/>
                </a:lnTo>
                <a:lnTo>
                  <a:pt x="1264546" y="111451"/>
                </a:lnTo>
                <a:lnTo>
                  <a:pt x="1264419" y="111867"/>
                </a:lnTo>
                <a:lnTo>
                  <a:pt x="1264278" y="112276"/>
                </a:lnTo>
                <a:lnTo>
                  <a:pt x="1264123" y="112677"/>
                </a:lnTo>
                <a:lnTo>
                  <a:pt x="1263954" y="113071"/>
                </a:lnTo>
                <a:lnTo>
                  <a:pt x="1263771" y="113457"/>
                </a:lnTo>
                <a:lnTo>
                  <a:pt x="1263574" y="113836"/>
                </a:lnTo>
                <a:lnTo>
                  <a:pt x="1263362" y="114208"/>
                </a:lnTo>
                <a:lnTo>
                  <a:pt x="1263137" y="114572"/>
                </a:lnTo>
                <a:lnTo>
                  <a:pt x="1262898" y="114929"/>
                </a:lnTo>
                <a:lnTo>
                  <a:pt x="1262645" y="115278"/>
                </a:lnTo>
                <a:lnTo>
                  <a:pt x="1262378" y="115620"/>
                </a:lnTo>
                <a:lnTo>
                  <a:pt x="1262097" y="115955"/>
                </a:lnTo>
                <a:lnTo>
                  <a:pt x="1261802" y="116282"/>
                </a:lnTo>
                <a:lnTo>
                  <a:pt x="1261493" y="116602"/>
                </a:lnTo>
                <a:lnTo>
                  <a:pt x="1261170" y="116914"/>
                </a:lnTo>
                <a:lnTo>
                  <a:pt x="1260833" y="117219"/>
                </a:lnTo>
                <a:lnTo>
                  <a:pt x="1260482" y="117516"/>
                </a:lnTo>
                <a:lnTo>
                  <a:pt x="1260117" y="117807"/>
                </a:lnTo>
                <a:lnTo>
                  <a:pt x="1259738" y="118089"/>
                </a:lnTo>
                <a:lnTo>
                  <a:pt x="1259345" y="118364"/>
                </a:lnTo>
                <a:lnTo>
                  <a:pt x="1258938" y="118632"/>
                </a:lnTo>
                <a:lnTo>
                  <a:pt x="1258517" y="118893"/>
                </a:lnTo>
                <a:lnTo>
                  <a:pt x="1258085" y="119144"/>
                </a:lnTo>
                <a:lnTo>
                  <a:pt x="1257643" y="119385"/>
                </a:lnTo>
                <a:lnTo>
                  <a:pt x="1257191" y="119615"/>
                </a:lnTo>
                <a:lnTo>
                  <a:pt x="1256729" y="119834"/>
                </a:lnTo>
                <a:lnTo>
                  <a:pt x="1256258" y="120043"/>
                </a:lnTo>
                <a:lnTo>
                  <a:pt x="1255778" y="120241"/>
                </a:lnTo>
                <a:lnTo>
                  <a:pt x="1255288" y="120428"/>
                </a:lnTo>
                <a:lnTo>
                  <a:pt x="1254788" y="120604"/>
                </a:lnTo>
                <a:lnTo>
                  <a:pt x="1254278" y="120770"/>
                </a:lnTo>
                <a:lnTo>
                  <a:pt x="1253759" y="120925"/>
                </a:lnTo>
                <a:lnTo>
                  <a:pt x="1253231" y="121070"/>
                </a:lnTo>
                <a:lnTo>
                  <a:pt x="1252693" y="121204"/>
                </a:lnTo>
                <a:lnTo>
                  <a:pt x="1252145" y="121327"/>
                </a:lnTo>
                <a:lnTo>
                  <a:pt x="1251587" y="121439"/>
                </a:lnTo>
                <a:lnTo>
                  <a:pt x="1251020" y="121541"/>
                </a:lnTo>
                <a:lnTo>
                  <a:pt x="1250444" y="121632"/>
                </a:lnTo>
                <a:lnTo>
                  <a:pt x="1249857" y="121712"/>
                </a:lnTo>
                <a:lnTo>
                  <a:pt x="1249261" y="121781"/>
                </a:lnTo>
                <a:lnTo>
                  <a:pt x="1248656" y="121840"/>
                </a:lnTo>
                <a:lnTo>
                  <a:pt x="1248041" y="121888"/>
                </a:lnTo>
                <a:lnTo>
                  <a:pt x="1247416" y="121926"/>
                </a:lnTo>
                <a:lnTo>
                  <a:pt x="1246782" y="121952"/>
                </a:lnTo>
                <a:lnTo>
                  <a:pt x="1246138" y="121968"/>
                </a:lnTo>
                <a:lnTo>
                  <a:pt x="1245484" y="121974"/>
                </a:lnTo>
                <a:lnTo>
                  <a:pt x="1244727" y="121964"/>
                </a:lnTo>
                <a:lnTo>
                  <a:pt x="1243982" y="121935"/>
                </a:lnTo>
                <a:lnTo>
                  <a:pt x="1243250" y="121886"/>
                </a:lnTo>
                <a:lnTo>
                  <a:pt x="1242531" y="121818"/>
                </a:lnTo>
                <a:lnTo>
                  <a:pt x="1241824" y="121730"/>
                </a:lnTo>
                <a:lnTo>
                  <a:pt x="1241129" y="121623"/>
                </a:lnTo>
                <a:lnTo>
                  <a:pt x="1240448" y="121497"/>
                </a:lnTo>
                <a:lnTo>
                  <a:pt x="1239779" y="121351"/>
                </a:lnTo>
                <a:lnTo>
                  <a:pt x="1239122" y="121185"/>
                </a:lnTo>
                <a:lnTo>
                  <a:pt x="1238479" y="121000"/>
                </a:lnTo>
                <a:lnTo>
                  <a:pt x="1237847" y="120795"/>
                </a:lnTo>
                <a:lnTo>
                  <a:pt x="1237229" y="120571"/>
                </a:lnTo>
                <a:lnTo>
                  <a:pt x="1236623" y="120328"/>
                </a:lnTo>
                <a:lnTo>
                  <a:pt x="1236030" y="120065"/>
                </a:lnTo>
                <a:lnTo>
                  <a:pt x="1235449" y="119782"/>
                </a:lnTo>
                <a:lnTo>
                  <a:pt x="1234881" y="119480"/>
                </a:lnTo>
                <a:lnTo>
                  <a:pt x="1234325" y="119159"/>
                </a:lnTo>
                <a:lnTo>
                  <a:pt x="1233782" y="118818"/>
                </a:lnTo>
                <a:lnTo>
                  <a:pt x="1233252" y="118458"/>
                </a:lnTo>
                <a:lnTo>
                  <a:pt x="1232735" y="118078"/>
                </a:lnTo>
                <a:lnTo>
                  <a:pt x="1232230" y="117679"/>
                </a:lnTo>
                <a:lnTo>
                  <a:pt x="1231737" y="117260"/>
                </a:lnTo>
                <a:lnTo>
                  <a:pt x="1231257" y="116822"/>
                </a:lnTo>
                <a:lnTo>
                  <a:pt x="1230790" y="116364"/>
                </a:lnTo>
                <a:lnTo>
                  <a:pt x="1230339" y="115889"/>
                </a:lnTo>
                <a:lnTo>
                  <a:pt x="1229907" y="115401"/>
                </a:lnTo>
                <a:lnTo>
                  <a:pt x="1229494" y="114898"/>
                </a:lnTo>
                <a:lnTo>
                  <a:pt x="1229100" y="114382"/>
                </a:lnTo>
                <a:lnTo>
                  <a:pt x="1228726" y="113852"/>
                </a:lnTo>
                <a:lnTo>
                  <a:pt x="1228371" y="113307"/>
                </a:lnTo>
                <a:lnTo>
                  <a:pt x="1228035" y="112749"/>
                </a:lnTo>
                <a:lnTo>
                  <a:pt x="1227718" y="112176"/>
                </a:lnTo>
                <a:lnTo>
                  <a:pt x="1227420" y="111590"/>
                </a:lnTo>
                <a:lnTo>
                  <a:pt x="1227142" y="110990"/>
                </a:lnTo>
                <a:lnTo>
                  <a:pt x="1226882" y="110376"/>
                </a:lnTo>
                <a:lnTo>
                  <a:pt x="1226642" y="109747"/>
                </a:lnTo>
                <a:lnTo>
                  <a:pt x="1226421" y="109105"/>
                </a:lnTo>
                <a:lnTo>
                  <a:pt x="1226220" y="108449"/>
                </a:lnTo>
                <a:lnTo>
                  <a:pt x="1226037" y="107779"/>
                </a:lnTo>
                <a:lnTo>
                  <a:pt x="1225874" y="107094"/>
                </a:lnTo>
                <a:lnTo>
                  <a:pt x="1225730" y="106396"/>
                </a:lnTo>
                <a:lnTo>
                  <a:pt x="1225605" y="105684"/>
                </a:lnTo>
                <a:lnTo>
                  <a:pt x="1225500" y="104958"/>
                </a:lnTo>
                <a:lnTo>
                  <a:pt x="1225413" y="104218"/>
                </a:lnTo>
                <a:lnTo>
                  <a:pt x="1225346" y="103464"/>
                </a:lnTo>
                <a:lnTo>
                  <a:pt x="1225298" y="102696"/>
                </a:lnTo>
                <a:lnTo>
                  <a:pt x="1225269" y="101914"/>
                </a:lnTo>
                <a:lnTo>
                  <a:pt x="1225260" y="101118"/>
                </a:lnTo>
                <a:lnTo>
                  <a:pt x="1225260" y="92902"/>
                </a:lnTo>
                <a:lnTo>
                  <a:pt x="1279612" y="92902"/>
                </a:lnTo>
                <a:lnTo>
                  <a:pt x="1279612" y="77417"/>
                </a:lnTo>
                <a:lnTo>
                  <a:pt x="1279605" y="76579"/>
                </a:lnTo>
                <a:lnTo>
                  <a:pt x="1279582" y="75750"/>
                </a:lnTo>
                <a:lnTo>
                  <a:pt x="1279545" y="74931"/>
                </a:lnTo>
                <a:lnTo>
                  <a:pt x="1279493" y="74121"/>
                </a:lnTo>
                <a:lnTo>
                  <a:pt x="1279427" y="73320"/>
                </a:lnTo>
                <a:lnTo>
                  <a:pt x="1279345" y="72529"/>
                </a:lnTo>
                <a:lnTo>
                  <a:pt x="1279249" y="71747"/>
                </a:lnTo>
                <a:lnTo>
                  <a:pt x="1279138" y="70974"/>
                </a:lnTo>
                <a:lnTo>
                  <a:pt x="1279012" y="70211"/>
                </a:lnTo>
                <a:lnTo>
                  <a:pt x="1278871" y="69457"/>
                </a:lnTo>
                <a:lnTo>
                  <a:pt x="1278716" y="68712"/>
                </a:lnTo>
                <a:lnTo>
                  <a:pt x="1278545" y="67977"/>
                </a:lnTo>
                <a:lnTo>
                  <a:pt x="1278360" y="67251"/>
                </a:lnTo>
                <a:lnTo>
                  <a:pt x="1278160" y="66534"/>
                </a:lnTo>
                <a:lnTo>
                  <a:pt x="1277945" y="65827"/>
                </a:lnTo>
                <a:lnTo>
                  <a:pt x="1277715" y="65129"/>
                </a:lnTo>
                <a:lnTo>
                  <a:pt x="1277471" y="64440"/>
                </a:lnTo>
                <a:lnTo>
                  <a:pt x="1277212" y="63761"/>
                </a:lnTo>
                <a:lnTo>
                  <a:pt x="1276938" y="63091"/>
                </a:lnTo>
                <a:lnTo>
                  <a:pt x="1276649" y="62430"/>
                </a:lnTo>
                <a:lnTo>
                  <a:pt x="1276345" y="61779"/>
                </a:lnTo>
                <a:lnTo>
                  <a:pt x="1276026" y="61137"/>
                </a:lnTo>
                <a:lnTo>
                  <a:pt x="1275693" y="60504"/>
                </a:lnTo>
                <a:lnTo>
                  <a:pt x="1275345" y="59880"/>
                </a:lnTo>
                <a:lnTo>
                  <a:pt x="1274984" y="59267"/>
                </a:lnTo>
                <a:lnTo>
                  <a:pt x="1274610" y="58666"/>
                </a:lnTo>
                <a:lnTo>
                  <a:pt x="1274226" y="58076"/>
                </a:lnTo>
                <a:lnTo>
                  <a:pt x="1273829" y="57497"/>
                </a:lnTo>
                <a:lnTo>
                  <a:pt x="1273420" y="56930"/>
                </a:lnTo>
                <a:lnTo>
                  <a:pt x="1273000" y="56375"/>
                </a:lnTo>
                <a:lnTo>
                  <a:pt x="1272568" y="55831"/>
                </a:lnTo>
                <a:lnTo>
                  <a:pt x="1272124" y="55299"/>
                </a:lnTo>
                <a:lnTo>
                  <a:pt x="1271668" y="54778"/>
                </a:lnTo>
                <a:lnTo>
                  <a:pt x="1271201" y="54268"/>
                </a:lnTo>
                <a:lnTo>
                  <a:pt x="1270721" y="53771"/>
                </a:lnTo>
                <a:lnTo>
                  <a:pt x="1270230" y="53284"/>
                </a:lnTo>
                <a:lnTo>
                  <a:pt x="1269727" y="52809"/>
                </a:lnTo>
                <a:lnTo>
                  <a:pt x="1269213" y="52346"/>
                </a:lnTo>
                <a:lnTo>
                  <a:pt x="1268686" y="51894"/>
                </a:lnTo>
                <a:lnTo>
                  <a:pt x="1268148" y="51454"/>
                </a:lnTo>
                <a:lnTo>
                  <a:pt x="1267598" y="51025"/>
                </a:lnTo>
                <a:lnTo>
                  <a:pt x="1267036" y="50608"/>
                </a:lnTo>
                <a:lnTo>
                  <a:pt x="1266462" y="50203"/>
                </a:lnTo>
                <a:lnTo>
                  <a:pt x="1265876" y="49808"/>
                </a:lnTo>
                <a:lnTo>
                  <a:pt x="1265279" y="49426"/>
                </a:lnTo>
                <a:lnTo>
                  <a:pt x="1264670" y="49055"/>
                </a:lnTo>
                <a:lnTo>
                  <a:pt x="1264049" y="48695"/>
                </a:lnTo>
                <a:lnTo>
                  <a:pt x="1263416" y="48347"/>
                </a:lnTo>
                <a:lnTo>
                  <a:pt x="1262773" y="48012"/>
                </a:lnTo>
                <a:lnTo>
                  <a:pt x="1262121" y="47691"/>
                </a:lnTo>
                <a:lnTo>
                  <a:pt x="1261460" y="47384"/>
                </a:lnTo>
                <a:lnTo>
                  <a:pt x="1260790" y="47092"/>
                </a:lnTo>
                <a:lnTo>
                  <a:pt x="1260110" y="46814"/>
                </a:lnTo>
                <a:lnTo>
                  <a:pt x="1259422" y="46550"/>
                </a:lnTo>
                <a:lnTo>
                  <a:pt x="1258725" y="46300"/>
                </a:lnTo>
                <a:lnTo>
                  <a:pt x="1258018" y="46065"/>
                </a:lnTo>
                <a:lnTo>
                  <a:pt x="1257303" y="45844"/>
                </a:lnTo>
                <a:lnTo>
                  <a:pt x="1256578" y="45637"/>
                </a:lnTo>
                <a:lnTo>
                  <a:pt x="1255845" y="45444"/>
                </a:lnTo>
                <a:lnTo>
                  <a:pt x="1255102" y="45266"/>
                </a:lnTo>
                <a:lnTo>
                  <a:pt x="1254351" y="45102"/>
                </a:lnTo>
                <a:lnTo>
                  <a:pt x="1253590" y="44952"/>
                </a:lnTo>
                <a:lnTo>
                  <a:pt x="1252820" y="44817"/>
                </a:lnTo>
                <a:lnTo>
                  <a:pt x="1252041" y="44695"/>
                </a:lnTo>
                <a:lnTo>
                  <a:pt x="1251253" y="44588"/>
                </a:lnTo>
                <a:lnTo>
                  <a:pt x="1250456" y="44496"/>
                </a:lnTo>
                <a:lnTo>
                  <a:pt x="1249650" y="44417"/>
                </a:lnTo>
                <a:lnTo>
                  <a:pt x="1248835" y="44353"/>
                </a:lnTo>
                <a:lnTo>
                  <a:pt x="1248011" y="44303"/>
                </a:lnTo>
                <a:lnTo>
                  <a:pt x="1247178" y="44267"/>
                </a:lnTo>
                <a:lnTo>
                  <a:pt x="1246336" y="44246"/>
                </a:lnTo>
                <a:lnTo>
                  <a:pt x="1245484" y="44239"/>
                </a:lnTo>
                <a:lnTo>
                  <a:pt x="1244633" y="44246"/>
                </a:lnTo>
                <a:lnTo>
                  <a:pt x="1243791" y="44268"/>
                </a:lnTo>
                <a:lnTo>
                  <a:pt x="1242957" y="44304"/>
                </a:lnTo>
                <a:lnTo>
                  <a:pt x="1242133" y="44355"/>
                </a:lnTo>
                <a:lnTo>
                  <a:pt x="1241318" y="44421"/>
                </a:lnTo>
                <a:lnTo>
                  <a:pt x="1240512" y="44501"/>
                </a:lnTo>
                <a:lnTo>
                  <a:pt x="1239715" y="44595"/>
                </a:lnTo>
                <a:lnTo>
                  <a:pt x="1238927" y="44704"/>
                </a:lnTo>
                <a:lnTo>
                  <a:pt x="1238148" y="44828"/>
                </a:lnTo>
                <a:lnTo>
                  <a:pt x="1237378" y="44966"/>
                </a:lnTo>
                <a:lnTo>
                  <a:pt x="1236617" y="45119"/>
                </a:lnTo>
                <a:lnTo>
                  <a:pt x="1235866" y="45286"/>
                </a:lnTo>
                <a:lnTo>
                  <a:pt x="1235123" y="45468"/>
                </a:lnTo>
                <a:lnTo>
                  <a:pt x="1234389" y="45664"/>
                </a:lnTo>
                <a:lnTo>
                  <a:pt x="1233665" y="45875"/>
                </a:lnTo>
                <a:lnTo>
                  <a:pt x="1232949" y="46100"/>
                </a:lnTo>
                <a:lnTo>
                  <a:pt x="1232242" y="46340"/>
                </a:lnTo>
                <a:lnTo>
                  <a:pt x="1231545" y="46594"/>
                </a:lnTo>
                <a:lnTo>
                  <a:pt x="1230856" y="46863"/>
                </a:lnTo>
                <a:lnTo>
                  <a:pt x="1230177" y="47147"/>
                </a:lnTo>
                <a:lnTo>
                  <a:pt x="1229507" y="47445"/>
                </a:lnTo>
                <a:lnTo>
                  <a:pt x="1228845" y="47758"/>
                </a:lnTo>
                <a:lnTo>
                  <a:pt x="1228193" y="48085"/>
                </a:lnTo>
                <a:lnTo>
                  <a:pt x="1227550" y="48426"/>
                </a:lnTo>
                <a:lnTo>
                  <a:pt x="1226917" y="48781"/>
                </a:lnTo>
                <a:lnTo>
                  <a:pt x="1226297" y="49149"/>
                </a:lnTo>
                <a:lnTo>
                  <a:pt x="1225688" y="49528"/>
                </a:lnTo>
                <a:lnTo>
                  <a:pt x="1225090" y="49920"/>
                </a:lnTo>
                <a:lnTo>
                  <a:pt x="1224505" y="50325"/>
                </a:lnTo>
                <a:lnTo>
                  <a:pt x="1223931" y="50741"/>
                </a:lnTo>
                <a:lnTo>
                  <a:pt x="1223369" y="51171"/>
                </a:lnTo>
                <a:lnTo>
                  <a:pt x="1222819" y="51612"/>
                </a:lnTo>
                <a:lnTo>
                  <a:pt x="1222281" y="52066"/>
                </a:lnTo>
                <a:lnTo>
                  <a:pt x="1221755" y="52532"/>
                </a:lnTo>
                <a:lnTo>
                  <a:pt x="1221240" y="53010"/>
                </a:lnTo>
                <a:lnTo>
                  <a:pt x="1220737" y="53501"/>
                </a:lnTo>
                <a:lnTo>
                  <a:pt x="1220246" y="54004"/>
                </a:lnTo>
                <a:lnTo>
                  <a:pt x="1219766" y="54520"/>
                </a:lnTo>
                <a:lnTo>
                  <a:pt x="1219299" y="55048"/>
                </a:lnTo>
                <a:lnTo>
                  <a:pt x="1218843" y="55588"/>
                </a:lnTo>
                <a:lnTo>
                  <a:pt x="1218399" y="56141"/>
                </a:lnTo>
                <a:lnTo>
                  <a:pt x="1217967" y="56706"/>
                </a:lnTo>
                <a:lnTo>
                  <a:pt x="1217547" y="57283"/>
                </a:lnTo>
                <a:lnTo>
                  <a:pt x="1217138" y="57873"/>
                </a:lnTo>
                <a:lnTo>
                  <a:pt x="1216741" y="58475"/>
                </a:lnTo>
                <a:lnTo>
                  <a:pt x="1216356" y="59089"/>
                </a:lnTo>
                <a:lnTo>
                  <a:pt x="1215983" y="59716"/>
                </a:lnTo>
                <a:lnTo>
                  <a:pt x="1215621" y="60355"/>
                </a:lnTo>
                <a:lnTo>
                  <a:pt x="1215273" y="61006"/>
                </a:lnTo>
                <a:lnTo>
                  <a:pt x="1214940" y="61667"/>
                </a:lnTo>
                <a:lnTo>
                  <a:pt x="1214622" y="62340"/>
                </a:lnTo>
                <a:lnTo>
                  <a:pt x="1214318" y="63023"/>
                </a:lnTo>
                <a:lnTo>
                  <a:pt x="1214029" y="63718"/>
                </a:lnTo>
                <a:lnTo>
                  <a:pt x="1213755" y="64423"/>
                </a:lnTo>
                <a:lnTo>
                  <a:pt x="1213496" y="65140"/>
                </a:lnTo>
                <a:lnTo>
                  <a:pt x="1213252" y="65867"/>
                </a:lnTo>
                <a:lnTo>
                  <a:pt x="1213022" y="66606"/>
                </a:lnTo>
                <a:lnTo>
                  <a:pt x="1212808" y="67355"/>
                </a:lnTo>
                <a:lnTo>
                  <a:pt x="1212608" y="68115"/>
                </a:lnTo>
                <a:lnTo>
                  <a:pt x="1212423" y="68887"/>
                </a:lnTo>
                <a:lnTo>
                  <a:pt x="1212252" y="69669"/>
                </a:lnTo>
                <a:lnTo>
                  <a:pt x="1212097" y="70462"/>
                </a:lnTo>
                <a:lnTo>
                  <a:pt x="1211956" y="71266"/>
                </a:lnTo>
                <a:lnTo>
                  <a:pt x="1211830" y="72082"/>
                </a:lnTo>
                <a:lnTo>
                  <a:pt x="1211719" y="72908"/>
                </a:lnTo>
                <a:lnTo>
                  <a:pt x="1211623" y="73745"/>
                </a:lnTo>
                <a:lnTo>
                  <a:pt x="1211542" y="74593"/>
                </a:lnTo>
                <a:lnTo>
                  <a:pt x="1211475" y="75452"/>
                </a:lnTo>
                <a:lnTo>
                  <a:pt x="1211423" y="76322"/>
                </a:lnTo>
                <a:lnTo>
                  <a:pt x="1211386" y="77203"/>
                </a:lnTo>
                <a:lnTo>
                  <a:pt x="1211364" y="78095"/>
                </a:lnTo>
                <a:lnTo>
                  <a:pt x="1211356" y="78998"/>
                </a:lnTo>
                <a:lnTo>
                  <a:pt x="1211356" y="99536"/>
                </a:lnTo>
                <a:lnTo>
                  <a:pt x="1211364" y="100427"/>
                </a:lnTo>
                <a:lnTo>
                  <a:pt x="1211386" y="101307"/>
                </a:lnTo>
                <a:lnTo>
                  <a:pt x="1211423" y="102177"/>
                </a:lnTo>
                <a:lnTo>
                  <a:pt x="1211475" y="103037"/>
                </a:lnTo>
                <a:lnTo>
                  <a:pt x="1211542" y="103886"/>
                </a:lnTo>
                <a:lnTo>
                  <a:pt x="1211623" y="104726"/>
                </a:lnTo>
                <a:lnTo>
                  <a:pt x="1211719" y="105555"/>
                </a:lnTo>
                <a:lnTo>
                  <a:pt x="1211830" y="106375"/>
                </a:lnTo>
                <a:lnTo>
                  <a:pt x="1211956" y="107184"/>
                </a:lnTo>
                <a:lnTo>
                  <a:pt x="1212097" y="107983"/>
                </a:lnTo>
                <a:lnTo>
                  <a:pt x="1212252" y="108772"/>
                </a:lnTo>
                <a:lnTo>
                  <a:pt x="1212423" y="109550"/>
                </a:lnTo>
                <a:lnTo>
                  <a:pt x="1212608" y="110319"/>
                </a:lnTo>
                <a:lnTo>
                  <a:pt x="1212808" y="111077"/>
                </a:lnTo>
                <a:lnTo>
                  <a:pt x="1213022" y="111825"/>
                </a:lnTo>
                <a:lnTo>
                  <a:pt x="1213252" y="112563"/>
                </a:lnTo>
                <a:lnTo>
                  <a:pt x="1213496" y="113291"/>
                </a:lnTo>
                <a:lnTo>
                  <a:pt x="1213755" y="114009"/>
                </a:lnTo>
                <a:lnTo>
                  <a:pt x="1214029" y="114716"/>
                </a:lnTo>
                <a:lnTo>
                  <a:pt x="1214318" y="115414"/>
                </a:lnTo>
                <a:lnTo>
                  <a:pt x="1214622" y="116101"/>
                </a:lnTo>
                <a:lnTo>
                  <a:pt x="1214940" y="116778"/>
                </a:lnTo>
                <a:lnTo>
                  <a:pt x="1215273" y="117445"/>
                </a:lnTo>
                <a:lnTo>
                  <a:pt x="1215621" y="118102"/>
                </a:lnTo>
                <a:lnTo>
                  <a:pt x="1215983" y="118747"/>
                </a:lnTo>
                <a:lnTo>
                  <a:pt x="1216356" y="119380"/>
                </a:lnTo>
                <a:lnTo>
                  <a:pt x="1216741" y="120000"/>
                </a:lnTo>
                <a:lnTo>
                  <a:pt x="1217138" y="120608"/>
                </a:lnTo>
                <a:lnTo>
                  <a:pt x="1217547" y="121203"/>
                </a:lnTo>
                <a:lnTo>
                  <a:pt x="1217967" y="121785"/>
                </a:lnTo>
                <a:lnTo>
                  <a:pt x="1218399" y="122355"/>
                </a:lnTo>
                <a:lnTo>
                  <a:pt x="1218843" y="122912"/>
                </a:lnTo>
                <a:lnTo>
                  <a:pt x="1219299" y="123457"/>
                </a:lnTo>
                <a:lnTo>
                  <a:pt x="1219766" y="123989"/>
                </a:lnTo>
                <a:lnTo>
                  <a:pt x="1220246" y="124508"/>
                </a:lnTo>
                <a:lnTo>
                  <a:pt x="1220737" y="125015"/>
                </a:lnTo>
                <a:lnTo>
                  <a:pt x="1221240" y="125509"/>
                </a:lnTo>
                <a:lnTo>
                  <a:pt x="1221755" y="125990"/>
                </a:lnTo>
                <a:lnTo>
                  <a:pt x="1222281" y="126459"/>
                </a:lnTo>
                <a:lnTo>
                  <a:pt x="1222819" y="126915"/>
                </a:lnTo>
                <a:lnTo>
                  <a:pt x="1223369" y="127359"/>
                </a:lnTo>
                <a:lnTo>
                  <a:pt x="1223931" y="127790"/>
                </a:lnTo>
                <a:lnTo>
                  <a:pt x="1224505" y="128208"/>
                </a:lnTo>
                <a:lnTo>
                  <a:pt x="1225090" y="128614"/>
                </a:lnTo>
                <a:lnTo>
                  <a:pt x="1225688" y="129007"/>
                </a:lnTo>
                <a:lnTo>
                  <a:pt x="1226297" y="129387"/>
                </a:lnTo>
                <a:lnTo>
                  <a:pt x="1226917" y="129755"/>
                </a:lnTo>
                <a:lnTo>
                  <a:pt x="1227550" y="130110"/>
                </a:lnTo>
                <a:lnTo>
                  <a:pt x="1228193" y="130452"/>
                </a:lnTo>
                <a:lnTo>
                  <a:pt x="1228845" y="130779"/>
                </a:lnTo>
                <a:lnTo>
                  <a:pt x="1229507" y="131091"/>
                </a:lnTo>
                <a:lnTo>
                  <a:pt x="1230177" y="131389"/>
                </a:lnTo>
                <a:lnTo>
                  <a:pt x="1230856" y="131673"/>
                </a:lnTo>
                <a:lnTo>
                  <a:pt x="1231545" y="131941"/>
                </a:lnTo>
                <a:lnTo>
                  <a:pt x="1232242" y="132196"/>
                </a:lnTo>
                <a:lnTo>
                  <a:pt x="1232949" y="132436"/>
                </a:lnTo>
                <a:lnTo>
                  <a:pt x="1233665" y="132661"/>
                </a:lnTo>
                <a:lnTo>
                  <a:pt x="1234389" y="132871"/>
                </a:lnTo>
                <a:lnTo>
                  <a:pt x="1235123" y="133068"/>
                </a:lnTo>
                <a:lnTo>
                  <a:pt x="1235866" y="133249"/>
                </a:lnTo>
                <a:lnTo>
                  <a:pt x="1236617" y="133416"/>
                </a:lnTo>
                <a:lnTo>
                  <a:pt x="1237378" y="133569"/>
                </a:lnTo>
                <a:lnTo>
                  <a:pt x="1238148" y="133707"/>
                </a:lnTo>
                <a:lnTo>
                  <a:pt x="1238927" y="133831"/>
                </a:lnTo>
                <a:lnTo>
                  <a:pt x="1239715" y="133940"/>
                </a:lnTo>
                <a:lnTo>
                  <a:pt x="1240512" y="134034"/>
                </a:lnTo>
                <a:lnTo>
                  <a:pt x="1241318" y="134114"/>
                </a:lnTo>
                <a:lnTo>
                  <a:pt x="1242133" y="134179"/>
                </a:lnTo>
                <a:lnTo>
                  <a:pt x="1242957" y="134230"/>
                </a:lnTo>
                <a:lnTo>
                  <a:pt x="1243791" y="134267"/>
                </a:lnTo>
                <a:lnTo>
                  <a:pt x="1244633" y="134288"/>
                </a:lnTo>
                <a:lnTo>
                  <a:pt x="1245484" y="134296"/>
                </a:lnTo>
                <a:lnTo>
                  <a:pt x="1246622" y="134285"/>
                </a:lnTo>
                <a:lnTo>
                  <a:pt x="1247743" y="134251"/>
                </a:lnTo>
                <a:lnTo>
                  <a:pt x="1248849" y="134196"/>
                </a:lnTo>
                <a:lnTo>
                  <a:pt x="1249938" y="134118"/>
                </a:lnTo>
                <a:lnTo>
                  <a:pt x="1251012" y="134018"/>
                </a:lnTo>
                <a:close/>
                <a:moveTo>
                  <a:pt x="1225342" y="74923"/>
                </a:moveTo>
                <a:lnTo>
                  <a:pt x="1225407" y="74124"/>
                </a:lnTo>
                <a:lnTo>
                  <a:pt x="1225489" y="73341"/>
                </a:lnTo>
                <a:lnTo>
                  <a:pt x="1225590" y="72574"/>
                </a:lnTo>
                <a:lnTo>
                  <a:pt x="1225710" y="71824"/>
                </a:lnTo>
                <a:lnTo>
                  <a:pt x="1225848" y="71089"/>
                </a:lnTo>
                <a:lnTo>
                  <a:pt x="1226004" y="70371"/>
                </a:lnTo>
                <a:lnTo>
                  <a:pt x="1226178" y="69669"/>
                </a:lnTo>
                <a:lnTo>
                  <a:pt x="1226371" y="68984"/>
                </a:lnTo>
                <a:lnTo>
                  <a:pt x="1226583" y="68314"/>
                </a:lnTo>
                <a:lnTo>
                  <a:pt x="1226812" y="67661"/>
                </a:lnTo>
                <a:lnTo>
                  <a:pt x="1227060" y="67023"/>
                </a:lnTo>
                <a:lnTo>
                  <a:pt x="1227327" y="66402"/>
                </a:lnTo>
                <a:lnTo>
                  <a:pt x="1227612" y="65798"/>
                </a:lnTo>
                <a:lnTo>
                  <a:pt x="1227915" y="65209"/>
                </a:lnTo>
                <a:lnTo>
                  <a:pt x="1228236" y="64636"/>
                </a:lnTo>
                <a:lnTo>
                  <a:pt x="1228576" y="64080"/>
                </a:lnTo>
                <a:lnTo>
                  <a:pt x="1228935" y="63540"/>
                </a:lnTo>
                <a:lnTo>
                  <a:pt x="1229311" y="63016"/>
                </a:lnTo>
                <a:lnTo>
                  <a:pt x="1229706" y="62508"/>
                </a:lnTo>
                <a:lnTo>
                  <a:pt x="1230120" y="62017"/>
                </a:lnTo>
                <a:lnTo>
                  <a:pt x="1230551" y="61541"/>
                </a:lnTo>
                <a:lnTo>
                  <a:pt x="1231000" y="61084"/>
                </a:lnTo>
                <a:lnTo>
                  <a:pt x="1231464" y="60645"/>
                </a:lnTo>
                <a:lnTo>
                  <a:pt x="1231943" y="60227"/>
                </a:lnTo>
                <a:lnTo>
                  <a:pt x="1232437" y="59827"/>
                </a:lnTo>
                <a:lnTo>
                  <a:pt x="1232946" y="59447"/>
                </a:lnTo>
                <a:lnTo>
                  <a:pt x="1233470" y="59087"/>
                </a:lnTo>
                <a:lnTo>
                  <a:pt x="1234009" y="58746"/>
                </a:lnTo>
                <a:lnTo>
                  <a:pt x="1234564" y="58425"/>
                </a:lnTo>
                <a:lnTo>
                  <a:pt x="1235133" y="58123"/>
                </a:lnTo>
                <a:lnTo>
                  <a:pt x="1235718" y="57840"/>
                </a:lnTo>
                <a:lnTo>
                  <a:pt x="1236317" y="57577"/>
                </a:lnTo>
                <a:lnTo>
                  <a:pt x="1236932" y="57334"/>
                </a:lnTo>
                <a:lnTo>
                  <a:pt x="1237562" y="57110"/>
                </a:lnTo>
                <a:lnTo>
                  <a:pt x="1238206" y="56905"/>
                </a:lnTo>
                <a:lnTo>
                  <a:pt x="1238866" y="56720"/>
                </a:lnTo>
                <a:lnTo>
                  <a:pt x="1239541" y="56555"/>
                </a:lnTo>
                <a:lnTo>
                  <a:pt x="1240231" y="56409"/>
                </a:lnTo>
                <a:lnTo>
                  <a:pt x="1240936" y="56282"/>
                </a:lnTo>
                <a:lnTo>
                  <a:pt x="1241657" y="56175"/>
                </a:lnTo>
                <a:lnTo>
                  <a:pt x="1242392" y="56087"/>
                </a:lnTo>
                <a:lnTo>
                  <a:pt x="1243142" y="56019"/>
                </a:lnTo>
                <a:lnTo>
                  <a:pt x="1243908" y="55970"/>
                </a:lnTo>
                <a:lnTo>
                  <a:pt x="1244689" y="55941"/>
                </a:lnTo>
                <a:lnTo>
                  <a:pt x="1245484" y="55931"/>
                </a:lnTo>
                <a:lnTo>
                  <a:pt x="1246280" y="55941"/>
                </a:lnTo>
                <a:lnTo>
                  <a:pt x="1247060" y="55970"/>
                </a:lnTo>
                <a:lnTo>
                  <a:pt x="1247825" y="56019"/>
                </a:lnTo>
                <a:lnTo>
                  <a:pt x="1248576" y="56087"/>
                </a:lnTo>
                <a:lnTo>
                  <a:pt x="1249311" y="56175"/>
                </a:lnTo>
                <a:lnTo>
                  <a:pt x="1250031" y="56282"/>
                </a:lnTo>
                <a:lnTo>
                  <a:pt x="1250736" y="56409"/>
                </a:lnTo>
                <a:lnTo>
                  <a:pt x="1251426" y="56555"/>
                </a:lnTo>
                <a:lnTo>
                  <a:pt x="1252100" y="56720"/>
                </a:lnTo>
                <a:lnTo>
                  <a:pt x="1252760" y="56905"/>
                </a:lnTo>
                <a:lnTo>
                  <a:pt x="1253405" y="57110"/>
                </a:lnTo>
                <a:lnTo>
                  <a:pt x="1254034" y="57334"/>
                </a:lnTo>
                <a:lnTo>
                  <a:pt x="1254649" y="57577"/>
                </a:lnTo>
                <a:lnTo>
                  <a:pt x="1255248" y="57840"/>
                </a:lnTo>
                <a:lnTo>
                  <a:pt x="1255832" y="58123"/>
                </a:lnTo>
                <a:lnTo>
                  <a:pt x="1256402" y="58425"/>
                </a:lnTo>
                <a:lnTo>
                  <a:pt x="1256956" y="58746"/>
                </a:lnTo>
                <a:lnTo>
                  <a:pt x="1257495" y="59087"/>
                </a:lnTo>
                <a:lnTo>
                  <a:pt x="1258019" y="59447"/>
                </a:lnTo>
                <a:lnTo>
                  <a:pt x="1258527" y="59827"/>
                </a:lnTo>
                <a:lnTo>
                  <a:pt x="1259021" y="60227"/>
                </a:lnTo>
                <a:lnTo>
                  <a:pt x="1259500" y="60645"/>
                </a:lnTo>
                <a:lnTo>
                  <a:pt x="1259964" y="61084"/>
                </a:lnTo>
                <a:lnTo>
                  <a:pt x="1260412" y="61541"/>
                </a:lnTo>
                <a:lnTo>
                  <a:pt x="1260844" y="62017"/>
                </a:lnTo>
                <a:lnTo>
                  <a:pt x="1261258" y="62508"/>
                </a:lnTo>
                <a:lnTo>
                  <a:pt x="1261653" y="63016"/>
                </a:lnTo>
                <a:lnTo>
                  <a:pt x="1262030" y="63540"/>
                </a:lnTo>
                <a:lnTo>
                  <a:pt x="1262388" y="64080"/>
                </a:lnTo>
                <a:lnTo>
                  <a:pt x="1262728" y="64636"/>
                </a:lnTo>
                <a:lnTo>
                  <a:pt x="1263050" y="65209"/>
                </a:lnTo>
                <a:lnTo>
                  <a:pt x="1263353" y="65798"/>
                </a:lnTo>
                <a:lnTo>
                  <a:pt x="1263638" y="66402"/>
                </a:lnTo>
                <a:lnTo>
                  <a:pt x="1263905" y="67023"/>
                </a:lnTo>
                <a:lnTo>
                  <a:pt x="1264153" y="67661"/>
                </a:lnTo>
                <a:lnTo>
                  <a:pt x="1264383" y="68314"/>
                </a:lnTo>
                <a:lnTo>
                  <a:pt x="1264594" y="68984"/>
                </a:lnTo>
                <a:lnTo>
                  <a:pt x="1264787" y="69669"/>
                </a:lnTo>
                <a:lnTo>
                  <a:pt x="1264962" y="70371"/>
                </a:lnTo>
                <a:lnTo>
                  <a:pt x="1265118" y="71089"/>
                </a:lnTo>
                <a:lnTo>
                  <a:pt x="1265256" y="71824"/>
                </a:lnTo>
                <a:lnTo>
                  <a:pt x="1265375" y="72574"/>
                </a:lnTo>
                <a:lnTo>
                  <a:pt x="1265477" y="73341"/>
                </a:lnTo>
                <a:lnTo>
                  <a:pt x="1265559" y="74124"/>
                </a:lnTo>
                <a:lnTo>
                  <a:pt x="1265624" y="74923"/>
                </a:lnTo>
                <a:lnTo>
                  <a:pt x="1265670" y="75738"/>
                </a:lnTo>
                <a:lnTo>
                  <a:pt x="1265697" y="76569"/>
                </a:lnTo>
                <a:lnTo>
                  <a:pt x="1265706" y="77417"/>
                </a:lnTo>
                <a:lnTo>
                  <a:pt x="1265706" y="81841"/>
                </a:lnTo>
                <a:lnTo>
                  <a:pt x="1225260" y="81841"/>
                </a:lnTo>
                <a:lnTo>
                  <a:pt x="1225260" y="77417"/>
                </a:lnTo>
                <a:lnTo>
                  <a:pt x="1225269" y="76569"/>
                </a:lnTo>
                <a:lnTo>
                  <a:pt x="1225296" y="75738"/>
                </a:lnTo>
                <a:lnTo>
                  <a:pt x="1225342" y="74923"/>
                </a:lnTo>
                <a:close/>
                <a:moveTo>
                  <a:pt x="1065046" y="133908"/>
                </a:moveTo>
                <a:lnTo>
                  <a:pt x="1066186" y="133738"/>
                </a:lnTo>
                <a:lnTo>
                  <a:pt x="1067305" y="133536"/>
                </a:lnTo>
                <a:lnTo>
                  <a:pt x="1068403" y="133304"/>
                </a:lnTo>
                <a:lnTo>
                  <a:pt x="1069481" y="133041"/>
                </a:lnTo>
                <a:lnTo>
                  <a:pt x="1070539" y="132746"/>
                </a:lnTo>
                <a:lnTo>
                  <a:pt x="1071577" y="132421"/>
                </a:lnTo>
                <a:lnTo>
                  <a:pt x="1072594" y="132064"/>
                </a:lnTo>
                <a:lnTo>
                  <a:pt x="1073591" y="131677"/>
                </a:lnTo>
                <a:lnTo>
                  <a:pt x="1074568" y="131259"/>
                </a:lnTo>
                <a:lnTo>
                  <a:pt x="1075525" y="130809"/>
                </a:lnTo>
                <a:lnTo>
                  <a:pt x="1076461" y="130329"/>
                </a:lnTo>
                <a:lnTo>
                  <a:pt x="1077377" y="129818"/>
                </a:lnTo>
                <a:lnTo>
                  <a:pt x="1078272" y="129275"/>
                </a:lnTo>
                <a:lnTo>
                  <a:pt x="1079148" y="128702"/>
                </a:lnTo>
                <a:lnTo>
                  <a:pt x="1080003" y="128098"/>
                </a:lnTo>
                <a:lnTo>
                  <a:pt x="1080837" y="127462"/>
                </a:lnTo>
                <a:lnTo>
                  <a:pt x="1081652" y="126796"/>
                </a:lnTo>
                <a:lnTo>
                  <a:pt x="1082446" y="126099"/>
                </a:lnTo>
                <a:lnTo>
                  <a:pt x="1083220" y="125371"/>
                </a:lnTo>
                <a:lnTo>
                  <a:pt x="1083967" y="124616"/>
                </a:lnTo>
                <a:lnTo>
                  <a:pt x="1084683" y="123838"/>
                </a:lnTo>
                <a:lnTo>
                  <a:pt x="1085367" y="123039"/>
                </a:lnTo>
                <a:lnTo>
                  <a:pt x="1086020" y="122217"/>
                </a:lnTo>
                <a:lnTo>
                  <a:pt x="1086640" y="121373"/>
                </a:lnTo>
                <a:lnTo>
                  <a:pt x="1087229" y="120507"/>
                </a:lnTo>
                <a:lnTo>
                  <a:pt x="1087785" y="119619"/>
                </a:lnTo>
                <a:lnTo>
                  <a:pt x="1088310" y="118708"/>
                </a:lnTo>
                <a:lnTo>
                  <a:pt x="1088804" y="117775"/>
                </a:lnTo>
                <a:lnTo>
                  <a:pt x="1089265" y="116820"/>
                </a:lnTo>
                <a:lnTo>
                  <a:pt x="1089695" y="115843"/>
                </a:lnTo>
                <a:lnTo>
                  <a:pt x="1090092" y="114844"/>
                </a:lnTo>
                <a:lnTo>
                  <a:pt x="1090458" y="113822"/>
                </a:lnTo>
                <a:lnTo>
                  <a:pt x="1090792" y="112778"/>
                </a:lnTo>
                <a:lnTo>
                  <a:pt x="1091095" y="111712"/>
                </a:lnTo>
                <a:lnTo>
                  <a:pt x="1091365" y="110624"/>
                </a:lnTo>
                <a:lnTo>
                  <a:pt x="1091604" y="109513"/>
                </a:lnTo>
                <a:lnTo>
                  <a:pt x="1091810" y="108381"/>
                </a:lnTo>
                <a:lnTo>
                  <a:pt x="1091985" y="107226"/>
                </a:lnTo>
                <a:lnTo>
                  <a:pt x="1092129" y="106049"/>
                </a:lnTo>
                <a:lnTo>
                  <a:pt x="1092240" y="104849"/>
                </a:lnTo>
                <a:lnTo>
                  <a:pt x="1092319" y="103628"/>
                </a:lnTo>
                <a:lnTo>
                  <a:pt x="1092367" y="102384"/>
                </a:lnTo>
                <a:lnTo>
                  <a:pt x="1092383" y="101118"/>
                </a:lnTo>
                <a:lnTo>
                  <a:pt x="1092383" y="45818"/>
                </a:lnTo>
                <a:lnTo>
                  <a:pt x="1078164" y="45818"/>
                </a:lnTo>
                <a:lnTo>
                  <a:pt x="1078164" y="101118"/>
                </a:lnTo>
                <a:lnTo>
                  <a:pt x="1078155" y="101901"/>
                </a:lnTo>
                <a:lnTo>
                  <a:pt x="1078128" y="102671"/>
                </a:lnTo>
                <a:lnTo>
                  <a:pt x="1078084" y="103427"/>
                </a:lnTo>
                <a:lnTo>
                  <a:pt x="1078021" y="104170"/>
                </a:lnTo>
                <a:lnTo>
                  <a:pt x="1077941" y="104900"/>
                </a:lnTo>
                <a:lnTo>
                  <a:pt x="1077843" y="105616"/>
                </a:lnTo>
                <a:lnTo>
                  <a:pt x="1077727" y="106318"/>
                </a:lnTo>
                <a:lnTo>
                  <a:pt x="1077593" y="107007"/>
                </a:lnTo>
                <a:lnTo>
                  <a:pt x="1077442" y="107683"/>
                </a:lnTo>
                <a:lnTo>
                  <a:pt x="1077273" y="108345"/>
                </a:lnTo>
                <a:lnTo>
                  <a:pt x="1077085" y="108994"/>
                </a:lnTo>
                <a:lnTo>
                  <a:pt x="1076880" y="109630"/>
                </a:lnTo>
                <a:lnTo>
                  <a:pt x="1076657" y="110252"/>
                </a:lnTo>
                <a:lnTo>
                  <a:pt x="1076417" y="110860"/>
                </a:lnTo>
                <a:lnTo>
                  <a:pt x="1076158" y="111455"/>
                </a:lnTo>
                <a:lnTo>
                  <a:pt x="1075882" y="112037"/>
                </a:lnTo>
                <a:lnTo>
                  <a:pt x="1075588" y="112605"/>
                </a:lnTo>
                <a:lnTo>
                  <a:pt x="1075276" y="113160"/>
                </a:lnTo>
                <a:lnTo>
                  <a:pt x="1074946" y="113702"/>
                </a:lnTo>
                <a:lnTo>
                  <a:pt x="1074598" y="114230"/>
                </a:lnTo>
                <a:lnTo>
                  <a:pt x="1074232" y="114744"/>
                </a:lnTo>
                <a:lnTo>
                  <a:pt x="1073849" y="115245"/>
                </a:lnTo>
                <a:lnTo>
                  <a:pt x="1073448" y="115733"/>
                </a:lnTo>
                <a:lnTo>
                  <a:pt x="1073029" y="116207"/>
                </a:lnTo>
                <a:lnTo>
                  <a:pt x="1072595" y="116665"/>
                </a:lnTo>
                <a:lnTo>
                  <a:pt x="1072147" y="117103"/>
                </a:lnTo>
                <a:lnTo>
                  <a:pt x="1071687" y="117521"/>
                </a:lnTo>
                <a:lnTo>
                  <a:pt x="1071214" y="117921"/>
                </a:lnTo>
                <a:lnTo>
                  <a:pt x="1070728" y="118300"/>
                </a:lnTo>
                <a:lnTo>
                  <a:pt x="1070229" y="118660"/>
                </a:lnTo>
                <a:lnTo>
                  <a:pt x="1069718" y="119001"/>
                </a:lnTo>
                <a:lnTo>
                  <a:pt x="1069193" y="119322"/>
                </a:lnTo>
                <a:lnTo>
                  <a:pt x="1068656" y="119624"/>
                </a:lnTo>
                <a:lnTo>
                  <a:pt x="1068105" y="119907"/>
                </a:lnTo>
                <a:lnTo>
                  <a:pt x="1067542" y="120169"/>
                </a:lnTo>
                <a:lnTo>
                  <a:pt x="1066966" y="120413"/>
                </a:lnTo>
                <a:lnTo>
                  <a:pt x="1066377" y="120637"/>
                </a:lnTo>
                <a:lnTo>
                  <a:pt x="1065775" y="120841"/>
                </a:lnTo>
                <a:lnTo>
                  <a:pt x="1065160" y="121026"/>
                </a:lnTo>
                <a:lnTo>
                  <a:pt x="1064532" y="121192"/>
                </a:lnTo>
                <a:lnTo>
                  <a:pt x="1063891" y="121338"/>
                </a:lnTo>
                <a:lnTo>
                  <a:pt x="1063238" y="121464"/>
                </a:lnTo>
                <a:lnTo>
                  <a:pt x="1062572" y="121571"/>
                </a:lnTo>
                <a:lnTo>
                  <a:pt x="1061892" y="121659"/>
                </a:lnTo>
                <a:lnTo>
                  <a:pt x="1061200" y="121727"/>
                </a:lnTo>
                <a:lnTo>
                  <a:pt x="1060495" y="121776"/>
                </a:lnTo>
                <a:lnTo>
                  <a:pt x="1059777" y="121805"/>
                </a:lnTo>
                <a:lnTo>
                  <a:pt x="1059046" y="121815"/>
                </a:lnTo>
                <a:lnTo>
                  <a:pt x="1058328" y="121805"/>
                </a:lnTo>
                <a:lnTo>
                  <a:pt x="1057623" y="121776"/>
                </a:lnTo>
                <a:lnTo>
                  <a:pt x="1056931" y="121727"/>
                </a:lnTo>
                <a:lnTo>
                  <a:pt x="1056251" y="121659"/>
                </a:lnTo>
                <a:lnTo>
                  <a:pt x="1055583" y="121571"/>
                </a:lnTo>
                <a:lnTo>
                  <a:pt x="1054929" y="121464"/>
                </a:lnTo>
                <a:lnTo>
                  <a:pt x="1054287" y="121338"/>
                </a:lnTo>
                <a:lnTo>
                  <a:pt x="1053657" y="121192"/>
                </a:lnTo>
                <a:lnTo>
                  <a:pt x="1053040" y="121026"/>
                </a:lnTo>
                <a:lnTo>
                  <a:pt x="1052436" y="120841"/>
                </a:lnTo>
                <a:lnTo>
                  <a:pt x="1051844" y="120637"/>
                </a:lnTo>
                <a:lnTo>
                  <a:pt x="1051265" y="120413"/>
                </a:lnTo>
                <a:lnTo>
                  <a:pt x="1050699" y="120169"/>
                </a:lnTo>
                <a:lnTo>
                  <a:pt x="1050145" y="119907"/>
                </a:lnTo>
                <a:lnTo>
                  <a:pt x="1049604" y="119624"/>
                </a:lnTo>
                <a:lnTo>
                  <a:pt x="1049075" y="119322"/>
                </a:lnTo>
                <a:lnTo>
                  <a:pt x="1048559" y="119001"/>
                </a:lnTo>
                <a:lnTo>
                  <a:pt x="1048055" y="118660"/>
                </a:lnTo>
                <a:lnTo>
                  <a:pt x="1047565" y="118300"/>
                </a:lnTo>
                <a:lnTo>
                  <a:pt x="1047086" y="117921"/>
                </a:lnTo>
                <a:lnTo>
                  <a:pt x="1046621" y="117521"/>
                </a:lnTo>
                <a:lnTo>
                  <a:pt x="1046168" y="117103"/>
                </a:lnTo>
                <a:lnTo>
                  <a:pt x="1045727" y="116665"/>
                </a:lnTo>
                <a:lnTo>
                  <a:pt x="1045300" y="116207"/>
                </a:lnTo>
                <a:lnTo>
                  <a:pt x="1044887" y="115733"/>
                </a:lnTo>
                <a:lnTo>
                  <a:pt x="1044492" y="115245"/>
                </a:lnTo>
                <a:lnTo>
                  <a:pt x="1044115" y="114744"/>
                </a:lnTo>
                <a:lnTo>
                  <a:pt x="1043755" y="114230"/>
                </a:lnTo>
                <a:lnTo>
                  <a:pt x="1043412" y="113702"/>
                </a:lnTo>
                <a:lnTo>
                  <a:pt x="1043088" y="113160"/>
                </a:lnTo>
                <a:lnTo>
                  <a:pt x="1042781" y="112605"/>
                </a:lnTo>
                <a:lnTo>
                  <a:pt x="1042491" y="112037"/>
                </a:lnTo>
                <a:lnTo>
                  <a:pt x="1042219" y="111455"/>
                </a:lnTo>
                <a:lnTo>
                  <a:pt x="1041964" y="110860"/>
                </a:lnTo>
                <a:lnTo>
                  <a:pt x="1041727" y="110252"/>
                </a:lnTo>
                <a:lnTo>
                  <a:pt x="1041508" y="109630"/>
                </a:lnTo>
                <a:lnTo>
                  <a:pt x="1041306" y="108994"/>
                </a:lnTo>
                <a:lnTo>
                  <a:pt x="1041122" y="108345"/>
                </a:lnTo>
                <a:lnTo>
                  <a:pt x="1040955" y="107683"/>
                </a:lnTo>
                <a:lnTo>
                  <a:pt x="1040806" y="107007"/>
                </a:lnTo>
                <a:lnTo>
                  <a:pt x="1040674" y="106318"/>
                </a:lnTo>
                <a:lnTo>
                  <a:pt x="1040560" y="105616"/>
                </a:lnTo>
                <a:lnTo>
                  <a:pt x="1040463" y="104900"/>
                </a:lnTo>
                <a:lnTo>
                  <a:pt x="1040384" y="104170"/>
                </a:lnTo>
                <a:lnTo>
                  <a:pt x="1040323" y="103427"/>
                </a:lnTo>
                <a:lnTo>
                  <a:pt x="1040279" y="102671"/>
                </a:lnTo>
                <a:lnTo>
                  <a:pt x="1040253" y="101901"/>
                </a:lnTo>
                <a:lnTo>
                  <a:pt x="1040244" y="101118"/>
                </a:lnTo>
                <a:lnTo>
                  <a:pt x="1040244" y="45818"/>
                </a:lnTo>
                <a:lnTo>
                  <a:pt x="1026025" y="45818"/>
                </a:lnTo>
                <a:lnTo>
                  <a:pt x="1026025" y="101118"/>
                </a:lnTo>
                <a:lnTo>
                  <a:pt x="1026041" y="102384"/>
                </a:lnTo>
                <a:lnTo>
                  <a:pt x="1026087" y="103628"/>
                </a:lnTo>
                <a:lnTo>
                  <a:pt x="1026166" y="104849"/>
                </a:lnTo>
                <a:lnTo>
                  <a:pt x="1026275" y="106049"/>
                </a:lnTo>
                <a:lnTo>
                  <a:pt x="1026416" y="107226"/>
                </a:lnTo>
                <a:lnTo>
                  <a:pt x="1026588" y="108381"/>
                </a:lnTo>
                <a:lnTo>
                  <a:pt x="1026791" y="109513"/>
                </a:lnTo>
                <a:lnTo>
                  <a:pt x="1027025" y="110624"/>
                </a:lnTo>
                <a:lnTo>
                  <a:pt x="1027291" y="111712"/>
                </a:lnTo>
                <a:lnTo>
                  <a:pt x="1027588" y="112778"/>
                </a:lnTo>
                <a:lnTo>
                  <a:pt x="1027916" y="113822"/>
                </a:lnTo>
                <a:lnTo>
                  <a:pt x="1028276" y="114844"/>
                </a:lnTo>
                <a:lnTo>
                  <a:pt x="1028667" y="115843"/>
                </a:lnTo>
                <a:lnTo>
                  <a:pt x="1029089" y="116820"/>
                </a:lnTo>
                <a:lnTo>
                  <a:pt x="1029542" y="117775"/>
                </a:lnTo>
                <a:lnTo>
                  <a:pt x="1030027" y="118708"/>
                </a:lnTo>
                <a:lnTo>
                  <a:pt x="1030543" y="119619"/>
                </a:lnTo>
                <a:lnTo>
                  <a:pt x="1031090" y="120507"/>
                </a:lnTo>
                <a:lnTo>
                  <a:pt x="1031668" y="121373"/>
                </a:lnTo>
                <a:lnTo>
                  <a:pt x="1032278" y="122217"/>
                </a:lnTo>
                <a:lnTo>
                  <a:pt x="1032919" y="123039"/>
                </a:lnTo>
                <a:lnTo>
                  <a:pt x="1033591" y="123838"/>
                </a:lnTo>
                <a:lnTo>
                  <a:pt x="1034295" y="124616"/>
                </a:lnTo>
                <a:lnTo>
                  <a:pt x="1035029" y="125371"/>
                </a:lnTo>
                <a:lnTo>
                  <a:pt x="1035790" y="126099"/>
                </a:lnTo>
                <a:lnTo>
                  <a:pt x="1036572" y="126796"/>
                </a:lnTo>
                <a:lnTo>
                  <a:pt x="1037375" y="127462"/>
                </a:lnTo>
                <a:lnTo>
                  <a:pt x="1038198" y="128098"/>
                </a:lnTo>
                <a:lnTo>
                  <a:pt x="1039043" y="128702"/>
                </a:lnTo>
                <a:lnTo>
                  <a:pt x="1039908" y="129275"/>
                </a:lnTo>
                <a:lnTo>
                  <a:pt x="1040794" y="129818"/>
                </a:lnTo>
                <a:lnTo>
                  <a:pt x="1041701" y="130329"/>
                </a:lnTo>
                <a:lnTo>
                  <a:pt x="1042629" y="130809"/>
                </a:lnTo>
                <a:lnTo>
                  <a:pt x="1043577" y="131259"/>
                </a:lnTo>
                <a:lnTo>
                  <a:pt x="1044547" y="131677"/>
                </a:lnTo>
                <a:lnTo>
                  <a:pt x="1045537" y="132064"/>
                </a:lnTo>
                <a:lnTo>
                  <a:pt x="1046548" y="132421"/>
                </a:lnTo>
                <a:lnTo>
                  <a:pt x="1047580" y="132746"/>
                </a:lnTo>
                <a:lnTo>
                  <a:pt x="1048633" y="133041"/>
                </a:lnTo>
                <a:lnTo>
                  <a:pt x="1049707" y="133304"/>
                </a:lnTo>
                <a:lnTo>
                  <a:pt x="1050801" y="133536"/>
                </a:lnTo>
                <a:lnTo>
                  <a:pt x="1051916" y="133738"/>
                </a:lnTo>
                <a:lnTo>
                  <a:pt x="1053053" y="133908"/>
                </a:lnTo>
                <a:lnTo>
                  <a:pt x="1054210" y="134048"/>
                </a:lnTo>
                <a:lnTo>
                  <a:pt x="1055387" y="134156"/>
                </a:lnTo>
                <a:lnTo>
                  <a:pt x="1056586" y="134234"/>
                </a:lnTo>
                <a:lnTo>
                  <a:pt x="1057806" y="134280"/>
                </a:lnTo>
                <a:lnTo>
                  <a:pt x="1059046" y="134296"/>
                </a:lnTo>
                <a:lnTo>
                  <a:pt x="1060287" y="134280"/>
                </a:lnTo>
                <a:lnTo>
                  <a:pt x="1061507" y="134234"/>
                </a:lnTo>
                <a:lnTo>
                  <a:pt x="1062707" y="134156"/>
                </a:lnTo>
                <a:lnTo>
                  <a:pt x="1063887" y="134048"/>
                </a:lnTo>
                <a:lnTo>
                  <a:pt x="1065046" y="133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{field}FROMtableLIMIT1">
            <a:extLst xmlns:a="http://schemas.openxmlformats.org/drawingml/2006/main">
              <a:ext uri="{FF2B5EF4-FFF2-40B4-BE49-F238E27FC236}">
                <a16:creationId xmlns:a16="http://schemas.microsoft.com/office/drawing/2014/main" id="{0F3DBFB1-AD54-42DB-B642-F12AC1B3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399" y="1998937"/>
            <a:ext cx="2407858" cy="148517"/>
          </a:xfrm>
          <a:custGeom xmlns:a="http://schemas.openxmlformats.org/drawingml/2006/main">
            <a:pathLst>
              <a:path w="2407858" h="148517">
                <a:moveTo>
                  <a:pt x="228644" y="28481"/>
                </a:moveTo>
                <a:lnTo>
                  <a:pt x="229037" y="28429"/>
                </a:lnTo>
                <a:lnTo>
                  <a:pt x="229421" y="28369"/>
                </a:lnTo>
                <a:lnTo>
                  <a:pt x="229798" y="28299"/>
                </a:lnTo>
                <a:lnTo>
                  <a:pt x="230167" y="28220"/>
                </a:lnTo>
                <a:lnTo>
                  <a:pt x="230529" y="28131"/>
                </a:lnTo>
                <a:lnTo>
                  <a:pt x="230883" y="28033"/>
                </a:lnTo>
                <a:lnTo>
                  <a:pt x="231229" y="27926"/>
                </a:lnTo>
                <a:lnTo>
                  <a:pt x="231567" y="27809"/>
                </a:lnTo>
                <a:lnTo>
                  <a:pt x="231898" y="27683"/>
                </a:lnTo>
                <a:lnTo>
                  <a:pt x="232221" y="27548"/>
                </a:lnTo>
                <a:lnTo>
                  <a:pt x="232537" y="27404"/>
                </a:lnTo>
                <a:lnTo>
                  <a:pt x="232845" y="27250"/>
                </a:lnTo>
                <a:lnTo>
                  <a:pt x="233145" y="27087"/>
                </a:lnTo>
                <a:lnTo>
                  <a:pt x="233437" y="26914"/>
                </a:lnTo>
                <a:lnTo>
                  <a:pt x="233722" y="26732"/>
                </a:lnTo>
                <a:lnTo>
                  <a:pt x="233999" y="26541"/>
                </a:lnTo>
                <a:lnTo>
                  <a:pt x="234268" y="26341"/>
                </a:lnTo>
                <a:lnTo>
                  <a:pt x="234530" y="26131"/>
                </a:lnTo>
                <a:lnTo>
                  <a:pt x="234784" y="25912"/>
                </a:lnTo>
                <a:lnTo>
                  <a:pt x="235029" y="25685"/>
                </a:lnTo>
                <a:lnTo>
                  <a:pt x="235263" y="25451"/>
                </a:lnTo>
                <a:lnTo>
                  <a:pt x="235487" y="25211"/>
                </a:lnTo>
                <a:lnTo>
                  <a:pt x="235701" y="24964"/>
                </a:lnTo>
                <a:lnTo>
                  <a:pt x="235904" y="24710"/>
                </a:lnTo>
                <a:lnTo>
                  <a:pt x="236097" y="24450"/>
                </a:lnTo>
                <a:lnTo>
                  <a:pt x="236279" y="24184"/>
                </a:lnTo>
                <a:lnTo>
                  <a:pt x="236451" y="23910"/>
                </a:lnTo>
                <a:lnTo>
                  <a:pt x="236613" y="23631"/>
                </a:lnTo>
                <a:lnTo>
                  <a:pt x="236764" y="23344"/>
                </a:lnTo>
                <a:lnTo>
                  <a:pt x="236905" y="23051"/>
                </a:lnTo>
                <a:lnTo>
                  <a:pt x="237035" y="22752"/>
                </a:lnTo>
                <a:lnTo>
                  <a:pt x="237155" y="22446"/>
                </a:lnTo>
                <a:lnTo>
                  <a:pt x="237264" y="22133"/>
                </a:lnTo>
                <a:lnTo>
                  <a:pt x="237363" y="21813"/>
                </a:lnTo>
                <a:lnTo>
                  <a:pt x="237452" y="21488"/>
                </a:lnTo>
                <a:lnTo>
                  <a:pt x="237530" y="21155"/>
                </a:lnTo>
                <a:lnTo>
                  <a:pt x="237598" y="20816"/>
                </a:lnTo>
                <a:lnTo>
                  <a:pt x="237655" y="20470"/>
                </a:lnTo>
                <a:lnTo>
                  <a:pt x="237702" y="20118"/>
                </a:lnTo>
                <a:lnTo>
                  <a:pt x="237738" y="19759"/>
                </a:lnTo>
                <a:lnTo>
                  <a:pt x="237764" y="19394"/>
                </a:lnTo>
                <a:lnTo>
                  <a:pt x="237780" y="19022"/>
                </a:lnTo>
                <a:lnTo>
                  <a:pt x="237785" y="18643"/>
                </a:lnTo>
                <a:lnTo>
                  <a:pt x="237780" y="18251"/>
                </a:lnTo>
                <a:lnTo>
                  <a:pt x="237764" y="17867"/>
                </a:lnTo>
                <a:lnTo>
                  <a:pt x="237738" y="17489"/>
                </a:lnTo>
                <a:lnTo>
                  <a:pt x="237702" y="17118"/>
                </a:lnTo>
                <a:lnTo>
                  <a:pt x="237655" y="16754"/>
                </a:lnTo>
                <a:lnTo>
                  <a:pt x="237598" y="16397"/>
                </a:lnTo>
                <a:lnTo>
                  <a:pt x="237530" y="16046"/>
                </a:lnTo>
                <a:lnTo>
                  <a:pt x="237452" y="15703"/>
                </a:lnTo>
                <a:lnTo>
                  <a:pt x="237363" y="15366"/>
                </a:lnTo>
                <a:lnTo>
                  <a:pt x="237264" y="15036"/>
                </a:lnTo>
                <a:lnTo>
                  <a:pt x="237155" y="14714"/>
                </a:lnTo>
                <a:lnTo>
                  <a:pt x="237035" y="14398"/>
                </a:lnTo>
                <a:lnTo>
                  <a:pt x="236905" y="14088"/>
                </a:lnTo>
                <a:lnTo>
                  <a:pt x="236764" y="13786"/>
                </a:lnTo>
                <a:lnTo>
                  <a:pt x="236613" y="13491"/>
                </a:lnTo>
                <a:lnTo>
                  <a:pt x="236451" y="13202"/>
                </a:lnTo>
                <a:lnTo>
                  <a:pt x="236279" y="12920"/>
                </a:lnTo>
                <a:lnTo>
                  <a:pt x="236097" y="12645"/>
                </a:lnTo>
                <a:lnTo>
                  <a:pt x="235904" y="12377"/>
                </a:lnTo>
                <a:lnTo>
                  <a:pt x="235701" y="12116"/>
                </a:lnTo>
                <a:lnTo>
                  <a:pt x="235487" y="11862"/>
                </a:lnTo>
                <a:lnTo>
                  <a:pt x="235263" y="11615"/>
                </a:lnTo>
                <a:lnTo>
                  <a:pt x="235029" y="11374"/>
                </a:lnTo>
                <a:lnTo>
                  <a:pt x="234784" y="11140"/>
                </a:lnTo>
                <a:lnTo>
                  <a:pt x="234530" y="10915"/>
                </a:lnTo>
                <a:lnTo>
                  <a:pt x="234268" y="10699"/>
                </a:lnTo>
                <a:lnTo>
                  <a:pt x="233999" y="10492"/>
                </a:lnTo>
                <a:lnTo>
                  <a:pt x="233722" y="10296"/>
                </a:lnTo>
                <a:lnTo>
                  <a:pt x="233437" y="10108"/>
                </a:lnTo>
                <a:lnTo>
                  <a:pt x="233145" y="9931"/>
                </a:lnTo>
                <a:lnTo>
                  <a:pt x="232845" y="9763"/>
                </a:lnTo>
                <a:lnTo>
                  <a:pt x="232537" y="9604"/>
                </a:lnTo>
                <a:lnTo>
                  <a:pt x="232221" y="9455"/>
                </a:lnTo>
                <a:lnTo>
                  <a:pt x="231898" y="9316"/>
                </a:lnTo>
                <a:lnTo>
                  <a:pt x="231567" y="9187"/>
                </a:lnTo>
                <a:lnTo>
                  <a:pt x="231229" y="9067"/>
                </a:lnTo>
                <a:lnTo>
                  <a:pt x="230883" y="8956"/>
                </a:lnTo>
                <a:lnTo>
                  <a:pt x="230529" y="8855"/>
                </a:lnTo>
                <a:lnTo>
                  <a:pt x="230167" y="8764"/>
                </a:lnTo>
                <a:lnTo>
                  <a:pt x="229798" y="8682"/>
                </a:lnTo>
                <a:lnTo>
                  <a:pt x="229421" y="8610"/>
                </a:lnTo>
                <a:lnTo>
                  <a:pt x="229037" y="8548"/>
                </a:lnTo>
                <a:lnTo>
                  <a:pt x="228644" y="8495"/>
                </a:lnTo>
                <a:lnTo>
                  <a:pt x="228244" y="8452"/>
                </a:lnTo>
                <a:lnTo>
                  <a:pt x="227837" y="8418"/>
                </a:lnTo>
                <a:lnTo>
                  <a:pt x="227421" y="8394"/>
                </a:lnTo>
                <a:lnTo>
                  <a:pt x="226998" y="8380"/>
                </a:lnTo>
                <a:lnTo>
                  <a:pt x="226568" y="8375"/>
                </a:lnTo>
                <a:lnTo>
                  <a:pt x="226137" y="8380"/>
                </a:lnTo>
                <a:lnTo>
                  <a:pt x="225714" y="8394"/>
                </a:lnTo>
                <a:lnTo>
                  <a:pt x="225299" y="8418"/>
                </a:lnTo>
                <a:lnTo>
                  <a:pt x="224892" y="8452"/>
                </a:lnTo>
                <a:lnTo>
                  <a:pt x="224492" y="8495"/>
                </a:lnTo>
                <a:lnTo>
                  <a:pt x="224100" y="8548"/>
                </a:lnTo>
                <a:lnTo>
                  <a:pt x="223715" y="8610"/>
                </a:lnTo>
                <a:lnTo>
                  <a:pt x="223338" y="8682"/>
                </a:lnTo>
                <a:lnTo>
                  <a:pt x="222969" y="8764"/>
                </a:lnTo>
                <a:lnTo>
                  <a:pt x="222607" y="8855"/>
                </a:lnTo>
                <a:lnTo>
                  <a:pt x="222254" y="8956"/>
                </a:lnTo>
                <a:lnTo>
                  <a:pt x="221907" y="9067"/>
                </a:lnTo>
                <a:lnTo>
                  <a:pt x="221569" y="9187"/>
                </a:lnTo>
                <a:lnTo>
                  <a:pt x="221238" y="9316"/>
                </a:lnTo>
                <a:lnTo>
                  <a:pt x="220915" y="9455"/>
                </a:lnTo>
                <a:lnTo>
                  <a:pt x="220599" y="9604"/>
                </a:lnTo>
                <a:lnTo>
                  <a:pt x="220292" y="9763"/>
                </a:lnTo>
                <a:lnTo>
                  <a:pt x="219991" y="9931"/>
                </a:lnTo>
                <a:lnTo>
                  <a:pt x="219699" y="10108"/>
                </a:lnTo>
                <a:lnTo>
                  <a:pt x="219414" y="10296"/>
                </a:lnTo>
                <a:lnTo>
                  <a:pt x="219137" y="10492"/>
                </a:lnTo>
                <a:lnTo>
                  <a:pt x="218867" y="10699"/>
                </a:lnTo>
                <a:lnTo>
                  <a:pt x="218606" y="10915"/>
                </a:lnTo>
                <a:lnTo>
                  <a:pt x="218351" y="11140"/>
                </a:lnTo>
                <a:lnTo>
                  <a:pt x="218107" y="11374"/>
                </a:lnTo>
                <a:lnTo>
                  <a:pt x="217872" y="11615"/>
                </a:lnTo>
                <a:lnTo>
                  <a:pt x="217648" y="11862"/>
                </a:lnTo>
                <a:lnTo>
                  <a:pt x="217434" y="12116"/>
                </a:lnTo>
                <a:lnTo>
                  <a:pt x="217231" y="12377"/>
                </a:lnTo>
                <a:lnTo>
                  <a:pt x="217038" y="12645"/>
                </a:lnTo>
                <a:lnTo>
                  <a:pt x="216856" y="12920"/>
                </a:lnTo>
                <a:lnTo>
                  <a:pt x="216684" y="13202"/>
                </a:lnTo>
                <a:lnTo>
                  <a:pt x="216522" y="13491"/>
                </a:lnTo>
                <a:lnTo>
                  <a:pt x="216371" y="13786"/>
                </a:lnTo>
                <a:lnTo>
                  <a:pt x="216231" y="14088"/>
                </a:lnTo>
                <a:lnTo>
                  <a:pt x="216100" y="14398"/>
                </a:lnTo>
                <a:lnTo>
                  <a:pt x="215981" y="14714"/>
                </a:lnTo>
                <a:lnTo>
                  <a:pt x="215871" y="15036"/>
                </a:lnTo>
                <a:lnTo>
                  <a:pt x="215772" y="15366"/>
                </a:lnTo>
                <a:lnTo>
                  <a:pt x="215683" y="15703"/>
                </a:lnTo>
                <a:lnTo>
                  <a:pt x="215605" y="16046"/>
                </a:lnTo>
                <a:lnTo>
                  <a:pt x="215538" y="16397"/>
                </a:lnTo>
                <a:lnTo>
                  <a:pt x="215480" y="16754"/>
                </a:lnTo>
                <a:lnTo>
                  <a:pt x="215433" y="17118"/>
                </a:lnTo>
                <a:lnTo>
                  <a:pt x="215397" y="17489"/>
                </a:lnTo>
                <a:lnTo>
                  <a:pt x="215371" y="17867"/>
                </a:lnTo>
                <a:lnTo>
                  <a:pt x="215355" y="18251"/>
                </a:lnTo>
                <a:lnTo>
                  <a:pt x="215350" y="18643"/>
                </a:lnTo>
                <a:lnTo>
                  <a:pt x="215355" y="19022"/>
                </a:lnTo>
                <a:lnTo>
                  <a:pt x="215371" y="19394"/>
                </a:lnTo>
                <a:lnTo>
                  <a:pt x="215397" y="19759"/>
                </a:lnTo>
                <a:lnTo>
                  <a:pt x="215433" y="20118"/>
                </a:lnTo>
                <a:lnTo>
                  <a:pt x="215480" y="20470"/>
                </a:lnTo>
                <a:lnTo>
                  <a:pt x="215538" y="20816"/>
                </a:lnTo>
                <a:lnTo>
                  <a:pt x="215605" y="21155"/>
                </a:lnTo>
                <a:lnTo>
                  <a:pt x="215683" y="21488"/>
                </a:lnTo>
                <a:lnTo>
                  <a:pt x="215772" y="21813"/>
                </a:lnTo>
                <a:lnTo>
                  <a:pt x="215871" y="22133"/>
                </a:lnTo>
                <a:lnTo>
                  <a:pt x="215981" y="22446"/>
                </a:lnTo>
                <a:lnTo>
                  <a:pt x="216100" y="22752"/>
                </a:lnTo>
                <a:lnTo>
                  <a:pt x="216231" y="23051"/>
                </a:lnTo>
                <a:lnTo>
                  <a:pt x="216371" y="23344"/>
                </a:lnTo>
                <a:lnTo>
                  <a:pt x="216522" y="23631"/>
                </a:lnTo>
                <a:lnTo>
                  <a:pt x="216684" y="23910"/>
                </a:lnTo>
                <a:lnTo>
                  <a:pt x="216856" y="24184"/>
                </a:lnTo>
                <a:lnTo>
                  <a:pt x="217038" y="24450"/>
                </a:lnTo>
                <a:lnTo>
                  <a:pt x="217231" y="24710"/>
                </a:lnTo>
                <a:lnTo>
                  <a:pt x="217434" y="24964"/>
                </a:lnTo>
                <a:lnTo>
                  <a:pt x="217648" y="25211"/>
                </a:lnTo>
                <a:lnTo>
                  <a:pt x="217872" y="25451"/>
                </a:lnTo>
                <a:lnTo>
                  <a:pt x="218107" y="25685"/>
                </a:lnTo>
                <a:lnTo>
                  <a:pt x="218351" y="25912"/>
                </a:lnTo>
                <a:lnTo>
                  <a:pt x="218606" y="26131"/>
                </a:lnTo>
                <a:lnTo>
                  <a:pt x="218867" y="26341"/>
                </a:lnTo>
                <a:lnTo>
                  <a:pt x="219137" y="26541"/>
                </a:lnTo>
                <a:lnTo>
                  <a:pt x="219414" y="26732"/>
                </a:lnTo>
                <a:lnTo>
                  <a:pt x="219699" y="26914"/>
                </a:lnTo>
                <a:lnTo>
                  <a:pt x="219991" y="27087"/>
                </a:lnTo>
                <a:lnTo>
                  <a:pt x="220292" y="27250"/>
                </a:lnTo>
                <a:lnTo>
                  <a:pt x="220599" y="27404"/>
                </a:lnTo>
                <a:lnTo>
                  <a:pt x="220915" y="27548"/>
                </a:lnTo>
                <a:lnTo>
                  <a:pt x="221238" y="27683"/>
                </a:lnTo>
                <a:lnTo>
                  <a:pt x="221569" y="27809"/>
                </a:lnTo>
                <a:lnTo>
                  <a:pt x="221907" y="27926"/>
                </a:lnTo>
                <a:lnTo>
                  <a:pt x="222254" y="28033"/>
                </a:lnTo>
                <a:lnTo>
                  <a:pt x="222607" y="28131"/>
                </a:lnTo>
                <a:lnTo>
                  <a:pt x="222969" y="28220"/>
                </a:lnTo>
                <a:lnTo>
                  <a:pt x="223338" y="28299"/>
                </a:lnTo>
                <a:lnTo>
                  <a:pt x="223715" y="28369"/>
                </a:lnTo>
                <a:lnTo>
                  <a:pt x="224100" y="28429"/>
                </a:lnTo>
                <a:lnTo>
                  <a:pt x="224492" y="28481"/>
                </a:lnTo>
                <a:lnTo>
                  <a:pt x="224892" y="28523"/>
                </a:lnTo>
                <a:lnTo>
                  <a:pt x="225299" y="28555"/>
                </a:lnTo>
                <a:lnTo>
                  <a:pt x="225714" y="28579"/>
                </a:lnTo>
                <a:lnTo>
                  <a:pt x="226137" y="28593"/>
                </a:lnTo>
                <a:lnTo>
                  <a:pt x="226568" y="28597"/>
                </a:lnTo>
                <a:lnTo>
                  <a:pt x="226998" y="28593"/>
                </a:lnTo>
                <a:lnTo>
                  <a:pt x="227421" y="28579"/>
                </a:lnTo>
                <a:lnTo>
                  <a:pt x="227837" y="28555"/>
                </a:lnTo>
                <a:lnTo>
                  <a:pt x="228244" y="28523"/>
                </a:lnTo>
                <a:lnTo>
                  <a:pt x="228644" y="28481"/>
                </a:lnTo>
                <a:close/>
                <a:moveTo>
                  <a:pt x="975477" y="132326"/>
                </a:moveTo>
                <a:lnTo>
                  <a:pt x="976643" y="132154"/>
                </a:lnTo>
                <a:lnTo>
                  <a:pt x="977787" y="131951"/>
                </a:lnTo>
                <a:lnTo>
                  <a:pt x="978909" y="131716"/>
                </a:lnTo>
                <a:lnTo>
                  <a:pt x="980008" y="131450"/>
                </a:lnTo>
                <a:lnTo>
                  <a:pt x="981084" y="131153"/>
                </a:lnTo>
                <a:lnTo>
                  <a:pt x="982138" y="130825"/>
                </a:lnTo>
                <a:lnTo>
                  <a:pt x="983170" y="130465"/>
                </a:lnTo>
                <a:lnTo>
                  <a:pt x="984179" y="130075"/>
                </a:lnTo>
                <a:lnTo>
                  <a:pt x="985165" y="129653"/>
                </a:lnTo>
                <a:lnTo>
                  <a:pt x="986129" y="129199"/>
                </a:lnTo>
                <a:lnTo>
                  <a:pt x="987071" y="128715"/>
                </a:lnTo>
                <a:lnTo>
                  <a:pt x="987990" y="128199"/>
                </a:lnTo>
                <a:lnTo>
                  <a:pt x="988887" y="127652"/>
                </a:lnTo>
                <a:lnTo>
                  <a:pt x="989761" y="127073"/>
                </a:lnTo>
                <a:lnTo>
                  <a:pt x="990612" y="126463"/>
                </a:lnTo>
                <a:lnTo>
                  <a:pt x="991441" y="125822"/>
                </a:lnTo>
                <a:lnTo>
                  <a:pt x="992248" y="125150"/>
                </a:lnTo>
                <a:lnTo>
                  <a:pt x="993032" y="124447"/>
                </a:lnTo>
                <a:lnTo>
                  <a:pt x="993794" y="123712"/>
                </a:lnTo>
                <a:lnTo>
                  <a:pt x="994529" y="122948"/>
                </a:lnTo>
                <a:lnTo>
                  <a:pt x="995232" y="122157"/>
                </a:lnTo>
                <a:lnTo>
                  <a:pt x="995905" y="121339"/>
                </a:lnTo>
                <a:lnTo>
                  <a:pt x="996546" y="120495"/>
                </a:lnTo>
                <a:lnTo>
                  <a:pt x="997156" y="119623"/>
                </a:lnTo>
                <a:lnTo>
                  <a:pt x="997734" y="118725"/>
                </a:lnTo>
                <a:lnTo>
                  <a:pt x="998282" y="117799"/>
                </a:lnTo>
                <a:lnTo>
                  <a:pt x="998798" y="116847"/>
                </a:lnTo>
                <a:lnTo>
                  <a:pt x="999282" y="115868"/>
                </a:lnTo>
                <a:lnTo>
                  <a:pt x="999736" y="114862"/>
                </a:lnTo>
                <a:lnTo>
                  <a:pt x="1000158" y="113830"/>
                </a:lnTo>
                <a:lnTo>
                  <a:pt x="1000549" y="112770"/>
                </a:lnTo>
                <a:lnTo>
                  <a:pt x="1000909" y="111683"/>
                </a:lnTo>
                <a:lnTo>
                  <a:pt x="1001237" y="110570"/>
                </a:lnTo>
                <a:lnTo>
                  <a:pt x="1001534" y="109430"/>
                </a:lnTo>
                <a:lnTo>
                  <a:pt x="1001800" y="108262"/>
                </a:lnTo>
                <a:lnTo>
                  <a:pt x="1002034" y="107068"/>
                </a:lnTo>
                <a:lnTo>
                  <a:pt x="1002238" y="105847"/>
                </a:lnTo>
                <a:lnTo>
                  <a:pt x="1002410" y="104599"/>
                </a:lnTo>
                <a:lnTo>
                  <a:pt x="1002550" y="103325"/>
                </a:lnTo>
                <a:lnTo>
                  <a:pt x="1002660" y="102023"/>
                </a:lnTo>
                <a:lnTo>
                  <a:pt x="1002738" y="100695"/>
                </a:lnTo>
                <a:lnTo>
                  <a:pt x="1002785" y="99339"/>
                </a:lnTo>
                <a:lnTo>
                  <a:pt x="1002801" y="97957"/>
                </a:lnTo>
                <a:lnTo>
                  <a:pt x="1002801" y="48822"/>
                </a:lnTo>
                <a:lnTo>
                  <a:pt x="1002785" y="47452"/>
                </a:lnTo>
                <a:lnTo>
                  <a:pt x="1002738" y="46109"/>
                </a:lnTo>
                <a:lnTo>
                  <a:pt x="1002660" y="44793"/>
                </a:lnTo>
                <a:lnTo>
                  <a:pt x="1002550" y="43502"/>
                </a:lnTo>
                <a:lnTo>
                  <a:pt x="1002410" y="42238"/>
                </a:lnTo>
                <a:lnTo>
                  <a:pt x="1002238" y="41000"/>
                </a:lnTo>
                <a:lnTo>
                  <a:pt x="1002034" y="39789"/>
                </a:lnTo>
                <a:lnTo>
                  <a:pt x="1001800" y="38604"/>
                </a:lnTo>
                <a:lnTo>
                  <a:pt x="1001534" y="37445"/>
                </a:lnTo>
                <a:lnTo>
                  <a:pt x="1001237" y="36313"/>
                </a:lnTo>
                <a:lnTo>
                  <a:pt x="1000909" y="35207"/>
                </a:lnTo>
                <a:lnTo>
                  <a:pt x="1000549" y="34127"/>
                </a:lnTo>
                <a:lnTo>
                  <a:pt x="1000158" y="33074"/>
                </a:lnTo>
                <a:lnTo>
                  <a:pt x="999736" y="32047"/>
                </a:lnTo>
                <a:lnTo>
                  <a:pt x="999282" y="31046"/>
                </a:lnTo>
                <a:lnTo>
                  <a:pt x="998798" y="30072"/>
                </a:lnTo>
                <a:lnTo>
                  <a:pt x="998282" y="29124"/>
                </a:lnTo>
                <a:lnTo>
                  <a:pt x="997734" y="28202"/>
                </a:lnTo>
                <a:lnTo>
                  <a:pt x="997156" y="27307"/>
                </a:lnTo>
                <a:lnTo>
                  <a:pt x="996546" y="26438"/>
                </a:lnTo>
                <a:lnTo>
                  <a:pt x="995905" y="25596"/>
                </a:lnTo>
                <a:lnTo>
                  <a:pt x="995232" y="24779"/>
                </a:lnTo>
                <a:lnTo>
                  <a:pt x="994529" y="23990"/>
                </a:lnTo>
                <a:lnTo>
                  <a:pt x="993794" y="23226"/>
                </a:lnTo>
                <a:lnTo>
                  <a:pt x="993032" y="22491"/>
                </a:lnTo>
                <a:lnTo>
                  <a:pt x="992248" y="21787"/>
                </a:lnTo>
                <a:lnTo>
                  <a:pt x="991441" y="21115"/>
                </a:lnTo>
                <a:lnTo>
                  <a:pt x="990612" y="20474"/>
                </a:lnTo>
                <a:lnTo>
                  <a:pt x="989761" y="19864"/>
                </a:lnTo>
                <a:lnTo>
                  <a:pt x="988887" y="19285"/>
                </a:lnTo>
                <a:lnTo>
                  <a:pt x="987990" y="18738"/>
                </a:lnTo>
                <a:lnTo>
                  <a:pt x="987071" y="18222"/>
                </a:lnTo>
                <a:lnTo>
                  <a:pt x="986129" y="17737"/>
                </a:lnTo>
                <a:lnTo>
                  <a:pt x="985165" y="17284"/>
                </a:lnTo>
                <a:lnTo>
                  <a:pt x="984179" y="16862"/>
                </a:lnTo>
                <a:lnTo>
                  <a:pt x="983170" y="16471"/>
                </a:lnTo>
                <a:lnTo>
                  <a:pt x="982138" y="16111"/>
                </a:lnTo>
                <a:lnTo>
                  <a:pt x="981084" y="15783"/>
                </a:lnTo>
                <a:lnTo>
                  <a:pt x="980008" y="15486"/>
                </a:lnTo>
                <a:lnTo>
                  <a:pt x="978909" y="15220"/>
                </a:lnTo>
                <a:lnTo>
                  <a:pt x="977787" y="14985"/>
                </a:lnTo>
                <a:lnTo>
                  <a:pt x="976643" y="14782"/>
                </a:lnTo>
                <a:lnTo>
                  <a:pt x="975477" y="14610"/>
                </a:lnTo>
                <a:lnTo>
                  <a:pt x="974288" y="14469"/>
                </a:lnTo>
                <a:lnTo>
                  <a:pt x="973076" y="14360"/>
                </a:lnTo>
                <a:lnTo>
                  <a:pt x="971842" y="14282"/>
                </a:lnTo>
                <a:lnTo>
                  <a:pt x="970586" y="14235"/>
                </a:lnTo>
                <a:lnTo>
                  <a:pt x="969307" y="14219"/>
                </a:lnTo>
                <a:lnTo>
                  <a:pt x="968028" y="14235"/>
                </a:lnTo>
                <a:lnTo>
                  <a:pt x="966771" y="14282"/>
                </a:lnTo>
                <a:lnTo>
                  <a:pt x="965537" y="14360"/>
                </a:lnTo>
                <a:lnTo>
                  <a:pt x="964325" y="14469"/>
                </a:lnTo>
                <a:lnTo>
                  <a:pt x="963136" y="14610"/>
                </a:lnTo>
                <a:lnTo>
                  <a:pt x="961969" y="14782"/>
                </a:lnTo>
                <a:lnTo>
                  <a:pt x="960825" y="14985"/>
                </a:lnTo>
                <a:lnTo>
                  <a:pt x="959703" y="15220"/>
                </a:lnTo>
                <a:lnTo>
                  <a:pt x="958604" y="15486"/>
                </a:lnTo>
                <a:lnTo>
                  <a:pt x="957528" y="15783"/>
                </a:lnTo>
                <a:lnTo>
                  <a:pt x="956473" y="16111"/>
                </a:lnTo>
                <a:lnTo>
                  <a:pt x="955442" y="16471"/>
                </a:lnTo>
                <a:lnTo>
                  <a:pt x="954432" y="16862"/>
                </a:lnTo>
                <a:lnTo>
                  <a:pt x="953446" y="17284"/>
                </a:lnTo>
                <a:lnTo>
                  <a:pt x="952481" y="17737"/>
                </a:lnTo>
                <a:lnTo>
                  <a:pt x="951540" y="18222"/>
                </a:lnTo>
                <a:lnTo>
                  <a:pt x="950620" y="18738"/>
                </a:lnTo>
                <a:lnTo>
                  <a:pt x="949724" y="19285"/>
                </a:lnTo>
                <a:lnTo>
                  <a:pt x="948849" y="19864"/>
                </a:lnTo>
                <a:lnTo>
                  <a:pt x="947997" y="20474"/>
                </a:lnTo>
                <a:lnTo>
                  <a:pt x="947168" y="21115"/>
                </a:lnTo>
                <a:lnTo>
                  <a:pt x="946361" y="21787"/>
                </a:lnTo>
                <a:lnTo>
                  <a:pt x="945577" y="22491"/>
                </a:lnTo>
                <a:lnTo>
                  <a:pt x="944815" y="23226"/>
                </a:lnTo>
                <a:lnTo>
                  <a:pt x="944080" y="23990"/>
                </a:lnTo>
                <a:lnTo>
                  <a:pt x="943377" y="24781"/>
                </a:lnTo>
                <a:lnTo>
                  <a:pt x="942705" y="25598"/>
                </a:lnTo>
                <a:lnTo>
                  <a:pt x="942064" y="26443"/>
                </a:lnTo>
                <a:lnTo>
                  <a:pt x="941454" y="27314"/>
                </a:lnTo>
                <a:lnTo>
                  <a:pt x="940876" y="28212"/>
                </a:lnTo>
                <a:lnTo>
                  <a:pt x="940329" y="29137"/>
                </a:lnTo>
                <a:lnTo>
                  <a:pt x="939813" y="30089"/>
                </a:lnTo>
                <a:lnTo>
                  <a:pt x="939328" y="31068"/>
                </a:lnTo>
                <a:lnTo>
                  <a:pt x="938875" y="32074"/>
                </a:lnTo>
                <a:lnTo>
                  <a:pt x="938453" y="33107"/>
                </a:lnTo>
                <a:lnTo>
                  <a:pt x="938062" y="34166"/>
                </a:lnTo>
                <a:lnTo>
                  <a:pt x="937702" y="35253"/>
                </a:lnTo>
                <a:lnTo>
                  <a:pt x="937374" y="36366"/>
                </a:lnTo>
                <a:lnTo>
                  <a:pt x="937077" y="37506"/>
                </a:lnTo>
                <a:lnTo>
                  <a:pt x="936811" y="38674"/>
                </a:lnTo>
                <a:lnTo>
                  <a:pt x="936577" y="39868"/>
                </a:lnTo>
                <a:lnTo>
                  <a:pt x="936374" y="41088"/>
                </a:lnTo>
                <a:lnTo>
                  <a:pt x="936202" y="42336"/>
                </a:lnTo>
                <a:lnTo>
                  <a:pt x="936061" y="43611"/>
                </a:lnTo>
                <a:lnTo>
                  <a:pt x="935951" y="44913"/>
                </a:lnTo>
                <a:lnTo>
                  <a:pt x="935873" y="46241"/>
                </a:lnTo>
                <a:lnTo>
                  <a:pt x="935826" y="47596"/>
                </a:lnTo>
                <a:lnTo>
                  <a:pt x="935811" y="48979"/>
                </a:lnTo>
                <a:lnTo>
                  <a:pt x="935811" y="97957"/>
                </a:lnTo>
                <a:lnTo>
                  <a:pt x="935826" y="99339"/>
                </a:lnTo>
                <a:lnTo>
                  <a:pt x="935873" y="100695"/>
                </a:lnTo>
                <a:lnTo>
                  <a:pt x="935951" y="102023"/>
                </a:lnTo>
                <a:lnTo>
                  <a:pt x="936061" y="103325"/>
                </a:lnTo>
                <a:lnTo>
                  <a:pt x="936202" y="104599"/>
                </a:lnTo>
                <a:lnTo>
                  <a:pt x="936374" y="105847"/>
                </a:lnTo>
                <a:lnTo>
                  <a:pt x="936577" y="107068"/>
                </a:lnTo>
                <a:lnTo>
                  <a:pt x="936811" y="108262"/>
                </a:lnTo>
                <a:lnTo>
                  <a:pt x="937077" y="109430"/>
                </a:lnTo>
                <a:lnTo>
                  <a:pt x="937374" y="110570"/>
                </a:lnTo>
                <a:lnTo>
                  <a:pt x="937702" y="111683"/>
                </a:lnTo>
                <a:lnTo>
                  <a:pt x="938062" y="112770"/>
                </a:lnTo>
                <a:lnTo>
                  <a:pt x="938453" y="113830"/>
                </a:lnTo>
                <a:lnTo>
                  <a:pt x="938875" y="114862"/>
                </a:lnTo>
                <a:lnTo>
                  <a:pt x="939328" y="115868"/>
                </a:lnTo>
                <a:lnTo>
                  <a:pt x="939813" y="116847"/>
                </a:lnTo>
                <a:lnTo>
                  <a:pt x="940329" y="117799"/>
                </a:lnTo>
                <a:lnTo>
                  <a:pt x="940876" y="118725"/>
                </a:lnTo>
                <a:lnTo>
                  <a:pt x="941454" y="119623"/>
                </a:lnTo>
                <a:lnTo>
                  <a:pt x="942064" y="120495"/>
                </a:lnTo>
                <a:lnTo>
                  <a:pt x="942705" y="121339"/>
                </a:lnTo>
                <a:lnTo>
                  <a:pt x="943377" y="122157"/>
                </a:lnTo>
                <a:lnTo>
                  <a:pt x="944080" y="122948"/>
                </a:lnTo>
                <a:lnTo>
                  <a:pt x="944815" y="123712"/>
                </a:lnTo>
                <a:lnTo>
                  <a:pt x="945577" y="124447"/>
                </a:lnTo>
                <a:lnTo>
                  <a:pt x="946361" y="125150"/>
                </a:lnTo>
                <a:lnTo>
                  <a:pt x="947168" y="125822"/>
                </a:lnTo>
                <a:lnTo>
                  <a:pt x="947997" y="126463"/>
                </a:lnTo>
                <a:lnTo>
                  <a:pt x="948849" y="127073"/>
                </a:lnTo>
                <a:lnTo>
                  <a:pt x="949724" y="127652"/>
                </a:lnTo>
                <a:lnTo>
                  <a:pt x="950620" y="128199"/>
                </a:lnTo>
                <a:lnTo>
                  <a:pt x="951540" y="128715"/>
                </a:lnTo>
                <a:lnTo>
                  <a:pt x="952481" y="129199"/>
                </a:lnTo>
                <a:lnTo>
                  <a:pt x="953446" y="129653"/>
                </a:lnTo>
                <a:lnTo>
                  <a:pt x="954432" y="130075"/>
                </a:lnTo>
                <a:lnTo>
                  <a:pt x="955442" y="130465"/>
                </a:lnTo>
                <a:lnTo>
                  <a:pt x="956473" y="130825"/>
                </a:lnTo>
                <a:lnTo>
                  <a:pt x="957528" y="131153"/>
                </a:lnTo>
                <a:lnTo>
                  <a:pt x="958604" y="131450"/>
                </a:lnTo>
                <a:lnTo>
                  <a:pt x="959703" y="131716"/>
                </a:lnTo>
                <a:lnTo>
                  <a:pt x="960825" y="131951"/>
                </a:lnTo>
                <a:lnTo>
                  <a:pt x="961969" y="132154"/>
                </a:lnTo>
                <a:lnTo>
                  <a:pt x="963136" y="132326"/>
                </a:lnTo>
                <a:lnTo>
                  <a:pt x="964325" y="132466"/>
                </a:lnTo>
                <a:lnTo>
                  <a:pt x="965537" y="132576"/>
                </a:lnTo>
                <a:lnTo>
                  <a:pt x="966771" y="132654"/>
                </a:lnTo>
                <a:lnTo>
                  <a:pt x="968028" y="132701"/>
                </a:lnTo>
                <a:lnTo>
                  <a:pt x="969307" y="132717"/>
                </a:lnTo>
                <a:lnTo>
                  <a:pt x="970586" y="132701"/>
                </a:lnTo>
                <a:lnTo>
                  <a:pt x="971842" y="132654"/>
                </a:lnTo>
                <a:lnTo>
                  <a:pt x="973076" y="132576"/>
                </a:lnTo>
                <a:lnTo>
                  <a:pt x="974288" y="132466"/>
                </a:lnTo>
                <a:lnTo>
                  <a:pt x="975477" y="132326"/>
                </a:lnTo>
                <a:close/>
                <a:moveTo>
                  <a:pt x="965667" y="119690"/>
                </a:moveTo>
                <a:lnTo>
                  <a:pt x="964982" y="119589"/>
                </a:lnTo>
                <a:lnTo>
                  <a:pt x="964311" y="119470"/>
                </a:lnTo>
                <a:lnTo>
                  <a:pt x="963654" y="119332"/>
                </a:lnTo>
                <a:lnTo>
                  <a:pt x="963012" y="119176"/>
                </a:lnTo>
                <a:lnTo>
                  <a:pt x="962383" y="119001"/>
                </a:lnTo>
                <a:lnTo>
                  <a:pt x="961769" y="118808"/>
                </a:lnTo>
                <a:lnTo>
                  <a:pt x="961170" y="118597"/>
                </a:lnTo>
                <a:lnTo>
                  <a:pt x="960584" y="118367"/>
                </a:lnTo>
                <a:lnTo>
                  <a:pt x="960013" y="118119"/>
                </a:lnTo>
                <a:lnTo>
                  <a:pt x="959456" y="117853"/>
                </a:lnTo>
                <a:lnTo>
                  <a:pt x="958914" y="117568"/>
                </a:lnTo>
                <a:lnTo>
                  <a:pt x="958385" y="117265"/>
                </a:lnTo>
                <a:lnTo>
                  <a:pt x="957871" y="116943"/>
                </a:lnTo>
                <a:lnTo>
                  <a:pt x="957371" y="116603"/>
                </a:lnTo>
                <a:lnTo>
                  <a:pt x="956885" y="116245"/>
                </a:lnTo>
                <a:lnTo>
                  <a:pt x="956414" y="115868"/>
                </a:lnTo>
                <a:lnTo>
                  <a:pt x="955957" y="115473"/>
                </a:lnTo>
                <a:lnTo>
                  <a:pt x="955514" y="115060"/>
                </a:lnTo>
                <a:lnTo>
                  <a:pt x="955085" y="114628"/>
                </a:lnTo>
                <a:lnTo>
                  <a:pt x="954673" y="114179"/>
                </a:lnTo>
                <a:lnTo>
                  <a:pt x="954278" y="113714"/>
                </a:lnTo>
                <a:lnTo>
                  <a:pt x="953900" y="113234"/>
                </a:lnTo>
                <a:lnTo>
                  <a:pt x="953541" y="112738"/>
                </a:lnTo>
                <a:lnTo>
                  <a:pt x="953198" y="112227"/>
                </a:lnTo>
                <a:lnTo>
                  <a:pt x="952874" y="111700"/>
                </a:lnTo>
                <a:lnTo>
                  <a:pt x="952566" y="111157"/>
                </a:lnTo>
                <a:lnTo>
                  <a:pt x="952277" y="110598"/>
                </a:lnTo>
                <a:lnTo>
                  <a:pt x="952005" y="110024"/>
                </a:lnTo>
                <a:lnTo>
                  <a:pt x="951750" y="109435"/>
                </a:lnTo>
                <a:lnTo>
                  <a:pt x="951513" y="108829"/>
                </a:lnTo>
                <a:lnTo>
                  <a:pt x="951294" y="108209"/>
                </a:lnTo>
                <a:lnTo>
                  <a:pt x="951092" y="107572"/>
                </a:lnTo>
                <a:lnTo>
                  <a:pt x="950908" y="106920"/>
                </a:lnTo>
                <a:lnTo>
                  <a:pt x="950741" y="106252"/>
                </a:lnTo>
                <a:lnTo>
                  <a:pt x="950592" y="105569"/>
                </a:lnTo>
                <a:lnTo>
                  <a:pt x="950460" y="104870"/>
                </a:lnTo>
                <a:lnTo>
                  <a:pt x="950346" y="104155"/>
                </a:lnTo>
                <a:lnTo>
                  <a:pt x="950249" y="103425"/>
                </a:lnTo>
                <a:lnTo>
                  <a:pt x="950170" y="102679"/>
                </a:lnTo>
                <a:lnTo>
                  <a:pt x="950109" y="101917"/>
                </a:lnTo>
                <a:lnTo>
                  <a:pt x="950065" y="101140"/>
                </a:lnTo>
                <a:lnTo>
                  <a:pt x="950039" y="100347"/>
                </a:lnTo>
                <a:lnTo>
                  <a:pt x="950030" y="99539"/>
                </a:lnTo>
                <a:lnTo>
                  <a:pt x="950030" y="47399"/>
                </a:lnTo>
                <a:lnTo>
                  <a:pt x="950039" y="46591"/>
                </a:lnTo>
                <a:lnTo>
                  <a:pt x="950065" y="45798"/>
                </a:lnTo>
                <a:lnTo>
                  <a:pt x="950109" y="45021"/>
                </a:lnTo>
                <a:lnTo>
                  <a:pt x="950170" y="44259"/>
                </a:lnTo>
                <a:lnTo>
                  <a:pt x="950249" y="43514"/>
                </a:lnTo>
                <a:lnTo>
                  <a:pt x="950346" y="42783"/>
                </a:lnTo>
                <a:lnTo>
                  <a:pt x="950460" y="42069"/>
                </a:lnTo>
                <a:lnTo>
                  <a:pt x="950592" y="41370"/>
                </a:lnTo>
                <a:lnTo>
                  <a:pt x="950741" y="40686"/>
                </a:lnTo>
                <a:lnTo>
                  <a:pt x="950908" y="40019"/>
                </a:lnTo>
                <a:lnTo>
                  <a:pt x="951092" y="39367"/>
                </a:lnTo>
                <a:lnTo>
                  <a:pt x="951294" y="38730"/>
                </a:lnTo>
                <a:lnTo>
                  <a:pt x="951513" y="38109"/>
                </a:lnTo>
                <a:lnTo>
                  <a:pt x="951750" y="37504"/>
                </a:lnTo>
                <a:lnTo>
                  <a:pt x="952005" y="36915"/>
                </a:lnTo>
                <a:lnTo>
                  <a:pt x="952277" y="36341"/>
                </a:lnTo>
                <a:lnTo>
                  <a:pt x="952566" y="35782"/>
                </a:lnTo>
                <a:lnTo>
                  <a:pt x="952874" y="35240"/>
                </a:lnTo>
                <a:lnTo>
                  <a:pt x="953198" y="34713"/>
                </a:lnTo>
                <a:lnTo>
                  <a:pt x="953541" y="34201"/>
                </a:lnTo>
                <a:lnTo>
                  <a:pt x="953900" y="33706"/>
                </a:lnTo>
                <a:lnTo>
                  <a:pt x="954278" y="33226"/>
                </a:lnTo>
                <a:lnTo>
                  <a:pt x="954673" y="32761"/>
                </a:lnTo>
                <a:lnTo>
                  <a:pt x="955085" y="32312"/>
                </a:lnTo>
                <a:lnTo>
                  <a:pt x="955514" y="31880"/>
                </a:lnTo>
                <a:lnTo>
                  <a:pt x="955957" y="31467"/>
                </a:lnTo>
                <a:lnTo>
                  <a:pt x="956414" y="31072"/>
                </a:lnTo>
                <a:lnTo>
                  <a:pt x="956885" y="30695"/>
                </a:lnTo>
                <a:lnTo>
                  <a:pt x="957371" y="30336"/>
                </a:lnTo>
                <a:lnTo>
                  <a:pt x="957871" y="29996"/>
                </a:lnTo>
                <a:lnTo>
                  <a:pt x="958385" y="29675"/>
                </a:lnTo>
                <a:lnTo>
                  <a:pt x="958914" y="29371"/>
                </a:lnTo>
                <a:lnTo>
                  <a:pt x="959456" y="29086"/>
                </a:lnTo>
                <a:lnTo>
                  <a:pt x="960013" y="28820"/>
                </a:lnTo>
                <a:lnTo>
                  <a:pt x="960584" y="28572"/>
                </a:lnTo>
                <a:lnTo>
                  <a:pt x="961170" y="28342"/>
                </a:lnTo>
                <a:lnTo>
                  <a:pt x="961769" y="28130"/>
                </a:lnTo>
                <a:lnTo>
                  <a:pt x="962383" y="27937"/>
                </a:lnTo>
                <a:lnTo>
                  <a:pt x="963012" y="27763"/>
                </a:lnTo>
                <a:lnTo>
                  <a:pt x="963654" y="27606"/>
                </a:lnTo>
                <a:lnTo>
                  <a:pt x="964311" y="27469"/>
                </a:lnTo>
                <a:lnTo>
                  <a:pt x="964982" y="27349"/>
                </a:lnTo>
                <a:lnTo>
                  <a:pt x="965667" y="27248"/>
                </a:lnTo>
                <a:lnTo>
                  <a:pt x="966366" y="27165"/>
                </a:lnTo>
                <a:lnTo>
                  <a:pt x="967080" y="27101"/>
                </a:lnTo>
                <a:lnTo>
                  <a:pt x="967808" y="27055"/>
                </a:lnTo>
                <a:lnTo>
                  <a:pt x="968550" y="27027"/>
                </a:lnTo>
                <a:lnTo>
                  <a:pt x="969307" y="27018"/>
                </a:lnTo>
                <a:lnTo>
                  <a:pt x="970076" y="27027"/>
                </a:lnTo>
                <a:lnTo>
                  <a:pt x="970830" y="27055"/>
                </a:lnTo>
                <a:lnTo>
                  <a:pt x="971569" y="27101"/>
                </a:lnTo>
                <a:lnTo>
                  <a:pt x="972293" y="27165"/>
                </a:lnTo>
                <a:lnTo>
                  <a:pt x="973002" y="27248"/>
                </a:lnTo>
                <a:lnTo>
                  <a:pt x="973696" y="27349"/>
                </a:lnTo>
                <a:lnTo>
                  <a:pt x="974374" y="27469"/>
                </a:lnTo>
                <a:lnTo>
                  <a:pt x="975038" y="27606"/>
                </a:lnTo>
                <a:lnTo>
                  <a:pt x="975686" y="27763"/>
                </a:lnTo>
                <a:lnTo>
                  <a:pt x="976320" y="27937"/>
                </a:lnTo>
                <a:lnTo>
                  <a:pt x="976938" y="28130"/>
                </a:lnTo>
                <a:lnTo>
                  <a:pt x="977541" y="28342"/>
                </a:lnTo>
                <a:lnTo>
                  <a:pt x="978129" y="28572"/>
                </a:lnTo>
                <a:lnTo>
                  <a:pt x="978702" y="28820"/>
                </a:lnTo>
                <a:lnTo>
                  <a:pt x="979260" y="29086"/>
                </a:lnTo>
                <a:lnTo>
                  <a:pt x="979803" y="29371"/>
                </a:lnTo>
                <a:lnTo>
                  <a:pt x="980331" y="29675"/>
                </a:lnTo>
                <a:lnTo>
                  <a:pt x="980844" y="29996"/>
                </a:lnTo>
                <a:lnTo>
                  <a:pt x="981341" y="30336"/>
                </a:lnTo>
                <a:lnTo>
                  <a:pt x="981824" y="30695"/>
                </a:lnTo>
                <a:lnTo>
                  <a:pt x="982291" y="31072"/>
                </a:lnTo>
                <a:lnTo>
                  <a:pt x="982744" y="31467"/>
                </a:lnTo>
                <a:lnTo>
                  <a:pt x="983181" y="31880"/>
                </a:lnTo>
                <a:lnTo>
                  <a:pt x="983603" y="32312"/>
                </a:lnTo>
                <a:lnTo>
                  <a:pt x="984009" y="32761"/>
                </a:lnTo>
                <a:lnTo>
                  <a:pt x="984398" y="33226"/>
                </a:lnTo>
                <a:lnTo>
                  <a:pt x="984770" y="33706"/>
                </a:lnTo>
                <a:lnTo>
                  <a:pt x="985124" y="34201"/>
                </a:lnTo>
                <a:lnTo>
                  <a:pt x="985461" y="34713"/>
                </a:lnTo>
                <a:lnTo>
                  <a:pt x="985781" y="35240"/>
                </a:lnTo>
                <a:lnTo>
                  <a:pt x="986084" y="35782"/>
                </a:lnTo>
                <a:lnTo>
                  <a:pt x="986369" y="36341"/>
                </a:lnTo>
                <a:lnTo>
                  <a:pt x="986637" y="36915"/>
                </a:lnTo>
                <a:lnTo>
                  <a:pt x="986887" y="37504"/>
                </a:lnTo>
                <a:lnTo>
                  <a:pt x="987121" y="38109"/>
                </a:lnTo>
                <a:lnTo>
                  <a:pt x="987337" y="38730"/>
                </a:lnTo>
                <a:lnTo>
                  <a:pt x="987536" y="39367"/>
                </a:lnTo>
                <a:lnTo>
                  <a:pt x="987717" y="40019"/>
                </a:lnTo>
                <a:lnTo>
                  <a:pt x="987881" y="40686"/>
                </a:lnTo>
                <a:lnTo>
                  <a:pt x="988028" y="41370"/>
                </a:lnTo>
                <a:lnTo>
                  <a:pt x="988158" y="42069"/>
                </a:lnTo>
                <a:lnTo>
                  <a:pt x="988270" y="42783"/>
                </a:lnTo>
                <a:lnTo>
                  <a:pt x="988365" y="43514"/>
                </a:lnTo>
                <a:lnTo>
                  <a:pt x="988443" y="44259"/>
                </a:lnTo>
                <a:lnTo>
                  <a:pt x="988504" y="45021"/>
                </a:lnTo>
                <a:lnTo>
                  <a:pt x="988547" y="45798"/>
                </a:lnTo>
                <a:lnTo>
                  <a:pt x="988573" y="46591"/>
                </a:lnTo>
                <a:lnTo>
                  <a:pt x="988582" y="47399"/>
                </a:lnTo>
                <a:lnTo>
                  <a:pt x="988582" y="99539"/>
                </a:lnTo>
                <a:lnTo>
                  <a:pt x="988573" y="100347"/>
                </a:lnTo>
                <a:lnTo>
                  <a:pt x="988547" y="101140"/>
                </a:lnTo>
                <a:lnTo>
                  <a:pt x="988504" y="101917"/>
                </a:lnTo>
                <a:lnTo>
                  <a:pt x="988443" y="102679"/>
                </a:lnTo>
                <a:lnTo>
                  <a:pt x="988365" y="103425"/>
                </a:lnTo>
                <a:lnTo>
                  <a:pt x="988270" y="104155"/>
                </a:lnTo>
                <a:lnTo>
                  <a:pt x="988158" y="104870"/>
                </a:lnTo>
                <a:lnTo>
                  <a:pt x="988028" y="105569"/>
                </a:lnTo>
                <a:lnTo>
                  <a:pt x="987881" y="106252"/>
                </a:lnTo>
                <a:lnTo>
                  <a:pt x="987717" y="106920"/>
                </a:lnTo>
                <a:lnTo>
                  <a:pt x="987536" y="107572"/>
                </a:lnTo>
                <a:lnTo>
                  <a:pt x="987337" y="108209"/>
                </a:lnTo>
                <a:lnTo>
                  <a:pt x="987121" y="108829"/>
                </a:lnTo>
                <a:lnTo>
                  <a:pt x="986887" y="109435"/>
                </a:lnTo>
                <a:lnTo>
                  <a:pt x="986637" y="110024"/>
                </a:lnTo>
                <a:lnTo>
                  <a:pt x="986369" y="110598"/>
                </a:lnTo>
                <a:lnTo>
                  <a:pt x="986084" y="111157"/>
                </a:lnTo>
                <a:lnTo>
                  <a:pt x="985781" y="111700"/>
                </a:lnTo>
                <a:lnTo>
                  <a:pt x="985461" y="112227"/>
                </a:lnTo>
                <a:lnTo>
                  <a:pt x="985124" y="112738"/>
                </a:lnTo>
                <a:lnTo>
                  <a:pt x="984770" y="113234"/>
                </a:lnTo>
                <a:lnTo>
                  <a:pt x="984398" y="113714"/>
                </a:lnTo>
                <a:lnTo>
                  <a:pt x="984009" y="114179"/>
                </a:lnTo>
                <a:lnTo>
                  <a:pt x="983603" y="114628"/>
                </a:lnTo>
                <a:lnTo>
                  <a:pt x="983181" y="115060"/>
                </a:lnTo>
                <a:lnTo>
                  <a:pt x="982744" y="115473"/>
                </a:lnTo>
                <a:lnTo>
                  <a:pt x="982291" y="115868"/>
                </a:lnTo>
                <a:lnTo>
                  <a:pt x="981824" y="116245"/>
                </a:lnTo>
                <a:lnTo>
                  <a:pt x="981341" y="116603"/>
                </a:lnTo>
                <a:lnTo>
                  <a:pt x="980844" y="116943"/>
                </a:lnTo>
                <a:lnTo>
                  <a:pt x="980331" y="117265"/>
                </a:lnTo>
                <a:lnTo>
                  <a:pt x="979803" y="117568"/>
                </a:lnTo>
                <a:lnTo>
                  <a:pt x="979260" y="117853"/>
                </a:lnTo>
                <a:lnTo>
                  <a:pt x="978702" y="118119"/>
                </a:lnTo>
                <a:lnTo>
                  <a:pt x="978129" y="118367"/>
                </a:lnTo>
                <a:lnTo>
                  <a:pt x="977541" y="118597"/>
                </a:lnTo>
                <a:lnTo>
                  <a:pt x="976938" y="118808"/>
                </a:lnTo>
                <a:lnTo>
                  <a:pt x="976320" y="119001"/>
                </a:lnTo>
                <a:lnTo>
                  <a:pt x="975686" y="119176"/>
                </a:lnTo>
                <a:lnTo>
                  <a:pt x="975038" y="119332"/>
                </a:lnTo>
                <a:lnTo>
                  <a:pt x="974374" y="119470"/>
                </a:lnTo>
                <a:lnTo>
                  <a:pt x="973696" y="119589"/>
                </a:lnTo>
                <a:lnTo>
                  <a:pt x="973002" y="119690"/>
                </a:lnTo>
                <a:lnTo>
                  <a:pt x="972293" y="119773"/>
                </a:lnTo>
                <a:lnTo>
                  <a:pt x="971569" y="119837"/>
                </a:lnTo>
                <a:lnTo>
                  <a:pt x="970830" y="119883"/>
                </a:lnTo>
                <a:lnTo>
                  <a:pt x="970076" y="119911"/>
                </a:lnTo>
                <a:lnTo>
                  <a:pt x="969307" y="119920"/>
                </a:lnTo>
                <a:lnTo>
                  <a:pt x="968550" y="119911"/>
                </a:lnTo>
                <a:lnTo>
                  <a:pt x="967808" y="119883"/>
                </a:lnTo>
                <a:lnTo>
                  <a:pt x="967080" y="119837"/>
                </a:lnTo>
                <a:lnTo>
                  <a:pt x="966366" y="119773"/>
                </a:lnTo>
                <a:lnTo>
                  <a:pt x="965667" y="119690"/>
                </a:lnTo>
                <a:close/>
                <a:moveTo>
                  <a:pt x="131136" y="56088"/>
                </a:moveTo>
                <a:lnTo>
                  <a:pt x="131136" y="37920"/>
                </a:lnTo>
                <a:lnTo>
                  <a:pt x="131141" y="37542"/>
                </a:lnTo>
                <a:lnTo>
                  <a:pt x="131154" y="37172"/>
                </a:lnTo>
                <a:lnTo>
                  <a:pt x="131177" y="36810"/>
                </a:lnTo>
                <a:lnTo>
                  <a:pt x="131208" y="36456"/>
                </a:lnTo>
                <a:lnTo>
                  <a:pt x="131249" y="36110"/>
                </a:lnTo>
                <a:lnTo>
                  <a:pt x="131299" y="35772"/>
                </a:lnTo>
                <a:lnTo>
                  <a:pt x="131358" y="35442"/>
                </a:lnTo>
                <a:lnTo>
                  <a:pt x="131426" y="35119"/>
                </a:lnTo>
                <a:lnTo>
                  <a:pt x="131503" y="34805"/>
                </a:lnTo>
                <a:lnTo>
                  <a:pt x="131589" y="34499"/>
                </a:lnTo>
                <a:lnTo>
                  <a:pt x="131684" y="34201"/>
                </a:lnTo>
                <a:lnTo>
                  <a:pt x="131788" y="33910"/>
                </a:lnTo>
                <a:lnTo>
                  <a:pt x="131901" y="33628"/>
                </a:lnTo>
                <a:lnTo>
                  <a:pt x="132023" y="33353"/>
                </a:lnTo>
                <a:lnTo>
                  <a:pt x="132154" y="33087"/>
                </a:lnTo>
                <a:lnTo>
                  <a:pt x="132294" y="32828"/>
                </a:lnTo>
                <a:lnTo>
                  <a:pt x="132444" y="32578"/>
                </a:lnTo>
                <a:lnTo>
                  <a:pt x="132602" y="32335"/>
                </a:lnTo>
                <a:lnTo>
                  <a:pt x="132769" y="32101"/>
                </a:lnTo>
                <a:lnTo>
                  <a:pt x="132946" y="31874"/>
                </a:lnTo>
                <a:lnTo>
                  <a:pt x="133131" y="31655"/>
                </a:lnTo>
                <a:lnTo>
                  <a:pt x="133326" y="31444"/>
                </a:lnTo>
                <a:lnTo>
                  <a:pt x="133530" y="31242"/>
                </a:lnTo>
                <a:lnTo>
                  <a:pt x="133742" y="31047"/>
                </a:lnTo>
                <a:lnTo>
                  <a:pt x="133964" y="30860"/>
                </a:lnTo>
                <a:lnTo>
                  <a:pt x="134193" y="30681"/>
                </a:lnTo>
                <a:lnTo>
                  <a:pt x="134430" y="30510"/>
                </a:lnTo>
                <a:lnTo>
                  <a:pt x="134675" y="30347"/>
                </a:lnTo>
                <a:lnTo>
                  <a:pt x="134928" y="30192"/>
                </a:lnTo>
                <a:lnTo>
                  <a:pt x="135190" y="30045"/>
                </a:lnTo>
                <a:lnTo>
                  <a:pt x="135459" y="29906"/>
                </a:lnTo>
                <a:lnTo>
                  <a:pt x="135736" y="29774"/>
                </a:lnTo>
                <a:lnTo>
                  <a:pt x="136021" y="29651"/>
                </a:lnTo>
                <a:lnTo>
                  <a:pt x="136314" y="29536"/>
                </a:lnTo>
                <a:lnTo>
                  <a:pt x="136614" y="29428"/>
                </a:lnTo>
                <a:lnTo>
                  <a:pt x="136923" y="29329"/>
                </a:lnTo>
                <a:lnTo>
                  <a:pt x="137240" y="29238"/>
                </a:lnTo>
                <a:lnTo>
                  <a:pt x="137565" y="29154"/>
                </a:lnTo>
                <a:lnTo>
                  <a:pt x="137898" y="29079"/>
                </a:lnTo>
                <a:lnTo>
                  <a:pt x="138238" y="29011"/>
                </a:lnTo>
                <a:lnTo>
                  <a:pt x="138587" y="28951"/>
                </a:lnTo>
                <a:lnTo>
                  <a:pt x="138943" y="28900"/>
                </a:lnTo>
                <a:lnTo>
                  <a:pt x="139308" y="28856"/>
                </a:lnTo>
                <a:lnTo>
                  <a:pt x="139680" y="28820"/>
                </a:lnTo>
                <a:lnTo>
                  <a:pt x="140061" y="28792"/>
                </a:lnTo>
                <a:lnTo>
                  <a:pt x="140449" y="28772"/>
                </a:lnTo>
                <a:lnTo>
                  <a:pt x="140845" y="28760"/>
                </a:lnTo>
                <a:lnTo>
                  <a:pt x="141250" y="28756"/>
                </a:lnTo>
                <a:lnTo>
                  <a:pt x="166686" y="28756"/>
                </a:lnTo>
                <a:lnTo>
                  <a:pt x="166686" y="15801"/>
                </a:lnTo>
                <a:lnTo>
                  <a:pt x="141250" y="15801"/>
                </a:lnTo>
                <a:lnTo>
                  <a:pt x="140310" y="15811"/>
                </a:lnTo>
                <a:lnTo>
                  <a:pt x="139387" y="15842"/>
                </a:lnTo>
                <a:lnTo>
                  <a:pt x="138482" y="15893"/>
                </a:lnTo>
                <a:lnTo>
                  <a:pt x="137593" y="15965"/>
                </a:lnTo>
                <a:lnTo>
                  <a:pt x="136722" y="16058"/>
                </a:lnTo>
                <a:lnTo>
                  <a:pt x="135867" y="16171"/>
                </a:lnTo>
                <a:lnTo>
                  <a:pt x="135030" y="16305"/>
                </a:lnTo>
                <a:lnTo>
                  <a:pt x="134209" y="16459"/>
                </a:lnTo>
                <a:lnTo>
                  <a:pt x="133406" y="16634"/>
                </a:lnTo>
                <a:lnTo>
                  <a:pt x="132619" y="16829"/>
                </a:lnTo>
                <a:lnTo>
                  <a:pt x="131850" y="17045"/>
                </a:lnTo>
                <a:lnTo>
                  <a:pt x="131098" y="17282"/>
                </a:lnTo>
                <a:lnTo>
                  <a:pt x="130362" y="17539"/>
                </a:lnTo>
                <a:lnTo>
                  <a:pt x="129644" y="17817"/>
                </a:lnTo>
                <a:lnTo>
                  <a:pt x="128942" y="18115"/>
                </a:lnTo>
                <a:lnTo>
                  <a:pt x="128258" y="18434"/>
                </a:lnTo>
                <a:lnTo>
                  <a:pt x="127590" y="18774"/>
                </a:lnTo>
                <a:lnTo>
                  <a:pt x="126940" y="19134"/>
                </a:lnTo>
                <a:lnTo>
                  <a:pt x="126307" y="19515"/>
                </a:lnTo>
                <a:lnTo>
                  <a:pt x="125690" y="19916"/>
                </a:lnTo>
                <a:lnTo>
                  <a:pt x="125091" y="20338"/>
                </a:lnTo>
                <a:lnTo>
                  <a:pt x="124509" y="20780"/>
                </a:lnTo>
                <a:lnTo>
                  <a:pt x="123943" y="21243"/>
                </a:lnTo>
                <a:lnTo>
                  <a:pt x="123395" y="21726"/>
                </a:lnTo>
                <a:lnTo>
                  <a:pt x="122866" y="22228"/>
                </a:lnTo>
                <a:lnTo>
                  <a:pt x="122360" y="22744"/>
                </a:lnTo>
                <a:lnTo>
                  <a:pt x="121877" y="23275"/>
                </a:lnTo>
                <a:lnTo>
                  <a:pt x="121416" y="23822"/>
                </a:lnTo>
                <a:lnTo>
                  <a:pt x="120977" y="24383"/>
                </a:lnTo>
                <a:lnTo>
                  <a:pt x="120561" y="24960"/>
                </a:lnTo>
                <a:lnTo>
                  <a:pt x="120167" y="25552"/>
                </a:lnTo>
                <a:lnTo>
                  <a:pt x="119796" y="26158"/>
                </a:lnTo>
                <a:lnTo>
                  <a:pt x="119447" y="26780"/>
                </a:lnTo>
                <a:lnTo>
                  <a:pt x="119121" y="27417"/>
                </a:lnTo>
                <a:lnTo>
                  <a:pt x="118818" y="28069"/>
                </a:lnTo>
                <a:lnTo>
                  <a:pt x="118536" y="28737"/>
                </a:lnTo>
                <a:lnTo>
                  <a:pt x="118278" y="29419"/>
                </a:lnTo>
                <a:lnTo>
                  <a:pt x="118042" y="30116"/>
                </a:lnTo>
                <a:lnTo>
                  <a:pt x="117828" y="30829"/>
                </a:lnTo>
                <a:lnTo>
                  <a:pt x="117637" y="31556"/>
                </a:lnTo>
                <a:lnTo>
                  <a:pt x="117468" y="32299"/>
                </a:lnTo>
                <a:lnTo>
                  <a:pt x="117322" y="33057"/>
                </a:lnTo>
                <a:lnTo>
                  <a:pt x="117198" y="33829"/>
                </a:lnTo>
                <a:lnTo>
                  <a:pt x="117097" y="34617"/>
                </a:lnTo>
                <a:lnTo>
                  <a:pt x="117018" y="35420"/>
                </a:lnTo>
                <a:lnTo>
                  <a:pt x="116962" y="36239"/>
                </a:lnTo>
                <a:lnTo>
                  <a:pt x="116928" y="37072"/>
                </a:lnTo>
                <a:lnTo>
                  <a:pt x="116917" y="37920"/>
                </a:lnTo>
                <a:lnTo>
                  <a:pt x="116917" y="56088"/>
                </a:lnTo>
                <a:lnTo>
                  <a:pt x="91637" y="56088"/>
                </a:lnTo>
                <a:lnTo>
                  <a:pt x="91637" y="69044"/>
                </a:lnTo>
                <a:lnTo>
                  <a:pt x="116917" y="69044"/>
                </a:lnTo>
                <a:lnTo>
                  <a:pt x="116917" y="131137"/>
                </a:lnTo>
                <a:lnTo>
                  <a:pt x="131136" y="131137"/>
                </a:lnTo>
                <a:lnTo>
                  <a:pt x="131136" y="69044"/>
                </a:lnTo>
                <a:lnTo>
                  <a:pt x="166686" y="69044"/>
                </a:lnTo>
                <a:lnTo>
                  <a:pt x="166686" y="56088"/>
                </a:lnTo>
                <a:lnTo>
                  <a:pt x="131136" y="56088"/>
                </a:lnTo>
                <a:close/>
                <a:moveTo>
                  <a:pt x="422760" y="118160"/>
                </a:moveTo>
                <a:lnTo>
                  <a:pt x="422357" y="118133"/>
                </a:lnTo>
                <a:lnTo>
                  <a:pt x="421960" y="118096"/>
                </a:lnTo>
                <a:lnTo>
                  <a:pt x="421571" y="118048"/>
                </a:lnTo>
                <a:lnTo>
                  <a:pt x="421189" y="117989"/>
                </a:lnTo>
                <a:lnTo>
                  <a:pt x="420814" y="117919"/>
                </a:lnTo>
                <a:lnTo>
                  <a:pt x="420446" y="117839"/>
                </a:lnTo>
                <a:lnTo>
                  <a:pt x="420085" y="117748"/>
                </a:lnTo>
                <a:lnTo>
                  <a:pt x="419732" y="117647"/>
                </a:lnTo>
                <a:lnTo>
                  <a:pt x="419385" y="117534"/>
                </a:lnTo>
                <a:lnTo>
                  <a:pt x="419046" y="117411"/>
                </a:lnTo>
                <a:lnTo>
                  <a:pt x="418714" y="117278"/>
                </a:lnTo>
                <a:lnTo>
                  <a:pt x="418389" y="117133"/>
                </a:lnTo>
                <a:lnTo>
                  <a:pt x="418071" y="116978"/>
                </a:lnTo>
                <a:lnTo>
                  <a:pt x="417760" y="116812"/>
                </a:lnTo>
                <a:lnTo>
                  <a:pt x="417456" y="116636"/>
                </a:lnTo>
                <a:lnTo>
                  <a:pt x="417159" y="116449"/>
                </a:lnTo>
                <a:lnTo>
                  <a:pt x="416870" y="116251"/>
                </a:lnTo>
                <a:lnTo>
                  <a:pt x="416587" y="116042"/>
                </a:lnTo>
                <a:lnTo>
                  <a:pt x="416312" y="115823"/>
                </a:lnTo>
                <a:lnTo>
                  <a:pt x="416044" y="115593"/>
                </a:lnTo>
                <a:lnTo>
                  <a:pt x="415783" y="115352"/>
                </a:lnTo>
                <a:lnTo>
                  <a:pt x="415529" y="115101"/>
                </a:lnTo>
                <a:lnTo>
                  <a:pt x="415284" y="114840"/>
                </a:lnTo>
                <a:lnTo>
                  <a:pt x="415050" y="114571"/>
                </a:lnTo>
                <a:lnTo>
                  <a:pt x="414826" y="114294"/>
                </a:lnTo>
                <a:lnTo>
                  <a:pt x="414612" y="114010"/>
                </a:lnTo>
                <a:lnTo>
                  <a:pt x="414409" y="113717"/>
                </a:lnTo>
                <a:lnTo>
                  <a:pt x="414216" y="113417"/>
                </a:lnTo>
                <a:lnTo>
                  <a:pt x="414034" y="113108"/>
                </a:lnTo>
                <a:lnTo>
                  <a:pt x="413862" y="112792"/>
                </a:lnTo>
                <a:lnTo>
                  <a:pt x="413700" y="112468"/>
                </a:lnTo>
                <a:lnTo>
                  <a:pt x="413549" y="112135"/>
                </a:lnTo>
                <a:lnTo>
                  <a:pt x="413408" y="111795"/>
                </a:lnTo>
                <a:lnTo>
                  <a:pt x="413278" y="111447"/>
                </a:lnTo>
                <a:lnTo>
                  <a:pt x="413158" y="111091"/>
                </a:lnTo>
                <a:lnTo>
                  <a:pt x="413049" y="110727"/>
                </a:lnTo>
                <a:lnTo>
                  <a:pt x="412950" y="110355"/>
                </a:lnTo>
                <a:lnTo>
                  <a:pt x="412861" y="109975"/>
                </a:lnTo>
                <a:lnTo>
                  <a:pt x="412783" y="109587"/>
                </a:lnTo>
                <a:lnTo>
                  <a:pt x="412715" y="109191"/>
                </a:lnTo>
                <a:lnTo>
                  <a:pt x="412658" y="108787"/>
                </a:lnTo>
                <a:lnTo>
                  <a:pt x="412611" y="108375"/>
                </a:lnTo>
                <a:lnTo>
                  <a:pt x="412575" y="107955"/>
                </a:lnTo>
                <a:lnTo>
                  <a:pt x="412548" y="107527"/>
                </a:lnTo>
                <a:lnTo>
                  <a:pt x="412533" y="107092"/>
                </a:lnTo>
                <a:lnTo>
                  <a:pt x="412528" y="106648"/>
                </a:lnTo>
                <a:lnTo>
                  <a:pt x="412528" y="15801"/>
                </a:lnTo>
                <a:lnTo>
                  <a:pt x="368289" y="15801"/>
                </a:lnTo>
                <a:lnTo>
                  <a:pt x="368289" y="28756"/>
                </a:lnTo>
                <a:lnTo>
                  <a:pt x="398309" y="28756"/>
                </a:lnTo>
                <a:lnTo>
                  <a:pt x="398309" y="106648"/>
                </a:lnTo>
                <a:lnTo>
                  <a:pt x="398314" y="107264"/>
                </a:lnTo>
                <a:lnTo>
                  <a:pt x="398330" y="107873"/>
                </a:lnTo>
                <a:lnTo>
                  <a:pt x="398358" y="108475"/>
                </a:lnTo>
                <a:lnTo>
                  <a:pt x="398396" y="109071"/>
                </a:lnTo>
                <a:lnTo>
                  <a:pt x="398446" y="109660"/>
                </a:lnTo>
                <a:lnTo>
                  <a:pt x="398506" y="110242"/>
                </a:lnTo>
                <a:lnTo>
                  <a:pt x="398577" y="110818"/>
                </a:lnTo>
                <a:lnTo>
                  <a:pt x="398659" y="111388"/>
                </a:lnTo>
                <a:lnTo>
                  <a:pt x="398753" y="111951"/>
                </a:lnTo>
                <a:lnTo>
                  <a:pt x="398857" y="112507"/>
                </a:lnTo>
                <a:lnTo>
                  <a:pt x="398972" y="113057"/>
                </a:lnTo>
                <a:lnTo>
                  <a:pt x="399098" y="113600"/>
                </a:lnTo>
                <a:lnTo>
                  <a:pt x="399235" y="114136"/>
                </a:lnTo>
                <a:lnTo>
                  <a:pt x="399383" y="114666"/>
                </a:lnTo>
                <a:lnTo>
                  <a:pt x="399542" y="115190"/>
                </a:lnTo>
                <a:lnTo>
                  <a:pt x="399712" y="115706"/>
                </a:lnTo>
                <a:lnTo>
                  <a:pt x="399893" y="116217"/>
                </a:lnTo>
                <a:lnTo>
                  <a:pt x="400085" y="116720"/>
                </a:lnTo>
                <a:lnTo>
                  <a:pt x="400288" y="117217"/>
                </a:lnTo>
                <a:lnTo>
                  <a:pt x="400502" y="117708"/>
                </a:lnTo>
                <a:lnTo>
                  <a:pt x="400727" y="118192"/>
                </a:lnTo>
                <a:lnTo>
                  <a:pt x="400962" y="118669"/>
                </a:lnTo>
                <a:lnTo>
                  <a:pt x="401209" y="119140"/>
                </a:lnTo>
                <a:lnTo>
                  <a:pt x="401467" y="119604"/>
                </a:lnTo>
                <a:lnTo>
                  <a:pt x="401734" y="120060"/>
                </a:lnTo>
                <a:lnTo>
                  <a:pt x="402011" y="120508"/>
                </a:lnTo>
                <a:lnTo>
                  <a:pt x="402296" y="120947"/>
                </a:lnTo>
                <a:lnTo>
                  <a:pt x="402590" y="121377"/>
                </a:lnTo>
                <a:lnTo>
                  <a:pt x="402893" y="121799"/>
                </a:lnTo>
                <a:lnTo>
                  <a:pt x="403205" y="122211"/>
                </a:lnTo>
                <a:lnTo>
                  <a:pt x="403525" y="122615"/>
                </a:lnTo>
                <a:lnTo>
                  <a:pt x="403855" y="123010"/>
                </a:lnTo>
                <a:lnTo>
                  <a:pt x="404192" y="123396"/>
                </a:lnTo>
                <a:lnTo>
                  <a:pt x="404539" y="123774"/>
                </a:lnTo>
                <a:lnTo>
                  <a:pt x="404895" y="124142"/>
                </a:lnTo>
                <a:lnTo>
                  <a:pt x="405259" y="124502"/>
                </a:lnTo>
                <a:lnTo>
                  <a:pt x="405632" y="124853"/>
                </a:lnTo>
                <a:lnTo>
                  <a:pt x="406014" y="125196"/>
                </a:lnTo>
                <a:lnTo>
                  <a:pt x="406404" y="125529"/>
                </a:lnTo>
                <a:lnTo>
                  <a:pt x="406804" y="125854"/>
                </a:lnTo>
                <a:lnTo>
                  <a:pt x="407212" y="126170"/>
                </a:lnTo>
                <a:lnTo>
                  <a:pt x="407629" y="126477"/>
                </a:lnTo>
                <a:lnTo>
                  <a:pt x="408054" y="126776"/>
                </a:lnTo>
                <a:lnTo>
                  <a:pt x="408489" y="127065"/>
                </a:lnTo>
                <a:lnTo>
                  <a:pt x="408932" y="127346"/>
                </a:lnTo>
                <a:lnTo>
                  <a:pt x="409384" y="127618"/>
                </a:lnTo>
                <a:lnTo>
                  <a:pt x="409845" y="127881"/>
                </a:lnTo>
                <a:lnTo>
                  <a:pt x="410314" y="128136"/>
                </a:lnTo>
                <a:lnTo>
                  <a:pt x="410792" y="128381"/>
                </a:lnTo>
                <a:lnTo>
                  <a:pt x="411276" y="128615"/>
                </a:lnTo>
                <a:lnTo>
                  <a:pt x="411766" y="128839"/>
                </a:lnTo>
                <a:lnTo>
                  <a:pt x="412264" y="129053"/>
                </a:lnTo>
                <a:lnTo>
                  <a:pt x="412767" y="129256"/>
                </a:lnTo>
                <a:lnTo>
                  <a:pt x="413278" y="129449"/>
                </a:lnTo>
                <a:lnTo>
                  <a:pt x="413795" y="129631"/>
                </a:lnTo>
                <a:lnTo>
                  <a:pt x="414318" y="129803"/>
                </a:lnTo>
                <a:lnTo>
                  <a:pt x="414848" y="129965"/>
                </a:lnTo>
                <a:lnTo>
                  <a:pt x="415385" y="130116"/>
                </a:lnTo>
                <a:lnTo>
                  <a:pt x="415928" y="130257"/>
                </a:lnTo>
                <a:lnTo>
                  <a:pt x="416478" y="130387"/>
                </a:lnTo>
                <a:lnTo>
                  <a:pt x="417034" y="130507"/>
                </a:lnTo>
                <a:lnTo>
                  <a:pt x="417597" y="130616"/>
                </a:lnTo>
                <a:lnTo>
                  <a:pt x="418167" y="130715"/>
                </a:lnTo>
                <a:lnTo>
                  <a:pt x="418743" y="130804"/>
                </a:lnTo>
                <a:lnTo>
                  <a:pt x="419325" y="130882"/>
                </a:lnTo>
                <a:lnTo>
                  <a:pt x="419915" y="130950"/>
                </a:lnTo>
                <a:lnTo>
                  <a:pt x="420511" y="131007"/>
                </a:lnTo>
                <a:lnTo>
                  <a:pt x="421113" y="131054"/>
                </a:lnTo>
                <a:lnTo>
                  <a:pt x="421722" y="131091"/>
                </a:lnTo>
                <a:lnTo>
                  <a:pt x="422338" y="131117"/>
                </a:lnTo>
                <a:lnTo>
                  <a:pt x="422960" y="131132"/>
                </a:lnTo>
                <a:lnTo>
                  <a:pt x="423589" y="131137"/>
                </a:lnTo>
                <a:lnTo>
                  <a:pt x="450448" y="131137"/>
                </a:lnTo>
                <a:lnTo>
                  <a:pt x="450448" y="118182"/>
                </a:lnTo>
                <a:lnTo>
                  <a:pt x="423589" y="118182"/>
                </a:lnTo>
                <a:lnTo>
                  <a:pt x="423171" y="118176"/>
                </a:lnTo>
                <a:lnTo>
                  <a:pt x="422760" y="118160"/>
                </a:lnTo>
                <a:close/>
                <a:moveTo>
                  <a:pt x="764543" y="66990"/>
                </a:moveTo>
                <a:lnTo>
                  <a:pt x="764543" y="28756"/>
                </a:lnTo>
                <a:lnTo>
                  <a:pt x="818577" y="28756"/>
                </a:lnTo>
                <a:lnTo>
                  <a:pt x="818577" y="15801"/>
                </a:lnTo>
                <a:lnTo>
                  <a:pt x="750640" y="15801"/>
                </a:lnTo>
                <a:lnTo>
                  <a:pt x="750640" y="131137"/>
                </a:lnTo>
                <a:lnTo>
                  <a:pt x="764859" y="131137"/>
                </a:lnTo>
                <a:lnTo>
                  <a:pt x="764859" y="79946"/>
                </a:lnTo>
                <a:lnTo>
                  <a:pt x="814469" y="79946"/>
                </a:lnTo>
                <a:lnTo>
                  <a:pt x="814469" y="66990"/>
                </a:lnTo>
                <a:lnTo>
                  <a:pt x="764543" y="66990"/>
                </a:lnTo>
                <a:close/>
                <a:moveTo>
                  <a:pt x="916536" y="131137"/>
                </a:moveTo>
                <a:lnTo>
                  <a:pt x="892994" y="80736"/>
                </a:lnTo>
                <a:lnTo>
                  <a:pt x="893816" y="80451"/>
                </a:lnTo>
                <a:lnTo>
                  <a:pt x="894625" y="80148"/>
                </a:lnTo>
                <a:lnTo>
                  <a:pt x="895421" y="79828"/>
                </a:lnTo>
                <a:lnTo>
                  <a:pt x="896202" y="79490"/>
                </a:lnTo>
                <a:lnTo>
                  <a:pt x="896970" y="79135"/>
                </a:lnTo>
                <a:lnTo>
                  <a:pt x="897724" y="78762"/>
                </a:lnTo>
                <a:lnTo>
                  <a:pt x="898464" y="78371"/>
                </a:lnTo>
                <a:lnTo>
                  <a:pt x="899191" y="77963"/>
                </a:lnTo>
                <a:lnTo>
                  <a:pt x="899904" y="77538"/>
                </a:lnTo>
                <a:lnTo>
                  <a:pt x="900603" y="77094"/>
                </a:lnTo>
                <a:lnTo>
                  <a:pt x="901288" y="76634"/>
                </a:lnTo>
                <a:lnTo>
                  <a:pt x="901960" y="76155"/>
                </a:lnTo>
                <a:lnTo>
                  <a:pt x="902618" y="75659"/>
                </a:lnTo>
                <a:lnTo>
                  <a:pt x="903263" y="75146"/>
                </a:lnTo>
                <a:lnTo>
                  <a:pt x="903893" y="74615"/>
                </a:lnTo>
                <a:lnTo>
                  <a:pt x="904510" y="74067"/>
                </a:lnTo>
                <a:lnTo>
                  <a:pt x="905113" y="73500"/>
                </a:lnTo>
                <a:lnTo>
                  <a:pt x="905703" y="72917"/>
                </a:lnTo>
                <a:lnTo>
                  <a:pt x="906278" y="72316"/>
                </a:lnTo>
                <a:lnTo>
                  <a:pt x="906840" y="71697"/>
                </a:lnTo>
                <a:lnTo>
                  <a:pt x="907389" y="71061"/>
                </a:lnTo>
                <a:lnTo>
                  <a:pt x="907923" y="70407"/>
                </a:lnTo>
                <a:lnTo>
                  <a:pt x="908444" y="69735"/>
                </a:lnTo>
                <a:lnTo>
                  <a:pt x="908951" y="69046"/>
                </a:lnTo>
                <a:lnTo>
                  <a:pt x="909441" y="68343"/>
                </a:lnTo>
                <a:lnTo>
                  <a:pt x="909910" y="67627"/>
                </a:lnTo>
                <a:lnTo>
                  <a:pt x="910359" y="66901"/>
                </a:lnTo>
                <a:lnTo>
                  <a:pt x="910786" y="66162"/>
                </a:lnTo>
                <a:lnTo>
                  <a:pt x="911193" y="65413"/>
                </a:lnTo>
                <a:lnTo>
                  <a:pt x="911578" y="64651"/>
                </a:lnTo>
                <a:lnTo>
                  <a:pt x="911943" y="63879"/>
                </a:lnTo>
                <a:lnTo>
                  <a:pt x="912287" y="63094"/>
                </a:lnTo>
                <a:lnTo>
                  <a:pt x="912611" y="62298"/>
                </a:lnTo>
                <a:lnTo>
                  <a:pt x="912913" y="61491"/>
                </a:lnTo>
                <a:lnTo>
                  <a:pt x="913194" y="60672"/>
                </a:lnTo>
                <a:lnTo>
                  <a:pt x="913455" y="59842"/>
                </a:lnTo>
                <a:lnTo>
                  <a:pt x="913695" y="59000"/>
                </a:lnTo>
                <a:lnTo>
                  <a:pt x="913914" y="58146"/>
                </a:lnTo>
                <a:lnTo>
                  <a:pt x="914112" y="57281"/>
                </a:lnTo>
                <a:lnTo>
                  <a:pt x="914289" y="56405"/>
                </a:lnTo>
                <a:lnTo>
                  <a:pt x="914446" y="55517"/>
                </a:lnTo>
                <a:lnTo>
                  <a:pt x="914581" y="54617"/>
                </a:lnTo>
                <a:lnTo>
                  <a:pt x="914696" y="53706"/>
                </a:lnTo>
                <a:lnTo>
                  <a:pt x="914790" y="52784"/>
                </a:lnTo>
                <a:lnTo>
                  <a:pt x="914863" y="51850"/>
                </a:lnTo>
                <a:lnTo>
                  <a:pt x="914915" y="50904"/>
                </a:lnTo>
                <a:lnTo>
                  <a:pt x="914946" y="49947"/>
                </a:lnTo>
                <a:lnTo>
                  <a:pt x="914956" y="48979"/>
                </a:lnTo>
                <a:lnTo>
                  <a:pt x="914949" y="48154"/>
                </a:lnTo>
                <a:lnTo>
                  <a:pt x="914927" y="47337"/>
                </a:lnTo>
                <a:lnTo>
                  <a:pt x="914890" y="46530"/>
                </a:lnTo>
                <a:lnTo>
                  <a:pt x="914838" y="45731"/>
                </a:lnTo>
                <a:lnTo>
                  <a:pt x="914771" y="44942"/>
                </a:lnTo>
                <a:lnTo>
                  <a:pt x="914690" y="44160"/>
                </a:lnTo>
                <a:lnTo>
                  <a:pt x="914593" y="43388"/>
                </a:lnTo>
                <a:lnTo>
                  <a:pt x="914482" y="42625"/>
                </a:lnTo>
                <a:lnTo>
                  <a:pt x="914356" y="41870"/>
                </a:lnTo>
                <a:lnTo>
                  <a:pt x="914216" y="41124"/>
                </a:lnTo>
                <a:lnTo>
                  <a:pt x="914060" y="40387"/>
                </a:lnTo>
                <a:lnTo>
                  <a:pt x="913890" y="39658"/>
                </a:lnTo>
                <a:lnTo>
                  <a:pt x="913704" y="38939"/>
                </a:lnTo>
                <a:lnTo>
                  <a:pt x="913504" y="38228"/>
                </a:lnTo>
                <a:lnTo>
                  <a:pt x="913290" y="37526"/>
                </a:lnTo>
                <a:lnTo>
                  <a:pt x="913060" y="36832"/>
                </a:lnTo>
                <a:lnTo>
                  <a:pt x="912815" y="36148"/>
                </a:lnTo>
                <a:lnTo>
                  <a:pt x="912556" y="35472"/>
                </a:lnTo>
                <a:lnTo>
                  <a:pt x="912282" y="34805"/>
                </a:lnTo>
                <a:lnTo>
                  <a:pt x="911993" y="34147"/>
                </a:lnTo>
                <a:lnTo>
                  <a:pt x="911689" y="33497"/>
                </a:lnTo>
                <a:lnTo>
                  <a:pt x="911371" y="32856"/>
                </a:lnTo>
                <a:lnTo>
                  <a:pt x="911037" y="32224"/>
                </a:lnTo>
                <a:lnTo>
                  <a:pt x="910689" y="31601"/>
                </a:lnTo>
                <a:lnTo>
                  <a:pt x="910328" y="30988"/>
                </a:lnTo>
                <a:lnTo>
                  <a:pt x="909954" y="30386"/>
                </a:lnTo>
                <a:lnTo>
                  <a:pt x="909569" y="29795"/>
                </a:lnTo>
                <a:lnTo>
                  <a:pt x="909171" y="29215"/>
                </a:lnTo>
                <a:lnTo>
                  <a:pt x="908761" y="28647"/>
                </a:lnTo>
                <a:lnTo>
                  <a:pt x="908339" y="28090"/>
                </a:lnTo>
                <a:lnTo>
                  <a:pt x="907906" y="27544"/>
                </a:lnTo>
                <a:lnTo>
                  <a:pt x="907460" y="27010"/>
                </a:lnTo>
                <a:lnTo>
                  <a:pt x="907001" y="26486"/>
                </a:lnTo>
                <a:lnTo>
                  <a:pt x="906531" y="25974"/>
                </a:lnTo>
                <a:lnTo>
                  <a:pt x="906049" y="25474"/>
                </a:lnTo>
                <a:lnTo>
                  <a:pt x="905555" y="24984"/>
                </a:lnTo>
                <a:lnTo>
                  <a:pt x="905048" y="24506"/>
                </a:lnTo>
                <a:lnTo>
                  <a:pt x="904530" y="24039"/>
                </a:lnTo>
                <a:lnTo>
                  <a:pt x="903999" y="23583"/>
                </a:lnTo>
                <a:lnTo>
                  <a:pt x="903457" y="23139"/>
                </a:lnTo>
                <a:lnTo>
                  <a:pt x="902902" y="22705"/>
                </a:lnTo>
                <a:lnTo>
                  <a:pt x="902335" y="22284"/>
                </a:lnTo>
                <a:lnTo>
                  <a:pt x="901756" y="21873"/>
                </a:lnTo>
                <a:lnTo>
                  <a:pt x="901165" y="21473"/>
                </a:lnTo>
                <a:lnTo>
                  <a:pt x="900562" y="21085"/>
                </a:lnTo>
                <a:lnTo>
                  <a:pt x="899947" y="20708"/>
                </a:lnTo>
                <a:lnTo>
                  <a:pt x="899320" y="20343"/>
                </a:lnTo>
                <a:lnTo>
                  <a:pt x="898681" y="19988"/>
                </a:lnTo>
                <a:lnTo>
                  <a:pt x="898031" y="19647"/>
                </a:lnTo>
                <a:lnTo>
                  <a:pt x="897373" y="19319"/>
                </a:lnTo>
                <a:lnTo>
                  <a:pt x="896706" y="19007"/>
                </a:lnTo>
                <a:lnTo>
                  <a:pt x="896030" y="18709"/>
                </a:lnTo>
                <a:lnTo>
                  <a:pt x="895346" y="18425"/>
                </a:lnTo>
                <a:lnTo>
                  <a:pt x="894652" y="18156"/>
                </a:lnTo>
                <a:lnTo>
                  <a:pt x="893950" y="17902"/>
                </a:lnTo>
                <a:lnTo>
                  <a:pt x="893239" y="17662"/>
                </a:lnTo>
                <a:lnTo>
                  <a:pt x="892519" y="17436"/>
                </a:lnTo>
                <a:lnTo>
                  <a:pt x="891791" y="17226"/>
                </a:lnTo>
                <a:lnTo>
                  <a:pt x="891054" y="17029"/>
                </a:lnTo>
                <a:lnTo>
                  <a:pt x="890307" y="16848"/>
                </a:lnTo>
                <a:lnTo>
                  <a:pt x="889553" y="16680"/>
                </a:lnTo>
                <a:lnTo>
                  <a:pt x="888789" y="16528"/>
                </a:lnTo>
                <a:lnTo>
                  <a:pt x="888017" y="16390"/>
                </a:lnTo>
                <a:lnTo>
                  <a:pt x="887235" y="16266"/>
                </a:lnTo>
                <a:lnTo>
                  <a:pt x="886445" y="16157"/>
                </a:lnTo>
                <a:lnTo>
                  <a:pt x="885647" y="16062"/>
                </a:lnTo>
                <a:lnTo>
                  <a:pt x="884839" y="15982"/>
                </a:lnTo>
                <a:lnTo>
                  <a:pt x="884023" y="15917"/>
                </a:lnTo>
                <a:lnTo>
                  <a:pt x="883198" y="15866"/>
                </a:lnTo>
                <a:lnTo>
                  <a:pt x="882364" y="15830"/>
                </a:lnTo>
                <a:lnTo>
                  <a:pt x="881521" y="15808"/>
                </a:lnTo>
                <a:lnTo>
                  <a:pt x="880670" y="15801"/>
                </a:lnTo>
                <a:lnTo>
                  <a:pt x="845122" y="15801"/>
                </a:lnTo>
                <a:lnTo>
                  <a:pt x="845122" y="131137"/>
                </a:lnTo>
                <a:lnTo>
                  <a:pt x="859184" y="131137"/>
                </a:lnTo>
                <a:lnTo>
                  <a:pt x="859184" y="82159"/>
                </a:lnTo>
                <a:lnTo>
                  <a:pt x="878300" y="82159"/>
                </a:lnTo>
                <a:lnTo>
                  <a:pt x="900894" y="131137"/>
                </a:lnTo>
                <a:lnTo>
                  <a:pt x="916536" y="131137"/>
                </a:lnTo>
                <a:close/>
                <a:moveTo>
                  <a:pt x="882827" y="28684"/>
                </a:moveTo>
                <a:lnTo>
                  <a:pt x="883522" y="28751"/>
                </a:lnTo>
                <a:lnTo>
                  <a:pt x="884205" y="28837"/>
                </a:lnTo>
                <a:lnTo>
                  <a:pt x="884876" y="28943"/>
                </a:lnTo>
                <a:lnTo>
                  <a:pt x="885535" y="29068"/>
                </a:lnTo>
                <a:lnTo>
                  <a:pt x="886182" y="29212"/>
                </a:lnTo>
                <a:lnTo>
                  <a:pt x="886817" y="29375"/>
                </a:lnTo>
                <a:lnTo>
                  <a:pt x="887439" y="29557"/>
                </a:lnTo>
                <a:lnTo>
                  <a:pt x="888050" y="29759"/>
                </a:lnTo>
                <a:lnTo>
                  <a:pt x="888648" y="29980"/>
                </a:lnTo>
                <a:lnTo>
                  <a:pt x="889235" y="30220"/>
                </a:lnTo>
                <a:lnTo>
                  <a:pt x="889809" y="30479"/>
                </a:lnTo>
                <a:lnTo>
                  <a:pt x="890371" y="30758"/>
                </a:lnTo>
                <a:lnTo>
                  <a:pt x="890921" y="31055"/>
                </a:lnTo>
                <a:lnTo>
                  <a:pt x="891460" y="31372"/>
                </a:lnTo>
                <a:lnTo>
                  <a:pt x="891986" y="31708"/>
                </a:lnTo>
                <a:lnTo>
                  <a:pt x="892500" y="32063"/>
                </a:lnTo>
                <a:lnTo>
                  <a:pt x="893002" y="32438"/>
                </a:lnTo>
                <a:lnTo>
                  <a:pt x="893492" y="32832"/>
                </a:lnTo>
                <a:lnTo>
                  <a:pt x="893969" y="33244"/>
                </a:lnTo>
                <a:lnTo>
                  <a:pt x="894435" y="33677"/>
                </a:lnTo>
                <a:lnTo>
                  <a:pt x="894889" y="34128"/>
                </a:lnTo>
                <a:lnTo>
                  <a:pt x="895327" y="34595"/>
                </a:lnTo>
                <a:lnTo>
                  <a:pt x="895747" y="35076"/>
                </a:lnTo>
                <a:lnTo>
                  <a:pt x="896148" y="35570"/>
                </a:lnTo>
                <a:lnTo>
                  <a:pt x="896531" y="36077"/>
                </a:lnTo>
                <a:lnTo>
                  <a:pt x="896894" y="36597"/>
                </a:lnTo>
                <a:lnTo>
                  <a:pt x="897240" y="37130"/>
                </a:lnTo>
                <a:lnTo>
                  <a:pt x="897566" y="37676"/>
                </a:lnTo>
                <a:lnTo>
                  <a:pt x="897874" y="38236"/>
                </a:lnTo>
                <a:lnTo>
                  <a:pt x="898163" y="38809"/>
                </a:lnTo>
                <a:lnTo>
                  <a:pt x="898434" y="39394"/>
                </a:lnTo>
                <a:lnTo>
                  <a:pt x="898686" y="39994"/>
                </a:lnTo>
                <a:lnTo>
                  <a:pt x="898919" y="40606"/>
                </a:lnTo>
                <a:lnTo>
                  <a:pt x="899134" y="41231"/>
                </a:lnTo>
                <a:lnTo>
                  <a:pt x="899329" y="41870"/>
                </a:lnTo>
                <a:lnTo>
                  <a:pt x="899507" y="42521"/>
                </a:lnTo>
                <a:lnTo>
                  <a:pt x="899665" y="43186"/>
                </a:lnTo>
                <a:lnTo>
                  <a:pt x="899805" y="43864"/>
                </a:lnTo>
                <a:lnTo>
                  <a:pt x="899927" y="44555"/>
                </a:lnTo>
                <a:lnTo>
                  <a:pt x="900029" y="45260"/>
                </a:lnTo>
                <a:lnTo>
                  <a:pt x="900113" y="45977"/>
                </a:lnTo>
                <a:lnTo>
                  <a:pt x="900178" y="46708"/>
                </a:lnTo>
                <a:lnTo>
                  <a:pt x="900225" y="47451"/>
                </a:lnTo>
                <a:lnTo>
                  <a:pt x="900253" y="48208"/>
                </a:lnTo>
                <a:lnTo>
                  <a:pt x="900262" y="48979"/>
                </a:lnTo>
                <a:lnTo>
                  <a:pt x="900253" y="49736"/>
                </a:lnTo>
                <a:lnTo>
                  <a:pt x="900225" y="50481"/>
                </a:lnTo>
                <a:lnTo>
                  <a:pt x="900178" y="51214"/>
                </a:lnTo>
                <a:lnTo>
                  <a:pt x="900113" y="51934"/>
                </a:lnTo>
                <a:lnTo>
                  <a:pt x="900029" y="52642"/>
                </a:lnTo>
                <a:lnTo>
                  <a:pt x="899927" y="53338"/>
                </a:lnTo>
                <a:lnTo>
                  <a:pt x="899805" y="54022"/>
                </a:lnTo>
                <a:lnTo>
                  <a:pt x="899665" y="54693"/>
                </a:lnTo>
                <a:lnTo>
                  <a:pt x="899507" y="55352"/>
                </a:lnTo>
                <a:lnTo>
                  <a:pt x="899329" y="55998"/>
                </a:lnTo>
                <a:lnTo>
                  <a:pt x="899134" y="56632"/>
                </a:lnTo>
                <a:lnTo>
                  <a:pt x="898919" y="57254"/>
                </a:lnTo>
                <a:lnTo>
                  <a:pt x="898686" y="57863"/>
                </a:lnTo>
                <a:lnTo>
                  <a:pt x="898434" y="58460"/>
                </a:lnTo>
                <a:lnTo>
                  <a:pt x="898163" y="59045"/>
                </a:lnTo>
                <a:lnTo>
                  <a:pt x="897874" y="59617"/>
                </a:lnTo>
                <a:lnTo>
                  <a:pt x="897566" y="60177"/>
                </a:lnTo>
                <a:lnTo>
                  <a:pt x="897240" y="60725"/>
                </a:lnTo>
                <a:lnTo>
                  <a:pt x="896894" y="61260"/>
                </a:lnTo>
                <a:lnTo>
                  <a:pt x="896531" y="61783"/>
                </a:lnTo>
                <a:lnTo>
                  <a:pt x="896148" y="62294"/>
                </a:lnTo>
                <a:lnTo>
                  <a:pt x="895747" y="62792"/>
                </a:lnTo>
                <a:lnTo>
                  <a:pt x="895327" y="63278"/>
                </a:lnTo>
                <a:lnTo>
                  <a:pt x="894889" y="63752"/>
                </a:lnTo>
                <a:lnTo>
                  <a:pt x="894435" y="64210"/>
                </a:lnTo>
                <a:lnTo>
                  <a:pt x="893969" y="64648"/>
                </a:lnTo>
                <a:lnTo>
                  <a:pt x="893492" y="65066"/>
                </a:lnTo>
                <a:lnTo>
                  <a:pt x="893002" y="65466"/>
                </a:lnTo>
                <a:lnTo>
                  <a:pt x="892500" y="65845"/>
                </a:lnTo>
                <a:lnTo>
                  <a:pt x="891986" y="66205"/>
                </a:lnTo>
                <a:lnTo>
                  <a:pt x="891460" y="66546"/>
                </a:lnTo>
                <a:lnTo>
                  <a:pt x="890921" y="66867"/>
                </a:lnTo>
                <a:lnTo>
                  <a:pt x="890371" y="67169"/>
                </a:lnTo>
                <a:lnTo>
                  <a:pt x="889809" y="67452"/>
                </a:lnTo>
                <a:lnTo>
                  <a:pt x="889235" y="67714"/>
                </a:lnTo>
                <a:lnTo>
                  <a:pt x="888648" y="67958"/>
                </a:lnTo>
                <a:lnTo>
                  <a:pt x="888050" y="68182"/>
                </a:lnTo>
                <a:lnTo>
                  <a:pt x="887439" y="68386"/>
                </a:lnTo>
                <a:lnTo>
                  <a:pt x="886817" y="68571"/>
                </a:lnTo>
                <a:lnTo>
                  <a:pt x="886182" y="68737"/>
                </a:lnTo>
                <a:lnTo>
                  <a:pt x="885535" y="68883"/>
                </a:lnTo>
                <a:lnTo>
                  <a:pt x="884876" y="69009"/>
                </a:lnTo>
                <a:lnTo>
                  <a:pt x="884205" y="69116"/>
                </a:lnTo>
                <a:lnTo>
                  <a:pt x="883522" y="69204"/>
                </a:lnTo>
                <a:lnTo>
                  <a:pt x="882827" y="69272"/>
                </a:lnTo>
                <a:lnTo>
                  <a:pt x="882120" y="69321"/>
                </a:lnTo>
                <a:lnTo>
                  <a:pt x="881401" y="69350"/>
                </a:lnTo>
                <a:lnTo>
                  <a:pt x="880670" y="69360"/>
                </a:lnTo>
                <a:lnTo>
                  <a:pt x="859184" y="69360"/>
                </a:lnTo>
                <a:lnTo>
                  <a:pt x="859184" y="28597"/>
                </a:lnTo>
                <a:lnTo>
                  <a:pt x="880670" y="28597"/>
                </a:lnTo>
                <a:lnTo>
                  <a:pt x="881401" y="28607"/>
                </a:lnTo>
                <a:lnTo>
                  <a:pt x="882120" y="28636"/>
                </a:lnTo>
                <a:lnTo>
                  <a:pt x="882827" y="28684"/>
                </a:lnTo>
                <a:close/>
                <a:moveTo>
                  <a:pt x="29641" y="73395"/>
                </a:moveTo>
                <a:lnTo>
                  <a:pt x="30316" y="73291"/>
                </a:lnTo>
                <a:lnTo>
                  <a:pt x="30977" y="73178"/>
                </a:lnTo>
                <a:lnTo>
                  <a:pt x="31625" y="73056"/>
                </a:lnTo>
                <a:lnTo>
                  <a:pt x="32260" y="72925"/>
                </a:lnTo>
                <a:lnTo>
                  <a:pt x="32881" y="72784"/>
                </a:lnTo>
                <a:lnTo>
                  <a:pt x="33488" y="72635"/>
                </a:lnTo>
                <a:lnTo>
                  <a:pt x="34082" y="72477"/>
                </a:lnTo>
                <a:lnTo>
                  <a:pt x="34663" y="72309"/>
                </a:lnTo>
                <a:lnTo>
                  <a:pt x="35231" y="72133"/>
                </a:lnTo>
                <a:lnTo>
                  <a:pt x="35784" y="71947"/>
                </a:lnTo>
                <a:lnTo>
                  <a:pt x="36325" y="71753"/>
                </a:lnTo>
                <a:lnTo>
                  <a:pt x="36852" y="71549"/>
                </a:lnTo>
                <a:lnTo>
                  <a:pt x="37366" y="71337"/>
                </a:lnTo>
                <a:lnTo>
                  <a:pt x="37867" y="71115"/>
                </a:lnTo>
                <a:lnTo>
                  <a:pt x="38356" y="70886"/>
                </a:lnTo>
                <a:lnTo>
                  <a:pt x="38834" y="70649"/>
                </a:lnTo>
                <a:lnTo>
                  <a:pt x="39299" y="70404"/>
                </a:lnTo>
                <a:lnTo>
                  <a:pt x="39753" y="70150"/>
                </a:lnTo>
                <a:lnTo>
                  <a:pt x="40196" y="69889"/>
                </a:lnTo>
                <a:lnTo>
                  <a:pt x="40626" y="69620"/>
                </a:lnTo>
                <a:lnTo>
                  <a:pt x="41044" y="69343"/>
                </a:lnTo>
                <a:lnTo>
                  <a:pt x="41451" y="69059"/>
                </a:lnTo>
                <a:lnTo>
                  <a:pt x="41846" y="68766"/>
                </a:lnTo>
                <a:lnTo>
                  <a:pt x="42229" y="68465"/>
                </a:lnTo>
                <a:lnTo>
                  <a:pt x="42601" y="68156"/>
                </a:lnTo>
                <a:lnTo>
                  <a:pt x="42960" y="67839"/>
                </a:lnTo>
                <a:lnTo>
                  <a:pt x="43308" y="67515"/>
                </a:lnTo>
                <a:lnTo>
                  <a:pt x="43644" y="67182"/>
                </a:lnTo>
                <a:lnTo>
                  <a:pt x="43968" y="66842"/>
                </a:lnTo>
                <a:lnTo>
                  <a:pt x="44280" y="66493"/>
                </a:lnTo>
                <a:lnTo>
                  <a:pt x="44581" y="66137"/>
                </a:lnTo>
                <a:lnTo>
                  <a:pt x="44870" y="65773"/>
                </a:lnTo>
                <a:lnTo>
                  <a:pt x="45147" y="65400"/>
                </a:lnTo>
                <a:lnTo>
                  <a:pt x="45412" y="65020"/>
                </a:lnTo>
                <a:lnTo>
                  <a:pt x="45665" y="64632"/>
                </a:lnTo>
                <a:lnTo>
                  <a:pt x="45906" y="64236"/>
                </a:lnTo>
                <a:lnTo>
                  <a:pt x="46136" y="63832"/>
                </a:lnTo>
                <a:lnTo>
                  <a:pt x="46354" y="63420"/>
                </a:lnTo>
                <a:lnTo>
                  <a:pt x="46561" y="63002"/>
                </a:lnTo>
                <a:lnTo>
                  <a:pt x="46756" y="62577"/>
                </a:lnTo>
                <a:lnTo>
                  <a:pt x="46939" y="62146"/>
                </a:lnTo>
                <a:lnTo>
                  <a:pt x="47111" y="61708"/>
                </a:lnTo>
                <a:lnTo>
                  <a:pt x="47272" y="61264"/>
                </a:lnTo>
                <a:lnTo>
                  <a:pt x="47421" y="60813"/>
                </a:lnTo>
                <a:lnTo>
                  <a:pt x="47558" y="60355"/>
                </a:lnTo>
                <a:lnTo>
                  <a:pt x="47684" y="59891"/>
                </a:lnTo>
                <a:lnTo>
                  <a:pt x="47798" y="59420"/>
                </a:lnTo>
                <a:lnTo>
                  <a:pt x="47901" y="58943"/>
                </a:lnTo>
                <a:lnTo>
                  <a:pt x="47993" y="58459"/>
                </a:lnTo>
                <a:lnTo>
                  <a:pt x="48072" y="57969"/>
                </a:lnTo>
                <a:lnTo>
                  <a:pt x="48141" y="57472"/>
                </a:lnTo>
                <a:lnTo>
                  <a:pt x="48197" y="56968"/>
                </a:lnTo>
                <a:lnTo>
                  <a:pt x="48243" y="56458"/>
                </a:lnTo>
                <a:lnTo>
                  <a:pt x="48276" y="55941"/>
                </a:lnTo>
                <a:lnTo>
                  <a:pt x="48299" y="55418"/>
                </a:lnTo>
                <a:lnTo>
                  <a:pt x="48309" y="54888"/>
                </a:lnTo>
                <a:lnTo>
                  <a:pt x="48309" y="54351"/>
                </a:lnTo>
                <a:lnTo>
                  <a:pt x="48296" y="53808"/>
                </a:lnTo>
                <a:lnTo>
                  <a:pt x="48272" y="53258"/>
                </a:lnTo>
                <a:lnTo>
                  <a:pt x="48237" y="52702"/>
                </a:lnTo>
                <a:lnTo>
                  <a:pt x="48190" y="52139"/>
                </a:lnTo>
                <a:lnTo>
                  <a:pt x="45820" y="26227"/>
                </a:lnTo>
                <a:lnTo>
                  <a:pt x="45776" y="25667"/>
                </a:lnTo>
                <a:lnTo>
                  <a:pt x="45748" y="25119"/>
                </a:lnTo>
                <a:lnTo>
                  <a:pt x="45736" y="24582"/>
                </a:lnTo>
                <a:lnTo>
                  <a:pt x="45741" y="24057"/>
                </a:lnTo>
                <a:lnTo>
                  <a:pt x="45762" y="23544"/>
                </a:lnTo>
                <a:lnTo>
                  <a:pt x="45800" y="23043"/>
                </a:lnTo>
                <a:lnTo>
                  <a:pt x="45854" y="22553"/>
                </a:lnTo>
                <a:lnTo>
                  <a:pt x="45925" y="22076"/>
                </a:lnTo>
                <a:lnTo>
                  <a:pt x="46012" y="21610"/>
                </a:lnTo>
                <a:lnTo>
                  <a:pt x="46115" y="21156"/>
                </a:lnTo>
                <a:lnTo>
                  <a:pt x="46235" y="20713"/>
                </a:lnTo>
                <a:lnTo>
                  <a:pt x="46372" y="20283"/>
                </a:lnTo>
                <a:lnTo>
                  <a:pt x="46525" y="19864"/>
                </a:lnTo>
                <a:lnTo>
                  <a:pt x="46694" y="19457"/>
                </a:lnTo>
                <a:lnTo>
                  <a:pt x="46880" y="19062"/>
                </a:lnTo>
                <a:lnTo>
                  <a:pt x="47083" y="18679"/>
                </a:lnTo>
                <a:lnTo>
                  <a:pt x="47301" y="18307"/>
                </a:lnTo>
                <a:lnTo>
                  <a:pt x="47537" y="17948"/>
                </a:lnTo>
                <a:lnTo>
                  <a:pt x="47788" y="17600"/>
                </a:lnTo>
                <a:lnTo>
                  <a:pt x="48057" y="17264"/>
                </a:lnTo>
                <a:lnTo>
                  <a:pt x="48341" y="16939"/>
                </a:lnTo>
                <a:lnTo>
                  <a:pt x="48643" y="16627"/>
                </a:lnTo>
                <a:lnTo>
                  <a:pt x="48960" y="16326"/>
                </a:lnTo>
                <a:lnTo>
                  <a:pt x="49294" y="16037"/>
                </a:lnTo>
                <a:lnTo>
                  <a:pt x="49642" y="15760"/>
                </a:lnTo>
                <a:lnTo>
                  <a:pt x="50002" y="15494"/>
                </a:lnTo>
                <a:lnTo>
                  <a:pt x="50373" y="15241"/>
                </a:lnTo>
                <a:lnTo>
                  <a:pt x="50756" y="14999"/>
                </a:lnTo>
                <a:lnTo>
                  <a:pt x="51150" y="14769"/>
                </a:lnTo>
                <a:lnTo>
                  <a:pt x="51556" y="14551"/>
                </a:lnTo>
                <a:lnTo>
                  <a:pt x="51973" y="14344"/>
                </a:lnTo>
                <a:lnTo>
                  <a:pt x="52402" y="14150"/>
                </a:lnTo>
                <a:lnTo>
                  <a:pt x="52842" y="13967"/>
                </a:lnTo>
                <a:lnTo>
                  <a:pt x="53294" y="13796"/>
                </a:lnTo>
                <a:lnTo>
                  <a:pt x="53757" y="13637"/>
                </a:lnTo>
                <a:lnTo>
                  <a:pt x="54232" y="13489"/>
                </a:lnTo>
                <a:lnTo>
                  <a:pt x="54719" y="13354"/>
                </a:lnTo>
                <a:lnTo>
                  <a:pt x="55217" y="13230"/>
                </a:lnTo>
                <a:lnTo>
                  <a:pt x="55726" y="13118"/>
                </a:lnTo>
                <a:lnTo>
                  <a:pt x="56247" y="13017"/>
                </a:lnTo>
                <a:lnTo>
                  <a:pt x="56780" y="12929"/>
                </a:lnTo>
                <a:lnTo>
                  <a:pt x="57324" y="12852"/>
                </a:lnTo>
                <a:lnTo>
                  <a:pt x="57879" y="12787"/>
                </a:lnTo>
                <a:lnTo>
                  <a:pt x="58446" y="12734"/>
                </a:lnTo>
                <a:lnTo>
                  <a:pt x="59025" y="12693"/>
                </a:lnTo>
                <a:lnTo>
                  <a:pt x="59615" y="12664"/>
                </a:lnTo>
                <a:lnTo>
                  <a:pt x="60217" y="12646"/>
                </a:lnTo>
                <a:lnTo>
                  <a:pt x="60830" y="12640"/>
                </a:lnTo>
                <a:lnTo>
                  <a:pt x="67940" y="12640"/>
                </a:lnTo>
                <a:lnTo>
                  <a:pt x="67940" y="0"/>
                </a:lnTo>
                <a:lnTo>
                  <a:pt x="60830" y="0"/>
                </a:lnTo>
                <a:lnTo>
                  <a:pt x="60058" y="5"/>
                </a:lnTo>
                <a:lnTo>
                  <a:pt x="59293" y="21"/>
                </a:lnTo>
                <a:lnTo>
                  <a:pt x="58538" y="48"/>
                </a:lnTo>
                <a:lnTo>
                  <a:pt x="57791" y="86"/>
                </a:lnTo>
                <a:lnTo>
                  <a:pt x="57052" y="134"/>
                </a:lnTo>
                <a:lnTo>
                  <a:pt x="56322" y="193"/>
                </a:lnTo>
                <a:lnTo>
                  <a:pt x="55600" y="262"/>
                </a:lnTo>
                <a:lnTo>
                  <a:pt x="54887" y="342"/>
                </a:lnTo>
                <a:lnTo>
                  <a:pt x="54183" y="433"/>
                </a:lnTo>
                <a:lnTo>
                  <a:pt x="53487" y="535"/>
                </a:lnTo>
                <a:lnTo>
                  <a:pt x="52799" y="647"/>
                </a:lnTo>
                <a:lnTo>
                  <a:pt x="52120" y="770"/>
                </a:lnTo>
                <a:lnTo>
                  <a:pt x="51449" y="904"/>
                </a:lnTo>
                <a:lnTo>
                  <a:pt x="50787" y="1048"/>
                </a:lnTo>
                <a:lnTo>
                  <a:pt x="50134" y="1204"/>
                </a:lnTo>
                <a:lnTo>
                  <a:pt x="49489" y="1369"/>
                </a:lnTo>
                <a:lnTo>
                  <a:pt x="48852" y="1546"/>
                </a:lnTo>
                <a:lnTo>
                  <a:pt x="48224" y="1733"/>
                </a:lnTo>
                <a:lnTo>
                  <a:pt x="47604" y="1931"/>
                </a:lnTo>
                <a:lnTo>
                  <a:pt x="46993" y="2140"/>
                </a:lnTo>
                <a:lnTo>
                  <a:pt x="46391" y="2359"/>
                </a:lnTo>
                <a:lnTo>
                  <a:pt x="45797" y="2589"/>
                </a:lnTo>
                <a:lnTo>
                  <a:pt x="45211" y="2830"/>
                </a:lnTo>
                <a:lnTo>
                  <a:pt x="44634" y="3081"/>
                </a:lnTo>
                <a:lnTo>
                  <a:pt x="44067" y="3343"/>
                </a:lnTo>
                <a:lnTo>
                  <a:pt x="43512" y="3614"/>
                </a:lnTo>
                <a:lnTo>
                  <a:pt x="42969" y="3895"/>
                </a:lnTo>
                <a:lnTo>
                  <a:pt x="42437" y="4185"/>
                </a:lnTo>
                <a:lnTo>
                  <a:pt x="41918" y="4485"/>
                </a:lnTo>
                <a:lnTo>
                  <a:pt x="41410" y="4794"/>
                </a:lnTo>
                <a:lnTo>
                  <a:pt x="40914" y="5114"/>
                </a:lnTo>
                <a:lnTo>
                  <a:pt x="40429" y="5442"/>
                </a:lnTo>
                <a:lnTo>
                  <a:pt x="39957" y="5781"/>
                </a:lnTo>
                <a:lnTo>
                  <a:pt x="39496" y="6129"/>
                </a:lnTo>
                <a:lnTo>
                  <a:pt x="39047" y="6486"/>
                </a:lnTo>
                <a:lnTo>
                  <a:pt x="38610" y="6853"/>
                </a:lnTo>
                <a:lnTo>
                  <a:pt x="38185" y="7230"/>
                </a:lnTo>
                <a:lnTo>
                  <a:pt x="37771" y="7617"/>
                </a:lnTo>
                <a:lnTo>
                  <a:pt x="37370" y="8013"/>
                </a:lnTo>
                <a:lnTo>
                  <a:pt x="36980" y="8418"/>
                </a:lnTo>
                <a:lnTo>
                  <a:pt x="36601" y="8833"/>
                </a:lnTo>
                <a:lnTo>
                  <a:pt x="36235" y="9258"/>
                </a:lnTo>
                <a:lnTo>
                  <a:pt x="35880" y="9692"/>
                </a:lnTo>
                <a:lnTo>
                  <a:pt x="35538" y="10136"/>
                </a:lnTo>
                <a:lnTo>
                  <a:pt x="35207" y="10590"/>
                </a:lnTo>
                <a:lnTo>
                  <a:pt x="34887" y="11053"/>
                </a:lnTo>
                <a:lnTo>
                  <a:pt x="34580" y="11526"/>
                </a:lnTo>
                <a:lnTo>
                  <a:pt x="34285" y="12008"/>
                </a:lnTo>
                <a:lnTo>
                  <a:pt x="34002" y="12500"/>
                </a:lnTo>
                <a:lnTo>
                  <a:pt x="33735" y="13000"/>
                </a:lnTo>
                <a:lnTo>
                  <a:pt x="33483" y="13509"/>
                </a:lnTo>
                <a:lnTo>
                  <a:pt x="33245" y="14027"/>
                </a:lnTo>
                <a:lnTo>
                  <a:pt x="33022" y="14554"/>
                </a:lnTo>
                <a:lnTo>
                  <a:pt x="32814" y="15089"/>
                </a:lnTo>
                <a:lnTo>
                  <a:pt x="32621" y="15634"/>
                </a:lnTo>
                <a:lnTo>
                  <a:pt x="32442" y="16187"/>
                </a:lnTo>
                <a:lnTo>
                  <a:pt x="32278" y="16748"/>
                </a:lnTo>
                <a:lnTo>
                  <a:pt x="32129" y="17319"/>
                </a:lnTo>
                <a:lnTo>
                  <a:pt x="31995" y="17898"/>
                </a:lnTo>
                <a:lnTo>
                  <a:pt x="31876" y="18486"/>
                </a:lnTo>
                <a:lnTo>
                  <a:pt x="31772" y="19083"/>
                </a:lnTo>
                <a:lnTo>
                  <a:pt x="31682" y="19689"/>
                </a:lnTo>
                <a:lnTo>
                  <a:pt x="31607" y="20303"/>
                </a:lnTo>
                <a:lnTo>
                  <a:pt x="31547" y="20926"/>
                </a:lnTo>
                <a:lnTo>
                  <a:pt x="31502" y="21558"/>
                </a:lnTo>
                <a:lnTo>
                  <a:pt x="31471" y="22199"/>
                </a:lnTo>
                <a:lnTo>
                  <a:pt x="31455" y="22848"/>
                </a:lnTo>
                <a:lnTo>
                  <a:pt x="31454" y="23507"/>
                </a:lnTo>
                <a:lnTo>
                  <a:pt x="31468" y="24174"/>
                </a:lnTo>
                <a:lnTo>
                  <a:pt x="31497" y="24850"/>
                </a:lnTo>
                <a:lnTo>
                  <a:pt x="31541" y="25534"/>
                </a:lnTo>
                <a:lnTo>
                  <a:pt x="31599" y="26227"/>
                </a:lnTo>
                <a:lnTo>
                  <a:pt x="33969" y="52139"/>
                </a:lnTo>
                <a:lnTo>
                  <a:pt x="34028" y="52829"/>
                </a:lnTo>
                <a:lnTo>
                  <a:pt x="34073" y="53502"/>
                </a:lnTo>
                <a:lnTo>
                  <a:pt x="34105" y="54160"/>
                </a:lnTo>
                <a:lnTo>
                  <a:pt x="34123" y="54801"/>
                </a:lnTo>
                <a:lnTo>
                  <a:pt x="34127" y="55426"/>
                </a:lnTo>
                <a:lnTo>
                  <a:pt x="34117" y="56034"/>
                </a:lnTo>
                <a:lnTo>
                  <a:pt x="34094" y="56627"/>
                </a:lnTo>
                <a:lnTo>
                  <a:pt x="34057" y="57204"/>
                </a:lnTo>
                <a:lnTo>
                  <a:pt x="34006" y="57764"/>
                </a:lnTo>
                <a:lnTo>
                  <a:pt x="33942" y="58308"/>
                </a:lnTo>
                <a:lnTo>
                  <a:pt x="33863" y="58836"/>
                </a:lnTo>
                <a:lnTo>
                  <a:pt x="33772" y="59348"/>
                </a:lnTo>
                <a:lnTo>
                  <a:pt x="33666" y="59843"/>
                </a:lnTo>
                <a:lnTo>
                  <a:pt x="33547" y="60323"/>
                </a:lnTo>
                <a:lnTo>
                  <a:pt x="33414" y="60786"/>
                </a:lnTo>
                <a:lnTo>
                  <a:pt x="33267" y="61233"/>
                </a:lnTo>
                <a:lnTo>
                  <a:pt x="33106" y="61664"/>
                </a:lnTo>
                <a:lnTo>
                  <a:pt x="32932" y="62078"/>
                </a:lnTo>
                <a:lnTo>
                  <a:pt x="32744" y="62477"/>
                </a:lnTo>
                <a:lnTo>
                  <a:pt x="32543" y="62859"/>
                </a:lnTo>
                <a:lnTo>
                  <a:pt x="32327" y="63226"/>
                </a:lnTo>
                <a:lnTo>
                  <a:pt x="32098" y="63576"/>
                </a:lnTo>
                <a:lnTo>
                  <a:pt x="31855" y="63909"/>
                </a:lnTo>
                <a:lnTo>
                  <a:pt x="31599" y="64227"/>
                </a:lnTo>
                <a:lnTo>
                  <a:pt x="31323" y="64530"/>
                </a:lnTo>
                <a:lnTo>
                  <a:pt x="31023" y="64820"/>
                </a:lnTo>
                <a:lnTo>
                  <a:pt x="30698" y="65097"/>
                </a:lnTo>
                <a:lnTo>
                  <a:pt x="30349" y="65362"/>
                </a:lnTo>
                <a:lnTo>
                  <a:pt x="29974" y="65613"/>
                </a:lnTo>
                <a:lnTo>
                  <a:pt x="29575" y="65851"/>
                </a:lnTo>
                <a:lnTo>
                  <a:pt x="29152" y="66077"/>
                </a:lnTo>
                <a:lnTo>
                  <a:pt x="28703" y="66290"/>
                </a:lnTo>
                <a:lnTo>
                  <a:pt x="28230" y="66490"/>
                </a:lnTo>
                <a:lnTo>
                  <a:pt x="27732" y="66676"/>
                </a:lnTo>
                <a:lnTo>
                  <a:pt x="27210" y="66850"/>
                </a:lnTo>
                <a:lnTo>
                  <a:pt x="26663" y="67012"/>
                </a:lnTo>
                <a:lnTo>
                  <a:pt x="26091" y="67160"/>
                </a:lnTo>
                <a:lnTo>
                  <a:pt x="25494" y="67295"/>
                </a:lnTo>
                <a:lnTo>
                  <a:pt x="24873" y="67418"/>
                </a:lnTo>
                <a:lnTo>
                  <a:pt x="24227" y="67527"/>
                </a:lnTo>
                <a:lnTo>
                  <a:pt x="23556" y="67624"/>
                </a:lnTo>
                <a:lnTo>
                  <a:pt x="22861" y="67708"/>
                </a:lnTo>
                <a:lnTo>
                  <a:pt x="22141" y="67779"/>
                </a:lnTo>
                <a:lnTo>
                  <a:pt x="21396" y="67837"/>
                </a:lnTo>
                <a:lnTo>
                  <a:pt x="20627" y="67882"/>
                </a:lnTo>
                <a:lnTo>
                  <a:pt x="19833" y="67914"/>
                </a:lnTo>
                <a:lnTo>
                  <a:pt x="19014" y="67933"/>
                </a:lnTo>
                <a:lnTo>
                  <a:pt x="18170" y="67940"/>
                </a:lnTo>
                <a:lnTo>
                  <a:pt x="0" y="67940"/>
                </a:lnTo>
                <a:lnTo>
                  <a:pt x="0" y="80577"/>
                </a:lnTo>
                <a:lnTo>
                  <a:pt x="18170" y="80577"/>
                </a:lnTo>
                <a:lnTo>
                  <a:pt x="19014" y="80584"/>
                </a:lnTo>
                <a:lnTo>
                  <a:pt x="19833" y="80603"/>
                </a:lnTo>
                <a:lnTo>
                  <a:pt x="20627" y="80635"/>
                </a:lnTo>
                <a:lnTo>
                  <a:pt x="21396" y="80681"/>
                </a:lnTo>
                <a:lnTo>
                  <a:pt x="22141" y="80739"/>
                </a:lnTo>
                <a:lnTo>
                  <a:pt x="22861" y="80810"/>
                </a:lnTo>
                <a:lnTo>
                  <a:pt x="23556" y="80893"/>
                </a:lnTo>
                <a:lnTo>
                  <a:pt x="24227" y="80990"/>
                </a:lnTo>
                <a:lnTo>
                  <a:pt x="24873" y="81100"/>
                </a:lnTo>
                <a:lnTo>
                  <a:pt x="25494" y="81222"/>
                </a:lnTo>
                <a:lnTo>
                  <a:pt x="26091" y="81358"/>
                </a:lnTo>
                <a:lnTo>
                  <a:pt x="26663" y="81506"/>
                </a:lnTo>
                <a:lnTo>
                  <a:pt x="27210" y="81667"/>
                </a:lnTo>
                <a:lnTo>
                  <a:pt x="27732" y="81842"/>
                </a:lnTo>
                <a:lnTo>
                  <a:pt x="28230" y="82029"/>
                </a:lnTo>
                <a:lnTo>
                  <a:pt x="28703" y="82229"/>
                </a:lnTo>
                <a:lnTo>
                  <a:pt x="29152" y="82441"/>
                </a:lnTo>
                <a:lnTo>
                  <a:pt x="29575" y="82667"/>
                </a:lnTo>
                <a:lnTo>
                  <a:pt x="29974" y="82906"/>
                </a:lnTo>
                <a:lnTo>
                  <a:pt x="30349" y="83157"/>
                </a:lnTo>
                <a:lnTo>
                  <a:pt x="30698" y="83422"/>
                </a:lnTo>
                <a:lnTo>
                  <a:pt x="31023" y="83699"/>
                </a:lnTo>
                <a:lnTo>
                  <a:pt x="31323" y="83989"/>
                </a:lnTo>
                <a:lnTo>
                  <a:pt x="31599" y="84292"/>
                </a:lnTo>
                <a:lnTo>
                  <a:pt x="31855" y="84610"/>
                </a:lnTo>
                <a:lnTo>
                  <a:pt x="32098" y="84944"/>
                </a:lnTo>
                <a:lnTo>
                  <a:pt x="32327" y="85293"/>
                </a:lnTo>
                <a:lnTo>
                  <a:pt x="32543" y="85659"/>
                </a:lnTo>
                <a:lnTo>
                  <a:pt x="32744" y="86042"/>
                </a:lnTo>
                <a:lnTo>
                  <a:pt x="32932" y="86440"/>
                </a:lnTo>
                <a:lnTo>
                  <a:pt x="33106" y="86855"/>
                </a:lnTo>
                <a:lnTo>
                  <a:pt x="33267" y="87285"/>
                </a:lnTo>
                <a:lnTo>
                  <a:pt x="33414" y="87732"/>
                </a:lnTo>
                <a:lnTo>
                  <a:pt x="33547" y="88195"/>
                </a:lnTo>
                <a:lnTo>
                  <a:pt x="33666" y="88675"/>
                </a:lnTo>
                <a:lnTo>
                  <a:pt x="33772" y="89170"/>
                </a:lnTo>
                <a:lnTo>
                  <a:pt x="33863" y="89682"/>
                </a:lnTo>
                <a:lnTo>
                  <a:pt x="33942" y="90210"/>
                </a:lnTo>
                <a:lnTo>
                  <a:pt x="34006" y="90754"/>
                </a:lnTo>
                <a:lnTo>
                  <a:pt x="34057" y="91314"/>
                </a:lnTo>
                <a:lnTo>
                  <a:pt x="34094" y="91890"/>
                </a:lnTo>
                <a:lnTo>
                  <a:pt x="34117" y="92483"/>
                </a:lnTo>
                <a:lnTo>
                  <a:pt x="34127" y="93092"/>
                </a:lnTo>
                <a:lnTo>
                  <a:pt x="34123" y="93716"/>
                </a:lnTo>
                <a:lnTo>
                  <a:pt x="34105" y="94358"/>
                </a:lnTo>
                <a:lnTo>
                  <a:pt x="34073" y="95015"/>
                </a:lnTo>
                <a:lnTo>
                  <a:pt x="34028" y="95688"/>
                </a:lnTo>
                <a:lnTo>
                  <a:pt x="33969" y="96378"/>
                </a:lnTo>
                <a:lnTo>
                  <a:pt x="31599" y="122290"/>
                </a:lnTo>
                <a:lnTo>
                  <a:pt x="31541" y="122970"/>
                </a:lnTo>
                <a:lnTo>
                  <a:pt x="31497" y="123643"/>
                </a:lnTo>
                <a:lnTo>
                  <a:pt x="31468" y="124308"/>
                </a:lnTo>
                <a:lnTo>
                  <a:pt x="31454" y="124965"/>
                </a:lnTo>
                <a:lnTo>
                  <a:pt x="31455" y="125614"/>
                </a:lnTo>
                <a:lnTo>
                  <a:pt x="31471" y="126254"/>
                </a:lnTo>
                <a:lnTo>
                  <a:pt x="31502" y="126887"/>
                </a:lnTo>
                <a:lnTo>
                  <a:pt x="31547" y="127512"/>
                </a:lnTo>
                <a:lnTo>
                  <a:pt x="31607" y="128129"/>
                </a:lnTo>
                <a:lnTo>
                  <a:pt x="31682" y="128738"/>
                </a:lnTo>
                <a:lnTo>
                  <a:pt x="31772" y="129339"/>
                </a:lnTo>
                <a:lnTo>
                  <a:pt x="31876" y="129933"/>
                </a:lnTo>
                <a:lnTo>
                  <a:pt x="31995" y="130518"/>
                </a:lnTo>
                <a:lnTo>
                  <a:pt x="32129" y="131095"/>
                </a:lnTo>
                <a:lnTo>
                  <a:pt x="32278" y="131664"/>
                </a:lnTo>
                <a:lnTo>
                  <a:pt x="32442" y="132226"/>
                </a:lnTo>
                <a:lnTo>
                  <a:pt x="32621" y="132779"/>
                </a:lnTo>
                <a:lnTo>
                  <a:pt x="32814" y="133324"/>
                </a:lnTo>
                <a:lnTo>
                  <a:pt x="33022" y="133862"/>
                </a:lnTo>
                <a:lnTo>
                  <a:pt x="33245" y="134391"/>
                </a:lnTo>
                <a:lnTo>
                  <a:pt x="33483" y="134913"/>
                </a:lnTo>
                <a:lnTo>
                  <a:pt x="33735" y="135426"/>
                </a:lnTo>
                <a:lnTo>
                  <a:pt x="34002" y="135932"/>
                </a:lnTo>
                <a:lnTo>
                  <a:pt x="34285" y="136429"/>
                </a:lnTo>
                <a:lnTo>
                  <a:pt x="34580" y="136918"/>
                </a:lnTo>
                <a:lnTo>
                  <a:pt x="34887" y="137397"/>
                </a:lnTo>
                <a:lnTo>
                  <a:pt x="35207" y="137866"/>
                </a:lnTo>
                <a:lnTo>
                  <a:pt x="35538" y="138325"/>
                </a:lnTo>
                <a:lnTo>
                  <a:pt x="35880" y="138775"/>
                </a:lnTo>
                <a:lnTo>
                  <a:pt x="36235" y="139214"/>
                </a:lnTo>
                <a:lnTo>
                  <a:pt x="36601" y="139644"/>
                </a:lnTo>
                <a:lnTo>
                  <a:pt x="36980" y="140064"/>
                </a:lnTo>
                <a:lnTo>
                  <a:pt x="37370" y="140474"/>
                </a:lnTo>
                <a:lnTo>
                  <a:pt x="37771" y="140874"/>
                </a:lnTo>
                <a:lnTo>
                  <a:pt x="38185" y="141264"/>
                </a:lnTo>
                <a:lnTo>
                  <a:pt x="38610" y="141644"/>
                </a:lnTo>
                <a:lnTo>
                  <a:pt x="39047" y="142014"/>
                </a:lnTo>
                <a:lnTo>
                  <a:pt x="39496" y="142375"/>
                </a:lnTo>
                <a:lnTo>
                  <a:pt x="39957" y="142725"/>
                </a:lnTo>
                <a:lnTo>
                  <a:pt x="40429" y="143066"/>
                </a:lnTo>
                <a:lnTo>
                  <a:pt x="40914" y="143397"/>
                </a:lnTo>
                <a:lnTo>
                  <a:pt x="41410" y="143718"/>
                </a:lnTo>
                <a:lnTo>
                  <a:pt x="41918" y="144029"/>
                </a:lnTo>
                <a:lnTo>
                  <a:pt x="42437" y="144330"/>
                </a:lnTo>
                <a:lnTo>
                  <a:pt x="42969" y="144621"/>
                </a:lnTo>
                <a:lnTo>
                  <a:pt x="43512" y="144903"/>
                </a:lnTo>
                <a:lnTo>
                  <a:pt x="44067" y="145174"/>
                </a:lnTo>
                <a:lnTo>
                  <a:pt x="44634" y="145436"/>
                </a:lnTo>
                <a:lnTo>
                  <a:pt x="45211" y="145688"/>
                </a:lnTo>
                <a:lnTo>
                  <a:pt x="45797" y="145928"/>
                </a:lnTo>
                <a:lnTo>
                  <a:pt x="46391" y="146158"/>
                </a:lnTo>
                <a:lnTo>
                  <a:pt x="46993" y="146378"/>
                </a:lnTo>
                <a:lnTo>
                  <a:pt x="47604" y="146586"/>
                </a:lnTo>
                <a:lnTo>
                  <a:pt x="48224" y="146784"/>
                </a:lnTo>
                <a:lnTo>
                  <a:pt x="48852" y="146971"/>
                </a:lnTo>
                <a:lnTo>
                  <a:pt x="49489" y="147148"/>
                </a:lnTo>
                <a:lnTo>
                  <a:pt x="50134" y="147314"/>
                </a:lnTo>
                <a:lnTo>
                  <a:pt x="50787" y="147469"/>
                </a:lnTo>
                <a:lnTo>
                  <a:pt x="51449" y="147613"/>
                </a:lnTo>
                <a:lnTo>
                  <a:pt x="52120" y="147747"/>
                </a:lnTo>
                <a:lnTo>
                  <a:pt x="52799" y="147870"/>
                </a:lnTo>
                <a:lnTo>
                  <a:pt x="53487" y="147982"/>
                </a:lnTo>
                <a:lnTo>
                  <a:pt x="54183" y="148084"/>
                </a:lnTo>
                <a:lnTo>
                  <a:pt x="54887" y="148175"/>
                </a:lnTo>
                <a:lnTo>
                  <a:pt x="55600" y="148255"/>
                </a:lnTo>
                <a:lnTo>
                  <a:pt x="56322" y="148325"/>
                </a:lnTo>
                <a:lnTo>
                  <a:pt x="57052" y="148383"/>
                </a:lnTo>
                <a:lnTo>
                  <a:pt x="57791" y="148432"/>
                </a:lnTo>
                <a:lnTo>
                  <a:pt x="58538" y="148469"/>
                </a:lnTo>
                <a:lnTo>
                  <a:pt x="59293" y="148496"/>
                </a:lnTo>
                <a:lnTo>
                  <a:pt x="60058" y="148512"/>
                </a:lnTo>
                <a:lnTo>
                  <a:pt x="60830" y="148517"/>
                </a:lnTo>
                <a:lnTo>
                  <a:pt x="67940" y="148517"/>
                </a:lnTo>
                <a:lnTo>
                  <a:pt x="67940" y="135877"/>
                </a:lnTo>
                <a:lnTo>
                  <a:pt x="60830" y="135877"/>
                </a:lnTo>
                <a:lnTo>
                  <a:pt x="60217" y="135871"/>
                </a:lnTo>
                <a:lnTo>
                  <a:pt x="59615" y="135854"/>
                </a:lnTo>
                <a:lnTo>
                  <a:pt x="59025" y="135824"/>
                </a:lnTo>
                <a:lnTo>
                  <a:pt x="58446" y="135783"/>
                </a:lnTo>
                <a:lnTo>
                  <a:pt x="57879" y="135730"/>
                </a:lnTo>
                <a:lnTo>
                  <a:pt x="57324" y="135665"/>
                </a:lnTo>
                <a:lnTo>
                  <a:pt x="56780" y="135588"/>
                </a:lnTo>
                <a:lnTo>
                  <a:pt x="56247" y="135500"/>
                </a:lnTo>
                <a:lnTo>
                  <a:pt x="55726" y="135399"/>
                </a:lnTo>
                <a:lnTo>
                  <a:pt x="55217" y="135287"/>
                </a:lnTo>
                <a:lnTo>
                  <a:pt x="54719" y="135164"/>
                </a:lnTo>
                <a:lnTo>
                  <a:pt x="54232" y="135028"/>
                </a:lnTo>
                <a:lnTo>
                  <a:pt x="53757" y="134880"/>
                </a:lnTo>
                <a:lnTo>
                  <a:pt x="53294" y="134721"/>
                </a:lnTo>
                <a:lnTo>
                  <a:pt x="52842" y="134550"/>
                </a:lnTo>
                <a:lnTo>
                  <a:pt x="52402" y="134367"/>
                </a:lnTo>
                <a:lnTo>
                  <a:pt x="51973" y="134173"/>
                </a:lnTo>
                <a:lnTo>
                  <a:pt x="51556" y="133966"/>
                </a:lnTo>
                <a:lnTo>
                  <a:pt x="51150" y="133748"/>
                </a:lnTo>
                <a:lnTo>
                  <a:pt x="50756" y="133518"/>
                </a:lnTo>
                <a:lnTo>
                  <a:pt x="50373" y="133276"/>
                </a:lnTo>
                <a:lnTo>
                  <a:pt x="50002" y="133023"/>
                </a:lnTo>
                <a:lnTo>
                  <a:pt x="49642" y="132757"/>
                </a:lnTo>
                <a:lnTo>
                  <a:pt x="49294" y="132480"/>
                </a:lnTo>
                <a:lnTo>
                  <a:pt x="48960" y="132191"/>
                </a:lnTo>
                <a:lnTo>
                  <a:pt x="48643" y="131891"/>
                </a:lnTo>
                <a:lnTo>
                  <a:pt x="48341" y="131578"/>
                </a:lnTo>
                <a:lnTo>
                  <a:pt x="48057" y="131254"/>
                </a:lnTo>
                <a:lnTo>
                  <a:pt x="47788" y="130917"/>
                </a:lnTo>
                <a:lnTo>
                  <a:pt x="47537" y="130570"/>
                </a:lnTo>
                <a:lnTo>
                  <a:pt x="47301" y="130210"/>
                </a:lnTo>
                <a:lnTo>
                  <a:pt x="47083" y="129838"/>
                </a:lnTo>
                <a:lnTo>
                  <a:pt x="46880" y="129455"/>
                </a:lnTo>
                <a:lnTo>
                  <a:pt x="46694" y="129060"/>
                </a:lnTo>
                <a:lnTo>
                  <a:pt x="46525" y="128653"/>
                </a:lnTo>
                <a:lnTo>
                  <a:pt x="46372" y="128234"/>
                </a:lnTo>
                <a:lnTo>
                  <a:pt x="46235" y="127804"/>
                </a:lnTo>
                <a:lnTo>
                  <a:pt x="46115" y="127361"/>
                </a:lnTo>
                <a:lnTo>
                  <a:pt x="46012" y="126907"/>
                </a:lnTo>
                <a:lnTo>
                  <a:pt x="45925" y="126441"/>
                </a:lnTo>
                <a:lnTo>
                  <a:pt x="45854" y="125964"/>
                </a:lnTo>
                <a:lnTo>
                  <a:pt x="45800" y="125474"/>
                </a:lnTo>
                <a:lnTo>
                  <a:pt x="45762" y="124973"/>
                </a:lnTo>
                <a:lnTo>
                  <a:pt x="45741" y="124460"/>
                </a:lnTo>
                <a:lnTo>
                  <a:pt x="45736" y="123935"/>
                </a:lnTo>
                <a:lnTo>
                  <a:pt x="45748" y="123398"/>
                </a:lnTo>
                <a:lnTo>
                  <a:pt x="45776" y="122850"/>
                </a:lnTo>
                <a:lnTo>
                  <a:pt x="45820" y="122290"/>
                </a:lnTo>
                <a:lnTo>
                  <a:pt x="48190" y="96378"/>
                </a:lnTo>
                <a:lnTo>
                  <a:pt x="48237" y="95815"/>
                </a:lnTo>
                <a:lnTo>
                  <a:pt x="48272" y="95257"/>
                </a:lnTo>
                <a:lnTo>
                  <a:pt x="48296" y="94705"/>
                </a:lnTo>
                <a:lnTo>
                  <a:pt x="48309" y="94159"/>
                </a:lnTo>
                <a:lnTo>
                  <a:pt x="48309" y="93619"/>
                </a:lnTo>
                <a:lnTo>
                  <a:pt x="48299" y="93085"/>
                </a:lnTo>
                <a:lnTo>
                  <a:pt x="48276" y="92556"/>
                </a:lnTo>
                <a:lnTo>
                  <a:pt x="48243" y="92033"/>
                </a:lnTo>
                <a:lnTo>
                  <a:pt x="48197" y="91516"/>
                </a:lnTo>
                <a:lnTo>
                  <a:pt x="48141" y="91005"/>
                </a:lnTo>
                <a:lnTo>
                  <a:pt x="48072" y="90499"/>
                </a:lnTo>
                <a:lnTo>
                  <a:pt x="47993" y="89999"/>
                </a:lnTo>
                <a:lnTo>
                  <a:pt x="47901" y="89505"/>
                </a:lnTo>
                <a:lnTo>
                  <a:pt x="47798" y="89016"/>
                </a:lnTo>
                <a:lnTo>
                  <a:pt x="47684" y="88534"/>
                </a:lnTo>
                <a:lnTo>
                  <a:pt x="47558" y="88057"/>
                </a:lnTo>
                <a:lnTo>
                  <a:pt x="47421" y="87586"/>
                </a:lnTo>
                <a:lnTo>
                  <a:pt x="47272" y="87120"/>
                </a:lnTo>
                <a:lnTo>
                  <a:pt x="47111" y="86661"/>
                </a:lnTo>
                <a:lnTo>
                  <a:pt x="46939" y="86207"/>
                </a:lnTo>
                <a:lnTo>
                  <a:pt x="46756" y="85759"/>
                </a:lnTo>
                <a:lnTo>
                  <a:pt x="46561" y="85317"/>
                </a:lnTo>
                <a:lnTo>
                  <a:pt x="46354" y="84880"/>
                </a:lnTo>
                <a:lnTo>
                  <a:pt x="46136" y="84449"/>
                </a:lnTo>
                <a:lnTo>
                  <a:pt x="45906" y="84025"/>
                </a:lnTo>
                <a:lnTo>
                  <a:pt x="45664" y="83609"/>
                </a:lnTo>
                <a:lnTo>
                  <a:pt x="45410" y="83200"/>
                </a:lnTo>
                <a:lnTo>
                  <a:pt x="45144" y="82799"/>
                </a:lnTo>
                <a:lnTo>
                  <a:pt x="44866" y="82406"/>
                </a:lnTo>
                <a:lnTo>
                  <a:pt x="44576" y="82020"/>
                </a:lnTo>
                <a:lnTo>
                  <a:pt x="44274" y="81642"/>
                </a:lnTo>
                <a:lnTo>
                  <a:pt x="43959" y="81272"/>
                </a:lnTo>
                <a:lnTo>
                  <a:pt x="43633" y="80909"/>
                </a:lnTo>
                <a:lnTo>
                  <a:pt x="43295" y="80554"/>
                </a:lnTo>
                <a:lnTo>
                  <a:pt x="42944" y="80207"/>
                </a:lnTo>
                <a:lnTo>
                  <a:pt x="42581" y="79867"/>
                </a:lnTo>
                <a:lnTo>
                  <a:pt x="42207" y="79536"/>
                </a:lnTo>
                <a:lnTo>
                  <a:pt x="41820" y="79211"/>
                </a:lnTo>
                <a:lnTo>
                  <a:pt x="41421" y="78895"/>
                </a:lnTo>
                <a:lnTo>
                  <a:pt x="41010" y="78586"/>
                </a:lnTo>
                <a:lnTo>
                  <a:pt x="40587" y="78285"/>
                </a:lnTo>
                <a:lnTo>
                  <a:pt x="40152" y="77991"/>
                </a:lnTo>
                <a:lnTo>
                  <a:pt x="39705" y="77706"/>
                </a:lnTo>
                <a:lnTo>
                  <a:pt x="39246" y="77428"/>
                </a:lnTo>
                <a:lnTo>
                  <a:pt x="38775" y="77157"/>
                </a:lnTo>
                <a:lnTo>
                  <a:pt x="38291" y="76895"/>
                </a:lnTo>
                <a:lnTo>
                  <a:pt x="37796" y="76639"/>
                </a:lnTo>
                <a:lnTo>
                  <a:pt x="37288" y="76392"/>
                </a:lnTo>
                <a:lnTo>
                  <a:pt x="36769" y="76154"/>
                </a:lnTo>
                <a:lnTo>
                  <a:pt x="36236" y="75925"/>
                </a:lnTo>
                <a:lnTo>
                  <a:pt x="35691" y="75707"/>
                </a:lnTo>
                <a:lnTo>
                  <a:pt x="35133" y="75499"/>
                </a:lnTo>
                <a:lnTo>
                  <a:pt x="34563" y="75301"/>
                </a:lnTo>
                <a:lnTo>
                  <a:pt x="33980" y="75113"/>
                </a:lnTo>
                <a:lnTo>
                  <a:pt x="33385" y="74935"/>
                </a:lnTo>
                <a:lnTo>
                  <a:pt x="32777" y="74768"/>
                </a:lnTo>
                <a:lnTo>
                  <a:pt x="32156" y="74610"/>
                </a:lnTo>
                <a:lnTo>
                  <a:pt x="31523" y="74463"/>
                </a:lnTo>
                <a:lnTo>
                  <a:pt x="30877" y="74326"/>
                </a:lnTo>
                <a:lnTo>
                  <a:pt x="30218" y="74199"/>
                </a:lnTo>
                <a:lnTo>
                  <a:pt x="29547" y="74082"/>
                </a:lnTo>
                <a:lnTo>
                  <a:pt x="28863" y="73976"/>
                </a:lnTo>
                <a:lnTo>
                  <a:pt x="28167" y="73879"/>
                </a:lnTo>
                <a:lnTo>
                  <a:pt x="27458" y="73793"/>
                </a:lnTo>
                <a:lnTo>
                  <a:pt x="26791" y="73722"/>
                </a:lnTo>
                <a:lnTo>
                  <a:pt x="26807" y="73721"/>
                </a:lnTo>
                <a:lnTo>
                  <a:pt x="27536" y="73653"/>
                </a:lnTo>
                <a:lnTo>
                  <a:pt x="28251" y="73576"/>
                </a:lnTo>
                <a:lnTo>
                  <a:pt x="28953" y="73490"/>
                </a:lnTo>
                <a:lnTo>
                  <a:pt x="29641" y="73395"/>
                </a:lnTo>
                <a:close/>
                <a:moveTo>
                  <a:pt x="596368" y="74017"/>
                </a:moveTo>
                <a:lnTo>
                  <a:pt x="595898" y="74168"/>
                </a:lnTo>
                <a:lnTo>
                  <a:pt x="595435" y="74329"/>
                </a:lnTo>
                <a:lnTo>
                  <a:pt x="594977" y="74501"/>
                </a:lnTo>
                <a:lnTo>
                  <a:pt x="594524" y="74684"/>
                </a:lnTo>
                <a:lnTo>
                  <a:pt x="594078" y="74876"/>
                </a:lnTo>
                <a:lnTo>
                  <a:pt x="593637" y="75080"/>
                </a:lnTo>
                <a:lnTo>
                  <a:pt x="593202" y="75293"/>
                </a:lnTo>
                <a:lnTo>
                  <a:pt x="592773" y="75517"/>
                </a:lnTo>
                <a:lnTo>
                  <a:pt x="592349" y="75752"/>
                </a:lnTo>
                <a:lnTo>
                  <a:pt x="591932" y="75997"/>
                </a:lnTo>
                <a:lnTo>
                  <a:pt x="591521" y="76251"/>
                </a:lnTo>
                <a:lnTo>
                  <a:pt x="591120" y="76513"/>
                </a:lnTo>
                <a:lnTo>
                  <a:pt x="590727" y="76783"/>
                </a:lnTo>
                <a:lnTo>
                  <a:pt x="590343" y="77061"/>
                </a:lnTo>
                <a:lnTo>
                  <a:pt x="589968" y="77347"/>
                </a:lnTo>
                <a:lnTo>
                  <a:pt x="589602" y="77641"/>
                </a:lnTo>
                <a:lnTo>
                  <a:pt x="589244" y="77943"/>
                </a:lnTo>
                <a:lnTo>
                  <a:pt x="588895" y="78253"/>
                </a:lnTo>
                <a:lnTo>
                  <a:pt x="588555" y="78570"/>
                </a:lnTo>
                <a:lnTo>
                  <a:pt x="588224" y="78896"/>
                </a:lnTo>
                <a:lnTo>
                  <a:pt x="587901" y="79230"/>
                </a:lnTo>
                <a:lnTo>
                  <a:pt x="587587" y="79571"/>
                </a:lnTo>
                <a:lnTo>
                  <a:pt x="587282" y="79921"/>
                </a:lnTo>
                <a:lnTo>
                  <a:pt x="586986" y="80279"/>
                </a:lnTo>
                <a:lnTo>
                  <a:pt x="586699" y="80644"/>
                </a:lnTo>
                <a:lnTo>
                  <a:pt x="586420" y="81018"/>
                </a:lnTo>
                <a:lnTo>
                  <a:pt x="586150" y="81399"/>
                </a:lnTo>
                <a:lnTo>
                  <a:pt x="585889" y="81789"/>
                </a:lnTo>
                <a:lnTo>
                  <a:pt x="585636" y="82186"/>
                </a:lnTo>
                <a:lnTo>
                  <a:pt x="585393" y="82591"/>
                </a:lnTo>
                <a:lnTo>
                  <a:pt x="585158" y="83005"/>
                </a:lnTo>
                <a:lnTo>
                  <a:pt x="584932" y="83426"/>
                </a:lnTo>
                <a:lnTo>
                  <a:pt x="584715" y="83855"/>
                </a:lnTo>
                <a:lnTo>
                  <a:pt x="584506" y="84292"/>
                </a:lnTo>
                <a:lnTo>
                  <a:pt x="584308" y="84736"/>
                </a:lnTo>
                <a:lnTo>
                  <a:pt x="584122" y="85185"/>
                </a:lnTo>
                <a:lnTo>
                  <a:pt x="583947" y="85639"/>
                </a:lnTo>
                <a:lnTo>
                  <a:pt x="583784" y="86098"/>
                </a:lnTo>
                <a:lnTo>
                  <a:pt x="583633" y="86563"/>
                </a:lnTo>
                <a:lnTo>
                  <a:pt x="583494" y="87032"/>
                </a:lnTo>
                <a:lnTo>
                  <a:pt x="583367" y="87507"/>
                </a:lnTo>
                <a:lnTo>
                  <a:pt x="583251" y="87987"/>
                </a:lnTo>
                <a:lnTo>
                  <a:pt x="583147" y="88473"/>
                </a:lnTo>
                <a:lnTo>
                  <a:pt x="583055" y="88963"/>
                </a:lnTo>
                <a:lnTo>
                  <a:pt x="582975" y="89459"/>
                </a:lnTo>
                <a:lnTo>
                  <a:pt x="582907" y="89960"/>
                </a:lnTo>
                <a:lnTo>
                  <a:pt x="582850" y="90466"/>
                </a:lnTo>
                <a:lnTo>
                  <a:pt x="582805" y="90977"/>
                </a:lnTo>
                <a:lnTo>
                  <a:pt x="582772" y="91494"/>
                </a:lnTo>
                <a:lnTo>
                  <a:pt x="582751" y="92016"/>
                </a:lnTo>
                <a:lnTo>
                  <a:pt x="582742" y="92543"/>
                </a:lnTo>
                <a:lnTo>
                  <a:pt x="582744" y="93075"/>
                </a:lnTo>
                <a:lnTo>
                  <a:pt x="582758" y="93612"/>
                </a:lnTo>
                <a:lnTo>
                  <a:pt x="582785" y="94155"/>
                </a:lnTo>
                <a:lnTo>
                  <a:pt x="582822" y="94703"/>
                </a:lnTo>
                <a:lnTo>
                  <a:pt x="582872" y="95256"/>
                </a:lnTo>
                <a:lnTo>
                  <a:pt x="582933" y="95814"/>
                </a:lnTo>
                <a:lnTo>
                  <a:pt x="583007" y="96378"/>
                </a:lnTo>
                <a:lnTo>
                  <a:pt x="586956" y="122290"/>
                </a:lnTo>
                <a:lnTo>
                  <a:pt x="587038" y="122850"/>
                </a:lnTo>
                <a:lnTo>
                  <a:pt x="587102" y="123398"/>
                </a:lnTo>
                <a:lnTo>
                  <a:pt x="587147" y="123935"/>
                </a:lnTo>
                <a:lnTo>
                  <a:pt x="587173" y="124460"/>
                </a:lnTo>
                <a:lnTo>
                  <a:pt x="587180" y="124973"/>
                </a:lnTo>
                <a:lnTo>
                  <a:pt x="587168" y="125474"/>
                </a:lnTo>
                <a:lnTo>
                  <a:pt x="587137" y="125964"/>
                </a:lnTo>
                <a:lnTo>
                  <a:pt x="587087" y="126441"/>
                </a:lnTo>
                <a:lnTo>
                  <a:pt x="587019" y="126907"/>
                </a:lnTo>
                <a:lnTo>
                  <a:pt x="586931" y="127361"/>
                </a:lnTo>
                <a:lnTo>
                  <a:pt x="586824" y="127804"/>
                </a:lnTo>
                <a:lnTo>
                  <a:pt x="586699" y="128234"/>
                </a:lnTo>
                <a:lnTo>
                  <a:pt x="586554" y="128653"/>
                </a:lnTo>
                <a:lnTo>
                  <a:pt x="586391" y="129060"/>
                </a:lnTo>
                <a:lnTo>
                  <a:pt x="586209" y="129455"/>
                </a:lnTo>
                <a:lnTo>
                  <a:pt x="586007" y="129838"/>
                </a:lnTo>
                <a:lnTo>
                  <a:pt x="585787" y="130210"/>
                </a:lnTo>
                <a:lnTo>
                  <a:pt x="585548" y="130570"/>
                </a:lnTo>
                <a:lnTo>
                  <a:pt x="585290" y="130917"/>
                </a:lnTo>
                <a:lnTo>
                  <a:pt x="585013" y="131254"/>
                </a:lnTo>
                <a:lnTo>
                  <a:pt x="584717" y="131578"/>
                </a:lnTo>
                <a:lnTo>
                  <a:pt x="584402" y="131891"/>
                </a:lnTo>
                <a:lnTo>
                  <a:pt x="584068" y="132191"/>
                </a:lnTo>
                <a:lnTo>
                  <a:pt x="583715" y="132480"/>
                </a:lnTo>
                <a:lnTo>
                  <a:pt x="583348" y="132757"/>
                </a:lnTo>
                <a:lnTo>
                  <a:pt x="582970" y="133023"/>
                </a:lnTo>
                <a:lnTo>
                  <a:pt x="582581" y="133276"/>
                </a:lnTo>
                <a:lnTo>
                  <a:pt x="582182" y="133518"/>
                </a:lnTo>
                <a:lnTo>
                  <a:pt x="581772" y="133748"/>
                </a:lnTo>
                <a:lnTo>
                  <a:pt x="581351" y="133966"/>
                </a:lnTo>
                <a:lnTo>
                  <a:pt x="580919" y="134173"/>
                </a:lnTo>
                <a:lnTo>
                  <a:pt x="580477" y="134367"/>
                </a:lnTo>
                <a:lnTo>
                  <a:pt x="580024" y="134550"/>
                </a:lnTo>
                <a:lnTo>
                  <a:pt x="579560" y="134721"/>
                </a:lnTo>
                <a:lnTo>
                  <a:pt x="579086" y="134880"/>
                </a:lnTo>
                <a:lnTo>
                  <a:pt x="578601" y="135028"/>
                </a:lnTo>
                <a:lnTo>
                  <a:pt x="578105" y="135164"/>
                </a:lnTo>
                <a:lnTo>
                  <a:pt x="577599" y="135287"/>
                </a:lnTo>
                <a:lnTo>
                  <a:pt x="577082" y="135399"/>
                </a:lnTo>
                <a:lnTo>
                  <a:pt x="576554" y="135500"/>
                </a:lnTo>
                <a:lnTo>
                  <a:pt x="576015" y="135588"/>
                </a:lnTo>
                <a:lnTo>
                  <a:pt x="575466" y="135665"/>
                </a:lnTo>
                <a:lnTo>
                  <a:pt x="574906" y="135730"/>
                </a:lnTo>
                <a:lnTo>
                  <a:pt x="574335" y="135783"/>
                </a:lnTo>
                <a:lnTo>
                  <a:pt x="573754" y="135824"/>
                </a:lnTo>
                <a:lnTo>
                  <a:pt x="573162" y="135854"/>
                </a:lnTo>
                <a:lnTo>
                  <a:pt x="572559" y="135871"/>
                </a:lnTo>
                <a:lnTo>
                  <a:pt x="571946" y="135877"/>
                </a:lnTo>
                <a:lnTo>
                  <a:pt x="564836" y="135877"/>
                </a:lnTo>
                <a:lnTo>
                  <a:pt x="564836" y="148517"/>
                </a:lnTo>
                <a:lnTo>
                  <a:pt x="571946" y="148517"/>
                </a:lnTo>
                <a:lnTo>
                  <a:pt x="572719" y="148512"/>
                </a:lnTo>
                <a:lnTo>
                  <a:pt x="573484" y="148496"/>
                </a:lnTo>
                <a:lnTo>
                  <a:pt x="574241" y="148469"/>
                </a:lnTo>
                <a:lnTo>
                  <a:pt x="574990" y="148432"/>
                </a:lnTo>
                <a:lnTo>
                  <a:pt x="575731" y="148383"/>
                </a:lnTo>
                <a:lnTo>
                  <a:pt x="576464" y="148325"/>
                </a:lnTo>
                <a:lnTo>
                  <a:pt x="577189" y="148255"/>
                </a:lnTo>
                <a:lnTo>
                  <a:pt x="577906" y="148175"/>
                </a:lnTo>
                <a:lnTo>
                  <a:pt x="578615" y="148084"/>
                </a:lnTo>
                <a:lnTo>
                  <a:pt x="579317" y="147982"/>
                </a:lnTo>
                <a:lnTo>
                  <a:pt x="580010" y="147870"/>
                </a:lnTo>
                <a:lnTo>
                  <a:pt x="580695" y="147747"/>
                </a:lnTo>
                <a:lnTo>
                  <a:pt x="581373" y="147613"/>
                </a:lnTo>
                <a:lnTo>
                  <a:pt x="582042" y="147469"/>
                </a:lnTo>
                <a:lnTo>
                  <a:pt x="582704" y="147314"/>
                </a:lnTo>
                <a:lnTo>
                  <a:pt x="583357" y="147148"/>
                </a:lnTo>
                <a:lnTo>
                  <a:pt x="584003" y="146971"/>
                </a:lnTo>
                <a:lnTo>
                  <a:pt x="584640" y="146784"/>
                </a:lnTo>
                <a:lnTo>
                  <a:pt x="585270" y="146586"/>
                </a:lnTo>
                <a:lnTo>
                  <a:pt x="585891" y="146378"/>
                </a:lnTo>
                <a:lnTo>
                  <a:pt x="586505" y="146158"/>
                </a:lnTo>
                <a:lnTo>
                  <a:pt x="587111" y="145928"/>
                </a:lnTo>
                <a:lnTo>
                  <a:pt x="587709" y="145688"/>
                </a:lnTo>
                <a:lnTo>
                  <a:pt x="588298" y="145436"/>
                </a:lnTo>
                <a:lnTo>
                  <a:pt x="588878" y="145174"/>
                </a:lnTo>
                <a:lnTo>
                  <a:pt x="589446" y="144903"/>
                </a:lnTo>
                <a:lnTo>
                  <a:pt x="590002" y="144621"/>
                </a:lnTo>
                <a:lnTo>
                  <a:pt x="590545" y="144330"/>
                </a:lnTo>
                <a:lnTo>
                  <a:pt x="591077" y="144029"/>
                </a:lnTo>
                <a:lnTo>
                  <a:pt x="591596" y="143718"/>
                </a:lnTo>
                <a:lnTo>
                  <a:pt x="592104" y="143397"/>
                </a:lnTo>
                <a:lnTo>
                  <a:pt x="592599" y="143066"/>
                </a:lnTo>
                <a:lnTo>
                  <a:pt x="593082" y="142725"/>
                </a:lnTo>
                <a:lnTo>
                  <a:pt x="593553" y="142375"/>
                </a:lnTo>
                <a:lnTo>
                  <a:pt x="594012" y="142014"/>
                </a:lnTo>
                <a:lnTo>
                  <a:pt x="594459" y="141644"/>
                </a:lnTo>
                <a:lnTo>
                  <a:pt x="594894" y="141264"/>
                </a:lnTo>
                <a:lnTo>
                  <a:pt x="595317" y="140874"/>
                </a:lnTo>
                <a:lnTo>
                  <a:pt x="595728" y="140474"/>
                </a:lnTo>
                <a:lnTo>
                  <a:pt x="596127" y="140064"/>
                </a:lnTo>
                <a:lnTo>
                  <a:pt x="596513" y="139644"/>
                </a:lnTo>
                <a:lnTo>
                  <a:pt x="596888" y="139214"/>
                </a:lnTo>
                <a:lnTo>
                  <a:pt x="597251" y="138775"/>
                </a:lnTo>
                <a:lnTo>
                  <a:pt x="597601" y="138325"/>
                </a:lnTo>
                <a:lnTo>
                  <a:pt x="597939" y="137866"/>
                </a:lnTo>
                <a:lnTo>
                  <a:pt x="598266" y="137397"/>
                </a:lnTo>
                <a:lnTo>
                  <a:pt x="598580" y="136918"/>
                </a:lnTo>
                <a:lnTo>
                  <a:pt x="598882" y="136429"/>
                </a:lnTo>
                <a:lnTo>
                  <a:pt x="599170" y="135932"/>
                </a:lnTo>
                <a:lnTo>
                  <a:pt x="599441" y="135426"/>
                </a:lnTo>
                <a:lnTo>
                  <a:pt x="599696" y="134913"/>
                </a:lnTo>
                <a:lnTo>
                  <a:pt x="599934" y="134391"/>
                </a:lnTo>
                <a:lnTo>
                  <a:pt x="600155" y="133862"/>
                </a:lnTo>
                <a:lnTo>
                  <a:pt x="600359" y="133324"/>
                </a:lnTo>
                <a:lnTo>
                  <a:pt x="600546" y="132779"/>
                </a:lnTo>
                <a:lnTo>
                  <a:pt x="600717" y="132226"/>
                </a:lnTo>
                <a:lnTo>
                  <a:pt x="600871" y="131664"/>
                </a:lnTo>
                <a:lnTo>
                  <a:pt x="601009" y="131095"/>
                </a:lnTo>
                <a:lnTo>
                  <a:pt x="601129" y="130518"/>
                </a:lnTo>
                <a:lnTo>
                  <a:pt x="601233" y="129933"/>
                </a:lnTo>
                <a:lnTo>
                  <a:pt x="601320" y="129339"/>
                </a:lnTo>
                <a:lnTo>
                  <a:pt x="601391" y="128738"/>
                </a:lnTo>
                <a:lnTo>
                  <a:pt x="601445" y="128129"/>
                </a:lnTo>
                <a:lnTo>
                  <a:pt x="601481" y="127512"/>
                </a:lnTo>
                <a:lnTo>
                  <a:pt x="601502" y="126887"/>
                </a:lnTo>
                <a:lnTo>
                  <a:pt x="601505" y="126254"/>
                </a:lnTo>
                <a:lnTo>
                  <a:pt x="601492" y="125614"/>
                </a:lnTo>
                <a:lnTo>
                  <a:pt x="601462" y="124965"/>
                </a:lnTo>
                <a:lnTo>
                  <a:pt x="601415" y="124308"/>
                </a:lnTo>
                <a:lnTo>
                  <a:pt x="601352" y="123643"/>
                </a:lnTo>
                <a:lnTo>
                  <a:pt x="601272" y="122970"/>
                </a:lnTo>
                <a:lnTo>
                  <a:pt x="601175" y="122290"/>
                </a:lnTo>
                <a:lnTo>
                  <a:pt x="597226" y="96378"/>
                </a:lnTo>
                <a:lnTo>
                  <a:pt x="597129" y="95688"/>
                </a:lnTo>
                <a:lnTo>
                  <a:pt x="597048" y="95015"/>
                </a:lnTo>
                <a:lnTo>
                  <a:pt x="596984" y="94358"/>
                </a:lnTo>
                <a:lnTo>
                  <a:pt x="596936" y="93716"/>
                </a:lnTo>
                <a:lnTo>
                  <a:pt x="596905" y="93092"/>
                </a:lnTo>
                <a:lnTo>
                  <a:pt x="596890" y="92483"/>
                </a:lnTo>
                <a:lnTo>
                  <a:pt x="596892" y="91890"/>
                </a:lnTo>
                <a:lnTo>
                  <a:pt x="596910" y="91314"/>
                </a:lnTo>
                <a:lnTo>
                  <a:pt x="596945" y="90754"/>
                </a:lnTo>
                <a:lnTo>
                  <a:pt x="596996" y="90210"/>
                </a:lnTo>
                <a:lnTo>
                  <a:pt x="597063" y="89682"/>
                </a:lnTo>
                <a:lnTo>
                  <a:pt x="597147" y="89170"/>
                </a:lnTo>
                <a:lnTo>
                  <a:pt x="597247" y="88675"/>
                </a:lnTo>
                <a:lnTo>
                  <a:pt x="597364" y="88195"/>
                </a:lnTo>
                <a:lnTo>
                  <a:pt x="597497" y="87732"/>
                </a:lnTo>
                <a:lnTo>
                  <a:pt x="597647" y="87285"/>
                </a:lnTo>
                <a:lnTo>
                  <a:pt x="597813" y="86855"/>
                </a:lnTo>
                <a:lnTo>
                  <a:pt x="597996" y="86440"/>
                </a:lnTo>
                <a:lnTo>
                  <a:pt x="598195" y="86042"/>
                </a:lnTo>
                <a:lnTo>
                  <a:pt x="598410" y="85659"/>
                </a:lnTo>
                <a:lnTo>
                  <a:pt x="598642" y="85293"/>
                </a:lnTo>
                <a:lnTo>
                  <a:pt x="598890" y="84944"/>
                </a:lnTo>
                <a:lnTo>
                  <a:pt x="599155" y="84610"/>
                </a:lnTo>
                <a:lnTo>
                  <a:pt x="599437" y="84292"/>
                </a:lnTo>
                <a:lnTo>
                  <a:pt x="599738" y="83989"/>
                </a:lnTo>
                <a:lnTo>
                  <a:pt x="600062" y="83699"/>
                </a:lnTo>
                <a:lnTo>
                  <a:pt x="600409" y="83422"/>
                </a:lnTo>
                <a:lnTo>
                  <a:pt x="600780" y="83157"/>
                </a:lnTo>
                <a:lnTo>
                  <a:pt x="601173" y="82906"/>
                </a:lnTo>
                <a:lnTo>
                  <a:pt x="601589" y="82667"/>
                </a:lnTo>
                <a:lnTo>
                  <a:pt x="602029" y="82441"/>
                </a:lnTo>
                <a:lnTo>
                  <a:pt x="602491" y="82229"/>
                </a:lnTo>
                <a:lnTo>
                  <a:pt x="602977" y="82029"/>
                </a:lnTo>
                <a:lnTo>
                  <a:pt x="603485" y="81842"/>
                </a:lnTo>
                <a:lnTo>
                  <a:pt x="604017" y="81667"/>
                </a:lnTo>
                <a:lnTo>
                  <a:pt x="604572" y="81506"/>
                </a:lnTo>
                <a:lnTo>
                  <a:pt x="605149" y="81358"/>
                </a:lnTo>
                <a:lnTo>
                  <a:pt x="605750" y="81222"/>
                </a:lnTo>
                <a:lnTo>
                  <a:pt x="606374" y="81100"/>
                </a:lnTo>
                <a:lnTo>
                  <a:pt x="607021" y="80990"/>
                </a:lnTo>
                <a:lnTo>
                  <a:pt x="607690" y="80893"/>
                </a:lnTo>
                <a:lnTo>
                  <a:pt x="608383" y="80810"/>
                </a:lnTo>
                <a:lnTo>
                  <a:pt x="609099" y="80739"/>
                </a:lnTo>
                <a:lnTo>
                  <a:pt x="609838" y="80681"/>
                </a:lnTo>
                <a:lnTo>
                  <a:pt x="610600" y="80635"/>
                </a:lnTo>
                <a:lnTo>
                  <a:pt x="611385" y="80603"/>
                </a:lnTo>
                <a:lnTo>
                  <a:pt x="612193" y="80584"/>
                </a:lnTo>
                <a:lnTo>
                  <a:pt x="613024" y="80577"/>
                </a:lnTo>
                <a:lnTo>
                  <a:pt x="632774" y="80577"/>
                </a:lnTo>
                <a:lnTo>
                  <a:pt x="632774" y="67940"/>
                </a:lnTo>
                <a:lnTo>
                  <a:pt x="613024" y="67940"/>
                </a:lnTo>
                <a:lnTo>
                  <a:pt x="612180" y="67933"/>
                </a:lnTo>
                <a:lnTo>
                  <a:pt x="611360" y="67914"/>
                </a:lnTo>
                <a:lnTo>
                  <a:pt x="610564" y="67882"/>
                </a:lnTo>
                <a:lnTo>
                  <a:pt x="609792" y="67837"/>
                </a:lnTo>
                <a:lnTo>
                  <a:pt x="609044" y="67779"/>
                </a:lnTo>
                <a:lnTo>
                  <a:pt x="608320" y="67708"/>
                </a:lnTo>
                <a:lnTo>
                  <a:pt x="607619" y="67624"/>
                </a:lnTo>
                <a:lnTo>
                  <a:pt x="606942" y="67527"/>
                </a:lnTo>
                <a:lnTo>
                  <a:pt x="606289" y="67418"/>
                </a:lnTo>
                <a:lnTo>
                  <a:pt x="605660" y="67295"/>
                </a:lnTo>
                <a:lnTo>
                  <a:pt x="605055" y="67160"/>
                </a:lnTo>
                <a:lnTo>
                  <a:pt x="604474" y="67012"/>
                </a:lnTo>
                <a:lnTo>
                  <a:pt x="603917" y="66850"/>
                </a:lnTo>
                <a:lnTo>
                  <a:pt x="603383" y="66676"/>
                </a:lnTo>
                <a:lnTo>
                  <a:pt x="602873" y="66490"/>
                </a:lnTo>
                <a:lnTo>
                  <a:pt x="602387" y="66290"/>
                </a:lnTo>
                <a:lnTo>
                  <a:pt x="601925" y="66077"/>
                </a:lnTo>
                <a:lnTo>
                  <a:pt x="601487" y="65851"/>
                </a:lnTo>
                <a:lnTo>
                  <a:pt x="601073" y="65613"/>
                </a:lnTo>
                <a:lnTo>
                  <a:pt x="600683" y="65362"/>
                </a:lnTo>
                <a:lnTo>
                  <a:pt x="600316" y="65097"/>
                </a:lnTo>
                <a:lnTo>
                  <a:pt x="599973" y="64820"/>
                </a:lnTo>
                <a:lnTo>
                  <a:pt x="599654" y="64530"/>
                </a:lnTo>
                <a:lnTo>
                  <a:pt x="599359" y="64227"/>
                </a:lnTo>
                <a:lnTo>
                  <a:pt x="599084" y="63909"/>
                </a:lnTo>
                <a:lnTo>
                  <a:pt x="598826" y="63576"/>
                </a:lnTo>
                <a:lnTo>
                  <a:pt x="598583" y="63226"/>
                </a:lnTo>
                <a:lnTo>
                  <a:pt x="598357" y="62859"/>
                </a:lnTo>
                <a:lnTo>
                  <a:pt x="598146" y="62477"/>
                </a:lnTo>
                <a:lnTo>
                  <a:pt x="597952" y="62078"/>
                </a:lnTo>
                <a:lnTo>
                  <a:pt x="597774" y="61664"/>
                </a:lnTo>
                <a:lnTo>
                  <a:pt x="597613" y="61233"/>
                </a:lnTo>
                <a:lnTo>
                  <a:pt x="597467" y="60786"/>
                </a:lnTo>
                <a:lnTo>
                  <a:pt x="597338" y="60323"/>
                </a:lnTo>
                <a:lnTo>
                  <a:pt x="597225" y="59843"/>
                </a:lnTo>
                <a:lnTo>
                  <a:pt x="597128" y="59348"/>
                </a:lnTo>
                <a:lnTo>
                  <a:pt x="597047" y="58836"/>
                </a:lnTo>
                <a:lnTo>
                  <a:pt x="596982" y="58308"/>
                </a:lnTo>
                <a:lnTo>
                  <a:pt x="596934" y="57764"/>
                </a:lnTo>
                <a:lnTo>
                  <a:pt x="596901" y="57204"/>
                </a:lnTo>
                <a:lnTo>
                  <a:pt x="596885" y="56627"/>
                </a:lnTo>
                <a:lnTo>
                  <a:pt x="596885" y="56034"/>
                </a:lnTo>
                <a:lnTo>
                  <a:pt x="596902" y="55426"/>
                </a:lnTo>
                <a:lnTo>
                  <a:pt x="596934" y="54801"/>
                </a:lnTo>
                <a:lnTo>
                  <a:pt x="596983" y="54160"/>
                </a:lnTo>
                <a:lnTo>
                  <a:pt x="597048" y="53502"/>
                </a:lnTo>
                <a:lnTo>
                  <a:pt x="597129" y="52829"/>
                </a:lnTo>
                <a:lnTo>
                  <a:pt x="597226" y="52139"/>
                </a:lnTo>
                <a:lnTo>
                  <a:pt x="601175" y="26227"/>
                </a:lnTo>
                <a:lnTo>
                  <a:pt x="601272" y="25534"/>
                </a:lnTo>
                <a:lnTo>
                  <a:pt x="601352" y="24850"/>
                </a:lnTo>
                <a:lnTo>
                  <a:pt x="601415" y="24174"/>
                </a:lnTo>
                <a:lnTo>
                  <a:pt x="601462" y="23507"/>
                </a:lnTo>
                <a:lnTo>
                  <a:pt x="601492" y="22848"/>
                </a:lnTo>
                <a:lnTo>
                  <a:pt x="601505" y="22199"/>
                </a:lnTo>
                <a:lnTo>
                  <a:pt x="601502" y="21558"/>
                </a:lnTo>
                <a:lnTo>
                  <a:pt x="601481" y="20926"/>
                </a:lnTo>
                <a:lnTo>
                  <a:pt x="601445" y="20303"/>
                </a:lnTo>
                <a:lnTo>
                  <a:pt x="601391" y="19689"/>
                </a:lnTo>
                <a:lnTo>
                  <a:pt x="601320" y="19083"/>
                </a:lnTo>
                <a:lnTo>
                  <a:pt x="601233" y="18486"/>
                </a:lnTo>
                <a:lnTo>
                  <a:pt x="601129" y="17898"/>
                </a:lnTo>
                <a:lnTo>
                  <a:pt x="601009" y="17319"/>
                </a:lnTo>
                <a:lnTo>
                  <a:pt x="600871" y="16748"/>
                </a:lnTo>
                <a:lnTo>
                  <a:pt x="600717" y="16187"/>
                </a:lnTo>
                <a:lnTo>
                  <a:pt x="600546" y="15634"/>
                </a:lnTo>
                <a:lnTo>
                  <a:pt x="600359" y="15089"/>
                </a:lnTo>
                <a:lnTo>
                  <a:pt x="600155" y="14554"/>
                </a:lnTo>
                <a:lnTo>
                  <a:pt x="599934" y="14027"/>
                </a:lnTo>
                <a:lnTo>
                  <a:pt x="599696" y="13509"/>
                </a:lnTo>
                <a:lnTo>
                  <a:pt x="599441" y="13000"/>
                </a:lnTo>
                <a:lnTo>
                  <a:pt x="599170" y="12500"/>
                </a:lnTo>
                <a:lnTo>
                  <a:pt x="598882" y="12008"/>
                </a:lnTo>
                <a:lnTo>
                  <a:pt x="598580" y="11526"/>
                </a:lnTo>
                <a:lnTo>
                  <a:pt x="598266" y="11053"/>
                </a:lnTo>
                <a:lnTo>
                  <a:pt x="597939" y="10590"/>
                </a:lnTo>
                <a:lnTo>
                  <a:pt x="597601" y="10136"/>
                </a:lnTo>
                <a:lnTo>
                  <a:pt x="597251" y="9692"/>
                </a:lnTo>
                <a:lnTo>
                  <a:pt x="596888" y="9258"/>
                </a:lnTo>
                <a:lnTo>
                  <a:pt x="596513" y="8833"/>
                </a:lnTo>
                <a:lnTo>
                  <a:pt x="596127" y="8418"/>
                </a:lnTo>
                <a:lnTo>
                  <a:pt x="595728" y="8013"/>
                </a:lnTo>
                <a:lnTo>
                  <a:pt x="595317" y="7617"/>
                </a:lnTo>
                <a:lnTo>
                  <a:pt x="594894" y="7230"/>
                </a:lnTo>
                <a:lnTo>
                  <a:pt x="594459" y="6853"/>
                </a:lnTo>
                <a:lnTo>
                  <a:pt x="594012" y="6486"/>
                </a:lnTo>
                <a:lnTo>
                  <a:pt x="593553" y="6129"/>
                </a:lnTo>
                <a:lnTo>
                  <a:pt x="593082" y="5781"/>
                </a:lnTo>
                <a:lnTo>
                  <a:pt x="592599" y="5442"/>
                </a:lnTo>
                <a:lnTo>
                  <a:pt x="592104" y="5114"/>
                </a:lnTo>
                <a:lnTo>
                  <a:pt x="591596" y="4794"/>
                </a:lnTo>
                <a:lnTo>
                  <a:pt x="591077" y="4485"/>
                </a:lnTo>
                <a:lnTo>
                  <a:pt x="590545" y="4185"/>
                </a:lnTo>
                <a:lnTo>
                  <a:pt x="590002" y="3895"/>
                </a:lnTo>
                <a:lnTo>
                  <a:pt x="589446" y="3614"/>
                </a:lnTo>
                <a:lnTo>
                  <a:pt x="588878" y="3343"/>
                </a:lnTo>
                <a:lnTo>
                  <a:pt x="588298" y="3081"/>
                </a:lnTo>
                <a:lnTo>
                  <a:pt x="587709" y="2830"/>
                </a:lnTo>
                <a:lnTo>
                  <a:pt x="587111" y="2589"/>
                </a:lnTo>
                <a:lnTo>
                  <a:pt x="586505" y="2359"/>
                </a:lnTo>
                <a:lnTo>
                  <a:pt x="585891" y="2140"/>
                </a:lnTo>
                <a:lnTo>
                  <a:pt x="585270" y="1931"/>
                </a:lnTo>
                <a:lnTo>
                  <a:pt x="584640" y="1733"/>
                </a:lnTo>
                <a:lnTo>
                  <a:pt x="584003" y="1546"/>
                </a:lnTo>
                <a:lnTo>
                  <a:pt x="583357" y="1369"/>
                </a:lnTo>
                <a:lnTo>
                  <a:pt x="582704" y="1204"/>
                </a:lnTo>
                <a:lnTo>
                  <a:pt x="582042" y="1048"/>
                </a:lnTo>
                <a:lnTo>
                  <a:pt x="581373" y="904"/>
                </a:lnTo>
                <a:lnTo>
                  <a:pt x="580695" y="770"/>
                </a:lnTo>
                <a:lnTo>
                  <a:pt x="580010" y="647"/>
                </a:lnTo>
                <a:lnTo>
                  <a:pt x="579317" y="535"/>
                </a:lnTo>
                <a:lnTo>
                  <a:pt x="578615" y="433"/>
                </a:lnTo>
                <a:lnTo>
                  <a:pt x="577906" y="342"/>
                </a:lnTo>
                <a:lnTo>
                  <a:pt x="577189" y="262"/>
                </a:lnTo>
                <a:lnTo>
                  <a:pt x="576464" y="193"/>
                </a:lnTo>
                <a:lnTo>
                  <a:pt x="575731" y="134"/>
                </a:lnTo>
                <a:lnTo>
                  <a:pt x="574990" y="86"/>
                </a:lnTo>
                <a:lnTo>
                  <a:pt x="574241" y="48"/>
                </a:lnTo>
                <a:lnTo>
                  <a:pt x="573484" y="21"/>
                </a:lnTo>
                <a:lnTo>
                  <a:pt x="572719" y="5"/>
                </a:lnTo>
                <a:lnTo>
                  <a:pt x="571946" y="0"/>
                </a:lnTo>
                <a:lnTo>
                  <a:pt x="564836" y="0"/>
                </a:lnTo>
                <a:lnTo>
                  <a:pt x="564836" y="12640"/>
                </a:lnTo>
                <a:lnTo>
                  <a:pt x="571946" y="12640"/>
                </a:lnTo>
                <a:lnTo>
                  <a:pt x="572559" y="12646"/>
                </a:lnTo>
                <a:lnTo>
                  <a:pt x="573162" y="12664"/>
                </a:lnTo>
                <a:lnTo>
                  <a:pt x="573754" y="12693"/>
                </a:lnTo>
                <a:lnTo>
                  <a:pt x="574335" y="12734"/>
                </a:lnTo>
                <a:lnTo>
                  <a:pt x="574906" y="12787"/>
                </a:lnTo>
                <a:lnTo>
                  <a:pt x="575466" y="12852"/>
                </a:lnTo>
                <a:lnTo>
                  <a:pt x="576015" y="12929"/>
                </a:lnTo>
                <a:lnTo>
                  <a:pt x="576554" y="13017"/>
                </a:lnTo>
                <a:lnTo>
                  <a:pt x="577082" y="13118"/>
                </a:lnTo>
                <a:lnTo>
                  <a:pt x="577599" y="13230"/>
                </a:lnTo>
                <a:lnTo>
                  <a:pt x="578105" y="13354"/>
                </a:lnTo>
                <a:lnTo>
                  <a:pt x="578601" y="13489"/>
                </a:lnTo>
                <a:lnTo>
                  <a:pt x="579086" y="13637"/>
                </a:lnTo>
                <a:lnTo>
                  <a:pt x="579560" y="13796"/>
                </a:lnTo>
                <a:lnTo>
                  <a:pt x="580024" y="13967"/>
                </a:lnTo>
                <a:lnTo>
                  <a:pt x="580477" y="14150"/>
                </a:lnTo>
                <a:lnTo>
                  <a:pt x="580919" y="14344"/>
                </a:lnTo>
                <a:lnTo>
                  <a:pt x="581351" y="14551"/>
                </a:lnTo>
                <a:lnTo>
                  <a:pt x="581772" y="14769"/>
                </a:lnTo>
                <a:lnTo>
                  <a:pt x="582182" y="14999"/>
                </a:lnTo>
                <a:lnTo>
                  <a:pt x="582581" y="15241"/>
                </a:lnTo>
                <a:lnTo>
                  <a:pt x="582970" y="15494"/>
                </a:lnTo>
                <a:lnTo>
                  <a:pt x="583348" y="15760"/>
                </a:lnTo>
                <a:lnTo>
                  <a:pt x="583715" y="16037"/>
                </a:lnTo>
                <a:lnTo>
                  <a:pt x="584068" y="16326"/>
                </a:lnTo>
                <a:lnTo>
                  <a:pt x="584402" y="16627"/>
                </a:lnTo>
                <a:lnTo>
                  <a:pt x="584717" y="16939"/>
                </a:lnTo>
                <a:lnTo>
                  <a:pt x="585013" y="17264"/>
                </a:lnTo>
                <a:lnTo>
                  <a:pt x="585290" y="17600"/>
                </a:lnTo>
                <a:lnTo>
                  <a:pt x="585548" y="17948"/>
                </a:lnTo>
                <a:lnTo>
                  <a:pt x="585787" y="18307"/>
                </a:lnTo>
                <a:lnTo>
                  <a:pt x="586007" y="18679"/>
                </a:lnTo>
                <a:lnTo>
                  <a:pt x="586209" y="19062"/>
                </a:lnTo>
                <a:lnTo>
                  <a:pt x="586391" y="19457"/>
                </a:lnTo>
                <a:lnTo>
                  <a:pt x="586554" y="19864"/>
                </a:lnTo>
                <a:lnTo>
                  <a:pt x="586699" y="20283"/>
                </a:lnTo>
                <a:lnTo>
                  <a:pt x="586824" y="20713"/>
                </a:lnTo>
                <a:lnTo>
                  <a:pt x="586931" y="21156"/>
                </a:lnTo>
                <a:lnTo>
                  <a:pt x="587019" y="21610"/>
                </a:lnTo>
                <a:lnTo>
                  <a:pt x="587087" y="22076"/>
                </a:lnTo>
                <a:lnTo>
                  <a:pt x="587137" y="22553"/>
                </a:lnTo>
                <a:lnTo>
                  <a:pt x="587168" y="23043"/>
                </a:lnTo>
                <a:lnTo>
                  <a:pt x="587180" y="23544"/>
                </a:lnTo>
                <a:lnTo>
                  <a:pt x="587173" y="24057"/>
                </a:lnTo>
                <a:lnTo>
                  <a:pt x="587147" y="24582"/>
                </a:lnTo>
                <a:lnTo>
                  <a:pt x="587102" y="25119"/>
                </a:lnTo>
                <a:lnTo>
                  <a:pt x="587038" y="25667"/>
                </a:lnTo>
                <a:lnTo>
                  <a:pt x="586956" y="26227"/>
                </a:lnTo>
                <a:lnTo>
                  <a:pt x="583007" y="52139"/>
                </a:lnTo>
                <a:lnTo>
                  <a:pt x="582888" y="52987"/>
                </a:lnTo>
                <a:lnTo>
                  <a:pt x="582796" y="53819"/>
                </a:lnTo>
                <a:lnTo>
                  <a:pt x="582730" y="54635"/>
                </a:lnTo>
                <a:lnTo>
                  <a:pt x="582690" y="55435"/>
                </a:lnTo>
                <a:lnTo>
                  <a:pt x="582677" y="56219"/>
                </a:lnTo>
                <a:lnTo>
                  <a:pt x="582690" y="56988"/>
                </a:lnTo>
                <a:lnTo>
                  <a:pt x="582729" y="57740"/>
                </a:lnTo>
                <a:lnTo>
                  <a:pt x="582795" y="58477"/>
                </a:lnTo>
                <a:lnTo>
                  <a:pt x="582887" y="59197"/>
                </a:lnTo>
                <a:lnTo>
                  <a:pt x="583006" y="59902"/>
                </a:lnTo>
                <a:lnTo>
                  <a:pt x="583150" y="60591"/>
                </a:lnTo>
                <a:lnTo>
                  <a:pt x="583321" y="61264"/>
                </a:lnTo>
                <a:lnTo>
                  <a:pt x="583519" y="61920"/>
                </a:lnTo>
                <a:lnTo>
                  <a:pt x="583742" y="62562"/>
                </a:lnTo>
                <a:lnTo>
                  <a:pt x="583993" y="63187"/>
                </a:lnTo>
                <a:lnTo>
                  <a:pt x="584269" y="63796"/>
                </a:lnTo>
                <a:lnTo>
                  <a:pt x="584572" y="64389"/>
                </a:lnTo>
                <a:lnTo>
                  <a:pt x="584901" y="64966"/>
                </a:lnTo>
                <a:lnTo>
                  <a:pt x="585256" y="65528"/>
                </a:lnTo>
                <a:lnTo>
                  <a:pt x="585638" y="66073"/>
                </a:lnTo>
                <a:lnTo>
                  <a:pt x="586046" y="66603"/>
                </a:lnTo>
                <a:lnTo>
                  <a:pt x="586480" y="67117"/>
                </a:lnTo>
                <a:lnTo>
                  <a:pt x="586941" y="67615"/>
                </a:lnTo>
                <a:lnTo>
                  <a:pt x="587428" y="68096"/>
                </a:lnTo>
                <a:lnTo>
                  <a:pt x="587936" y="68561"/>
                </a:lnTo>
                <a:lnTo>
                  <a:pt x="588458" y="69005"/>
                </a:lnTo>
                <a:lnTo>
                  <a:pt x="588994" y="69429"/>
                </a:lnTo>
                <a:lnTo>
                  <a:pt x="589544" y="69834"/>
                </a:lnTo>
                <a:lnTo>
                  <a:pt x="590109" y="70219"/>
                </a:lnTo>
                <a:lnTo>
                  <a:pt x="590687" y="70585"/>
                </a:lnTo>
                <a:lnTo>
                  <a:pt x="591281" y="70930"/>
                </a:lnTo>
                <a:lnTo>
                  <a:pt x="591888" y="71256"/>
                </a:lnTo>
                <a:lnTo>
                  <a:pt x="592510" y="71562"/>
                </a:lnTo>
                <a:lnTo>
                  <a:pt x="593145" y="71848"/>
                </a:lnTo>
                <a:lnTo>
                  <a:pt x="593796" y="72115"/>
                </a:lnTo>
                <a:lnTo>
                  <a:pt x="594460" y="72362"/>
                </a:lnTo>
                <a:lnTo>
                  <a:pt x="595139" y="72589"/>
                </a:lnTo>
                <a:lnTo>
                  <a:pt x="595832" y="72796"/>
                </a:lnTo>
                <a:lnTo>
                  <a:pt x="596539" y="72984"/>
                </a:lnTo>
                <a:lnTo>
                  <a:pt x="597260" y="73152"/>
                </a:lnTo>
                <a:lnTo>
                  <a:pt x="597996" y="73300"/>
                </a:lnTo>
                <a:lnTo>
                  <a:pt x="598746" y="73428"/>
                </a:lnTo>
                <a:lnTo>
                  <a:pt x="598747" y="73428"/>
                </a:lnTo>
                <a:lnTo>
                  <a:pt x="598303" y="73516"/>
                </a:lnTo>
                <a:lnTo>
                  <a:pt x="597811" y="73626"/>
                </a:lnTo>
                <a:lnTo>
                  <a:pt x="597324" y="73746"/>
                </a:lnTo>
                <a:lnTo>
                  <a:pt x="596843" y="73876"/>
                </a:lnTo>
                <a:lnTo>
                  <a:pt x="596368" y="74017"/>
                </a:lnTo>
                <a:close/>
                <a:moveTo>
                  <a:pt x="520453" y="57356"/>
                </a:moveTo>
                <a:lnTo>
                  <a:pt x="520235" y="56670"/>
                </a:lnTo>
                <a:lnTo>
                  <a:pt x="519993" y="55998"/>
                </a:lnTo>
                <a:lnTo>
                  <a:pt x="519728" y="55340"/>
                </a:lnTo>
                <a:lnTo>
                  <a:pt x="519439" y="54695"/>
                </a:lnTo>
                <a:lnTo>
                  <a:pt x="519128" y="54064"/>
                </a:lnTo>
                <a:lnTo>
                  <a:pt x="518794" y="53446"/>
                </a:lnTo>
                <a:lnTo>
                  <a:pt x="518437" y="52842"/>
                </a:lnTo>
                <a:lnTo>
                  <a:pt x="518057" y="52252"/>
                </a:lnTo>
                <a:lnTo>
                  <a:pt x="517653" y="51676"/>
                </a:lnTo>
                <a:lnTo>
                  <a:pt x="517227" y="51113"/>
                </a:lnTo>
                <a:lnTo>
                  <a:pt x="516778" y="50564"/>
                </a:lnTo>
                <a:lnTo>
                  <a:pt x="516305" y="50029"/>
                </a:lnTo>
                <a:lnTo>
                  <a:pt x="515810" y="49508"/>
                </a:lnTo>
                <a:lnTo>
                  <a:pt x="515291" y="49000"/>
                </a:lnTo>
                <a:lnTo>
                  <a:pt x="514750" y="48506"/>
                </a:lnTo>
                <a:lnTo>
                  <a:pt x="514190" y="48029"/>
                </a:lnTo>
                <a:lnTo>
                  <a:pt x="513615" y="47572"/>
                </a:lnTo>
                <a:lnTo>
                  <a:pt x="513027" y="47136"/>
                </a:lnTo>
                <a:lnTo>
                  <a:pt x="512424" y="46720"/>
                </a:lnTo>
                <a:lnTo>
                  <a:pt x="511807" y="46324"/>
                </a:lnTo>
                <a:lnTo>
                  <a:pt x="511176" y="45948"/>
                </a:lnTo>
                <a:lnTo>
                  <a:pt x="510530" y="45593"/>
                </a:lnTo>
                <a:lnTo>
                  <a:pt x="509870" y="45258"/>
                </a:lnTo>
                <a:lnTo>
                  <a:pt x="509196" y="44943"/>
                </a:lnTo>
                <a:lnTo>
                  <a:pt x="508508" y="44649"/>
                </a:lnTo>
                <a:lnTo>
                  <a:pt x="507805" y="44375"/>
                </a:lnTo>
                <a:lnTo>
                  <a:pt x="507088" y="44121"/>
                </a:lnTo>
                <a:lnTo>
                  <a:pt x="506357" y="43888"/>
                </a:lnTo>
                <a:lnTo>
                  <a:pt x="505611" y="43675"/>
                </a:lnTo>
                <a:lnTo>
                  <a:pt x="504852" y="43482"/>
                </a:lnTo>
                <a:lnTo>
                  <a:pt x="504078" y="43309"/>
                </a:lnTo>
                <a:lnTo>
                  <a:pt x="503290" y="43157"/>
                </a:lnTo>
                <a:lnTo>
                  <a:pt x="502487" y="43025"/>
                </a:lnTo>
                <a:lnTo>
                  <a:pt x="501670" y="42913"/>
                </a:lnTo>
                <a:lnTo>
                  <a:pt x="500839" y="42822"/>
                </a:lnTo>
                <a:lnTo>
                  <a:pt x="499994" y="42751"/>
                </a:lnTo>
                <a:lnTo>
                  <a:pt x="499134" y="42700"/>
                </a:lnTo>
                <a:lnTo>
                  <a:pt x="498261" y="42670"/>
                </a:lnTo>
                <a:lnTo>
                  <a:pt x="497372" y="42660"/>
                </a:lnTo>
                <a:lnTo>
                  <a:pt x="496289" y="42675"/>
                </a:lnTo>
                <a:lnTo>
                  <a:pt x="495224" y="42720"/>
                </a:lnTo>
                <a:lnTo>
                  <a:pt x="494178" y="42796"/>
                </a:lnTo>
                <a:lnTo>
                  <a:pt x="493150" y="42901"/>
                </a:lnTo>
                <a:lnTo>
                  <a:pt x="492141" y="43037"/>
                </a:lnTo>
                <a:lnTo>
                  <a:pt x="491151" y="43203"/>
                </a:lnTo>
                <a:lnTo>
                  <a:pt x="490179" y="43399"/>
                </a:lnTo>
                <a:lnTo>
                  <a:pt x="489226" y="43625"/>
                </a:lnTo>
                <a:lnTo>
                  <a:pt x="488292" y="43882"/>
                </a:lnTo>
                <a:lnTo>
                  <a:pt x="487376" y="44169"/>
                </a:lnTo>
                <a:lnTo>
                  <a:pt x="486479" y="44485"/>
                </a:lnTo>
                <a:lnTo>
                  <a:pt x="485601" y="44833"/>
                </a:lnTo>
                <a:lnTo>
                  <a:pt x="484741" y="45210"/>
                </a:lnTo>
                <a:lnTo>
                  <a:pt x="483900" y="45617"/>
                </a:lnTo>
                <a:lnTo>
                  <a:pt x="483078" y="46055"/>
                </a:lnTo>
                <a:lnTo>
                  <a:pt x="482274" y="46522"/>
                </a:lnTo>
                <a:lnTo>
                  <a:pt x="481489" y="47020"/>
                </a:lnTo>
                <a:lnTo>
                  <a:pt x="480723" y="47548"/>
                </a:lnTo>
                <a:lnTo>
                  <a:pt x="479975" y="48107"/>
                </a:lnTo>
                <a:lnTo>
                  <a:pt x="479246" y="48695"/>
                </a:lnTo>
                <a:lnTo>
                  <a:pt x="478536" y="49314"/>
                </a:lnTo>
                <a:lnTo>
                  <a:pt x="477844" y="49963"/>
                </a:lnTo>
                <a:lnTo>
                  <a:pt x="477171" y="50642"/>
                </a:lnTo>
                <a:lnTo>
                  <a:pt x="476516" y="51351"/>
                </a:lnTo>
                <a:lnTo>
                  <a:pt x="475885" y="52086"/>
                </a:lnTo>
                <a:lnTo>
                  <a:pt x="475280" y="52843"/>
                </a:lnTo>
                <a:lnTo>
                  <a:pt x="474702" y="53622"/>
                </a:lnTo>
                <a:lnTo>
                  <a:pt x="474151" y="54423"/>
                </a:lnTo>
                <a:lnTo>
                  <a:pt x="473627" y="55245"/>
                </a:lnTo>
                <a:lnTo>
                  <a:pt x="473130" y="56090"/>
                </a:lnTo>
                <a:lnTo>
                  <a:pt x="472659" y="56957"/>
                </a:lnTo>
                <a:lnTo>
                  <a:pt x="472216" y="57846"/>
                </a:lnTo>
                <a:lnTo>
                  <a:pt x="471799" y="58756"/>
                </a:lnTo>
                <a:lnTo>
                  <a:pt x="471409" y="59689"/>
                </a:lnTo>
                <a:lnTo>
                  <a:pt x="471046" y="60643"/>
                </a:lnTo>
                <a:lnTo>
                  <a:pt x="470710" y="61620"/>
                </a:lnTo>
                <a:lnTo>
                  <a:pt x="470401" y="62618"/>
                </a:lnTo>
                <a:lnTo>
                  <a:pt x="470119" y="63639"/>
                </a:lnTo>
                <a:lnTo>
                  <a:pt x="469864" y="64681"/>
                </a:lnTo>
                <a:lnTo>
                  <a:pt x="469635" y="65745"/>
                </a:lnTo>
                <a:lnTo>
                  <a:pt x="469434" y="66831"/>
                </a:lnTo>
                <a:lnTo>
                  <a:pt x="469259" y="67939"/>
                </a:lnTo>
                <a:lnTo>
                  <a:pt x="469111" y="69070"/>
                </a:lnTo>
                <a:lnTo>
                  <a:pt x="468990" y="70222"/>
                </a:lnTo>
                <a:lnTo>
                  <a:pt x="468896" y="71396"/>
                </a:lnTo>
                <a:lnTo>
                  <a:pt x="468829" y="72592"/>
                </a:lnTo>
                <a:lnTo>
                  <a:pt x="468789" y="73809"/>
                </a:lnTo>
                <a:lnTo>
                  <a:pt x="468775" y="75049"/>
                </a:lnTo>
                <a:lnTo>
                  <a:pt x="468775" y="100486"/>
                </a:lnTo>
                <a:lnTo>
                  <a:pt x="468789" y="101713"/>
                </a:lnTo>
                <a:lnTo>
                  <a:pt x="468829" y="102918"/>
                </a:lnTo>
                <a:lnTo>
                  <a:pt x="468897" y="104103"/>
                </a:lnTo>
                <a:lnTo>
                  <a:pt x="468992" y="105265"/>
                </a:lnTo>
                <a:lnTo>
                  <a:pt x="469115" y="106407"/>
                </a:lnTo>
                <a:lnTo>
                  <a:pt x="469264" y="107526"/>
                </a:lnTo>
                <a:lnTo>
                  <a:pt x="469440" y="108625"/>
                </a:lnTo>
                <a:lnTo>
                  <a:pt x="469644" y="109702"/>
                </a:lnTo>
                <a:lnTo>
                  <a:pt x="469875" y="110758"/>
                </a:lnTo>
                <a:lnTo>
                  <a:pt x="470133" y="111792"/>
                </a:lnTo>
                <a:lnTo>
                  <a:pt x="470418" y="112805"/>
                </a:lnTo>
                <a:lnTo>
                  <a:pt x="470730" y="113797"/>
                </a:lnTo>
                <a:lnTo>
                  <a:pt x="471070" y="114767"/>
                </a:lnTo>
                <a:lnTo>
                  <a:pt x="471436" y="115716"/>
                </a:lnTo>
                <a:lnTo>
                  <a:pt x="471830" y="116643"/>
                </a:lnTo>
                <a:lnTo>
                  <a:pt x="472251" y="117549"/>
                </a:lnTo>
                <a:lnTo>
                  <a:pt x="472699" y="118434"/>
                </a:lnTo>
                <a:lnTo>
                  <a:pt x="473174" y="119297"/>
                </a:lnTo>
                <a:lnTo>
                  <a:pt x="473677" y="120139"/>
                </a:lnTo>
                <a:lnTo>
                  <a:pt x="474206" y="120960"/>
                </a:lnTo>
                <a:lnTo>
                  <a:pt x="474763" y="121759"/>
                </a:lnTo>
                <a:lnTo>
                  <a:pt x="475347" y="122537"/>
                </a:lnTo>
                <a:lnTo>
                  <a:pt x="475958" y="123293"/>
                </a:lnTo>
                <a:lnTo>
                  <a:pt x="476596" y="124028"/>
                </a:lnTo>
                <a:lnTo>
                  <a:pt x="477257" y="124737"/>
                </a:lnTo>
                <a:lnTo>
                  <a:pt x="477935" y="125416"/>
                </a:lnTo>
                <a:lnTo>
                  <a:pt x="478631" y="126064"/>
                </a:lnTo>
                <a:lnTo>
                  <a:pt x="479345" y="126683"/>
                </a:lnTo>
                <a:lnTo>
                  <a:pt x="480077" y="127271"/>
                </a:lnTo>
                <a:lnTo>
                  <a:pt x="480827" y="127829"/>
                </a:lnTo>
                <a:lnTo>
                  <a:pt x="481595" y="128357"/>
                </a:lnTo>
                <a:lnTo>
                  <a:pt x="482380" y="128855"/>
                </a:lnTo>
                <a:lnTo>
                  <a:pt x="483184" y="129323"/>
                </a:lnTo>
                <a:lnTo>
                  <a:pt x="484005" y="129760"/>
                </a:lnTo>
                <a:lnTo>
                  <a:pt x="484844" y="130167"/>
                </a:lnTo>
                <a:lnTo>
                  <a:pt x="485700" y="130544"/>
                </a:lnTo>
                <a:lnTo>
                  <a:pt x="486575" y="130891"/>
                </a:lnTo>
                <a:lnTo>
                  <a:pt x="487467" y="131208"/>
                </a:lnTo>
                <a:lnTo>
                  <a:pt x="488378" y="131495"/>
                </a:lnTo>
                <a:lnTo>
                  <a:pt x="489306" y="131751"/>
                </a:lnTo>
                <a:lnTo>
                  <a:pt x="490252" y="131977"/>
                </a:lnTo>
                <a:lnTo>
                  <a:pt x="491215" y="132173"/>
                </a:lnTo>
                <a:lnTo>
                  <a:pt x="492197" y="132339"/>
                </a:lnTo>
                <a:lnTo>
                  <a:pt x="493196" y="132475"/>
                </a:lnTo>
                <a:lnTo>
                  <a:pt x="494214" y="132581"/>
                </a:lnTo>
                <a:lnTo>
                  <a:pt x="495249" y="132656"/>
                </a:lnTo>
                <a:lnTo>
                  <a:pt x="496302" y="132701"/>
                </a:lnTo>
                <a:lnTo>
                  <a:pt x="497372" y="132717"/>
                </a:lnTo>
                <a:lnTo>
                  <a:pt x="498260" y="132707"/>
                </a:lnTo>
                <a:lnTo>
                  <a:pt x="499133" y="132676"/>
                </a:lnTo>
                <a:lnTo>
                  <a:pt x="499991" y="132626"/>
                </a:lnTo>
                <a:lnTo>
                  <a:pt x="500835" y="132556"/>
                </a:lnTo>
                <a:lnTo>
                  <a:pt x="501663" y="132466"/>
                </a:lnTo>
                <a:lnTo>
                  <a:pt x="502477" y="132356"/>
                </a:lnTo>
                <a:lnTo>
                  <a:pt x="503276" y="132226"/>
                </a:lnTo>
                <a:lnTo>
                  <a:pt x="504060" y="132076"/>
                </a:lnTo>
                <a:lnTo>
                  <a:pt x="504830" y="131906"/>
                </a:lnTo>
                <a:lnTo>
                  <a:pt x="505584" y="131715"/>
                </a:lnTo>
                <a:lnTo>
                  <a:pt x="506324" y="131505"/>
                </a:lnTo>
                <a:lnTo>
                  <a:pt x="507049" y="131275"/>
                </a:lnTo>
                <a:lnTo>
                  <a:pt x="507759" y="131025"/>
                </a:lnTo>
                <a:lnTo>
                  <a:pt x="508454" y="130754"/>
                </a:lnTo>
                <a:lnTo>
                  <a:pt x="509135" y="130464"/>
                </a:lnTo>
                <a:lnTo>
                  <a:pt x="509801" y="130154"/>
                </a:lnTo>
                <a:lnTo>
                  <a:pt x="510451" y="129823"/>
                </a:lnTo>
                <a:lnTo>
                  <a:pt x="511088" y="129473"/>
                </a:lnTo>
                <a:lnTo>
                  <a:pt x="511709" y="129102"/>
                </a:lnTo>
                <a:lnTo>
                  <a:pt x="512315" y="128712"/>
                </a:lnTo>
                <a:lnTo>
                  <a:pt x="512907" y="128301"/>
                </a:lnTo>
                <a:lnTo>
                  <a:pt x="513484" y="127871"/>
                </a:lnTo>
                <a:lnTo>
                  <a:pt x="514046" y="127420"/>
                </a:lnTo>
                <a:lnTo>
                  <a:pt x="514593" y="126950"/>
                </a:lnTo>
                <a:lnTo>
                  <a:pt x="515122" y="126462"/>
                </a:lnTo>
                <a:lnTo>
                  <a:pt x="515628" y="125960"/>
                </a:lnTo>
                <a:lnTo>
                  <a:pt x="516111" y="125443"/>
                </a:lnTo>
                <a:lnTo>
                  <a:pt x="516572" y="124911"/>
                </a:lnTo>
                <a:lnTo>
                  <a:pt x="517011" y="124365"/>
                </a:lnTo>
                <a:lnTo>
                  <a:pt x="517427" y="123805"/>
                </a:lnTo>
                <a:lnTo>
                  <a:pt x="517821" y="123230"/>
                </a:lnTo>
                <a:lnTo>
                  <a:pt x="518192" y="122640"/>
                </a:lnTo>
                <a:lnTo>
                  <a:pt x="518541" y="122036"/>
                </a:lnTo>
                <a:lnTo>
                  <a:pt x="518867" y="121417"/>
                </a:lnTo>
                <a:lnTo>
                  <a:pt x="519170" y="120784"/>
                </a:lnTo>
                <a:lnTo>
                  <a:pt x="519451" y="120136"/>
                </a:lnTo>
                <a:lnTo>
                  <a:pt x="519710" y="119474"/>
                </a:lnTo>
                <a:lnTo>
                  <a:pt x="519946" y="118797"/>
                </a:lnTo>
                <a:lnTo>
                  <a:pt x="520160" y="118106"/>
                </a:lnTo>
                <a:lnTo>
                  <a:pt x="520351" y="117400"/>
                </a:lnTo>
                <a:lnTo>
                  <a:pt x="520520" y="116679"/>
                </a:lnTo>
                <a:lnTo>
                  <a:pt x="520666" y="115944"/>
                </a:lnTo>
                <a:lnTo>
                  <a:pt x="520790" y="115195"/>
                </a:lnTo>
                <a:lnTo>
                  <a:pt x="520875" y="114548"/>
                </a:lnTo>
                <a:lnTo>
                  <a:pt x="521071" y="114548"/>
                </a:lnTo>
                <a:lnTo>
                  <a:pt x="521071" y="131137"/>
                </a:lnTo>
                <a:lnTo>
                  <a:pt x="535290" y="131137"/>
                </a:lnTo>
                <a:lnTo>
                  <a:pt x="535290" y="15801"/>
                </a:lnTo>
                <a:lnTo>
                  <a:pt x="521071" y="15801"/>
                </a:lnTo>
                <a:lnTo>
                  <a:pt x="521071" y="41078"/>
                </a:lnTo>
                <a:lnTo>
                  <a:pt x="521387" y="60828"/>
                </a:lnTo>
                <a:lnTo>
                  <a:pt x="521180" y="60828"/>
                </a:lnTo>
                <a:lnTo>
                  <a:pt x="521099" y="60238"/>
                </a:lnTo>
                <a:lnTo>
                  <a:pt x="520972" y="59497"/>
                </a:lnTo>
                <a:lnTo>
                  <a:pt x="520822" y="58770"/>
                </a:lnTo>
                <a:lnTo>
                  <a:pt x="520649" y="58056"/>
                </a:lnTo>
                <a:lnTo>
                  <a:pt x="520453" y="57356"/>
                </a:lnTo>
                <a:close/>
                <a:moveTo>
                  <a:pt x="498531" y="120189"/>
                </a:moveTo>
                <a:lnTo>
                  <a:pt x="497856" y="120099"/>
                </a:lnTo>
                <a:lnTo>
                  <a:pt x="497194" y="119992"/>
                </a:lnTo>
                <a:lnTo>
                  <a:pt x="496547" y="119868"/>
                </a:lnTo>
                <a:lnTo>
                  <a:pt x="495913" y="119728"/>
                </a:lnTo>
                <a:lnTo>
                  <a:pt x="495292" y="119572"/>
                </a:lnTo>
                <a:lnTo>
                  <a:pt x="494686" y="119399"/>
                </a:lnTo>
                <a:lnTo>
                  <a:pt x="494093" y="119210"/>
                </a:lnTo>
                <a:lnTo>
                  <a:pt x="493514" y="119004"/>
                </a:lnTo>
                <a:lnTo>
                  <a:pt x="492949" y="118782"/>
                </a:lnTo>
                <a:lnTo>
                  <a:pt x="492397" y="118543"/>
                </a:lnTo>
                <a:lnTo>
                  <a:pt x="491859" y="118288"/>
                </a:lnTo>
                <a:lnTo>
                  <a:pt x="491335" y="118017"/>
                </a:lnTo>
                <a:lnTo>
                  <a:pt x="490824" y="117729"/>
                </a:lnTo>
                <a:lnTo>
                  <a:pt x="490328" y="117424"/>
                </a:lnTo>
                <a:lnTo>
                  <a:pt x="489845" y="117103"/>
                </a:lnTo>
                <a:lnTo>
                  <a:pt x="489375" y="116766"/>
                </a:lnTo>
                <a:lnTo>
                  <a:pt x="488920" y="116412"/>
                </a:lnTo>
                <a:lnTo>
                  <a:pt x="488478" y="116042"/>
                </a:lnTo>
                <a:lnTo>
                  <a:pt x="488050" y="115655"/>
                </a:lnTo>
                <a:lnTo>
                  <a:pt x="487637" y="115250"/>
                </a:lnTo>
                <a:lnTo>
                  <a:pt x="487242" y="114824"/>
                </a:lnTo>
                <a:lnTo>
                  <a:pt x="486865" y="114378"/>
                </a:lnTo>
                <a:lnTo>
                  <a:pt x="486505" y="113912"/>
                </a:lnTo>
                <a:lnTo>
                  <a:pt x="486163" y="113426"/>
                </a:lnTo>
                <a:lnTo>
                  <a:pt x="485838" y="112919"/>
                </a:lnTo>
                <a:lnTo>
                  <a:pt x="485531" y="112392"/>
                </a:lnTo>
                <a:lnTo>
                  <a:pt x="485241" y="111844"/>
                </a:lnTo>
                <a:lnTo>
                  <a:pt x="484969" y="111277"/>
                </a:lnTo>
                <a:lnTo>
                  <a:pt x="484715" y="110689"/>
                </a:lnTo>
                <a:lnTo>
                  <a:pt x="484478" y="110080"/>
                </a:lnTo>
                <a:lnTo>
                  <a:pt x="484258" y="109452"/>
                </a:lnTo>
                <a:lnTo>
                  <a:pt x="484056" y="108803"/>
                </a:lnTo>
                <a:lnTo>
                  <a:pt x="483872" y="108134"/>
                </a:lnTo>
                <a:lnTo>
                  <a:pt x="483705" y="107445"/>
                </a:lnTo>
                <a:lnTo>
                  <a:pt x="483556" y="106735"/>
                </a:lnTo>
                <a:lnTo>
                  <a:pt x="483424" y="106005"/>
                </a:lnTo>
                <a:lnTo>
                  <a:pt x="483310" y="105255"/>
                </a:lnTo>
                <a:lnTo>
                  <a:pt x="483214" y="104484"/>
                </a:lnTo>
                <a:lnTo>
                  <a:pt x="483135" y="103693"/>
                </a:lnTo>
                <a:lnTo>
                  <a:pt x="483073" y="102882"/>
                </a:lnTo>
                <a:lnTo>
                  <a:pt x="483029" y="102051"/>
                </a:lnTo>
                <a:lnTo>
                  <a:pt x="483003" y="101199"/>
                </a:lnTo>
                <a:lnTo>
                  <a:pt x="482994" y="100327"/>
                </a:lnTo>
                <a:lnTo>
                  <a:pt x="482994" y="75049"/>
                </a:lnTo>
                <a:lnTo>
                  <a:pt x="483003" y="74164"/>
                </a:lnTo>
                <a:lnTo>
                  <a:pt x="483029" y="73301"/>
                </a:lnTo>
                <a:lnTo>
                  <a:pt x="483073" y="72458"/>
                </a:lnTo>
                <a:lnTo>
                  <a:pt x="483135" y="71637"/>
                </a:lnTo>
                <a:lnTo>
                  <a:pt x="483214" y="70836"/>
                </a:lnTo>
                <a:lnTo>
                  <a:pt x="483310" y="70057"/>
                </a:lnTo>
                <a:lnTo>
                  <a:pt x="483424" y="69299"/>
                </a:lnTo>
                <a:lnTo>
                  <a:pt x="483556" y="68562"/>
                </a:lnTo>
                <a:lnTo>
                  <a:pt x="483705" y="67846"/>
                </a:lnTo>
                <a:lnTo>
                  <a:pt x="483872" y="67151"/>
                </a:lnTo>
                <a:lnTo>
                  <a:pt x="484056" y="66478"/>
                </a:lnTo>
                <a:lnTo>
                  <a:pt x="484258" y="65825"/>
                </a:lnTo>
                <a:lnTo>
                  <a:pt x="484478" y="65194"/>
                </a:lnTo>
                <a:lnTo>
                  <a:pt x="484715" y="64584"/>
                </a:lnTo>
                <a:lnTo>
                  <a:pt x="484969" y="63995"/>
                </a:lnTo>
                <a:lnTo>
                  <a:pt x="485241" y="63427"/>
                </a:lnTo>
                <a:lnTo>
                  <a:pt x="485531" y="62880"/>
                </a:lnTo>
                <a:lnTo>
                  <a:pt x="485838" y="62354"/>
                </a:lnTo>
                <a:lnTo>
                  <a:pt x="486163" y="61850"/>
                </a:lnTo>
                <a:lnTo>
                  <a:pt x="486505" y="61366"/>
                </a:lnTo>
                <a:lnTo>
                  <a:pt x="486865" y="60904"/>
                </a:lnTo>
                <a:lnTo>
                  <a:pt x="487242" y="60463"/>
                </a:lnTo>
                <a:lnTo>
                  <a:pt x="487637" y="60043"/>
                </a:lnTo>
                <a:lnTo>
                  <a:pt x="488050" y="59644"/>
                </a:lnTo>
                <a:lnTo>
                  <a:pt x="488478" y="59264"/>
                </a:lnTo>
                <a:lnTo>
                  <a:pt x="488920" y="58900"/>
                </a:lnTo>
                <a:lnTo>
                  <a:pt x="489375" y="58552"/>
                </a:lnTo>
                <a:lnTo>
                  <a:pt x="489845" y="58220"/>
                </a:lnTo>
                <a:lnTo>
                  <a:pt x="490328" y="57905"/>
                </a:lnTo>
                <a:lnTo>
                  <a:pt x="490824" y="57605"/>
                </a:lnTo>
                <a:lnTo>
                  <a:pt x="491335" y="57322"/>
                </a:lnTo>
                <a:lnTo>
                  <a:pt x="491859" y="57055"/>
                </a:lnTo>
                <a:lnTo>
                  <a:pt x="492397" y="56804"/>
                </a:lnTo>
                <a:lnTo>
                  <a:pt x="492949" y="56570"/>
                </a:lnTo>
                <a:lnTo>
                  <a:pt x="493514" y="56351"/>
                </a:lnTo>
                <a:lnTo>
                  <a:pt x="494093" y="56149"/>
                </a:lnTo>
                <a:lnTo>
                  <a:pt x="494686" y="55963"/>
                </a:lnTo>
                <a:lnTo>
                  <a:pt x="495292" y="55793"/>
                </a:lnTo>
                <a:lnTo>
                  <a:pt x="495913" y="55639"/>
                </a:lnTo>
                <a:lnTo>
                  <a:pt x="496547" y="55502"/>
                </a:lnTo>
                <a:lnTo>
                  <a:pt x="497194" y="55380"/>
                </a:lnTo>
                <a:lnTo>
                  <a:pt x="497856" y="55275"/>
                </a:lnTo>
                <a:lnTo>
                  <a:pt x="498531" y="55186"/>
                </a:lnTo>
                <a:lnTo>
                  <a:pt x="499220" y="55113"/>
                </a:lnTo>
                <a:lnTo>
                  <a:pt x="499922" y="55057"/>
                </a:lnTo>
                <a:lnTo>
                  <a:pt x="500638" y="55016"/>
                </a:lnTo>
                <a:lnTo>
                  <a:pt x="501368" y="54992"/>
                </a:lnTo>
                <a:lnTo>
                  <a:pt x="502112" y="54984"/>
                </a:lnTo>
                <a:lnTo>
                  <a:pt x="502843" y="54994"/>
                </a:lnTo>
                <a:lnTo>
                  <a:pt x="503560" y="55022"/>
                </a:lnTo>
                <a:lnTo>
                  <a:pt x="504265" y="55070"/>
                </a:lnTo>
                <a:lnTo>
                  <a:pt x="504956" y="55138"/>
                </a:lnTo>
                <a:lnTo>
                  <a:pt x="505634" y="55224"/>
                </a:lnTo>
                <a:lnTo>
                  <a:pt x="506299" y="55330"/>
                </a:lnTo>
                <a:lnTo>
                  <a:pt x="506951" y="55454"/>
                </a:lnTo>
                <a:lnTo>
                  <a:pt x="507589" y="55598"/>
                </a:lnTo>
                <a:lnTo>
                  <a:pt x="508215" y="55762"/>
                </a:lnTo>
                <a:lnTo>
                  <a:pt x="508827" y="55944"/>
                </a:lnTo>
                <a:lnTo>
                  <a:pt x="509426" y="56146"/>
                </a:lnTo>
                <a:lnTo>
                  <a:pt x="510012" y="56367"/>
                </a:lnTo>
                <a:lnTo>
                  <a:pt x="510585" y="56607"/>
                </a:lnTo>
                <a:lnTo>
                  <a:pt x="511144" y="56866"/>
                </a:lnTo>
                <a:lnTo>
                  <a:pt x="511691" y="57144"/>
                </a:lnTo>
                <a:lnTo>
                  <a:pt x="512224" y="57442"/>
                </a:lnTo>
                <a:lnTo>
                  <a:pt x="512744" y="57759"/>
                </a:lnTo>
                <a:lnTo>
                  <a:pt x="513251" y="58095"/>
                </a:lnTo>
                <a:lnTo>
                  <a:pt x="513744" y="58450"/>
                </a:lnTo>
                <a:lnTo>
                  <a:pt x="514225" y="58825"/>
                </a:lnTo>
                <a:lnTo>
                  <a:pt x="514692" y="59218"/>
                </a:lnTo>
                <a:lnTo>
                  <a:pt x="515147" y="59631"/>
                </a:lnTo>
                <a:lnTo>
                  <a:pt x="515588" y="60063"/>
                </a:lnTo>
                <a:lnTo>
                  <a:pt x="516015" y="60514"/>
                </a:lnTo>
                <a:lnTo>
                  <a:pt x="516428" y="60982"/>
                </a:lnTo>
                <a:lnTo>
                  <a:pt x="516823" y="61465"/>
                </a:lnTo>
                <a:lnTo>
                  <a:pt x="517200" y="61963"/>
                </a:lnTo>
                <a:lnTo>
                  <a:pt x="517560" y="62476"/>
                </a:lnTo>
                <a:lnTo>
                  <a:pt x="517902" y="63003"/>
                </a:lnTo>
                <a:lnTo>
                  <a:pt x="518227" y="63545"/>
                </a:lnTo>
                <a:lnTo>
                  <a:pt x="518534" y="64102"/>
                </a:lnTo>
                <a:lnTo>
                  <a:pt x="518824" y="64674"/>
                </a:lnTo>
                <a:lnTo>
                  <a:pt x="519096" y="65261"/>
                </a:lnTo>
                <a:lnTo>
                  <a:pt x="519351" y="65862"/>
                </a:lnTo>
                <a:lnTo>
                  <a:pt x="519588" y="66478"/>
                </a:lnTo>
                <a:lnTo>
                  <a:pt x="519807" y="67109"/>
                </a:lnTo>
                <a:lnTo>
                  <a:pt x="520009" y="67755"/>
                </a:lnTo>
                <a:lnTo>
                  <a:pt x="520193" y="68416"/>
                </a:lnTo>
                <a:lnTo>
                  <a:pt x="520360" y="69091"/>
                </a:lnTo>
                <a:lnTo>
                  <a:pt x="520509" y="69782"/>
                </a:lnTo>
                <a:lnTo>
                  <a:pt x="520641" y="70487"/>
                </a:lnTo>
                <a:lnTo>
                  <a:pt x="520755" y="71207"/>
                </a:lnTo>
                <a:lnTo>
                  <a:pt x="520852" y="71942"/>
                </a:lnTo>
                <a:lnTo>
                  <a:pt x="520931" y="72691"/>
                </a:lnTo>
                <a:lnTo>
                  <a:pt x="520992" y="73456"/>
                </a:lnTo>
                <a:lnTo>
                  <a:pt x="521036" y="74235"/>
                </a:lnTo>
                <a:lnTo>
                  <a:pt x="521062" y="75029"/>
                </a:lnTo>
                <a:lnTo>
                  <a:pt x="521071" y="75838"/>
                </a:lnTo>
                <a:lnTo>
                  <a:pt x="521071" y="99539"/>
                </a:lnTo>
                <a:lnTo>
                  <a:pt x="521062" y="100347"/>
                </a:lnTo>
                <a:lnTo>
                  <a:pt x="521036" y="101142"/>
                </a:lnTo>
                <a:lnTo>
                  <a:pt x="520992" y="101921"/>
                </a:lnTo>
                <a:lnTo>
                  <a:pt x="520931" y="102685"/>
                </a:lnTo>
                <a:lnTo>
                  <a:pt x="520852" y="103435"/>
                </a:lnTo>
                <a:lnTo>
                  <a:pt x="520755" y="104170"/>
                </a:lnTo>
                <a:lnTo>
                  <a:pt x="520641" y="104890"/>
                </a:lnTo>
                <a:lnTo>
                  <a:pt x="520509" y="105595"/>
                </a:lnTo>
                <a:lnTo>
                  <a:pt x="520360" y="106285"/>
                </a:lnTo>
                <a:lnTo>
                  <a:pt x="520193" y="106961"/>
                </a:lnTo>
                <a:lnTo>
                  <a:pt x="520009" y="107622"/>
                </a:lnTo>
                <a:lnTo>
                  <a:pt x="519807" y="108268"/>
                </a:lnTo>
                <a:lnTo>
                  <a:pt x="519588" y="108899"/>
                </a:lnTo>
                <a:lnTo>
                  <a:pt x="519351" y="109515"/>
                </a:lnTo>
                <a:lnTo>
                  <a:pt x="519096" y="110117"/>
                </a:lnTo>
                <a:lnTo>
                  <a:pt x="518824" y="110703"/>
                </a:lnTo>
                <a:lnTo>
                  <a:pt x="518534" y="111275"/>
                </a:lnTo>
                <a:lnTo>
                  <a:pt x="518227" y="111833"/>
                </a:lnTo>
                <a:lnTo>
                  <a:pt x="517902" y="112375"/>
                </a:lnTo>
                <a:lnTo>
                  <a:pt x="517560" y="112902"/>
                </a:lnTo>
                <a:lnTo>
                  <a:pt x="517200" y="113415"/>
                </a:lnTo>
                <a:lnTo>
                  <a:pt x="516823" y="113913"/>
                </a:lnTo>
                <a:lnTo>
                  <a:pt x="516428" y="114396"/>
                </a:lnTo>
                <a:lnTo>
                  <a:pt x="516015" y="114864"/>
                </a:lnTo>
                <a:lnTo>
                  <a:pt x="515588" y="115316"/>
                </a:lnTo>
                <a:lnTo>
                  <a:pt x="515147" y="115748"/>
                </a:lnTo>
                <a:lnTo>
                  <a:pt x="514692" y="116160"/>
                </a:lnTo>
                <a:lnTo>
                  <a:pt x="514225" y="116554"/>
                </a:lnTo>
                <a:lnTo>
                  <a:pt x="513744" y="116929"/>
                </a:lnTo>
                <a:lnTo>
                  <a:pt x="513251" y="117284"/>
                </a:lnTo>
                <a:lnTo>
                  <a:pt x="512744" y="117620"/>
                </a:lnTo>
                <a:lnTo>
                  <a:pt x="512224" y="117937"/>
                </a:lnTo>
                <a:lnTo>
                  <a:pt x="511691" y="118234"/>
                </a:lnTo>
                <a:lnTo>
                  <a:pt x="511144" y="118513"/>
                </a:lnTo>
                <a:lnTo>
                  <a:pt x="510585" y="118772"/>
                </a:lnTo>
                <a:lnTo>
                  <a:pt x="510012" y="119012"/>
                </a:lnTo>
                <a:lnTo>
                  <a:pt x="509426" y="119233"/>
                </a:lnTo>
                <a:lnTo>
                  <a:pt x="508827" y="119435"/>
                </a:lnTo>
                <a:lnTo>
                  <a:pt x="508215" y="119617"/>
                </a:lnTo>
                <a:lnTo>
                  <a:pt x="507589" y="119780"/>
                </a:lnTo>
                <a:lnTo>
                  <a:pt x="506951" y="119924"/>
                </a:lnTo>
                <a:lnTo>
                  <a:pt x="506299" y="120049"/>
                </a:lnTo>
                <a:lnTo>
                  <a:pt x="505634" y="120155"/>
                </a:lnTo>
                <a:lnTo>
                  <a:pt x="504956" y="120241"/>
                </a:lnTo>
                <a:lnTo>
                  <a:pt x="504265" y="120308"/>
                </a:lnTo>
                <a:lnTo>
                  <a:pt x="503560" y="120356"/>
                </a:lnTo>
                <a:lnTo>
                  <a:pt x="502843" y="120385"/>
                </a:lnTo>
                <a:lnTo>
                  <a:pt x="502112" y="120395"/>
                </a:lnTo>
                <a:lnTo>
                  <a:pt x="501368" y="120387"/>
                </a:lnTo>
                <a:lnTo>
                  <a:pt x="500638" y="120362"/>
                </a:lnTo>
                <a:lnTo>
                  <a:pt x="499922" y="120321"/>
                </a:lnTo>
                <a:lnTo>
                  <a:pt x="499220" y="120263"/>
                </a:lnTo>
                <a:lnTo>
                  <a:pt x="498531" y="120189"/>
                </a:lnTo>
                <a:close/>
                <a:moveTo>
                  <a:pt x="193387" y="44239"/>
                </a:moveTo>
                <a:lnTo>
                  <a:pt x="193387" y="57195"/>
                </a:lnTo>
                <a:lnTo>
                  <a:pt x="221037" y="57195"/>
                </a:lnTo>
                <a:lnTo>
                  <a:pt x="221037" y="118182"/>
                </a:lnTo>
                <a:lnTo>
                  <a:pt x="190229" y="118182"/>
                </a:lnTo>
                <a:lnTo>
                  <a:pt x="190229" y="131137"/>
                </a:lnTo>
                <a:lnTo>
                  <a:pt x="264485" y="131137"/>
                </a:lnTo>
                <a:lnTo>
                  <a:pt x="264485" y="118182"/>
                </a:lnTo>
                <a:lnTo>
                  <a:pt x="235256" y="118182"/>
                </a:lnTo>
                <a:lnTo>
                  <a:pt x="235256" y="44239"/>
                </a:lnTo>
                <a:lnTo>
                  <a:pt x="193387" y="44239"/>
                </a:lnTo>
                <a:close/>
                <a:moveTo>
                  <a:pt x="321679" y="132439"/>
                </a:moveTo>
                <a:lnTo>
                  <a:pt x="322737" y="132317"/>
                </a:lnTo>
                <a:lnTo>
                  <a:pt x="323779" y="132172"/>
                </a:lnTo>
                <a:lnTo>
                  <a:pt x="324805" y="132006"/>
                </a:lnTo>
                <a:lnTo>
                  <a:pt x="325816" y="131817"/>
                </a:lnTo>
                <a:lnTo>
                  <a:pt x="326810" y="131606"/>
                </a:lnTo>
                <a:lnTo>
                  <a:pt x="327788" y="131372"/>
                </a:lnTo>
                <a:lnTo>
                  <a:pt x="328751" y="131117"/>
                </a:lnTo>
                <a:lnTo>
                  <a:pt x="329697" y="130839"/>
                </a:lnTo>
                <a:lnTo>
                  <a:pt x="330628" y="130539"/>
                </a:lnTo>
                <a:lnTo>
                  <a:pt x="331542" y="130217"/>
                </a:lnTo>
                <a:lnTo>
                  <a:pt x="332441" y="129873"/>
                </a:lnTo>
                <a:lnTo>
                  <a:pt x="333324" y="129506"/>
                </a:lnTo>
                <a:lnTo>
                  <a:pt x="334191" y="129117"/>
                </a:lnTo>
                <a:lnTo>
                  <a:pt x="335042" y="128706"/>
                </a:lnTo>
                <a:lnTo>
                  <a:pt x="335878" y="128273"/>
                </a:lnTo>
                <a:lnTo>
                  <a:pt x="336697" y="127818"/>
                </a:lnTo>
                <a:lnTo>
                  <a:pt x="337500" y="127340"/>
                </a:lnTo>
                <a:lnTo>
                  <a:pt x="338288" y="126840"/>
                </a:lnTo>
                <a:lnTo>
                  <a:pt x="339059" y="126318"/>
                </a:lnTo>
                <a:lnTo>
                  <a:pt x="339810" y="125777"/>
                </a:lnTo>
                <a:lnTo>
                  <a:pt x="340533" y="125220"/>
                </a:lnTo>
                <a:lnTo>
                  <a:pt x="341230" y="124648"/>
                </a:lnTo>
                <a:lnTo>
                  <a:pt x="341899" y="124060"/>
                </a:lnTo>
                <a:lnTo>
                  <a:pt x="342542" y="123457"/>
                </a:lnTo>
                <a:lnTo>
                  <a:pt x="343158" y="122838"/>
                </a:lnTo>
                <a:lnTo>
                  <a:pt x="343747" y="122203"/>
                </a:lnTo>
                <a:lnTo>
                  <a:pt x="344309" y="121552"/>
                </a:lnTo>
                <a:lnTo>
                  <a:pt x="344845" y="120886"/>
                </a:lnTo>
                <a:lnTo>
                  <a:pt x="345353" y="120204"/>
                </a:lnTo>
                <a:lnTo>
                  <a:pt x="345834" y="119507"/>
                </a:lnTo>
                <a:lnTo>
                  <a:pt x="346289" y="118794"/>
                </a:lnTo>
                <a:lnTo>
                  <a:pt x="346716" y="118065"/>
                </a:lnTo>
                <a:lnTo>
                  <a:pt x="347117" y="117321"/>
                </a:lnTo>
                <a:lnTo>
                  <a:pt x="347491" y="116561"/>
                </a:lnTo>
                <a:lnTo>
                  <a:pt x="347838" y="115785"/>
                </a:lnTo>
                <a:lnTo>
                  <a:pt x="348158" y="114994"/>
                </a:lnTo>
                <a:lnTo>
                  <a:pt x="348451" y="114187"/>
                </a:lnTo>
                <a:lnTo>
                  <a:pt x="348717" y="113365"/>
                </a:lnTo>
                <a:lnTo>
                  <a:pt x="348957" y="112527"/>
                </a:lnTo>
                <a:lnTo>
                  <a:pt x="349169" y="111673"/>
                </a:lnTo>
                <a:lnTo>
                  <a:pt x="349355" y="110804"/>
                </a:lnTo>
                <a:lnTo>
                  <a:pt x="349514" y="109919"/>
                </a:lnTo>
                <a:lnTo>
                  <a:pt x="349645" y="109018"/>
                </a:lnTo>
                <a:lnTo>
                  <a:pt x="335426" y="109018"/>
                </a:lnTo>
                <a:lnTo>
                  <a:pt x="335327" y="109449"/>
                </a:lnTo>
                <a:lnTo>
                  <a:pt x="335214" y="109872"/>
                </a:lnTo>
                <a:lnTo>
                  <a:pt x="335087" y="110288"/>
                </a:lnTo>
                <a:lnTo>
                  <a:pt x="334945" y="110697"/>
                </a:lnTo>
                <a:lnTo>
                  <a:pt x="334790" y="111098"/>
                </a:lnTo>
                <a:lnTo>
                  <a:pt x="334621" y="111492"/>
                </a:lnTo>
                <a:lnTo>
                  <a:pt x="334438" y="111878"/>
                </a:lnTo>
                <a:lnTo>
                  <a:pt x="334241" y="112257"/>
                </a:lnTo>
                <a:lnTo>
                  <a:pt x="334030" y="112629"/>
                </a:lnTo>
                <a:lnTo>
                  <a:pt x="333805" y="112993"/>
                </a:lnTo>
                <a:lnTo>
                  <a:pt x="333566" y="113350"/>
                </a:lnTo>
                <a:lnTo>
                  <a:pt x="333312" y="113699"/>
                </a:lnTo>
                <a:lnTo>
                  <a:pt x="333045" y="114041"/>
                </a:lnTo>
                <a:lnTo>
                  <a:pt x="332764" y="114376"/>
                </a:lnTo>
                <a:lnTo>
                  <a:pt x="332469" y="114703"/>
                </a:lnTo>
                <a:lnTo>
                  <a:pt x="332160" y="115023"/>
                </a:lnTo>
                <a:lnTo>
                  <a:pt x="331837" y="115335"/>
                </a:lnTo>
                <a:lnTo>
                  <a:pt x="331500" y="115640"/>
                </a:lnTo>
                <a:lnTo>
                  <a:pt x="331149" y="115937"/>
                </a:lnTo>
                <a:lnTo>
                  <a:pt x="330784" y="116227"/>
                </a:lnTo>
                <a:lnTo>
                  <a:pt x="330405" y="116510"/>
                </a:lnTo>
                <a:lnTo>
                  <a:pt x="330012" y="116785"/>
                </a:lnTo>
                <a:lnTo>
                  <a:pt x="329605" y="117053"/>
                </a:lnTo>
                <a:lnTo>
                  <a:pt x="329185" y="117314"/>
                </a:lnTo>
                <a:lnTo>
                  <a:pt x="328752" y="117565"/>
                </a:lnTo>
                <a:lnTo>
                  <a:pt x="328310" y="117806"/>
                </a:lnTo>
                <a:lnTo>
                  <a:pt x="327858" y="118036"/>
                </a:lnTo>
                <a:lnTo>
                  <a:pt x="327397" y="118255"/>
                </a:lnTo>
                <a:lnTo>
                  <a:pt x="326926" y="118464"/>
                </a:lnTo>
                <a:lnTo>
                  <a:pt x="326445" y="118662"/>
                </a:lnTo>
                <a:lnTo>
                  <a:pt x="325955" y="118849"/>
                </a:lnTo>
                <a:lnTo>
                  <a:pt x="325455" y="119025"/>
                </a:lnTo>
                <a:lnTo>
                  <a:pt x="324946" y="119191"/>
                </a:lnTo>
                <a:lnTo>
                  <a:pt x="324427" y="119346"/>
                </a:lnTo>
                <a:lnTo>
                  <a:pt x="323898" y="119491"/>
                </a:lnTo>
                <a:lnTo>
                  <a:pt x="323360" y="119624"/>
                </a:lnTo>
                <a:lnTo>
                  <a:pt x="322812" y="119748"/>
                </a:lnTo>
                <a:lnTo>
                  <a:pt x="322255" y="119860"/>
                </a:lnTo>
                <a:lnTo>
                  <a:pt x="321688" y="119961"/>
                </a:lnTo>
                <a:lnTo>
                  <a:pt x="321111" y="120052"/>
                </a:lnTo>
                <a:lnTo>
                  <a:pt x="320525" y="120133"/>
                </a:lnTo>
                <a:lnTo>
                  <a:pt x="319929" y="120202"/>
                </a:lnTo>
                <a:lnTo>
                  <a:pt x="319323" y="120261"/>
                </a:lnTo>
                <a:lnTo>
                  <a:pt x="318708" y="120309"/>
                </a:lnTo>
                <a:lnTo>
                  <a:pt x="318083" y="120347"/>
                </a:lnTo>
                <a:lnTo>
                  <a:pt x="317449" y="120373"/>
                </a:lnTo>
                <a:lnTo>
                  <a:pt x="316805" y="120389"/>
                </a:lnTo>
                <a:lnTo>
                  <a:pt x="316152" y="120395"/>
                </a:lnTo>
                <a:lnTo>
                  <a:pt x="315394" y="120385"/>
                </a:lnTo>
                <a:lnTo>
                  <a:pt x="314650" y="120356"/>
                </a:lnTo>
                <a:lnTo>
                  <a:pt x="313917" y="120307"/>
                </a:lnTo>
                <a:lnTo>
                  <a:pt x="313198" y="120239"/>
                </a:lnTo>
                <a:lnTo>
                  <a:pt x="312491" y="120151"/>
                </a:lnTo>
                <a:lnTo>
                  <a:pt x="311797" y="120044"/>
                </a:lnTo>
                <a:lnTo>
                  <a:pt x="311115" y="119918"/>
                </a:lnTo>
                <a:lnTo>
                  <a:pt x="310446" y="119771"/>
                </a:lnTo>
                <a:lnTo>
                  <a:pt x="309790" y="119606"/>
                </a:lnTo>
                <a:lnTo>
                  <a:pt x="309146" y="119421"/>
                </a:lnTo>
                <a:lnTo>
                  <a:pt x="308515" y="119216"/>
                </a:lnTo>
                <a:lnTo>
                  <a:pt x="307896" y="118992"/>
                </a:lnTo>
                <a:lnTo>
                  <a:pt x="307290" y="118749"/>
                </a:lnTo>
                <a:lnTo>
                  <a:pt x="306697" y="118486"/>
                </a:lnTo>
                <a:lnTo>
                  <a:pt x="306116" y="118203"/>
                </a:lnTo>
                <a:lnTo>
                  <a:pt x="305548" y="117901"/>
                </a:lnTo>
                <a:lnTo>
                  <a:pt x="304993" y="117580"/>
                </a:lnTo>
                <a:lnTo>
                  <a:pt x="304450" y="117239"/>
                </a:lnTo>
                <a:lnTo>
                  <a:pt x="303920" y="116879"/>
                </a:lnTo>
                <a:lnTo>
                  <a:pt x="303402" y="116499"/>
                </a:lnTo>
                <a:lnTo>
                  <a:pt x="302897" y="116100"/>
                </a:lnTo>
                <a:lnTo>
                  <a:pt x="302404" y="115681"/>
                </a:lnTo>
                <a:lnTo>
                  <a:pt x="301925" y="115242"/>
                </a:lnTo>
                <a:lnTo>
                  <a:pt x="301457" y="114785"/>
                </a:lnTo>
                <a:lnTo>
                  <a:pt x="301006" y="114310"/>
                </a:lnTo>
                <a:lnTo>
                  <a:pt x="300574" y="113822"/>
                </a:lnTo>
                <a:lnTo>
                  <a:pt x="300161" y="113319"/>
                </a:lnTo>
                <a:lnTo>
                  <a:pt x="299768" y="112803"/>
                </a:lnTo>
                <a:lnTo>
                  <a:pt x="299393" y="112272"/>
                </a:lnTo>
                <a:lnTo>
                  <a:pt x="299038" y="111728"/>
                </a:lnTo>
                <a:lnTo>
                  <a:pt x="298702" y="111170"/>
                </a:lnTo>
                <a:lnTo>
                  <a:pt x="298385" y="110597"/>
                </a:lnTo>
                <a:lnTo>
                  <a:pt x="298087" y="110011"/>
                </a:lnTo>
                <a:lnTo>
                  <a:pt x="297809" y="109411"/>
                </a:lnTo>
                <a:lnTo>
                  <a:pt x="297550" y="108796"/>
                </a:lnTo>
                <a:lnTo>
                  <a:pt x="297310" y="108168"/>
                </a:lnTo>
                <a:lnTo>
                  <a:pt x="297089" y="107526"/>
                </a:lnTo>
                <a:lnTo>
                  <a:pt x="296887" y="106870"/>
                </a:lnTo>
                <a:lnTo>
                  <a:pt x="296705" y="106200"/>
                </a:lnTo>
                <a:lnTo>
                  <a:pt x="296542" y="105515"/>
                </a:lnTo>
                <a:lnTo>
                  <a:pt x="296398" y="104817"/>
                </a:lnTo>
                <a:lnTo>
                  <a:pt x="296273" y="104105"/>
                </a:lnTo>
                <a:lnTo>
                  <a:pt x="296167" y="103379"/>
                </a:lnTo>
                <a:lnTo>
                  <a:pt x="296081" y="102639"/>
                </a:lnTo>
                <a:lnTo>
                  <a:pt x="296013" y="101885"/>
                </a:lnTo>
                <a:lnTo>
                  <a:pt x="295965" y="101117"/>
                </a:lnTo>
                <a:lnTo>
                  <a:pt x="295937" y="100335"/>
                </a:lnTo>
                <a:lnTo>
                  <a:pt x="295927" y="99539"/>
                </a:lnTo>
                <a:lnTo>
                  <a:pt x="295927" y="91322"/>
                </a:lnTo>
                <a:lnTo>
                  <a:pt x="350279" y="91322"/>
                </a:lnTo>
                <a:lnTo>
                  <a:pt x="350279" y="75838"/>
                </a:lnTo>
                <a:lnTo>
                  <a:pt x="350272" y="75000"/>
                </a:lnTo>
                <a:lnTo>
                  <a:pt x="350250" y="74171"/>
                </a:lnTo>
                <a:lnTo>
                  <a:pt x="350213" y="73352"/>
                </a:lnTo>
                <a:lnTo>
                  <a:pt x="350161" y="72542"/>
                </a:lnTo>
                <a:lnTo>
                  <a:pt x="350094" y="71741"/>
                </a:lnTo>
                <a:lnTo>
                  <a:pt x="350013" y="70950"/>
                </a:lnTo>
                <a:lnTo>
                  <a:pt x="349916" y="70168"/>
                </a:lnTo>
                <a:lnTo>
                  <a:pt x="349805" y="69395"/>
                </a:lnTo>
                <a:lnTo>
                  <a:pt x="349679" y="68632"/>
                </a:lnTo>
                <a:lnTo>
                  <a:pt x="349539" y="67878"/>
                </a:lnTo>
                <a:lnTo>
                  <a:pt x="349383" y="67133"/>
                </a:lnTo>
                <a:lnTo>
                  <a:pt x="349213" y="66398"/>
                </a:lnTo>
                <a:lnTo>
                  <a:pt x="349027" y="65672"/>
                </a:lnTo>
                <a:lnTo>
                  <a:pt x="348827" y="64955"/>
                </a:lnTo>
                <a:lnTo>
                  <a:pt x="348612" y="64248"/>
                </a:lnTo>
                <a:lnTo>
                  <a:pt x="348383" y="63550"/>
                </a:lnTo>
                <a:lnTo>
                  <a:pt x="348138" y="62861"/>
                </a:lnTo>
                <a:lnTo>
                  <a:pt x="347879" y="62182"/>
                </a:lnTo>
                <a:lnTo>
                  <a:pt x="347605" y="61512"/>
                </a:lnTo>
                <a:lnTo>
                  <a:pt x="347316" y="60851"/>
                </a:lnTo>
                <a:lnTo>
                  <a:pt x="347012" y="60200"/>
                </a:lnTo>
                <a:lnTo>
                  <a:pt x="346694" y="59557"/>
                </a:lnTo>
                <a:lnTo>
                  <a:pt x="346360" y="58925"/>
                </a:lnTo>
                <a:lnTo>
                  <a:pt x="346012" y="58301"/>
                </a:lnTo>
                <a:lnTo>
                  <a:pt x="345651" y="57688"/>
                </a:lnTo>
                <a:lnTo>
                  <a:pt x="345278" y="57087"/>
                </a:lnTo>
                <a:lnTo>
                  <a:pt x="344893" y="56497"/>
                </a:lnTo>
                <a:lnTo>
                  <a:pt x="344496" y="55918"/>
                </a:lnTo>
                <a:lnTo>
                  <a:pt x="344088" y="55351"/>
                </a:lnTo>
                <a:lnTo>
                  <a:pt x="343667" y="54796"/>
                </a:lnTo>
                <a:lnTo>
                  <a:pt x="343235" y="54252"/>
                </a:lnTo>
                <a:lnTo>
                  <a:pt x="342791" y="53720"/>
                </a:lnTo>
                <a:lnTo>
                  <a:pt x="342336" y="53199"/>
                </a:lnTo>
                <a:lnTo>
                  <a:pt x="341868" y="52689"/>
                </a:lnTo>
                <a:lnTo>
                  <a:pt x="341389" y="52192"/>
                </a:lnTo>
                <a:lnTo>
                  <a:pt x="340898" y="51705"/>
                </a:lnTo>
                <a:lnTo>
                  <a:pt x="340395" y="51230"/>
                </a:lnTo>
                <a:lnTo>
                  <a:pt x="339880" y="50767"/>
                </a:lnTo>
                <a:lnTo>
                  <a:pt x="339353" y="50315"/>
                </a:lnTo>
                <a:lnTo>
                  <a:pt x="338815" y="49875"/>
                </a:lnTo>
                <a:lnTo>
                  <a:pt x="338265" y="49446"/>
                </a:lnTo>
                <a:lnTo>
                  <a:pt x="337703" y="49029"/>
                </a:lnTo>
                <a:lnTo>
                  <a:pt x="337129" y="48623"/>
                </a:lnTo>
                <a:lnTo>
                  <a:pt x="336544" y="48229"/>
                </a:lnTo>
                <a:lnTo>
                  <a:pt x="335946" y="47847"/>
                </a:lnTo>
                <a:lnTo>
                  <a:pt x="335337" y="47476"/>
                </a:lnTo>
                <a:lnTo>
                  <a:pt x="334716" y="47116"/>
                </a:lnTo>
                <a:lnTo>
                  <a:pt x="334083" y="46768"/>
                </a:lnTo>
                <a:lnTo>
                  <a:pt x="333440" y="46433"/>
                </a:lnTo>
                <a:lnTo>
                  <a:pt x="332788" y="46112"/>
                </a:lnTo>
                <a:lnTo>
                  <a:pt x="332127" y="45805"/>
                </a:lnTo>
                <a:lnTo>
                  <a:pt x="331457" y="45513"/>
                </a:lnTo>
                <a:lnTo>
                  <a:pt x="330778" y="45234"/>
                </a:lnTo>
                <a:lnTo>
                  <a:pt x="330089" y="44971"/>
                </a:lnTo>
                <a:lnTo>
                  <a:pt x="329392" y="44721"/>
                </a:lnTo>
                <a:lnTo>
                  <a:pt x="328686" y="44486"/>
                </a:lnTo>
                <a:lnTo>
                  <a:pt x="327970" y="44264"/>
                </a:lnTo>
                <a:lnTo>
                  <a:pt x="327246" y="44058"/>
                </a:lnTo>
                <a:lnTo>
                  <a:pt x="326512" y="43865"/>
                </a:lnTo>
                <a:lnTo>
                  <a:pt x="325770" y="43687"/>
                </a:lnTo>
                <a:lnTo>
                  <a:pt x="325018" y="43523"/>
                </a:lnTo>
                <a:lnTo>
                  <a:pt x="324257" y="43373"/>
                </a:lnTo>
                <a:lnTo>
                  <a:pt x="323487" y="43237"/>
                </a:lnTo>
                <a:lnTo>
                  <a:pt x="322708" y="43116"/>
                </a:lnTo>
                <a:lnTo>
                  <a:pt x="321921" y="43009"/>
                </a:lnTo>
                <a:lnTo>
                  <a:pt x="321124" y="42916"/>
                </a:lnTo>
                <a:lnTo>
                  <a:pt x="320318" y="42838"/>
                </a:lnTo>
                <a:lnTo>
                  <a:pt x="319502" y="42774"/>
                </a:lnTo>
                <a:lnTo>
                  <a:pt x="318678" y="42724"/>
                </a:lnTo>
                <a:lnTo>
                  <a:pt x="317845" y="42688"/>
                </a:lnTo>
                <a:lnTo>
                  <a:pt x="317003" y="42667"/>
                </a:lnTo>
                <a:lnTo>
                  <a:pt x="316152" y="42660"/>
                </a:lnTo>
                <a:lnTo>
                  <a:pt x="315300" y="42667"/>
                </a:lnTo>
                <a:lnTo>
                  <a:pt x="314458" y="42689"/>
                </a:lnTo>
                <a:lnTo>
                  <a:pt x="313625" y="42725"/>
                </a:lnTo>
                <a:lnTo>
                  <a:pt x="312801" y="42776"/>
                </a:lnTo>
                <a:lnTo>
                  <a:pt x="311985" y="42841"/>
                </a:lnTo>
                <a:lnTo>
                  <a:pt x="311179" y="42921"/>
                </a:lnTo>
                <a:lnTo>
                  <a:pt x="310382" y="43016"/>
                </a:lnTo>
                <a:lnTo>
                  <a:pt x="309594" y="43125"/>
                </a:lnTo>
                <a:lnTo>
                  <a:pt x="308815" y="43249"/>
                </a:lnTo>
                <a:lnTo>
                  <a:pt x="308046" y="43387"/>
                </a:lnTo>
                <a:lnTo>
                  <a:pt x="307285" y="43539"/>
                </a:lnTo>
                <a:lnTo>
                  <a:pt x="306533" y="43707"/>
                </a:lnTo>
                <a:lnTo>
                  <a:pt x="305790" y="43888"/>
                </a:lnTo>
                <a:lnTo>
                  <a:pt x="305056" y="44085"/>
                </a:lnTo>
                <a:lnTo>
                  <a:pt x="304332" y="44296"/>
                </a:lnTo>
                <a:lnTo>
                  <a:pt x="303616" y="44521"/>
                </a:lnTo>
                <a:lnTo>
                  <a:pt x="302910" y="44761"/>
                </a:lnTo>
                <a:lnTo>
                  <a:pt x="302212" y="45015"/>
                </a:lnTo>
                <a:lnTo>
                  <a:pt x="301524" y="45284"/>
                </a:lnTo>
                <a:lnTo>
                  <a:pt x="300844" y="45568"/>
                </a:lnTo>
                <a:lnTo>
                  <a:pt x="300174" y="45866"/>
                </a:lnTo>
                <a:lnTo>
                  <a:pt x="299513" y="46179"/>
                </a:lnTo>
                <a:lnTo>
                  <a:pt x="298861" y="46506"/>
                </a:lnTo>
                <a:lnTo>
                  <a:pt x="298217" y="46847"/>
                </a:lnTo>
                <a:lnTo>
                  <a:pt x="297585" y="47202"/>
                </a:lnTo>
                <a:lnTo>
                  <a:pt x="296964" y="47570"/>
                </a:lnTo>
                <a:lnTo>
                  <a:pt x="296355" y="47949"/>
                </a:lnTo>
                <a:lnTo>
                  <a:pt x="295758" y="48341"/>
                </a:lnTo>
                <a:lnTo>
                  <a:pt x="295172" y="48746"/>
                </a:lnTo>
                <a:lnTo>
                  <a:pt x="294599" y="49162"/>
                </a:lnTo>
                <a:lnTo>
                  <a:pt x="294037" y="49591"/>
                </a:lnTo>
                <a:lnTo>
                  <a:pt x="293487" y="50033"/>
                </a:lnTo>
                <a:lnTo>
                  <a:pt x="292948" y="50487"/>
                </a:lnTo>
                <a:lnTo>
                  <a:pt x="292422" y="50953"/>
                </a:lnTo>
                <a:lnTo>
                  <a:pt x="291907" y="51431"/>
                </a:lnTo>
                <a:lnTo>
                  <a:pt x="291404" y="51922"/>
                </a:lnTo>
                <a:lnTo>
                  <a:pt x="290913" y="52425"/>
                </a:lnTo>
                <a:lnTo>
                  <a:pt x="290434" y="52941"/>
                </a:lnTo>
                <a:lnTo>
                  <a:pt x="289966" y="53469"/>
                </a:lnTo>
                <a:lnTo>
                  <a:pt x="289510" y="54009"/>
                </a:lnTo>
                <a:lnTo>
                  <a:pt x="289066" y="54562"/>
                </a:lnTo>
                <a:lnTo>
                  <a:pt x="288634" y="55127"/>
                </a:lnTo>
                <a:lnTo>
                  <a:pt x="288214" y="55704"/>
                </a:lnTo>
                <a:lnTo>
                  <a:pt x="287805" y="56294"/>
                </a:lnTo>
                <a:lnTo>
                  <a:pt x="287408" y="56896"/>
                </a:lnTo>
                <a:lnTo>
                  <a:pt x="287023" y="57510"/>
                </a:lnTo>
                <a:lnTo>
                  <a:pt x="286650" y="58137"/>
                </a:lnTo>
                <a:lnTo>
                  <a:pt x="286289" y="58776"/>
                </a:lnTo>
                <a:lnTo>
                  <a:pt x="285941" y="59427"/>
                </a:lnTo>
                <a:lnTo>
                  <a:pt x="285607" y="60088"/>
                </a:lnTo>
                <a:lnTo>
                  <a:pt x="285289" y="60761"/>
                </a:lnTo>
                <a:lnTo>
                  <a:pt x="284985" y="61444"/>
                </a:lnTo>
                <a:lnTo>
                  <a:pt x="284697" y="62139"/>
                </a:lnTo>
                <a:lnTo>
                  <a:pt x="284423" y="62844"/>
                </a:lnTo>
                <a:lnTo>
                  <a:pt x="284164" y="63561"/>
                </a:lnTo>
                <a:lnTo>
                  <a:pt x="283919" y="64288"/>
                </a:lnTo>
                <a:lnTo>
                  <a:pt x="283690" y="65027"/>
                </a:lnTo>
                <a:lnTo>
                  <a:pt x="283475" y="65776"/>
                </a:lnTo>
                <a:lnTo>
                  <a:pt x="283275" y="66536"/>
                </a:lnTo>
                <a:lnTo>
                  <a:pt x="283090" y="67308"/>
                </a:lnTo>
                <a:lnTo>
                  <a:pt x="282920" y="68090"/>
                </a:lnTo>
                <a:lnTo>
                  <a:pt x="282764" y="68883"/>
                </a:lnTo>
                <a:lnTo>
                  <a:pt x="282623" y="69687"/>
                </a:lnTo>
                <a:lnTo>
                  <a:pt x="282498" y="70502"/>
                </a:lnTo>
                <a:lnTo>
                  <a:pt x="282387" y="71329"/>
                </a:lnTo>
                <a:lnTo>
                  <a:pt x="282290" y="72166"/>
                </a:lnTo>
                <a:lnTo>
                  <a:pt x="282209" y="73014"/>
                </a:lnTo>
                <a:lnTo>
                  <a:pt x="282142" y="73873"/>
                </a:lnTo>
                <a:lnTo>
                  <a:pt x="282090" y="74743"/>
                </a:lnTo>
                <a:lnTo>
                  <a:pt x="282053" y="75624"/>
                </a:lnTo>
                <a:lnTo>
                  <a:pt x="282031" y="76516"/>
                </a:lnTo>
                <a:lnTo>
                  <a:pt x="282024" y="77419"/>
                </a:lnTo>
                <a:lnTo>
                  <a:pt x="282024" y="97957"/>
                </a:lnTo>
                <a:lnTo>
                  <a:pt x="282031" y="98847"/>
                </a:lnTo>
                <a:lnTo>
                  <a:pt x="282053" y="99728"/>
                </a:lnTo>
                <a:lnTo>
                  <a:pt x="282090" y="100598"/>
                </a:lnTo>
                <a:lnTo>
                  <a:pt x="282142" y="101458"/>
                </a:lnTo>
                <a:lnTo>
                  <a:pt x="282209" y="102307"/>
                </a:lnTo>
                <a:lnTo>
                  <a:pt x="282290" y="103147"/>
                </a:lnTo>
                <a:lnTo>
                  <a:pt x="282387" y="103976"/>
                </a:lnTo>
                <a:lnTo>
                  <a:pt x="282498" y="104796"/>
                </a:lnTo>
                <a:lnTo>
                  <a:pt x="282623" y="105605"/>
                </a:lnTo>
                <a:lnTo>
                  <a:pt x="282764" y="106404"/>
                </a:lnTo>
                <a:lnTo>
                  <a:pt x="282920" y="107192"/>
                </a:lnTo>
                <a:lnTo>
                  <a:pt x="283090" y="107971"/>
                </a:lnTo>
                <a:lnTo>
                  <a:pt x="283275" y="108740"/>
                </a:lnTo>
                <a:lnTo>
                  <a:pt x="283475" y="109498"/>
                </a:lnTo>
                <a:lnTo>
                  <a:pt x="283690" y="110246"/>
                </a:lnTo>
                <a:lnTo>
                  <a:pt x="283919" y="110984"/>
                </a:lnTo>
                <a:lnTo>
                  <a:pt x="284164" y="111712"/>
                </a:lnTo>
                <a:lnTo>
                  <a:pt x="284423" y="112430"/>
                </a:lnTo>
                <a:lnTo>
                  <a:pt x="284697" y="113137"/>
                </a:lnTo>
                <a:lnTo>
                  <a:pt x="284985" y="113835"/>
                </a:lnTo>
                <a:lnTo>
                  <a:pt x="285289" y="114522"/>
                </a:lnTo>
                <a:lnTo>
                  <a:pt x="285607" y="115199"/>
                </a:lnTo>
                <a:lnTo>
                  <a:pt x="285941" y="115866"/>
                </a:lnTo>
                <a:lnTo>
                  <a:pt x="286289" y="116523"/>
                </a:lnTo>
                <a:lnTo>
                  <a:pt x="286650" y="117168"/>
                </a:lnTo>
                <a:lnTo>
                  <a:pt x="287023" y="117801"/>
                </a:lnTo>
                <a:lnTo>
                  <a:pt x="287408" y="118421"/>
                </a:lnTo>
                <a:lnTo>
                  <a:pt x="287805" y="119029"/>
                </a:lnTo>
                <a:lnTo>
                  <a:pt x="288214" y="119624"/>
                </a:lnTo>
                <a:lnTo>
                  <a:pt x="288634" y="120206"/>
                </a:lnTo>
                <a:lnTo>
                  <a:pt x="289066" y="120776"/>
                </a:lnTo>
                <a:lnTo>
                  <a:pt x="289510" y="121333"/>
                </a:lnTo>
                <a:lnTo>
                  <a:pt x="289966" y="121878"/>
                </a:lnTo>
                <a:lnTo>
                  <a:pt x="290434" y="122409"/>
                </a:lnTo>
                <a:lnTo>
                  <a:pt x="290913" y="122929"/>
                </a:lnTo>
                <a:lnTo>
                  <a:pt x="291404" y="123435"/>
                </a:lnTo>
                <a:lnTo>
                  <a:pt x="291907" y="123929"/>
                </a:lnTo>
                <a:lnTo>
                  <a:pt x="292422" y="124411"/>
                </a:lnTo>
                <a:lnTo>
                  <a:pt x="292948" y="124880"/>
                </a:lnTo>
                <a:lnTo>
                  <a:pt x="293487" y="125336"/>
                </a:lnTo>
                <a:lnTo>
                  <a:pt x="294037" y="125779"/>
                </a:lnTo>
                <a:lnTo>
                  <a:pt x="294599" y="126210"/>
                </a:lnTo>
                <a:lnTo>
                  <a:pt x="295172" y="126629"/>
                </a:lnTo>
                <a:lnTo>
                  <a:pt x="295758" y="127035"/>
                </a:lnTo>
                <a:lnTo>
                  <a:pt x="296355" y="127428"/>
                </a:lnTo>
                <a:lnTo>
                  <a:pt x="296964" y="127808"/>
                </a:lnTo>
                <a:lnTo>
                  <a:pt x="297585" y="128176"/>
                </a:lnTo>
                <a:lnTo>
                  <a:pt x="298217" y="128531"/>
                </a:lnTo>
                <a:lnTo>
                  <a:pt x="298861" y="128873"/>
                </a:lnTo>
                <a:lnTo>
                  <a:pt x="299513" y="129200"/>
                </a:lnTo>
                <a:lnTo>
                  <a:pt x="300174" y="129512"/>
                </a:lnTo>
                <a:lnTo>
                  <a:pt x="300844" y="129810"/>
                </a:lnTo>
                <a:lnTo>
                  <a:pt x="301524" y="130094"/>
                </a:lnTo>
                <a:lnTo>
                  <a:pt x="302212" y="130362"/>
                </a:lnTo>
                <a:lnTo>
                  <a:pt x="302910" y="130617"/>
                </a:lnTo>
                <a:lnTo>
                  <a:pt x="303616" y="130856"/>
                </a:lnTo>
                <a:lnTo>
                  <a:pt x="304332" y="131082"/>
                </a:lnTo>
                <a:lnTo>
                  <a:pt x="305056" y="131292"/>
                </a:lnTo>
                <a:lnTo>
                  <a:pt x="305790" y="131489"/>
                </a:lnTo>
                <a:lnTo>
                  <a:pt x="306533" y="131670"/>
                </a:lnTo>
                <a:lnTo>
                  <a:pt x="307285" y="131837"/>
                </a:lnTo>
                <a:lnTo>
                  <a:pt x="308046" y="131990"/>
                </a:lnTo>
                <a:lnTo>
                  <a:pt x="308815" y="132128"/>
                </a:lnTo>
                <a:lnTo>
                  <a:pt x="309594" y="132252"/>
                </a:lnTo>
                <a:lnTo>
                  <a:pt x="310382" y="132360"/>
                </a:lnTo>
                <a:lnTo>
                  <a:pt x="311179" y="132455"/>
                </a:lnTo>
                <a:lnTo>
                  <a:pt x="311985" y="132535"/>
                </a:lnTo>
                <a:lnTo>
                  <a:pt x="312801" y="132600"/>
                </a:lnTo>
                <a:lnTo>
                  <a:pt x="313625" y="132651"/>
                </a:lnTo>
                <a:lnTo>
                  <a:pt x="314458" y="132687"/>
                </a:lnTo>
                <a:lnTo>
                  <a:pt x="315300" y="132709"/>
                </a:lnTo>
                <a:lnTo>
                  <a:pt x="316152" y="132717"/>
                </a:lnTo>
                <a:lnTo>
                  <a:pt x="317289" y="132705"/>
                </a:lnTo>
                <a:lnTo>
                  <a:pt x="318410" y="132672"/>
                </a:lnTo>
                <a:lnTo>
                  <a:pt x="319516" y="132617"/>
                </a:lnTo>
                <a:lnTo>
                  <a:pt x="320606" y="132539"/>
                </a:lnTo>
                <a:lnTo>
                  <a:pt x="321679" y="132439"/>
                </a:lnTo>
                <a:close/>
                <a:moveTo>
                  <a:pt x="296010" y="73344"/>
                </a:moveTo>
                <a:lnTo>
                  <a:pt x="296074" y="72545"/>
                </a:lnTo>
                <a:lnTo>
                  <a:pt x="296157" y="71762"/>
                </a:lnTo>
                <a:lnTo>
                  <a:pt x="296258" y="70995"/>
                </a:lnTo>
                <a:lnTo>
                  <a:pt x="296377" y="70245"/>
                </a:lnTo>
                <a:lnTo>
                  <a:pt x="296515" y="69510"/>
                </a:lnTo>
                <a:lnTo>
                  <a:pt x="296671" y="68792"/>
                </a:lnTo>
                <a:lnTo>
                  <a:pt x="296846" y="68090"/>
                </a:lnTo>
                <a:lnTo>
                  <a:pt x="297039" y="67405"/>
                </a:lnTo>
                <a:lnTo>
                  <a:pt x="297250" y="66735"/>
                </a:lnTo>
                <a:lnTo>
                  <a:pt x="297480" y="66082"/>
                </a:lnTo>
                <a:lnTo>
                  <a:pt x="297728" y="65444"/>
                </a:lnTo>
                <a:lnTo>
                  <a:pt x="297994" y="64823"/>
                </a:lnTo>
                <a:lnTo>
                  <a:pt x="298279" y="64219"/>
                </a:lnTo>
                <a:lnTo>
                  <a:pt x="298582" y="63630"/>
                </a:lnTo>
                <a:lnTo>
                  <a:pt x="298904" y="63057"/>
                </a:lnTo>
                <a:lnTo>
                  <a:pt x="299244" y="62501"/>
                </a:lnTo>
                <a:lnTo>
                  <a:pt x="299602" y="61961"/>
                </a:lnTo>
                <a:lnTo>
                  <a:pt x="299979" y="61437"/>
                </a:lnTo>
                <a:lnTo>
                  <a:pt x="300374" y="60929"/>
                </a:lnTo>
                <a:lnTo>
                  <a:pt x="300787" y="60438"/>
                </a:lnTo>
                <a:lnTo>
                  <a:pt x="301219" y="59962"/>
                </a:lnTo>
                <a:lnTo>
                  <a:pt x="301668" y="59505"/>
                </a:lnTo>
                <a:lnTo>
                  <a:pt x="302131" y="59066"/>
                </a:lnTo>
                <a:lnTo>
                  <a:pt x="302610" y="58647"/>
                </a:lnTo>
                <a:lnTo>
                  <a:pt x="303104" y="58248"/>
                </a:lnTo>
                <a:lnTo>
                  <a:pt x="303613" y="57868"/>
                </a:lnTo>
                <a:lnTo>
                  <a:pt x="304137" y="57508"/>
                </a:lnTo>
                <a:lnTo>
                  <a:pt x="304677" y="57167"/>
                </a:lnTo>
                <a:lnTo>
                  <a:pt x="305231" y="56846"/>
                </a:lnTo>
                <a:lnTo>
                  <a:pt x="305800" y="56544"/>
                </a:lnTo>
                <a:lnTo>
                  <a:pt x="306385" y="56261"/>
                </a:lnTo>
                <a:lnTo>
                  <a:pt x="306984" y="55998"/>
                </a:lnTo>
                <a:lnTo>
                  <a:pt x="307599" y="55755"/>
                </a:lnTo>
                <a:lnTo>
                  <a:pt x="308229" y="55531"/>
                </a:lnTo>
                <a:lnTo>
                  <a:pt x="308874" y="55326"/>
                </a:lnTo>
                <a:lnTo>
                  <a:pt x="309534" y="55141"/>
                </a:lnTo>
                <a:lnTo>
                  <a:pt x="310209" y="54976"/>
                </a:lnTo>
                <a:lnTo>
                  <a:pt x="310899" y="54830"/>
                </a:lnTo>
                <a:lnTo>
                  <a:pt x="311604" y="54703"/>
                </a:lnTo>
                <a:lnTo>
                  <a:pt x="312324" y="54596"/>
                </a:lnTo>
                <a:lnTo>
                  <a:pt x="313059" y="54508"/>
                </a:lnTo>
                <a:lnTo>
                  <a:pt x="313810" y="54440"/>
                </a:lnTo>
                <a:lnTo>
                  <a:pt x="314575" y="54391"/>
                </a:lnTo>
                <a:lnTo>
                  <a:pt x="315356" y="54362"/>
                </a:lnTo>
                <a:lnTo>
                  <a:pt x="316152" y="54352"/>
                </a:lnTo>
                <a:lnTo>
                  <a:pt x="316947" y="54362"/>
                </a:lnTo>
                <a:lnTo>
                  <a:pt x="317727" y="54391"/>
                </a:lnTo>
                <a:lnTo>
                  <a:pt x="318493" y="54440"/>
                </a:lnTo>
                <a:lnTo>
                  <a:pt x="319243" y="54508"/>
                </a:lnTo>
                <a:lnTo>
                  <a:pt x="319978" y="54596"/>
                </a:lnTo>
                <a:lnTo>
                  <a:pt x="320698" y="54703"/>
                </a:lnTo>
                <a:lnTo>
                  <a:pt x="321403" y="54830"/>
                </a:lnTo>
                <a:lnTo>
                  <a:pt x="322093" y="54976"/>
                </a:lnTo>
                <a:lnTo>
                  <a:pt x="322768" y="55141"/>
                </a:lnTo>
                <a:lnTo>
                  <a:pt x="323427" y="55326"/>
                </a:lnTo>
                <a:lnTo>
                  <a:pt x="324072" y="55531"/>
                </a:lnTo>
                <a:lnTo>
                  <a:pt x="324702" y="55755"/>
                </a:lnTo>
                <a:lnTo>
                  <a:pt x="325316" y="55998"/>
                </a:lnTo>
                <a:lnTo>
                  <a:pt x="325915" y="56261"/>
                </a:lnTo>
                <a:lnTo>
                  <a:pt x="326500" y="56544"/>
                </a:lnTo>
                <a:lnTo>
                  <a:pt x="327069" y="56846"/>
                </a:lnTo>
                <a:lnTo>
                  <a:pt x="327623" y="57167"/>
                </a:lnTo>
                <a:lnTo>
                  <a:pt x="328162" y="57508"/>
                </a:lnTo>
                <a:lnTo>
                  <a:pt x="328686" y="57868"/>
                </a:lnTo>
                <a:lnTo>
                  <a:pt x="329195" y="58248"/>
                </a:lnTo>
                <a:lnTo>
                  <a:pt x="329689" y="58647"/>
                </a:lnTo>
                <a:lnTo>
                  <a:pt x="330167" y="59066"/>
                </a:lnTo>
                <a:lnTo>
                  <a:pt x="330631" y="59505"/>
                </a:lnTo>
                <a:lnTo>
                  <a:pt x="331079" y="59962"/>
                </a:lnTo>
                <a:lnTo>
                  <a:pt x="331511" y="60438"/>
                </a:lnTo>
                <a:lnTo>
                  <a:pt x="331925" y="60929"/>
                </a:lnTo>
                <a:lnTo>
                  <a:pt x="332320" y="61437"/>
                </a:lnTo>
                <a:lnTo>
                  <a:pt x="332697" y="61961"/>
                </a:lnTo>
                <a:lnTo>
                  <a:pt x="333056" y="62501"/>
                </a:lnTo>
                <a:lnTo>
                  <a:pt x="333396" y="63057"/>
                </a:lnTo>
                <a:lnTo>
                  <a:pt x="333717" y="63630"/>
                </a:lnTo>
                <a:lnTo>
                  <a:pt x="334021" y="64219"/>
                </a:lnTo>
                <a:lnTo>
                  <a:pt x="334306" y="64823"/>
                </a:lnTo>
                <a:lnTo>
                  <a:pt x="334572" y="65444"/>
                </a:lnTo>
                <a:lnTo>
                  <a:pt x="334820" y="66082"/>
                </a:lnTo>
                <a:lnTo>
                  <a:pt x="335050" y="66735"/>
                </a:lnTo>
                <a:lnTo>
                  <a:pt x="335261" y="67405"/>
                </a:lnTo>
                <a:lnTo>
                  <a:pt x="335455" y="68090"/>
                </a:lnTo>
                <a:lnTo>
                  <a:pt x="335629" y="68792"/>
                </a:lnTo>
                <a:lnTo>
                  <a:pt x="335785" y="69510"/>
                </a:lnTo>
                <a:lnTo>
                  <a:pt x="335923" y="70245"/>
                </a:lnTo>
                <a:lnTo>
                  <a:pt x="336043" y="70995"/>
                </a:lnTo>
                <a:lnTo>
                  <a:pt x="336144" y="71762"/>
                </a:lnTo>
                <a:lnTo>
                  <a:pt x="336227" y="72545"/>
                </a:lnTo>
                <a:lnTo>
                  <a:pt x="336291" y="73344"/>
                </a:lnTo>
                <a:lnTo>
                  <a:pt x="336337" y="74159"/>
                </a:lnTo>
                <a:lnTo>
                  <a:pt x="336364" y="74990"/>
                </a:lnTo>
                <a:lnTo>
                  <a:pt x="336374" y="75838"/>
                </a:lnTo>
                <a:lnTo>
                  <a:pt x="336374" y="80262"/>
                </a:lnTo>
                <a:lnTo>
                  <a:pt x="295927" y="80262"/>
                </a:lnTo>
                <a:lnTo>
                  <a:pt x="295927" y="75838"/>
                </a:lnTo>
                <a:lnTo>
                  <a:pt x="295936" y="74990"/>
                </a:lnTo>
                <a:lnTo>
                  <a:pt x="295964" y="74159"/>
                </a:lnTo>
                <a:lnTo>
                  <a:pt x="296010" y="73344"/>
                </a:lnTo>
                <a:close/>
                <a:moveTo>
                  <a:pt x="1041823" y="74034"/>
                </a:moveTo>
                <a:lnTo>
                  <a:pt x="1041821" y="73175"/>
                </a:lnTo>
                <a:lnTo>
                  <a:pt x="1041819" y="72318"/>
                </a:lnTo>
                <a:lnTo>
                  <a:pt x="1041816" y="71464"/>
                </a:lnTo>
                <a:lnTo>
                  <a:pt x="1041812" y="70613"/>
                </a:lnTo>
                <a:lnTo>
                  <a:pt x="1041808" y="69765"/>
                </a:lnTo>
                <a:lnTo>
                  <a:pt x="1041804" y="68919"/>
                </a:lnTo>
                <a:lnTo>
                  <a:pt x="1041798" y="68076"/>
                </a:lnTo>
                <a:lnTo>
                  <a:pt x="1041792" y="67236"/>
                </a:lnTo>
                <a:lnTo>
                  <a:pt x="1041786" y="66399"/>
                </a:lnTo>
                <a:lnTo>
                  <a:pt x="1041779" y="65564"/>
                </a:lnTo>
                <a:lnTo>
                  <a:pt x="1041772" y="64732"/>
                </a:lnTo>
                <a:lnTo>
                  <a:pt x="1041764" y="63903"/>
                </a:lnTo>
                <a:lnTo>
                  <a:pt x="1041755" y="63076"/>
                </a:lnTo>
                <a:lnTo>
                  <a:pt x="1041746" y="62253"/>
                </a:lnTo>
                <a:lnTo>
                  <a:pt x="1041736" y="61432"/>
                </a:lnTo>
                <a:lnTo>
                  <a:pt x="1041726" y="60613"/>
                </a:lnTo>
                <a:lnTo>
                  <a:pt x="1041715" y="59798"/>
                </a:lnTo>
                <a:lnTo>
                  <a:pt x="1041704" y="58985"/>
                </a:lnTo>
                <a:lnTo>
                  <a:pt x="1041692" y="58175"/>
                </a:lnTo>
                <a:lnTo>
                  <a:pt x="1041680" y="57368"/>
                </a:lnTo>
                <a:lnTo>
                  <a:pt x="1041667" y="56563"/>
                </a:lnTo>
                <a:lnTo>
                  <a:pt x="1041653" y="55761"/>
                </a:lnTo>
                <a:lnTo>
                  <a:pt x="1041638" y="54962"/>
                </a:lnTo>
                <a:lnTo>
                  <a:pt x="1041623" y="54166"/>
                </a:lnTo>
                <a:lnTo>
                  <a:pt x="1041606" y="53372"/>
                </a:lnTo>
                <a:lnTo>
                  <a:pt x="1041588" y="52581"/>
                </a:lnTo>
                <a:lnTo>
                  <a:pt x="1041569" y="51793"/>
                </a:lnTo>
                <a:lnTo>
                  <a:pt x="1041548" y="51008"/>
                </a:lnTo>
                <a:lnTo>
                  <a:pt x="1041527" y="50225"/>
                </a:lnTo>
                <a:lnTo>
                  <a:pt x="1041505" y="49445"/>
                </a:lnTo>
                <a:lnTo>
                  <a:pt x="1041481" y="48668"/>
                </a:lnTo>
                <a:lnTo>
                  <a:pt x="1041456" y="47894"/>
                </a:lnTo>
                <a:lnTo>
                  <a:pt x="1041431" y="47122"/>
                </a:lnTo>
                <a:lnTo>
                  <a:pt x="1041404" y="46353"/>
                </a:lnTo>
                <a:lnTo>
                  <a:pt x="1041376" y="45587"/>
                </a:lnTo>
                <a:lnTo>
                  <a:pt x="1041347" y="44824"/>
                </a:lnTo>
                <a:lnTo>
                  <a:pt x="1041316" y="44063"/>
                </a:lnTo>
                <a:lnTo>
                  <a:pt x="1041285" y="43305"/>
                </a:lnTo>
                <a:lnTo>
                  <a:pt x="1041253" y="42550"/>
                </a:lnTo>
                <a:lnTo>
                  <a:pt x="1041219" y="41798"/>
                </a:lnTo>
                <a:lnTo>
                  <a:pt x="1041185" y="41048"/>
                </a:lnTo>
                <a:lnTo>
                  <a:pt x="1041149" y="40301"/>
                </a:lnTo>
                <a:lnTo>
                  <a:pt x="1041112" y="39557"/>
                </a:lnTo>
                <a:lnTo>
                  <a:pt x="1041074" y="38815"/>
                </a:lnTo>
                <a:lnTo>
                  <a:pt x="1041035" y="38077"/>
                </a:lnTo>
                <a:lnTo>
                  <a:pt x="1040995" y="37341"/>
                </a:lnTo>
                <a:lnTo>
                  <a:pt x="1040953" y="36610"/>
                </a:lnTo>
                <a:lnTo>
                  <a:pt x="1040910" y="35882"/>
                </a:lnTo>
                <a:lnTo>
                  <a:pt x="1040864" y="35158"/>
                </a:lnTo>
                <a:lnTo>
                  <a:pt x="1040818" y="34438"/>
                </a:lnTo>
                <a:lnTo>
                  <a:pt x="1040769" y="33722"/>
                </a:lnTo>
                <a:lnTo>
                  <a:pt x="1040719" y="33010"/>
                </a:lnTo>
                <a:lnTo>
                  <a:pt x="1040667" y="32301"/>
                </a:lnTo>
                <a:lnTo>
                  <a:pt x="1040614" y="31597"/>
                </a:lnTo>
                <a:lnTo>
                  <a:pt x="1040559" y="30896"/>
                </a:lnTo>
                <a:lnTo>
                  <a:pt x="1040502" y="30199"/>
                </a:lnTo>
                <a:lnTo>
                  <a:pt x="1040444" y="29506"/>
                </a:lnTo>
                <a:lnTo>
                  <a:pt x="1040384" y="28816"/>
                </a:lnTo>
                <a:lnTo>
                  <a:pt x="1040322" y="28131"/>
                </a:lnTo>
                <a:lnTo>
                  <a:pt x="1040259" y="27449"/>
                </a:lnTo>
                <a:lnTo>
                  <a:pt x="1040194" y="26772"/>
                </a:lnTo>
                <a:lnTo>
                  <a:pt x="1040127" y="26098"/>
                </a:lnTo>
                <a:lnTo>
                  <a:pt x="1040059" y="25428"/>
                </a:lnTo>
                <a:lnTo>
                  <a:pt x="1039989" y="24761"/>
                </a:lnTo>
                <a:lnTo>
                  <a:pt x="1039918" y="24099"/>
                </a:lnTo>
                <a:lnTo>
                  <a:pt x="1039845" y="23440"/>
                </a:lnTo>
                <a:lnTo>
                  <a:pt x="1039770" y="22786"/>
                </a:lnTo>
                <a:lnTo>
                  <a:pt x="1039693" y="22135"/>
                </a:lnTo>
                <a:lnTo>
                  <a:pt x="1039615" y="21488"/>
                </a:lnTo>
                <a:lnTo>
                  <a:pt x="1057467" y="79630"/>
                </a:lnTo>
                <a:lnTo>
                  <a:pt x="1069792" y="79630"/>
                </a:lnTo>
                <a:lnTo>
                  <a:pt x="1088435" y="20065"/>
                </a:lnTo>
                <a:lnTo>
                  <a:pt x="1088382" y="20754"/>
                </a:lnTo>
                <a:lnTo>
                  <a:pt x="1088330" y="21449"/>
                </a:lnTo>
                <a:lnTo>
                  <a:pt x="1088279" y="22152"/>
                </a:lnTo>
                <a:lnTo>
                  <a:pt x="1088228" y="22861"/>
                </a:lnTo>
                <a:lnTo>
                  <a:pt x="1088178" y="23578"/>
                </a:lnTo>
                <a:lnTo>
                  <a:pt x="1088129" y="24302"/>
                </a:lnTo>
                <a:lnTo>
                  <a:pt x="1088079" y="25033"/>
                </a:lnTo>
                <a:lnTo>
                  <a:pt x="1088031" y="25771"/>
                </a:lnTo>
                <a:lnTo>
                  <a:pt x="1087983" y="26516"/>
                </a:lnTo>
                <a:lnTo>
                  <a:pt x="1087935" y="27269"/>
                </a:lnTo>
                <a:lnTo>
                  <a:pt x="1087889" y="28028"/>
                </a:lnTo>
                <a:lnTo>
                  <a:pt x="1087842" y="28795"/>
                </a:lnTo>
                <a:lnTo>
                  <a:pt x="1087796" y="29569"/>
                </a:lnTo>
                <a:lnTo>
                  <a:pt x="1087751" y="30350"/>
                </a:lnTo>
                <a:lnTo>
                  <a:pt x="1087706" y="31138"/>
                </a:lnTo>
                <a:lnTo>
                  <a:pt x="1087662" y="31933"/>
                </a:lnTo>
                <a:lnTo>
                  <a:pt x="1087618" y="32735"/>
                </a:lnTo>
                <a:lnTo>
                  <a:pt x="1087575" y="33545"/>
                </a:lnTo>
                <a:lnTo>
                  <a:pt x="1087533" y="34362"/>
                </a:lnTo>
                <a:lnTo>
                  <a:pt x="1087491" y="35185"/>
                </a:lnTo>
                <a:lnTo>
                  <a:pt x="1087449" y="36016"/>
                </a:lnTo>
                <a:lnTo>
                  <a:pt x="1087408" y="36854"/>
                </a:lnTo>
                <a:lnTo>
                  <a:pt x="1087368" y="37699"/>
                </a:lnTo>
                <a:lnTo>
                  <a:pt x="1087328" y="38552"/>
                </a:lnTo>
                <a:lnTo>
                  <a:pt x="1087289" y="39407"/>
                </a:lnTo>
                <a:lnTo>
                  <a:pt x="1087251" y="40262"/>
                </a:lnTo>
                <a:lnTo>
                  <a:pt x="1087214" y="41116"/>
                </a:lnTo>
                <a:lnTo>
                  <a:pt x="1087177" y="41969"/>
                </a:lnTo>
                <a:lnTo>
                  <a:pt x="1087141" y="42821"/>
                </a:lnTo>
                <a:lnTo>
                  <a:pt x="1087106" y="43672"/>
                </a:lnTo>
                <a:lnTo>
                  <a:pt x="1087072" y="44523"/>
                </a:lnTo>
                <a:lnTo>
                  <a:pt x="1087039" y="45372"/>
                </a:lnTo>
                <a:lnTo>
                  <a:pt x="1087007" y="46221"/>
                </a:lnTo>
                <a:lnTo>
                  <a:pt x="1086975" y="47069"/>
                </a:lnTo>
                <a:lnTo>
                  <a:pt x="1086944" y="47916"/>
                </a:lnTo>
                <a:lnTo>
                  <a:pt x="1086914" y="48763"/>
                </a:lnTo>
                <a:lnTo>
                  <a:pt x="1086885" y="49608"/>
                </a:lnTo>
                <a:lnTo>
                  <a:pt x="1086856" y="50453"/>
                </a:lnTo>
                <a:lnTo>
                  <a:pt x="1086829" y="51297"/>
                </a:lnTo>
                <a:lnTo>
                  <a:pt x="1086802" y="52140"/>
                </a:lnTo>
                <a:lnTo>
                  <a:pt x="1086776" y="52983"/>
                </a:lnTo>
                <a:lnTo>
                  <a:pt x="1086751" y="53824"/>
                </a:lnTo>
                <a:lnTo>
                  <a:pt x="1086726" y="54665"/>
                </a:lnTo>
                <a:lnTo>
                  <a:pt x="1086703" y="55505"/>
                </a:lnTo>
                <a:lnTo>
                  <a:pt x="1086680" y="56344"/>
                </a:lnTo>
                <a:lnTo>
                  <a:pt x="1086658" y="57182"/>
                </a:lnTo>
                <a:lnTo>
                  <a:pt x="1086637" y="58019"/>
                </a:lnTo>
                <a:lnTo>
                  <a:pt x="1086617" y="58856"/>
                </a:lnTo>
                <a:lnTo>
                  <a:pt x="1086598" y="59688"/>
                </a:lnTo>
                <a:lnTo>
                  <a:pt x="1086579" y="60512"/>
                </a:lnTo>
                <a:lnTo>
                  <a:pt x="1086561" y="61328"/>
                </a:lnTo>
                <a:lnTo>
                  <a:pt x="1086545" y="62136"/>
                </a:lnTo>
                <a:lnTo>
                  <a:pt x="1086529" y="62936"/>
                </a:lnTo>
                <a:lnTo>
                  <a:pt x="1086513" y="63728"/>
                </a:lnTo>
                <a:lnTo>
                  <a:pt x="1086499" y="64513"/>
                </a:lnTo>
                <a:lnTo>
                  <a:pt x="1086486" y="65289"/>
                </a:lnTo>
                <a:lnTo>
                  <a:pt x="1086473" y="66057"/>
                </a:lnTo>
                <a:lnTo>
                  <a:pt x="1086461" y="66818"/>
                </a:lnTo>
                <a:lnTo>
                  <a:pt x="1086450" y="67570"/>
                </a:lnTo>
                <a:lnTo>
                  <a:pt x="1086440" y="68315"/>
                </a:lnTo>
                <a:lnTo>
                  <a:pt x="1086430" y="69051"/>
                </a:lnTo>
                <a:lnTo>
                  <a:pt x="1086422" y="69780"/>
                </a:lnTo>
                <a:lnTo>
                  <a:pt x="1086414" y="70500"/>
                </a:lnTo>
                <a:lnTo>
                  <a:pt x="1086407" y="71213"/>
                </a:lnTo>
                <a:lnTo>
                  <a:pt x="1086401" y="71918"/>
                </a:lnTo>
                <a:lnTo>
                  <a:pt x="1086395" y="72615"/>
                </a:lnTo>
                <a:lnTo>
                  <a:pt x="1086391" y="73304"/>
                </a:lnTo>
                <a:lnTo>
                  <a:pt x="1086387" y="73984"/>
                </a:lnTo>
                <a:lnTo>
                  <a:pt x="1086384" y="74657"/>
                </a:lnTo>
                <a:lnTo>
                  <a:pt x="1086382" y="75322"/>
                </a:lnTo>
                <a:lnTo>
                  <a:pt x="1086381" y="75979"/>
                </a:lnTo>
                <a:lnTo>
                  <a:pt x="1086381" y="76628"/>
                </a:lnTo>
                <a:lnTo>
                  <a:pt x="1086381" y="131137"/>
                </a:lnTo>
                <a:lnTo>
                  <a:pt x="1100127" y="131137"/>
                </a:lnTo>
                <a:lnTo>
                  <a:pt x="1100127" y="15801"/>
                </a:lnTo>
                <a:lnTo>
                  <a:pt x="1079114" y="15801"/>
                </a:lnTo>
                <a:lnTo>
                  <a:pt x="1063789" y="65727"/>
                </a:lnTo>
                <a:lnTo>
                  <a:pt x="1049095" y="15801"/>
                </a:lnTo>
                <a:lnTo>
                  <a:pt x="1028082" y="15801"/>
                </a:lnTo>
                <a:lnTo>
                  <a:pt x="1028082" y="131137"/>
                </a:lnTo>
                <a:lnTo>
                  <a:pt x="1041826" y="131137"/>
                </a:lnTo>
                <a:lnTo>
                  <a:pt x="1041826" y="76628"/>
                </a:lnTo>
                <a:lnTo>
                  <a:pt x="1041826" y="75761"/>
                </a:lnTo>
                <a:lnTo>
                  <a:pt x="1041825" y="74896"/>
                </a:lnTo>
                <a:lnTo>
                  <a:pt x="1041823" y="74034"/>
                </a:lnTo>
                <a:close/>
                <a:moveTo>
                  <a:pt x="1542794" y="118160"/>
                </a:moveTo>
                <a:lnTo>
                  <a:pt x="1542391" y="118133"/>
                </a:lnTo>
                <a:lnTo>
                  <a:pt x="1541994" y="118096"/>
                </a:lnTo>
                <a:lnTo>
                  <a:pt x="1541605" y="118048"/>
                </a:lnTo>
                <a:lnTo>
                  <a:pt x="1541223" y="117989"/>
                </a:lnTo>
                <a:lnTo>
                  <a:pt x="1540848" y="117919"/>
                </a:lnTo>
                <a:lnTo>
                  <a:pt x="1540480" y="117839"/>
                </a:lnTo>
                <a:lnTo>
                  <a:pt x="1540119" y="117748"/>
                </a:lnTo>
                <a:lnTo>
                  <a:pt x="1539766" y="117647"/>
                </a:lnTo>
                <a:lnTo>
                  <a:pt x="1539419" y="117534"/>
                </a:lnTo>
                <a:lnTo>
                  <a:pt x="1539080" y="117411"/>
                </a:lnTo>
                <a:lnTo>
                  <a:pt x="1538748" y="117278"/>
                </a:lnTo>
                <a:lnTo>
                  <a:pt x="1538423" y="117133"/>
                </a:lnTo>
                <a:lnTo>
                  <a:pt x="1538105" y="116978"/>
                </a:lnTo>
                <a:lnTo>
                  <a:pt x="1537794" y="116812"/>
                </a:lnTo>
                <a:lnTo>
                  <a:pt x="1537490" y="116636"/>
                </a:lnTo>
                <a:lnTo>
                  <a:pt x="1537193" y="116449"/>
                </a:lnTo>
                <a:lnTo>
                  <a:pt x="1536904" y="116251"/>
                </a:lnTo>
                <a:lnTo>
                  <a:pt x="1536621" y="116042"/>
                </a:lnTo>
                <a:lnTo>
                  <a:pt x="1536346" y="115823"/>
                </a:lnTo>
                <a:lnTo>
                  <a:pt x="1536078" y="115593"/>
                </a:lnTo>
                <a:lnTo>
                  <a:pt x="1535817" y="115352"/>
                </a:lnTo>
                <a:lnTo>
                  <a:pt x="1535563" y="115101"/>
                </a:lnTo>
                <a:lnTo>
                  <a:pt x="1535318" y="114840"/>
                </a:lnTo>
                <a:lnTo>
                  <a:pt x="1535084" y="114571"/>
                </a:lnTo>
                <a:lnTo>
                  <a:pt x="1534860" y="114294"/>
                </a:lnTo>
                <a:lnTo>
                  <a:pt x="1534646" y="114010"/>
                </a:lnTo>
                <a:lnTo>
                  <a:pt x="1534443" y="113717"/>
                </a:lnTo>
                <a:lnTo>
                  <a:pt x="1534250" y="113417"/>
                </a:lnTo>
                <a:lnTo>
                  <a:pt x="1534068" y="113108"/>
                </a:lnTo>
                <a:lnTo>
                  <a:pt x="1533896" y="112792"/>
                </a:lnTo>
                <a:lnTo>
                  <a:pt x="1533734" y="112468"/>
                </a:lnTo>
                <a:lnTo>
                  <a:pt x="1533583" y="112135"/>
                </a:lnTo>
                <a:lnTo>
                  <a:pt x="1533442" y="111795"/>
                </a:lnTo>
                <a:lnTo>
                  <a:pt x="1533312" y="111447"/>
                </a:lnTo>
                <a:lnTo>
                  <a:pt x="1533192" y="111091"/>
                </a:lnTo>
                <a:lnTo>
                  <a:pt x="1533083" y="110727"/>
                </a:lnTo>
                <a:lnTo>
                  <a:pt x="1532984" y="110355"/>
                </a:lnTo>
                <a:lnTo>
                  <a:pt x="1532895" y="109975"/>
                </a:lnTo>
                <a:lnTo>
                  <a:pt x="1532817" y="109587"/>
                </a:lnTo>
                <a:lnTo>
                  <a:pt x="1532749" y="109191"/>
                </a:lnTo>
                <a:lnTo>
                  <a:pt x="1532692" y="108787"/>
                </a:lnTo>
                <a:lnTo>
                  <a:pt x="1532645" y="108375"/>
                </a:lnTo>
                <a:lnTo>
                  <a:pt x="1532609" y="107955"/>
                </a:lnTo>
                <a:lnTo>
                  <a:pt x="1532582" y="107527"/>
                </a:lnTo>
                <a:lnTo>
                  <a:pt x="1532567" y="107092"/>
                </a:lnTo>
                <a:lnTo>
                  <a:pt x="1532562" y="106648"/>
                </a:lnTo>
                <a:lnTo>
                  <a:pt x="1532562" y="15801"/>
                </a:lnTo>
                <a:lnTo>
                  <a:pt x="1488323" y="15801"/>
                </a:lnTo>
                <a:lnTo>
                  <a:pt x="1488323" y="28756"/>
                </a:lnTo>
                <a:lnTo>
                  <a:pt x="1518343" y="28756"/>
                </a:lnTo>
                <a:lnTo>
                  <a:pt x="1518343" y="106648"/>
                </a:lnTo>
                <a:lnTo>
                  <a:pt x="1518348" y="107264"/>
                </a:lnTo>
                <a:lnTo>
                  <a:pt x="1518364" y="107873"/>
                </a:lnTo>
                <a:lnTo>
                  <a:pt x="1518392" y="108475"/>
                </a:lnTo>
                <a:lnTo>
                  <a:pt x="1518430" y="109071"/>
                </a:lnTo>
                <a:lnTo>
                  <a:pt x="1518480" y="109660"/>
                </a:lnTo>
                <a:lnTo>
                  <a:pt x="1518540" y="110242"/>
                </a:lnTo>
                <a:lnTo>
                  <a:pt x="1518611" y="110818"/>
                </a:lnTo>
                <a:lnTo>
                  <a:pt x="1518693" y="111388"/>
                </a:lnTo>
                <a:lnTo>
                  <a:pt x="1518787" y="111951"/>
                </a:lnTo>
                <a:lnTo>
                  <a:pt x="1518891" y="112507"/>
                </a:lnTo>
                <a:lnTo>
                  <a:pt x="1519006" y="113057"/>
                </a:lnTo>
                <a:lnTo>
                  <a:pt x="1519132" y="113600"/>
                </a:lnTo>
                <a:lnTo>
                  <a:pt x="1519269" y="114136"/>
                </a:lnTo>
                <a:lnTo>
                  <a:pt x="1519417" y="114666"/>
                </a:lnTo>
                <a:lnTo>
                  <a:pt x="1519576" y="115190"/>
                </a:lnTo>
                <a:lnTo>
                  <a:pt x="1519746" y="115706"/>
                </a:lnTo>
                <a:lnTo>
                  <a:pt x="1519927" y="116217"/>
                </a:lnTo>
                <a:lnTo>
                  <a:pt x="1520119" y="116720"/>
                </a:lnTo>
                <a:lnTo>
                  <a:pt x="1520322" y="117217"/>
                </a:lnTo>
                <a:lnTo>
                  <a:pt x="1520536" y="117708"/>
                </a:lnTo>
                <a:lnTo>
                  <a:pt x="1520761" y="118192"/>
                </a:lnTo>
                <a:lnTo>
                  <a:pt x="1520996" y="118669"/>
                </a:lnTo>
                <a:lnTo>
                  <a:pt x="1521243" y="119140"/>
                </a:lnTo>
                <a:lnTo>
                  <a:pt x="1521501" y="119604"/>
                </a:lnTo>
                <a:lnTo>
                  <a:pt x="1521768" y="120060"/>
                </a:lnTo>
                <a:lnTo>
                  <a:pt x="1522045" y="120508"/>
                </a:lnTo>
                <a:lnTo>
                  <a:pt x="1522330" y="120947"/>
                </a:lnTo>
                <a:lnTo>
                  <a:pt x="1522624" y="121377"/>
                </a:lnTo>
                <a:lnTo>
                  <a:pt x="1522927" y="121799"/>
                </a:lnTo>
                <a:lnTo>
                  <a:pt x="1523239" y="122211"/>
                </a:lnTo>
                <a:lnTo>
                  <a:pt x="1523559" y="122615"/>
                </a:lnTo>
                <a:lnTo>
                  <a:pt x="1523889" y="123010"/>
                </a:lnTo>
                <a:lnTo>
                  <a:pt x="1524226" y="123396"/>
                </a:lnTo>
                <a:lnTo>
                  <a:pt x="1524573" y="123774"/>
                </a:lnTo>
                <a:lnTo>
                  <a:pt x="1524929" y="124142"/>
                </a:lnTo>
                <a:lnTo>
                  <a:pt x="1525293" y="124502"/>
                </a:lnTo>
                <a:lnTo>
                  <a:pt x="1525666" y="124853"/>
                </a:lnTo>
                <a:lnTo>
                  <a:pt x="1526048" y="125196"/>
                </a:lnTo>
                <a:lnTo>
                  <a:pt x="1526438" y="125529"/>
                </a:lnTo>
                <a:lnTo>
                  <a:pt x="1526838" y="125854"/>
                </a:lnTo>
                <a:lnTo>
                  <a:pt x="1527246" y="126170"/>
                </a:lnTo>
                <a:lnTo>
                  <a:pt x="1527663" y="126477"/>
                </a:lnTo>
                <a:lnTo>
                  <a:pt x="1528088" y="126776"/>
                </a:lnTo>
                <a:lnTo>
                  <a:pt x="1528523" y="127065"/>
                </a:lnTo>
                <a:lnTo>
                  <a:pt x="1528966" y="127346"/>
                </a:lnTo>
                <a:lnTo>
                  <a:pt x="1529418" y="127618"/>
                </a:lnTo>
                <a:lnTo>
                  <a:pt x="1529879" y="127881"/>
                </a:lnTo>
                <a:lnTo>
                  <a:pt x="1530348" y="128136"/>
                </a:lnTo>
                <a:lnTo>
                  <a:pt x="1530826" y="128381"/>
                </a:lnTo>
                <a:lnTo>
                  <a:pt x="1531310" y="128615"/>
                </a:lnTo>
                <a:lnTo>
                  <a:pt x="1531800" y="128839"/>
                </a:lnTo>
                <a:lnTo>
                  <a:pt x="1532298" y="129053"/>
                </a:lnTo>
                <a:lnTo>
                  <a:pt x="1532801" y="129256"/>
                </a:lnTo>
                <a:lnTo>
                  <a:pt x="1533312" y="129449"/>
                </a:lnTo>
                <a:lnTo>
                  <a:pt x="1533829" y="129631"/>
                </a:lnTo>
                <a:lnTo>
                  <a:pt x="1534352" y="129803"/>
                </a:lnTo>
                <a:lnTo>
                  <a:pt x="1534882" y="129965"/>
                </a:lnTo>
                <a:lnTo>
                  <a:pt x="1535419" y="130116"/>
                </a:lnTo>
                <a:lnTo>
                  <a:pt x="1535962" y="130257"/>
                </a:lnTo>
                <a:lnTo>
                  <a:pt x="1536512" y="130387"/>
                </a:lnTo>
                <a:lnTo>
                  <a:pt x="1537068" y="130507"/>
                </a:lnTo>
                <a:lnTo>
                  <a:pt x="1537631" y="130616"/>
                </a:lnTo>
                <a:lnTo>
                  <a:pt x="1538201" y="130715"/>
                </a:lnTo>
                <a:lnTo>
                  <a:pt x="1538777" y="130804"/>
                </a:lnTo>
                <a:lnTo>
                  <a:pt x="1539359" y="130882"/>
                </a:lnTo>
                <a:lnTo>
                  <a:pt x="1539949" y="130950"/>
                </a:lnTo>
                <a:lnTo>
                  <a:pt x="1540545" y="131007"/>
                </a:lnTo>
                <a:lnTo>
                  <a:pt x="1541147" y="131054"/>
                </a:lnTo>
                <a:lnTo>
                  <a:pt x="1541756" y="131091"/>
                </a:lnTo>
                <a:lnTo>
                  <a:pt x="1542372" y="131117"/>
                </a:lnTo>
                <a:lnTo>
                  <a:pt x="1542994" y="131132"/>
                </a:lnTo>
                <a:lnTo>
                  <a:pt x="1543623" y="131137"/>
                </a:lnTo>
                <a:lnTo>
                  <a:pt x="1570482" y="131137"/>
                </a:lnTo>
                <a:lnTo>
                  <a:pt x="1570482" y="118182"/>
                </a:lnTo>
                <a:lnTo>
                  <a:pt x="1543623" y="118182"/>
                </a:lnTo>
                <a:lnTo>
                  <a:pt x="1543205" y="118176"/>
                </a:lnTo>
                <a:lnTo>
                  <a:pt x="1542794" y="118160"/>
                </a:lnTo>
                <a:close/>
                <a:moveTo>
                  <a:pt x="1784250" y="15801"/>
                </a:moveTo>
                <a:lnTo>
                  <a:pt x="1784250" y="131137"/>
                </a:lnTo>
                <a:lnTo>
                  <a:pt x="1850609" y="131137"/>
                </a:lnTo>
                <a:lnTo>
                  <a:pt x="1850609" y="118182"/>
                </a:lnTo>
                <a:lnTo>
                  <a:pt x="1798470" y="118182"/>
                </a:lnTo>
                <a:lnTo>
                  <a:pt x="1798470" y="15801"/>
                </a:lnTo>
                <a:lnTo>
                  <a:pt x="1784250" y="15801"/>
                </a:lnTo>
                <a:close/>
                <a:moveTo>
                  <a:pt x="1933870" y="28756"/>
                </a:moveTo>
                <a:lnTo>
                  <a:pt x="1933870" y="15801"/>
                </a:lnTo>
                <a:lnTo>
                  <a:pt x="1872252" y="15801"/>
                </a:lnTo>
                <a:lnTo>
                  <a:pt x="1872252" y="28756"/>
                </a:lnTo>
                <a:lnTo>
                  <a:pt x="1895793" y="28756"/>
                </a:lnTo>
                <a:lnTo>
                  <a:pt x="1895793" y="118182"/>
                </a:lnTo>
                <a:lnTo>
                  <a:pt x="1872252" y="118182"/>
                </a:lnTo>
                <a:lnTo>
                  <a:pt x="1872252" y="131137"/>
                </a:lnTo>
                <a:lnTo>
                  <a:pt x="1933870" y="131137"/>
                </a:lnTo>
                <a:lnTo>
                  <a:pt x="1933870" y="118182"/>
                </a:lnTo>
                <a:lnTo>
                  <a:pt x="1910328" y="118182"/>
                </a:lnTo>
                <a:lnTo>
                  <a:pt x="1910328" y="28756"/>
                </a:lnTo>
                <a:lnTo>
                  <a:pt x="1933870" y="28756"/>
                </a:lnTo>
                <a:close/>
                <a:moveTo>
                  <a:pt x="1975579" y="74034"/>
                </a:moveTo>
                <a:lnTo>
                  <a:pt x="1975577" y="73175"/>
                </a:lnTo>
                <a:lnTo>
                  <a:pt x="1975574" y="72318"/>
                </a:lnTo>
                <a:lnTo>
                  <a:pt x="1975571" y="71464"/>
                </a:lnTo>
                <a:lnTo>
                  <a:pt x="1975568" y="70613"/>
                </a:lnTo>
                <a:lnTo>
                  <a:pt x="1975564" y="69765"/>
                </a:lnTo>
                <a:lnTo>
                  <a:pt x="1975559" y="68919"/>
                </a:lnTo>
                <a:lnTo>
                  <a:pt x="1975554" y="68076"/>
                </a:lnTo>
                <a:lnTo>
                  <a:pt x="1975548" y="67236"/>
                </a:lnTo>
                <a:lnTo>
                  <a:pt x="1975541" y="66399"/>
                </a:lnTo>
                <a:lnTo>
                  <a:pt x="1975535" y="65564"/>
                </a:lnTo>
                <a:lnTo>
                  <a:pt x="1975527" y="64732"/>
                </a:lnTo>
                <a:lnTo>
                  <a:pt x="1975519" y="63903"/>
                </a:lnTo>
                <a:lnTo>
                  <a:pt x="1975510" y="63076"/>
                </a:lnTo>
                <a:lnTo>
                  <a:pt x="1975501" y="62253"/>
                </a:lnTo>
                <a:lnTo>
                  <a:pt x="1975492" y="61432"/>
                </a:lnTo>
                <a:lnTo>
                  <a:pt x="1975481" y="60613"/>
                </a:lnTo>
                <a:lnTo>
                  <a:pt x="1975471" y="59798"/>
                </a:lnTo>
                <a:lnTo>
                  <a:pt x="1975459" y="58985"/>
                </a:lnTo>
                <a:lnTo>
                  <a:pt x="1975447" y="58175"/>
                </a:lnTo>
                <a:lnTo>
                  <a:pt x="1975435" y="57368"/>
                </a:lnTo>
                <a:lnTo>
                  <a:pt x="1975422" y="56563"/>
                </a:lnTo>
                <a:lnTo>
                  <a:pt x="1975408" y="55761"/>
                </a:lnTo>
                <a:lnTo>
                  <a:pt x="1975394" y="54962"/>
                </a:lnTo>
                <a:lnTo>
                  <a:pt x="1975378" y="54166"/>
                </a:lnTo>
                <a:lnTo>
                  <a:pt x="1975361" y="53372"/>
                </a:lnTo>
                <a:lnTo>
                  <a:pt x="1975343" y="52581"/>
                </a:lnTo>
                <a:lnTo>
                  <a:pt x="1975324" y="51793"/>
                </a:lnTo>
                <a:lnTo>
                  <a:pt x="1975304" y="51008"/>
                </a:lnTo>
                <a:lnTo>
                  <a:pt x="1975282" y="50225"/>
                </a:lnTo>
                <a:lnTo>
                  <a:pt x="1975260" y="49445"/>
                </a:lnTo>
                <a:lnTo>
                  <a:pt x="1975236" y="48668"/>
                </a:lnTo>
                <a:lnTo>
                  <a:pt x="1975212" y="47894"/>
                </a:lnTo>
                <a:lnTo>
                  <a:pt x="1975186" y="47122"/>
                </a:lnTo>
                <a:lnTo>
                  <a:pt x="1975159" y="46353"/>
                </a:lnTo>
                <a:lnTo>
                  <a:pt x="1975131" y="45587"/>
                </a:lnTo>
                <a:lnTo>
                  <a:pt x="1975102" y="44824"/>
                </a:lnTo>
                <a:lnTo>
                  <a:pt x="1975072" y="44063"/>
                </a:lnTo>
                <a:lnTo>
                  <a:pt x="1975040" y="43305"/>
                </a:lnTo>
                <a:lnTo>
                  <a:pt x="1975008" y="42550"/>
                </a:lnTo>
                <a:lnTo>
                  <a:pt x="1974975" y="41798"/>
                </a:lnTo>
                <a:lnTo>
                  <a:pt x="1974940" y="41048"/>
                </a:lnTo>
                <a:lnTo>
                  <a:pt x="1974904" y="40301"/>
                </a:lnTo>
                <a:lnTo>
                  <a:pt x="1974867" y="39557"/>
                </a:lnTo>
                <a:lnTo>
                  <a:pt x="1974829" y="38815"/>
                </a:lnTo>
                <a:lnTo>
                  <a:pt x="1974790" y="38077"/>
                </a:lnTo>
                <a:lnTo>
                  <a:pt x="1974750" y="37341"/>
                </a:lnTo>
                <a:lnTo>
                  <a:pt x="1974708" y="36610"/>
                </a:lnTo>
                <a:lnTo>
                  <a:pt x="1974665" y="35882"/>
                </a:lnTo>
                <a:lnTo>
                  <a:pt x="1974620" y="35158"/>
                </a:lnTo>
                <a:lnTo>
                  <a:pt x="1974573" y="34438"/>
                </a:lnTo>
                <a:lnTo>
                  <a:pt x="1974524" y="33722"/>
                </a:lnTo>
                <a:lnTo>
                  <a:pt x="1974474" y="33010"/>
                </a:lnTo>
                <a:lnTo>
                  <a:pt x="1974423" y="32301"/>
                </a:lnTo>
                <a:lnTo>
                  <a:pt x="1974369" y="31597"/>
                </a:lnTo>
                <a:lnTo>
                  <a:pt x="1974314" y="30896"/>
                </a:lnTo>
                <a:lnTo>
                  <a:pt x="1974258" y="30199"/>
                </a:lnTo>
                <a:lnTo>
                  <a:pt x="1974199" y="29506"/>
                </a:lnTo>
                <a:lnTo>
                  <a:pt x="1974139" y="28816"/>
                </a:lnTo>
                <a:lnTo>
                  <a:pt x="1974078" y="28131"/>
                </a:lnTo>
                <a:lnTo>
                  <a:pt x="1974014" y="27449"/>
                </a:lnTo>
                <a:lnTo>
                  <a:pt x="1973949" y="26772"/>
                </a:lnTo>
                <a:lnTo>
                  <a:pt x="1973883" y="26098"/>
                </a:lnTo>
                <a:lnTo>
                  <a:pt x="1973815" y="25428"/>
                </a:lnTo>
                <a:lnTo>
                  <a:pt x="1973745" y="24761"/>
                </a:lnTo>
                <a:lnTo>
                  <a:pt x="1973673" y="24099"/>
                </a:lnTo>
                <a:lnTo>
                  <a:pt x="1973600" y="23440"/>
                </a:lnTo>
                <a:lnTo>
                  <a:pt x="1973525" y="22786"/>
                </a:lnTo>
                <a:lnTo>
                  <a:pt x="1973449" y="22135"/>
                </a:lnTo>
                <a:lnTo>
                  <a:pt x="1973370" y="21488"/>
                </a:lnTo>
                <a:lnTo>
                  <a:pt x="1991223" y="79630"/>
                </a:lnTo>
                <a:lnTo>
                  <a:pt x="2003547" y="79630"/>
                </a:lnTo>
                <a:lnTo>
                  <a:pt x="2022190" y="20065"/>
                </a:lnTo>
                <a:lnTo>
                  <a:pt x="2022138" y="20754"/>
                </a:lnTo>
                <a:lnTo>
                  <a:pt x="2022086" y="21449"/>
                </a:lnTo>
                <a:lnTo>
                  <a:pt x="2022034" y="22152"/>
                </a:lnTo>
                <a:lnTo>
                  <a:pt x="2021984" y="22861"/>
                </a:lnTo>
                <a:lnTo>
                  <a:pt x="2021934" y="23578"/>
                </a:lnTo>
                <a:lnTo>
                  <a:pt x="2021884" y="24302"/>
                </a:lnTo>
                <a:lnTo>
                  <a:pt x="2021835" y="25033"/>
                </a:lnTo>
                <a:lnTo>
                  <a:pt x="2021786" y="25771"/>
                </a:lnTo>
                <a:lnTo>
                  <a:pt x="2021738" y="26516"/>
                </a:lnTo>
                <a:lnTo>
                  <a:pt x="2021691" y="27269"/>
                </a:lnTo>
                <a:lnTo>
                  <a:pt x="2021644" y="28028"/>
                </a:lnTo>
                <a:lnTo>
                  <a:pt x="2021597" y="28795"/>
                </a:lnTo>
                <a:lnTo>
                  <a:pt x="2021552" y="29569"/>
                </a:lnTo>
                <a:lnTo>
                  <a:pt x="2021506" y="30350"/>
                </a:lnTo>
                <a:lnTo>
                  <a:pt x="2021462" y="31138"/>
                </a:lnTo>
                <a:lnTo>
                  <a:pt x="2021417" y="31933"/>
                </a:lnTo>
                <a:lnTo>
                  <a:pt x="2021374" y="32735"/>
                </a:lnTo>
                <a:lnTo>
                  <a:pt x="2021331" y="33545"/>
                </a:lnTo>
                <a:lnTo>
                  <a:pt x="2021288" y="34362"/>
                </a:lnTo>
                <a:lnTo>
                  <a:pt x="2021246" y="35185"/>
                </a:lnTo>
                <a:lnTo>
                  <a:pt x="2021204" y="36016"/>
                </a:lnTo>
                <a:lnTo>
                  <a:pt x="2021164" y="36854"/>
                </a:lnTo>
                <a:lnTo>
                  <a:pt x="2021123" y="37699"/>
                </a:lnTo>
                <a:lnTo>
                  <a:pt x="2021083" y="38552"/>
                </a:lnTo>
                <a:lnTo>
                  <a:pt x="2021044" y="39407"/>
                </a:lnTo>
                <a:lnTo>
                  <a:pt x="2021006" y="40262"/>
                </a:lnTo>
                <a:lnTo>
                  <a:pt x="2020969" y="41116"/>
                </a:lnTo>
                <a:lnTo>
                  <a:pt x="2020932" y="41969"/>
                </a:lnTo>
                <a:lnTo>
                  <a:pt x="2020897" y="42821"/>
                </a:lnTo>
                <a:lnTo>
                  <a:pt x="2020862" y="43672"/>
                </a:lnTo>
                <a:lnTo>
                  <a:pt x="2020828" y="44523"/>
                </a:lnTo>
                <a:lnTo>
                  <a:pt x="2020794" y="45372"/>
                </a:lnTo>
                <a:lnTo>
                  <a:pt x="2020762" y="46221"/>
                </a:lnTo>
                <a:lnTo>
                  <a:pt x="2020730" y="47069"/>
                </a:lnTo>
                <a:lnTo>
                  <a:pt x="2020699" y="47916"/>
                </a:lnTo>
                <a:lnTo>
                  <a:pt x="2020669" y="48763"/>
                </a:lnTo>
                <a:lnTo>
                  <a:pt x="2020640" y="49608"/>
                </a:lnTo>
                <a:lnTo>
                  <a:pt x="2020612" y="50453"/>
                </a:lnTo>
                <a:lnTo>
                  <a:pt x="2020584" y="51297"/>
                </a:lnTo>
                <a:lnTo>
                  <a:pt x="2020557" y="52140"/>
                </a:lnTo>
                <a:lnTo>
                  <a:pt x="2020531" y="52983"/>
                </a:lnTo>
                <a:lnTo>
                  <a:pt x="2020506" y="53824"/>
                </a:lnTo>
                <a:lnTo>
                  <a:pt x="2020482" y="54665"/>
                </a:lnTo>
                <a:lnTo>
                  <a:pt x="2020458" y="55505"/>
                </a:lnTo>
                <a:lnTo>
                  <a:pt x="2020435" y="56344"/>
                </a:lnTo>
                <a:lnTo>
                  <a:pt x="2020414" y="57182"/>
                </a:lnTo>
                <a:lnTo>
                  <a:pt x="2020392" y="58019"/>
                </a:lnTo>
                <a:lnTo>
                  <a:pt x="2020372" y="58856"/>
                </a:lnTo>
                <a:lnTo>
                  <a:pt x="2020353" y="59688"/>
                </a:lnTo>
                <a:lnTo>
                  <a:pt x="2020334" y="60512"/>
                </a:lnTo>
                <a:lnTo>
                  <a:pt x="2020317" y="61328"/>
                </a:lnTo>
                <a:lnTo>
                  <a:pt x="2020300" y="62136"/>
                </a:lnTo>
                <a:lnTo>
                  <a:pt x="2020284" y="62936"/>
                </a:lnTo>
                <a:lnTo>
                  <a:pt x="2020269" y="63728"/>
                </a:lnTo>
                <a:lnTo>
                  <a:pt x="2020254" y="64513"/>
                </a:lnTo>
                <a:lnTo>
                  <a:pt x="2020241" y="65289"/>
                </a:lnTo>
                <a:lnTo>
                  <a:pt x="2020228" y="66057"/>
                </a:lnTo>
                <a:lnTo>
                  <a:pt x="2020216" y="66818"/>
                </a:lnTo>
                <a:lnTo>
                  <a:pt x="2020205" y="67570"/>
                </a:lnTo>
                <a:lnTo>
                  <a:pt x="2020195" y="68315"/>
                </a:lnTo>
                <a:lnTo>
                  <a:pt x="2020185" y="69051"/>
                </a:lnTo>
                <a:lnTo>
                  <a:pt x="2020177" y="69780"/>
                </a:lnTo>
                <a:lnTo>
                  <a:pt x="2020169" y="70500"/>
                </a:lnTo>
                <a:lnTo>
                  <a:pt x="2020162" y="71213"/>
                </a:lnTo>
                <a:lnTo>
                  <a:pt x="2020156" y="71918"/>
                </a:lnTo>
                <a:lnTo>
                  <a:pt x="2020151" y="72615"/>
                </a:lnTo>
                <a:lnTo>
                  <a:pt x="2020146" y="73304"/>
                </a:lnTo>
                <a:lnTo>
                  <a:pt x="2020142" y="73984"/>
                </a:lnTo>
                <a:lnTo>
                  <a:pt x="2020140" y="74657"/>
                </a:lnTo>
                <a:lnTo>
                  <a:pt x="2020137" y="75322"/>
                </a:lnTo>
                <a:lnTo>
                  <a:pt x="2020136" y="75979"/>
                </a:lnTo>
                <a:lnTo>
                  <a:pt x="2020136" y="76628"/>
                </a:lnTo>
                <a:lnTo>
                  <a:pt x="2020136" y="131137"/>
                </a:lnTo>
                <a:lnTo>
                  <a:pt x="2033882" y="131137"/>
                </a:lnTo>
                <a:lnTo>
                  <a:pt x="2033882" y="15801"/>
                </a:lnTo>
                <a:lnTo>
                  <a:pt x="2012870" y="15801"/>
                </a:lnTo>
                <a:lnTo>
                  <a:pt x="1997544" y="65727"/>
                </a:lnTo>
                <a:lnTo>
                  <a:pt x="1982850" y="15801"/>
                </a:lnTo>
                <a:lnTo>
                  <a:pt x="1961837" y="15801"/>
                </a:lnTo>
                <a:lnTo>
                  <a:pt x="1961837" y="131137"/>
                </a:lnTo>
                <a:lnTo>
                  <a:pt x="1975581" y="131137"/>
                </a:lnTo>
                <a:lnTo>
                  <a:pt x="1975581" y="76628"/>
                </a:lnTo>
                <a:lnTo>
                  <a:pt x="1975581" y="75761"/>
                </a:lnTo>
                <a:lnTo>
                  <a:pt x="1975580" y="74896"/>
                </a:lnTo>
                <a:lnTo>
                  <a:pt x="1975579" y="74034"/>
                </a:lnTo>
                <a:close/>
                <a:moveTo>
                  <a:pt x="2120149" y="28756"/>
                </a:moveTo>
                <a:lnTo>
                  <a:pt x="2120149" y="15801"/>
                </a:lnTo>
                <a:lnTo>
                  <a:pt x="2058530" y="15801"/>
                </a:lnTo>
                <a:lnTo>
                  <a:pt x="2058530" y="28756"/>
                </a:lnTo>
                <a:lnTo>
                  <a:pt x="2082072" y="28756"/>
                </a:lnTo>
                <a:lnTo>
                  <a:pt x="2082072" y="118182"/>
                </a:lnTo>
                <a:lnTo>
                  <a:pt x="2058530" y="118182"/>
                </a:lnTo>
                <a:lnTo>
                  <a:pt x="2058530" y="131137"/>
                </a:lnTo>
                <a:lnTo>
                  <a:pt x="2120149" y="131137"/>
                </a:lnTo>
                <a:lnTo>
                  <a:pt x="2120149" y="118182"/>
                </a:lnTo>
                <a:lnTo>
                  <a:pt x="2096607" y="118182"/>
                </a:lnTo>
                <a:lnTo>
                  <a:pt x="2096607" y="28756"/>
                </a:lnTo>
                <a:lnTo>
                  <a:pt x="2120149" y="28756"/>
                </a:lnTo>
                <a:close/>
                <a:moveTo>
                  <a:pt x="2145428" y="15801"/>
                </a:moveTo>
                <a:lnTo>
                  <a:pt x="2145428" y="28756"/>
                </a:lnTo>
                <a:lnTo>
                  <a:pt x="2177029" y="28756"/>
                </a:lnTo>
                <a:lnTo>
                  <a:pt x="2177029" y="131137"/>
                </a:lnTo>
                <a:lnTo>
                  <a:pt x="2191248" y="131137"/>
                </a:lnTo>
                <a:lnTo>
                  <a:pt x="2191248" y="28756"/>
                </a:lnTo>
                <a:lnTo>
                  <a:pt x="2222847" y="28756"/>
                </a:lnTo>
                <a:lnTo>
                  <a:pt x="2222847" y="15801"/>
                </a:lnTo>
                <a:lnTo>
                  <a:pt x="2145428" y="15801"/>
                </a:lnTo>
                <a:close/>
                <a:moveTo>
                  <a:pt x="2362831" y="15801"/>
                </a:moveTo>
                <a:lnTo>
                  <a:pt x="2336760" y="35234"/>
                </a:lnTo>
                <a:lnTo>
                  <a:pt x="2336760" y="51508"/>
                </a:lnTo>
                <a:lnTo>
                  <a:pt x="2368043" y="28125"/>
                </a:lnTo>
                <a:lnTo>
                  <a:pt x="2368043" y="118182"/>
                </a:lnTo>
                <a:lnTo>
                  <a:pt x="2336760" y="118182"/>
                </a:lnTo>
                <a:lnTo>
                  <a:pt x="2336760" y="131137"/>
                </a:lnTo>
                <a:lnTo>
                  <a:pt x="2407858" y="131137"/>
                </a:lnTo>
                <a:lnTo>
                  <a:pt x="2407858" y="118182"/>
                </a:lnTo>
                <a:lnTo>
                  <a:pt x="2382265" y="118182"/>
                </a:lnTo>
                <a:lnTo>
                  <a:pt x="2382265" y="15801"/>
                </a:lnTo>
                <a:lnTo>
                  <a:pt x="2362831" y="15801"/>
                </a:lnTo>
                <a:close/>
                <a:moveTo>
                  <a:pt x="1418453" y="118106"/>
                </a:moveTo>
                <a:lnTo>
                  <a:pt x="1418666" y="118797"/>
                </a:lnTo>
                <a:lnTo>
                  <a:pt x="1418902" y="119474"/>
                </a:lnTo>
                <a:lnTo>
                  <a:pt x="1419161" y="120136"/>
                </a:lnTo>
                <a:lnTo>
                  <a:pt x="1419442" y="120784"/>
                </a:lnTo>
                <a:lnTo>
                  <a:pt x="1419746" y="121417"/>
                </a:lnTo>
                <a:lnTo>
                  <a:pt x="1420072" y="122036"/>
                </a:lnTo>
                <a:lnTo>
                  <a:pt x="1420421" y="122640"/>
                </a:lnTo>
                <a:lnTo>
                  <a:pt x="1420792" y="123230"/>
                </a:lnTo>
                <a:lnTo>
                  <a:pt x="1421186" y="123805"/>
                </a:lnTo>
                <a:lnTo>
                  <a:pt x="1421602" y="124365"/>
                </a:lnTo>
                <a:lnTo>
                  <a:pt x="1422040" y="124911"/>
                </a:lnTo>
                <a:lnTo>
                  <a:pt x="1422501" y="125443"/>
                </a:lnTo>
                <a:lnTo>
                  <a:pt x="1422985" y="125960"/>
                </a:lnTo>
                <a:lnTo>
                  <a:pt x="1423491" y="126462"/>
                </a:lnTo>
                <a:lnTo>
                  <a:pt x="1424020" y="126950"/>
                </a:lnTo>
                <a:lnTo>
                  <a:pt x="1424567" y="127420"/>
                </a:lnTo>
                <a:lnTo>
                  <a:pt x="1425129" y="127871"/>
                </a:lnTo>
                <a:lnTo>
                  <a:pt x="1425706" y="128301"/>
                </a:lnTo>
                <a:lnTo>
                  <a:pt x="1426297" y="128712"/>
                </a:lnTo>
                <a:lnTo>
                  <a:pt x="1426904" y="129102"/>
                </a:lnTo>
                <a:lnTo>
                  <a:pt x="1427525" y="129473"/>
                </a:lnTo>
                <a:lnTo>
                  <a:pt x="1428161" y="129823"/>
                </a:lnTo>
                <a:lnTo>
                  <a:pt x="1428812" y="130154"/>
                </a:lnTo>
                <a:lnTo>
                  <a:pt x="1429478" y="130464"/>
                </a:lnTo>
                <a:lnTo>
                  <a:pt x="1430158" y="130754"/>
                </a:lnTo>
                <a:lnTo>
                  <a:pt x="1430854" y="131025"/>
                </a:lnTo>
                <a:lnTo>
                  <a:pt x="1431564" y="131275"/>
                </a:lnTo>
                <a:lnTo>
                  <a:pt x="1432289" y="131505"/>
                </a:lnTo>
                <a:lnTo>
                  <a:pt x="1433028" y="131715"/>
                </a:lnTo>
                <a:lnTo>
                  <a:pt x="1433783" y="131906"/>
                </a:lnTo>
                <a:lnTo>
                  <a:pt x="1434552" y="132076"/>
                </a:lnTo>
                <a:lnTo>
                  <a:pt x="1435336" y="132226"/>
                </a:lnTo>
                <a:lnTo>
                  <a:pt x="1436135" y="132356"/>
                </a:lnTo>
                <a:lnTo>
                  <a:pt x="1436949" y="132466"/>
                </a:lnTo>
                <a:lnTo>
                  <a:pt x="1437778" y="132556"/>
                </a:lnTo>
                <a:lnTo>
                  <a:pt x="1438621" y="132626"/>
                </a:lnTo>
                <a:lnTo>
                  <a:pt x="1439479" y="132676"/>
                </a:lnTo>
                <a:lnTo>
                  <a:pt x="1440352" y="132707"/>
                </a:lnTo>
                <a:lnTo>
                  <a:pt x="1441240" y="132717"/>
                </a:lnTo>
                <a:lnTo>
                  <a:pt x="1442324" y="132701"/>
                </a:lnTo>
                <a:lnTo>
                  <a:pt x="1443388" y="132656"/>
                </a:lnTo>
                <a:lnTo>
                  <a:pt x="1444434" y="132581"/>
                </a:lnTo>
                <a:lnTo>
                  <a:pt x="1445462" y="132475"/>
                </a:lnTo>
                <a:lnTo>
                  <a:pt x="1446471" y="132339"/>
                </a:lnTo>
                <a:lnTo>
                  <a:pt x="1447461" y="132173"/>
                </a:lnTo>
                <a:lnTo>
                  <a:pt x="1448432" y="131977"/>
                </a:lnTo>
                <a:lnTo>
                  <a:pt x="1449385" y="131751"/>
                </a:lnTo>
                <a:lnTo>
                  <a:pt x="1450319" y="131495"/>
                </a:lnTo>
                <a:lnTo>
                  <a:pt x="1451235" y="131208"/>
                </a:lnTo>
                <a:lnTo>
                  <a:pt x="1452132" y="130891"/>
                </a:lnTo>
                <a:lnTo>
                  <a:pt x="1453010" y="130544"/>
                </a:lnTo>
                <a:lnTo>
                  <a:pt x="1453869" y="130167"/>
                </a:lnTo>
                <a:lnTo>
                  <a:pt x="1454710" y="129760"/>
                </a:lnTo>
                <a:lnTo>
                  <a:pt x="1455533" y="129323"/>
                </a:lnTo>
                <a:lnTo>
                  <a:pt x="1456336" y="128855"/>
                </a:lnTo>
                <a:lnTo>
                  <a:pt x="1457121" y="128357"/>
                </a:lnTo>
                <a:lnTo>
                  <a:pt x="1457888" y="127829"/>
                </a:lnTo>
                <a:lnTo>
                  <a:pt x="1458635" y="127271"/>
                </a:lnTo>
                <a:lnTo>
                  <a:pt x="1459364" y="126683"/>
                </a:lnTo>
                <a:lnTo>
                  <a:pt x="1460075" y="126064"/>
                </a:lnTo>
                <a:lnTo>
                  <a:pt x="1460766" y="125416"/>
                </a:lnTo>
                <a:lnTo>
                  <a:pt x="1461440" y="124737"/>
                </a:lnTo>
                <a:lnTo>
                  <a:pt x="1462094" y="124028"/>
                </a:lnTo>
                <a:lnTo>
                  <a:pt x="1462726" y="123293"/>
                </a:lnTo>
                <a:lnTo>
                  <a:pt x="1463331" y="122537"/>
                </a:lnTo>
                <a:lnTo>
                  <a:pt x="1463909" y="121759"/>
                </a:lnTo>
                <a:lnTo>
                  <a:pt x="1464460" y="120960"/>
                </a:lnTo>
                <a:lnTo>
                  <a:pt x="1464984" y="120139"/>
                </a:lnTo>
                <a:lnTo>
                  <a:pt x="1465482" y="119297"/>
                </a:lnTo>
                <a:lnTo>
                  <a:pt x="1465952" y="118434"/>
                </a:lnTo>
                <a:lnTo>
                  <a:pt x="1466396" y="117549"/>
                </a:lnTo>
                <a:lnTo>
                  <a:pt x="1466813" y="116643"/>
                </a:lnTo>
                <a:lnTo>
                  <a:pt x="1467203" y="115716"/>
                </a:lnTo>
                <a:lnTo>
                  <a:pt x="1467566" y="114767"/>
                </a:lnTo>
                <a:lnTo>
                  <a:pt x="1467902" y="113797"/>
                </a:lnTo>
                <a:lnTo>
                  <a:pt x="1468211" y="112805"/>
                </a:lnTo>
                <a:lnTo>
                  <a:pt x="1468493" y="111792"/>
                </a:lnTo>
                <a:lnTo>
                  <a:pt x="1468749" y="110758"/>
                </a:lnTo>
                <a:lnTo>
                  <a:pt x="1468977" y="109702"/>
                </a:lnTo>
                <a:lnTo>
                  <a:pt x="1469179" y="108625"/>
                </a:lnTo>
                <a:lnTo>
                  <a:pt x="1469354" y="107526"/>
                </a:lnTo>
                <a:lnTo>
                  <a:pt x="1469501" y="106407"/>
                </a:lnTo>
                <a:lnTo>
                  <a:pt x="1469622" y="105265"/>
                </a:lnTo>
                <a:lnTo>
                  <a:pt x="1469717" y="104103"/>
                </a:lnTo>
                <a:lnTo>
                  <a:pt x="1469784" y="102918"/>
                </a:lnTo>
                <a:lnTo>
                  <a:pt x="1469824" y="101713"/>
                </a:lnTo>
                <a:lnTo>
                  <a:pt x="1469838" y="100486"/>
                </a:lnTo>
                <a:lnTo>
                  <a:pt x="1469838" y="75049"/>
                </a:lnTo>
                <a:lnTo>
                  <a:pt x="1469824" y="73809"/>
                </a:lnTo>
                <a:lnTo>
                  <a:pt x="1469784" y="72592"/>
                </a:lnTo>
                <a:lnTo>
                  <a:pt x="1469717" y="71396"/>
                </a:lnTo>
                <a:lnTo>
                  <a:pt x="1469622" y="70222"/>
                </a:lnTo>
                <a:lnTo>
                  <a:pt x="1469501" y="69070"/>
                </a:lnTo>
                <a:lnTo>
                  <a:pt x="1469354" y="67939"/>
                </a:lnTo>
                <a:lnTo>
                  <a:pt x="1469179" y="66831"/>
                </a:lnTo>
                <a:lnTo>
                  <a:pt x="1468977" y="65745"/>
                </a:lnTo>
                <a:lnTo>
                  <a:pt x="1468749" y="64681"/>
                </a:lnTo>
                <a:lnTo>
                  <a:pt x="1468493" y="63639"/>
                </a:lnTo>
                <a:lnTo>
                  <a:pt x="1468211" y="62618"/>
                </a:lnTo>
                <a:lnTo>
                  <a:pt x="1467902" y="61620"/>
                </a:lnTo>
                <a:lnTo>
                  <a:pt x="1467566" y="60643"/>
                </a:lnTo>
                <a:lnTo>
                  <a:pt x="1467203" y="59689"/>
                </a:lnTo>
                <a:lnTo>
                  <a:pt x="1466813" y="58756"/>
                </a:lnTo>
                <a:lnTo>
                  <a:pt x="1466396" y="57846"/>
                </a:lnTo>
                <a:lnTo>
                  <a:pt x="1465952" y="56957"/>
                </a:lnTo>
                <a:lnTo>
                  <a:pt x="1465482" y="56090"/>
                </a:lnTo>
                <a:lnTo>
                  <a:pt x="1464984" y="55245"/>
                </a:lnTo>
                <a:lnTo>
                  <a:pt x="1464460" y="54423"/>
                </a:lnTo>
                <a:lnTo>
                  <a:pt x="1463909" y="53622"/>
                </a:lnTo>
                <a:lnTo>
                  <a:pt x="1463331" y="52843"/>
                </a:lnTo>
                <a:lnTo>
                  <a:pt x="1462726" y="52086"/>
                </a:lnTo>
                <a:lnTo>
                  <a:pt x="1462094" y="51351"/>
                </a:lnTo>
                <a:lnTo>
                  <a:pt x="1461440" y="50642"/>
                </a:lnTo>
                <a:lnTo>
                  <a:pt x="1460766" y="49963"/>
                </a:lnTo>
                <a:lnTo>
                  <a:pt x="1460075" y="49314"/>
                </a:lnTo>
                <a:lnTo>
                  <a:pt x="1459364" y="48695"/>
                </a:lnTo>
                <a:lnTo>
                  <a:pt x="1458635" y="48107"/>
                </a:lnTo>
                <a:lnTo>
                  <a:pt x="1457888" y="47548"/>
                </a:lnTo>
                <a:lnTo>
                  <a:pt x="1457121" y="47020"/>
                </a:lnTo>
                <a:lnTo>
                  <a:pt x="1456336" y="46522"/>
                </a:lnTo>
                <a:lnTo>
                  <a:pt x="1455533" y="46055"/>
                </a:lnTo>
                <a:lnTo>
                  <a:pt x="1454710" y="45617"/>
                </a:lnTo>
                <a:lnTo>
                  <a:pt x="1453869" y="45210"/>
                </a:lnTo>
                <a:lnTo>
                  <a:pt x="1453010" y="44833"/>
                </a:lnTo>
                <a:lnTo>
                  <a:pt x="1452132" y="44485"/>
                </a:lnTo>
                <a:lnTo>
                  <a:pt x="1451235" y="44169"/>
                </a:lnTo>
                <a:lnTo>
                  <a:pt x="1450319" y="43882"/>
                </a:lnTo>
                <a:lnTo>
                  <a:pt x="1449385" y="43625"/>
                </a:lnTo>
                <a:lnTo>
                  <a:pt x="1448432" y="43399"/>
                </a:lnTo>
                <a:lnTo>
                  <a:pt x="1447461" y="43203"/>
                </a:lnTo>
                <a:lnTo>
                  <a:pt x="1446471" y="43037"/>
                </a:lnTo>
                <a:lnTo>
                  <a:pt x="1445462" y="42901"/>
                </a:lnTo>
                <a:lnTo>
                  <a:pt x="1444434" y="42796"/>
                </a:lnTo>
                <a:lnTo>
                  <a:pt x="1443388" y="42720"/>
                </a:lnTo>
                <a:lnTo>
                  <a:pt x="1442324" y="42675"/>
                </a:lnTo>
                <a:lnTo>
                  <a:pt x="1441240" y="42660"/>
                </a:lnTo>
                <a:lnTo>
                  <a:pt x="1440365" y="42670"/>
                </a:lnTo>
                <a:lnTo>
                  <a:pt x="1439503" y="42700"/>
                </a:lnTo>
                <a:lnTo>
                  <a:pt x="1438654" y="42751"/>
                </a:lnTo>
                <a:lnTo>
                  <a:pt x="1437819" y="42822"/>
                </a:lnTo>
                <a:lnTo>
                  <a:pt x="1436997" y="42913"/>
                </a:lnTo>
                <a:lnTo>
                  <a:pt x="1436189" y="43025"/>
                </a:lnTo>
                <a:lnTo>
                  <a:pt x="1435394" y="43157"/>
                </a:lnTo>
                <a:lnTo>
                  <a:pt x="1434613" y="43309"/>
                </a:lnTo>
                <a:lnTo>
                  <a:pt x="1433845" y="43482"/>
                </a:lnTo>
                <a:lnTo>
                  <a:pt x="1433090" y="43675"/>
                </a:lnTo>
                <a:lnTo>
                  <a:pt x="1432349" y="43888"/>
                </a:lnTo>
                <a:lnTo>
                  <a:pt x="1431622" y="44121"/>
                </a:lnTo>
                <a:lnTo>
                  <a:pt x="1430907" y="44375"/>
                </a:lnTo>
                <a:lnTo>
                  <a:pt x="1430207" y="44649"/>
                </a:lnTo>
                <a:lnTo>
                  <a:pt x="1429519" y="44943"/>
                </a:lnTo>
                <a:lnTo>
                  <a:pt x="1428845" y="45258"/>
                </a:lnTo>
                <a:lnTo>
                  <a:pt x="1428185" y="45593"/>
                </a:lnTo>
                <a:lnTo>
                  <a:pt x="1427538" y="45948"/>
                </a:lnTo>
                <a:lnTo>
                  <a:pt x="1426904" y="46324"/>
                </a:lnTo>
                <a:lnTo>
                  <a:pt x="1426284" y="46720"/>
                </a:lnTo>
                <a:lnTo>
                  <a:pt x="1425677" y="47136"/>
                </a:lnTo>
                <a:lnTo>
                  <a:pt x="1425084" y="47572"/>
                </a:lnTo>
                <a:lnTo>
                  <a:pt x="1424504" y="48029"/>
                </a:lnTo>
                <a:lnTo>
                  <a:pt x="1423938" y="48506"/>
                </a:lnTo>
                <a:lnTo>
                  <a:pt x="1423390" y="49000"/>
                </a:lnTo>
                <a:lnTo>
                  <a:pt x="1422865" y="49508"/>
                </a:lnTo>
                <a:lnTo>
                  <a:pt x="1422364" y="50029"/>
                </a:lnTo>
                <a:lnTo>
                  <a:pt x="1421886" y="50564"/>
                </a:lnTo>
                <a:lnTo>
                  <a:pt x="1421431" y="51113"/>
                </a:lnTo>
                <a:lnTo>
                  <a:pt x="1421000" y="51676"/>
                </a:lnTo>
                <a:lnTo>
                  <a:pt x="1420592" y="52252"/>
                </a:lnTo>
                <a:lnTo>
                  <a:pt x="1420208" y="52842"/>
                </a:lnTo>
                <a:lnTo>
                  <a:pt x="1419846" y="53446"/>
                </a:lnTo>
                <a:lnTo>
                  <a:pt x="1419508" y="54064"/>
                </a:lnTo>
                <a:lnTo>
                  <a:pt x="1419193" y="54695"/>
                </a:lnTo>
                <a:lnTo>
                  <a:pt x="1418902" y="55340"/>
                </a:lnTo>
                <a:lnTo>
                  <a:pt x="1418634" y="55998"/>
                </a:lnTo>
                <a:lnTo>
                  <a:pt x="1418389" y="56670"/>
                </a:lnTo>
                <a:lnTo>
                  <a:pt x="1418168" y="57356"/>
                </a:lnTo>
                <a:lnTo>
                  <a:pt x="1417969" y="58056"/>
                </a:lnTo>
                <a:lnTo>
                  <a:pt x="1417795" y="58770"/>
                </a:lnTo>
                <a:lnTo>
                  <a:pt x="1417643" y="59497"/>
                </a:lnTo>
                <a:lnTo>
                  <a:pt x="1417515" y="60238"/>
                </a:lnTo>
                <a:lnTo>
                  <a:pt x="1417433" y="60828"/>
                </a:lnTo>
                <a:lnTo>
                  <a:pt x="1417223" y="60828"/>
                </a:lnTo>
                <a:lnTo>
                  <a:pt x="1417542" y="41078"/>
                </a:lnTo>
                <a:lnTo>
                  <a:pt x="1417542" y="15801"/>
                </a:lnTo>
                <a:lnTo>
                  <a:pt x="1403320" y="15801"/>
                </a:lnTo>
                <a:lnTo>
                  <a:pt x="1403320" y="131137"/>
                </a:lnTo>
                <a:lnTo>
                  <a:pt x="1417542" y="131137"/>
                </a:lnTo>
                <a:lnTo>
                  <a:pt x="1417542" y="114548"/>
                </a:lnTo>
                <a:lnTo>
                  <a:pt x="1417737" y="114548"/>
                </a:lnTo>
                <a:lnTo>
                  <a:pt x="1417823" y="115195"/>
                </a:lnTo>
                <a:lnTo>
                  <a:pt x="1417947" y="115944"/>
                </a:lnTo>
                <a:lnTo>
                  <a:pt x="1418093" y="116679"/>
                </a:lnTo>
                <a:lnTo>
                  <a:pt x="1418261" y="117400"/>
                </a:lnTo>
                <a:lnTo>
                  <a:pt x="1418453" y="118106"/>
                </a:lnTo>
                <a:close/>
                <a:moveTo>
                  <a:pt x="1433034" y="120155"/>
                </a:moveTo>
                <a:lnTo>
                  <a:pt x="1432377" y="120049"/>
                </a:lnTo>
                <a:lnTo>
                  <a:pt x="1431733" y="119924"/>
                </a:lnTo>
                <a:lnTo>
                  <a:pt x="1431102" y="119780"/>
                </a:lnTo>
                <a:lnTo>
                  <a:pt x="1430482" y="119617"/>
                </a:lnTo>
                <a:lnTo>
                  <a:pt x="1429875" y="119435"/>
                </a:lnTo>
                <a:lnTo>
                  <a:pt x="1429281" y="119233"/>
                </a:lnTo>
                <a:lnTo>
                  <a:pt x="1428698" y="119012"/>
                </a:lnTo>
                <a:lnTo>
                  <a:pt x="1428129" y="118772"/>
                </a:lnTo>
                <a:lnTo>
                  <a:pt x="1427571" y="118513"/>
                </a:lnTo>
                <a:lnTo>
                  <a:pt x="1427026" y="118234"/>
                </a:lnTo>
                <a:lnTo>
                  <a:pt x="1426493" y="117937"/>
                </a:lnTo>
                <a:lnTo>
                  <a:pt x="1425972" y="117620"/>
                </a:lnTo>
                <a:lnTo>
                  <a:pt x="1425464" y="117284"/>
                </a:lnTo>
                <a:lnTo>
                  <a:pt x="1424968" y="116929"/>
                </a:lnTo>
                <a:lnTo>
                  <a:pt x="1424485" y="116554"/>
                </a:lnTo>
                <a:lnTo>
                  <a:pt x="1424014" y="116160"/>
                </a:lnTo>
                <a:lnTo>
                  <a:pt x="1423555" y="115748"/>
                </a:lnTo>
                <a:lnTo>
                  <a:pt x="1423108" y="115316"/>
                </a:lnTo>
                <a:lnTo>
                  <a:pt x="1422674" y="114864"/>
                </a:lnTo>
                <a:lnTo>
                  <a:pt x="1422256" y="114396"/>
                </a:lnTo>
                <a:lnTo>
                  <a:pt x="1421855" y="113913"/>
                </a:lnTo>
                <a:lnTo>
                  <a:pt x="1421471" y="113415"/>
                </a:lnTo>
                <a:lnTo>
                  <a:pt x="1421106" y="112902"/>
                </a:lnTo>
                <a:lnTo>
                  <a:pt x="1420759" y="112375"/>
                </a:lnTo>
                <a:lnTo>
                  <a:pt x="1420429" y="111833"/>
                </a:lnTo>
                <a:lnTo>
                  <a:pt x="1420117" y="111275"/>
                </a:lnTo>
                <a:lnTo>
                  <a:pt x="1419823" y="110703"/>
                </a:lnTo>
                <a:lnTo>
                  <a:pt x="1419547" y="110117"/>
                </a:lnTo>
                <a:lnTo>
                  <a:pt x="1419288" y="109515"/>
                </a:lnTo>
                <a:lnTo>
                  <a:pt x="1419048" y="108899"/>
                </a:lnTo>
                <a:lnTo>
                  <a:pt x="1418825" y="108268"/>
                </a:lnTo>
                <a:lnTo>
                  <a:pt x="1418620" y="107622"/>
                </a:lnTo>
                <a:lnTo>
                  <a:pt x="1418433" y="106961"/>
                </a:lnTo>
                <a:lnTo>
                  <a:pt x="1418263" y="106285"/>
                </a:lnTo>
                <a:lnTo>
                  <a:pt x="1418112" y="105595"/>
                </a:lnTo>
                <a:lnTo>
                  <a:pt x="1417978" y="104890"/>
                </a:lnTo>
                <a:lnTo>
                  <a:pt x="1417862" y="104170"/>
                </a:lnTo>
                <a:lnTo>
                  <a:pt x="1417764" y="103435"/>
                </a:lnTo>
                <a:lnTo>
                  <a:pt x="1417684" y="102685"/>
                </a:lnTo>
                <a:lnTo>
                  <a:pt x="1417622" y="101921"/>
                </a:lnTo>
                <a:lnTo>
                  <a:pt x="1417577" y="101142"/>
                </a:lnTo>
                <a:lnTo>
                  <a:pt x="1417551" y="100347"/>
                </a:lnTo>
                <a:lnTo>
                  <a:pt x="1417542" y="99539"/>
                </a:lnTo>
                <a:lnTo>
                  <a:pt x="1417542" y="75838"/>
                </a:lnTo>
                <a:lnTo>
                  <a:pt x="1417551" y="75029"/>
                </a:lnTo>
                <a:lnTo>
                  <a:pt x="1417577" y="74235"/>
                </a:lnTo>
                <a:lnTo>
                  <a:pt x="1417622" y="73456"/>
                </a:lnTo>
                <a:lnTo>
                  <a:pt x="1417684" y="72691"/>
                </a:lnTo>
                <a:lnTo>
                  <a:pt x="1417764" y="71942"/>
                </a:lnTo>
                <a:lnTo>
                  <a:pt x="1417862" y="71207"/>
                </a:lnTo>
                <a:lnTo>
                  <a:pt x="1417978" y="70487"/>
                </a:lnTo>
                <a:lnTo>
                  <a:pt x="1418112" y="69782"/>
                </a:lnTo>
                <a:lnTo>
                  <a:pt x="1418263" y="69091"/>
                </a:lnTo>
                <a:lnTo>
                  <a:pt x="1418433" y="68416"/>
                </a:lnTo>
                <a:lnTo>
                  <a:pt x="1418620" y="67755"/>
                </a:lnTo>
                <a:lnTo>
                  <a:pt x="1418825" y="67109"/>
                </a:lnTo>
                <a:lnTo>
                  <a:pt x="1419048" y="66478"/>
                </a:lnTo>
                <a:lnTo>
                  <a:pt x="1419288" y="65862"/>
                </a:lnTo>
                <a:lnTo>
                  <a:pt x="1419547" y="65261"/>
                </a:lnTo>
                <a:lnTo>
                  <a:pt x="1419823" y="64674"/>
                </a:lnTo>
                <a:lnTo>
                  <a:pt x="1420117" y="64102"/>
                </a:lnTo>
                <a:lnTo>
                  <a:pt x="1420429" y="63545"/>
                </a:lnTo>
                <a:lnTo>
                  <a:pt x="1420759" y="63003"/>
                </a:lnTo>
                <a:lnTo>
                  <a:pt x="1421106" y="62476"/>
                </a:lnTo>
                <a:lnTo>
                  <a:pt x="1421471" y="61963"/>
                </a:lnTo>
                <a:lnTo>
                  <a:pt x="1421855" y="61465"/>
                </a:lnTo>
                <a:lnTo>
                  <a:pt x="1422256" y="60982"/>
                </a:lnTo>
                <a:lnTo>
                  <a:pt x="1422674" y="60514"/>
                </a:lnTo>
                <a:lnTo>
                  <a:pt x="1423108" y="60063"/>
                </a:lnTo>
                <a:lnTo>
                  <a:pt x="1423555" y="59631"/>
                </a:lnTo>
                <a:lnTo>
                  <a:pt x="1424014" y="59218"/>
                </a:lnTo>
                <a:lnTo>
                  <a:pt x="1424485" y="58825"/>
                </a:lnTo>
                <a:lnTo>
                  <a:pt x="1424968" y="58450"/>
                </a:lnTo>
                <a:lnTo>
                  <a:pt x="1425464" y="58095"/>
                </a:lnTo>
                <a:lnTo>
                  <a:pt x="1425972" y="57759"/>
                </a:lnTo>
                <a:lnTo>
                  <a:pt x="1426493" y="57442"/>
                </a:lnTo>
                <a:lnTo>
                  <a:pt x="1427026" y="57144"/>
                </a:lnTo>
                <a:lnTo>
                  <a:pt x="1427571" y="56866"/>
                </a:lnTo>
                <a:lnTo>
                  <a:pt x="1428129" y="56607"/>
                </a:lnTo>
                <a:lnTo>
                  <a:pt x="1428698" y="56367"/>
                </a:lnTo>
                <a:lnTo>
                  <a:pt x="1429281" y="56146"/>
                </a:lnTo>
                <a:lnTo>
                  <a:pt x="1429875" y="55944"/>
                </a:lnTo>
                <a:lnTo>
                  <a:pt x="1430482" y="55762"/>
                </a:lnTo>
                <a:lnTo>
                  <a:pt x="1431102" y="55598"/>
                </a:lnTo>
                <a:lnTo>
                  <a:pt x="1431733" y="55454"/>
                </a:lnTo>
                <a:lnTo>
                  <a:pt x="1432377" y="55330"/>
                </a:lnTo>
                <a:lnTo>
                  <a:pt x="1433034" y="55224"/>
                </a:lnTo>
                <a:lnTo>
                  <a:pt x="1433702" y="55138"/>
                </a:lnTo>
                <a:lnTo>
                  <a:pt x="1434383" y="55070"/>
                </a:lnTo>
                <a:lnTo>
                  <a:pt x="1435077" y="55022"/>
                </a:lnTo>
                <a:lnTo>
                  <a:pt x="1435782" y="54994"/>
                </a:lnTo>
                <a:lnTo>
                  <a:pt x="1436500" y="54984"/>
                </a:lnTo>
                <a:lnTo>
                  <a:pt x="1437244" y="54992"/>
                </a:lnTo>
                <a:lnTo>
                  <a:pt x="1437974" y="55016"/>
                </a:lnTo>
                <a:lnTo>
                  <a:pt x="1438690" y="55057"/>
                </a:lnTo>
                <a:lnTo>
                  <a:pt x="1439392" y="55113"/>
                </a:lnTo>
                <a:lnTo>
                  <a:pt x="1440081" y="55186"/>
                </a:lnTo>
                <a:lnTo>
                  <a:pt x="1440756" y="55275"/>
                </a:lnTo>
                <a:lnTo>
                  <a:pt x="1441417" y="55380"/>
                </a:lnTo>
                <a:lnTo>
                  <a:pt x="1442065" y="55502"/>
                </a:lnTo>
                <a:lnTo>
                  <a:pt x="1442699" y="55639"/>
                </a:lnTo>
                <a:lnTo>
                  <a:pt x="1443319" y="55793"/>
                </a:lnTo>
                <a:lnTo>
                  <a:pt x="1443925" y="55963"/>
                </a:lnTo>
                <a:lnTo>
                  <a:pt x="1444518" y="56149"/>
                </a:lnTo>
                <a:lnTo>
                  <a:pt x="1445097" y="56351"/>
                </a:lnTo>
                <a:lnTo>
                  <a:pt x="1445662" y="56570"/>
                </a:lnTo>
                <a:lnTo>
                  <a:pt x="1446214" y="56804"/>
                </a:lnTo>
                <a:lnTo>
                  <a:pt x="1446751" y="57055"/>
                </a:lnTo>
                <a:lnTo>
                  <a:pt x="1447275" y="57322"/>
                </a:lnTo>
                <a:lnTo>
                  <a:pt x="1447786" y="57605"/>
                </a:lnTo>
                <a:lnTo>
                  <a:pt x="1448283" y="57905"/>
                </a:lnTo>
                <a:lnTo>
                  <a:pt x="1448766" y="58220"/>
                </a:lnTo>
                <a:lnTo>
                  <a:pt x="1449235" y="58552"/>
                </a:lnTo>
                <a:lnTo>
                  <a:pt x="1449690" y="58900"/>
                </a:lnTo>
                <a:lnTo>
                  <a:pt x="1450132" y="59264"/>
                </a:lnTo>
                <a:lnTo>
                  <a:pt x="1450560" y="59644"/>
                </a:lnTo>
                <a:lnTo>
                  <a:pt x="1450973" y="60043"/>
                </a:lnTo>
                <a:lnTo>
                  <a:pt x="1451368" y="60463"/>
                </a:lnTo>
                <a:lnTo>
                  <a:pt x="1451746" y="60904"/>
                </a:lnTo>
                <a:lnTo>
                  <a:pt x="1452106" y="61366"/>
                </a:lnTo>
                <a:lnTo>
                  <a:pt x="1452448" y="61850"/>
                </a:lnTo>
                <a:lnTo>
                  <a:pt x="1452773" y="62354"/>
                </a:lnTo>
                <a:lnTo>
                  <a:pt x="1453081" y="62880"/>
                </a:lnTo>
                <a:lnTo>
                  <a:pt x="1453370" y="63427"/>
                </a:lnTo>
                <a:lnTo>
                  <a:pt x="1453643" y="63995"/>
                </a:lnTo>
                <a:lnTo>
                  <a:pt x="1453897" y="64584"/>
                </a:lnTo>
                <a:lnTo>
                  <a:pt x="1454134" y="65194"/>
                </a:lnTo>
                <a:lnTo>
                  <a:pt x="1454354" y="65825"/>
                </a:lnTo>
                <a:lnTo>
                  <a:pt x="1454556" y="66478"/>
                </a:lnTo>
                <a:lnTo>
                  <a:pt x="1454740" y="67151"/>
                </a:lnTo>
                <a:lnTo>
                  <a:pt x="1454907" y="67846"/>
                </a:lnTo>
                <a:lnTo>
                  <a:pt x="1455056" y="68562"/>
                </a:lnTo>
                <a:lnTo>
                  <a:pt x="1455188" y="69299"/>
                </a:lnTo>
                <a:lnTo>
                  <a:pt x="1455302" y="70057"/>
                </a:lnTo>
                <a:lnTo>
                  <a:pt x="1455399" y="70836"/>
                </a:lnTo>
                <a:lnTo>
                  <a:pt x="1455478" y="71637"/>
                </a:lnTo>
                <a:lnTo>
                  <a:pt x="1455539" y="72458"/>
                </a:lnTo>
                <a:lnTo>
                  <a:pt x="1455583" y="73301"/>
                </a:lnTo>
                <a:lnTo>
                  <a:pt x="1455610" y="74164"/>
                </a:lnTo>
                <a:lnTo>
                  <a:pt x="1455618" y="75049"/>
                </a:lnTo>
                <a:lnTo>
                  <a:pt x="1455618" y="100327"/>
                </a:lnTo>
                <a:lnTo>
                  <a:pt x="1455610" y="101199"/>
                </a:lnTo>
                <a:lnTo>
                  <a:pt x="1455583" y="102051"/>
                </a:lnTo>
                <a:lnTo>
                  <a:pt x="1455539" y="102882"/>
                </a:lnTo>
                <a:lnTo>
                  <a:pt x="1455478" y="103693"/>
                </a:lnTo>
                <a:lnTo>
                  <a:pt x="1455399" y="104484"/>
                </a:lnTo>
                <a:lnTo>
                  <a:pt x="1455302" y="105255"/>
                </a:lnTo>
                <a:lnTo>
                  <a:pt x="1455188" y="106005"/>
                </a:lnTo>
                <a:lnTo>
                  <a:pt x="1455056" y="106735"/>
                </a:lnTo>
                <a:lnTo>
                  <a:pt x="1454907" y="107445"/>
                </a:lnTo>
                <a:lnTo>
                  <a:pt x="1454740" y="108134"/>
                </a:lnTo>
                <a:lnTo>
                  <a:pt x="1454556" y="108803"/>
                </a:lnTo>
                <a:lnTo>
                  <a:pt x="1454354" y="109452"/>
                </a:lnTo>
                <a:lnTo>
                  <a:pt x="1454134" y="110080"/>
                </a:lnTo>
                <a:lnTo>
                  <a:pt x="1453897" y="110689"/>
                </a:lnTo>
                <a:lnTo>
                  <a:pt x="1453643" y="111277"/>
                </a:lnTo>
                <a:lnTo>
                  <a:pt x="1453370" y="111844"/>
                </a:lnTo>
                <a:lnTo>
                  <a:pt x="1453081" y="112392"/>
                </a:lnTo>
                <a:lnTo>
                  <a:pt x="1452773" y="112919"/>
                </a:lnTo>
                <a:lnTo>
                  <a:pt x="1452448" y="113426"/>
                </a:lnTo>
                <a:lnTo>
                  <a:pt x="1452106" y="113912"/>
                </a:lnTo>
                <a:lnTo>
                  <a:pt x="1451746" y="114378"/>
                </a:lnTo>
                <a:lnTo>
                  <a:pt x="1451368" y="114824"/>
                </a:lnTo>
                <a:lnTo>
                  <a:pt x="1450973" y="115250"/>
                </a:lnTo>
                <a:lnTo>
                  <a:pt x="1450560" y="115655"/>
                </a:lnTo>
                <a:lnTo>
                  <a:pt x="1450132" y="116042"/>
                </a:lnTo>
                <a:lnTo>
                  <a:pt x="1449690" y="116412"/>
                </a:lnTo>
                <a:lnTo>
                  <a:pt x="1449235" y="116766"/>
                </a:lnTo>
                <a:lnTo>
                  <a:pt x="1448766" y="117103"/>
                </a:lnTo>
                <a:lnTo>
                  <a:pt x="1448283" y="117424"/>
                </a:lnTo>
                <a:lnTo>
                  <a:pt x="1447786" y="117729"/>
                </a:lnTo>
                <a:lnTo>
                  <a:pt x="1447275" y="118017"/>
                </a:lnTo>
                <a:lnTo>
                  <a:pt x="1446751" y="118288"/>
                </a:lnTo>
                <a:lnTo>
                  <a:pt x="1446214" y="118543"/>
                </a:lnTo>
                <a:lnTo>
                  <a:pt x="1445662" y="118782"/>
                </a:lnTo>
                <a:lnTo>
                  <a:pt x="1445097" y="119004"/>
                </a:lnTo>
                <a:lnTo>
                  <a:pt x="1444518" y="119210"/>
                </a:lnTo>
                <a:lnTo>
                  <a:pt x="1443925" y="119399"/>
                </a:lnTo>
                <a:lnTo>
                  <a:pt x="1443319" y="119572"/>
                </a:lnTo>
                <a:lnTo>
                  <a:pt x="1442699" y="119728"/>
                </a:lnTo>
                <a:lnTo>
                  <a:pt x="1442065" y="119868"/>
                </a:lnTo>
                <a:lnTo>
                  <a:pt x="1441417" y="119992"/>
                </a:lnTo>
                <a:lnTo>
                  <a:pt x="1440756" y="120099"/>
                </a:lnTo>
                <a:lnTo>
                  <a:pt x="1440081" y="120189"/>
                </a:lnTo>
                <a:lnTo>
                  <a:pt x="1439392" y="120263"/>
                </a:lnTo>
                <a:lnTo>
                  <a:pt x="1438690" y="120321"/>
                </a:lnTo>
                <a:lnTo>
                  <a:pt x="1437974" y="120362"/>
                </a:lnTo>
                <a:lnTo>
                  <a:pt x="1437244" y="120387"/>
                </a:lnTo>
                <a:lnTo>
                  <a:pt x="1436500" y="120395"/>
                </a:lnTo>
                <a:lnTo>
                  <a:pt x="1435782" y="120385"/>
                </a:lnTo>
                <a:lnTo>
                  <a:pt x="1435077" y="120356"/>
                </a:lnTo>
                <a:lnTo>
                  <a:pt x="1434383" y="120308"/>
                </a:lnTo>
                <a:lnTo>
                  <a:pt x="1433702" y="120241"/>
                </a:lnTo>
                <a:lnTo>
                  <a:pt x="1433034" y="120155"/>
                </a:lnTo>
                <a:close/>
                <a:moveTo>
                  <a:pt x="1257898" y="118162"/>
                </a:moveTo>
                <a:lnTo>
                  <a:pt x="1257557" y="118138"/>
                </a:lnTo>
                <a:lnTo>
                  <a:pt x="1257221" y="118105"/>
                </a:lnTo>
                <a:lnTo>
                  <a:pt x="1256892" y="118062"/>
                </a:lnTo>
                <a:lnTo>
                  <a:pt x="1256568" y="118009"/>
                </a:lnTo>
                <a:lnTo>
                  <a:pt x="1256250" y="117946"/>
                </a:lnTo>
                <a:lnTo>
                  <a:pt x="1255938" y="117874"/>
                </a:lnTo>
                <a:lnTo>
                  <a:pt x="1255631" y="117793"/>
                </a:lnTo>
                <a:lnTo>
                  <a:pt x="1255330" y="117702"/>
                </a:lnTo>
                <a:lnTo>
                  <a:pt x="1255035" y="117601"/>
                </a:lnTo>
                <a:lnTo>
                  <a:pt x="1254746" y="117490"/>
                </a:lnTo>
                <a:lnTo>
                  <a:pt x="1254463" y="117370"/>
                </a:lnTo>
                <a:lnTo>
                  <a:pt x="1254185" y="117241"/>
                </a:lnTo>
                <a:lnTo>
                  <a:pt x="1253913" y="117101"/>
                </a:lnTo>
                <a:lnTo>
                  <a:pt x="1253647" y="116953"/>
                </a:lnTo>
                <a:lnTo>
                  <a:pt x="1253386" y="116794"/>
                </a:lnTo>
                <a:lnTo>
                  <a:pt x="1253131" y="116626"/>
                </a:lnTo>
                <a:lnTo>
                  <a:pt x="1252882" y="116449"/>
                </a:lnTo>
                <a:lnTo>
                  <a:pt x="1252639" y="116261"/>
                </a:lnTo>
                <a:lnTo>
                  <a:pt x="1252402" y="116064"/>
                </a:lnTo>
                <a:lnTo>
                  <a:pt x="1252170" y="115858"/>
                </a:lnTo>
                <a:lnTo>
                  <a:pt x="1251944" y="115642"/>
                </a:lnTo>
                <a:lnTo>
                  <a:pt x="1251724" y="115416"/>
                </a:lnTo>
                <a:lnTo>
                  <a:pt x="1251511" y="115183"/>
                </a:lnTo>
                <a:lnTo>
                  <a:pt x="1251307" y="114944"/>
                </a:lnTo>
                <a:lnTo>
                  <a:pt x="1251113" y="114699"/>
                </a:lnTo>
                <a:lnTo>
                  <a:pt x="1250927" y="114449"/>
                </a:lnTo>
                <a:lnTo>
                  <a:pt x="1250751" y="114192"/>
                </a:lnTo>
                <a:lnTo>
                  <a:pt x="1250583" y="113930"/>
                </a:lnTo>
                <a:lnTo>
                  <a:pt x="1250425" y="113662"/>
                </a:lnTo>
                <a:lnTo>
                  <a:pt x="1250276" y="113389"/>
                </a:lnTo>
                <a:lnTo>
                  <a:pt x="1250136" y="113109"/>
                </a:lnTo>
                <a:lnTo>
                  <a:pt x="1250004" y="112824"/>
                </a:lnTo>
                <a:lnTo>
                  <a:pt x="1249882" y="112533"/>
                </a:lnTo>
                <a:lnTo>
                  <a:pt x="1249769" y="112236"/>
                </a:lnTo>
                <a:lnTo>
                  <a:pt x="1249665" y="111934"/>
                </a:lnTo>
                <a:lnTo>
                  <a:pt x="1249570" y="111626"/>
                </a:lnTo>
                <a:lnTo>
                  <a:pt x="1249484" y="111312"/>
                </a:lnTo>
                <a:lnTo>
                  <a:pt x="1249407" y="110992"/>
                </a:lnTo>
                <a:lnTo>
                  <a:pt x="1249339" y="110667"/>
                </a:lnTo>
                <a:lnTo>
                  <a:pt x="1249280" y="110336"/>
                </a:lnTo>
                <a:lnTo>
                  <a:pt x="1249231" y="109999"/>
                </a:lnTo>
                <a:lnTo>
                  <a:pt x="1249190" y="109656"/>
                </a:lnTo>
                <a:lnTo>
                  <a:pt x="1249158" y="109307"/>
                </a:lnTo>
                <a:lnTo>
                  <a:pt x="1249136" y="108953"/>
                </a:lnTo>
                <a:lnTo>
                  <a:pt x="1249122" y="108593"/>
                </a:lnTo>
                <a:lnTo>
                  <a:pt x="1249117" y="108227"/>
                </a:lnTo>
                <a:lnTo>
                  <a:pt x="1249117" y="57195"/>
                </a:lnTo>
                <a:lnTo>
                  <a:pt x="1284668" y="57195"/>
                </a:lnTo>
                <a:lnTo>
                  <a:pt x="1284668" y="44239"/>
                </a:lnTo>
                <a:lnTo>
                  <a:pt x="1249117" y="44239"/>
                </a:lnTo>
                <a:lnTo>
                  <a:pt x="1249117" y="19750"/>
                </a:lnTo>
                <a:lnTo>
                  <a:pt x="1234898" y="19750"/>
                </a:lnTo>
                <a:lnTo>
                  <a:pt x="1234898" y="44239"/>
                </a:lnTo>
                <a:lnTo>
                  <a:pt x="1209934" y="44239"/>
                </a:lnTo>
                <a:lnTo>
                  <a:pt x="1209934" y="57195"/>
                </a:lnTo>
                <a:lnTo>
                  <a:pt x="1234898" y="57195"/>
                </a:lnTo>
                <a:lnTo>
                  <a:pt x="1234898" y="108227"/>
                </a:lnTo>
                <a:lnTo>
                  <a:pt x="1234910" y="109089"/>
                </a:lnTo>
                <a:lnTo>
                  <a:pt x="1234943" y="109936"/>
                </a:lnTo>
                <a:lnTo>
                  <a:pt x="1235000" y="110769"/>
                </a:lnTo>
                <a:lnTo>
                  <a:pt x="1235078" y="111587"/>
                </a:lnTo>
                <a:lnTo>
                  <a:pt x="1235180" y="112391"/>
                </a:lnTo>
                <a:lnTo>
                  <a:pt x="1235303" y="113180"/>
                </a:lnTo>
                <a:lnTo>
                  <a:pt x="1235449" y="113955"/>
                </a:lnTo>
                <a:lnTo>
                  <a:pt x="1235618" y="114715"/>
                </a:lnTo>
                <a:lnTo>
                  <a:pt x="1235809" y="115460"/>
                </a:lnTo>
                <a:lnTo>
                  <a:pt x="1236023" y="116191"/>
                </a:lnTo>
                <a:lnTo>
                  <a:pt x="1236259" y="116908"/>
                </a:lnTo>
                <a:lnTo>
                  <a:pt x="1236518" y="117610"/>
                </a:lnTo>
                <a:lnTo>
                  <a:pt x="1236799" y="118297"/>
                </a:lnTo>
                <a:lnTo>
                  <a:pt x="1237103" y="118970"/>
                </a:lnTo>
                <a:lnTo>
                  <a:pt x="1237429" y="119628"/>
                </a:lnTo>
                <a:lnTo>
                  <a:pt x="1237777" y="120272"/>
                </a:lnTo>
                <a:lnTo>
                  <a:pt x="1238149" y="120901"/>
                </a:lnTo>
                <a:lnTo>
                  <a:pt x="1238542" y="121516"/>
                </a:lnTo>
                <a:lnTo>
                  <a:pt x="1238958" y="122116"/>
                </a:lnTo>
                <a:lnTo>
                  <a:pt x="1239397" y="122701"/>
                </a:lnTo>
                <a:lnTo>
                  <a:pt x="1239858" y="123272"/>
                </a:lnTo>
                <a:lnTo>
                  <a:pt x="1240342" y="123829"/>
                </a:lnTo>
                <a:lnTo>
                  <a:pt x="1240848" y="124371"/>
                </a:lnTo>
                <a:lnTo>
                  <a:pt x="1241376" y="124898"/>
                </a:lnTo>
                <a:lnTo>
                  <a:pt x="1241924" y="125407"/>
                </a:lnTo>
                <a:lnTo>
                  <a:pt x="1242486" y="125895"/>
                </a:lnTo>
                <a:lnTo>
                  <a:pt x="1243062" y="126361"/>
                </a:lnTo>
                <a:lnTo>
                  <a:pt x="1243654" y="126805"/>
                </a:lnTo>
                <a:lnTo>
                  <a:pt x="1244261" y="127227"/>
                </a:lnTo>
                <a:lnTo>
                  <a:pt x="1244882" y="127628"/>
                </a:lnTo>
                <a:lnTo>
                  <a:pt x="1245518" y="128007"/>
                </a:lnTo>
                <a:lnTo>
                  <a:pt x="1246169" y="128364"/>
                </a:lnTo>
                <a:lnTo>
                  <a:pt x="1246834" y="128700"/>
                </a:lnTo>
                <a:lnTo>
                  <a:pt x="1247515" y="129014"/>
                </a:lnTo>
                <a:lnTo>
                  <a:pt x="1248210" y="129307"/>
                </a:lnTo>
                <a:lnTo>
                  <a:pt x="1248920" y="129578"/>
                </a:lnTo>
                <a:lnTo>
                  <a:pt x="1249645" y="129827"/>
                </a:lnTo>
                <a:lnTo>
                  <a:pt x="1250385" y="130054"/>
                </a:lnTo>
                <a:lnTo>
                  <a:pt x="1251140" y="130260"/>
                </a:lnTo>
                <a:lnTo>
                  <a:pt x="1251909" y="130444"/>
                </a:lnTo>
                <a:lnTo>
                  <a:pt x="1252693" y="130607"/>
                </a:lnTo>
                <a:lnTo>
                  <a:pt x="1253492" y="130747"/>
                </a:lnTo>
                <a:lnTo>
                  <a:pt x="1254306" y="130867"/>
                </a:lnTo>
                <a:lnTo>
                  <a:pt x="1255134" y="130964"/>
                </a:lnTo>
                <a:lnTo>
                  <a:pt x="1255978" y="131040"/>
                </a:lnTo>
                <a:lnTo>
                  <a:pt x="1256836" y="131094"/>
                </a:lnTo>
                <a:lnTo>
                  <a:pt x="1257709" y="131127"/>
                </a:lnTo>
                <a:lnTo>
                  <a:pt x="1258597" y="131137"/>
                </a:lnTo>
                <a:lnTo>
                  <a:pt x="1283877" y="131137"/>
                </a:lnTo>
                <a:lnTo>
                  <a:pt x="1283877" y="118182"/>
                </a:lnTo>
                <a:lnTo>
                  <a:pt x="1258597" y="118182"/>
                </a:lnTo>
                <a:lnTo>
                  <a:pt x="1258244" y="118177"/>
                </a:lnTo>
                <a:lnTo>
                  <a:pt x="1257898" y="118162"/>
                </a:lnTo>
                <a:close/>
                <a:moveTo>
                  <a:pt x="1377551" y="70292"/>
                </a:moveTo>
                <a:lnTo>
                  <a:pt x="1377507" y="69191"/>
                </a:lnTo>
                <a:lnTo>
                  <a:pt x="1377434" y="68111"/>
                </a:lnTo>
                <a:lnTo>
                  <a:pt x="1377331" y="67051"/>
                </a:lnTo>
                <a:lnTo>
                  <a:pt x="1377199" y="66013"/>
                </a:lnTo>
                <a:lnTo>
                  <a:pt x="1377038" y="64995"/>
                </a:lnTo>
                <a:lnTo>
                  <a:pt x="1376847" y="63999"/>
                </a:lnTo>
                <a:lnTo>
                  <a:pt x="1376627" y="63023"/>
                </a:lnTo>
                <a:lnTo>
                  <a:pt x="1376377" y="62068"/>
                </a:lnTo>
                <a:lnTo>
                  <a:pt x="1376098" y="61133"/>
                </a:lnTo>
                <a:lnTo>
                  <a:pt x="1375790" y="60220"/>
                </a:lnTo>
                <a:lnTo>
                  <a:pt x="1375453" y="59328"/>
                </a:lnTo>
                <a:lnTo>
                  <a:pt x="1375086" y="58456"/>
                </a:lnTo>
                <a:lnTo>
                  <a:pt x="1374690" y="57605"/>
                </a:lnTo>
                <a:lnTo>
                  <a:pt x="1374264" y="56775"/>
                </a:lnTo>
                <a:lnTo>
                  <a:pt x="1373809" y="55966"/>
                </a:lnTo>
                <a:lnTo>
                  <a:pt x="1373325" y="55178"/>
                </a:lnTo>
                <a:lnTo>
                  <a:pt x="1372811" y="54411"/>
                </a:lnTo>
                <a:lnTo>
                  <a:pt x="1372268" y="53664"/>
                </a:lnTo>
                <a:lnTo>
                  <a:pt x="1371696" y="52938"/>
                </a:lnTo>
                <a:lnTo>
                  <a:pt x="1371095" y="52234"/>
                </a:lnTo>
                <a:lnTo>
                  <a:pt x="1370464" y="51550"/>
                </a:lnTo>
                <a:lnTo>
                  <a:pt x="1369803" y="50887"/>
                </a:lnTo>
                <a:lnTo>
                  <a:pt x="1369114" y="50244"/>
                </a:lnTo>
                <a:lnTo>
                  <a:pt x="1368396" y="49625"/>
                </a:lnTo>
                <a:lnTo>
                  <a:pt x="1367654" y="49033"/>
                </a:lnTo>
                <a:lnTo>
                  <a:pt x="1366886" y="48467"/>
                </a:lnTo>
                <a:lnTo>
                  <a:pt x="1366092" y="47927"/>
                </a:lnTo>
                <a:lnTo>
                  <a:pt x="1365273" y="47413"/>
                </a:lnTo>
                <a:lnTo>
                  <a:pt x="1364428" y="46926"/>
                </a:lnTo>
                <a:lnTo>
                  <a:pt x="1363558" y="46465"/>
                </a:lnTo>
                <a:lnTo>
                  <a:pt x="1362662" y="46031"/>
                </a:lnTo>
                <a:lnTo>
                  <a:pt x="1361741" y="45622"/>
                </a:lnTo>
                <a:lnTo>
                  <a:pt x="1360794" y="45241"/>
                </a:lnTo>
                <a:lnTo>
                  <a:pt x="1359822" y="44885"/>
                </a:lnTo>
                <a:lnTo>
                  <a:pt x="1358824" y="44556"/>
                </a:lnTo>
                <a:lnTo>
                  <a:pt x="1357801" y="44253"/>
                </a:lnTo>
                <a:lnTo>
                  <a:pt x="1356752" y="43976"/>
                </a:lnTo>
                <a:lnTo>
                  <a:pt x="1355678" y="43726"/>
                </a:lnTo>
                <a:lnTo>
                  <a:pt x="1354578" y="43502"/>
                </a:lnTo>
                <a:lnTo>
                  <a:pt x="1353452" y="43305"/>
                </a:lnTo>
                <a:lnTo>
                  <a:pt x="1352302" y="43134"/>
                </a:lnTo>
                <a:lnTo>
                  <a:pt x="1351125" y="42989"/>
                </a:lnTo>
                <a:lnTo>
                  <a:pt x="1349923" y="42870"/>
                </a:lnTo>
                <a:lnTo>
                  <a:pt x="1348696" y="42778"/>
                </a:lnTo>
                <a:lnTo>
                  <a:pt x="1347443" y="42712"/>
                </a:lnTo>
                <a:lnTo>
                  <a:pt x="1346164" y="42673"/>
                </a:lnTo>
                <a:lnTo>
                  <a:pt x="1344861" y="42660"/>
                </a:lnTo>
                <a:lnTo>
                  <a:pt x="1343659" y="42671"/>
                </a:lnTo>
                <a:lnTo>
                  <a:pt x="1342478" y="42706"/>
                </a:lnTo>
                <a:lnTo>
                  <a:pt x="1341317" y="42765"/>
                </a:lnTo>
                <a:lnTo>
                  <a:pt x="1340176" y="42846"/>
                </a:lnTo>
                <a:lnTo>
                  <a:pt x="1339055" y="42951"/>
                </a:lnTo>
                <a:lnTo>
                  <a:pt x="1337953" y="43079"/>
                </a:lnTo>
                <a:lnTo>
                  <a:pt x="1336872" y="43231"/>
                </a:lnTo>
                <a:lnTo>
                  <a:pt x="1335811" y="43406"/>
                </a:lnTo>
                <a:lnTo>
                  <a:pt x="1334770" y="43604"/>
                </a:lnTo>
                <a:lnTo>
                  <a:pt x="1333749" y="43825"/>
                </a:lnTo>
                <a:lnTo>
                  <a:pt x="1332748" y="44070"/>
                </a:lnTo>
                <a:lnTo>
                  <a:pt x="1331767" y="44338"/>
                </a:lnTo>
                <a:lnTo>
                  <a:pt x="1330806" y="44630"/>
                </a:lnTo>
                <a:lnTo>
                  <a:pt x="1329865" y="44944"/>
                </a:lnTo>
                <a:lnTo>
                  <a:pt x="1328944" y="45282"/>
                </a:lnTo>
                <a:lnTo>
                  <a:pt x="1328044" y="45644"/>
                </a:lnTo>
                <a:lnTo>
                  <a:pt x="1327163" y="46028"/>
                </a:lnTo>
                <a:lnTo>
                  <a:pt x="1326302" y="46436"/>
                </a:lnTo>
                <a:lnTo>
                  <a:pt x="1325461" y="46868"/>
                </a:lnTo>
                <a:lnTo>
                  <a:pt x="1324640" y="47322"/>
                </a:lnTo>
                <a:lnTo>
                  <a:pt x="1323840" y="47800"/>
                </a:lnTo>
                <a:lnTo>
                  <a:pt x="1323059" y="48302"/>
                </a:lnTo>
                <a:lnTo>
                  <a:pt x="1322298" y="48826"/>
                </a:lnTo>
                <a:lnTo>
                  <a:pt x="1321557" y="49374"/>
                </a:lnTo>
                <a:lnTo>
                  <a:pt x="1320841" y="49940"/>
                </a:lnTo>
                <a:lnTo>
                  <a:pt x="1320151" y="50518"/>
                </a:lnTo>
                <a:lnTo>
                  <a:pt x="1319490" y="51108"/>
                </a:lnTo>
                <a:lnTo>
                  <a:pt x="1318856" y="51711"/>
                </a:lnTo>
                <a:lnTo>
                  <a:pt x="1318250" y="52326"/>
                </a:lnTo>
                <a:lnTo>
                  <a:pt x="1317672" y="52953"/>
                </a:lnTo>
                <a:lnTo>
                  <a:pt x="1317121" y="53593"/>
                </a:lnTo>
                <a:lnTo>
                  <a:pt x="1316598" y="54245"/>
                </a:lnTo>
                <a:lnTo>
                  <a:pt x="1316103" y="54910"/>
                </a:lnTo>
                <a:lnTo>
                  <a:pt x="1315636" y="55586"/>
                </a:lnTo>
                <a:lnTo>
                  <a:pt x="1315196" y="56276"/>
                </a:lnTo>
                <a:lnTo>
                  <a:pt x="1314784" y="56977"/>
                </a:lnTo>
                <a:lnTo>
                  <a:pt x="1314399" y="57691"/>
                </a:lnTo>
                <a:lnTo>
                  <a:pt x="1314042" y="58417"/>
                </a:lnTo>
                <a:lnTo>
                  <a:pt x="1313713" y="59156"/>
                </a:lnTo>
                <a:lnTo>
                  <a:pt x="1313412" y="59907"/>
                </a:lnTo>
                <a:lnTo>
                  <a:pt x="1313138" y="60670"/>
                </a:lnTo>
                <a:lnTo>
                  <a:pt x="1312892" y="61445"/>
                </a:lnTo>
                <a:lnTo>
                  <a:pt x="1312674" y="62233"/>
                </a:lnTo>
                <a:lnTo>
                  <a:pt x="1312484" y="63034"/>
                </a:lnTo>
                <a:lnTo>
                  <a:pt x="1312321" y="63846"/>
                </a:lnTo>
                <a:lnTo>
                  <a:pt x="1312186" y="64671"/>
                </a:lnTo>
                <a:lnTo>
                  <a:pt x="1312078" y="65509"/>
                </a:lnTo>
                <a:lnTo>
                  <a:pt x="1311998" y="66358"/>
                </a:lnTo>
                <a:lnTo>
                  <a:pt x="1326218" y="66358"/>
                </a:lnTo>
                <a:lnTo>
                  <a:pt x="1326252" y="65915"/>
                </a:lnTo>
                <a:lnTo>
                  <a:pt x="1326303" y="65479"/>
                </a:lnTo>
                <a:lnTo>
                  <a:pt x="1326371" y="65052"/>
                </a:lnTo>
                <a:lnTo>
                  <a:pt x="1326454" y="64634"/>
                </a:lnTo>
                <a:lnTo>
                  <a:pt x="1326555" y="64223"/>
                </a:lnTo>
                <a:lnTo>
                  <a:pt x="1326672" y="63821"/>
                </a:lnTo>
                <a:lnTo>
                  <a:pt x="1326805" y="63427"/>
                </a:lnTo>
                <a:lnTo>
                  <a:pt x="1326955" y="63041"/>
                </a:lnTo>
                <a:lnTo>
                  <a:pt x="1327121" y="62663"/>
                </a:lnTo>
                <a:lnTo>
                  <a:pt x="1327304" y="62294"/>
                </a:lnTo>
                <a:lnTo>
                  <a:pt x="1327503" y="61932"/>
                </a:lnTo>
                <a:lnTo>
                  <a:pt x="1327718" y="61579"/>
                </a:lnTo>
                <a:lnTo>
                  <a:pt x="1327950" y="61235"/>
                </a:lnTo>
                <a:lnTo>
                  <a:pt x="1328199" y="60898"/>
                </a:lnTo>
                <a:lnTo>
                  <a:pt x="1328464" y="60570"/>
                </a:lnTo>
                <a:lnTo>
                  <a:pt x="1328745" y="60250"/>
                </a:lnTo>
                <a:lnTo>
                  <a:pt x="1329043" y="59938"/>
                </a:lnTo>
                <a:lnTo>
                  <a:pt x="1329357" y="59634"/>
                </a:lnTo>
                <a:lnTo>
                  <a:pt x="1329688" y="59339"/>
                </a:lnTo>
                <a:lnTo>
                  <a:pt x="1330035" y="59052"/>
                </a:lnTo>
                <a:lnTo>
                  <a:pt x="1330399" y="58773"/>
                </a:lnTo>
                <a:lnTo>
                  <a:pt x="1330779" y="58502"/>
                </a:lnTo>
                <a:lnTo>
                  <a:pt x="1331176" y="58240"/>
                </a:lnTo>
                <a:lnTo>
                  <a:pt x="1331589" y="57985"/>
                </a:lnTo>
                <a:lnTo>
                  <a:pt x="1332016" y="57741"/>
                </a:lnTo>
                <a:lnTo>
                  <a:pt x="1332453" y="57506"/>
                </a:lnTo>
                <a:lnTo>
                  <a:pt x="1332902" y="57282"/>
                </a:lnTo>
                <a:lnTo>
                  <a:pt x="1333362" y="57068"/>
                </a:lnTo>
                <a:lnTo>
                  <a:pt x="1333833" y="56865"/>
                </a:lnTo>
                <a:lnTo>
                  <a:pt x="1334314" y="56672"/>
                </a:lnTo>
                <a:lnTo>
                  <a:pt x="1334807" y="56490"/>
                </a:lnTo>
                <a:lnTo>
                  <a:pt x="1335310" y="56318"/>
                </a:lnTo>
                <a:lnTo>
                  <a:pt x="1335825" y="56156"/>
                </a:lnTo>
                <a:lnTo>
                  <a:pt x="1336351" y="56005"/>
                </a:lnTo>
                <a:lnTo>
                  <a:pt x="1336887" y="55865"/>
                </a:lnTo>
                <a:lnTo>
                  <a:pt x="1337435" y="55734"/>
                </a:lnTo>
                <a:lnTo>
                  <a:pt x="1337993" y="55614"/>
                </a:lnTo>
                <a:lnTo>
                  <a:pt x="1338562" y="55505"/>
                </a:lnTo>
                <a:lnTo>
                  <a:pt x="1339143" y="55406"/>
                </a:lnTo>
                <a:lnTo>
                  <a:pt x="1339734" y="55317"/>
                </a:lnTo>
                <a:lnTo>
                  <a:pt x="1340337" y="55239"/>
                </a:lnTo>
                <a:lnTo>
                  <a:pt x="1340950" y="55172"/>
                </a:lnTo>
                <a:lnTo>
                  <a:pt x="1341574" y="55114"/>
                </a:lnTo>
                <a:lnTo>
                  <a:pt x="1342210" y="55067"/>
                </a:lnTo>
                <a:lnTo>
                  <a:pt x="1342856" y="55031"/>
                </a:lnTo>
                <a:lnTo>
                  <a:pt x="1343513" y="55005"/>
                </a:lnTo>
                <a:lnTo>
                  <a:pt x="1344181" y="54989"/>
                </a:lnTo>
                <a:lnTo>
                  <a:pt x="1344861" y="54984"/>
                </a:lnTo>
                <a:lnTo>
                  <a:pt x="1345629" y="54991"/>
                </a:lnTo>
                <a:lnTo>
                  <a:pt x="1346381" y="55013"/>
                </a:lnTo>
                <a:lnTo>
                  <a:pt x="1347117" y="55049"/>
                </a:lnTo>
                <a:lnTo>
                  <a:pt x="1347836" y="55100"/>
                </a:lnTo>
                <a:lnTo>
                  <a:pt x="1348539" y="55166"/>
                </a:lnTo>
                <a:lnTo>
                  <a:pt x="1349225" y="55246"/>
                </a:lnTo>
                <a:lnTo>
                  <a:pt x="1349895" y="55340"/>
                </a:lnTo>
                <a:lnTo>
                  <a:pt x="1350549" y="55449"/>
                </a:lnTo>
                <a:lnTo>
                  <a:pt x="1351186" y="55573"/>
                </a:lnTo>
                <a:lnTo>
                  <a:pt x="1351806" y="55711"/>
                </a:lnTo>
                <a:lnTo>
                  <a:pt x="1352410" y="55864"/>
                </a:lnTo>
                <a:lnTo>
                  <a:pt x="1352998" y="56031"/>
                </a:lnTo>
                <a:lnTo>
                  <a:pt x="1353569" y="56213"/>
                </a:lnTo>
                <a:lnTo>
                  <a:pt x="1354123" y="56409"/>
                </a:lnTo>
                <a:lnTo>
                  <a:pt x="1354662" y="56620"/>
                </a:lnTo>
                <a:lnTo>
                  <a:pt x="1355183" y="56845"/>
                </a:lnTo>
                <a:lnTo>
                  <a:pt x="1355688" y="57085"/>
                </a:lnTo>
                <a:lnTo>
                  <a:pt x="1356177" y="57339"/>
                </a:lnTo>
                <a:lnTo>
                  <a:pt x="1356649" y="57608"/>
                </a:lnTo>
                <a:lnTo>
                  <a:pt x="1357105" y="57892"/>
                </a:lnTo>
                <a:lnTo>
                  <a:pt x="1357545" y="58190"/>
                </a:lnTo>
                <a:lnTo>
                  <a:pt x="1357967" y="58503"/>
                </a:lnTo>
                <a:lnTo>
                  <a:pt x="1358374" y="58830"/>
                </a:lnTo>
                <a:lnTo>
                  <a:pt x="1358764" y="59172"/>
                </a:lnTo>
                <a:lnTo>
                  <a:pt x="1359138" y="59528"/>
                </a:lnTo>
                <a:lnTo>
                  <a:pt x="1359496" y="59899"/>
                </a:lnTo>
                <a:lnTo>
                  <a:pt x="1359838" y="60286"/>
                </a:lnTo>
                <a:lnTo>
                  <a:pt x="1360164" y="60687"/>
                </a:lnTo>
                <a:lnTo>
                  <a:pt x="1360474" y="61104"/>
                </a:lnTo>
                <a:lnTo>
                  <a:pt x="1360769" y="61536"/>
                </a:lnTo>
                <a:lnTo>
                  <a:pt x="1361047" y="61983"/>
                </a:lnTo>
                <a:lnTo>
                  <a:pt x="1361310" y="62445"/>
                </a:lnTo>
                <a:lnTo>
                  <a:pt x="1361557" y="62922"/>
                </a:lnTo>
                <a:lnTo>
                  <a:pt x="1361787" y="63414"/>
                </a:lnTo>
                <a:lnTo>
                  <a:pt x="1362002" y="63921"/>
                </a:lnTo>
                <a:lnTo>
                  <a:pt x="1362201" y="64443"/>
                </a:lnTo>
                <a:lnTo>
                  <a:pt x="1362384" y="64981"/>
                </a:lnTo>
                <a:lnTo>
                  <a:pt x="1362551" y="65533"/>
                </a:lnTo>
                <a:lnTo>
                  <a:pt x="1362702" y="66101"/>
                </a:lnTo>
                <a:lnTo>
                  <a:pt x="1362838" y="66684"/>
                </a:lnTo>
                <a:lnTo>
                  <a:pt x="1362957" y="67282"/>
                </a:lnTo>
                <a:lnTo>
                  <a:pt x="1363060" y="67894"/>
                </a:lnTo>
                <a:lnTo>
                  <a:pt x="1363148" y="68522"/>
                </a:lnTo>
                <a:lnTo>
                  <a:pt x="1363220" y="69165"/>
                </a:lnTo>
                <a:lnTo>
                  <a:pt x="1363275" y="69824"/>
                </a:lnTo>
                <a:lnTo>
                  <a:pt x="1363315" y="70497"/>
                </a:lnTo>
                <a:lnTo>
                  <a:pt x="1363339" y="71185"/>
                </a:lnTo>
                <a:lnTo>
                  <a:pt x="1363347" y="71889"/>
                </a:lnTo>
                <a:lnTo>
                  <a:pt x="1363347" y="78682"/>
                </a:lnTo>
                <a:lnTo>
                  <a:pt x="1336488" y="78682"/>
                </a:lnTo>
                <a:lnTo>
                  <a:pt x="1335793" y="78688"/>
                </a:lnTo>
                <a:lnTo>
                  <a:pt x="1335105" y="78706"/>
                </a:lnTo>
                <a:lnTo>
                  <a:pt x="1334424" y="78736"/>
                </a:lnTo>
                <a:lnTo>
                  <a:pt x="1333749" y="78777"/>
                </a:lnTo>
                <a:lnTo>
                  <a:pt x="1333081" y="78830"/>
                </a:lnTo>
                <a:lnTo>
                  <a:pt x="1332420" y="78895"/>
                </a:lnTo>
                <a:lnTo>
                  <a:pt x="1331765" y="78971"/>
                </a:lnTo>
                <a:lnTo>
                  <a:pt x="1331116" y="79060"/>
                </a:lnTo>
                <a:lnTo>
                  <a:pt x="1330475" y="79160"/>
                </a:lnTo>
                <a:lnTo>
                  <a:pt x="1329839" y="79272"/>
                </a:lnTo>
                <a:lnTo>
                  <a:pt x="1329211" y="79396"/>
                </a:lnTo>
                <a:lnTo>
                  <a:pt x="1328589" y="79532"/>
                </a:lnTo>
                <a:lnTo>
                  <a:pt x="1327973" y="79679"/>
                </a:lnTo>
                <a:lnTo>
                  <a:pt x="1327364" y="79838"/>
                </a:lnTo>
                <a:lnTo>
                  <a:pt x="1326762" y="80009"/>
                </a:lnTo>
                <a:lnTo>
                  <a:pt x="1326166" y="80192"/>
                </a:lnTo>
                <a:lnTo>
                  <a:pt x="1325577" y="80387"/>
                </a:lnTo>
                <a:lnTo>
                  <a:pt x="1324994" y="80593"/>
                </a:lnTo>
                <a:lnTo>
                  <a:pt x="1324418" y="80811"/>
                </a:lnTo>
                <a:lnTo>
                  <a:pt x="1323849" y="81041"/>
                </a:lnTo>
                <a:lnTo>
                  <a:pt x="1323286" y="81283"/>
                </a:lnTo>
                <a:lnTo>
                  <a:pt x="1322730" y="81537"/>
                </a:lnTo>
                <a:lnTo>
                  <a:pt x="1322180" y="81802"/>
                </a:lnTo>
                <a:lnTo>
                  <a:pt x="1321637" y="82079"/>
                </a:lnTo>
                <a:lnTo>
                  <a:pt x="1321102" y="82367"/>
                </a:lnTo>
                <a:lnTo>
                  <a:pt x="1320577" y="82664"/>
                </a:lnTo>
                <a:lnTo>
                  <a:pt x="1320062" y="82969"/>
                </a:lnTo>
                <a:lnTo>
                  <a:pt x="1319557" y="83284"/>
                </a:lnTo>
                <a:lnTo>
                  <a:pt x="1319061" y="83608"/>
                </a:lnTo>
                <a:lnTo>
                  <a:pt x="1318576" y="83941"/>
                </a:lnTo>
                <a:lnTo>
                  <a:pt x="1318100" y="84283"/>
                </a:lnTo>
                <a:lnTo>
                  <a:pt x="1317634" y="84634"/>
                </a:lnTo>
                <a:lnTo>
                  <a:pt x="1317178" y="84994"/>
                </a:lnTo>
                <a:lnTo>
                  <a:pt x="1316732" y="85363"/>
                </a:lnTo>
                <a:lnTo>
                  <a:pt x="1316296" y="85741"/>
                </a:lnTo>
                <a:lnTo>
                  <a:pt x="1315870" y="86128"/>
                </a:lnTo>
                <a:lnTo>
                  <a:pt x="1315453" y="86525"/>
                </a:lnTo>
                <a:lnTo>
                  <a:pt x="1315047" y="86930"/>
                </a:lnTo>
                <a:lnTo>
                  <a:pt x="1314650" y="87344"/>
                </a:lnTo>
                <a:lnTo>
                  <a:pt x="1314263" y="87768"/>
                </a:lnTo>
                <a:lnTo>
                  <a:pt x="1313886" y="88200"/>
                </a:lnTo>
                <a:lnTo>
                  <a:pt x="1313519" y="88642"/>
                </a:lnTo>
                <a:lnTo>
                  <a:pt x="1313162" y="89093"/>
                </a:lnTo>
                <a:lnTo>
                  <a:pt x="1312814" y="89552"/>
                </a:lnTo>
                <a:lnTo>
                  <a:pt x="1312477" y="90021"/>
                </a:lnTo>
                <a:lnTo>
                  <a:pt x="1312149" y="90499"/>
                </a:lnTo>
                <a:lnTo>
                  <a:pt x="1311831" y="90986"/>
                </a:lnTo>
                <a:lnTo>
                  <a:pt x="1311523" y="91482"/>
                </a:lnTo>
                <a:lnTo>
                  <a:pt x="1311227" y="91985"/>
                </a:lnTo>
                <a:lnTo>
                  <a:pt x="1310943" y="92496"/>
                </a:lnTo>
                <a:lnTo>
                  <a:pt x="1310672" y="93014"/>
                </a:lnTo>
                <a:lnTo>
                  <a:pt x="1310413" y="93540"/>
                </a:lnTo>
                <a:lnTo>
                  <a:pt x="1310167" y="94072"/>
                </a:lnTo>
                <a:lnTo>
                  <a:pt x="1309934" y="94611"/>
                </a:lnTo>
                <a:lnTo>
                  <a:pt x="1309713" y="95158"/>
                </a:lnTo>
                <a:lnTo>
                  <a:pt x="1309505" y="95712"/>
                </a:lnTo>
                <a:lnTo>
                  <a:pt x="1309310" y="96273"/>
                </a:lnTo>
                <a:lnTo>
                  <a:pt x="1309127" y="96841"/>
                </a:lnTo>
                <a:lnTo>
                  <a:pt x="1308956" y="97416"/>
                </a:lnTo>
                <a:lnTo>
                  <a:pt x="1308799" y="97998"/>
                </a:lnTo>
                <a:lnTo>
                  <a:pt x="1308654" y="98587"/>
                </a:lnTo>
                <a:lnTo>
                  <a:pt x="1308521" y="99184"/>
                </a:lnTo>
                <a:lnTo>
                  <a:pt x="1308401" y="99788"/>
                </a:lnTo>
                <a:lnTo>
                  <a:pt x="1308294" y="100398"/>
                </a:lnTo>
                <a:lnTo>
                  <a:pt x="1308199" y="101016"/>
                </a:lnTo>
                <a:lnTo>
                  <a:pt x="1308117" y="101641"/>
                </a:lnTo>
                <a:lnTo>
                  <a:pt x="1308048" y="102274"/>
                </a:lnTo>
                <a:lnTo>
                  <a:pt x="1307991" y="102913"/>
                </a:lnTo>
                <a:lnTo>
                  <a:pt x="1307947" y="103559"/>
                </a:lnTo>
                <a:lnTo>
                  <a:pt x="1307916" y="104213"/>
                </a:lnTo>
                <a:lnTo>
                  <a:pt x="1307897" y="104874"/>
                </a:lnTo>
                <a:lnTo>
                  <a:pt x="1307890" y="105542"/>
                </a:lnTo>
                <a:lnTo>
                  <a:pt x="1307904" y="106547"/>
                </a:lnTo>
                <a:lnTo>
                  <a:pt x="1307945" y="107537"/>
                </a:lnTo>
                <a:lnTo>
                  <a:pt x="1308014" y="108510"/>
                </a:lnTo>
                <a:lnTo>
                  <a:pt x="1308110" y="109467"/>
                </a:lnTo>
                <a:lnTo>
                  <a:pt x="1308233" y="110408"/>
                </a:lnTo>
                <a:lnTo>
                  <a:pt x="1308384" y="111333"/>
                </a:lnTo>
                <a:lnTo>
                  <a:pt x="1308562" y="112241"/>
                </a:lnTo>
                <a:lnTo>
                  <a:pt x="1308768" y="113134"/>
                </a:lnTo>
                <a:lnTo>
                  <a:pt x="1309001" y="114010"/>
                </a:lnTo>
                <a:lnTo>
                  <a:pt x="1309262" y="114870"/>
                </a:lnTo>
                <a:lnTo>
                  <a:pt x="1309550" y="115714"/>
                </a:lnTo>
                <a:lnTo>
                  <a:pt x="1309865" y="116542"/>
                </a:lnTo>
                <a:lnTo>
                  <a:pt x="1310208" y="117353"/>
                </a:lnTo>
                <a:lnTo>
                  <a:pt x="1310579" y="118148"/>
                </a:lnTo>
                <a:lnTo>
                  <a:pt x="1310976" y="118928"/>
                </a:lnTo>
                <a:lnTo>
                  <a:pt x="1311402" y="119691"/>
                </a:lnTo>
                <a:lnTo>
                  <a:pt x="1311854" y="120437"/>
                </a:lnTo>
                <a:lnTo>
                  <a:pt x="1312334" y="121168"/>
                </a:lnTo>
                <a:lnTo>
                  <a:pt x="1312842" y="121882"/>
                </a:lnTo>
                <a:lnTo>
                  <a:pt x="1313377" y="122581"/>
                </a:lnTo>
                <a:lnTo>
                  <a:pt x="1313939" y="123263"/>
                </a:lnTo>
                <a:lnTo>
                  <a:pt x="1314529" y="123928"/>
                </a:lnTo>
                <a:lnTo>
                  <a:pt x="1315146" y="124578"/>
                </a:lnTo>
                <a:lnTo>
                  <a:pt x="1315791" y="125212"/>
                </a:lnTo>
                <a:lnTo>
                  <a:pt x="1316459" y="125824"/>
                </a:lnTo>
                <a:lnTo>
                  <a:pt x="1317146" y="126410"/>
                </a:lnTo>
                <a:lnTo>
                  <a:pt x="1317852" y="126971"/>
                </a:lnTo>
                <a:lnTo>
                  <a:pt x="1318578" y="127505"/>
                </a:lnTo>
                <a:lnTo>
                  <a:pt x="1319322" y="128013"/>
                </a:lnTo>
                <a:lnTo>
                  <a:pt x="1320086" y="128495"/>
                </a:lnTo>
                <a:lnTo>
                  <a:pt x="1320869" y="128951"/>
                </a:lnTo>
                <a:lnTo>
                  <a:pt x="1321672" y="129381"/>
                </a:lnTo>
                <a:lnTo>
                  <a:pt x="1322493" y="129785"/>
                </a:lnTo>
                <a:lnTo>
                  <a:pt x="1323334" y="130163"/>
                </a:lnTo>
                <a:lnTo>
                  <a:pt x="1324194" y="130515"/>
                </a:lnTo>
                <a:lnTo>
                  <a:pt x="1325073" y="130840"/>
                </a:lnTo>
                <a:lnTo>
                  <a:pt x="1325971" y="131140"/>
                </a:lnTo>
                <a:lnTo>
                  <a:pt x="1326889" y="131414"/>
                </a:lnTo>
                <a:lnTo>
                  <a:pt x="1327825" y="131661"/>
                </a:lnTo>
                <a:lnTo>
                  <a:pt x="1328781" y="131883"/>
                </a:lnTo>
                <a:lnTo>
                  <a:pt x="1329756" y="132078"/>
                </a:lnTo>
                <a:lnTo>
                  <a:pt x="1330751" y="132247"/>
                </a:lnTo>
                <a:lnTo>
                  <a:pt x="1331764" y="132391"/>
                </a:lnTo>
                <a:lnTo>
                  <a:pt x="1332797" y="132508"/>
                </a:lnTo>
                <a:lnTo>
                  <a:pt x="1333849" y="132599"/>
                </a:lnTo>
                <a:lnTo>
                  <a:pt x="1334920" y="132664"/>
                </a:lnTo>
                <a:lnTo>
                  <a:pt x="1336010" y="132703"/>
                </a:lnTo>
                <a:lnTo>
                  <a:pt x="1337119" y="132717"/>
                </a:lnTo>
                <a:lnTo>
                  <a:pt x="1337800" y="132712"/>
                </a:lnTo>
                <a:lnTo>
                  <a:pt x="1338472" y="132699"/>
                </a:lnTo>
                <a:lnTo>
                  <a:pt x="1339136" y="132677"/>
                </a:lnTo>
                <a:lnTo>
                  <a:pt x="1339792" y="132646"/>
                </a:lnTo>
                <a:lnTo>
                  <a:pt x="1340440" y="132607"/>
                </a:lnTo>
                <a:lnTo>
                  <a:pt x="1341079" y="132559"/>
                </a:lnTo>
                <a:lnTo>
                  <a:pt x="1341710" y="132502"/>
                </a:lnTo>
                <a:lnTo>
                  <a:pt x="1342333" y="132436"/>
                </a:lnTo>
                <a:lnTo>
                  <a:pt x="1342948" y="132361"/>
                </a:lnTo>
                <a:lnTo>
                  <a:pt x="1343555" y="132278"/>
                </a:lnTo>
                <a:lnTo>
                  <a:pt x="1344153" y="132186"/>
                </a:lnTo>
                <a:lnTo>
                  <a:pt x="1344743" y="132085"/>
                </a:lnTo>
                <a:lnTo>
                  <a:pt x="1345325" y="131975"/>
                </a:lnTo>
                <a:lnTo>
                  <a:pt x="1345898" y="131857"/>
                </a:lnTo>
                <a:lnTo>
                  <a:pt x="1346464" y="131730"/>
                </a:lnTo>
                <a:lnTo>
                  <a:pt x="1347021" y="131594"/>
                </a:lnTo>
                <a:lnTo>
                  <a:pt x="1347570" y="131449"/>
                </a:lnTo>
                <a:lnTo>
                  <a:pt x="1348110" y="131295"/>
                </a:lnTo>
                <a:lnTo>
                  <a:pt x="1348643" y="131133"/>
                </a:lnTo>
                <a:lnTo>
                  <a:pt x="1349167" y="130962"/>
                </a:lnTo>
                <a:lnTo>
                  <a:pt x="1349683" y="130782"/>
                </a:lnTo>
                <a:lnTo>
                  <a:pt x="1350191" y="130594"/>
                </a:lnTo>
                <a:lnTo>
                  <a:pt x="1350690" y="130396"/>
                </a:lnTo>
                <a:lnTo>
                  <a:pt x="1351182" y="130190"/>
                </a:lnTo>
                <a:lnTo>
                  <a:pt x="1351664" y="129976"/>
                </a:lnTo>
                <a:lnTo>
                  <a:pt x="1352137" y="129754"/>
                </a:lnTo>
                <a:lnTo>
                  <a:pt x="1352601" y="129526"/>
                </a:lnTo>
                <a:lnTo>
                  <a:pt x="1353056" y="129290"/>
                </a:lnTo>
                <a:lnTo>
                  <a:pt x="1353501" y="129047"/>
                </a:lnTo>
                <a:lnTo>
                  <a:pt x="1353937" y="128797"/>
                </a:lnTo>
                <a:lnTo>
                  <a:pt x="1354363" y="128540"/>
                </a:lnTo>
                <a:lnTo>
                  <a:pt x="1354781" y="128276"/>
                </a:lnTo>
                <a:lnTo>
                  <a:pt x="1355188" y="128005"/>
                </a:lnTo>
                <a:lnTo>
                  <a:pt x="1355587" y="127726"/>
                </a:lnTo>
                <a:lnTo>
                  <a:pt x="1355976" y="127441"/>
                </a:lnTo>
                <a:lnTo>
                  <a:pt x="1356356" y="127148"/>
                </a:lnTo>
                <a:lnTo>
                  <a:pt x="1356727" y="126848"/>
                </a:lnTo>
                <a:lnTo>
                  <a:pt x="1357088" y="126541"/>
                </a:lnTo>
                <a:lnTo>
                  <a:pt x="1357440" y="126227"/>
                </a:lnTo>
                <a:lnTo>
                  <a:pt x="1357782" y="125906"/>
                </a:lnTo>
                <a:lnTo>
                  <a:pt x="1358115" y="125578"/>
                </a:lnTo>
                <a:lnTo>
                  <a:pt x="1358439" y="125242"/>
                </a:lnTo>
                <a:lnTo>
                  <a:pt x="1358754" y="124900"/>
                </a:lnTo>
                <a:lnTo>
                  <a:pt x="1359059" y="124550"/>
                </a:lnTo>
                <a:lnTo>
                  <a:pt x="1359355" y="124194"/>
                </a:lnTo>
                <a:lnTo>
                  <a:pt x="1359641" y="123830"/>
                </a:lnTo>
                <a:lnTo>
                  <a:pt x="1359918" y="123459"/>
                </a:lnTo>
                <a:lnTo>
                  <a:pt x="1360186" y="123080"/>
                </a:lnTo>
                <a:lnTo>
                  <a:pt x="1360444" y="122695"/>
                </a:lnTo>
                <a:lnTo>
                  <a:pt x="1360691" y="122305"/>
                </a:lnTo>
                <a:lnTo>
                  <a:pt x="1360927" y="121908"/>
                </a:lnTo>
                <a:lnTo>
                  <a:pt x="1361152" y="121505"/>
                </a:lnTo>
                <a:lnTo>
                  <a:pt x="1361366" y="121095"/>
                </a:lnTo>
                <a:lnTo>
                  <a:pt x="1361569" y="120680"/>
                </a:lnTo>
                <a:lnTo>
                  <a:pt x="1361761" y="120259"/>
                </a:lnTo>
                <a:lnTo>
                  <a:pt x="1361942" y="119832"/>
                </a:lnTo>
                <a:lnTo>
                  <a:pt x="1362112" y="119399"/>
                </a:lnTo>
                <a:lnTo>
                  <a:pt x="1362271" y="118960"/>
                </a:lnTo>
                <a:lnTo>
                  <a:pt x="1362419" y="118515"/>
                </a:lnTo>
                <a:lnTo>
                  <a:pt x="1362557" y="118063"/>
                </a:lnTo>
                <a:lnTo>
                  <a:pt x="1362683" y="117606"/>
                </a:lnTo>
                <a:lnTo>
                  <a:pt x="1362798" y="117143"/>
                </a:lnTo>
                <a:lnTo>
                  <a:pt x="1362902" y="116674"/>
                </a:lnTo>
                <a:lnTo>
                  <a:pt x="1362996" y="116198"/>
                </a:lnTo>
                <a:lnTo>
                  <a:pt x="1363078" y="115717"/>
                </a:lnTo>
                <a:lnTo>
                  <a:pt x="1363134" y="115337"/>
                </a:lnTo>
                <a:lnTo>
                  <a:pt x="1363506" y="115337"/>
                </a:lnTo>
                <a:lnTo>
                  <a:pt x="1363506" y="131137"/>
                </a:lnTo>
                <a:lnTo>
                  <a:pt x="1377566" y="131137"/>
                </a:lnTo>
                <a:lnTo>
                  <a:pt x="1377566" y="71414"/>
                </a:lnTo>
                <a:lnTo>
                  <a:pt x="1377551" y="70292"/>
                </a:lnTo>
                <a:close/>
                <a:moveTo>
                  <a:pt x="1337202" y="120529"/>
                </a:moveTo>
                <a:lnTo>
                  <a:pt x="1336562" y="120449"/>
                </a:lnTo>
                <a:lnTo>
                  <a:pt x="1335935" y="120354"/>
                </a:lnTo>
                <a:lnTo>
                  <a:pt x="1335320" y="120245"/>
                </a:lnTo>
                <a:lnTo>
                  <a:pt x="1334719" y="120122"/>
                </a:lnTo>
                <a:lnTo>
                  <a:pt x="1334130" y="119984"/>
                </a:lnTo>
                <a:lnTo>
                  <a:pt x="1333555" y="119831"/>
                </a:lnTo>
                <a:lnTo>
                  <a:pt x="1332992" y="119664"/>
                </a:lnTo>
                <a:lnTo>
                  <a:pt x="1332442" y="119482"/>
                </a:lnTo>
                <a:lnTo>
                  <a:pt x="1331905" y="119286"/>
                </a:lnTo>
                <a:lnTo>
                  <a:pt x="1331381" y="119075"/>
                </a:lnTo>
                <a:lnTo>
                  <a:pt x="1330870" y="118849"/>
                </a:lnTo>
                <a:lnTo>
                  <a:pt x="1330372" y="118609"/>
                </a:lnTo>
                <a:lnTo>
                  <a:pt x="1329886" y="118355"/>
                </a:lnTo>
                <a:lnTo>
                  <a:pt x="1329414" y="118086"/>
                </a:lnTo>
                <a:lnTo>
                  <a:pt x="1328954" y="117802"/>
                </a:lnTo>
                <a:lnTo>
                  <a:pt x="1328507" y="117504"/>
                </a:lnTo>
                <a:lnTo>
                  <a:pt x="1328074" y="117192"/>
                </a:lnTo>
                <a:lnTo>
                  <a:pt x="1327653" y="116865"/>
                </a:lnTo>
                <a:lnTo>
                  <a:pt x="1327245" y="116523"/>
                </a:lnTo>
                <a:lnTo>
                  <a:pt x="1326851" y="116169"/>
                </a:lnTo>
                <a:lnTo>
                  <a:pt x="1326475" y="115804"/>
                </a:lnTo>
                <a:lnTo>
                  <a:pt x="1326115" y="115428"/>
                </a:lnTo>
                <a:lnTo>
                  <a:pt x="1325772" y="115042"/>
                </a:lnTo>
                <a:lnTo>
                  <a:pt x="1325446" y="114644"/>
                </a:lnTo>
                <a:lnTo>
                  <a:pt x="1325136" y="114237"/>
                </a:lnTo>
                <a:lnTo>
                  <a:pt x="1324843" y="113818"/>
                </a:lnTo>
                <a:lnTo>
                  <a:pt x="1324567" y="113389"/>
                </a:lnTo>
                <a:lnTo>
                  <a:pt x="1324308" y="112949"/>
                </a:lnTo>
                <a:lnTo>
                  <a:pt x="1324065" y="112499"/>
                </a:lnTo>
                <a:lnTo>
                  <a:pt x="1323839" y="112038"/>
                </a:lnTo>
                <a:lnTo>
                  <a:pt x="1323630" y="111566"/>
                </a:lnTo>
                <a:lnTo>
                  <a:pt x="1323438" y="111083"/>
                </a:lnTo>
                <a:lnTo>
                  <a:pt x="1323262" y="110590"/>
                </a:lnTo>
                <a:lnTo>
                  <a:pt x="1323103" y="110086"/>
                </a:lnTo>
                <a:lnTo>
                  <a:pt x="1322961" y="109571"/>
                </a:lnTo>
                <a:lnTo>
                  <a:pt x="1322835" y="109046"/>
                </a:lnTo>
                <a:lnTo>
                  <a:pt x="1322726" y="108510"/>
                </a:lnTo>
                <a:lnTo>
                  <a:pt x="1322634" y="107963"/>
                </a:lnTo>
                <a:lnTo>
                  <a:pt x="1322559" y="107406"/>
                </a:lnTo>
                <a:lnTo>
                  <a:pt x="1322501" y="106838"/>
                </a:lnTo>
                <a:lnTo>
                  <a:pt x="1322459" y="106259"/>
                </a:lnTo>
                <a:lnTo>
                  <a:pt x="1322434" y="105669"/>
                </a:lnTo>
                <a:lnTo>
                  <a:pt x="1322425" y="105069"/>
                </a:lnTo>
                <a:lnTo>
                  <a:pt x="1322433" y="104494"/>
                </a:lnTo>
                <a:lnTo>
                  <a:pt x="1322455" y="103929"/>
                </a:lnTo>
                <a:lnTo>
                  <a:pt x="1322493" y="103374"/>
                </a:lnTo>
                <a:lnTo>
                  <a:pt x="1322546" y="102828"/>
                </a:lnTo>
                <a:lnTo>
                  <a:pt x="1322614" y="102292"/>
                </a:lnTo>
                <a:lnTo>
                  <a:pt x="1322697" y="101766"/>
                </a:lnTo>
                <a:lnTo>
                  <a:pt x="1322795" y="101249"/>
                </a:lnTo>
                <a:lnTo>
                  <a:pt x="1322908" y="100741"/>
                </a:lnTo>
                <a:lnTo>
                  <a:pt x="1323036" y="100244"/>
                </a:lnTo>
                <a:lnTo>
                  <a:pt x="1323179" y="99756"/>
                </a:lnTo>
                <a:lnTo>
                  <a:pt x="1323338" y="99277"/>
                </a:lnTo>
                <a:lnTo>
                  <a:pt x="1323511" y="98808"/>
                </a:lnTo>
                <a:lnTo>
                  <a:pt x="1323700" y="98349"/>
                </a:lnTo>
                <a:lnTo>
                  <a:pt x="1323904" y="97899"/>
                </a:lnTo>
                <a:lnTo>
                  <a:pt x="1324122" y="97459"/>
                </a:lnTo>
                <a:lnTo>
                  <a:pt x="1324356" y="97029"/>
                </a:lnTo>
                <a:lnTo>
                  <a:pt x="1324605" y="96608"/>
                </a:lnTo>
                <a:lnTo>
                  <a:pt x="1324869" y="96197"/>
                </a:lnTo>
                <a:lnTo>
                  <a:pt x="1325148" y="95795"/>
                </a:lnTo>
                <a:lnTo>
                  <a:pt x="1325442" y="95403"/>
                </a:lnTo>
                <a:lnTo>
                  <a:pt x="1325751" y="95021"/>
                </a:lnTo>
                <a:lnTo>
                  <a:pt x="1326076" y="94648"/>
                </a:lnTo>
                <a:lnTo>
                  <a:pt x="1326415" y="94285"/>
                </a:lnTo>
                <a:lnTo>
                  <a:pt x="1326770" y="93931"/>
                </a:lnTo>
                <a:lnTo>
                  <a:pt x="1327136" y="93589"/>
                </a:lnTo>
                <a:lnTo>
                  <a:pt x="1327512" y="93262"/>
                </a:lnTo>
                <a:lnTo>
                  <a:pt x="1327897" y="92950"/>
                </a:lnTo>
                <a:lnTo>
                  <a:pt x="1328291" y="92651"/>
                </a:lnTo>
                <a:lnTo>
                  <a:pt x="1328694" y="92368"/>
                </a:lnTo>
                <a:lnTo>
                  <a:pt x="1329106" y="92099"/>
                </a:lnTo>
                <a:lnTo>
                  <a:pt x="1329527" y="91844"/>
                </a:lnTo>
                <a:lnTo>
                  <a:pt x="1329957" y="91605"/>
                </a:lnTo>
                <a:lnTo>
                  <a:pt x="1330396" y="91379"/>
                </a:lnTo>
                <a:lnTo>
                  <a:pt x="1330844" y="91168"/>
                </a:lnTo>
                <a:lnTo>
                  <a:pt x="1331301" y="90972"/>
                </a:lnTo>
                <a:lnTo>
                  <a:pt x="1331767" y="90790"/>
                </a:lnTo>
                <a:lnTo>
                  <a:pt x="1332243" y="90623"/>
                </a:lnTo>
                <a:lnTo>
                  <a:pt x="1332727" y="90470"/>
                </a:lnTo>
                <a:lnTo>
                  <a:pt x="1333220" y="90332"/>
                </a:lnTo>
                <a:lnTo>
                  <a:pt x="1333722" y="90209"/>
                </a:lnTo>
                <a:lnTo>
                  <a:pt x="1334234" y="90100"/>
                </a:lnTo>
                <a:lnTo>
                  <a:pt x="1334754" y="90005"/>
                </a:lnTo>
                <a:lnTo>
                  <a:pt x="1335284" y="89925"/>
                </a:lnTo>
                <a:lnTo>
                  <a:pt x="1335822" y="89860"/>
                </a:lnTo>
                <a:lnTo>
                  <a:pt x="1336370" y="89809"/>
                </a:lnTo>
                <a:lnTo>
                  <a:pt x="1336926" y="89772"/>
                </a:lnTo>
                <a:lnTo>
                  <a:pt x="1337492" y="89751"/>
                </a:lnTo>
                <a:lnTo>
                  <a:pt x="1338067" y="89743"/>
                </a:lnTo>
                <a:lnTo>
                  <a:pt x="1363347" y="89743"/>
                </a:lnTo>
                <a:lnTo>
                  <a:pt x="1363347" y="101908"/>
                </a:lnTo>
                <a:lnTo>
                  <a:pt x="1363336" y="102626"/>
                </a:lnTo>
                <a:lnTo>
                  <a:pt x="1363304" y="103331"/>
                </a:lnTo>
                <a:lnTo>
                  <a:pt x="1363251" y="104024"/>
                </a:lnTo>
                <a:lnTo>
                  <a:pt x="1363176" y="104704"/>
                </a:lnTo>
                <a:lnTo>
                  <a:pt x="1363079" y="105371"/>
                </a:lnTo>
                <a:lnTo>
                  <a:pt x="1362962" y="106026"/>
                </a:lnTo>
                <a:lnTo>
                  <a:pt x="1362823" y="106668"/>
                </a:lnTo>
                <a:lnTo>
                  <a:pt x="1362662" y="107297"/>
                </a:lnTo>
                <a:lnTo>
                  <a:pt x="1362480" y="107914"/>
                </a:lnTo>
                <a:lnTo>
                  <a:pt x="1362277" y="108519"/>
                </a:lnTo>
                <a:lnTo>
                  <a:pt x="1362052" y="109110"/>
                </a:lnTo>
                <a:lnTo>
                  <a:pt x="1361806" y="109689"/>
                </a:lnTo>
                <a:lnTo>
                  <a:pt x="1361539" y="110256"/>
                </a:lnTo>
                <a:lnTo>
                  <a:pt x="1361250" y="110810"/>
                </a:lnTo>
                <a:lnTo>
                  <a:pt x="1360940" y="111351"/>
                </a:lnTo>
                <a:lnTo>
                  <a:pt x="1360608" y="111880"/>
                </a:lnTo>
                <a:lnTo>
                  <a:pt x="1360255" y="112396"/>
                </a:lnTo>
                <a:lnTo>
                  <a:pt x="1359881" y="112899"/>
                </a:lnTo>
                <a:lnTo>
                  <a:pt x="1359485" y="113390"/>
                </a:lnTo>
                <a:lnTo>
                  <a:pt x="1359068" y="113868"/>
                </a:lnTo>
                <a:lnTo>
                  <a:pt x="1358629" y="114334"/>
                </a:lnTo>
                <a:lnTo>
                  <a:pt x="1358169" y="114787"/>
                </a:lnTo>
                <a:lnTo>
                  <a:pt x="1357688" y="115227"/>
                </a:lnTo>
                <a:lnTo>
                  <a:pt x="1357185" y="115655"/>
                </a:lnTo>
                <a:lnTo>
                  <a:pt x="1356664" y="116068"/>
                </a:lnTo>
                <a:lnTo>
                  <a:pt x="1356128" y="116463"/>
                </a:lnTo>
                <a:lnTo>
                  <a:pt x="1355578" y="116840"/>
                </a:lnTo>
                <a:lnTo>
                  <a:pt x="1355012" y="117200"/>
                </a:lnTo>
                <a:lnTo>
                  <a:pt x="1354432" y="117542"/>
                </a:lnTo>
                <a:lnTo>
                  <a:pt x="1353837" y="117867"/>
                </a:lnTo>
                <a:lnTo>
                  <a:pt x="1353227" y="118174"/>
                </a:lnTo>
                <a:lnTo>
                  <a:pt x="1352603" y="118464"/>
                </a:lnTo>
                <a:lnTo>
                  <a:pt x="1351963" y="118736"/>
                </a:lnTo>
                <a:lnTo>
                  <a:pt x="1351309" y="118990"/>
                </a:lnTo>
                <a:lnTo>
                  <a:pt x="1350640" y="119227"/>
                </a:lnTo>
                <a:lnTo>
                  <a:pt x="1349956" y="119447"/>
                </a:lnTo>
                <a:lnTo>
                  <a:pt x="1349258" y="119649"/>
                </a:lnTo>
                <a:lnTo>
                  <a:pt x="1348544" y="119833"/>
                </a:lnTo>
                <a:lnTo>
                  <a:pt x="1347816" y="120000"/>
                </a:lnTo>
                <a:lnTo>
                  <a:pt x="1347073" y="120149"/>
                </a:lnTo>
                <a:lnTo>
                  <a:pt x="1346315" y="120280"/>
                </a:lnTo>
                <a:lnTo>
                  <a:pt x="1345543" y="120395"/>
                </a:lnTo>
                <a:lnTo>
                  <a:pt x="1344755" y="120491"/>
                </a:lnTo>
                <a:lnTo>
                  <a:pt x="1343953" y="120570"/>
                </a:lnTo>
                <a:lnTo>
                  <a:pt x="1343136" y="120632"/>
                </a:lnTo>
                <a:lnTo>
                  <a:pt x="1342304" y="120675"/>
                </a:lnTo>
                <a:lnTo>
                  <a:pt x="1341457" y="120702"/>
                </a:lnTo>
                <a:lnTo>
                  <a:pt x="1340596" y="120711"/>
                </a:lnTo>
                <a:lnTo>
                  <a:pt x="1339891" y="120703"/>
                </a:lnTo>
                <a:lnTo>
                  <a:pt x="1339200" y="120681"/>
                </a:lnTo>
                <a:lnTo>
                  <a:pt x="1338521" y="120645"/>
                </a:lnTo>
                <a:lnTo>
                  <a:pt x="1337855" y="120594"/>
                </a:lnTo>
                <a:lnTo>
                  <a:pt x="1337202" y="120529"/>
                </a:lnTo>
                <a:close/>
                <a:moveTo>
                  <a:pt x="1627991" y="132439"/>
                </a:moveTo>
                <a:lnTo>
                  <a:pt x="1629049" y="132317"/>
                </a:lnTo>
                <a:lnTo>
                  <a:pt x="1630091" y="132172"/>
                </a:lnTo>
                <a:lnTo>
                  <a:pt x="1631117" y="132006"/>
                </a:lnTo>
                <a:lnTo>
                  <a:pt x="1632127" y="131817"/>
                </a:lnTo>
                <a:lnTo>
                  <a:pt x="1633121" y="131606"/>
                </a:lnTo>
                <a:lnTo>
                  <a:pt x="1634099" y="131372"/>
                </a:lnTo>
                <a:lnTo>
                  <a:pt x="1635062" y="131117"/>
                </a:lnTo>
                <a:lnTo>
                  <a:pt x="1636008" y="130839"/>
                </a:lnTo>
                <a:lnTo>
                  <a:pt x="1636939" y="130539"/>
                </a:lnTo>
                <a:lnTo>
                  <a:pt x="1637854" y="130217"/>
                </a:lnTo>
                <a:lnTo>
                  <a:pt x="1638753" y="129873"/>
                </a:lnTo>
                <a:lnTo>
                  <a:pt x="1639635" y="129506"/>
                </a:lnTo>
                <a:lnTo>
                  <a:pt x="1640502" y="129117"/>
                </a:lnTo>
                <a:lnTo>
                  <a:pt x="1641354" y="128706"/>
                </a:lnTo>
                <a:lnTo>
                  <a:pt x="1642189" y="128273"/>
                </a:lnTo>
                <a:lnTo>
                  <a:pt x="1643008" y="127818"/>
                </a:lnTo>
                <a:lnTo>
                  <a:pt x="1643812" y="127340"/>
                </a:lnTo>
                <a:lnTo>
                  <a:pt x="1644599" y="126840"/>
                </a:lnTo>
                <a:lnTo>
                  <a:pt x="1645371" y="126318"/>
                </a:lnTo>
                <a:lnTo>
                  <a:pt x="1646121" y="125777"/>
                </a:lnTo>
                <a:lnTo>
                  <a:pt x="1646844" y="125220"/>
                </a:lnTo>
                <a:lnTo>
                  <a:pt x="1647541" y="124648"/>
                </a:lnTo>
                <a:lnTo>
                  <a:pt x="1648211" y="124060"/>
                </a:lnTo>
                <a:lnTo>
                  <a:pt x="1648854" y="123457"/>
                </a:lnTo>
                <a:lnTo>
                  <a:pt x="1649469" y="122838"/>
                </a:lnTo>
                <a:lnTo>
                  <a:pt x="1650058" y="122203"/>
                </a:lnTo>
                <a:lnTo>
                  <a:pt x="1650621" y="121552"/>
                </a:lnTo>
                <a:lnTo>
                  <a:pt x="1651156" y="120886"/>
                </a:lnTo>
                <a:lnTo>
                  <a:pt x="1651664" y="120204"/>
                </a:lnTo>
                <a:lnTo>
                  <a:pt x="1652146" y="119507"/>
                </a:lnTo>
                <a:lnTo>
                  <a:pt x="1652600" y="118794"/>
                </a:lnTo>
                <a:lnTo>
                  <a:pt x="1653028" y="118065"/>
                </a:lnTo>
                <a:lnTo>
                  <a:pt x="1653428" y="117321"/>
                </a:lnTo>
                <a:lnTo>
                  <a:pt x="1653802" y="116561"/>
                </a:lnTo>
                <a:lnTo>
                  <a:pt x="1654149" y="115785"/>
                </a:lnTo>
                <a:lnTo>
                  <a:pt x="1654469" y="114994"/>
                </a:lnTo>
                <a:lnTo>
                  <a:pt x="1654762" y="114187"/>
                </a:lnTo>
                <a:lnTo>
                  <a:pt x="1655029" y="113365"/>
                </a:lnTo>
                <a:lnTo>
                  <a:pt x="1655268" y="112527"/>
                </a:lnTo>
                <a:lnTo>
                  <a:pt x="1655481" y="111673"/>
                </a:lnTo>
                <a:lnTo>
                  <a:pt x="1655666" y="110804"/>
                </a:lnTo>
                <a:lnTo>
                  <a:pt x="1655825" y="109919"/>
                </a:lnTo>
                <a:lnTo>
                  <a:pt x="1655957" y="109018"/>
                </a:lnTo>
                <a:lnTo>
                  <a:pt x="1641737" y="109018"/>
                </a:lnTo>
                <a:lnTo>
                  <a:pt x="1641638" y="109449"/>
                </a:lnTo>
                <a:lnTo>
                  <a:pt x="1641525" y="109872"/>
                </a:lnTo>
                <a:lnTo>
                  <a:pt x="1641398" y="110288"/>
                </a:lnTo>
                <a:lnTo>
                  <a:pt x="1641257" y="110697"/>
                </a:lnTo>
                <a:lnTo>
                  <a:pt x="1641102" y="111098"/>
                </a:lnTo>
                <a:lnTo>
                  <a:pt x="1640932" y="111492"/>
                </a:lnTo>
                <a:lnTo>
                  <a:pt x="1640749" y="111878"/>
                </a:lnTo>
                <a:lnTo>
                  <a:pt x="1640552" y="112257"/>
                </a:lnTo>
                <a:lnTo>
                  <a:pt x="1640341" y="112629"/>
                </a:lnTo>
                <a:lnTo>
                  <a:pt x="1640116" y="112993"/>
                </a:lnTo>
                <a:lnTo>
                  <a:pt x="1639877" y="113350"/>
                </a:lnTo>
                <a:lnTo>
                  <a:pt x="1639624" y="113699"/>
                </a:lnTo>
                <a:lnTo>
                  <a:pt x="1639357" y="114041"/>
                </a:lnTo>
                <a:lnTo>
                  <a:pt x="1639076" y="114376"/>
                </a:lnTo>
                <a:lnTo>
                  <a:pt x="1638781" y="114703"/>
                </a:lnTo>
                <a:lnTo>
                  <a:pt x="1638472" y="115023"/>
                </a:lnTo>
                <a:lnTo>
                  <a:pt x="1638149" y="115335"/>
                </a:lnTo>
                <a:lnTo>
                  <a:pt x="1637812" y="115640"/>
                </a:lnTo>
                <a:lnTo>
                  <a:pt x="1637461" y="115937"/>
                </a:lnTo>
                <a:lnTo>
                  <a:pt x="1637096" y="116227"/>
                </a:lnTo>
                <a:lnTo>
                  <a:pt x="1636717" y="116510"/>
                </a:lnTo>
                <a:lnTo>
                  <a:pt x="1636324" y="116785"/>
                </a:lnTo>
                <a:lnTo>
                  <a:pt x="1635917" y="117053"/>
                </a:lnTo>
                <a:lnTo>
                  <a:pt x="1635496" y="117314"/>
                </a:lnTo>
                <a:lnTo>
                  <a:pt x="1635063" y="117565"/>
                </a:lnTo>
                <a:lnTo>
                  <a:pt x="1634621" y="117806"/>
                </a:lnTo>
                <a:lnTo>
                  <a:pt x="1634169" y="118036"/>
                </a:lnTo>
                <a:lnTo>
                  <a:pt x="1633708" y="118255"/>
                </a:lnTo>
                <a:lnTo>
                  <a:pt x="1633237" y="118464"/>
                </a:lnTo>
                <a:lnTo>
                  <a:pt x="1632756" y="118662"/>
                </a:lnTo>
                <a:lnTo>
                  <a:pt x="1632266" y="118849"/>
                </a:lnTo>
                <a:lnTo>
                  <a:pt x="1631766" y="119025"/>
                </a:lnTo>
                <a:lnTo>
                  <a:pt x="1631257" y="119191"/>
                </a:lnTo>
                <a:lnTo>
                  <a:pt x="1630738" y="119346"/>
                </a:lnTo>
                <a:lnTo>
                  <a:pt x="1630209" y="119491"/>
                </a:lnTo>
                <a:lnTo>
                  <a:pt x="1629671" y="119624"/>
                </a:lnTo>
                <a:lnTo>
                  <a:pt x="1629123" y="119748"/>
                </a:lnTo>
                <a:lnTo>
                  <a:pt x="1628566" y="119860"/>
                </a:lnTo>
                <a:lnTo>
                  <a:pt x="1627999" y="119961"/>
                </a:lnTo>
                <a:lnTo>
                  <a:pt x="1627422" y="120052"/>
                </a:lnTo>
                <a:lnTo>
                  <a:pt x="1626836" y="120133"/>
                </a:lnTo>
                <a:lnTo>
                  <a:pt x="1626240" y="120202"/>
                </a:lnTo>
                <a:lnTo>
                  <a:pt x="1625634" y="120261"/>
                </a:lnTo>
                <a:lnTo>
                  <a:pt x="1625019" y="120309"/>
                </a:lnTo>
                <a:lnTo>
                  <a:pt x="1624395" y="120347"/>
                </a:lnTo>
                <a:lnTo>
                  <a:pt x="1623760" y="120373"/>
                </a:lnTo>
                <a:lnTo>
                  <a:pt x="1623116" y="120389"/>
                </a:lnTo>
                <a:lnTo>
                  <a:pt x="1622463" y="120395"/>
                </a:lnTo>
                <a:lnTo>
                  <a:pt x="1621705" y="120385"/>
                </a:lnTo>
                <a:lnTo>
                  <a:pt x="1620961" y="120356"/>
                </a:lnTo>
                <a:lnTo>
                  <a:pt x="1620229" y="120307"/>
                </a:lnTo>
                <a:lnTo>
                  <a:pt x="1619509" y="120239"/>
                </a:lnTo>
                <a:lnTo>
                  <a:pt x="1618802" y="120151"/>
                </a:lnTo>
                <a:lnTo>
                  <a:pt x="1618108" y="120044"/>
                </a:lnTo>
                <a:lnTo>
                  <a:pt x="1617426" y="119918"/>
                </a:lnTo>
                <a:lnTo>
                  <a:pt x="1616757" y="119771"/>
                </a:lnTo>
                <a:lnTo>
                  <a:pt x="1616101" y="119606"/>
                </a:lnTo>
                <a:lnTo>
                  <a:pt x="1615457" y="119421"/>
                </a:lnTo>
                <a:lnTo>
                  <a:pt x="1614826" y="119216"/>
                </a:lnTo>
                <a:lnTo>
                  <a:pt x="1614208" y="118992"/>
                </a:lnTo>
                <a:lnTo>
                  <a:pt x="1613602" y="118749"/>
                </a:lnTo>
                <a:lnTo>
                  <a:pt x="1613008" y="118486"/>
                </a:lnTo>
                <a:lnTo>
                  <a:pt x="1612428" y="118203"/>
                </a:lnTo>
                <a:lnTo>
                  <a:pt x="1611859" y="117901"/>
                </a:lnTo>
                <a:lnTo>
                  <a:pt x="1611304" y="117580"/>
                </a:lnTo>
                <a:lnTo>
                  <a:pt x="1610761" y="117239"/>
                </a:lnTo>
                <a:lnTo>
                  <a:pt x="1610231" y="116879"/>
                </a:lnTo>
                <a:lnTo>
                  <a:pt x="1609713" y="116499"/>
                </a:lnTo>
                <a:lnTo>
                  <a:pt x="1609208" y="116100"/>
                </a:lnTo>
                <a:lnTo>
                  <a:pt x="1608716" y="115681"/>
                </a:lnTo>
                <a:lnTo>
                  <a:pt x="1608236" y="115242"/>
                </a:lnTo>
                <a:lnTo>
                  <a:pt x="1607769" y="114785"/>
                </a:lnTo>
                <a:lnTo>
                  <a:pt x="1607317" y="114310"/>
                </a:lnTo>
                <a:lnTo>
                  <a:pt x="1606885" y="113822"/>
                </a:lnTo>
                <a:lnTo>
                  <a:pt x="1606473" y="113319"/>
                </a:lnTo>
                <a:lnTo>
                  <a:pt x="1606079" y="112803"/>
                </a:lnTo>
                <a:lnTo>
                  <a:pt x="1605704" y="112272"/>
                </a:lnTo>
                <a:lnTo>
                  <a:pt x="1605349" y="111728"/>
                </a:lnTo>
                <a:lnTo>
                  <a:pt x="1605013" y="111170"/>
                </a:lnTo>
                <a:lnTo>
                  <a:pt x="1604696" y="110597"/>
                </a:lnTo>
                <a:lnTo>
                  <a:pt x="1604399" y="110011"/>
                </a:lnTo>
                <a:lnTo>
                  <a:pt x="1604120" y="109411"/>
                </a:lnTo>
                <a:lnTo>
                  <a:pt x="1603861" y="108796"/>
                </a:lnTo>
                <a:lnTo>
                  <a:pt x="1603621" y="108168"/>
                </a:lnTo>
                <a:lnTo>
                  <a:pt x="1603400" y="107526"/>
                </a:lnTo>
                <a:lnTo>
                  <a:pt x="1603198" y="106870"/>
                </a:lnTo>
                <a:lnTo>
                  <a:pt x="1603016" y="106200"/>
                </a:lnTo>
                <a:lnTo>
                  <a:pt x="1602853" y="105515"/>
                </a:lnTo>
                <a:lnTo>
                  <a:pt x="1602709" y="104817"/>
                </a:lnTo>
                <a:lnTo>
                  <a:pt x="1602584" y="104105"/>
                </a:lnTo>
                <a:lnTo>
                  <a:pt x="1602478" y="103379"/>
                </a:lnTo>
                <a:lnTo>
                  <a:pt x="1602392" y="102639"/>
                </a:lnTo>
                <a:lnTo>
                  <a:pt x="1602325" y="101885"/>
                </a:lnTo>
                <a:lnTo>
                  <a:pt x="1602277" y="101117"/>
                </a:lnTo>
                <a:lnTo>
                  <a:pt x="1602248" y="100335"/>
                </a:lnTo>
                <a:lnTo>
                  <a:pt x="1602238" y="99539"/>
                </a:lnTo>
                <a:lnTo>
                  <a:pt x="1602238" y="91322"/>
                </a:lnTo>
                <a:lnTo>
                  <a:pt x="1656591" y="91322"/>
                </a:lnTo>
                <a:lnTo>
                  <a:pt x="1656591" y="75838"/>
                </a:lnTo>
                <a:lnTo>
                  <a:pt x="1656583" y="75000"/>
                </a:lnTo>
                <a:lnTo>
                  <a:pt x="1656561" y="74171"/>
                </a:lnTo>
                <a:lnTo>
                  <a:pt x="1656524" y="73352"/>
                </a:lnTo>
                <a:lnTo>
                  <a:pt x="1656472" y="72542"/>
                </a:lnTo>
                <a:lnTo>
                  <a:pt x="1656405" y="71741"/>
                </a:lnTo>
                <a:lnTo>
                  <a:pt x="1656324" y="70950"/>
                </a:lnTo>
                <a:lnTo>
                  <a:pt x="1656228" y="70168"/>
                </a:lnTo>
                <a:lnTo>
                  <a:pt x="1656116" y="69395"/>
                </a:lnTo>
                <a:lnTo>
                  <a:pt x="1655991" y="68632"/>
                </a:lnTo>
                <a:lnTo>
                  <a:pt x="1655850" y="67878"/>
                </a:lnTo>
                <a:lnTo>
                  <a:pt x="1655694" y="67133"/>
                </a:lnTo>
                <a:lnTo>
                  <a:pt x="1655524" y="66398"/>
                </a:lnTo>
                <a:lnTo>
                  <a:pt x="1655339" y="65672"/>
                </a:lnTo>
                <a:lnTo>
                  <a:pt x="1655139" y="64955"/>
                </a:lnTo>
                <a:lnTo>
                  <a:pt x="1654924" y="64248"/>
                </a:lnTo>
                <a:lnTo>
                  <a:pt x="1654694" y="63550"/>
                </a:lnTo>
                <a:lnTo>
                  <a:pt x="1654450" y="62861"/>
                </a:lnTo>
                <a:lnTo>
                  <a:pt x="1654190" y="62182"/>
                </a:lnTo>
                <a:lnTo>
                  <a:pt x="1653916" y="61512"/>
                </a:lnTo>
                <a:lnTo>
                  <a:pt x="1653627" y="60851"/>
                </a:lnTo>
                <a:lnTo>
                  <a:pt x="1653324" y="60200"/>
                </a:lnTo>
                <a:lnTo>
                  <a:pt x="1653005" y="59557"/>
                </a:lnTo>
                <a:lnTo>
                  <a:pt x="1652672" y="58925"/>
                </a:lnTo>
                <a:lnTo>
                  <a:pt x="1652323" y="58301"/>
                </a:lnTo>
                <a:lnTo>
                  <a:pt x="1651962" y="57688"/>
                </a:lnTo>
                <a:lnTo>
                  <a:pt x="1651589" y="57087"/>
                </a:lnTo>
                <a:lnTo>
                  <a:pt x="1651204" y="56497"/>
                </a:lnTo>
                <a:lnTo>
                  <a:pt x="1650807" y="55918"/>
                </a:lnTo>
                <a:lnTo>
                  <a:pt x="1650399" y="55351"/>
                </a:lnTo>
                <a:lnTo>
                  <a:pt x="1649979" y="54796"/>
                </a:lnTo>
                <a:lnTo>
                  <a:pt x="1649546" y="54252"/>
                </a:lnTo>
                <a:lnTo>
                  <a:pt x="1649103" y="53720"/>
                </a:lnTo>
                <a:lnTo>
                  <a:pt x="1648647" y="53199"/>
                </a:lnTo>
                <a:lnTo>
                  <a:pt x="1648179" y="52689"/>
                </a:lnTo>
                <a:lnTo>
                  <a:pt x="1647700" y="52192"/>
                </a:lnTo>
                <a:lnTo>
                  <a:pt x="1647209" y="51705"/>
                </a:lnTo>
                <a:lnTo>
                  <a:pt x="1646706" y="51230"/>
                </a:lnTo>
                <a:lnTo>
                  <a:pt x="1646191" y="50767"/>
                </a:lnTo>
                <a:lnTo>
                  <a:pt x="1645665" y="50315"/>
                </a:lnTo>
                <a:lnTo>
                  <a:pt x="1645126" y="49875"/>
                </a:lnTo>
                <a:lnTo>
                  <a:pt x="1644576" y="49446"/>
                </a:lnTo>
                <a:lnTo>
                  <a:pt x="1644014" y="49029"/>
                </a:lnTo>
                <a:lnTo>
                  <a:pt x="1643440" y="48623"/>
                </a:lnTo>
                <a:lnTo>
                  <a:pt x="1642855" y="48229"/>
                </a:lnTo>
                <a:lnTo>
                  <a:pt x="1642258" y="47847"/>
                </a:lnTo>
                <a:lnTo>
                  <a:pt x="1641648" y="47476"/>
                </a:lnTo>
                <a:lnTo>
                  <a:pt x="1641027" y="47116"/>
                </a:lnTo>
                <a:lnTo>
                  <a:pt x="1640395" y="46768"/>
                </a:lnTo>
                <a:lnTo>
                  <a:pt x="1639752" y="46433"/>
                </a:lnTo>
                <a:lnTo>
                  <a:pt x="1639100" y="46112"/>
                </a:lnTo>
                <a:lnTo>
                  <a:pt x="1638438" y="45805"/>
                </a:lnTo>
                <a:lnTo>
                  <a:pt x="1637768" y="45513"/>
                </a:lnTo>
                <a:lnTo>
                  <a:pt x="1637089" y="45234"/>
                </a:lnTo>
                <a:lnTo>
                  <a:pt x="1636401" y="44971"/>
                </a:lnTo>
                <a:lnTo>
                  <a:pt x="1635703" y="44721"/>
                </a:lnTo>
                <a:lnTo>
                  <a:pt x="1634997" y="44486"/>
                </a:lnTo>
                <a:lnTo>
                  <a:pt x="1634282" y="44264"/>
                </a:lnTo>
                <a:lnTo>
                  <a:pt x="1633557" y="44058"/>
                </a:lnTo>
                <a:lnTo>
                  <a:pt x="1632823" y="43865"/>
                </a:lnTo>
                <a:lnTo>
                  <a:pt x="1632081" y="43687"/>
                </a:lnTo>
                <a:lnTo>
                  <a:pt x="1631329" y="43523"/>
                </a:lnTo>
                <a:lnTo>
                  <a:pt x="1630568" y="43373"/>
                </a:lnTo>
                <a:lnTo>
                  <a:pt x="1629799" y="43237"/>
                </a:lnTo>
                <a:lnTo>
                  <a:pt x="1629020" y="43116"/>
                </a:lnTo>
                <a:lnTo>
                  <a:pt x="1628232" y="43009"/>
                </a:lnTo>
                <a:lnTo>
                  <a:pt x="1627435" y="42916"/>
                </a:lnTo>
                <a:lnTo>
                  <a:pt x="1626629" y="42838"/>
                </a:lnTo>
                <a:lnTo>
                  <a:pt x="1625814" y="42774"/>
                </a:lnTo>
                <a:lnTo>
                  <a:pt x="1624990" y="42724"/>
                </a:lnTo>
                <a:lnTo>
                  <a:pt x="1624156" y="42688"/>
                </a:lnTo>
                <a:lnTo>
                  <a:pt x="1623314" y="42667"/>
                </a:lnTo>
                <a:lnTo>
                  <a:pt x="1622463" y="42660"/>
                </a:lnTo>
                <a:lnTo>
                  <a:pt x="1621611" y="42667"/>
                </a:lnTo>
                <a:lnTo>
                  <a:pt x="1620769" y="42689"/>
                </a:lnTo>
                <a:lnTo>
                  <a:pt x="1619936" y="42725"/>
                </a:lnTo>
                <a:lnTo>
                  <a:pt x="1619112" y="42776"/>
                </a:lnTo>
                <a:lnTo>
                  <a:pt x="1618297" y="42841"/>
                </a:lnTo>
                <a:lnTo>
                  <a:pt x="1617491" y="42921"/>
                </a:lnTo>
                <a:lnTo>
                  <a:pt x="1616694" y="43016"/>
                </a:lnTo>
                <a:lnTo>
                  <a:pt x="1615906" y="43125"/>
                </a:lnTo>
                <a:lnTo>
                  <a:pt x="1615127" y="43249"/>
                </a:lnTo>
                <a:lnTo>
                  <a:pt x="1614357" y="43387"/>
                </a:lnTo>
                <a:lnTo>
                  <a:pt x="1613596" y="43539"/>
                </a:lnTo>
                <a:lnTo>
                  <a:pt x="1612844" y="43707"/>
                </a:lnTo>
                <a:lnTo>
                  <a:pt x="1612101" y="43888"/>
                </a:lnTo>
                <a:lnTo>
                  <a:pt x="1611368" y="44085"/>
                </a:lnTo>
                <a:lnTo>
                  <a:pt x="1610643" y="44296"/>
                </a:lnTo>
                <a:lnTo>
                  <a:pt x="1609928" y="44521"/>
                </a:lnTo>
                <a:lnTo>
                  <a:pt x="1609221" y="44761"/>
                </a:lnTo>
                <a:lnTo>
                  <a:pt x="1608524" y="45015"/>
                </a:lnTo>
                <a:lnTo>
                  <a:pt x="1607835" y="45284"/>
                </a:lnTo>
                <a:lnTo>
                  <a:pt x="1607156" y="45568"/>
                </a:lnTo>
                <a:lnTo>
                  <a:pt x="1606485" y="45866"/>
                </a:lnTo>
                <a:lnTo>
                  <a:pt x="1605824" y="46179"/>
                </a:lnTo>
                <a:lnTo>
                  <a:pt x="1605172" y="46506"/>
                </a:lnTo>
                <a:lnTo>
                  <a:pt x="1604529" y="46847"/>
                </a:lnTo>
                <a:lnTo>
                  <a:pt x="1603896" y="47202"/>
                </a:lnTo>
                <a:lnTo>
                  <a:pt x="1603275" y="47570"/>
                </a:lnTo>
                <a:lnTo>
                  <a:pt x="1602666" y="47949"/>
                </a:lnTo>
                <a:lnTo>
                  <a:pt x="1602069" y="48341"/>
                </a:lnTo>
                <a:lnTo>
                  <a:pt x="1601484" y="48746"/>
                </a:lnTo>
                <a:lnTo>
                  <a:pt x="1600910" y="49162"/>
                </a:lnTo>
                <a:lnTo>
                  <a:pt x="1600348" y="49591"/>
                </a:lnTo>
                <a:lnTo>
                  <a:pt x="1599798" y="50033"/>
                </a:lnTo>
                <a:lnTo>
                  <a:pt x="1599260" y="50487"/>
                </a:lnTo>
                <a:lnTo>
                  <a:pt x="1598733" y="50953"/>
                </a:lnTo>
                <a:lnTo>
                  <a:pt x="1598219" y="51431"/>
                </a:lnTo>
                <a:lnTo>
                  <a:pt x="1597716" y="51922"/>
                </a:lnTo>
                <a:lnTo>
                  <a:pt x="1597224" y="52425"/>
                </a:lnTo>
                <a:lnTo>
                  <a:pt x="1596745" y="52941"/>
                </a:lnTo>
                <a:lnTo>
                  <a:pt x="1596278" y="53469"/>
                </a:lnTo>
                <a:lnTo>
                  <a:pt x="1595822" y="54009"/>
                </a:lnTo>
                <a:lnTo>
                  <a:pt x="1595378" y="54562"/>
                </a:lnTo>
                <a:lnTo>
                  <a:pt x="1594946" y="55127"/>
                </a:lnTo>
                <a:lnTo>
                  <a:pt x="1594525" y="55704"/>
                </a:lnTo>
                <a:lnTo>
                  <a:pt x="1594116" y="56294"/>
                </a:lnTo>
                <a:lnTo>
                  <a:pt x="1593720" y="56896"/>
                </a:lnTo>
                <a:lnTo>
                  <a:pt x="1593335" y="57510"/>
                </a:lnTo>
                <a:lnTo>
                  <a:pt x="1592961" y="58137"/>
                </a:lnTo>
                <a:lnTo>
                  <a:pt x="1592600" y="58776"/>
                </a:lnTo>
                <a:lnTo>
                  <a:pt x="1592252" y="59427"/>
                </a:lnTo>
                <a:lnTo>
                  <a:pt x="1591919" y="60088"/>
                </a:lnTo>
                <a:lnTo>
                  <a:pt x="1591600" y="60761"/>
                </a:lnTo>
                <a:lnTo>
                  <a:pt x="1591297" y="61444"/>
                </a:lnTo>
                <a:lnTo>
                  <a:pt x="1591008" y="62139"/>
                </a:lnTo>
                <a:lnTo>
                  <a:pt x="1590734" y="62844"/>
                </a:lnTo>
                <a:lnTo>
                  <a:pt x="1590475" y="63561"/>
                </a:lnTo>
                <a:lnTo>
                  <a:pt x="1590230" y="64288"/>
                </a:lnTo>
                <a:lnTo>
                  <a:pt x="1590001" y="65027"/>
                </a:lnTo>
                <a:lnTo>
                  <a:pt x="1589786" y="65776"/>
                </a:lnTo>
                <a:lnTo>
                  <a:pt x="1589586" y="66536"/>
                </a:lnTo>
                <a:lnTo>
                  <a:pt x="1589401" y="67308"/>
                </a:lnTo>
                <a:lnTo>
                  <a:pt x="1589231" y="68090"/>
                </a:lnTo>
                <a:lnTo>
                  <a:pt x="1589075" y="68883"/>
                </a:lnTo>
                <a:lnTo>
                  <a:pt x="1588935" y="69687"/>
                </a:lnTo>
                <a:lnTo>
                  <a:pt x="1588809" y="70502"/>
                </a:lnTo>
                <a:lnTo>
                  <a:pt x="1588698" y="71329"/>
                </a:lnTo>
                <a:lnTo>
                  <a:pt x="1588602" y="72166"/>
                </a:lnTo>
                <a:lnTo>
                  <a:pt x="1588520" y="73014"/>
                </a:lnTo>
                <a:lnTo>
                  <a:pt x="1588453" y="73873"/>
                </a:lnTo>
                <a:lnTo>
                  <a:pt x="1588402" y="74743"/>
                </a:lnTo>
                <a:lnTo>
                  <a:pt x="1588365" y="75624"/>
                </a:lnTo>
                <a:lnTo>
                  <a:pt x="1588342" y="76516"/>
                </a:lnTo>
                <a:lnTo>
                  <a:pt x="1588335" y="77419"/>
                </a:lnTo>
                <a:lnTo>
                  <a:pt x="1588335" y="97957"/>
                </a:lnTo>
                <a:lnTo>
                  <a:pt x="1588342" y="98847"/>
                </a:lnTo>
                <a:lnTo>
                  <a:pt x="1588365" y="99728"/>
                </a:lnTo>
                <a:lnTo>
                  <a:pt x="1588402" y="100598"/>
                </a:lnTo>
                <a:lnTo>
                  <a:pt x="1588453" y="101458"/>
                </a:lnTo>
                <a:lnTo>
                  <a:pt x="1588520" y="102307"/>
                </a:lnTo>
                <a:lnTo>
                  <a:pt x="1588602" y="103147"/>
                </a:lnTo>
                <a:lnTo>
                  <a:pt x="1588698" y="103976"/>
                </a:lnTo>
                <a:lnTo>
                  <a:pt x="1588809" y="104796"/>
                </a:lnTo>
                <a:lnTo>
                  <a:pt x="1588935" y="105605"/>
                </a:lnTo>
                <a:lnTo>
                  <a:pt x="1589075" y="106404"/>
                </a:lnTo>
                <a:lnTo>
                  <a:pt x="1589231" y="107192"/>
                </a:lnTo>
                <a:lnTo>
                  <a:pt x="1589401" y="107971"/>
                </a:lnTo>
                <a:lnTo>
                  <a:pt x="1589586" y="108740"/>
                </a:lnTo>
                <a:lnTo>
                  <a:pt x="1589786" y="109498"/>
                </a:lnTo>
                <a:lnTo>
                  <a:pt x="1590001" y="110246"/>
                </a:lnTo>
                <a:lnTo>
                  <a:pt x="1590230" y="110984"/>
                </a:lnTo>
                <a:lnTo>
                  <a:pt x="1590475" y="111712"/>
                </a:lnTo>
                <a:lnTo>
                  <a:pt x="1590734" y="112430"/>
                </a:lnTo>
                <a:lnTo>
                  <a:pt x="1591008" y="113137"/>
                </a:lnTo>
                <a:lnTo>
                  <a:pt x="1591297" y="113835"/>
                </a:lnTo>
                <a:lnTo>
                  <a:pt x="1591600" y="114522"/>
                </a:lnTo>
                <a:lnTo>
                  <a:pt x="1591919" y="115199"/>
                </a:lnTo>
                <a:lnTo>
                  <a:pt x="1592252" y="115866"/>
                </a:lnTo>
                <a:lnTo>
                  <a:pt x="1592600" y="116523"/>
                </a:lnTo>
                <a:lnTo>
                  <a:pt x="1592961" y="117168"/>
                </a:lnTo>
                <a:lnTo>
                  <a:pt x="1593335" y="117801"/>
                </a:lnTo>
                <a:lnTo>
                  <a:pt x="1593720" y="118421"/>
                </a:lnTo>
                <a:lnTo>
                  <a:pt x="1594116" y="119029"/>
                </a:lnTo>
                <a:lnTo>
                  <a:pt x="1594525" y="119624"/>
                </a:lnTo>
                <a:lnTo>
                  <a:pt x="1594946" y="120206"/>
                </a:lnTo>
                <a:lnTo>
                  <a:pt x="1595378" y="120776"/>
                </a:lnTo>
                <a:lnTo>
                  <a:pt x="1595822" y="121333"/>
                </a:lnTo>
                <a:lnTo>
                  <a:pt x="1596278" y="121878"/>
                </a:lnTo>
                <a:lnTo>
                  <a:pt x="1596745" y="122409"/>
                </a:lnTo>
                <a:lnTo>
                  <a:pt x="1597224" y="122929"/>
                </a:lnTo>
                <a:lnTo>
                  <a:pt x="1597716" y="123435"/>
                </a:lnTo>
                <a:lnTo>
                  <a:pt x="1598219" y="123929"/>
                </a:lnTo>
                <a:lnTo>
                  <a:pt x="1598733" y="124411"/>
                </a:lnTo>
                <a:lnTo>
                  <a:pt x="1599260" y="124880"/>
                </a:lnTo>
                <a:lnTo>
                  <a:pt x="1599798" y="125336"/>
                </a:lnTo>
                <a:lnTo>
                  <a:pt x="1600348" y="125779"/>
                </a:lnTo>
                <a:lnTo>
                  <a:pt x="1600910" y="126210"/>
                </a:lnTo>
                <a:lnTo>
                  <a:pt x="1601484" y="126629"/>
                </a:lnTo>
                <a:lnTo>
                  <a:pt x="1602069" y="127035"/>
                </a:lnTo>
                <a:lnTo>
                  <a:pt x="1602666" y="127428"/>
                </a:lnTo>
                <a:lnTo>
                  <a:pt x="1603275" y="127808"/>
                </a:lnTo>
                <a:lnTo>
                  <a:pt x="1603896" y="128176"/>
                </a:lnTo>
                <a:lnTo>
                  <a:pt x="1604529" y="128531"/>
                </a:lnTo>
                <a:lnTo>
                  <a:pt x="1605172" y="128873"/>
                </a:lnTo>
                <a:lnTo>
                  <a:pt x="1605824" y="129200"/>
                </a:lnTo>
                <a:lnTo>
                  <a:pt x="1606485" y="129512"/>
                </a:lnTo>
                <a:lnTo>
                  <a:pt x="1607156" y="129810"/>
                </a:lnTo>
                <a:lnTo>
                  <a:pt x="1607835" y="130094"/>
                </a:lnTo>
                <a:lnTo>
                  <a:pt x="1608524" y="130362"/>
                </a:lnTo>
                <a:lnTo>
                  <a:pt x="1609221" y="130617"/>
                </a:lnTo>
                <a:lnTo>
                  <a:pt x="1609928" y="130856"/>
                </a:lnTo>
                <a:lnTo>
                  <a:pt x="1610643" y="131082"/>
                </a:lnTo>
                <a:lnTo>
                  <a:pt x="1611368" y="131292"/>
                </a:lnTo>
                <a:lnTo>
                  <a:pt x="1612101" y="131489"/>
                </a:lnTo>
                <a:lnTo>
                  <a:pt x="1612844" y="131670"/>
                </a:lnTo>
                <a:lnTo>
                  <a:pt x="1613596" y="131837"/>
                </a:lnTo>
                <a:lnTo>
                  <a:pt x="1614357" y="131990"/>
                </a:lnTo>
                <a:lnTo>
                  <a:pt x="1615127" y="132128"/>
                </a:lnTo>
                <a:lnTo>
                  <a:pt x="1615906" y="132252"/>
                </a:lnTo>
                <a:lnTo>
                  <a:pt x="1616694" y="132360"/>
                </a:lnTo>
                <a:lnTo>
                  <a:pt x="1617491" y="132455"/>
                </a:lnTo>
                <a:lnTo>
                  <a:pt x="1618297" y="132535"/>
                </a:lnTo>
                <a:lnTo>
                  <a:pt x="1619112" y="132600"/>
                </a:lnTo>
                <a:lnTo>
                  <a:pt x="1619936" y="132651"/>
                </a:lnTo>
                <a:lnTo>
                  <a:pt x="1620769" y="132687"/>
                </a:lnTo>
                <a:lnTo>
                  <a:pt x="1621611" y="132709"/>
                </a:lnTo>
                <a:lnTo>
                  <a:pt x="1622463" y="132717"/>
                </a:lnTo>
                <a:lnTo>
                  <a:pt x="1623600" y="132705"/>
                </a:lnTo>
                <a:lnTo>
                  <a:pt x="1624722" y="132672"/>
                </a:lnTo>
                <a:lnTo>
                  <a:pt x="1625827" y="132617"/>
                </a:lnTo>
                <a:lnTo>
                  <a:pt x="1626917" y="132539"/>
                </a:lnTo>
                <a:lnTo>
                  <a:pt x="1627991" y="132439"/>
                </a:lnTo>
                <a:close/>
                <a:moveTo>
                  <a:pt x="1602275" y="74159"/>
                </a:moveTo>
                <a:lnTo>
                  <a:pt x="1602321" y="73344"/>
                </a:lnTo>
                <a:lnTo>
                  <a:pt x="1602385" y="72545"/>
                </a:lnTo>
                <a:lnTo>
                  <a:pt x="1602468" y="71762"/>
                </a:lnTo>
                <a:lnTo>
                  <a:pt x="1602569" y="70995"/>
                </a:lnTo>
                <a:lnTo>
                  <a:pt x="1602688" y="70245"/>
                </a:lnTo>
                <a:lnTo>
                  <a:pt x="1602826" y="69510"/>
                </a:lnTo>
                <a:lnTo>
                  <a:pt x="1602982" y="68792"/>
                </a:lnTo>
                <a:lnTo>
                  <a:pt x="1603157" y="68090"/>
                </a:lnTo>
                <a:lnTo>
                  <a:pt x="1603350" y="67405"/>
                </a:lnTo>
                <a:lnTo>
                  <a:pt x="1603561" y="66735"/>
                </a:lnTo>
                <a:lnTo>
                  <a:pt x="1603791" y="66082"/>
                </a:lnTo>
                <a:lnTo>
                  <a:pt x="1604039" y="65444"/>
                </a:lnTo>
                <a:lnTo>
                  <a:pt x="1604305" y="64823"/>
                </a:lnTo>
                <a:lnTo>
                  <a:pt x="1604590" y="64219"/>
                </a:lnTo>
                <a:lnTo>
                  <a:pt x="1604893" y="63630"/>
                </a:lnTo>
                <a:lnTo>
                  <a:pt x="1605215" y="63057"/>
                </a:lnTo>
                <a:lnTo>
                  <a:pt x="1605555" y="62501"/>
                </a:lnTo>
                <a:lnTo>
                  <a:pt x="1605913" y="61961"/>
                </a:lnTo>
                <a:lnTo>
                  <a:pt x="1606290" y="61437"/>
                </a:lnTo>
                <a:lnTo>
                  <a:pt x="1606685" y="60929"/>
                </a:lnTo>
                <a:lnTo>
                  <a:pt x="1607098" y="60438"/>
                </a:lnTo>
                <a:lnTo>
                  <a:pt x="1607530" y="59962"/>
                </a:lnTo>
                <a:lnTo>
                  <a:pt x="1607979" y="59505"/>
                </a:lnTo>
                <a:lnTo>
                  <a:pt x="1608443" y="59066"/>
                </a:lnTo>
                <a:lnTo>
                  <a:pt x="1608922" y="58647"/>
                </a:lnTo>
                <a:lnTo>
                  <a:pt x="1609416" y="58248"/>
                </a:lnTo>
                <a:lnTo>
                  <a:pt x="1609925" y="57868"/>
                </a:lnTo>
                <a:lnTo>
                  <a:pt x="1610449" y="57508"/>
                </a:lnTo>
                <a:lnTo>
                  <a:pt x="1610988" y="57167"/>
                </a:lnTo>
                <a:lnTo>
                  <a:pt x="1611542" y="56846"/>
                </a:lnTo>
                <a:lnTo>
                  <a:pt x="1612112" y="56544"/>
                </a:lnTo>
                <a:lnTo>
                  <a:pt x="1612696" y="56261"/>
                </a:lnTo>
                <a:lnTo>
                  <a:pt x="1613296" y="55998"/>
                </a:lnTo>
                <a:lnTo>
                  <a:pt x="1613910" y="55755"/>
                </a:lnTo>
                <a:lnTo>
                  <a:pt x="1614540" y="55531"/>
                </a:lnTo>
                <a:lnTo>
                  <a:pt x="1615185" y="55326"/>
                </a:lnTo>
                <a:lnTo>
                  <a:pt x="1615845" y="55141"/>
                </a:lnTo>
                <a:lnTo>
                  <a:pt x="1616520" y="54976"/>
                </a:lnTo>
                <a:lnTo>
                  <a:pt x="1617210" y="54830"/>
                </a:lnTo>
                <a:lnTo>
                  <a:pt x="1617915" y="54703"/>
                </a:lnTo>
                <a:lnTo>
                  <a:pt x="1618635" y="54596"/>
                </a:lnTo>
                <a:lnTo>
                  <a:pt x="1619371" y="54508"/>
                </a:lnTo>
                <a:lnTo>
                  <a:pt x="1620121" y="54440"/>
                </a:lnTo>
                <a:lnTo>
                  <a:pt x="1620887" y="54391"/>
                </a:lnTo>
                <a:lnTo>
                  <a:pt x="1621667" y="54362"/>
                </a:lnTo>
                <a:lnTo>
                  <a:pt x="1622463" y="54352"/>
                </a:lnTo>
                <a:lnTo>
                  <a:pt x="1623258" y="54362"/>
                </a:lnTo>
                <a:lnTo>
                  <a:pt x="1624039" y="54391"/>
                </a:lnTo>
                <a:lnTo>
                  <a:pt x="1624804" y="54440"/>
                </a:lnTo>
                <a:lnTo>
                  <a:pt x="1625554" y="54508"/>
                </a:lnTo>
                <a:lnTo>
                  <a:pt x="1626289" y="54596"/>
                </a:lnTo>
                <a:lnTo>
                  <a:pt x="1627009" y="54703"/>
                </a:lnTo>
                <a:lnTo>
                  <a:pt x="1627714" y="54830"/>
                </a:lnTo>
                <a:lnTo>
                  <a:pt x="1628404" y="54976"/>
                </a:lnTo>
                <a:lnTo>
                  <a:pt x="1629079" y="55141"/>
                </a:lnTo>
                <a:lnTo>
                  <a:pt x="1629739" y="55326"/>
                </a:lnTo>
                <a:lnTo>
                  <a:pt x="1630383" y="55531"/>
                </a:lnTo>
                <a:lnTo>
                  <a:pt x="1631013" y="55755"/>
                </a:lnTo>
                <a:lnTo>
                  <a:pt x="1631627" y="55998"/>
                </a:lnTo>
                <a:lnTo>
                  <a:pt x="1632227" y="56261"/>
                </a:lnTo>
                <a:lnTo>
                  <a:pt x="1632811" y="56544"/>
                </a:lnTo>
                <a:lnTo>
                  <a:pt x="1633380" y="56846"/>
                </a:lnTo>
                <a:lnTo>
                  <a:pt x="1633934" y="57167"/>
                </a:lnTo>
                <a:lnTo>
                  <a:pt x="1634473" y="57508"/>
                </a:lnTo>
                <a:lnTo>
                  <a:pt x="1634997" y="57868"/>
                </a:lnTo>
                <a:lnTo>
                  <a:pt x="1635506" y="58248"/>
                </a:lnTo>
                <a:lnTo>
                  <a:pt x="1636000" y="58647"/>
                </a:lnTo>
                <a:lnTo>
                  <a:pt x="1636479" y="59066"/>
                </a:lnTo>
                <a:lnTo>
                  <a:pt x="1636942" y="59505"/>
                </a:lnTo>
                <a:lnTo>
                  <a:pt x="1637391" y="59962"/>
                </a:lnTo>
                <a:lnTo>
                  <a:pt x="1637823" y="60438"/>
                </a:lnTo>
                <a:lnTo>
                  <a:pt x="1638236" y="60929"/>
                </a:lnTo>
                <a:lnTo>
                  <a:pt x="1638632" y="61437"/>
                </a:lnTo>
                <a:lnTo>
                  <a:pt x="1639008" y="61961"/>
                </a:lnTo>
                <a:lnTo>
                  <a:pt x="1639367" y="62501"/>
                </a:lnTo>
                <a:lnTo>
                  <a:pt x="1639707" y="63057"/>
                </a:lnTo>
                <a:lnTo>
                  <a:pt x="1640029" y="63630"/>
                </a:lnTo>
                <a:lnTo>
                  <a:pt x="1640332" y="64219"/>
                </a:lnTo>
                <a:lnTo>
                  <a:pt x="1640617" y="64823"/>
                </a:lnTo>
                <a:lnTo>
                  <a:pt x="1640883" y="65444"/>
                </a:lnTo>
                <a:lnTo>
                  <a:pt x="1641132" y="66082"/>
                </a:lnTo>
                <a:lnTo>
                  <a:pt x="1641361" y="66735"/>
                </a:lnTo>
                <a:lnTo>
                  <a:pt x="1641573" y="67405"/>
                </a:lnTo>
                <a:lnTo>
                  <a:pt x="1641766" y="68090"/>
                </a:lnTo>
                <a:lnTo>
                  <a:pt x="1641940" y="68792"/>
                </a:lnTo>
                <a:lnTo>
                  <a:pt x="1642097" y="69510"/>
                </a:lnTo>
                <a:lnTo>
                  <a:pt x="1642235" y="70245"/>
                </a:lnTo>
                <a:lnTo>
                  <a:pt x="1642354" y="70995"/>
                </a:lnTo>
                <a:lnTo>
                  <a:pt x="1642455" y="71762"/>
                </a:lnTo>
                <a:lnTo>
                  <a:pt x="1642538" y="72545"/>
                </a:lnTo>
                <a:lnTo>
                  <a:pt x="1642602" y="73344"/>
                </a:lnTo>
                <a:lnTo>
                  <a:pt x="1642648" y="74159"/>
                </a:lnTo>
                <a:lnTo>
                  <a:pt x="1642676" y="74990"/>
                </a:lnTo>
                <a:lnTo>
                  <a:pt x="1642685" y="75838"/>
                </a:lnTo>
                <a:lnTo>
                  <a:pt x="1642685" y="80262"/>
                </a:lnTo>
                <a:lnTo>
                  <a:pt x="1602238" y="80262"/>
                </a:lnTo>
                <a:lnTo>
                  <a:pt x="1602238" y="75838"/>
                </a:lnTo>
                <a:lnTo>
                  <a:pt x="1602247" y="74990"/>
                </a:lnTo>
                <a:lnTo>
                  <a:pt x="1602275" y="741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OFFSET{idx}&quot;)">
            <a:extLst xmlns:a="http://schemas.openxmlformats.org/drawingml/2006/main">
              <a:ext uri="{FF2B5EF4-FFF2-40B4-BE49-F238E27FC236}">
                <a16:creationId xmlns:a16="http://schemas.microsoft.com/office/drawing/2014/main" id="{35A20B9F-AF59-468B-89D3-AF7A1778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453" y="2186010"/>
            <a:ext cx="1266099" cy="151675"/>
          </a:xfrm>
          <a:custGeom xmlns:a="http://schemas.openxmlformats.org/drawingml/2006/main">
            <a:pathLst>
              <a:path w="1266099" h="151675">
                <a:moveTo>
                  <a:pt x="785079" y="30102"/>
                </a:moveTo>
                <a:lnTo>
                  <a:pt x="785479" y="30060"/>
                </a:lnTo>
                <a:lnTo>
                  <a:pt x="785871" y="30009"/>
                </a:lnTo>
                <a:lnTo>
                  <a:pt x="786256" y="29948"/>
                </a:lnTo>
                <a:lnTo>
                  <a:pt x="786633" y="29878"/>
                </a:lnTo>
                <a:lnTo>
                  <a:pt x="787002" y="29799"/>
                </a:lnTo>
                <a:lnTo>
                  <a:pt x="787363" y="29710"/>
                </a:lnTo>
                <a:lnTo>
                  <a:pt x="787717" y="29612"/>
                </a:lnTo>
                <a:lnTo>
                  <a:pt x="788063" y="29505"/>
                </a:lnTo>
                <a:lnTo>
                  <a:pt x="788402" y="29388"/>
                </a:lnTo>
                <a:lnTo>
                  <a:pt x="788733" y="29263"/>
                </a:lnTo>
                <a:lnTo>
                  <a:pt x="789056" y="29127"/>
                </a:lnTo>
                <a:lnTo>
                  <a:pt x="789371" y="28983"/>
                </a:lnTo>
                <a:lnTo>
                  <a:pt x="789679" y="28829"/>
                </a:lnTo>
                <a:lnTo>
                  <a:pt x="789979" y="28666"/>
                </a:lnTo>
                <a:lnTo>
                  <a:pt x="790271" y="28493"/>
                </a:lnTo>
                <a:lnTo>
                  <a:pt x="790556" y="28311"/>
                </a:lnTo>
                <a:lnTo>
                  <a:pt x="790833" y="28120"/>
                </a:lnTo>
                <a:lnTo>
                  <a:pt x="791103" y="27920"/>
                </a:lnTo>
                <a:lnTo>
                  <a:pt x="791364" y="27710"/>
                </a:lnTo>
                <a:lnTo>
                  <a:pt x="791618" y="27491"/>
                </a:lnTo>
                <a:lnTo>
                  <a:pt x="791863" y="27264"/>
                </a:lnTo>
                <a:lnTo>
                  <a:pt x="792098" y="27030"/>
                </a:lnTo>
                <a:lnTo>
                  <a:pt x="792322" y="26790"/>
                </a:lnTo>
                <a:lnTo>
                  <a:pt x="792535" y="26543"/>
                </a:lnTo>
                <a:lnTo>
                  <a:pt x="792738" y="26289"/>
                </a:lnTo>
                <a:lnTo>
                  <a:pt x="792931" y="26029"/>
                </a:lnTo>
                <a:lnTo>
                  <a:pt x="793114" y="25763"/>
                </a:lnTo>
                <a:lnTo>
                  <a:pt x="793286" y="25489"/>
                </a:lnTo>
                <a:lnTo>
                  <a:pt x="793447" y="25210"/>
                </a:lnTo>
                <a:lnTo>
                  <a:pt x="793598" y="24923"/>
                </a:lnTo>
                <a:lnTo>
                  <a:pt x="793739" y="24630"/>
                </a:lnTo>
                <a:lnTo>
                  <a:pt x="793869" y="24331"/>
                </a:lnTo>
                <a:lnTo>
                  <a:pt x="793989" y="24025"/>
                </a:lnTo>
                <a:lnTo>
                  <a:pt x="794099" y="23712"/>
                </a:lnTo>
                <a:lnTo>
                  <a:pt x="794198" y="23393"/>
                </a:lnTo>
                <a:lnTo>
                  <a:pt x="794286" y="23067"/>
                </a:lnTo>
                <a:lnTo>
                  <a:pt x="794364" y="22734"/>
                </a:lnTo>
                <a:lnTo>
                  <a:pt x="794432" y="22395"/>
                </a:lnTo>
                <a:lnTo>
                  <a:pt x="794489" y="22049"/>
                </a:lnTo>
                <a:lnTo>
                  <a:pt x="794536" y="21697"/>
                </a:lnTo>
                <a:lnTo>
                  <a:pt x="794573" y="21338"/>
                </a:lnTo>
                <a:lnTo>
                  <a:pt x="794599" y="20973"/>
                </a:lnTo>
                <a:lnTo>
                  <a:pt x="794614" y="20601"/>
                </a:lnTo>
                <a:lnTo>
                  <a:pt x="794620" y="20222"/>
                </a:lnTo>
                <a:lnTo>
                  <a:pt x="794614" y="19831"/>
                </a:lnTo>
                <a:lnTo>
                  <a:pt x="794599" y="19446"/>
                </a:lnTo>
                <a:lnTo>
                  <a:pt x="794573" y="19068"/>
                </a:lnTo>
                <a:lnTo>
                  <a:pt x="794536" y="18697"/>
                </a:lnTo>
                <a:lnTo>
                  <a:pt x="794489" y="18333"/>
                </a:lnTo>
                <a:lnTo>
                  <a:pt x="794432" y="17976"/>
                </a:lnTo>
                <a:lnTo>
                  <a:pt x="794364" y="17625"/>
                </a:lnTo>
                <a:lnTo>
                  <a:pt x="794286" y="17282"/>
                </a:lnTo>
                <a:lnTo>
                  <a:pt x="794198" y="16945"/>
                </a:lnTo>
                <a:lnTo>
                  <a:pt x="794099" y="16616"/>
                </a:lnTo>
                <a:lnTo>
                  <a:pt x="793989" y="16293"/>
                </a:lnTo>
                <a:lnTo>
                  <a:pt x="793869" y="15977"/>
                </a:lnTo>
                <a:lnTo>
                  <a:pt x="793739" y="15667"/>
                </a:lnTo>
                <a:lnTo>
                  <a:pt x="793598" y="15365"/>
                </a:lnTo>
                <a:lnTo>
                  <a:pt x="793447" y="15070"/>
                </a:lnTo>
                <a:lnTo>
                  <a:pt x="793286" y="14781"/>
                </a:lnTo>
                <a:lnTo>
                  <a:pt x="793114" y="14499"/>
                </a:lnTo>
                <a:lnTo>
                  <a:pt x="792931" y="14225"/>
                </a:lnTo>
                <a:lnTo>
                  <a:pt x="792738" y="13957"/>
                </a:lnTo>
                <a:lnTo>
                  <a:pt x="792535" y="13695"/>
                </a:lnTo>
                <a:lnTo>
                  <a:pt x="792322" y="13441"/>
                </a:lnTo>
                <a:lnTo>
                  <a:pt x="792098" y="13194"/>
                </a:lnTo>
                <a:lnTo>
                  <a:pt x="791863" y="12953"/>
                </a:lnTo>
                <a:lnTo>
                  <a:pt x="791618" y="12720"/>
                </a:lnTo>
                <a:lnTo>
                  <a:pt x="791364" y="12494"/>
                </a:lnTo>
                <a:lnTo>
                  <a:pt x="791103" y="12278"/>
                </a:lnTo>
                <a:lnTo>
                  <a:pt x="790833" y="12071"/>
                </a:lnTo>
                <a:lnTo>
                  <a:pt x="790556" y="11875"/>
                </a:lnTo>
                <a:lnTo>
                  <a:pt x="790271" y="11687"/>
                </a:lnTo>
                <a:lnTo>
                  <a:pt x="789979" y="11510"/>
                </a:lnTo>
                <a:lnTo>
                  <a:pt x="789679" y="11342"/>
                </a:lnTo>
                <a:lnTo>
                  <a:pt x="789371" y="11183"/>
                </a:lnTo>
                <a:lnTo>
                  <a:pt x="789056" y="11035"/>
                </a:lnTo>
                <a:lnTo>
                  <a:pt x="788733" y="10895"/>
                </a:lnTo>
                <a:lnTo>
                  <a:pt x="788402" y="10766"/>
                </a:lnTo>
                <a:lnTo>
                  <a:pt x="788063" y="10646"/>
                </a:lnTo>
                <a:lnTo>
                  <a:pt x="787717" y="10535"/>
                </a:lnTo>
                <a:lnTo>
                  <a:pt x="787363" y="10434"/>
                </a:lnTo>
                <a:lnTo>
                  <a:pt x="787002" y="10343"/>
                </a:lnTo>
                <a:lnTo>
                  <a:pt x="786633" y="10262"/>
                </a:lnTo>
                <a:lnTo>
                  <a:pt x="786256" y="10190"/>
                </a:lnTo>
                <a:lnTo>
                  <a:pt x="785871" y="10127"/>
                </a:lnTo>
                <a:lnTo>
                  <a:pt x="785479" y="10074"/>
                </a:lnTo>
                <a:lnTo>
                  <a:pt x="785079" y="10031"/>
                </a:lnTo>
                <a:lnTo>
                  <a:pt x="784671" y="9998"/>
                </a:lnTo>
                <a:lnTo>
                  <a:pt x="784256" y="9974"/>
                </a:lnTo>
                <a:lnTo>
                  <a:pt x="783833" y="9959"/>
                </a:lnTo>
                <a:lnTo>
                  <a:pt x="783402" y="9954"/>
                </a:lnTo>
                <a:lnTo>
                  <a:pt x="782971" y="9959"/>
                </a:lnTo>
                <a:lnTo>
                  <a:pt x="782549" y="9974"/>
                </a:lnTo>
                <a:lnTo>
                  <a:pt x="782133" y="9998"/>
                </a:lnTo>
                <a:lnTo>
                  <a:pt x="781726" y="10031"/>
                </a:lnTo>
                <a:lnTo>
                  <a:pt x="781326" y="10074"/>
                </a:lnTo>
                <a:lnTo>
                  <a:pt x="780934" y="10127"/>
                </a:lnTo>
                <a:lnTo>
                  <a:pt x="780549" y="10190"/>
                </a:lnTo>
                <a:lnTo>
                  <a:pt x="780173" y="10262"/>
                </a:lnTo>
                <a:lnTo>
                  <a:pt x="779803" y="10343"/>
                </a:lnTo>
                <a:lnTo>
                  <a:pt x="779442" y="10434"/>
                </a:lnTo>
                <a:lnTo>
                  <a:pt x="779088" y="10535"/>
                </a:lnTo>
                <a:lnTo>
                  <a:pt x="778742" y="10646"/>
                </a:lnTo>
                <a:lnTo>
                  <a:pt x="778403" y="10766"/>
                </a:lnTo>
                <a:lnTo>
                  <a:pt x="778073" y="10895"/>
                </a:lnTo>
                <a:lnTo>
                  <a:pt x="777749" y="11035"/>
                </a:lnTo>
                <a:lnTo>
                  <a:pt x="777434" y="11183"/>
                </a:lnTo>
                <a:lnTo>
                  <a:pt x="777126" y="11342"/>
                </a:lnTo>
                <a:lnTo>
                  <a:pt x="776826" y="11510"/>
                </a:lnTo>
                <a:lnTo>
                  <a:pt x="776533" y="11687"/>
                </a:lnTo>
                <a:lnTo>
                  <a:pt x="776249" y="11875"/>
                </a:lnTo>
                <a:lnTo>
                  <a:pt x="775971" y="12071"/>
                </a:lnTo>
                <a:lnTo>
                  <a:pt x="775702" y="12278"/>
                </a:lnTo>
                <a:lnTo>
                  <a:pt x="775440" y="12494"/>
                </a:lnTo>
                <a:lnTo>
                  <a:pt x="775186" y="12720"/>
                </a:lnTo>
                <a:lnTo>
                  <a:pt x="774941" y="12953"/>
                </a:lnTo>
                <a:lnTo>
                  <a:pt x="774706" y="13194"/>
                </a:lnTo>
                <a:lnTo>
                  <a:pt x="774482" y="13441"/>
                </a:lnTo>
                <a:lnTo>
                  <a:pt x="774269" y="13695"/>
                </a:lnTo>
                <a:lnTo>
                  <a:pt x="774066" y="13957"/>
                </a:lnTo>
                <a:lnTo>
                  <a:pt x="773873" y="14225"/>
                </a:lnTo>
                <a:lnTo>
                  <a:pt x="773690" y="14499"/>
                </a:lnTo>
                <a:lnTo>
                  <a:pt x="773518" y="14781"/>
                </a:lnTo>
                <a:lnTo>
                  <a:pt x="773357" y="15070"/>
                </a:lnTo>
                <a:lnTo>
                  <a:pt x="773206" y="15365"/>
                </a:lnTo>
                <a:lnTo>
                  <a:pt x="773065" y="15667"/>
                </a:lnTo>
                <a:lnTo>
                  <a:pt x="772935" y="15977"/>
                </a:lnTo>
                <a:lnTo>
                  <a:pt x="772815" y="16293"/>
                </a:lnTo>
                <a:lnTo>
                  <a:pt x="772705" y="16616"/>
                </a:lnTo>
                <a:lnTo>
                  <a:pt x="772606" y="16945"/>
                </a:lnTo>
                <a:lnTo>
                  <a:pt x="772518" y="17282"/>
                </a:lnTo>
                <a:lnTo>
                  <a:pt x="772440" y="17625"/>
                </a:lnTo>
                <a:lnTo>
                  <a:pt x="772372" y="17976"/>
                </a:lnTo>
                <a:lnTo>
                  <a:pt x="772315" y="18333"/>
                </a:lnTo>
                <a:lnTo>
                  <a:pt x="772268" y="18697"/>
                </a:lnTo>
                <a:lnTo>
                  <a:pt x="772231" y="19068"/>
                </a:lnTo>
                <a:lnTo>
                  <a:pt x="772205" y="19446"/>
                </a:lnTo>
                <a:lnTo>
                  <a:pt x="772190" y="19831"/>
                </a:lnTo>
                <a:lnTo>
                  <a:pt x="772184" y="20222"/>
                </a:lnTo>
                <a:lnTo>
                  <a:pt x="772190" y="20601"/>
                </a:lnTo>
                <a:lnTo>
                  <a:pt x="772205" y="20973"/>
                </a:lnTo>
                <a:lnTo>
                  <a:pt x="772231" y="21338"/>
                </a:lnTo>
                <a:lnTo>
                  <a:pt x="772268" y="21697"/>
                </a:lnTo>
                <a:lnTo>
                  <a:pt x="772315" y="22049"/>
                </a:lnTo>
                <a:lnTo>
                  <a:pt x="772372" y="22395"/>
                </a:lnTo>
                <a:lnTo>
                  <a:pt x="772440" y="22734"/>
                </a:lnTo>
                <a:lnTo>
                  <a:pt x="772518" y="23067"/>
                </a:lnTo>
                <a:lnTo>
                  <a:pt x="772606" y="23393"/>
                </a:lnTo>
                <a:lnTo>
                  <a:pt x="772705" y="23712"/>
                </a:lnTo>
                <a:lnTo>
                  <a:pt x="772815" y="24025"/>
                </a:lnTo>
                <a:lnTo>
                  <a:pt x="772935" y="24331"/>
                </a:lnTo>
                <a:lnTo>
                  <a:pt x="773065" y="24630"/>
                </a:lnTo>
                <a:lnTo>
                  <a:pt x="773206" y="24923"/>
                </a:lnTo>
                <a:lnTo>
                  <a:pt x="773357" y="25210"/>
                </a:lnTo>
                <a:lnTo>
                  <a:pt x="773518" y="25489"/>
                </a:lnTo>
                <a:lnTo>
                  <a:pt x="773690" y="25763"/>
                </a:lnTo>
                <a:lnTo>
                  <a:pt x="773873" y="26029"/>
                </a:lnTo>
                <a:lnTo>
                  <a:pt x="774066" y="26289"/>
                </a:lnTo>
                <a:lnTo>
                  <a:pt x="774269" y="26543"/>
                </a:lnTo>
                <a:lnTo>
                  <a:pt x="774482" y="26790"/>
                </a:lnTo>
                <a:lnTo>
                  <a:pt x="774706" y="27030"/>
                </a:lnTo>
                <a:lnTo>
                  <a:pt x="774941" y="27264"/>
                </a:lnTo>
                <a:lnTo>
                  <a:pt x="775186" y="27491"/>
                </a:lnTo>
                <a:lnTo>
                  <a:pt x="775440" y="27710"/>
                </a:lnTo>
                <a:lnTo>
                  <a:pt x="775702" y="27920"/>
                </a:lnTo>
                <a:lnTo>
                  <a:pt x="775971" y="28120"/>
                </a:lnTo>
                <a:lnTo>
                  <a:pt x="776249" y="28311"/>
                </a:lnTo>
                <a:lnTo>
                  <a:pt x="776533" y="28493"/>
                </a:lnTo>
                <a:lnTo>
                  <a:pt x="776826" y="28666"/>
                </a:lnTo>
                <a:lnTo>
                  <a:pt x="777126" y="28829"/>
                </a:lnTo>
                <a:lnTo>
                  <a:pt x="777434" y="28983"/>
                </a:lnTo>
                <a:lnTo>
                  <a:pt x="777749" y="29127"/>
                </a:lnTo>
                <a:lnTo>
                  <a:pt x="778073" y="29263"/>
                </a:lnTo>
                <a:lnTo>
                  <a:pt x="778403" y="29388"/>
                </a:lnTo>
                <a:lnTo>
                  <a:pt x="778742" y="29505"/>
                </a:lnTo>
                <a:lnTo>
                  <a:pt x="779088" y="29612"/>
                </a:lnTo>
                <a:lnTo>
                  <a:pt x="779442" y="29710"/>
                </a:lnTo>
                <a:lnTo>
                  <a:pt x="779803" y="29799"/>
                </a:lnTo>
                <a:lnTo>
                  <a:pt x="780173" y="29878"/>
                </a:lnTo>
                <a:lnTo>
                  <a:pt x="780549" y="29948"/>
                </a:lnTo>
                <a:lnTo>
                  <a:pt x="780934" y="30009"/>
                </a:lnTo>
                <a:lnTo>
                  <a:pt x="781326" y="30060"/>
                </a:lnTo>
                <a:lnTo>
                  <a:pt x="781726" y="30102"/>
                </a:lnTo>
                <a:lnTo>
                  <a:pt x="782133" y="30134"/>
                </a:lnTo>
                <a:lnTo>
                  <a:pt x="782549" y="30158"/>
                </a:lnTo>
                <a:lnTo>
                  <a:pt x="782971" y="30172"/>
                </a:lnTo>
                <a:lnTo>
                  <a:pt x="783402" y="30176"/>
                </a:lnTo>
                <a:lnTo>
                  <a:pt x="783833" y="30172"/>
                </a:lnTo>
                <a:lnTo>
                  <a:pt x="784256" y="30158"/>
                </a:lnTo>
                <a:lnTo>
                  <a:pt x="784671" y="30134"/>
                </a:lnTo>
                <a:lnTo>
                  <a:pt x="785079" y="30102"/>
                </a:lnTo>
                <a:close/>
                <a:moveTo>
                  <a:pt x="38477" y="134045"/>
                </a:moveTo>
                <a:lnTo>
                  <a:pt x="39666" y="133905"/>
                </a:lnTo>
                <a:lnTo>
                  <a:pt x="40832" y="133733"/>
                </a:lnTo>
                <a:lnTo>
                  <a:pt x="41976" y="133530"/>
                </a:lnTo>
                <a:lnTo>
                  <a:pt x="43098" y="133295"/>
                </a:lnTo>
                <a:lnTo>
                  <a:pt x="44197" y="133029"/>
                </a:lnTo>
                <a:lnTo>
                  <a:pt x="45274" y="132732"/>
                </a:lnTo>
                <a:lnTo>
                  <a:pt x="46328" y="132404"/>
                </a:lnTo>
                <a:lnTo>
                  <a:pt x="47359" y="132045"/>
                </a:lnTo>
                <a:lnTo>
                  <a:pt x="48368" y="131654"/>
                </a:lnTo>
                <a:lnTo>
                  <a:pt x="49355" y="131232"/>
                </a:lnTo>
                <a:lnTo>
                  <a:pt x="50319" y="130778"/>
                </a:lnTo>
                <a:lnTo>
                  <a:pt x="51260" y="130294"/>
                </a:lnTo>
                <a:lnTo>
                  <a:pt x="52179" y="129778"/>
                </a:lnTo>
                <a:lnTo>
                  <a:pt x="53076" y="129231"/>
                </a:lnTo>
                <a:lnTo>
                  <a:pt x="53950" y="128652"/>
                </a:lnTo>
                <a:lnTo>
                  <a:pt x="54802" y="128043"/>
                </a:lnTo>
                <a:lnTo>
                  <a:pt x="55631" y="127402"/>
                </a:lnTo>
                <a:lnTo>
                  <a:pt x="56437" y="126729"/>
                </a:lnTo>
                <a:lnTo>
                  <a:pt x="57221" y="126026"/>
                </a:lnTo>
                <a:lnTo>
                  <a:pt x="57983" y="125291"/>
                </a:lnTo>
                <a:lnTo>
                  <a:pt x="58718" y="124527"/>
                </a:lnTo>
                <a:lnTo>
                  <a:pt x="59422" y="123736"/>
                </a:lnTo>
                <a:lnTo>
                  <a:pt x="60094" y="122918"/>
                </a:lnTo>
                <a:lnTo>
                  <a:pt x="60735" y="122074"/>
                </a:lnTo>
                <a:lnTo>
                  <a:pt x="61345" y="121202"/>
                </a:lnTo>
                <a:lnTo>
                  <a:pt x="61924" y="120304"/>
                </a:lnTo>
                <a:lnTo>
                  <a:pt x="62471" y="119379"/>
                </a:lnTo>
                <a:lnTo>
                  <a:pt x="62987" y="118426"/>
                </a:lnTo>
                <a:lnTo>
                  <a:pt x="63472" y="117447"/>
                </a:lnTo>
                <a:lnTo>
                  <a:pt x="63925" y="116441"/>
                </a:lnTo>
                <a:lnTo>
                  <a:pt x="64347" y="115409"/>
                </a:lnTo>
                <a:lnTo>
                  <a:pt x="64738" y="114349"/>
                </a:lnTo>
                <a:lnTo>
                  <a:pt x="65098" y="113262"/>
                </a:lnTo>
                <a:lnTo>
                  <a:pt x="65426" y="112149"/>
                </a:lnTo>
                <a:lnTo>
                  <a:pt x="65723" y="111009"/>
                </a:lnTo>
                <a:lnTo>
                  <a:pt x="65989" y="109841"/>
                </a:lnTo>
                <a:lnTo>
                  <a:pt x="66224" y="108647"/>
                </a:lnTo>
                <a:lnTo>
                  <a:pt x="66427" y="107426"/>
                </a:lnTo>
                <a:lnTo>
                  <a:pt x="66599" y="106179"/>
                </a:lnTo>
                <a:lnTo>
                  <a:pt x="66740" y="104904"/>
                </a:lnTo>
                <a:lnTo>
                  <a:pt x="66849" y="103602"/>
                </a:lnTo>
                <a:lnTo>
                  <a:pt x="66927" y="102274"/>
                </a:lnTo>
                <a:lnTo>
                  <a:pt x="66974" y="100918"/>
                </a:lnTo>
                <a:lnTo>
                  <a:pt x="66990" y="99536"/>
                </a:lnTo>
                <a:lnTo>
                  <a:pt x="66990" y="50401"/>
                </a:lnTo>
                <a:lnTo>
                  <a:pt x="66974" y="49031"/>
                </a:lnTo>
                <a:lnTo>
                  <a:pt x="66927" y="47688"/>
                </a:lnTo>
                <a:lnTo>
                  <a:pt x="66849" y="46372"/>
                </a:lnTo>
                <a:lnTo>
                  <a:pt x="66740" y="45081"/>
                </a:lnTo>
                <a:lnTo>
                  <a:pt x="66599" y="43817"/>
                </a:lnTo>
                <a:lnTo>
                  <a:pt x="66427" y="42579"/>
                </a:lnTo>
                <a:lnTo>
                  <a:pt x="66224" y="41368"/>
                </a:lnTo>
                <a:lnTo>
                  <a:pt x="65989" y="40183"/>
                </a:lnTo>
                <a:lnTo>
                  <a:pt x="65723" y="39024"/>
                </a:lnTo>
                <a:lnTo>
                  <a:pt x="65426" y="37892"/>
                </a:lnTo>
                <a:lnTo>
                  <a:pt x="65098" y="36786"/>
                </a:lnTo>
                <a:lnTo>
                  <a:pt x="64738" y="35706"/>
                </a:lnTo>
                <a:lnTo>
                  <a:pt x="64347" y="34653"/>
                </a:lnTo>
                <a:lnTo>
                  <a:pt x="63925" y="33626"/>
                </a:lnTo>
                <a:lnTo>
                  <a:pt x="63472" y="32625"/>
                </a:lnTo>
                <a:lnTo>
                  <a:pt x="62987" y="31651"/>
                </a:lnTo>
                <a:lnTo>
                  <a:pt x="62471" y="30703"/>
                </a:lnTo>
                <a:lnTo>
                  <a:pt x="61924" y="29782"/>
                </a:lnTo>
                <a:lnTo>
                  <a:pt x="61345" y="28886"/>
                </a:lnTo>
                <a:lnTo>
                  <a:pt x="60735" y="28017"/>
                </a:lnTo>
                <a:lnTo>
                  <a:pt x="60094" y="27175"/>
                </a:lnTo>
                <a:lnTo>
                  <a:pt x="59422" y="26359"/>
                </a:lnTo>
                <a:lnTo>
                  <a:pt x="58718" y="25569"/>
                </a:lnTo>
                <a:lnTo>
                  <a:pt x="57983" y="24805"/>
                </a:lnTo>
                <a:lnTo>
                  <a:pt x="57221" y="24070"/>
                </a:lnTo>
                <a:lnTo>
                  <a:pt x="56437" y="23366"/>
                </a:lnTo>
                <a:lnTo>
                  <a:pt x="55631" y="22694"/>
                </a:lnTo>
                <a:lnTo>
                  <a:pt x="54802" y="22053"/>
                </a:lnTo>
                <a:lnTo>
                  <a:pt x="53950" y="21443"/>
                </a:lnTo>
                <a:lnTo>
                  <a:pt x="53076" y="20865"/>
                </a:lnTo>
                <a:lnTo>
                  <a:pt x="52179" y="20317"/>
                </a:lnTo>
                <a:lnTo>
                  <a:pt x="51260" y="19801"/>
                </a:lnTo>
                <a:lnTo>
                  <a:pt x="50319" y="19317"/>
                </a:lnTo>
                <a:lnTo>
                  <a:pt x="49355" y="18863"/>
                </a:lnTo>
                <a:lnTo>
                  <a:pt x="48368" y="18441"/>
                </a:lnTo>
                <a:lnTo>
                  <a:pt x="47359" y="18050"/>
                </a:lnTo>
                <a:lnTo>
                  <a:pt x="46328" y="17690"/>
                </a:lnTo>
                <a:lnTo>
                  <a:pt x="45274" y="17362"/>
                </a:lnTo>
                <a:lnTo>
                  <a:pt x="44197" y="17065"/>
                </a:lnTo>
                <a:lnTo>
                  <a:pt x="43098" y="16799"/>
                </a:lnTo>
                <a:lnTo>
                  <a:pt x="41976" y="16564"/>
                </a:lnTo>
                <a:lnTo>
                  <a:pt x="40832" y="16361"/>
                </a:lnTo>
                <a:lnTo>
                  <a:pt x="39666" y="16189"/>
                </a:lnTo>
                <a:lnTo>
                  <a:pt x="38477" y="16048"/>
                </a:lnTo>
                <a:lnTo>
                  <a:pt x="37266" y="15939"/>
                </a:lnTo>
                <a:lnTo>
                  <a:pt x="36032" y="15861"/>
                </a:lnTo>
                <a:lnTo>
                  <a:pt x="34775" y="15814"/>
                </a:lnTo>
                <a:lnTo>
                  <a:pt x="33496" y="15798"/>
                </a:lnTo>
                <a:lnTo>
                  <a:pt x="32217" y="15814"/>
                </a:lnTo>
                <a:lnTo>
                  <a:pt x="30960" y="15861"/>
                </a:lnTo>
                <a:lnTo>
                  <a:pt x="29726" y="15939"/>
                </a:lnTo>
                <a:lnTo>
                  <a:pt x="28514" y="16048"/>
                </a:lnTo>
                <a:lnTo>
                  <a:pt x="27325" y="16189"/>
                </a:lnTo>
                <a:lnTo>
                  <a:pt x="26159" y="16361"/>
                </a:lnTo>
                <a:lnTo>
                  <a:pt x="25014" y="16564"/>
                </a:lnTo>
                <a:lnTo>
                  <a:pt x="23893" y="16799"/>
                </a:lnTo>
                <a:lnTo>
                  <a:pt x="22794" y="17065"/>
                </a:lnTo>
                <a:lnTo>
                  <a:pt x="21717" y="17362"/>
                </a:lnTo>
                <a:lnTo>
                  <a:pt x="20663" y="17690"/>
                </a:lnTo>
                <a:lnTo>
                  <a:pt x="19631" y="18050"/>
                </a:lnTo>
                <a:lnTo>
                  <a:pt x="18622" y="18441"/>
                </a:lnTo>
                <a:lnTo>
                  <a:pt x="17635" y="18863"/>
                </a:lnTo>
                <a:lnTo>
                  <a:pt x="16671" y="19317"/>
                </a:lnTo>
                <a:lnTo>
                  <a:pt x="15729" y="19801"/>
                </a:lnTo>
                <a:lnTo>
                  <a:pt x="14810" y="20317"/>
                </a:lnTo>
                <a:lnTo>
                  <a:pt x="13913" y="20865"/>
                </a:lnTo>
                <a:lnTo>
                  <a:pt x="13039" y="21443"/>
                </a:lnTo>
                <a:lnTo>
                  <a:pt x="12187" y="22053"/>
                </a:lnTo>
                <a:lnTo>
                  <a:pt x="11357" y="22694"/>
                </a:lnTo>
                <a:lnTo>
                  <a:pt x="10551" y="23366"/>
                </a:lnTo>
                <a:lnTo>
                  <a:pt x="9766" y="24070"/>
                </a:lnTo>
                <a:lnTo>
                  <a:pt x="9004" y="24805"/>
                </a:lnTo>
                <a:lnTo>
                  <a:pt x="8270" y="25569"/>
                </a:lnTo>
                <a:lnTo>
                  <a:pt x="7566" y="26360"/>
                </a:lnTo>
                <a:lnTo>
                  <a:pt x="6894" y="27177"/>
                </a:lnTo>
                <a:lnTo>
                  <a:pt x="6253" y="28022"/>
                </a:lnTo>
                <a:lnTo>
                  <a:pt x="5643" y="28893"/>
                </a:lnTo>
                <a:lnTo>
                  <a:pt x="5065" y="29791"/>
                </a:lnTo>
                <a:lnTo>
                  <a:pt x="4518" y="30716"/>
                </a:lnTo>
                <a:lnTo>
                  <a:pt x="4002" y="31668"/>
                </a:lnTo>
                <a:lnTo>
                  <a:pt x="3517" y="32647"/>
                </a:lnTo>
                <a:lnTo>
                  <a:pt x="3064" y="33653"/>
                </a:lnTo>
                <a:lnTo>
                  <a:pt x="2642" y="34686"/>
                </a:lnTo>
                <a:lnTo>
                  <a:pt x="2251" y="35745"/>
                </a:lnTo>
                <a:lnTo>
                  <a:pt x="1892" y="36832"/>
                </a:lnTo>
                <a:lnTo>
                  <a:pt x="1563" y="37945"/>
                </a:lnTo>
                <a:lnTo>
                  <a:pt x="1266" y="39086"/>
                </a:lnTo>
                <a:lnTo>
                  <a:pt x="1000" y="40253"/>
                </a:lnTo>
                <a:lnTo>
                  <a:pt x="766" y="41447"/>
                </a:lnTo>
                <a:lnTo>
                  <a:pt x="563" y="42668"/>
                </a:lnTo>
                <a:lnTo>
                  <a:pt x="391" y="43915"/>
                </a:lnTo>
                <a:lnTo>
                  <a:pt x="250" y="45190"/>
                </a:lnTo>
                <a:lnTo>
                  <a:pt x="141" y="46492"/>
                </a:lnTo>
                <a:lnTo>
                  <a:pt x="63" y="47820"/>
                </a:lnTo>
                <a:lnTo>
                  <a:pt x="16" y="49175"/>
                </a:lnTo>
                <a:lnTo>
                  <a:pt x="0" y="50558"/>
                </a:lnTo>
                <a:lnTo>
                  <a:pt x="0" y="99536"/>
                </a:lnTo>
                <a:lnTo>
                  <a:pt x="16" y="100918"/>
                </a:lnTo>
                <a:lnTo>
                  <a:pt x="63" y="102274"/>
                </a:lnTo>
                <a:lnTo>
                  <a:pt x="141" y="103602"/>
                </a:lnTo>
                <a:lnTo>
                  <a:pt x="250" y="104904"/>
                </a:lnTo>
                <a:lnTo>
                  <a:pt x="391" y="106179"/>
                </a:lnTo>
                <a:lnTo>
                  <a:pt x="563" y="107426"/>
                </a:lnTo>
                <a:lnTo>
                  <a:pt x="766" y="108647"/>
                </a:lnTo>
                <a:lnTo>
                  <a:pt x="1000" y="109841"/>
                </a:lnTo>
                <a:lnTo>
                  <a:pt x="1266" y="111009"/>
                </a:lnTo>
                <a:lnTo>
                  <a:pt x="1563" y="112149"/>
                </a:lnTo>
                <a:lnTo>
                  <a:pt x="1892" y="113262"/>
                </a:lnTo>
                <a:lnTo>
                  <a:pt x="2251" y="114349"/>
                </a:lnTo>
                <a:lnTo>
                  <a:pt x="2642" y="115409"/>
                </a:lnTo>
                <a:lnTo>
                  <a:pt x="3064" y="116441"/>
                </a:lnTo>
                <a:lnTo>
                  <a:pt x="3517" y="117447"/>
                </a:lnTo>
                <a:lnTo>
                  <a:pt x="4002" y="118426"/>
                </a:lnTo>
                <a:lnTo>
                  <a:pt x="4518" y="119379"/>
                </a:lnTo>
                <a:lnTo>
                  <a:pt x="5065" y="120304"/>
                </a:lnTo>
                <a:lnTo>
                  <a:pt x="5643" y="121202"/>
                </a:lnTo>
                <a:lnTo>
                  <a:pt x="6253" y="122074"/>
                </a:lnTo>
                <a:lnTo>
                  <a:pt x="6894" y="122918"/>
                </a:lnTo>
                <a:lnTo>
                  <a:pt x="7566" y="123736"/>
                </a:lnTo>
                <a:lnTo>
                  <a:pt x="8270" y="124527"/>
                </a:lnTo>
                <a:lnTo>
                  <a:pt x="9004" y="125291"/>
                </a:lnTo>
                <a:lnTo>
                  <a:pt x="9766" y="126026"/>
                </a:lnTo>
                <a:lnTo>
                  <a:pt x="10551" y="126729"/>
                </a:lnTo>
                <a:lnTo>
                  <a:pt x="11357" y="127402"/>
                </a:lnTo>
                <a:lnTo>
                  <a:pt x="12187" y="128043"/>
                </a:lnTo>
                <a:lnTo>
                  <a:pt x="13039" y="128652"/>
                </a:lnTo>
                <a:lnTo>
                  <a:pt x="13913" y="129231"/>
                </a:lnTo>
                <a:lnTo>
                  <a:pt x="14810" y="129778"/>
                </a:lnTo>
                <a:lnTo>
                  <a:pt x="15729" y="130294"/>
                </a:lnTo>
                <a:lnTo>
                  <a:pt x="16671" y="130778"/>
                </a:lnTo>
                <a:lnTo>
                  <a:pt x="17635" y="131232"/>
                </a:lnTo>
                <a:lnTo>
                  <a:pt x="18622" y="131654"/>
                </a:lnTo>
                <a:lnTo>
                  <a:pt x="19631" y="132045"/>
                </a:lnTo>
                <a:lnTo>
                  <a:pt x="20663" y="132404"/>
                </a:lnTo>
                <a:lnTo>
                  <a:pt x="21717" y="132732"/>
                </a:lnTo>
                <a:lnTo>
                  <a:pt x="22794" y="133029"/>
                </a:lnTo>
                <a:lnTo>
                  <a:pt x="23893" y="133295"/>
                </a:lnTo>
                <a:lnTo>
                  <a:pt x="25014" y="133530"/>
                </a:lnTo>
                <a:lnTo>
                  <a:pt x="26159" y="133733"/>
                </a:lnTo>
                <a:lnTo>
                  <a:pt x="27325" y="133905"/>
                </a:lnTo>
                <a:lnTo>
                  <a:pt x="28514" y="134045"/>
                </a:lnTo>
                <a:lnTo>
                  <a:pt x="29726" y="134155"/>
                </a:lnTo>
                <a:lnTo>
                  <a:pt x="30960" y="134233"/>
                </a:lnTo>
                <a:lnTo>
                  <a:pt x="32217" y="134280"/>
                </a:lnTo>
                <a:lnTo>
                  <a:pt x="33496" y="134296"/>
                </a:lnTo>
                <a:lnTo>
                  <a:pt x="34775" y="134280"/>
                </a:lnTo>
                <a:lnTo>
                  <a:pt x="36032" y="134233"/>
                </a:lnTo>
                <a:lnTo>
                  <a:pt x="37266" y="134155"/>
                </a:lnTo>
                <a:lnTo>
                  <a:pt x="38477" y="134045"/>
                </a:lnTo>
                <a:close/>
                <a:moveTo>
                  <a:pt x="30556" y="121352"/>
                </a:moveTo>
                <a:lnTo>
                  <a:pt x="29856" y="121269"/>
                </a:lnTo>
                <a:lnTo>
                  <a:pt x="29171" y="121168"/>
                </a:lnTo>
                <a:lnTo>
                  <a:pt x="28500" y="121049"/>
                </a:lnTo>
                <a:lnTo>
                  <a:pt x="27843" y="120911"/>
                </a:lnTo>
                <a:lnTo>
                  <a:pt x="27201" y="120755"/>
                </a:lnTo>
                <a:lnTo>
                  <a:pt x="26573" y="120580"/>
                </a:lnTo>
                <a:lnTo>
                  <a:pt x="25959" y="120387"/>
                </a:lnTo>
                <a:lnTo>
                  <a:pt x="25359" y="120176"/>
                </a:lnTo>
                <a:lnTo>
                  <a:pt x="24774" y="119946"/>
                </a:lnTo>
                <a:lnTo>
                  <a:pt x="24202" y="119698"/>
                </a:lnTo>
                <a:lnTo>
                  <a:pt x="23645" y="119432"/>
                </a:lnTo>
                <a:lnTo>
                  <a:pt x="23103" y="119147"/>
                </a:lnTo>
                <a:lnTo>
                  <a:pt x="22574" y="118844"/>
                </a:lnTo>
                <a:lnTo>
                  <a:pt x="22060" y="118522"/>
                </a:lnTo>
                <a:lnTo>
                  <a:pt x="21560" y="118182"/>
                </a:lnTo>
                <a:lnTo>
                  <a:pt x="21075" y="117824"/>
                </a:lnTo>
                <a:lnTo>
                  <a:pt x="20603" y="117447"/>
                </a:lnTo>
                <a:lnTo>
                  <a:pt x="20146" y="117052"/>
                </a:lnTo>
                <a:lnTo>
                  <a:pt x="19703" y="116639"/>
                </a:lnTo>
                <a:lnTo>
                  <a:pt x="19275" y="116207"/>
                </a:lnTo>
                <a:lnTo>
                  <a:pt x="18862" y="115758"/>
                </a:lnTo>
                <a:lnTo>
                  <a:pt x="18467" y="115293"/>
                </a:lnTo>
                <a:lnTo>
                  <a:pt x="18090" y="114813"/>
                </a:lnTo>
                <a:lnTo>
                  <a:pt x="17730" y="114317"/>
                </a:lnTo>
                <a:lnTo>
                  <a:pt x="17388" y="113806"/>
                </a:lnTo>
                <a:lnTo>
                  <a:pt x="17063" y="113279"/>
                </a:lnTo>
                <a:lnTo>
                  <a:pt x="16756" y="112736"/>
                </a:lnTo>
                <a:lnTo>
                  <a:pt x="16466" y="112178"/>
                </a:lnTo>
                <a:lnTo>
                  <a:pt x="16194" y="111604"/>
                </a:lnTo>
                <a:lnTo>
                  <a:pt x="15939" y="111014"/>
                </a:lnTo>
                <a:lnTo>
                  <a:pt x="15702" y="110409"/>
                </a:lnTo>
                <a:lnTo>
                  <a:pt x="15483" y="109788"/>
                </a:lnTo>
                <a:lnTo>
                  <a:pt x="15281" y="109151"/>
                </a:lnTo>
                <a:lnTo>
                  <a:pt x="15097" y="108499"/>
                </a:lnTo>
                <a:lnTo>
                  <a:pt x="14930" y="107831"/>
                </a:lnTo>
                <a:lnTo>
                  <a:pt x="14781" y="107148"/>
                </a:lnTo>
                <a:lnTo>
                  <a:pt x="14649" y="106449"/>
                </a:lnTo>
                <a:lnTo>
                  <a:pt x="14535" y="105734"/>
                </a:lnTo>
                <a:lnTo>
                  <a:pt x="14439" y="105004"/>
                </a:lnTo>
                <a:lnTo>
                  <a:pt x="14360" y="104258"/>
                </a:lnTo>
                <a:lnTo>
                  <a:pt x="14298" y="103496"/>
                </a:lnTo>
                <a:lnTo>
                  <a:pt x="14254" y="102719"/>
                </a:lnTo>
                <a:lnTo>
                  <a:pt x="14228" y="101926"/>
                </a:lnTo>
                <a:lnTo>
                  <a:pt x="14219" y="101118"/>
                </a:lnTo>
                <a:lnTo>
                  <a:pt x="14219" y="48979"/>
                </a:lnTo>
                <a:lnTo>
                  <a:pt x="14228" y="48170"/>
                </a:lnTo>
                <a:lnTo>
                  <a:pt x="14254" y="47377"/>
                </a:lnTo>
                <a:lnTo>
                  <a:pt x="14298" y="46600"/>
                </a:lnTo>
                <a:lnTo>
                  <a:pt x="14360" y="45839"/>
                </a:lnTo>
                <a:lnTo>
                  <a:pt x="14439" y="45093"/>
                </a:lnTo>
                <a:lnTo>
                  <a:pt x="14535" y="44362"/>
                </a:lnTo>
                <a:lnTo>
                  <a:pt x="14649" y="43648"/>
                </a:lnTo>
                <a:lnTo>
                  <a:pt x="14781" y="42949"/>
                </a:lnTo>
                <a:lnTo>
                  <a:pt x="14930" y="42265"/>
                </a:lnTo>
                <a:lnTo>
                  <a:pt x="15097" y="41598"/>
                </a:lnTo>
                <a:lnTo>
                  <a:pt x="15281" y="40946"/>
                </a:lnTo>
                <a:lnTo>
                  <a:pt x="15483" y="40309"/>
                </a:lnTo>
                <a:lnTo>
                  <a:pt x="15702" y="39688"/>
                </a:lnTo>
                <a:lnTo>
                  <a:pt x="15939" y="39083"/>
                </a:lnTo>
                <a:lnTo>
                  <a:pt x="16194" y="38494"/>
                </a:lnTo>
                <a:lnTo>
                  <a:pt x="16466" y="37920"/>
                </a:lnTo>
                <a:lnTo>
                  <a:pt x="16756" y="37362"/>
                </a:lnTo>
                <a:lnTo>
                  <a:pt x="17063" y="36819"/>
                </a:lnTo>
                <a:lnTo>
                  <a:pt x="17388" y="36292"/>
                </a:lnTo>
                <a:lnTo>
                  <a:pt x="17730" y="35781"/>
                </a:lnTo>
                <a:lnTo>
                  <a:pt x="18090" y="35285"/>
                </a:lnTo>
                <a:lnTo>
                  <a:pt x="18467" y="34805"/>
                </a:lnTo>
                <a:lnTo>
                  <a:pt x="18862" y="34340"/>
                </a:lnTo>
                <a:lnTo>
                  <a:pt x="19275" y="33892"/>
                </a:lnTo>
                <a:lnTo>
                  <a:pt x="19703" y="33460"/>
                </a:lnTo>
                <a:lnTo>
                  <a:pt x="20146" y="33046"/>
                </a:lnTo>
                <a:lnTo>
                  <a:pt x="20603" y="32651"/>
                </a:lnTo>
                <a:lnTo>
                  <a:pt x="21075" y="32274"/>
                </a:lnTo>
                <a:lnTo>
                  <a:pt x="21560" y="31915"/>
                </a:lnTo>
                <a:lnTo>
                  <a:pt x="22060" y="31575"/>
                </a:lnTo>
                <a:lnTo>
                  <a:pt x="22574" y="31254"/>
                </a:lnTo>
                <a:lnTo>
                  <a:pt x="23103" y="30950"/>
                </a:lnTo>
                <a:lnTo>
                  <a:pt x="23645" y="30665"/>
                </a:lnTo>
                <a:lnTo>
                  <a:pt x="24202" y="30399"/>
                </a:lnTo>
                <a:lnTo>
                  <a:pt x="24774" y="30151"/>
                </a:lnTo>
                <a:lnTo>
                  <a:pt x="25359" y="29921"/>
                </a:lnTo>
                <a:lnTo>
                  <a:pt x="25959" y="29709"/>
                </a:lnTo>
                <a:lnTo>
                  <a:pt x="26573" y="29516"/>
                </a:lnTo>
                <a:lnTo>
                  <a:pt x="27201" y="29342"/>
                </a:lnTo>
                <a:lnTo>
                  <a:pt x="27843" y="29186"/>
                </a:lnTo>
                <a:lnTo>
                  <a:pt x="28500" y="29048"/>
                </a:lnTo>
                <a:lnTo>
                  <a:pt x="29171" y="28928"/>
                </a:lnTo>
                <a:lnTo>
                  <a:pt x="29856" y="28827"/>
                </a:lnTo>
                <a:lnTo>
                  <a:pt x="30556" y="28744"/>
                </a:lnTo>
                <a:lnTo>
                  <a:pt x="31269" y="28680"/>
                </a:lnTo>
                <a:lnTo>
                  <a:pt x="31997" y="28634"/>
                </a:lnTo>
                <a:lnTo>
                  <a:pt x="32740" y="28607"/>
                </a:lnTo>
                <a:lnTo>
                  <a:pt x="33496" y="28597"/>
                </a:lnTo>
                <a:lnTo>
                  <a:pt x="34265" y="28607"/>
                </a:lnTo>
                <a:lnTo>
                  <a:pt x="35019" y="28634"/>
                </a:lnTo>
                <a:lnTo>
                  <a:pt x="35758" y="28680"/>
                </a:lnTo>
                <a:lnTo>
                  <a:pt x="36482" y="28744"/>
                </a:lnTo>
                <a:lnTo>
                  <a:pt x="37191" y="28827"/>
                </a:lnTo>
                <a:lnTo>
                  <a:pt x="37885" y="28928"/>
                </a:lnTo>
                <a:lnTo>
                  <a:pt x="38563" y="29048"/>
                </a:lnTo>
                <a:lnTo>
                  <a:pt x="39227" y="29186"/>
                </a:lnTo>
                <a:lnTo>
                  <a:pt x="39875" y="29342"/>
                </a:lnTo>
                <a:lnTo>
                  <a:pt x="40509" y="29516"/>
                </a:lnTo>
                <a:lnTo>
                  <a:pt x="41127" y="29709"/>
                </a:lnTo>
                <a:lnTo>
                  <a:pt x="41730" y="29921"/>
                </a:lnTo>
                <a:lnTo>
                  <a:pt x="42319" y="30151"/>
                </a:lnTo>
                <a:lnTo>
                  <a:pt x="42892" y="30399"/>
                </a:lnTo>
                <a:lnTo>
                  <a:pt x="43450" y="30665"/>
                </a:lnTo>
                <a:lnTo>
                  <a:pt x="43992" y="30950"/>
                </a:lnTo>
                <a:lnTo>
                  <a:pt x="44520" y="31254"/>
                </a:lnTo>
                <a:lnTo>
                  <a:pt x="45033" y="31575"/>
                </a:lnTo>
                <a:lnTo>
                  <a:pt x="45531" y="31915"/>
                </a:lnTo>
                <a:lnTo>
                  <a:pt x="46013" y="32274"/>
                </a:lnTo>
                <a:lnTo>
                  <a:pt x="46481" y="32651"/>
                </a:lnTo>
                <a:lnTo>
                  <a:pt x="46933" y="33046"/>
                </a:lnTo>
                <a:lnTo>
                  <a:pt x="47370" y="33460"/>
                </a:lnTo>
                <a:lnTo>
                  <a:pt x="47792" y="33892"/>
                </a:lnTo>
                <a:lnTo>
                  <a:pt x="48199" y="34340"/>
                </a:lnTo>
                <a:lnTo>
                  <a:pt x="48588" y="34805"/>
                </a:lnTo>
                <a:lnTo>
                  <a:pt x="48959" y="35285"/>
                </a:lnTo>
                <a:lnTo>
                  <a:pt x="49314" y="35781"/>
                </a:lnTo>
                <a:lnTo>
                  <a:pt x="49651" y="36292"/>
                </a:lnTo>
                <a:lnTo>
                  <a:pt x="49970" y="36819"/>
                </a:lnTo>
                <a:lnTo>
                  <a:pt x="50273" y="37362"/>
                </a:lnTo>
                <a:lnTo>
                  <a:pt x="50558" y="37920"/>
                </a:lnTo>
                <a:lnTo>
                  <a:pt x="50826" y="38494"/>
                </a:lnTo>
                <a:lnTo>
                  <a:pt x="51077" y="39083"/>
                </a:lnTo>
                <a:lnTo>
                  <a:pt x="51310" y="39688"/>
                </a:lnTo>
                <a:lnTo>
                  <a:pt x="51526" y="40309"/>
                </a:lnTo>
                <a:lnTo>
                  <a:pt x="51725" y="40946"/>
                </a:lnTo>
                <a:lnTo>
                  <a:pt x="51906" y="41598"/>
                </a:lnTo>
                <a:lnTo>
                  <a:pt x="52071" y="42265"/>
                </a:lnTo>
                <a:lnTo>
                  <a:pt x="52218" y="42949"/>
                </a:lnTo>
                <a:lnTo>
                  <a:pt x="52347" y="43648"/>
                </a:lnTo>
                <a:lnTo>
                  <a:pt x="52460" y="44362"/>
                </a:lnTo>
                <a:lnTo>
                  <a:pt x="52555" y="45093"/>
                </a:lnTo>
                <a:lnTo>
                  <a:pt x="52633" y="45839"/>
                </a:lnTo>
                <a:lnTo>
                  <a:pt x="52693" y="46600"/>
                </a:lnTo>
                <a:lnTo>
                  <a:pt x="52736" y="47377"/>
                </a:lnTo>
                <a:lnTo>
                  <a:pt x="52762" y="48170"/>
                </a:lnTo>
                <a:lnTo>
                  <a:pt x="52771" y="48979"/>
                </a:lnTo>
                <a:lnTo>
                  <a:pt x="52771" y="101118"/>
                </a:lnTo>
                <a:lnTo>
                  <a:pt x="52762" y="101926"/>
                </a:lnTo>
                <a:lnTo>
                  <a:pt x="52736" y="102719"/>
                </a:lnTo>
                <a:lnTo>
                  <a:pt x="52693" y="103496"/>
                </a:lnTo>
                <a:lnTo>
                  <a:pt x="52633" y="104258"/>
                </a:lnTo>
                <a:lnTo>
                  <a:pt x="52555" y="105004"/>
                </a:lnTo>
                <a:lnTo>
                  <a:pt x="52460" y="105734"/>
                </a:lnTo>
                <a:lnTo>
                  <a:pt x="52347" y="106449"/>
                </a:lnTo>
                <a:lnTo>
                  <a:pt x="52218" y="107148"/>
                </a:lnTo>
                <a:lnTo>
                  <a:pt x="52071" y="107831"/>
                </a:lnTo>
                <a:lnTo>
                  <a:pt x="51906" y="108499"/>
                </a:lnTo>
                <a:lnTo>
                  <a:pt x="51725" y="109151"/>
                </a:lnTo>
                <a:lnTo>
                  <a:pt x="51526" y="109788"/>
                </a:lnTo>
                <a:lnTo>
                  <a:pt x="51310" y="110409"/>
                </a:lnTo>
                <a:lnTo>
                  <a:pt x="51077" y="111014"/>
                </a:lnTo>
                <a:lnTo>
                  <a:pt x="50826" y="111604"/>
                </a:lnTo>
                <a:lnTo>
                  <a:pt x="50558" y="112178"/>
                </a:lnTo>
                <a:lnTo>
                  <a:pt x="50273" y="112736"/>
                </a:lnTo>
                <a:lnTo>
                  <a:pt x="49970" y="113279"/>
                </a:lnTo>
                <a:lnTo>
                  <a:pt x="49651" y="113806"/>
                </a:lnTo>
                <a:lnTo>
                  <a:pt x="49314" y="114317"/>
                </a:lnTo>
                <a:lnTo>
                  <a:pt x="48959" y="114813"/>
                </a:lnTo>
                <a:lnTo>
                  <a:pt x="48588" y="115293"/>
                </a:lnTo>
                <a:lnTo>
                  <a:pt x="48199" y="115758"/>
                </a:lnTo>
                <a:lnTo>
                  <a:pt x="47792" y="116207"/>
                </a:lnTo>
                <a:lnTo>
                  <a:pt x="47370" y="116639"/>
                </a:lnTo>
                <a:lnTo>
                  <a:pt x="46933" y="117052"/>
                </a:lnTo>
                <a:lnTo>
                  <a:pt x="46481" y="117447"/>
                </a:lnTo>
                <a:lnTo>
                  <a:pt x="46013" y="117824"/>
                </a:lnTo>
                <a:lnTo>
                  <a:pt x="45531" y="118182"/>
                </a:lnTo>
                <a:lnTo>
                  <a:pt x="45033" y="118522"/>
                </a:lnTo>
                <a:lnTo>
                  <a:pt x="44520" y="118844"/>
                </a:lnTo>
                <a:lnTo>
                  <a:pt x="43992" y="119147"/>
                </a:lnTo>
                <a:lnTo>
                  <a:pt x="43450" y="119432"/>
                </a:lnTo>
                <a:lnTo>
                  <a:pt x="42892" y="119698"/>
                </a:lnTo>
                <a:lnTo>
                  <a:pt x="42319" y="119946"/>
                </a:lnTo>
                <a:lnTo>
                  <a:pt x="41730" y="120176"/>
                </a:lnTo>
                <a:lnTo>
                  <a:pt x="41127" y="120387"/>
                </a:lnTo>
                <a:lnTo>
                  <a:pt x="40509" y="120580"/>
                </a:lnTo>
                <a:lnTo>
                  <a:pt x="39875" y="120755"/>
                </a:lnTo>
                <a:lnTo>
                  <a:pt x="39227" y="120911"/>
                </a:lnTo>
                <a:lnTo>
                  <a:pt x="38563" y="121049"/>
                </a:lnTo>
                <a:lnTo>
                  <a:pt x="37885" y="121168"/>
                </a:lnTo>
                <a:lnTo>
                  <a:pt x="37191" y="121269"/>
                </a:lnTo>
                <a:lnTo>
                  <a:pt x="36482" y="121352"/>
                </a:lnTo>
                <a:lnTo>
                  <a:pt x="35758" y="121416"/>
                </a:lnTo>
                <a:lnTo>
                  <a:pt x="35019" y="121462"/>
                </a:lnTo>
                <a:lnTo>
                  <a:pt x="34265" y="121490"/>
                </a:lnTo>
                <a:lnTo>
                  <a:pt x="33496" y="121499"/>
                </a:lnTo>
                <a:lnTo>
                  <a:pt x="32740" y="121490"/>
                </a:lnTo>
                <a:lnTo>
                  <a:pt x="31997" y="121462"/>
                </a:lnTo>
                <a:lnTo>
                  <a:pt x="31269" y="121416"/>
                </a:lnTo>
                <a:lnTo>
                  <a:pt x="30556" y="121352"/>
                </a:lnTo>
                <a:close/>
                <a:moveTo>
                  <a:pt x="318233" y="134182"/>
                </a:moveTo>
                <a:lnTo>
                  <a:pt x="319085" y="134117"/>
                </a:lnTo>
                <a:lnTo>
                  <a:pt x="319928" y="134039"/>
                </a:lnTo>
                <a:lnTo>
                  <a:pt x="320761" y="133946"/>
                </a:lnTo>
                <a:lnTo>
                  <a:pt x="321584" y="133839"/>
                </a:lnTo>
                <a:lnTo>
                  <a:pt x="322398" y="133718"/>
                </a:lnTo>
                <a:lnTo>
                  <a:pt x="323202" y="133582"/>
                </a:lnTo>
                <a:lnTo>
                  <a:pt x="323996" y="133433"/>
                </a:lnTo>
                <a:lnTo>
                  <a:pt x="324781" y="133269"/>
                </a:lnTo>
                <a:lnTo>
                  <a:pt x="325556" y="133090"/>
                </a:lnTo>
                <a:lnTo>
                  <a:pt x="326322" y="132898"/>
                </a:lnTo>
                <a:lnTo>
                  <a:pt x="327078" y="132691"/>
                </a:lnTo>
                <a:lnTo>
                  <a:pt x="327825" y="132470"/>
                </a:lnTo>
                <a:lnTo>
                  <a:pt x="328562" y="132234"/>
                </a:lnTo>
                <a:lnTo>
                  <a:pt x="329289" y="131985"/>
                </a:lnTo>
                <a:lnTo>
                  <a:pt x="330007" y="131721"/>
                </a:lnTo>
                <a:lnTo>
                  <a:pt x="330715" y="131443"/>
                </a:lnTo>
                <a:lnTo>
                  <a:pt x="331414" y="131150"/>
                </a:lnTo>
                <a:lnTo>
                  <a:pt x="332103" y="130844"/>
                </a:lnTo>
                <a:lnTo>
                  <a:pt x="332782" y="130523"/>
                </a:lnTo>
                <a:lnTo>
                  <a:pt x="333452" y="130188"/>
                </a:lnTo>
                <a:lnTo>
                  <a:pt x="334110" y="129839"/>
                </a:lnTo>
                <a:lnTo>
                  <a:pt x="334756" y="129480"/>
                </a:lnTo>
                <a:lnTo>
                  <a:pt x="335390" y="129109"/>
                </a:lnTo>
                <a:lnTo>
                  <a:pt x="336011" y="128726"/>
                </a:lnTo>
                <a:lnTo>
                  <a:pt x="336619" y="128332"/>
                </a:lnTo>
                <a:lnTo>
                  <a:pt x="337214" y="127926"/>
                </a:lnTo>
                <a:lnTo>
                  <a:pt x="337797" y="127509"/>
                </a:lnTo>
                <a:lnTo>
                  <a:pt x="338368" y="127080"/>
                </a:lnTo>
                <a:lnTo>
                  <a:pt x="338925" y="126640"/>
                </a:lnTo>
                <a:lnTo>
                  <a:pt x="339470" y="126188"/>
                </a:lnTo>
                <a:lnTo>
                  <a:pt x="340003" y="125725"/>
                </a:lnTo>
                <a:lnTo>
                  <a:pt x="340523" y="125250"/>
                </a:lnTo>
                <a:lnTo>
                  <a:pt x="341030" y="124764"/>
                </a:lnTo>
                <a:lnTo>
                  <a:pt x="341524" y="124266"/>
                </a:lnTo>
                <a:lnTo>
                  <a:pt x="342006" y="123757"/>
                </a:lnTo>
                <a:lnTo>
                  <a:pt x="342476" y="123236"/>
                </a:lnTo>
                <a:lnTo>
                  <a:pt x="342932" y="122703"/>
                </a:lnTo>
                <a:lnTo>
                  <a:pt x="343377" y="122159"/>
                </a:lnTo>
                <a:lnTo>
                  <a:pt x="343808" y="121604"/>
                </a:lnTo>
                <a:lnTo>
                  <a:pt x="344227" y="121037"/>
                </a:lnTo>
                <a:lnTo>
                  <a:pt x="344633" y="120459"/>
                </a:lnTo>
                <a:lnTo>
                  <a:pt x="345027" y="119869"/>
                </a:lnTo>
                <a:lnTo>
                  <a:pt x="345408" y="119267"/>
                </a:lnTo>
                <a:lnTo>
                  <a:pt x="345776" y="118654"/>
                </a:lnTo>
                <a:lnTo>
                  <a:pt x="346130" y="118031"/>
                </a:lnTo>
                <a:lnTo>
                  <a:pt x="346470" y="117398"/>
                </a:lnTo>
                <a:lnTo>
                  <a:pt x="346794" y="116756"/>
                </a:lnTo>
                <a:lnTo>
                  <a:pt x="347103" y="116104"/>
                </a:lnTo>
                <a:lnTo>
                  <a:pt x="347397" y="115444"/>
                </a:lnTo>
                <a:lnTo>
                  <a:pt x="347677" y="114774"/>
                </a:lnTo>
                <a:lnTo>
                  <a:pt x="347941" y="114094"/>
                </a:lnTo>
                <a:lnTo>
                  <a:pt x="348189" y="113405"/>
                </a:lnTo>
                <a:lnTo>
                  <a:pt x="348423" y="112707"/>
                </a:lnTo>
                <a:lnTo>
                  <a:pt x="348642" y="112000"/>
                </a:lnTo>
                <a:lnTo>
                  <a:pt x="348846" y="111283"/>
                </a:lnTo>
                <a:lnTo>
                  <a:pt x="349034" y="110557"/>
                </a:lnTo>
                <a:lnTo>
                  <a:pt x="349208" y="109822"/>
                </a:lnTo>
                <a:lnTo>
                  <a:pt x="349366" y="109077"/>
                </a:lnTo>
                <a:lnTo>
                  <a:pt x="349509" y="108323"/>
                </a:lnTo>
                <a:lnTo>
                  <a:pt x="349638" y="107560"/>
                </a:lnTo>
                <a:lnTo>
                  <a:pt x="349751" y="106787"/>
                </a:lnTo>
                <a:lnTo>
                  <a:pt x="349849" y="106005"/>
                </a:lnTo>
                <a:lnTo>
                  <a:pt x="349932" y="105214"/>
                </a:lnTo>
                <a:lnTo>
                  <a:pt x="350000" y="104413"/>
                </a:lnTo>
                <a:lnTo>
                  <a:pt x="350052" y="103603"/>
                </a:lnTo>
                <a:lnTo>
                  <a:pt x="350090" y="102784"/>
                </a:lnTo>
                <a:lnTo>
                  <a:pt x="350113" y="101956"/>
                </a:lnTo>
                <a:lnTo>
                  <a:pt x="350120" y="101118"/>
                </a:lnTo>
                <a:lnTo>
                  <a:pt x="350109" y="100123"/>
                </a:lnTo>
                <a:lnTo>
                  <a:pt x="350076" y="99139"/>
                </a:lnTo>
                <a:lnTo>
                  <a:pt x="350020" y="98166"/>
                </a:lnTo>
                <a:lnTo>
                  <a:pt x="349942" y="97205"/>
                </a:lnTo>
                <a:lnTo>
                  <a:pt x="349843" y="96255"/>
                </a:lnTo>
                <a:lnTo>
                  <a:pt x="349720" y="95316"/>
                </a:lnTo>
                <a:lnTo>
                  <a:pt x="349576" y="94388"/>
                </a:lnTo>
                <a:lnTo>
                  <a:pt x="349409" y="93472"/>
                </a:lnTo>
                <a:lnTo>
                  <a:pt x="349220" y="92567"/>
                </a:lnTo>
                <a:lnTo>
                  <a:pt x="349009" y="91673"/>
                </a:lnTo>
                <a:lnTo>
                  <a:pt x="348776" y="90791"/>
                </a:lnTo>
                <a:lnTo>
                  <a:pt x="348521" y="89919"/>
                </a:lnTo>
                <a:lnTo>
                  <a:pt x="348243" y="89059"/>
                </a:lnTo>
                <a:lnTo>
                  <a:pt x="347943" y="88210"/>
                </a:lnTo>
                <a:lnTo>
                  <a:pt x="347621" y="87373"/>
                </a:lnTo>
                <a:lnTo>
                  <a:pt x="347277" y="86547"/>
                </a:lnTo>
                <a:lnTo>
                  <a:pt x="346910" y="85732"/>
                </a:lnTo>
                <a:lnTo>
                  <a:pt x="346521" y="84928"/>
                </a:lnTo>
                <a:lnTo>
                  <a:pt x="346110" y="84135"/>
                </a:lnTo>
                <a:lnTo>
                  <a:pt x="345677" y="83354"/>
                </a:lnTo>
                <a:lnTo>
                  <a:pt x="345221" y="82584"/>
                </a:lnTo>
                <a:lnTo>
                  <a:pt x="344744" y="81825"/>
                </a:lnTo>
                <a:lnTo>
                  <a:pt x="344244" y="81077"/>
                </a:lnTo>
                <a:lnTo>
                  <a:pt x="343722" y="80341"/>
                </a:lnTo>
                <a:lnTo>
                  <a:pt x="343180" y="79620"/>
                </a:lnTo>
                <a:lnTo>
                  <a:pt x="342620" y="78919"/>
                </a:lnTo>
                <a:lnTo>
                  <a:pt x="342042" y="78237"/>
                </a:lnTo>
                <a:lnTo>
                  <a:pt x="341446" y="77574"/>
                </a:lnTo>
                <a:lnTo>
                  <a:pt x="340833" y="76931"/>
                </a:lnTo>
                <a:lnTo>
                  <a:pt x="340202" y="76307"/>
                </a:lnTo>
                <a:lnTo>
                  <a:pt x="339552" y="75703"/>
                </a:lnTo>
                <a:lnTo>
                  <a:pt x="338885" y="75119"/>
                </a:lnTo>
                <a:lnTo>
                  <a:pt x="338201" y="74554"/>
                </a:lnTo>
                <a:lnTo>
                  <a:pt x="337498" y="74008"/>
                </a:lnTo>
                <a:lnTo>
                  <a:pt x="336777" y="73482"/>
                </a:lnTo>
                <a:lnTo>
                  <a:pt x="336039" y="72975"/>
                </a:lnTo>
                <a:lnTo>
                  <a:pt x="335283" y="72488"/>
                </a:lnTo>
                <a:lnTo>
                  <a:pt x="334509" y="72020"/>
                </a:lnTo>
                <a:lnTo>
                  <a:pt x="333717" y="71571"/>
                </a:lnTo>
                <a:lnTo>
                  <a:pt x="332907" y="71142"/>
                </a:lnTo>
                <a:lnTo>
                  <a:pt x="332080" y="70733"/>
                </a:lnTo>
                <a:lnTo>
                  <a:pt x="331234" y="70343"/>
                </a:lnTo>
                <a:lnTo>
                  <a:pt x="330371" y="69973"/>
                </a:lnTo>
                <a:lnTo>
                  <a:pt x="329490" y="69622"/>
                </a:lnTo>
                <a:lnTo>
                  <a:pt x="328591" y="69290"/>
                </a:lnTo>
                <a:lnTo>
                  <a:pt x="327675" y="68978"/>
                </a:lnTo>
                <a:lnTo>
                  <a:pt x="326740" y="68685"/>
                </a:lnTo>
                <a:lnTo>
                  <a:pt x="325788" y="68412"/>
                </a:lnTo>
                <a:lnTo>
                  <a:pt x="307776" y="63357"/>
                </a:lnTo>
                <a:lnTo>
                  <a:pt x="307268" y="63207"/>
                </a:lnTo>
                <a:lnTo>
                  <a:pt x="306768" y="63048"/>
                </a:lnTo>
                <a:lnTo>
                  <a:pt x="306279" y="62879"/>
                </a:lnTo>
                <a:lnTo>
                  <a:pt x="305799" y="62701"/>
                </a:lnTo>
                <a:lnTo>
                  <a:pt x="305329" y="62512"/>
                </a:lnTo>
                <a:lnTo>
                  <a:pt x="304868" y="62315"/>
                </a:lnTo>
                <a:lnTo>
                  <a:pt x="304417" y="62108"/>
                </a:lnTo>
                <a:lnTo>
                  <a:pt x="303975" y="61891"/>
                </a:lnTo>
                <a:lnTo>
                  <a:pt x="303544" y="61664"/>
                </a:lnTo>
                <a:lnTo>
                  <a:pt x="303121" y="61428"/>
                </a:lnTo>
                <a:lnTo>
                  <a:pt x="302709" y="61183"/>
                </a:lnTo>
                <a:lnTo>
                  <a:pt x="302306" y="60927"/>
                </a:lnTo>
                <a:lnTo>
                  <a:pt x="301912" y="60662"/>
                </a:lnTo>
                <a:lnTo>
                  <a:pt x="301528" y="60388"/>
                </a:lnTo>
                <a:lnTo>
                  <a:pt x="301154" y="60104"/>
                </a:lnTo>
                <a:lnTo>
                  <a:pt x="300789" y="59810"/>
                </a:lnTo>
                <a:lnTo>
                  <a:pt x="300434" y="59507"/>
                </a:lnTo>
                <a:lnTo>
                  <a:pt x="300089" y="59194"/>
                </a:lnTo>
                <a:lnTo>
                  <a:pt x="299753" y="58872"/>
                </a:lnTo>
                <a:lnTo>
                  <a:pt x="299426" y="58539"/>
                </a:lnTo>
                <a:lnTo>
                  <a:pt x="299110" y="58198"/>
                </a:lnTo>
                <a:lnTo>
                  <a:pt x="298803" y="57846"/>
                </a:lnTo>
                <a:lnTo>
                  <a:pt x="298505" y="57486"/>
                </a:lnTo>
                <a:lnTo>
                  <a:pt x="298217" y="57115"/>
                </a:lnTo>
                <a:lnTo>
                  <a:pt x="297940" y="56737"/>
                </a:lnTo>
                <a:lnTo>
                  <a:pt x="297675" y="56352"/>
                </a:lnTo>
                <a:lnTo>
                  <a:pt x="297421" y="55961"/>
                </a:lnTo>
                <a:lnTo>
                  <a:pt x="297179" y="55564"/>
                </a:lnTo>
                <a:lnTo>
                  <a:pt x="296949" y="55160"/>
                </a:lnTo>
                <a:lnTo>
                  <a:pt x="296731" y="54750"/>
                </a:lnTo>
                <a:lnTo>
                  <a:pt x="296525" y="54334"/>
                </a:lnTo>
                <a:lnTo>
                  <a:pt x="296330" y="53911"/>
                </a:lnTo>
                <a:lnTo>
                  <a:pt x="296147" y="53482"/>
                </a:lnTo>
                <a:lnTo>
                  <a:pt x="295976" y="53047"/>
                </a:lnTo>
                <a:lnTo>
                  <a:pt x="295817" y="52606"/>
                </a:lnTo>
                <a:lnTo>
                  <a:pt x="295670" y="52158"/>
                </a:lnTo>
                <a:lnTo>
                  <a:pt x="295534" y="51704"/>
                </a:lnTo>
                <a:lnTo>
                  <a:pt x="295410" y="51243"/>
                </a:lnTo>
                <a:lnTo>
                  <a:pt x="295298" y="50777"/>
                </a:lnTo>
                <a:lnTo>
                  <a:pt x="295198" y="50304"/>
                </a:lnTo>
                <a:lnTo>
                  <a:pt x="295109" y="49824"/>
                </a:lnTo>
                <a:lnTo>
                  <a:pt x="295033" y="49339"/>
                </a:lnTo>
                <a:lnTo>
                  <a:pt x="294968" y="48847"/>
                </a:lnTo>
                <a:lnTo>
                  <a:pt x="294915" y="48349"/>
                </a:lnTo>
                <a:lnTo>
                  <a:pt x="294874" y="47844"/>
                </a:lnTo>
                <a:lnTo>
                  <a:pt x="294844" y="47333"/>
                </a:lnTo>
                <a:lnTo>
                  <a:pt x="294826" y="46816"/>
                </a:lnTo>
                <a:lnTo>
                  <a:pt x="294820" y="46293"/>
                </a:lnTo>
                <a:lnTo>
                  <a:pt x="294830" y="45640"/>
                </a:lnTo>
                <a:lnTo>
                  <a:pt x="294857" y="44996"/>
                </a:lnTo>
                <a:lnTo>
                  <a:pt x="294902" y="44363"/>
                </a:lnTo>
                <a:lnTo>
                  <a:pt x="294965" y="43741"/>
                </a:lnTo>
                <a:lnTo>
                  <a:pt x="295047" y="43128"/>
                </a:lnTo>
                <a:lnTo>
                  <a:pt x="295146" y="42525"/>
                </a:lnTo>
                <a:lnTo>
                  <a:pt x="295264" y="41933"/>
                </a:lnTo>
                <a:lnTo>
                  <a:pt x="295400" y="41351"/>
                </a:lnTo>
                <a:lnTo>
                  <a:pt x="295554" y="40779"/>
                </a:lnTo>
                <a:lnTo>
                  <a:pt x="295726" y="40217"/>
                </a:lnTo>
                <a:lnTo>
                  <a:pt x="295916" y="39665"/>
                </a:lnTo>
                <a:lnTo>
                  <a:pt x="296124" y="39124"/>
                </a:lnTo>
                <a:lnTo>
                  <a:pt x="296350" y="38592"/>
                </a:lnTo>
                <a:lnTo>
                  <a:pt x="296595" y="38071"/>
                </a:lnTo>
                <a:lnTo>
                  <a:pt x="296857" y="37560"/>
                </a:lnTo>
                <a:lnTo>
                  <a:pt x="297138" y="37059"/>
                </a:lnTo>
                <a:lnTo>
                  <a:pt x="297437" y="36568"/>
                </a:lnTo>
                <a:lnTo>
                  <a:pt x="297754" y="36087"/>
                </a:lnTo>
                <a:lnTo>
                  <a:pt x="298089" y="35617"/>
                </a:lnTo>
                <a:lnTo>
                  <a:pt x="298442" y="35156"/>
                </a:lnTo>
                <a:lnTo>
                  <a:pt x="298813" y="34706"/>
                </a:lnTo>
                <a:lnTo>
                  <a:pt x="299202" y="34266"/>
                </a:lnTo>
                <a:lnTo>
                  <a:pt x="299610" y="33836"/>
                </a:lnTo>
                <a:lnTo>
                  <a:pt x="300035" y="33417"/>
                </a:lnTo>
                <a:lnTo>
                  <a:pt x="300475" y="33010"/>
                </a:lnTo>
                <a:lnTo>
                  <a:pt x="300926" y="32621"/>
                </a:lnTo>
                <a:lnTo>
                  <a:pt x="301388" y="32250"/>
                </a:lnTo>
                <a:lnTo>
                  <a:pt x="301861" y="31895"/>
                </a:lnTo>
                <a:lnTo>
                  <a:pt x="302345" y="31558"/>
                </a:lnTo>
                <a:lnTo>
                  <a:pt x="302840" y="31239"/>
                </a:lnTo>
                <a:lnTo>
                  <a:pt x="303346" y="30936"/>
                </a:lnTo>
                <a:lnTo>
                  <a:pt x="303862" y="30651"/>
                </a:lnTo>
                <a:lnTo>
                  <a:pt x="304390" y="30383"/>
                </a:lnTo>
                <a:lnTo>
                  <a:pt x="304929" y="30132"/>
                </a:lnTo>
                <a:lnTo>
                  <a:pt x="305479" y="29899"/>
                </a:lnTo>
                <a:lnTo>
                  <a:pt x="306039" y="29683"/>
                </a:lnTo>
                <a:lnTo>
                  <a:pt x="306611" y="29484"/>
                </a:lnTo>
                <a:lnTo>
                  <a:pt x="307194" y="29303"/>
                </a:lnTo>
                <a:lnTo>
                  <a:pt x="307787" y="29138"/>
                </a:lnTo>
                <a:lnTo>
                  <a:pt x="308392" y="28991"/>
                </a:lnTo>
                <a:lnTo>
                  <a:pt x="309007" y="28862"/>
                </a:lnTo>
                <a:lnTo>
                  <a:pt x="309634" y="28749"/>
                </a:lnTo>
                <a:lnTo>
                  <a:pt x="310271" y="28654"/>
                </a:lnTo>
                <a:lnTo>
                  <a:pt x="310919" y="28577"/>
                </a:lnTo>
                <a:lnTo>
                  <a:pt x="311579" y="28516"/>
                </a:lnTo>
                <a:lnTo>
                  <a:pt x="312249" y="28473"/>
                </a:lnTo>
                <a:lnTo>
                  <a:pt x="312930" y="28447"/>
                </a:lnTo>
                <a:lnTo>
                  <a:pt x="313623" y="28438"/>
                </a:lnTo>
                <a:lnTo>
                  <a:pt x="314315" y="28447"/>
                </a:lnTo>
                <a:lnTo>
                  <a:pt x="314998" y="28473"/>
                </a:lnTo>
                <a:lnTo>
                  <a:pt x="315669" y="28516"/>
                </a:lnTo>
                <a:lnTo>
                  <a:pt x="316331" y="28577"/>
                </a:lnTo>
                <a:lnTo>
                  <a:pt x="316982" y="28654"/>
                </a:lnTo>
                <a:lnTo>
                  <a:pt x="317622" y="28749"/>
                </a:lnTo>
                <a:lnTo>
                  <a:pt x="318253" y="28862"/>
                </a:lnTo>
                <a:lnTo>
                  <a:pt x="318872" y="28991"/>
                </a:lnTo>
                <a:lnTo>
                  <a:pt x="319482" y="29138"/>
                </a:lnTo>
                <a:lnTo>
                  <a:pt x="320080" y="29303"/>
                </a:lnTo>
                <a:lnTo>
                  <a:pt x="320669" y="29484"/>
                </a:lnTo>
                <a:lnTo>
                  <a:pt x="321247" y="29683"/>
                </a:lnTo>
                <a:lnTo>
                  <a:pt x="321814" y="29899"/>
                </a:lnTo>
                <a:lnTo>
                  <a:pt x="322372" y="30132"/>
                </a:lnTo>
                <a:lnTo>
                  <a:pt x="322918" y="30383"/>
                </a:lnTo>
                <a:lnTo>
                  <a:pt x="323455" y="30651"/>
                </a:lnTo>
                <a:lnTo>
                  <a:pt x="323980" y="30936"/>
                </a:lnTo>
                <a:lnTo>
                  <a:pt x="324496" y="31239"/>
                </a:lnTo>
                <a:lnTo>
                  <a:pt x="325001" y="31558"/>
                </a:lnTo>
                <a:lnTo>
                  <a:pt x="325495" y="31895"/>
                </a:lnTo>
                <a:lnTo>
                  <a:pt x="325979" y="32250"/>
                </a:lnTo>
                <a:lnTo>
                  <a:pt x="326453" y="32621"/>
                </a:lnTo>
                <a:lnTo>
                  <a:pt x="326916" y="33010"/>
                </a:lnTo>
                <a:lnTo>
                  <a:pt x="327369" y="33417"/>
                </a:lnTo>
                <a:lnTo>
                  <a:pt x="327807" y="33836"/>
                </a:lnTo>
                <a:lnTo>
                  <a:pt x="328227" y="34266"/>
                </a:lnTo>
                <a:lnTo>
                  <a:pt x="328628" y="34706"/>
                </a:lnTo>
                <a:lnTo>
                  <a:pt x="329010" y="35156"/>
                </a:lnTo>
                <a:lnTo>
                  <a:pt x="329374" y="35617"/>
                </a:lnTo>
                <a:lnTo>
                  <a:pt x="329719" y="36087"/>
                </a:lnTo>
                <a:lnTo>
                  <a:pt x="330046" y="36568"/>
                </a:lnTo>
                <a:lnTo>
                  <a:pt x="330353" y="37059"/>
                </a:lnTo>
                <a:lnTo>
                  <a:pt x="330642" y="37560"/>
                </a:lnTo>
                <a:lnTo>
                  <a:pt x="330913" y="38071"/>
                </a:lnTo>
                <a:lnTo>
                  <a:pt x="331165" y="38592"/>
                </a:lnTo>
                <a:lnTo>
                  <a:pt x="331398" y="39124"/>
                </a:lnTo>
                <a:lnTo>
                  <a:pt x="331612" y="39665"/>
                </a:lnTo>
                <a:lnTo>
                  <a:pt x="331808" y="40217"/>
                </a:lnTo>
                <a:lnTo>
                  <a:pt x="331985" y="40779"/>
                </a:lnTo>
                <a:lnTo>
                  <a:pt x="332144" y="41351"/>
                </a:lnTo>
                <a:lnTo>
                  <a:pt x="332284" y="41933"/>
                </a:lnTo>
                <a:lnTo>
                  <a:pt x="332405" y="42525"/>
                </a:lnTo>
                <a:lnTo>
                  <a:pt x="332507" y="43128"/>
                </a:lnTo>
                <a:lnTo>
                  <a:pt x="332591" y="43741"/>
                </a:lnTo>
                <a:lnTo>
                  <a:pt x="332657" y="44363"/>
                </a:lnTo>
                <a:lnTo>
                  <a:pt x="332703" y="44996"/>
                </a:lnTo>
                <a:lnTo>
                  <a:pt x="332731" y="45640"/>
                </a:lnTo>
                <a:lnTo>
                  <a:pt x="332741" y="46293"/>
                </a:lnTo>
                <a:lnTo>
                  <a:pt x="346960" y="46293"/>
                </a:lnTo>
                <a:lnTo>
                  <a:pt x="346952" y="45546"/>
                </a:lnTo>
                <a:lnTo>
                  <a:pt x="346930" y="44807"/>
                </a:lnTo>
                <a:lnTo>
                  <a:pt x="346893" y="44075"/>
                </a:lnTo>
                <a:lnTo>
                  <a:pt x="346841" y="43350"/>
                </a:lnTo>
                <a:lnTo>
                  <a:pt x="346774" y="42633"/>
                </a:lnTo>
                <a:lnTo>
                  <a:pt x="346693" y="41923"/>
                </a:lnTo>
                <a:lnTo>
                  <a:pt x="346597" y="41221"/>
                </a:lnTo>
                <a:lnTo>
                  <a:pt x="346485" y="40526"/>
                </a:lnTo>
                <a:lnTo>
                  <a:pt x="346360" y="39838"/>
                </a:lnTo>
                <a:lnTo>
                  <a:pt x="346219" y="39158"/>
                </a:lnTo>
                <a:lnTo>
                  <a:pt x="346063" y="38485"/>
                </a:lnTo>
                <a:lnTo>
                  <a:pt x="345893" y="37820"/>
                </a:lnTo>
                <a:lnTo>
                  <a:pt x="345708" y="37162"/>
                </a:lnTo>
                <a:lnTo>
                  <a:pt x="345508" y="36512"/>
                </a:lnTo>
                <a:lnTo>
                  <a:pt x="345293" y="35869"/>
                </a:lnTo>
                <a:lnTo>
                  <a:pt x="345063" y="35233"/>
                </a:lnTo>
                <a:lnTo>
                  <a:pt x="344819" y="34605"/>
                </a:lnTo>
                <a:lnTo>
                  <a:pt x="344559" y="33984"/>
                </a:lnTo>
                <a:lnTo>
                  <a:pt x="344285" y="33371"/>
                </a:lnTo>
                <a:lnTo>
                  <a:pt x="343996" y="32765"/>
                </a:lnTo>
                <a:lnTo>
                  <a:pt x="343693" y="32166"/>
                </a:lnTo>
                <a:lnTo>
                  <a:pt x="343374" y="31575"/>
                </a:lnTo>
                <a:lnTo>
                  <a:pt x="343041" y="30991"/>
                </a:lnTo>
                <a:lnTo>
                  <a:pt x="342692" y="30415"/>
                </a:lnTo>
                <a:lnTo>
                  <a:pt x="342331" y="29848"/>
                </a:lnTo>
                <a:lnTo>
                  <a:pt x="341959" y="29290"/>
                </a:lnTo>
                <a:lnTo>
                  <a:pt x="341576" y="28744"/>
                </a:lnTo>
                <a:lnTo>
                  <a:pt x="341181" y="28207"/>
                </a:lnTo>
                <a:lnTo>
                  <a:pt x="340775" y="27682"/>
                </a:lnTo>
                <a:lnTo>
                  <a:pt x="340358" y="27166"/>
                </a:lnTo>
                <a:lnTo>
                  <a:pt x="339929" y="26661"/>
                </a:lnTo>
                <a:lnTo>
                  <a:pt x="339489" y="26166"/>
                </a:lnTo>
                <a:lnTo>
                  <a:pt x="339038" y="25682"/>
                </a:lnTo>
                <a:lnTo>
                  <a:pt x="338576" y="25208"/>
                </a:lnTo>
                <a:lnTo>
                  <a:pt x="338102" y="24745"/>
                </a:lnTo>
                <a:lnTo>
                  <a:pt x="337618" y="24292"/>
                </a:lnTo>
                <a:lnTo>
                  <a:pt x="337122" y="23850"/>
                </a:lnTo>
                <a:lnTo>
                  <a:pt x="336614" y="23418"/>
                </a:lnTo>
                <a:lnTo>
                  <a:pt x="336096" y="22996"/>
                </a:lnTo>
                <a:lnTo>
                  <a:pt x="335566" y="22585"/>
                </a:lnTo>
                <a:lnTo>
                  <a:pt x="335025" y="22184"/>
                </a:lnTo>
                <a:lnTo>
                  <a:pt x="334473" y="21794"/>
                </a:lnTo>
                <a:lnTo>
                  <a:pt x="333909" y="21414"/>
                </a:lnTo>
                <a:lnTo>
                  <a:pt x="333334" y="21044"/>
                </a:lnTo>
                <a:lnTo>
                  <a:pt x="332748" y="20685"/>
                </a:lnTo>
                <a:lnTo>
                  <a:pt x="332151" y="20336"/>
                </a:lnTo>
                <a:lnTo>
                  <a:pt x="331543" y="19998"/>
                </a:lnTo>
                <a:lnTo>
                  <a:pt x="330923" y="19670"/>
                </a:lnTo>
                <a:lnTo>
                  <a:pt x="330293" y="19354"/>
                </a:lnTo>
                <a:lnTo>
                  <a:pt x="329656" y="19052"/>
                </a:lnTo>
                <a:lnTo>
                  <a:pt x="329011" y="18763"/>
                </a:lnTo>
                <a:lnTo>
                  <a:pt x="328357" y="18487"/>
                </a:lnTo>
                <a:lnTo>
                  <a:pt x="327696" y="18225"/>
                </a:lnTo>
                <a:lnTo>
                  <a:pt x="327027" y="17976"/>
                </a:lnTo>
                <a:lnTo>
                  <a:pt x="326350" y="17741"/>
                </a:lnTo>
                <a:lnTo>
                  <a:pt x="325665" y="17519"/>
                </a:lnTo>
                <a:lnTo>
                  <a:pt x="324972" y="17311"/>
                </a:lnTo>
                <a:lnTo>
                  <a:pt x="324271" y="17116"/>
                </a:lnTo>
                <a:lnTo>
                  <a:pt x="323562" y="16934"/>
                </a:lnTo>
                <a:lnTo>
                  <a:pt x="322845" y="16766"/>
                </a:lnTo>
                <a:lnTo>
                  <a:pt x="322120" y="16612"/>
                </a:lnTo>
                <a:lnTo>
                  <a:pt x="321388" y="16470"/>
                </a:lnTo>
                <a:lnTo>
                  <a:pt x="320647" y="16343"/>
                </a:lnTo>
                <a:lnTo>
                  <a:pt x="319898" y="16228"/>
                </a:lnTo>
                <a:lnTo>
                  <a:pt x="319142" y="16128"/>
                </a:lnTo>
                <a:lnTo>
                  <a:pt x="318377" y="16040"/>
                </a:lnTo>
                <a:lnTo>
                  <a:pt x="317605" y="15966"/>
                </a:lnTo>
                <a:lnTo>
                  <a:pt x="316824" y="15906"/>
                </a:lnTo>
                <a:lnTo>
                  <a:pt x="316036" y="15859"/>
                </a:lnTo>
                <a:lnTo>
                  <a:pt x="315239" y="15825"/>
                </a:lnTo>
                <a:lnTo>
                  <a:pt x="314435" y="15805"/>
                </a:lnTo>
                <a:lnTo>
                  <a:pt x="313623" y="15798"/>
                </a:lnTo>
                <a:lnTo>
                  <a:pt x="312823" y="15805"/>
                </a:lnTo>
                <a:lnTo>
                  <a:pt x="312032" y="15825"/>
                </a:lnTo>
                <a:lnTo>
                  <a:pt x="311248" y="15859"/>
                </a:lnTo>
                <a:lnTo>
                  <a:pt x="310471" y="15906"/>
                </a:lnTo>
                <a:lnTo>
                  <a:pt x="309703" y="15966"/>
                </a:lnTo>
                <a:lnTo>
                  <a:pt x="308942" y="16040"/>
                </a:lnTo>
                <a:lnTo>
                  <a:pt x="308188" y="16128"/>
                </a:lnTo>
                <a:lnTo>
                  <a:pt x="307443" y="16228"/>
                </a:lnTo>
                <a:lnTo>
                  <a:pt x="306705" y="16343"/>
                </a:lnTo>
                <a:lnTo>
                  <a:pt x="305975" y="16470"/>
                </a:lnTo>
                <a:lnTo>
                  <a:pt x="305252" y="16612"/>
                </a:lnTo>
                <a:lnTo>
                  <a:pt x="304537" y="16766"/>
                </a:lnTo>
                <a:lnTo>
                  <a:pt x="303830" y="16934"/>
                </a:lnTo>
                <a:lnTo>
                  <a:pt x="303131" y="17116"/>
                </a:lnTo>
                <a:lnTo>
                  <a:pt x="302439" y="17311"/>
                </a:lnTo>
                <a:lnTo>
                  <a:pt x="301755" y="17519"/>
                </a:lnTo>
                <a:lnTo>
                  <a:pt x="301078" y="17741"/>
                </a:lnTo>
                <a:lnTo>
                  <a:pt x="300410" y="17976"/>
                </a:lnTo>
                <a:lnTo>
                  <a:pt x="299749" y="18225"/>
                </a:lnTo>
                <a:lnTo>
                  <a:pt x="299095" y="18487"/>
                </a:lnTo>
                <a:lnTo>
                  <a:pt x="298450" y="18763"/>
                </a:lnTo>
                <a:lnTo>
                  <a:pt x="297812" y="19052"/>
                </a:lnTo>
                <a:lnTo>
                  <a:pt x="297181" y="19354"/>
                </a:lnTo>
                <a:lnTo>
                  <a:pt x="296559" y="19670"/>
                </a:lnTo>
                <a:lnTo>
                  <a:pt x="295946" y="19998"/>
                </a:lnTo>
                <a:lnTo>
                  <a:pt x="295344" y="20337"/>
                </a:lnTo>
                <a:lnTo>
                  <a:pt x="294754" y="20686"/>
                </a:lnTo>
                <a:lnTo>
                  <a:pt x="294176" y="21046"/>
                </a:lnTo>
                <a:lnTo>
                  <a:pt x="293609" y="21417"/>
                </a:lnTo>
                <a:lnTo>
                  <a:pt x="293053" y="21798"/>
                </a:lnTo>
                <a:lnTo>
                  <a:pt x="292509" y="22191"/>
                </a:lnTo>
                <a:lnTo>
                  <a:pt x="291977" y="22594"/>
                </a:lnTo>
                <a:lnTo>
                  <a:pt x="291456" y="23007"/>
                </a:lnTo>
                <a:lnTo>
                  <a:pt x="290947" y="23431"/>
                </a:lnTo>
                <a:lnTo>
                  <a:pt x="290449" y="23866"/>
                </a:lnTo>
                <a:lnTo>
                  <a:pt x="289963" y="24312"/>
                </a:lnTo>
                <a:lnTo>
                  <a:pt x="289488" y="24768"/>
                </a:lnTo>
                <a:lnTo>
                  <a:pt x="289025" y="25236"/>
                </a:lnTo>
                <a:lnTo>
                  <a:pt x="288573" y="25713"/>
                </a:lnTo>
                <a:lnTo>
                  <a:pt x="288133" y="26202"/>
                </a:lnTo>
                <a:lnTo>
                  <a:pt x="287704" y="26701"/>
                </a:lnTo>
                <a:lnTo>
                  <a:pt x="287287" y="27211"/>
                </a:lnTo>
                <a:lnTo>
                  <a:pt x="286881" y="27731"/>
                </a:lnTo>
                <a:lnTo>
                  <a:pt x="286487" y="28263"/>
                </a:lnTo>
                <a:lnTo>
                  <a:pt x="286104" y="28805"/>
                </a:lnTo>
                <a:lnTo>
                  <a:pt x="285733" y="29357"/>
                </a:lnTo>
                <a:lnTo>
                  <a:pt x="285373" y="29921"/>
                </a:lnTo>
                <a:lnTo>
                  <a:pt x="285025" y="30495"/>
                </a:lnTo>
                <a:lnTo>
                  <a:pt x="284690" y="31078"/>
                </a:lnTo>
                <a:lnTo>
                  <a:pt x="284369" y="31668"/>
                </a:lnTo>
                <a:lnTo>
                  <a:pt x="284062" y="32267"/>
                </a:lnTo>
                <a:lnTo>
                  <a:pt x="283770" y="32873"/>
                </a:lnTo>
                <a:lnTo>
                  <a:pt x="283492" y="33487"/>
                </a:lnTo>
                <a:lnTo>
                  <a:pt x="283228" y="34108"/>
                </a:lnTo>
                <a:lnTo>
                  <a:pt x="282978" y="34737"/>
                </a:lnTo>
                <a:lnTo>
                  <a:pt x="282743" y="35374"/>
                </a:lnTo>
                <a:lnTo>
                  <a:pt x="282522" y="36019"/>
                </a:lnTo>
                <a:lnTo>
                  <a:pt x="282315" y="36671"/>
                </a:lnTo>
                <a:lnTo>
                  <a:pt x="282122" y="37331"/>
                </a:lnTo>
                <a:lnTo>
                  <a:pt x="281944" y="37998"/>
                </a:lnTo>
                <a:lnTo>
                  <a:pt x="281780" y="38674"/>
                </a:lnTo>
                <a:lnTo>
                  <a:pt x="281630" y="39357"/>
                </a:lnTo>
                <a:lnTo>
                  <a:pt x="281495" y="40047"/>
                </a:lnTo>
                <a:lnTo>
                  <a:pt x="281374" y="40746"/>
                </a:lnTo>
                <a:lnTo>
                  <a:pt x="281267" y="41452"/>
                </a:lnTo>
                <a:lnTo>
                  <a:pt x="281174" y="42165"/>
                </a:lnTo>
                <a:lnTo>
                  <a:pt x="281095" y="42887"/>
                </a:lnTo>
                <a:lnTo>
                  <a:pt x="281031" y="43616"/>
                </a:lnTo>
                <a:lnTo>
                  <a:pt x="280981" y="44352"/>
                </a:lnTo>
                <a:lnTo>
                  <a:pt x="280946" y="45097"/>
                </a:lnTo>
                <a:lnTo>
                  <a:pt x="280924" y="45849"/>
                </a:lnTo>
                <a:lnTo>
                  <a:pt x="280917" y="46609"/>
                </a:lnTo>
                <a:lnTo>
                  <a:pt x="280928" y="47525"/>
                </a:lnTo>
                <a:lnTo>
                  <a:pt x="280961" y="48432"/>
                </a:lnTo>
                <a:lnTo>
                  <a:pt x="281015" y="49328"/>
                </a:lnTo>
                <a:lnTo>
                  <a:pt x="281091" y="50214"/>
                </a:lnTo>
                <a:lnTo>
                  <a:pt x="281188" y="51090"/>
                </a:lnTo>
                <a:lnTo>
                  <a:pt x="281307" y="51955"/>
                </a:lnTo>
                <a:lnTo>
                  <a:pt x="281448" y="52811"/>
                </a:lnTo>
                <a:lnTo>
                  <a:pt x="281611" y="53657"/>
                </a:lnTo>
                <a:lnTo>
                  <a:pt x="281795" y="54492"/>
                </a:lnTo>
                <a:lnTo>
                  <a:pt x="282001" y="55317"/>
                </a:lnTo>
                <a:lnTo>
                  <a:pt x="282228" y="56132"/>
                </a:lnTo>
                <a:lnTo>
                  <a:pt x="282478" y="56937"/>
                </a:lnTo>
                <a:lnTo>
                  <a:pt x="282748" y="57732"/>
                </a:lnTo>
                <a:lnTo>
                  <a:pt x="283041" y="58517"/>
                </a:lnTo>
                <a:lnTo>
                  <a:pt x="283355" y="59291"/>
                </a:lnTo>
                <a:lnTo>
                  <a:pt x="283691" y="60056"/>
                </a:lnTo>
                <a:lnTo>
                  <a:pt x="284049" y="60810"/>
                </a:lnTo>
                <a:lnTo>
                  <a:pt x="284428" y="61554"/>
                </a:lnTo>
                <a:lnTo>
                  <a:pt x="284829" y="62288"/>
                </a:lnTo>
                <a:lnTo>
                  <a:pt x="285252" y="63012"/>
                </a:lnTo>
                <a:lnTo>
                  <a:pt x="285696" y="63726"/>
                </a:lnTo>
                <a:lnTo>
                  <a:pt x="286162" y="64429"/>
                </a:lnTo>
                <a:lnTo>
                  <a:pt x="286650" y="65123"/>
                </a:lnTo>
                <a:lnTo>
                  <a:pt x="287159" y="65806"/>
                </a:lnTo>
                <a:lnTo>
                  <a:pt x="287687" y="66476"/>
                </a:lnTo>
                <a:lnTo>
                  <a:pt x="288231" y="67128"/>
                </a:lnTo>
                <a:lnTo>
                  <a:pt x="288792" y="67763"/>
                </a:lnTo>
                <a:lnTo>
                  <a:pt x="289369" y="68380"/>
                </a:lnTo>
                <a:lnTo>
                  <a:pt x="289962" y="68980"/>
                </a:lnTo>
                <a:lnTo>
                  <a:pt x="290571" y="69563"/>
                </a:lnTo>
                <a:lnTo>
                  <a:pt x="291196" y="70129"/>
                </a:lnTo>
                <a:lnTo>
                  <a:pt x="291838" y="70677"/>
                </a:lnTo>
                <a:lnTo>
                  <a:pt x="292495" y="71209"/>
                </a:lnTo>
                <a:lnTo>
                  <a:pt x="293169" y="71722"/>
                </a:lnTo>
                <a:lnTo>
                  <a:pt x="293859" y="72219"/>
                </a:lnTo>
                <a:lnTo>
                  <a:pt x="294566" y="72698"/>
                </a:lnTo>
                <a:lnTo>
                  <a:pt x="295288" y="73160"/>
                </a:lnTo>
                <a:lnTo>
                  <a:pt x="296027" y="73605"/>
                </a:lnTo>
                <a:lnTo>
                  <a:pt x="296781" y="74032"/>
                </a:lnTo>
                <a:lnTo>
                  <a:pt x="297552" y="74442"/>
                </a:lnTo>
                <a:lnTo>
                  <a:pt x="298339" y="74835"/>
                </a:lnTo>
                <a:lnTo>
                  <a:pt x="299143" y="75211"/>
                </a:lnTo>
                <a:lnTo>
                  <a:pt x="299962" y="75569"/>
                </a:lnTo>
                <a:lnTo>
                  <a:pt x="300798" y="75910"/>
                </a:lnTo>
                <a:lnTo>
                  <a:pt x="301650" y="76234"/>
                </a:lnTo>
                <a:lnTo>
                  <a:pt x="302518" y="76540"/>
                </a:lnTo>
                <a:lnTo>
                  <a:pt x="303402" y="76829"/>
                </a:lnTo>
                <a:lnTo>
                  <a:pt x="304302" y="77101"/>
                </a:lnTo>
                <a:lnTo>
                  <a:pt x="321839" y="82000"/>
                </a:lnTo>
                <a:lnTo>
                  <a:pt x="322412" y="82163"/>
                </a:lnTo>
                <a:lnTo>
                  <a:pt x="322975" y="82338"/>
                </a:lnTo>
                <a:lnTo>
                  <a:pt x="323526" y="82524"/>
                </a:lnTo>
                <a:lnTo>
                  <a:pt x="324066" y="82721"/>
                </a:lnTo>
                <a:lnTo>
                  <a:pt x="324595" y="82930"/>
                </a:lnTo>
                <a:lnTo>
                  <a:pt x="325113" y="83150"/>
                </a:lnTo>
                <a:lnTo>
                  <a:pt x="325619" y="83381"/>
                </a:lnTo>
                <a:lnTo>
                  <a:pt x="326114" y="83623"/>
                </a:lnTo>
                <a:lnTo>
                  <a:pt x="326598" y="83877"/>
                </a:lnTo>
                <a:lnTo>
                  <a:pt x="327070" y="84141"/>
                </a:lnTo>
                <a:lnTo>
                  <a:pt x="327531" y="84417"/>
                </a:lnTo>
                <a:lnTo>
                  <a:pt x="327982" y="84705"/>
                </a:lnTo>
                <a:lnTo>
                  <a:pt x="328420" y="85003"/>
                </a:lnTo>
                <a:lnTo>
                  <a:pt x="328848" y="85313"/>
                </a:lnTo>
                <a:lnTo>
                  <a:pt x="329264" y="85634"/>
                </a:lnTo>
                <a:lnTo>
                  <a:pt x="329669" y="85966"/>
                </a:lnTo>
                <a:lnTo>
                  <a:pt x="330063" y="86310"/>
                </a:lnTo>
                <a:lnTo>
                  <a:pt x="330445" y="86665"/>
                </a:lnTo>
                <a:lnTo>
                  <a:pt x="330817" y="87031"/>
                </a:lnTo>
                <a:lnTo>
                  <a:pt x="331177" y="87408"/>
                </a:lnTo>
                <a:lnTo>
                  <a:pt x="331525" y="87797"/>
                </a:lnTo>
                <a:lnTo>
                  <a:pt x="331863" y="88196"/>
                </a:lnTo>
                <a:lnTo>
                  <a:pt x="332189" y="88607"/>
                </a:lnTo>
                <a:lnTo>
                  <a:pt x="332504" y="89030"/>
                </a:lnTo>
                <a:lnTo>
                  <a:pt x="332807" y="89461"/>
                </a:lnTo>
                <a:lnTo>
                  <a:pt x="333097" y="89898"/>
                </a:lnTo>
                <a:lnTo>
                  <a:pt x="333374" y="90342"/>
                </a:lnTo>
                <a:lnTo>
                  <a:pt x="333639" y="90792"/>
                </a:lnTo>
                <a:lnTo>
                  <a:pt x="333890" y="91248"/>
                </a:lnTo>
                <a:lnTo>
                  <a:pt x="334129" y="91711"/>
                </a:lnTo>
                <a:lnTo>
                  <a:pt x="334354" y="92180"/>
                </a:lnTo>
                <a:lnTo>
                  <a:pt x="334567" y="92655"/>
                </a:lnTo>
                <a:lnTo>
                  <a:pt x="334767" y="93137"/>
                </a:lnTo>
                <a:lnTo>
                  <a:pt x="334954" y="93625"/>
                </a:lnTo>
                <a:lnTo>
                  <a:pt x="335128" y="94119"/>
                </a:lnTo>
                <a:lnTo>
                  <a:pt x="335289" y="94619"/>
                </a:lnTo>
                <a:lnTo>
                  <a:pt x="335437" y="95126"/>
                </a:lnTo>
                <a:lnTo>
                  <a:pt x="335572" y="95639"/>
                </a:lnTo>
                <a:lnTo>
                  <a:pt x="335695" y="96159"/>
                </a:lnTo>
                <a:lnTo>
                  <a:pt x="335804" y="96684"/>
                </a:lnTo>
                <a:lnTo>
                  <a:pt x="335901" y="97217"/>
                </a:lnTo>
                <a:lnTo>
                  <a:pt x="335985" y="97755"/>
                </a:lnTo>
                <a:lnTo>
                  <a:pt x="336056" y="98300"/>
                </a:lnTo>
                <a:lnTo>
                  <a:pt x="336114" y="98851"/>
                </a:lnTo>
                <a:lnTo>
                  <a:pt x="336159" y="99408"/>
                </a:lnTo>
                <a:lnTo>
                  <a:pt x="336191" y="99972"/>
                </a:lnTo>
                <a:lnTo>
                  <a:pt x="336210" y="100541"/>
                </a:lnTo>
                <a:lnTo>
                  <a:pt x="336217" y="101118"/>
                </a:lnTo>
                <a:lnTo>
                  <a:pt x="336207" y="101875"/>
                </a:lnTo>
                <a:lnTo>
                  <a:pt x="336176" y="102621"/>
                </a:lnTo>
                <a:lnTo>
                  <a:pt x="336126" y="103354"/>
                </a:lnTo>
                <a:lnTo>
                  <a:pt x="336055" y="104076"/>
                </a:lnTo>
                <a:lnTo>
                  <a:pt x="335963" y="104785"/>
                </a:lnTo>
                <a:lnTo>
                  <a:pt x="335852" y="105482"/>
                </a:lnTo>
                <a:lnTo>
                  <a:pt x="335720" y="106167"/>
                </a:lnTo>
                <a:lnTo>
                  <a:pt x="335567" y="106840"/>
                </a:lnTo>
                <a:lnTo>
                  <a:pt x="335395" y="107502"/>
                </a:lnTo>
                <a:lnTo>
                  <a:pt x="335202" y="108150"/>
                </a:lnTo>
                <a:lnTo>
                  <a:pt x="334989" y="108787"/>
                </a:lnTo>
                <a:lnTo>
                  <a:pt x="334755" y="109412"/>
                </a:lnTo>
                <a:lnTo>
                  <a:pt x="334502" y="110025"/>
                </a:lnTo>
                <a:lnTo>
                  <a:pt x="334228" y="110626"/>
                </a:lnTo>
                <a:lnTo>
                  <a:pt x="333933" y="111214"/>
                </a:lnTo>
                <a:lnTo>
                  <a:pt x="333619" y="111791"/>
                </a:lnTo>
                <a:lnTo>
                  <a:pt x="333284" y="112355"/>
                </a:lnTo>
                <a:lnTo>
                  <a:pt x="332928" y="112908"/>
                </a:lnTo>
                <a:lnTo>
                  <a:pt x="332553" y="113448"/>
                </a:lnTo>
                <a:lnTo>
                  <a:pt x="332157" y="113976"/>
                </a:lnTo>
                <a:lnTo>
                  <a:pt x="331741" y="114492"/>
                </a:lnTo>
                <a:lnTo>
                  <a:pt x="331304" y="114996"/>
                </a:lnTo>
                <a:lnTo>
                  <a:pt x="330848" y="115488"/>
                </a:lnTo>
                <a:lnTo>
                  <a:pt x="330371" y="115968"/>
                </a:lnTo>
                <a:lnTo>
                  <a:pt x="329877" y="116433"/>
                </a:lnTo>
                <a:lnTo>
                  <a:pt x="329369" y="116877"/>
                </a:lnTo>
                <a:lnTo>
                  <a:pt x="328847" y="117301"/>
                </a:lnTo>
                <a:lnTo>
                  <a:pt x="328312" y="117706"/>
                </a:lnTo>
                <a:lnTo>
                  <a:pt x="327763" y="118091"/>
                </a:lnTo>
                <a:lnTo>
                  <a:pt x="327201" y="118457"/>
                </a:lnTo>
                <a:lnTo>
                  <a:pt x="326624" y="118802"/>
                </a:lnTo>
                <a:lnTo>
                  <a:pt x="326034" y="119128"/>
                </a:lnTo>
                <a:lnTo>
                  <a:pt x="325431" y="119434"/>
                </a:lnTo>
                <a:lnTo>
                  <a:pt x="324813" y="119720"/>
                </a:lnTo>
                <a:lnTo>
                  <a:pt x="324182" y="119987"/>
                </a:lnTo>
                <a:lnTo>
                  <a:pt x="323537" y="120234"/>
                </a:lnTo>
                <a:lnTo>
                  <a:pt x="322879" y="120461"/>
                </a:lnTo>
                <a:lnTo>
                  <a:pt x="322206" y="120668"/>
                </a:lnTo>
                <a:lnTo>
                  <a:pt x="321520" y="120856"/>
                </a:lnTo>
                <a:lnTo>
                  <a:pt x="320821" y="121024"/>
                </a:lnTo>
                <a:lnTo>
                  <a:pt x="320107" y="121172"/>
                </a:lnTo>
                <a:lnTo>
                  <a:pt x="319380" y="121300"/>
                </a:lnTo>
                <a:lnTo>
                  <a:pt x="318639" y="121409"/>
                </a:lnTo>
                <a:lnTo>
                  <a:pt x="317885" y="121498"/>
                </a:lnTo>
                <a:lnTo>
                  <a:pt x="317116" y="121567"/>
                </a:lnTo>
                <a:lnTo>
                  <a:pt x="316334" y="121616"/>
                </a:lnTo>
                <a:lnTo>
                  <a:pt x="315539" y="121646"/>
                </a:lnTo>
                <a:lnTo>
                  <a:pt x="314729" y="121656"/>
                </a:lnTo>
                <a:lnTo>
                  <a:pt x="313893" y="121646"/>
                </a:lnTo>
                <a:lnTo>
                  <a:pt x="313071" y="121618"/>
                </a:lnTo>
                <a:lnTo>
                  <a:pt x="312263" y="121570"/>
                </a:lnTo>
                <a:lnTo>
                  <a:pt x="311468" y="121504"/>
                </a:lnTo>
                <a:lnTo>
                  <a:pt x="310688" y="121419"/>
                </a:lnTo>
                <a:lnTo>
                  <a:pt x="309920" y="121315"/>
                </a:lnTo>
                <a:lnTo>
                  <a:pt x="309167" y="121192"/>
                </a:lnTo>
                <a:lnTo>
                  <a:pt x="308427" y="121050"/>
                </a:lnTo>
                <a:lnTo>
                  <a:pt x="307701" y="120889"/>
                </a:lnTo>
                <a:lnTo>
                  <a:pt x="306989" y="120709"/>
                </a:lnTo>
                <a:lnTo>
                  <a:pt x="306290" y="120511"/>
                </a:lnTo>
                <a:lnTo>
                  <a:pt x="305605" y="120293"/>
                </a:lnTo>
                <a:lnTo>
                  <a:pt x="304934" y="120056"/>
                </a:lnTo>
                <a:lnTo>
                  <a:pt x="304277" y="119801"/>
                </a:lnTo>
                <a:lnTo>
                  <a:pt x="303633" y="119526"/>
                </a:lnTo>
                <a:lnTo>
                  <a:pt x="303003" y="119233"/>
                </a:lnTo>
                <a:lnTo>
                  <a:pt x="302386" y="118921"/>
                </a:lnTo>
                <a:lnTo>
                  <a:pt x="301784" y="118589"/>
                </a:lnTo>
                <a:lnTo>
                  <a:pt x="301195" y="118239"/>
                </a:lnTo>
                <a:lnTo>
                  <a:pt x="300620" y="117870"/>
                </a:lnTo>
                <a:lnTo>
                  <a:pt x="300058" y="117482"/>
                </a:lnTo>
                <a:lnTo>
                  <a:pt x="299510" y="117075"/>
                </a:lnTo>
                <a:lnTo>
                  <a:pt x="298976" y="116649"/>
                </a:lnTo>
                <a:lnTo>
                  <a:pt x="298456" y="116205"/>
                </a:lnTo>
                <a:lnTo>
                  <a:pt x="297953" y="115743"/>
                </a:lnTo>
                <a:lnTo>
                  <a:pt x="297472" y="115267"/>
                </a:lnTo>
                <a:lnTo>
                  <a:pt x="297012" y="114777"/>
                </a:lnTo>
                <a:lnTo>
                  <a:pt x="296573" y="114271"/>
                </a:lnTo>
                <a:lnTo>
                  <a:pt x="296156" y="113752"/>
                </a:lnTo>
                <a:lnTo>
                  <a:pt x="295760" y="113218"/>
                </a:lnTo>
                <a:lnTo>
                  <a:pt x="295386" y="112669"/>
                </a:lnTo>
                <a:lnTo>
                  <a:pt x="295033" y="112106"/>
                </a:lnTo>
                <a:lnTo>
                  <a:pt x="294701" y="111528"/>
                </a:lnTo>
                <a:lnTo>
                  <a:pt x="294391" y="110936"/>
                </a:lnTo>
                <a:lnTo>
                  <a:pt x="294102" y="110329"/>
                </a:lnTo>
                <a:lnTo>
                  <a:pt x="293834" y="109708"/>
                </a:lnTo>
                <a:lnTo>
                  <a:pt x="293588" y="109072"/>
                </a:lnTo>
                <a:lnTo>
                  <a:pt x="293364" y="108421"/>
                </a:lnTo>
                <a:lnTo>
                  <a:pt x="293160" y="107756"/>
                </a:lnTo>
                <a:lnTo>
                  <a:pt x="292979" y="107077"/>
                </a:lnTo>
                <a:lnTo>
                  <a:pt x="292818" y="106383"/>
                </a:lnTo>
                <a:lnTo>
                  <a:pt x="292679" y="105674"/>
                </a:lnTo>
                <a:lnTo>
                  <a:pt x="292561" y="104951"/>
                </a:lnTo>
                <a:lnTo>
                  <a:pt x="292465" y="104213"/>
                </a:lnTo>
                <a:lnTo>
                  <a:pt x="292390" y="103461"/>
                </a:lnTo>
                <a:lnTo>
                  <a:pt x="292337" y="102695"/>
                </a:lnTo>
                <a:lnTo>
                  <a:pt x="292305" y="101913"/>
                </a:lnTo>
                <a:lnTo>
                  <a:pt x="292294" y="101118"/>
                </a:lnTo>
                <a:lnTo>
                  <a:pt x="278075" y="101118"/>
                </a:lnTo>
                <a:lnTo>
                  <a:pt x="278083" y="101969"/>
                </a:lnTo>
                <a:lnTo>
                  <a:pt x="278106" y="102810"/>
                </a:lnTo>
                <a:lnTo>
                  <a:pt x="278145" y="103642"/>
                </a:lnTo>
                <a:lnTo>
                  <a:pt x="278200" y="104464"/>
                </a:lnTo>
                <a:lnTo>
                  <a:pt x="278270" y="105277"/>
                </a:lnTo>
                <a:lnTo>
                  <a:pt x="278356" y="106080"/>
                </a:lnTo>
                <a:lnTo>
                  <a:pt x="278458" y="106873"/>
                </a:lnTo>
                <a:lnTo>
                  <a:pt x="278575" y="107657"/>
                </a:lnTo>
                <a:lnTo>
                  <a:pt x="278708" y="108431"/>
                </a:lnTo>
                <a:lnTo>
                  <a:pt x="278856" y="109196"/>
                </a:lnTo>
                <a:lnTo>
                  <a:pt x="279020" y="109951"/>
                </a:lnTo>
                <a:lnTo>
                  <a:pt x="279200" y="110697"/>
                </a:lnTo>
                <a:lnTo>
                  <a:pt x="279395" y="111432"/>
                </a:lnTo>
                <a:lnTo>
                  <a:pt x="279606" y="112159"/>
                </a:lnTo>
                <a:lnTo>
                  <a:pt x="279833" y="112875"/>
                </a:lnTo>
                <a:lnTo>
                  <a:pt x="280075" y="113582"/>
                </a:lnTo>
                <a:lnTo>
                  <a:pt x="280333" y="114280"/>
                </a:lnTo>
                <a:lnTo>
                  <a:pt x="280607" y="114967"/>
                </a:lnTo>
                <a:lnTo>
                  <a:pt x="280896" y="115646"/>
                </a:lnTo>
                <a:lnTo>
                  <a:pt x="281201" y="116314"/>
                </a:lnTo>
                <a:lnTo>
                  <a:pt x="281521" y="116973"/>
                </a:lnTo>
                <a:lnTo>
                  <a:pt x="281857" y="117623"/>
                </a:lnTo>
                <a:lnTo>
                  <a:pt x="282209" y="118263"/>
                </a:lnTo>
                <a:lnTo>
                  <a:pt x="282576" y="118893"/>
                </a:lnTo>
                <a:lnTo>
                  <a:pt x="282958" y="119512"/>
                </a:lnTo>
                <a:lnTo>
                  <a:pt x="283353" y="120119"/>
                </a:lnTo>
                <a:lnTo>
                  <a:pt x="283761" y="120713"/>
                </a:lnTo>
                <a:lnTo>
                  <a:pt x="284182" y="121296"/>
                </a:lnTo>
                <a:lnTo>
                  <a:pt x="284617" y="121866"/>
                </a:lnTo>
                <a:lnTo>
                  <a:pt x="285064" y="122423"/>
                </a:lnTo>
                <a:lnTo>
                  <a:pt x="285525" y="122968"/>
                </a:lnTo>
                <a:lnTo>
                  <a:pt x="285999" y="123501"/>
                </a:lnTo>
                <a:lnTo>
                  <a:pt x="286486" y="124021"/>
                </a:lnTo>
                <a:lnTo>
                  <a:pt x="286987" y="124530"/>
                </a:lnTo>
                <a:lnTo>
                  <a:pt x="287500" y="125025"/>
                </a:lnTo>
                <a:lnTo>
                  <a:pt x="288027" y="125509"/>
                </a:lnTo>
                <a:lnTo>
                  <a:pt x="288567" y="125980"/>
                </a:lnTo>
                <a:lnTo>
                  <a:pt x="289119" y="126439"/>
                </a:lnTo>
                <a:lnTo>
                  <a:pt x="289686" y="126885"/>
                </a:lnTo>
                <a:lnTo>
                  <a:pt x="290265" y="127319"/>
                </a:lnTo>
                <a:lnTo>
                  <a:pt x="290857" y="127741"/>
                </a:lnTo>
                <a:lnTo>
                  <a:pt x="291463" y="128150"/>
                </a:lnTo>
                <a:lnTo>
                  <a:pt x="292082" y="128547"/>
                </a:lnTo>
                <a:lnTo>
                  <a:pt x="292713" y="128932"/>
                </a:lnTo>
                <a:lnTo>
                  <a:pt x="293358" y="129304"/>
                </a:lnTo>
                <a:lnTo>
                  <a:pt x="294017" y="129664"/>
                </a:lnTo>
                <a:lnTo>
                  <a:pt x="294688" y="130011"/>
                </a:lnTo>
                <a:lnTo>
                  <a:pt x="295373" y="130347"/>
                </a:lnTo>
                <a:lnTo>
                  <a:pt x="296069" y="130669"/>
                </a:lnTo>
                <a:lnTo>
                  <a:pt x="296774" y="130977"/>
                </a:lnTo>
                <a:lnTo>
                  <a:pt x="297490" y="131272"/>
                </a:lnTo>
                <a:lnTo>
                  <a:pt x="298215" y="131553"/>
                </a:lnTo>
                <a:lnTo>
                  <a:pt x="298949" y="131821"/>
                </a:lnTo>
                <a:lnTo>
                  <a:pt x="299693" y="132074"/>
                </a:lnTo>
                <a:lnTo>
                  <a:pt x="300447" y="132314"/>
                </a:lnTo>
                <a:lnTo>
                  <a:pt x="301210" y="132541"/>
                </a:lnTo>
                <a:lnTo>
                  <a:pt x="301983" y="132753"/>
                </a:lnTo>
                <a:lnTo>
                  <a:pt x="302766" y="132952"/>
                </a:lnTo>
                <a:lnTo>
                  <a:pt x="303558" y="133137"/>
                </a:lnTo>
                <a:lnTo>
                  <a:pt x="304360" y="133308"/>
                </a:lnTo>
                <a:lnTo>
                  <a:pt x="305171" y="133466"/>
                </a:lnTo>
                <a:lnTo>
                  <a:pt x="305992" y="133610"/>
                </a:lnTo>
                <a:lnTo>
                  <a:pt x="306822" y="133740"/>
                </a:lnTo>
                <a:lnTo>
                  <a:pt x="307662" y="133857"/>
                </a:lnTo>
                <a:lnTo>
                  <a:pt x="308512" y="133960"/>
                </a:lnTo>
                <a:lnTo>
                  <a:pt x="309372" y="134049"/>
                </a:lnTo>
                <a:lnTo>
                  <a:pt x="310240" y="134124"/>
                </a:lnTo>
                <a:lnTo>
                  <a:pt x="311119" y="134186"/>
                </a:lnTo>
                <a:lnTo>
                  <a:pt x="312007" y="134234"/>
                </a:lnTo>
                <a:lnTo>
                  <a:pt x="312905" y="134268"/>
                </a:lnTo>
                <a:lnTo>
                  <a:pt x="313812" y="134289"/>
                </a:lnTo>
                <a:lnTo>
                  <a:pt x="314729" y="134296"/>
                </a:lnTo>
                <a:lnTo>
                  <a:pt x="315620" y="134288"/>
                </a:lnTo>
                <a:lnTo>
                  <a:pt x="316500" y="134267"/>
                </a:lnTo>
                <a:lnTo>
                  <a:pt x="317372" y="134231"/>
                </a:lnTo>
                <a:lnTo>
                  <a:pt x="318233" y="134182"/>
                </a:lnTo>
                <a:close/>
                <a:moveTo>
                  <a:pt x="159733" y="68569"/>
                </a:moveTo>
                <a:lnTo>
                  <a:pt x="109807" y="68569"/>
                </a:lnTo>
                <a:lnTo>
                  <a:pt x="109807" y="30336"/>
                </a:lnTo>
                <a:lnTo>
                  <a:pt x="163841" y="30336"/>
                </a:lnTo>
                <a:lnTo>
                  <a:pt x="163841" y="17380"/>
                </a:lnTo>
                <a:lnTo>
                  <a:pt x="95904" y="17380"/>
                </a:lnTo>
                <a:lnTo>
                  <a:pt x="95904" y="132717"/>
                </a:lnTo>
                <a:lnTo>
                  <a:pt x="110123" y="132717"/>
                </a:lnTo>
                <a:lnTo>
                  <a:pt x="110123" y="81525"/>
                </a:lnTo>
                <a:lnTo>
                  <a:pt x="159733" y="81525"/>
                </a:lnTo>
                <a:lnTo>
                  <a:pt x="159733" y="68569"/>
                </a:lnTo>
                <a:close/>
                <a:moveTo>
                  <a:pt x="253583" y="68569"/>
                </a:moveTo>
                <a:lnTo>
                  <a:pt x="203657" y="68569"/>
                </a:lnTo>
                <a:lnTo>
                  <a:pt x="203657" y="30336"/>
                </a:lnTo>
                <a:lnTo>
                  <a:pt x="257692" y="30336"/>
                </a:lnTo>
                <a:lnTo>
                  <a:pt x="257692" y="17380"/>
                </a:lnTo>
                <a:lnTo>
                  <a:pt x="189754" y="17380"/>
                </a:lnTo>
                <a:lnTo>
                  <a:pt x="189754" y="132717"/>
                </a:lnTo>
                <a:lnTo>
                  <a:pt x="203973" y="132717"/>
                </a:lnTo>
                <a:lnTo>
                  <a:pt x="203973" y="81525"/>
                </a:lnTo>
                <a:lnTo>
                  <a:pt x="253583" y="81525"/>
                </a:lnTo>
                <a:lnTo>
                  <a:pt x="253583" y="68569"/>
                </a:lnTo>
                <a:close/>
                <a:moveTo>
                  <a:pt x="391356" y="78682"/>
                </a:moveTo>
                <a:lnTo>
                  <a:pt x="438123" y="78682"/>
                </a:lnTo>
                <a:lnTo>
                  <a:pt x="438123" y="66042"/>
                </a:lnTo>
                <a:lnTo>
                  <a:pt x="391356" y="66042"/>
                </a:lnTo>
                <a:lnTo>
                  <a:pt x="391356" y="30336"/>
                </a:lnTo>
                <a:lnTo>
                  <a:pt x="443654" y="30336"/>
                </a:lnTo>
                <a:lnTo>
                  <a:pt x="443654" y="17380"/>
                </a:lnTo>
                <a:lnTo>
                  <a:pt x="377296" y="17380"/>
                </a:lnTo>
                <a:lnTo>
                  <a:pt x="377296" y="132717"/>
                </a:lnTo>
                <a:lnTo>
                  <a:pt x="443654" y="132717"/>
                </a:lnTo>
                <a:lnTo>
                  <a:pt x="443654" y="119761"/>
                </a:lnTo>
                <a:lnTo>
                  <a:pt x="391356" y="119761"/>
                </a:lnTo>
                <a:lnTo>
                  <a:pt x="391356" y="78682"/>
                </a:lnTo>
                <a:close/>
                <a:moveTo>
                  <a:pt x="539082" y="17380"/>
                </a:moveTo>
                <a:lnTo>
                  <a:pt x="461663" y="17380"/>
                </a:lnTo>
                <a:lnTo>
                  <a:pt x="461663" y="30336"/>
                </a:lnTo>
                <a:lnTo>
                  <a:pt x="493264" y="30336"/>
                </a:lnTo>
                <a:lnTo>
                  <a:pt x="493264" y="132717"/>
                </a:lnTo>
                <a:lnTo>
                  <a:pt x="507483" y="132717"/>
                </a:lnTo>
                <a:lnTo>
                  <a:pt x="507483" y="30336"/>
                </a:lnTo>
                <a:lnTo>
                  <a:pt x="539082" y="30336"/>
                </a:lnTo>
                <a:lnTo>
                  <a:pt x="539082" y="17380"/>
                </a:lnTo>
                <a:close/>
                <a:moveTo>
                  <a:pt x="683112" y="74974"/>
                </a:moveTo>
                <a:lnTo>
                  <a:pt x="683787" y="74870"/>
                </a:lnTo>
                <a:lnTo>
                  <a:pt x="684448" y="74757"/>
                </a:lnTo>
                <a:lnTo>
                  <a:pt x="685096" y="74635"/>
                </a:lnTo>
                <a:lnTo>
                  <a:pt x="685731" y="74504"/>
                </a:lnTo>
                <a:lnTo>
                  <a:pt x="686352" y="74364"/>
                </a:lnTo>
                <a:lnTo>
                  <a:pt x="686960" y="74214"/>
                </a:lnTo>
                <a:lnTo>
                  <a:pt x="687554" y="74056"/>
                </a:lnTo>
                <a:lnTo>
                  <a:pt x="688135" y="73889"/>
                </a:lnTo>
                <a:lnTo>
                  <a:pt x="688702" y="73712"/>
                </a:lnTo>
                <a:lnTo>
                  <a:pt x="689256" y="73527"/>
                </a:lnTo>
                <a:lnTo>
                  <a:pt x="689796" y="73332"/>
                </a:lnTo>
                <a:lnTo>
                  <a:pt x="690323" y="73128"/>
                </a:lnTo>
                <a:lnTo>
                  <a:pt x="690837" y="72916"/>
                </a:lnTo>
                <a:lnTo>
                  <a:pt x="691338" y="72694"/>
                </a:lnTo>
                <a:lnTo>
                  <a:pt x="691827" y="72465"/>
                </a:lnTo>
                <a:lnTo>
                  <a:pt x="692305" y="72228"/>
                </a:lnTo>
                <a:lnTo>
                  <a:pt x="692771" y="71983"/>
                </a:lnTo>
                <a:lnTo>
                  <a:pt x="693225" y="71730"/>
                </a:lnTo>
                <a:lnTo>
                  <a:pt x="693667" y="71468"/>
                </a:lnTo>
                <a:lnTo>
                  <a:pt x="694097" y="71199"/>
                </a:lnTo>
                <a:lnTo>
                  <a:pt x="694516" y="70923"/>
                </a:lnTo>
                <a:lnTo>
                  <a:pt x="694923" y="70638"/>
                </a:lnTo>
                <a:lnTo>
                  <a:pt x="695318" y="70345"/>
                </a:lnTo>
                <a:lnTo>
                  <a:pt x="695701" y="70044"/>
                </a:lnTo>
                <a:lnTo>
                  <a:pt x="696072" y="69735"/>
                </a:lnTo>
                <a:lnTo>
                  <a:pt x="696432" y="69419"/>
                </a:lnTo>
                <a:lnTo>
                  <a:pt x="696779" y="69094"/>
                </a:lnTo>
                <a:lnTo>
                  <a:pt x="697115" y="68761"/>
                </a:lnTo>
                <a:lnTo>
                  <a:pt x="697439" y="68421"/>
                </a:lnTo>
                <a:lnTo>
                  <a:pt x="697752" y="68072"/>
                </a:lnTo>
                <a:lnTo>
                  <a:pt x="698052" y="67716"/>
                </a:lnTo>
                <a:lnTo>
                  <a:pt x="698341" y="67352"/>
                </a:lnTo>
                <a:lnTo>
                  <a:pt x="698618" y="66979"/>
                </a:lnTo>
                <a:lnTo>
                  <a:pt x="698883" y="66599"/>
                </a:lnTo>
                <a:lnTo>
                  <a:pt x="699136" y="66211"/>
                </a:lnTo>
                <a:lnTo>
                  <a:pt x="699378" y="65815"/>
                </a:lnTo>
                <a:lnTo>
                  <a:pt x="699607" y="65411"/>
                </a:lnTo>
                <a:lnTo>
                  <a:pt x="699826" y="64999"/>
                </a:lnTo>
                <a:lnTo>
                  <a:pt x="700032" y="64581"/>
                </a:lnTo>
                <a:lnTo>
                  <a:pt x="700227" y="64156"/>
                </a:lnTo>
                <a:lnTo>
                  <a:pt x="700411" y="63725"/>
                </a:lnTo>
                <a:lnTo>
                  <a:pt x="700583" y="63287"/>
                </a:lnTo>
                <a:lnTo>
                  <a:pt x="700743" y="62843"/>
                </a:lnTo>
                <a:lnTo>
                  <a:pt x="700892" y="62392"/>
                </a:lnTo>
                <a:lnTo>
                  <a:pt x="701029" y="61934"/>
                </a:lnTo>
                <a:lnTo>
                  <a:pt x="701155" y="61470"/>
                </a:lnTo>
                <a:lnTo>
                  <a:pt x="701270" y="60999"/>
                </a:lnTo>
                <a:lnTo>
                  <a:pt x="701372" y="60522"/>
                </a:lnTo>
                <a:lnTo>
                  <a:pt x="701464" y="60038"/>
                </a:lnTo>
                <a:lnTo>
                  <a:pt x="701544" y="59548"/>
                </a:lnTo>
                <a:lnTo>
                  <a:pt x="701612" y="59051"/>
                </a:lnTo>
                <a:lnTo>
                  <a:pt x="701669" y="58547"/>
                </a:lnTo>
                <a:lnTo>
                  <a:pt x="701714" y="58037"/>
                </a:lnTo>
                <a:lnTo>
                  <a:pt x="701748" y="57520"/>
                </a:lnTo>
                <a:lnTo>
                  <a:pt x="701770" y="56997"/>
                </a:lnTo>
                <a:lnTo>
                  <a:pt x="701781" y="56467"/>
                </a:lnTo>
                <a:lnTo>
                  <a:pt x="701780" y="55930"/>
                </a:lnTo>
                <a:lnTo>
                  <a:pt x="701768" y="55387"/>
                </a:lnTo>
                <a:lnTo>
                  <a:pt x="701744" y="54837"/>
                </a:lnTo>
                <a:lnTo>
                  <a:pt x="701708" y="54281"/>
                </a:lnTo>
                <a:lnTo>
                  <a:pt x="701662" y="53718"/>
                </a:lnTo>
                <a:lnTo>
                  <a:pt x="699292" y="27807"/>
                </a:lnTo>
                <a:lnTo>
                  <a:pt x="699247" y="27246"/>
                </a:lnTo>
                <a:lnTo>
                  <a:pt x="699219" y="26698"/>
                </a:lnTo>
                <a:lnTo>
                  <a:pt x="699207" y="26161"/>
                </a:lnTo>
                <a:lnTo>
                  <a:pt x="699212" y="25636"/>
                </a:lnTo>
                <a:lnTo>
                  <a:pt x="699233" y="25123"/>
                </a:lnTo>
                <a:lnTo>
                  <a:pt x="699271" y="24622"/>
                </a:lnTo>
                <a:lnTo>
                  <a:pt x="699325" y="24133"/>
                </a:lnTo>
                <a:lnTo>
                  <a:pt x="699396" y="23655"/>
                </a:lnTo>
                <a:lnTo>
                  <a:pt x="699483" y="23189"/>
                </a:lnTo>
                <a:lnTo>
                  <a:pt x="699587" y="22735"/>
                </a:lnTo>
                <a:lnTo>
                  <a:pt x="699707" y="22293"/>
                </a:lnTo>
                <a:lnTo>
                  <a:pt x="699843" y="21862"/>
                </a:lnTo>
                <a:lnTo>
                  <a:pt x="699996" y="21443"/>
                </a:lnTo>
                <a:lnTo>
                  <a:pt x="700166" y="21036"/>
                </a:lnTo>
                <a:lnTo>
                  <a:pt x="700352" y="20641"/>
                </a:lnTo>
                <a:lnTo>
                  <a:pt x="700554" y="20258"/>
                </a:lnTo>
                <a:lnTo>
                  <a:pt x="700773" y="19886"/>
                </a:lnTo>
                <a:lnTo>
                  <a:pt x="701008" y="19527"/>
                </a:lnTo>
                <a:lnTo>
                  <a:pt x="701260" y="19179"/>
                </a:lnTo>
                <a:lnTo>
                  <a:pt x="701528" y="18843"/>
                </a:lnTo>
                <a:lnTo>
                  <a:pt x="701813" y="18518"/>
                </a:lnTo>
                <a:lnTo>
                  <a:pt x="702114" y="18206"/>
                </a:lnTo>
                <a:lnTo>
                  <a:pt x="702432" y="17905"/>
                </a:lnTo>
                <a:lnTo>
                  <a:pt x="702766" y="17616"/>
                </a:lnTo>
                <a:lnTo>
                  <a:pt x="703114" y="17339"/>
                </a:lnTo>
                <a:lnTo>
                  <a:pt x="703473" y="17073"/>
                </a:lnTo>
                <a:lnTo>
                  <a:pt x="703845" y="16820"/>
                </a:lnTo>
                <a:lnTo>
                  <a:pt x="704227" y="16578"/>
                </a:lnTo>
                <a:lnTo>
                  <a:pt x="704621" y="16348"/>
                </a:lnTo>
                <a:lnTo>
                  <a:pt x="705027" y="16130"/>
                </a:lnTo>
                <a:lnTo>
                  <a:pt x="705444" y="15923"/>
                </a:lnTo>
                <a:lnTo>
                  <a:pt x="705873" y="15729"/>
                </a:lnTo>
                <a:lnTo>
                  <a:pt x="706314" y="15546"/>
                </a:lnTo>
                <a:lnTo>
                  <a:pt x="706765" y="15375"/>
                </a:lnTo>
                <a:lnTo>
                  <a:pt x="707229" y="15216"/>
                </a:lnTo>
                <a:lnTo>
                  <a:pt x="707704" y="15068"/>
                </a:lnTo>
                <a:lnTo>
                  <a:pt x="708190" y="14933"/>
                </a:lnTo>
                <a:lnTo>
                  <a:pt x="708688" y="14809"/>
                </a:lnTo>
                <a:lnTo>
                  <a:pt x="709198" y="14697"/>
                </a:lnTo>
                <a:lnTo>
                  <a:pt x="709719" y="14597"/>
                </a:lnTo>
                <a:lnTo>
                  <a:pt x="710251" y="14508"/>
                </a:lnTo>
                <a:lnTo>
                  <a:pt x="710795" y="14431"/>
                </a:lnTo>
                <a:lnTo>
                  <a:pt x="711351" y="14367"/>
                </a:lnTo>
                <a:lnTo>
                  <a:pt x="711918" y="14313"/>
                </a:lnTo>
                <a:lnTo>
                  <a:pt x="712496" y="14272"/>
                </a:lnTo>
                <a:lnTo>
                  <a:pt x="713087" y="14243"/>
                </a:lnTo>
                <a:lnTo>
                  <a:pt x="713688" y="14225"/>
                </a:lnTo>
                <a:lnTo>
                  <a:pt x="714302" y="14219"/>
                </a:lnTo>
                <a:lnTo>
                  <a:pt x="721411" y="14219"/>
                </a:lnTo>
                <a:lnTo>
                  <a:pt x="721411" y="1579"/>
                </a:lnTo>
                <a:lnTo>
                  <a:pt x="714302" y="1579"/>
                </a:lnTo>
                <a:lnTo>
                  <a:pt x="713529" y="1584"/>
                </a:lnTo>
                <a:lnTo>
                  <a:pt x="712765" y="1600"/>
                </a:lnTo>
                <a:lnTo>
                  <a:pt x="712009" y="1627"/>
                </a:lnTo>
                <a:lnTo>
                  <a:pt x="711262" y="1665"/>
                </a:lnTo>
                <a:lnTo>
                  <a:pt x="710523" y="1713"/>
                </a:lnTo>
                <a:lnTo>
                  <a:pt x="709793" y="1772"/>
                </a:lnTo>
                <a:lnTo>
                  <a:pt x="709072" y="1841"/>
                </a:lnTo>
                <a:lnTo>
                  <a:pt x="708359" y="1921"/>
                </a:lnTo>
                <a:lnTo>
                  <a:pt x="707654" y="2012"/>
                </a:lnTo>
                <a:lnTo>
                  <a:pt x="706958" y="2114"/>
                </a:lnTo>
                <a:lnTo>
                  <a:pt x="706270" y="2226"/>
                </a:lnTo>
                <a:lnTo>
                  <a:pt x="705591" y="2349"/>
                </a:lnTo>
                <a:lnTo>
                  <a:pt x="704921" y="2483"/>
                </a:lnTo>
                <a:lnTo>
                  <a:pt x="704259" y="2628"/>
                </a:lnTo>
                <a:lnTo>
                  <a:pt x="703605" y="2783"/>
                </a:lnTo>
                <a:lnTo>
                  <a:pt x="702960" y="2948"/>
                </a:lnTo>
                <a:lnTo>
                  <a:pt x="702323" y="3125"/>
                </a:lnTo>
                <a:lnTo>
                  <a:pt x="701695" y="3312"/>
                </a:lnTo>
                <a:lnTo>
                  <a:pt x="701076" y="3510"/>
                </a:lnTo>
                <a:lnTo>
                  <a:pt x="700465" y="3719"/>
                </a:lnTo>
                <a:lnTo>
                  <a:pt x="699862" y="3938"/>
                </a:lnTo>
                <a:lnTo>
                  <a:pt x="699268" y="4168"/>
                </a:lnTo>
                <a:lnTo>
                  <a:pt x="698683" y="4409"/>
                </a:lnTo>
                <a:lnTo>
                  <a:pt x="698106" y="4660"/>
                </a:lnTo>
                <a:lnTo>
                  <a:pt x="697539" y="4922"/>
                </a:lnTo>
                <a:lnTo>
                  <a:pt x="696984" y="5193"/>
                </a:lnTo>
                <a:lnTo>
                  <a:pt x="696440" y="5474"/>
                </a:lnTo>
                <a:lnTo>
                  <a:pt x="695909" y="5764"/>
                </a:lnTo>
                <a:lnTo>
                  <a:pt x="695389" y="6064"/>
                </a:lnTo>
                <a:lnTo>
                  <a:pt x="694881" y="6374"/>
                </a:lnTo>
                <a:lnTo>
                  <a:pt x="694385" y="6693"/>
                </a:lnTo>
                <a:lnTo>
                  <a:pt x="693901" y="7021"/>
                </a:lnTo>
                <a:lnTo>
                  <a:pt x="693428" y="7360"/>
                </a:lnTo>
                <a:lnTo>
                  <a:pt x="692968" y="7708"/>
                </a:lnTo>
                <a:lnTo>
                  <a:pt x="692519" y="8065"/>
                </a:lnTo>
                <a:lnTo>
                  <a:pt x="692081" y="8433"/>
                </a:lnTo>
                <a:lnTo>
                  <a:pt x="691656" y="8809"/>
                </a:lnTo>
                <a:lnTo>
                  <a:pt x="691243" y="9196"/>
                </a:lnTo>
                <a:lnTo>
                  <a:pt x="690841" y="9592"/>
                </a:lnTo>
                <a:lnTo>
                  <a:pt x="690451" y="9997"/>
                </a:lnTo>
                <a:lnTo>
                  <a:pt x="690073" y="10412"/>
                </a:lnTo>
                <a:lnTo>
                  <a:pt x="689706" y="10837"/>
                </a:lnTo>
                <a:lnTo>
                  <a:pt x="689352" y="11272"/>
                </a:lnTo>
                <a:lnTo>
                  <a:pt x="689009" y="11716"/>
                </a:lnTo>
                <a:lnTo>
                  <a:pt x="688678" y="12169"/>
                </a:lnTo>
                <a:lnTo>
                  <a:pt x="688359" y="12632"/>
                </a:lnTo>
                <a:lnTo>
                  <a:pt x="688051" y="13105"/>
                </a:lnTo>
                <a:lnTo>
                  <a:pt x="687756" y="13587"/>
                </a:lnTo>
                <a:lnTo>
                  <a:pt x="687474" y="14079"/>
                </a:lnTo>
                <a:lnTo>
                  <a:pt x="687206" y="14579"/>
                </a:lnTo>
                <a:lnTo>
                  <a:pt x="686954" y="15089"/>
                </a:lnTo>
                <a:lnTo>
                  <a:pt x="686716" y="15606"/>
                </a:lnTo>
                <a:lnTo>
                  <a:pt x="686493" y="16133"/>
                </a:lnTo>
                <a:lnTo>
                  <a:pt x="686285" y="16669"/>
                </a:lnTo>
                <a:lnTo>
                  <a:pt x="686092" y="17213"/>
                </a:lnTo>
                <a:lnTo>
                  <a:pt x="685913" y="17766"/>
                </a:lnTo>
                <a:lnTo>
                  <a:pt x="685750" y="18327"/>
                </a:lnTo>
                <a:lnTo>
                  <a:pt x="685601" y="18898"/>
                </a:lnTo>
                <a:lnTo>
                  <a:pt x="685467" y="19477"/>
                </a:lnTo>
                <a:lnTo>
                  <a:pt x="685347" y="20065"/>
                </a:lnTo>
                <a:lnTo>
                  <a:pt x="685243" y="20662"/>
                </a:lnTo>
                <a:lnTo>
                  <a:pt x="685153" y="21268"/>
                </a:lnTo>
                <a:lnTo>
                  <a:pt x="685078" y="21882"/>
                </a:lnTo>
                <a:lnTo>
                  <a:pt x="685018" y="22505"/>
                </a:lnTo>
                <a:lnTo>
                  <a:pt x="684973" y="23137"/>
                </a:lnTo>
                <a:lnTo>
                  <a:pt x="684942" y="23778"/>
                </a:lnTo>
                <a:lnTo>
                  <a:pt x="684927" y="24428"/>
                </a:lnTo>
                <a:lnTo>
                  <a:pt x="684926" y="25086"/>
                </a:lnTo>
                <a:lnTo>
                  <a:pt x="684940" y="25753"/>
                </a:lnTo>
                <a:lnTo>
                  <a:pt x="684968" y="26429"/>
                </a:lnTo>
                <a:lnTo>
                  <a:pt x="685012" y="27113"/>
                </a:lnTo>
                <a:lnTo>
                  <a:pt x="685070" y="27807"/>
                </a:lnTo>
                <a:lnTo>
                  <a:pt x="687440" y="53718"/>
                </a:lnTo>
                <a:lnTo>
                  <a:pt x="687499" y="54408"/>
                </a:lnTo>
                <a:lnTo>
                  <a:pt x="687544" y="55081"/>
                </a:lnTo>
                <a:lnTo>
                  <a:pt x="687576" y="55739"/>
                </a:lnTo>
                <a:lnTo>
                  <a:pt x="687594" y="56380"/>
                </a:lnTo>
                <a:lnTo>
                  <a:pt x="687598" y="57005"/>
                </a:lnTo>
                <a:lnTo>
                  <a:pt x="687588" y="57614"/>
                </a:lnTo>
                <a:lnTo>
                  <a:pt x="687565" y="58206"/>
                </a:lnTo>
                <a:lnTo>
                  <a:pt x="687528" y="58783"/>
                </a:lnTo>
                <a:lnTo>
                  <a:pt x="687477" y="59343"/>
                </a:lnTo>
                <a:lnTo>
                  <a:pt x="687413" y="59887"/>
                </a:lnTo>
                <a:lnTo>
                  <a:pt x="687335" y="60415"/>
                </a:lnTo>
                <a:lnTo>
                  <a:pt x="687243" y="60927"/>
                </a:lnTo>
                <a:lnTo>
                  <a:pt x="687137" y="61422"/>
                </a:lnTo>
                <a:lnTo>
                  <a:pt x="687018" y="61902"/>
                </a:lnTo>
                <a:lnTo>
                  <a:pt x="686885" y="62365"/>
                </a:lnTo>
                <a:lnTo>
                  <a:pt x="686738" y="62812"/>
                </a:lnTo>
                <a:lnTo>
                  <a:pt x="686578" y="63243"/>
                </a:lnTo>
                <a:lnTo>
                  <a:pt x="686403" y="63658"/>
                </a:lnTo>
                <a:lnTo>
                  <a:pt x="686216" y="64056"/>
                </a:lnTo>
                <a:lnTo>
                  <a:pt x="686014" y="64438"/>
                </a:lnTo>
                <a:lnTo>
                  <a:pt x="685799" y="64805"/>
                </a:lnTo>
                <a:lnTo>
                  <a:pt x="685569" y="65155"/>
                </a:lnTo>
                <a:lnTo>
                  <a:pt x="685327" y="65489"/>
                </a:lnTo>
                <a:lnTo>
                  <a:pt x="685070" y="65806"/>
                </a:lnTo>
                <a:lnTo>
                  <a:pt x="684795" y="66109"/>
                </a:lnTo>
                <a:lnTo>
                  <a:pt x="684494" y="66399"/>
                </a:lnTo>
                <a:lnTo>
                  <a:pt x="684169" y="66676"/>
                </a:lnTo>
                <a:lnTo>
                  <a:pt x="683820" y="66941"/>
                </a:lnTo>
                <a:lnTo>
                  <a:pt x="683446" y="67192"/>
                </a:lnTo>
                <a:lnTo>
                  <a:pt x="683047" y="67430"/>
                </a:lnTo>
                <a:lnTo>
                  <a:pt x="682623" y="67656"/>
                </a:lnTo>
                <a:lnTo>
                  <a:pt x="682174" y="67869"/>
                </a:lnTo>
                <a:lnTo>
                  <a:pt x="681701" y="68069"/>
                </a:lnTo>
                <a:lnTo>
                  <a:pt x="681204" y="68256"/>
                </a:lnTo>
                <a:lnTo>
                  <a:pt x="680681" y="68430"/>
                </a:lnTo>
                <a:lnTo>
                  <a:pt x="680134" y="68591"/>
                </a:lnTo>
                <a:lnTo>
                  <a:pt x="679562" y="68739"/>
                </a:lnTo>
                <a:lnTo>
                  <a:pt x="678966" y="68874"/>
                </a:lnTo>
                <a:lnTo>
                  <a:pt x="678344" y="68997"/>
                </a:lnTo>
                <a:lnTo>
                  <a:pt x="677698" y="69106"/>
                </a:lnTo>
                <a:lnTo>
                  <a:pt x="677028" y="69203"/>
                </a:lnTo>
                <a:lnTo>
                  <a:pt x="676332" y="69287"/>
                </a:lnTo>
                <a:lnTo>
                  <a:pt x="675612" y="69358"/>
                </a:lnTo>
                <a:lnTo>
                  <a:pt x="674868" y="69416"/>
                </a:lnTo>
                <a:lnTo>
                  <a:pt x="674098" y="69461"/>
                </a:lnTo>
                <a:lnTo>
                  <a:pt x="673304" y="69493"/>
                </a:lnTo>
                <a:lnTo>
                  <a:pt x="672485" y="69512"/>
                </a:lnTo>
                <a:lnTo>
                  <a:pt x="671642" y="69519"/>
                </a:lnTo>
                <a:lnTo>
                  <a:pt x="653471" y="69519"/>
                </a:lnTo>
                <a:lnTo>
                  <a:pt x="653471" y="82156"/>
                </a:lnTo>
                <a:lnTo>
                  <a:pt x="671642" y="82156"/>
                </a:lnTo>
                <a:lnTo>
                  <a:pt x="672485" y="82163"/>
                </a:lnTo>
                <a:lnTo>
                  <a:pt x="673304" y="82182"/>
                </a:lnTo>
                <a:lnTo>
                  <a:pt x="674098" y="82215"/>
                </a:lnTo>
                <a:lnTo>
                  <a:pt x="674868" y="82260"/>
                </a:lnTo>
                <a:lnTo>
                  <a:pt x="675612" y="82318"/>
                </a:lnTo>
                <a:lnTo>
                  <a:pt x="676332" y="82389"/>
                </a:lnTo>
                <a:lnTo>
                  <a:pt x="677028" y="82473"/>
                </a:lnTo>
                <a:lnTo>
                  <a:pt x="677698" y="82569"/>
                </a:lnTo>
                <a:lnTo>
                  <a:pt x="678344" y="82679"/>
                </a:lnTo>
                <a:lnTo>
                  <a:pt x="678966" y="82801"/>
                </a:lnTo>
                <a:lnTo>
                  <a:pt x="679562" y="82937"/>
                </a:lnTo>
                <a:lnTo>
                  <a:pt x="680134" y="83085"/>
                </a:lnTo>
                <a:lnTo>
                  <a:pt x="680681" y="83246"/>
                </a:lnTo>
                <a:lnTo>
                  <a:pt x="681204" y="83421"/>
                </a:lnTo>
                <a:lnTo>
                  <a:pt x="681701" y="83608"/>
                </a:lnTo>
                <a:lnTo>
                  <a:pt x="682174" y="83808"/>
                </a:lnTo>
                <a:lnTo>
                  <a:pt x="682623" y="84020"/>
                </a:lnTo>
                <a:lnTo>
                  <a:pt x="683047" y="84246"/>
                </a:lnTo>
                <a:lnTo>
                  <a:pt x="683446" y="84485"/>
                </a:lnTo>
                <a:lnTo>
                  <a:pt x="683820" y="84736"/>
                </a:lnTo>
                <a:lnTo>
                  <a:pt x="684169" y="85001"/>
                </a:lnTo>
                <a:lnTo>
                  <a:pt x="684494" y="85278"/>
                </a:lnTo>
                <a:lnTo>
                  <a:pt x="684795" y="85568"/>
                </a:lnTo>
                <a:lnTo>
                  <a:pt x="685070" y="85872"/>
                </a:lnTo>
                <a:lnTo>
                  <a:pt x="685327" y="86189"/>
                </a:lnTo>
                <a:lnTo>
                  <a:pt x="685569" y="86523"/>
                </a:lnTo>
                <a:lnTo>
                  <a:pt x="685799" y="86873"/>
                </a:lnTo>
                <a:lnTo>
                  <a:pt x="686014" y="87239"/>
                </a:lnTo>
                <a:lnTo>
                  <a:pt x="686216" y="87621"/>
                </a:lnTo>
                <a:lnTo>
                  <a:pt x="686403" y="88019"/>
                </a:lnTo>
                <a:lnTo>
                  <a:pt x="686578" y="88434"/>
                </a:lnTo>
                <a:lnTo>
                  <a:pt x="686738" y="88864"/>
                </a:lnTo>
                <a:lnTo>
                  <a:pt x="686885" y="89311"/>
                </a:lnTo>
                <a:lnTo>
                  <a:pt x="687018" y="89775"/>
                </a:lnTo>
                <a:lnTo>
                  <a:pt x="687137" y="90254"/>
                </a:lnTo>
                <a:lnTo>
                  <a:pt x="687243" y="90749"/>
                </a:lnTo>
                <a:lnTo>
                  <a:pt x="687335" y="91261"/>
                </a:lnTo>
                <a:lnTo>
                  <a:pt x="687413" y="91789"/>
                </a:lnTo>
                <a:lnTo>
                  <a:pt x="687477" y="92333"/>
                </a:lnTo>
                <a:lnTo>
                  <a:pt x="687528" y="92893"/>
                </a:lnTo>
                <a:lnTo>
                  <a:pt x="687565" y="93469"/>
                </a:lnTo>
                <a:lnTo>
                  <a:pt x="687588" y="94062"/>
                </a:lnTo>
                <a:lnTo>
                  <a:pt x="687598" y="94671"/>
                </a:lnTo>
                <a:lnTo>
                  <a:pt x="687594" y="95296"/>
                </a:lnTo>
                <a:lnTo>
                  <a:pt x="687576" y="95937"/>
                </a:lnTo>
                <a:lnTo>
                  <a:pt x="687544" y="96594"/>
                </a:lnTo>
                <a:lnTo>
                  <a:pt x="687499" y="97267"/>
                </a:lnTo>
                <a:lnTo>
                  <a:pt x="687440" y="97957"/>
                </a:lnTo>
                <a:lnTo>
                  <a:pt x="685070" y="123869"/>
                </a:lnTo>
                <a:lnTo>
                  <a:pt x="685012" y="124549"/>
                </a:lnTo>
                <a:lnTo>
                  <a:pt x="684968" y="125222"/>
                </a:lnTo>
                <a:lnTo>
                  <a:pt x="684940" y="125887"/>
                </a:lnTo>
                <a:lnTo>
                  <a:pt x="684926" y="126544"/>
                </a:lnTo>
                <a:lnTo>
                  <a:pt x="684927" y="127193"/>
                </a:lnTo>
                <a:lnTo>
                  <a:pt x="684942" y="127834"/>
                </a:lnTo>
                <a:lnTo>
                  <a:pt x="684973" y="128466"/>
                </a:lnTo>
                <a:lnTo>
                  <a:pt x="685018" y="129091"/>
                </a:lnTo>
                <a:lnTo>
                  <a:pt x="685078" y="129708"/>
                </a:lnTo>
                <a:lnTo>
                  <a:pt x="685153" y="130317"/>
                </a:lnTo>
                <a:lnTo>
                  <a:pt x="685243" y="130919"/>
                </a:lnTo>
                <a:lnTo>
                  <a:pt x="685347" y="131512"/>
                </a:lnTo>
                <a:lnTo>
                  <a:pt x="685467" y="132097"/>
                </a:lnTo>
                <a:lnTo>
                  <a:pt x="685601" y="132674"/>
                </a:lnTo>
                <a:lnTo>
                  <a:pt x="685750" y="133243"/>
                </a:lnTo>
                <a:lnTo>
                  <a:pt x="685913" y="133805"/>
                </a:lnTo>
                <a:lnTo>
                  <a:pt x="686092" y="134358"/>
                </a:lnTo>
                <a:lnTo>
                  <a:pt x="686285" y="134903"/>
                </a:lnTo>
                <a:lnTo>
                  <a:pt x="686493" y="135441"/>
                </a:lnTo>
                <a:lnTo>
                  <a:pt x="686716" y="135970"/>
                </a:lnTo>
                <a:lnTo>
                  <a:pt x="686954" y="136492"/>
                </a:lnTo>
                <a:lnTo>
                  <a:pt x="687206" y="137005"/>
                </a:lnTo>
                <a:lnTo>
                  <a:pt x="687474" y="137511"/>
                </a:lnTo>
                <a:lnTo>
                  <a:pt x="687756" y="138008"/>
                </a:lnTo>
                <a:lnTo>
                  <a:pt x="688051" y="138497"/>
                </a:lnTo>
                <a:lnTo>
                  <a:pt x="688359" y="138976"/>
                </a:lnTo>
                <a:lnTo>
                  <a:pt x="688678" y="139445"/>
                </a:lnTo>
                <a:lnTo>
                  <a:pt x="689009" y="139905"/>
                </a:lnTo>
                <a:lnTo>
                  <a:pt x="689352" y="140354"/>
                </a:lnTo>
                <a:lnTo>
                  <a:pt x="689706" y="140793"/>
                </a:lnTo>
                <a:lnTo>
                  <a:pt x="690073" y="141223"/>
                </a:lnTo>
                <a:lnTo>
                  <a:pt x="690451" y="141643"/>
                </a:lnTo>
                <a:lnTo>
                  <a:pt x="690841" y="142053"/>
                </a:lnTo>
                <a:lnTo>
                  <a:pt x="691243" y="142453"/>
                </a:lnTo>
                <a:lnTo>
                  <a:pt x="691656" y="142843"/>
                </a:lnTo>
                <a:lnTo>
                  <a:pt x="692081" y="143223"/>
                </a:lnTo>
                <a:lnTo>
                  <a:pt x="692519" y="143593"/>
                </a:lnTo>
                <a:lnTo>
                  <a:pt x="692968" y="143954"/>
                </a:lnTo>
                <a:lnTo>
                  <a:pt x="693428" y="144304"/>
                </a:lnTo>
                <a:lnTo>
                  <a:pt x="693901" y="144645"/>
                </a:lnTo>
                <a:lnTo>
                  <a:pt x="694385" y="144976"/>
                </a:lnTo>
                <a:lnTo>
                  <a:pt x="694881" y="145297"/>
                </a:lnTo>
                <a:lnTo>
                  <a:pt x="695389" y="145608"/>
                </a:lnTo>
                <a:lnTo>
                  <a:pt x="695909" y="145909"/>
                </a:lnTo>
                <a:lnTo>
                  <a:pt x="696440" y="146200"/>
                </a:lnTo>
                <a:lnTo>
                  <a:pt x="696984" y="146482"/>
                </a:lnTo>
                <a:lnTo>
                  <a:pt x="697539" y="146754"/>
                </a:lnTo>
                <a:lnTo>
                  <a:pt x="698106" y="147015"/>
                </a:lnTo>
                <a:lnTo>
                  <a:pt x="698683" y="147267"/>
                </a:lnTo>
                <a:lnTo>
                  <a:pt x="699268" y="147507"/>
                </a:lnTo>
                <a:lnTo>
                  <a:pt x="699862" y="147737"/>
                </a:lnTo>
                <a:lnTo>
                  <a:pt x="700465" y="147957"/>
                </a:lnTo>
                <a:lnTo>
                  <a:pt x="701076" y="148165"/>
                </a:lnTo>
                <a:lnTo>
                  <a:pt x="701695" y="148363"/>
                </a:lnTo>
                <a:lnTo>
                  <a:pt x="702323" y="148550"/>
                </a:lnTo>
                <a:lnTo>
                  <a:pt x="702960" y="148727"/>
                </a:lnTo>
                <a:lnTo>
                  <a:pt x="703605" y="148893"/>
                </a:lnTo>
                <a:lnTo>
                  <a:pt x="704259" y="149048"/>
                </a:lnTo>
                <a:lnTo>
                  <a:pt x="704921" y="149192"/>
                </a:lnTo>
                <a:lnTo>
                  <a:pt x="705591" y="149326"/>
                </a:lnTo>
                <a:lnTo>
                  <a:pt x="706270" y="149449"/>
                </a:lnTo>
                <a:lnTo>
                  <a:pt x="706958" y="149561"/>
                </a:lnTo>
                <a:lnTo>
                  <a:pt x="707654" y="149663"/>
                </a:lnTo>
                <a:lnTo>
                  <a:pt x="708359" y="149754"/>
                </a:lnTo>
                <a:lnTo>
                  <a:pt x="709072" y="149834"/>
                </a:lnTo>
                <a:lnTo>
                  <a:pt x="709793" y="149904"/>
                </a:lnTo>
                <a:lnTo>
                  <a:pt x="710523" y="149963"/>
                </a:lnTo>
                <a:lnTo>
                  <a:pt x="711262" y="150011"/>
                </a:lnTo>
                <a:lnTo>
                  <a:pt x="712009" y="150048"/>
                </a:lnTo>
                <a:lnTo>
                  <a:pt x="712765" y="150075"/>
                </a:lnTo>
                <a:lnTo>
                  <a:pt x="713529" y="150091"/>
                </a:lnTo>
                <a:lnTo>
                  <a:pt x="714302" y="150096"/>
                </a:lnTo>
                <a:lnTo>
                  <a:pt x="721411" y="150096"/>
                </a:lnTo>
                <a:lnTo>
                  <a:pt x="721411" y="137456"/>
                </a:lnTo>
                <a:lnTo>
                  <a:pt x="714302" y="137456"/>
                </a:lnTo>
                <a:lnTo>
                  <a:pt x="713688" y="137450"/>
                </a:lnTo>
                <a:lnTo>
                  <a:pt x="713087" y="137433"/>
                </a:lnTo>
                <a:lnTo>
                  <a:pt x="712496" y="137403"/>
                </a:lnTo>
                <a:lnTo>
                  <a:pt x="711918" y="137362"/>
                </a:lnTo>
                <a:lnTo>
                  <a:pt x="711351" y="137309"/>
                </a:lnTo>
                <a:lnTo>
                  <a:pt x="710795" y="137244"/>
                </a:lnTo>
                <a:lnTo>
                  <a:pt x="710251" y="137167"/>
                </a:lnTo>
                <a:lnTo>
                  <a:pt x="709719" y="137079"/>
                </a:lnTo>
                <a:lnTo>
                  <a:pt x="709198" y="136979"/>
                </a:lnTo>
                <a:lnTo>
                  <a:pt x="708688" y="136866"/>
                </a:lnTo>
                <a:lnTo>
                  <a:pt x="708190" y="136743"/>
                </a:lnTo>
                <a:lnTo>
                  <a:pt x="707704" y="136607"/>
                </a:lnTo>
                <a:lnTo>
                  <a:pt x="707229" y="136460"/>
                </a:lnTo>
                <a:lnTo>
                  <a:pt x="706765" y="136300"/>
                </a:lnTo>
                <a:lnTo>
                  <a:pt x="706314" y="136129"/>
                </a:lnTo>
                <a:lnTo>
                  <a:pt x="705873" y="135947"/>
                </a:lnTo>
                <a:lnTo>
                  <a:pt x="705444" y="135752"/>
                </a:lnTo>
                <a:lnTo>
                  <a:pt x="705027" y="135545"/>
                </a:lnTo>
                <a:lnTo>
                  <a:pt x="704621" y="135327"/>
                </a:lnTo>
                <a:lnTo>
                  <a:pt x="704227" y="135097"/>
                </a:lnTo>
                <a:lnTo>
                  <a:pt x="703845" y="134856"/>
                </a:lnTo>
                <a:lnTo>
                  <a:pt x="703473" y="134602"/>
                </a:lnTo>
                <a:lnTo>
                  <a:pt x="703114" y="134337"/>
                </a:lnTo>
                <a:lnTo>
                  <a:pt x="702766" y="134059"/>
                </a:lnTo>
                <a:lnTo>
                  <a:pt x="702432" y="133770"/>
                </a:lnTo>
                <a:lnTo>
                  <a:pt x="702114" y="133470"/>
                </a:lnTo>
                <a:lnTo>
                  <a:pt x="701813" y="133157"/>
                </a:lnTo>
                <a:lnTo>
                  <a:pt x="701528" y="132833"/>
                </a:lnTo>
                <a:lnTo>
                  <a:pt x="701260" y="132497"/>
                </a:lnTo>
                <a:lnTo>
                  <a:pt x="701008" y="132149"/>
                </a:lnTo>
                <a:lnTo>
                  <a:pt x="700773" y="131789"/>
                </a:lnTo>
                <a:lnTo>
                  <a:pt x="700554" y="131417"/>
                </a:lnTo>
                <a:lnTo>
                  <a:pt x="700352" y="131034"/>
                </a:lnTo>
                <a:lnTo>
                  <a:pt x="700166" y="130639"/>
                </a:lnTo>
                <a:lnTo>
                  <a:pt x="699996" y="130232"/>
                </a:lnTo>
                <a:lnTo>
                  <a:pt x="699843" y="129813"/>
                </a:lnTo>
                <a:lnTo>
                  <a:pt x="699707" y="129383"/>
                </a:lnTo>
                <a:lnTo>
                  <a:pt x="699587" y="128940"/>
                </a:lnTo>
                <a:lnTo>
                  <a:pt x="699483" y="128486"/>
                </a:lnTo>
                <a:lnTo>
                  <a:pt x="699396" y="128020"/>
                </a:lnTo>
                <a:lnTo>
                  <a:pt x="699325" y="127543"/>
                </a:lnTo>
                <a:lnTo>
                  <a:pt x="699271" y="127053"/>
                </a:lnTo>
                <a:lnTo>
                  <a:pt x="699233" y="126552"/>
                </a:lnTo>
                <a:lnTo>
                  <a:pt x="699212" y="126039"/>
                </a:lnTo>
                <a:lnTo>
                  <a:pt x="699207" y="125514"/>
                </a:lnTo>
                <a:lnTo>
                  <a:pt x="699219" y="124977"/>
                </a:lnTo>
                <a:lnTo>
                  <a:pt x="699247" y="124429"/>
                </a:lnTo>
                <a:lnTo>
                  <a:pt x="699292" y="123869"/>
                </a:lnTo>
                <a:lnTo>
                  <a:pt x="701662" y="97957"/>
                </a:lnTo>
                <a:lnTo>
                  <a:pt x="701708" y="97394"/>
                </a:lnTo>
                <a:lnTo>
                  <a:pt x="701744" y="96836"/>
                </a:lnTo>
                <a:lnTo>
                  <a:pt x="701768" y="96285"/>
                </a:lnTo>
                <a:lnTo>
                  <a:pt x="701780" y="95739"/>
                </a:lnTo>
                <a:lnTo>
                  <a:pt x="701781" y="95198"/>
                </a:lnTo>
                <a:lnTo>
                  <a:pt x="701770" y="94664"/>
                </a:lnTo>
                <a:lnTo>
                  <a:pt x="701748" y="94135"/>
                </a:lnTo>
                <a:lnTo>
                  <a:pt x="701714" y="93612"/>
                </a:lnTo>
                <a:lnTo>
                  <a:pt x="701669" y="93095"/>
                </a:lnTo>
                <a:lnTo>
                  <a:pt x="701612" y="92584"/>
                </a:lnTo>
                <a:lnTo>
                  <a:pt x="701544" y="92078"/>
                </a:lnTo>
                <a:lnTo>
                  <a:pt x="701464" y="91578"/>
                </a:lnTo>
                <a:lnTo>
                  <a:pt x="701372" y="91084"/>
                </a:lnTo>
                <a:lnTo>
                  <a:pt x="701270" y="90595"/>
                </a:lnTo>
                <a:lnTo>
                  <a:pt x="701155" y="90113"/>
                </a:lnTo>
                <a:lnTo>
                  <a:pt x="701029" y="89636"/>
                </a:lnTo>
                <a:lnTo>
                  <a:pt x="700892" y="89165"/>
                </a:lnTo>
                <a:lnTo>
                  <a:pt x="700743" y="88699"/>
                </a:lnTo>
                <a:lnTo>
                  <a:pt x="700583" y="88240"/>
                </a:lnTo>
                <a:lnTo>
                  <a:pt x="700411" y="87786"/>
                </a:lnTo>
                <a:lnTo>
                  <a:pt x="700227" y="87338"/>
                </a:lnTo>
                <a:lnTo>
                  <a:pt x="700032" y="86896"/>
                </a:lnTo>
                <a:lnTo>
                  <a:pt x="699826" y="86459"/>
                </a:lnTo>
                <a:lnTo>
                  <a:pt x="699607" y="86028"/>
                </a:lnTo>
                <a:lnTo>
                  <a:pt x="699378" y="85604"/>
                </a:lnTo>
                <a:lnTo>
                  <a:pt x="699136" y="85188"/>
                </a:lnTo>
                <a:lnTo>
                  <a:pt x="698882" y="84779"/>
                </a:lnTo>
                <a:lnTo>
                  <a:pt x="698616" y="84378"/>
                </a:lnTo>
                <a:lnTo>
                  <a:pt x="698338" y="83985"/>
                </a:lnTo>
                <a:lnTo>
                  <a:pt x="698047" y="83599"/>
                </a:lnTo>
                <a:lnTo>
                  <a:pt x="697745" y="83221"/>
                </a:lnTo>
                <a:lnTo>
                  <a:pt x="697431" y="82851"/>
                </a:lnTo>
                <a:lnTo>
                  <a:pt x="697104" y="82488"/>
                </a:lnTo>
                <a:lnTo>
                  <a:pt x="696766" y="82133"/>
                </a:lnTo>
                <a:lnTo>
                  <a:pt x="696415" y="81786"/>
                </a:lnTo>
                <a:lnTo>
                  <a:pt x="696053" y="81446"/>
                </a:lnTo>
                <a:lnTo>
                  <a:pt x="695678" y="81115"/>
                </a:lnTo>
                <a:lnTo>
                  <a:pt x="695291" y="80790"/>
                </a:lnTo>
                <a:lnTo>
                  <a:pt x="694892" y="80474"/>
                </a:lnTo>
                <a:lnTo>
                  <a:pt x="694482" y="80165"/>
                </a:lnTo>
                <a:lnTo>
                  <a:pt x="694059" y="79864"/>
                </a:lnTo>
                <a:lnTo>
                  <a:pt x="693623" y="79571"/>
                </a:lnTo>
                <a:lnTo>
                  <a:pt x="693176" y="79285"/>
                </a:lnTo>
                <a:lnTo>
                  <a:pt x="692717" y="79007"/>
                </a:lnTo>
                <a:lnTo>
                  <a:pt x="692246" y="78736"/>
                </a:lnTo>
                <a:lnTo>
                  <a:pt x="691763" y="78474"/>
                </a:lnTo>
                <a:lnTo>
                  <a:pt x="691267" y="78219"/>
                </a:lnTo>
                <a:lnTo>
                  <a:pt x="690760" y="77971"/>
                </a:lnTo>
                <a:lnTo>
                  <a:pt x="690240" y="77733"/>
                </a:lnTo>
                <a:lnTo>
                  <a:pt x="689707" y="77504"/>
                </a:lnTo>
                <a:lnTo>
                  <a:pt x="689162" y="77286"/>
                </a:lnTo>
                <a:lnTo>
                  <a:pt x="688605" y="77078"/>
                </a:lnTo>
                <a:lnTo>
                  <a:pt x="688034" y="76880"/>
                </a:lnTo>
                <a:lnTo>
                  <a:pt x="687452" y="76692"/>
                </a:lnTo>
                <a:lnTo>
                  <a:pt x="686856" y="76514"/>
                </a:lnTo>
                <a:lnTo>
                  <a:pt x="686248" y="76347"/>
                </a:lnTo>
                <a:lnTo>
                  <a:pt x="685627" y="76189"/>
                </a:lnTo>
                <a:lnTo>
                  <a:pt x="684994" y="76042"/>
                </a:lnTo>
                <a:lnTo>
                  <a:pt x="684348" y="75905"/>
                </a:lnTo>
                <a:lnTo>
                  <a:pt x="683689" y="75778"/>
                </a:lnTo>
                <a:lnTo>
                  <a:pt x="683018" y="75661"/>
                </a:lnTo>
                <a:lnTo>
                  <a:pt x="682334" y="75555"/>
                </a:lnTo>
                <a:lnTo>
                  <a:pt x="681638" y="75458"/>
                </a:lnTo>
                <a:lnTo>
                  <a:pt x="680929" y="75372"/>
                </a:lnTo>
                <a:lnTo>
                  <a:pt x="680262" y="75301"/>
                </a:lnTo>
                <a:lnTo>
                  <a:pt x="680279" y="75300"/>
                </a:lnTo>
                <a:lnTo>
                  <a:pt x="681007" y="75232"/>
                </a:lnTo>
                <a:lnTo>
                  <a:pt x="681722" y="75155"/>
                </a:lnTo>
                <a:lnTo>
                  <a:pt x="682424" y="75069"/>
                </a:lnTo>
                <a:lnTo>
                  <a:pt x="683112" y="74974"/>
                </a:lnTo>
                <a:close/>
                <a:moveTo>
                  <a:pt x="792091" y="45818"/>
                </a:moveTo>
                <a:lnTo>
                  <a:pt x="750222" y="45818"/>
                </a:lnTo>
                <a:lnTo>
                  <a:pt x="750222" y="58774"/>
                </a:lnTo>
                <a:lnTo>
                  <a:pt x="777872" y="58774"/>
                </a:lnTo>
                <a:lnTo>
                  <a:pt x="777872" y="119761"/>
                </a:lnTo>
                <a:lnTo>
                  <a:pt x="747063" y="119761"/>
                </a:lnTo>
                <a:lnTo>
                  <a:pt x="747063" y="132717"/>
                </a:lnTo>
                <a:lnTo>
                  <a:pt x="821320" y="132717"/>
                </a:lnTo>
                <a:lnTo>
                  <a:pt x="821320" y="119761"/>
                </a:lnTo>
                <a:lnTo>
                  <a:pt x="792091" y="119761"/>
                </a:lnTo>
                <a:lnTo>
                  <a:pt x="792091" y="45818"/>
                </a:lnTo>
                <a:close/>
                <a:moveTo>
                  <a:pt x="1132909" y="64779"/>
                </a:moveTo>
                <a:lnTo>
                  <a:pt x="1146653" y="64779"/>
                </a:lnTo>
                <a:lnTo>
                  <a:pt x="1147759" y="17380"/>
                </a:lnTo>
                <a:lnTo>
                  <a:pt x="1131643" y="17380"/>
                </a:lnTo>
                <a:lnTo>
                  <a:pt x="1132909" y="64779"/>
                </a:lnTo>
                <a:close/>
                <a:moveTo>
                  <a:pt x="1166405" y="64779"/>
                </a:moveTo>
                <a:lnTo>
                  <a:pt x="1180149" y="64779"/>
                </a:lnTo>
                <a:lnTo>
                  <a:pt x="1181256" y="17380"/>
                </a:lnTo>
                <a:lnTo>
                  <a:pt x="1165139" y="17380"/>
                </a:lnTo>
                <a:lnTo>
                  <a:pt x="1166405" y="64779"/>
                </a:lnTo>
                <a:close/>
                <a:moveTo>
                  <a:pt x="1061270" y="75455"/>
                </a:moveTo>
                <a:lnTo>
                  <a:pt x="1060795" y="75596"/>
                </a:lnTo>
                <a:lnTo>
                  <a:pt x="1060325" y="75747"/>
                </a:lnTo>
                <a:lnTo>
                  <a:pt x="1059862" y="75908"/>
                </a:lnTo>
                <a:lnTo>
                  <a:pt x="1059404" y="76080"/>
                </a:lnTo>
                <a:lnTo>
                  <a:pt x="1058951" y="76263"/>
                </a:lnTo>
                <a:lnTo>
                  <a:pt x="1058505" y="76456"/>
                </a:lnTo>
                <a:lnTo>
                  <a:pt x="1058064" y="76659"/>
                </a:lnTo>
                <a:lnTo>
                  <a:pt x="1057629" y="76872"/>
                </a:lnTo>
                <a:lnTo>
                  <a:pt x="1057200" y="77096"/>
                </a:lnTo>
                <a:lnTo>
                  <a:pt x="1056776" y="77331"/>
                </a:lnTo>
                <a:lnTo>
                  <a:pt x="1056359" y="77576"/>
                </a:lnTo>
                <a:lnTo>
                  <a:pt x="1055948" y="77830"/>
                </a:lnTo>
                <a:lnTo>
                  <a:pt x="1055547" y="78092"/>
                </a:lnTo>
                <a:lnTo>
                  <a:pt x="1055154" y="78362"/>
                </a:lnTo>
                <a:lnTo>
                  <a:pt x="1054770" y="78640"/>
                </a:lnTo>
                <a:lnTo>
                  <a:pt x="1054395" y="78926"/>
                </a:lnTo>
                <a:lnTo>
                  <a:pt x="1054029" y="79220"/>
                </a:lnTo>
                <a:lnTo>
                  <a:pt x="1053671" y="79522"/>
                </a:lnTo>
                <a:lnTo>
                  <a:pt x="1053322" y="79832"/>
                </a:lnTo>
                <a:lnTo>
                  <a:pt x="1052982" y="80149"/>
                </a:lnTo>
                <a:lnTo>
                  <a:pt x="1052651" y="80475"/>
                </a:lnTo>
                <a:lnTo>
                  <a:pt x="1052328" y="80809"/>
                </a:lnTo>
                <a:lnTo>
                  <a:pt x="1052014" y="81151"/>
                </a:lnTo>
                <a:lnTo>
                  <a:pt x="1051709" y="81500"/>
                </a:lnTo>
                <a:lnTo>
                  <a:pt x="1051413" y="81858"/>
                </a:lnTo>
                <a:lnTo>
                  <a:pt x="1051126" y="82223"/>
                </a:lnTo>
                <a:lnTo>
                  <a:pt x="1050847" y="82597"/>
                </a:lnTo>
                <a:lnTo>
                  <a:pt x="1050577" y="82978"/>
                </a:lnTo>
                <a:lnTo>
                  <a:pt x="1050316" y="83368"/>
                </a:lnTo>
                <a:lnTo>
                  <a:pt x="1050064" y="83765"/>
                </a:lnTo>
                <a:lnTo>
                  <a:pt x="1049820" y="84171"/>
                </a:lnTo>
                <a:lnTo>
                  <a:pt x="1049585" y="84584"/>
                </a:lnTo>
                <a:lnTo>
                  <a:pt x="1049359" y="85005"/>
                </a:lnTo>
                <a:lnTo>
                  <a:pt x="1049142" y="85434"/>
                </a:lnTo>
                <a:lnTo>
                  <a:pt x="1048933" y="85872"/>
                </a:lnTo>
                <a:lnTo>
                  <a:pt x="1048735" y="86315"/>
                </a:lnTo>
                <a:lnTo>
                  <a:pt x="1048549" y="86764"/>
                </a:lnTo>
                <a:lnTo>
                  <a:pt x="1048374" y="87218"/>
                </a:lnTo>
                <a:lnTo>
                  <a:pt x="1048211" y="87677"/>
                </a:lnTo>
                <a:lnTo>
                  <a:pt x="1048060" y="88142"/>
                </a:lnTo>
                <a:lnTo>
                  <a:pt x="1047921" y="88611"/>
                </a:lnTo>
                <a:lnTo>
                  <a:pt x="1047794" y="89086"/>
                </a:lnTo>
                <a:lnTo>
                  <a:pt x="1047678" y="89566"/>
                </a:lnTo>
                <a:lnTo>
                  <a:pt x="1047574" y="90052"/>
                </a:lnTo>
                <a:lnTo>
                  <a:pt x="1047482" y="90542"/>
                </a:lnTo>
                <a:lnTo>
                  <a:pt x="1047402" y="91038"/>
                </a:lnTo>
                <a:lnTo>
                  <a:pt x="1047334" y="91539"/>
                </a:lnTo>
                <a:lnTo>
                  <a:pt x="1047277" y="92045"/>
                </a:lnTo>
                <a:lnTo>
                  <a:pt x="1047232" y="92556"/>
                </a:lnTo>
                <a:lnTo>
                  <a:pt x="1047199" y="93073"/>
                </a:lnTo>
                <a:lnTo>
                  <a:pt x="1047178" y="93595"/>
                </a:lnTo>
                <a:lnTo>
                  <a:pt x="1047169" y="94122"/>
                </a:lnTo>
                <a:lnTo>
                  <a:pt x="1047171" y="94654"/>
                </a:lnTo>
                <a:lnTo>
                  <a:pt x="1047186" y="95192"/>
                </a:lnTo>
                <a:lnTo>
                  <a:pt x="1047212" y="95734"/>
                </a:lnTo>
                <a:lnTo>
                  <a:pt x="1047249" y="96282"/>
                </a:lnTo>
                <a:lnTo>
                  <a:pt x="1047299" y="96835"/>
                </a:lnTo>
                <a:lnTo>
                  <a:pt x="1047361" y="97394"/>
                </a:lnTo>
                <a:lnTo>
                  <a:pt x="1047434" y="97957"/>
                </a:lnTo>
                <a:lnTo>
                  <a:pt x="1051383" y="123869"/>
                </a:lnTo>
                <a:lnTo>
                  <a:pt x="1051466" y="124429"/>
                </a:lnTo>
                <a:lnTo>
                  <a:pt x="1051529" y="124977"/>
                </a:lnTo>
                <a:lnTo>
                  <a:pt x="1051574" y="125514"/>
                </a:lnTo>
                <a:lnTo>
                  <a:pt x="1051600" y="126039"/>
                </a:lnTo>
                <a:lnTo>
                  <a:pt x="1051607" y="126552"/>
                </a:lnTo>
                <a:lnTo>
                  <a:pt x="1051595" y="127053"/>
                </a:lnTo>
                <a:lnTo>
                  <a:pt x="1051564" y="127543"/>
                </a:lnTo>
                <a:lnTo>
                  <a:pt x="1051515" y="128020"/>
                </a:lnTo>
                <a:lnTo>
                  <a:pt x="1051446" y="128486"/>
                </a:lnTo>
                <a:lnTo>
                  <a:pt x="1051358" y="128940"/>
                </a:lnTo>
                <a:lnTo>
                  <a:pt x="1051252" y="129383"/>
                </a:lnTo>
                <a:lnTo>
                  <a:pt x="1051126" y="129813"/>
                </a:lnTo>
                <a:lnTo>
                  <a:pt x="1050982" y="130232"/>
                </a:lnTo>
                <a:lnTo>
                  <a:pt x="1050818" y="130639"/>
                </a:lnTo>
                <a:lnTo>
                  <a:pt x="1050636" y="131034"/>
                </a:lnTo>
                <a:lnTo>
                  <a:pt x="1050435" y="131417"/>
                </a:lnTo>
                <a:lnTo>
                  <a:pt x="1050214" y="131789"/>
                </a:lnTo>
                <a:lnTo>
                  <a:pt x="1049975" y="132149"/>
                </a:lnTo>
                <a:lnTo>
                  <a:pt x="1049717" y="132497"/>
                </a:lnTo>
                <a:lnTo>
                  <a:pt x="1049440" y="132833"/>
                </a:lnTo>
                <a:lnTo>
                  <a:pt x="1049144" y="133157"/>
                </a:lnTo>
                <a:lnTo>
                  <a:pt x="1048829" y="133470"/>
                </a:lnTo>
                <a:lnTo>
                  <a:pt x="1048495" y="133770"/>
                </a:lnTo>
                <a:lnTo>
                  <a:pt x="1048143" y="134059"/>
                </a:lnTo>
                <a:lnTo>
                  <a:pt x="1047775" y="134337"/>
                </a:lnTo>
                <a:lnTo>
                  <a:pt x="1047397" y="134602"/>
                </a:lnTo>
                <a:lnTo>
                  <a:pt x="1047008" y="134856"/>
                </a:lnTo>
                <a:lnTo>
                  <a:pt x="1046609" y="135097"/>
                </a:lnTo>
                <a:lnTo>
                  <a:pt x="1046199" y="135327"/>
                </a:lnTo>
                <a:lnTo>
                  <a:pt x="1045778" y="135545"/>
                </a:lnTo>
                <a:lnTo>
                  <a:pt x="1045346" y="135752"/>
                </a:lnTo>
                <a:lnTo>
                  <a:pt x="1044904" y="135947"/>
                </a:lnTo>
                <a:lnTo>
                  <a:pt x="1044451" y="136129"/>
                </a:lnTo>
                <a:lnTo>
                  <a:pt x="1043987" y="136300"/>
                </a:lnTo>
                <a:lnTo>
                  <a:pt x="1043513" y="136460"/>
                </a:lnTo>
                <a:lnTo>
                  <a:pt x="1043028" y="136607"/>
                </a:lnTo>
                <a:lnTo>
                  <a:pt x="1042532" y="136743"/>
                </a:lnTo>
                <a:lnTo>
                  <a:pt x="1042026" y="136866"/>
                </a:lnTo>
                <a:lnTo>
                  <a:pt x="1041509" y="136979"/>
                </a:lnTo>
                <a:lnTo>
                  <a:pt x="1040981" y="137079"/>
                </a:lnTo>
                <a:lnTo>
                  <a:pt x="1040442" y="137167"/>
                </a:lnTo>
                <a:lnTo>
                  <a:pt x="1039893" y="137244"/>
                </a:lnTo>
                <a:lnTo>
                  <a:pt x="1039333" y="137309"/>
                </a:lnTo>
                <a:lnTo>
                  <a:pt x="1038762" y="137362"/>
                </a:lnTo>
                <a:lnTo>
                  <a:pt x="1038181" y="137403"/>
                </a:lnTo>
                <a:lnTo>
                  <a:pt x="1037589" y="137433"/>
                </a:lnTo>
                <a:lnTo>
                  <a:pt x="1036986" y="137450"/>
                </a:lnTo>
                <a:lnTo>
                  <a:pt x="1036373" y="137456"/>
                </a:lnTo>
                <a:lnTo>
                  <a:pt x="1029263" y="137456"/>
                </a:lnTo>
                <a:lnTo>
                  <a:pt x="1029263" y="150096"/>
                </a:lnTo>
                <a:lnTo>
                  <a:pt x="1036373" y="150096"/>
                </a:lnTo>
                <a:lnTo>
                  <a:pt x="1037146" y="150091"/>
                </a:lnTo>
                <a:lnTo>
                  <a:pt x="1037911" y="150075"/>
                </a:lnTo>
                <a:lnTo>
                  <a:pt x="1038668" y="150048"/>
                </a:lnTo>
                <a:lnTo>
                  <a:pt x="1039417" y="150011"/>
                </a:lnTo>
                <a:lnTo>
                  <a:pt x="1040158" y="149963"/>
                </a:lnTo>
                <a:lnTo>
                  <a:pt x="1040891" y="149904"/>
                </a:lnTo>
                <a:lnTo>
                  <a:pt x="1041616" y="149834"/>
                </a:lnTo>
                <a:lnTo>
                  <a:pt x="1042333" y="149754"/>
                </a:lnTo>
                <a:lnTo>
                  <a:pt x="1043043" y="149663"/>
                </a:lnTo>
                <a:lnTo>
                  <a:pt x="1043744" y="149561"/>
                </a:lnTo>
                <a:lnTo>
                  <a:pt x="1044437" y="149449"/>
                </a:lnTo>
                <a:lnTo>
                  <a:pt x="1045122" y="149326"/>
                </a:lnTo>
                <a:lnTo>
                  <a:pt x="1045800" y="149192"/>
                </a:lnTo>
                <a:lnTo>
                  <a:pt x="1046469" y="149048"/>
                </a:lnTo>
                <a:lnTo>
                  <a:pt x="1047131" y="148893"/>
                </a:lnTo>
                <a:lnTo>
                  <a:pt x="1047784" y="148727"/>
                </a:lnTo>
                <a:lnTo>
                  <a:pt x="1048430" y="148550"/>
                </a:lnTo>
                <a:lnTo>
                  <a:pt x="1049067" y="148363"/>
                </a:lnTo>
                <a:lnTo>
                  <a:pt x="1049697" y="148165"/>
                </a:lnTo>
                <a:lnTo>
                  <a:pt x="1050319" y="147957"/>
                </a:lnTo>
                <a:lnTo>
                  <a:pt x="1050932" y="147737"/>
                </a:lnTo>
                <a:lnTo>
                  <a:pt x="1051538" y="147507"/>
                </a:lnTo>
                <a:lnTo>
                  <a:pt x="1052136" y="147267"/>
                </a:lnTo>
                <a:lnTo>
                  <a:pt x="1052726" y="147015"/>
                </a:lnTo>
                <a:lnTo>
                  <a:pt x="1053305" y="146754"/>
                </a:lnTo>
                <a:lnTo>
                  <a:pt x="1053873" y="146482"/>
                </a:lnTo>
                <a:lnTo>
                  <a:pt x="1054429" y="146200"/>
                </a:lnTo>
                <a:lnTo>
                  <a:pt x="1054972" y="145909"/>
                </a:lnTo>
                <a:lnTo>
                  <a:pt x="1055504" y="145608"/>
                </a:lnTo>
                <a:lnTo>
                  <a:pt x="1056023" y="145297"/>
                </a:lnTo>
                <a:lnTo>
                  <a:pt x="1056531" y="144976"/>
                </a:lnTo>
                <a:lnTo>
                  <a:pt x="1057026" y="144645"/>
                </a:lnTo>
                <a:lnTo>
                  <a:pt x="1057509" y="144304"/>
                </a:lnTo>
                <a:lnTo>
                  <a:pt x="1057980" y="143954"/>
                </a:lnTo>
                <a:lnTo>
                  <a:pt x="1058439" y="143593"/>
                </a:lnTo>
                <a:lnTo>
                  <a:pt x="1058887" y="143223"/>
                </a:lnTo>
                <a:lnTo>
                  <a:pt x="1059321" y="142843"/>
                </a:lnTo>
                <a:lnTo>
                  <a:pt x="1059744" y="142453"/>
                </a:lnTo>
                <a:lnTo>
                  <a:pt x="1060155" y="142053"/>
                </a:lnTo>
                <a:lnTo>
                  <a:pt x="1060554" y="141643"/>
                </a:lnTo>
                <a:lnTo>
                  <a:pt x="1060941" y="141223"/>
                </a:lnTo>
                <a:lnTo>
                  <a:pt x="1061315" y="140793"/>
                </a:lnTo>
                <a:lnTo>
                  <a:pt x="1061678" y="140354"/>
                </a:lnTo>
                <a:lnTo>
                  <a:pt x="1062028" y="139905"/>
                </a:lnTo>
                <a:lnTo>
                  <a:pt x="1062366" y="139445"/>
                </a:lnTo>
                <a:lnTo>
                  <a:pt x="1062693" y="138976"/>
                </a:lnTo>
                <a:lnTo>
                  <a:pt x="1063007" y="138497"/>
                </a:lnTo>
                <a:lnTo>
                  <a:pt x="1063309" y="138008"/>
                </a:lnTo>
                <a:lnTo>
                  <a:pt x="1063597" y="137511"/>
                </a:lnTo>
                <a:lnTo>
                  <a:pt x="1063868" y="137005"/>
                </a:lnTo>
                <a:lnTo>
                  <a:pt x="1064123" y="136492"/>
                </a:lnTo>
                <a:lnTo>
                  <a:pt x="1064361" y="135970"/>
                </a:lnTo>
                <a:lnTo>
                  <a:pt x="1064582" y="135441"/>
                </a:lnTo>
                <a:lnTo>
                  <a:pt x="1064786" y="134903"/>
                </a:lnTo>
                <a:lnTo>
                  <a:pt x="1064974" y="134358"/>
                </a:lnTo>
                <a:lnTo>
                  <a:pt x="1065144" y="133805"/>
                </a:lnTo>
                <a:lnTo>
                  <a:pt x="1065298" y="133243"/>
                </a:lnTo>
                <a:lnTo>
                  <a:pt x="1065436" y="132674"/>
                </a:lnTo>
                <a:lnTo>
                  <a:pt x="1065556" y="132097"/>
                </a:lnTo>
                <a:lnTo>
                  <a:pt x="1065660" y="131512"/>
                </a:lnTo>
                <a:lnTo>
                  <a:pt x="1065748" y="130919"/>
                </a:lnTo>
                <a:lnTo>
                  <a:pt x="1065818" y="130317"/>
                </a:lnTo>
                <a:lnTo>
                  <a:pt x="1065872" y="129708"/>
                </a:lnTo>
                <a:lnTo>
                  <a:pt x="1065909" y="129091"/>
                </a:lnTo>
                <a:lnTo>
                  <a:pt x="1065929" y="128466"/>
                </a:lnTo>
                <a:lnTo>
                  <a:pt x="1065932" y="127834"/>
                </a:lnTo>
                <a:lnTo>
                  <a:pt x="1065919" y="127193"/>
                </a:lnTo>
                <a:lnTo>
                  <a:pt x="1065889" y="126544"/>
                </a:lnTo>
                <a:lnTo>
                  <a:pt x="1065842" y="125887"/>
                </a:lnTo>
                <a:lnTo>
                  <a:pt x="1065779" y="125222"/>
                </a:lnTo>
                <a:lnTo>
                  <a:pt x="1065699" y="124549"/>
                </a:lnTo>
                <a:lnTo>
                  <a:pt x="1065602" y="123869"/>
                </a:lnTo>
                <a:lnTo>
                  <a:pt x="1061653" y="97957"/>
                </a:lnTo>
                <a:lnTo>
                  <a:pt x="1061556" y="97267"/>
                </a:lnTo>
                <a:lnTo>
                  <a:pt x="1061475" y="96594"/>
                </a:lnTo>
                <a:lnTo>
                  <a:pt x="1061411" y="95937"/>
                </a:lnTo>
                <a:lnTo>
                  <a:pt x="1061363" y="95296"/>
                </a:lnTo>
                <a:lnTo>
                  <a:pt x="1061332" y="94671"/>
                </a:lnTo>
                <a:lnTo>
                  <a:pt x="1061317" y="94062"/>
                </a:lnTo>
                <a:lnTo>
                  <a:pt x="1061319" y="93469"/>
                </a:lnTo>
                <a:lnTo>
                  <a:pt x="1061337" y="92893"/>
                </a:lnTo>
                <a:lnTo>
                  <a:pt x="1061372" y="92333"/>
                </a:lnTo>
                <a:lnTo>
                  <a:pt x="1061423" y="91789"/>
                </a:lnTo>
                <a:lnTo>
                  <a:pt x="1061490" y="91261"/>
                </a:lnTo>
                <a:lnTo>
                  <a:pt x="1061574" y="90749"/>
                </a:lnTo>
                <a:lnTo>
                  <a:pt x="1061674" y="90254"/>
                </a:lnTo>
                <a:lnTo>
                  <a:pt x="1061791" y="89775"/>
                </a:lnTo>
                <a:lnTo>
                  <a:pt x="1061924" y="89311"/>
                </a:lnTo>
                <a:lnTo>
                  <a:pt x="1062074" y="88864"/>
                </a:lnTo>
                <a:lnTo>
                  <a:pt x="1062240" y="88434"/>
                </a:lnTo>
                <a:lnTo>
                  <a:pt x="1062423" y="88019"/>
                </a:lnTo>
                <a:lnTo>
                  <a:pt x="1062622" y="87621"/>
                </a:lnTo>
                <a:lnTo>
                  <a:pt x="1062837" y="87239"/>
                </a:lnTo>
                <a:lnTo>
                  <a:pt x="1063069" y="86873"/>
                </a:lnTo>
                <a:lnTo>
                  <a:pt x="1063318" y="86523"/>
                </a:lnTo>
                <a:lnTo>
                  <a:pt x="1063582" y="86189"/>
                </a:lnTo>
                <a:lnTo>
                  <a:pt x="1063864" y="85872"/>
                </a:lnTo>
                <a:lnTo>
                  <a:pt x="1064165" y="85568"/>
                </a:lnTo>
                <a:lnTo>
                  <a:pt x="1064489" y="85278"/>
                </a:lnTo>
                <a:lnTo>
                  <a:pt x="1064836" y="85001"/>
                </a:lnTo>
                <a:lnTo>
                  <a:pt x="1065207" y="84736"/>
                </a:lnTo>
                <a:lnTo>
                  <a:pt x="1065600" y="84485"/>
                </a:lnTo>
                <a:lnTo>
                  <a:pt x="1066017" y="84246"/>
                </a:lnTo>
                <a:lnTo>
                  <a:pt x="1066456" y="84020"/>
                </a:lnTo>
                <a:lnTo>
                  <a:pt x="1066918" y="83808"/>
                </a:lnTo>
                <a:lnTo>
                  <a:pt x="1067404" y="83608"/>
                </a:lnTo>
                <a:lnTo>
                  <a:pt x="1067913" y="83421"/>
                </a:lnTo>
                <a:lnTo>
                  <a:pt x="1068444" y="83246"/>
                </a:lnTo>
                <a:lnTo>
                  <a:pt x="1068999" y="83085"/>
                </a:lnTo>
                <a:lnTo>
                  <a:pt x="1069576" y="82937"/>
                </a:lnTo>
                <a:lnTo>
                  <a:pt x="1070177" y="82801"/>
                </a:lnTo>
                <a:lnTo>
                  <a:pt x="1070801" y="82679"/>
                </a:lnTo>
                <a:lnTo>
                  <a:pt x="1071448" y="82569"/>
                </a:lnTo>
                <a:lnTo>
                  <a:pt x="1072117" y="82473"/>
                </a:lnTo>
                <a:lnTo>
                  <a:pt x="1072810" y="82389"/>
                </a:lnTo>
                <a:lnTo>
                  <a:pt x="1073526" y="82318"/>
                </a:lnTo>
                <a:lnTo>
                  <a:pt x="1074265" y="82260"/>
                </a:lnTo>
                <a:lnTo>
                  <a:pt x="1075027" y="82215"/>
                </a:lnTo>
                <a:lnTo>
                  <a:pt x="1075812" y="82182"/>
                </a:lnTo>
                <a:lnTo>
                  <a:pt x="1076620" y="82163"/>
                </a:lnTo>
                <a:lnTo>
                  <a:pt x="1077451" y="82156"/>
                </a:lnTo>
                <a:lnTo>
                  <a:pt x="1097201" y="82156"/>
                </a:lnTo>
                <a:lnTo>
                  <a:pt x="1097201" y="69519"/>
                </a:lnTo>
                <a:lnTo>
                  <a:pt x="1077451" y="69519"/>
                </a:lnTo>
                <a:lnTo>
                  <a:pt x="1076607" y="69512"/>
                </a:lnTo>
                <a:lnTo>
                  <a:pt x="1075788" y="69493"/>
                </a:lnTo>
                <a:lnTo>
                  <a:pt x="1074992" y="69461"/>
                </a:lnTo>
                <a:lnTo>
                  <a:pt x="1074219" y="69416"/>
                </a:lnTo>
                <a:lnTo>
                  <a:pt x="1073471" y="69358"/>
                </a:lnTo>
                <a:lnTo>
                  <a:pt x="1072747" y="69287"/>
                </a:lnTo>
                <a:lnTo>
                  <a:pt x="1072046" y="69203"/>
                </a:lnTo>
                <a:lnTo>
                  <a:pt x="1071369" y="69106"/>
                </a:lnTo>
                <a:lnTo>
                  <a:pt x="1070717" y="68997"/>
                </a:lnTo>
                <a:lnTo>
                  <a:pt x="1070088" y="68874"/>
                </a:lnTo>
                <a:lnTo>
                  <a:pt x="1069482" y="68739"/>
                </a:lnTo>
                <a:lnTo>
                  <a:pt x="1068901" y="68591"/>
                </a:lnTo>
                <a:lnTo>
                  <a:pt x="1068344" y="68430"/>
                </a:lnTo>
                <a:lnTo>
                  <a:pt x="1067810" y="68256"/>
                </a:lnTo>
                <a:lnTo>
                  <a:pt x="1067300" y="68069"/>
                </a:lnTo>
                <a:lnTo>
                  <a:pt x="1066815" y="67869"/>
                </a:lnTo>
                <a:lnTo>
                  <a:pt x="1066353" y="67656"/>
                </a:lnTo>
                <a:lnTo>
                  <a:pt x="1065914" y="67430"/>
                </a:lnTo>
                <a:lnTo>
                  <a:pt x="1065500" y="67192"/>
                </a:lnTo>
                <a:lnTo>
                  <a:pt x="1065110" y="66941"/>
                </a:lnTo>
                <a:lnTo>
                  <a:pt x="1064743" y="66676"/>
                </a:lnTo>
                <a:lnTo>
                  <a:pt x="1064400" y="66399"/>
                </a:lnTo>
                <a:lnTo>
                  <a:pt x="1064082" y="66109"/>
                </a:lnTo>
                <a:lnTo>
                  <a:pt x="1063787" y="65806"/>
                </a:lnTo>
                <a:lnTo>
                  <a:pt x="1063512" y="65489"/>
                </a:lnTo>
                <a:lnTo>
                  <a:pt x="1063253" y="65155"/>
                </a:lnTo>
                <a:lnTo>
                  <a:pt x="1063010" y="64805"/>
                </a:lnTo>
                <a:lnTo>
                  <a:pt x="1062784" y="64438"/>
                </a:lnTo>
                <a:lnTo>
                  <a:pt x="1062573" y="64056"/>
                </a:lnTo>
                <a:lnTo>
                  <a:pt x="1062379" y="63658"/>
                </a:lnTo>
                <a:lnTo>
                  <a:pt x="1062201" y="63243"/>
                </a:lnTo>
                <a:lnTo>
                  <a:pt x="1062040" y="62812"/>
                </a:lnTo>
                <a:lnTo>
                  <a:pt x="1061894" y="62365"/>
                </a:lnTo>
                <a:lnTo>
                  <a:pt x="1061765" y="61902"/>
                </a:lnTo>
                <a:lnTo>
                  <a:pt x="1061652" y="61422"/>
                </a:lnTo>
                <a:lnTo>
                  <a:pt x="1061555" y="60927"/>
                </a:lnTo>
                <a:lnTo>
                  <a:pt x="1061474" y="60415"/>
                </a:lnTo>
                <a:lnTo>
                  <a:pt x="1061409" y="59887"/>
                </a:lnTo>
                <a:lnTo>
                  <a:pt x="1061361" y="59343"/>
                </a:lnTo>
                <a:lnTo>
                  <a:pt x="1061329" y="58783"/>
                </a:lnTo>
                <a:lnTo>
                  <a:pt x="1061312" y="58206"/>
                </a:lnTo>
                <a:lnTo>
                  <a:pt x="1061313" y="57614"/>
                </a:lnTo>
                <a:lnTo>
                  <a:pt x="1061329" y="57005"/>
                </a:lnTo>
                <a:lnTo>
                  <a:pt x="1061361" y="56380"/>
                </a:lnTo>
                <a:lnTo>
                  <a:pt x="1061410" y="55739"/>
                </a:lnTo>
                <a:lnTo>
                  <a:pt x="1061475" y="55081"/>
                </a:lnTo>
                <a:lnTo>
                  <a:pt x="1061556" y="54408"/>
                </a:lnTo>
                <a:lnTo>
                  <a:pt x="1061653" y="53718"/>
                </a:lnTo>
                <a:lnTo>
                  <a:pt x="1065602" y="27807"/>
                </a:lnTo>
                <a:lnTo>
                  <a:pt x="1065699" y="27113"/>
                </a:lnTo>
                <a:lnTo>
                  <a:pt x="1065779" y="26429"/>
                </a:lnTo>
                <a:lnTo>
                  <a:pt x="1065842" y="25753"/>
                </a:lnTo>
                <a:lnTo>
                  <a:pt x="1065889" y="25086"/>
                </a:lnTo>
                <a:lnTo>
                  <a:pt x="1065919" y="24428"/>
                </a:lnTo>
                <a:lnTo>
                  <a:pt x="1065932" y="23778"/>
                </a:lnTo>
                <a:lnTo>
                  <a:pt x="1065929" y="23137"/>
                </a:lnTo>
                <a:lnTo>
                  <a:pt x="1065909" y="22505"/>
                </a:lnTo>
                <a:lnTo>
                  <a:pt x="1065872" y="21882"/>
                </a:lnTo>
                <a:lnTo>
                  <a:pt x="1065818" y="21268"/>
                </a:lnTo>
                <a:lnTo>
                  <a:pt x="1065748" y="20662"/>
                </a:lnTo>
                <a:lnTo>
                  <a:pt x="1065660" y="20065"/>
                </a:lnTo>
                <a:lnTo>
                  <a:pt x="1065556" y="19477"/>
                </a:lnTo>
                <a:lnTo>
                  <a:pt x="1065436" y="18898"/>
                </a:lnTo>
                <a:lnTo>
                  <a:pt x="1065298" y="18327"/>
                </a:lnTo>
                <a:lnTo>
                  <a:pt x="1065144" y="17766"/>
                </a:lnTo>
                <a:lnTo>
                  <a:pt x="1064974" y="17213"/>
                </a:lnTo>
                <a:lnTo>
                  <a:pt x="1064786" y="16669"/>
                </a:lnTo>
                <a:lnTo>
                  <a:pt x="1064582" y="16133"/>
                </a:lnTo>
                <a:lnTo>
                  <a:pt x="1064361" y="15606"/>
                </a:lnTo>
                <a:lnTo>
                  <a:pt x="1064123" y="15089"/>
                </a:lnTo>
                <a:lnTo>
                  <a:pt x="1063868" y="14579"/>
                </a:lnTo>
                <a:lnTo>
                  <a:pt x="1063597" y="14079"/>
                </a:lnTo>
                <a:lnTo>
                  <a:pt x="1063309" y="13587"/>
                </a:lnTo>
                <a:lnTo>
                  <a:pt x="1063007" y="13105"/>
                </a:lnTo>
                <a:lnTo>
                  <a:pt x="1062693" y="12632"/>
                </a:lnTo>
                <a:lnTo>
                  <a:pt x="1062366" y="12169"/>
                </a:lnTo>
                <a:lnTo>
                  <a:pt x="1062028" y="11716"/>
                </a:lnTo>
                <a:lnTo>
                  <a:pt x="1061678" y="11272"/>
                </a:lnTo>
                <a:lnTo>
                  <a:pt x="1061315" y="10837"/>
                </a:lnTo>
                <a:lnTo>
                  <a:pt x="1060941" y="10412"/>
                </a:lnTo>
                <a:lnTo>
                  <a:pt x="1060554" y="9997"/>
                </a:lnTo>
                <a:lnTo>
                  <a:pt x="1060155" y="9592"/>
                </a:lnTo>
                <a:lnTo>
                  <a:pt x="1059744" y="9196"/>
                </a:lnTo>
                <a:lnTo>
                  <a:pt x="1059321" y="8809"/>
                </a:lnTo>
                <a:lnTo>
                  <a:pt x="1058887" y="8433"/>
                </a:lnTo>
                <a:lnTo>
                  <a:pt x="1058439" y="8065"/>
                </a:lnTo>
                <a:lnTo>
                  <a:pt x="1057980" y="7708"/>
                </a:lnTo>
                <a:lnTo>
                  <a:pt x="1057509" y="7360"/>
                </a:lnTo>
                <a:lnTo>
                  <a:pt x="1057026" y="7021"/>
                </a:lnTo>
                <a:lnTo>
                  <a:pt x="1056531" y="6693"/>
                </a:lnTo>
                <a:lnTo>
                  <a:pt x="1056023" y="6374"/>
                </a:lnTo>
                <a:lnTo>
                  <a:pt x="1055504" y="6064"/>
                </a:lnTo>
                <a:lnTo>
                  <a:pt x="1054972" y="5764"/>
                </a:lnTo>
                <a:lnTo>
                  <a:pt x="1054429" y="5474"/>
                </a:lnTo>
                <a:lnTo>
                  <a:pt x="1053873" y="5193"/>
                </a:lnTo>
                <a:lnTo>
                  <a:pt x="1053305" y="4922"/>
                </a:lnTo>
                <a:lnTo>
                  <a:pt x="1052726" y="4660"/>
                </a:lnTo>
                <a:lnTo>
                  <a:pt x="1052136" y="4409"/>
                </a:lnTo>
                <a:lnTo>
                  <a:pt x="1051538" y="4168"/>
                </a:lnTo>
                <a:lnTo>
                  <a:pt x="1050932" y="3938"/>
                </a:lnTo>
                <a:lnTo>
                  <a:pt x="1050319" y="3719"/>
                </a:lnTo>
                <a:lnTo>
                  <a:pt x="1049697" y="3510"/>
                </a:lnTo>
                <a:lnTo>
                  <a:pt x="1049067" y="3312"/>
                </a:lnTo>
                <a:lnTo>
                  <a:pt x="1048430" y="3125"/>
                </a:lnTo>
                <a:lnTo>
                  <a:pt x="1047784" y="2948"/>
                </a:lnTo>
                <a:lnTo>
                  <a:pt x="1047131" y="2783"/>
                </a:lnTo>
                <a:lnTo>
                  <a:pt x="1046469" y="2628"/>
                </a:lnTo>
                <a:lnTo>
                  <a:pt x="1045800" y="2483"/>
                </a:lnTo>
                <a:lnTo>
                  <a:pt x="1045122" y="2349"/>
                </a:lnTo>
                <a:lnTo>
                  <a:pt x="1044437" y="2226"/>
                </a:lnTo>
                <a:lnTo>
                  <a:pt x="1043744" y="2114"/>
                </a:lnTo>
                <a:lnTo>
                  <a:pt x="1043043" y="2012"/>
                </a:lnTo>
                <a:lnTo>
                  <a:pt x="1042333" y="1921"/>
                </a:lnTo>
                <a:lnTo>
                  <a:pt x="1041616" y="1841"/>
                </a:lnTo>
                <a:lnTo>
                  <a:pt x="1040891" y="1772"/>
                </a:lnTo>
                <a:lnTo>
                  <a:pt x="1040158" y="1713"/>
                </a:lnTo>
                <a:lnTo>
                  <a:pt x="1039417" y="1665"/>
                </a:lnTo>
                <a:lnTo>
                  <a:pt x="1038668" y="1627"/>
                </a:lnTo>
                <a:lnTo>
                  <a:pt x="1037911" y="1600"/>
                </a:lnTo>
                <a:lnTo>
                  <a:pt x="1037146" y="1584"/>
                </a:lnTo>
                <a:lnTo>
                  <a:pt x="1036373" y="1579"/>
                </a:lnTo>
                <a:lnTo>
                  <a:pt x="1029263" y="1579"/>
                </a:lnTo>
                <a:lnTo>
                  <a:pt x="1029263" y="14219"/>
                </a:lnTo>
                <a:lnTo>
                  <a:pt x="1036373" y="14219"/>
                </a:lnTo>
                <a:lnTo>
                  <a:pt x="1036986" y="14225"/>
                </a:lnTo>
                <a:lnTo>
                  <a:pt x="1037589" y="14243"/>
                </a:lnTo>
                <a:lnTo>
                  <a:pt x="1038181" y="14272"/>
                </a:lnTo>
                <a:lnTo>
                  <a:pt x="1038762" y="14313"/>
                </a:lnTo>
                <a:lnTo>
                  <a:pt x="1039333" y="14367"/>
                </a:lnTo>
                <a:lnTo>
                  <a:pt x="1039893" y="14431"/>
                </a:lnTo>
                <a:lnTo>
                  <a:pt x="1040442" y="14508"/>
                </a:lnTo>
                <a:lnTo>
                  <a:pt x="1040981" y="14597"/>
                </a:lnTo>
                <a:lnTo>
                  <a:pt x="1041509" y="14697"/>
                </a:lnTo>
                <a:lnTo>
                  <a:pt x="1042026" y="14809"/>
                </a:lnTo>
                <a:lnTo>
                  <a:pt x="1042532" y="14933"/>
                </a:lnTo>
                <a:lnTo>
                  <a:pt x="1043028" y="15068"/>
                </a:lnTo>
                <a:lnTo>
                  <a:pt x="1043513" y="15216"/>
                </a:lnTo>
                <a:lnTo>
                  <a:pt x="1043987" y="15375"/>
                </a:lnTo>
                <a:lnTo>
                  <a:pt x="1044451" y="15546"/>
                </a:lnTo>
                <a:lnTo>
                  <a:pt x="1044904" y="15729"/>
                </a:lnTo>
                <a:lnTo>
                  <a:pt x="1045346" y="15923"/>
                </a:lnTo>
                <a:lnTo>
                  <a:pt x="1045778" y="16130"/>
                </a:lnTo>
                <a:lnTo>
                  <a:pt x="1046199" y="16348"/>
                </a:lnTo>
                <a:lnTo>
                  <a:pt x="1046609" y="16578"/>
                </a:lnTo>
                <a:lnTo>
                  <a:pt x="1047008" y="16820"/>
                </a:lnTo>
                <a:lnTo>
                  <a:pt x="1047397" y="17073"/>
                </a:lnTo>
                <a:lnTo>
                  <a:pt x="1047775" y="17339"/>
                </a:lnTo>
                <a:lnTo>
                  <a:pt x="1048143" y="17616"/>
                </a:lnTo>
                <a:lnTo>
                  <a:pt x="1048495" y="17905"/>
                </a:lnTo>
                <a:lnTo>
                  <a:pt x="1048829" y="18206"/>
                </a:lnTo>
                <a:lnTo>
                  <a:pt x="1049144" y="18518"/>
                </a:lnTo>
                <a:lnTo>
                  <a:pt x="1049440" y="18843"/>
                </a:lnTo>
                <a:lnTo>
                  <a:pt x="1049717" y="19179"/>
                </a:lnTo>
                <a:lnTo>
                  <a:pt x="1049975" y="19527"/>
                </a:lnTo>
                <a:lnTo>
                  <a:pt x="1050214" y="19886"/>
                </a:lnTo>
                <a:lnTo>
                  <a:pt x="1050435" y="20258"/>
                </a:lnTo>
                <a:lnTo>
                  <a:pt x="1050636" y="20641"/>
                </a:lnTo>
                <a:lnTo>
                  <a:pt x="1050818" y="21036"/>
                </a:lnTo>
                <a:lnTo>
                  <a:pt x="1050982" y="21443"/>
                </a:lnTo>
                <a:lnTo>
                  <a:pt x="1051126" y="21862"/>
                </a:lnTo>
                <a:lnTo>
                  <a:pt x="1051252" y="22293"/>
                </a:lnTo>
                <a:lnTo>
                  <a:pt x="1051358" y="22735"/>
                </a:lnTo>
                <a:lnTo>
                  <a:pt x="1051446" y="23189"/>
                </a:lnTo>
                <a:lnTo>
                  <a:pt x="1051515" y="23655"/>
                </a:lnTo>
                <a:lnTo>
                  <a:pt x="1051564" y="24133"/>
                </a:lnTo>
                <a:lnTo>
                  <a:pt x="1051595" y="24622"/>
                </a:lnTo>
                <a:lnTo>
                  <a:pt x="1051607" y="25123"/>
                </a:lnTo>
                <a:lnTo>
                  <a:pt x="1051600" y="25636"/>
                </a:lnTo>
                <a:lnTo>
                  <a:pt x="1051574" y="26161"/>
                </a:lnTo>
                <a:lnTo>
                  <a:pt x="1051529" y="26698"/>
                </a:lnTo>
                <a:lnTo>
                  <a:pt x="1051466" y="27246"/>
                </a:lnTo>
                <a:lnTo>
                  <a:pt x="1051383" y="27807"/>
                </a:lnTo>
                <a:lnTo>
                  <a:pt x="1047434" y="53718"/>
                </a:lnTo>
                <a:lnTo>
                  <a:pt x="1047315" y="54566"/>
                </a:lnTo>
                <a:lnTo>
                  <a:pt x="1047223" y="55398"/>
                </a:lnTo>
                <a:lnTo>
                  <a:pt x="1047157" y="56214"/>
                </a:lnTo>
                <a:lnTo>
                  <a:pt x="1047117" y="57014"/>
                </a:lnTo>
                <a:lnTo>
                  <a:pt x="1047104" y="57799"/>
                </a:lnTo>
                <a:lnTo>
                  <a:pt x="1047117" y="58567"/>
                </a:lnTo>
                <a:lnTo>
                  <a:pt x="1047156" y="59319"/>
                </a:lnTo>
                <a:lnTo>
                  <a:pt x="1047222" y="60056"/>
                </a:lnTo>
                <a:lnTo>
                  <a:pt x="1047314" y="60776"/>
                </a:lnTo>
                <a:lnTo>
                  <a:pt x="1047433" y="61481"/>
                </a:lnTo>
                <a:lnTo>
                  <a:pt x="1047577" y="62170"/>
                </a:lnTo>
                <a:lnTo>
                  <a:pt x="1047748" y="62843"/>
                </a:lnTo>
                <a:lnTo>
                  <a:pt x="1047946" y="63500"/>
                </a:lnTo>
                <a:lnTo>
                  <a:pt x="1048170" y="64141"/>
                </a:lnTo>
                <a:lnTo>
                  <a:pt x="1048420" y="64766"/>
                </a:lnTo>
                <a:lnTo>
                  <a:pt x="1048696" y="65375"/>
                </a:lnTo>
                <a:lnTo>
                  <a:pt x="1048999" y="65968"/>
                </a:lnTo>
                <a:lnTo>
                  <a:pt x="1049328" y="66546"/>
                </a:lnTo>
                <a:lnTo>
                  <a:pt x="1049683" y="67107"/>
                </a:lnTo>
                <a:lnTo>
                  <a:pt x="1050065" y="67653"/>
                </a:lnTo>
                <a:lnTo>
                  <a:pt x="1050473" y="68182"/>
                </a:lnTo>
                <a:lnTo>
                  <a:pt x="1050907" y="68696"/>
                </a:lnTo>
                <a:lnTo>
                  <a:pt x="1051368" y="69194"/>
                </a:lnTo>
                <a:lnTo>
                  <a:pt x="1051855" y="69676"/>
                </a:lnTo>
                <a:lnTo>
                  <a:pt x="1052363" y="70140"/>
                </a:lnTo>
                <a:lnTo>
                  <a:pt x="1052885" y="70584"/>
                </a:lnTo>
                <a:lnTo>
                  <a:pt x="1053421" y="71009"/>
                </a:lnTo>
                <a:lnTo>
                  <a:pt x="1053971" y="71413"/>
                </a:lnTo>
                <a:lnTo>
                  <a:pt x="1054536" y="71798"/>
                </a:lnTo>
                <a:lnTo>
                  <a:pt x="1055115" y="72164"/>
                </a:lnTo>
                <a:lnTo>
                  <a:pt x="1055708" y="72509"/>
                </a:lnTo>
                <a:lnTo>
                  <a:pt x="1056315" y="72835"/>
                </a:lnTo>
                <a:lnTo>
                  <a:pt x="1056937" y="73141"/>
                </a:lnTo>
                <a:lnTo>
                  <a:pt x="1057573" y="73428"/>
                </a:lnTo>
                <a:lnTo>
                  <a:pt x="1058223" y="73694"/>
                </a:lnTo>
                <a:lnTo>
                  <a:pt x="1058887" y="73941"/>
                </a:lnTo>
                <a:lnTo>
                  <a:pt x="1059566" y="74168"/>
                </a:lnTo>
                <a:lnTo>
                  <a:pt x="1060259" y="74375"/>
                </a:lnTo>
                <a:lnTo>
                  <a:pt x="1060966" y="74563"/>
                </a:lnTo>
                <a:lnTo>
                  <a:pt x="1061687" y="74731"/>
                </a:lnTo>
                <a:lnTo>
                  <a:pt x="1062423" y="74879"/>
                </a:lnTo>
                <a:lnTo>
                  <a:pt x="1063173" y="75007"/>
                </a:lnTo>
                <a:lnTo>
                  <a:pt x="1063174" y="75007"/>
                </a:lnTo>
                <a:lnTo>
                  <a:pt x="1062730" y="75095"/>
                </a:lnTo>
                <a:lnTo>
                  <a:pt x="1062238" y="75205"/>
                </a:lnTo>
                <a:lnTo>
                  <a:pt x="1061751" y="75325"/>
                </a:lnTo>
                <a:lnTo>
                  <a:pt x="1061270" y="75455"/>
                </a:lnTo>
                <a:close/>
                <a:moveTo>
                  <a:pt x="1225950" y="149683"/>
                </a:moveTo>
                <a:lnTo>
                  <a:pt x="1227673" y="149089"/>
                </a:lnTo>
                <a:lnTo>
                  <a:pt x="1229361" y="148456"/>
                </a:lnTo>
                <a:lnTo>
                  <a:pt x="1231014" y="147786"/>
                </a:lnTo>
                <a:lnTo>
                  <a:pt x="1232631" y="147076"/>
                </a:lnTo>
                <a:lnTo>
                  <a:pt x="1234213" y="146329"/>
                </a:lnTo>
                <a:lnTo>
                  <a:pt x="1235760" y="145543"/>
                </a:lnTo>
                <a:lnTo>
                  <a:pt x="1237271" y="144718"/>
                </a:lnTo>
                <a:lnTo>
                  <a:pt x="1238746" y="143855"/>
                </a:lnTo>
                <a:lnTo>
                  <a:pt x="1240187" y="142954"/>
                </a:lnTo>
                <a:lnTo>
                  <a:pt x="1241592" y="142014"/>
                </a:lnTo>
                <a:lnTo>
                  <a:pt x="1242961" y="141036"/>
                </a:lnTo>
                <a:lnTo>
                  <a:pt x="1244296" y="140020"/>
                </a:lnTo>
                <a:lnTo>
                  <a:pt x="1245594" y="138965"/>
                </a:lnTo>
                <a:lnTo>
                  <a:pt x="1246858" y="137872"/>
                </a:lnTo>
                <a:lnTo>
                  <a:pt x="1248086" y="136740"/>
                </a:lnTo>
                <a:lnTo>
                  <a:pt x="1249279" y="135570"/>
                </a:lnTo>
                <a:lnTo>
                  <a:pt x="1250436" y="134362"/>
                </a:lnTo>
                <a:lnTo>
                  <a:pt x="1251558" y="133115"/>
                </a:lnTo>
                <a:lnTo>
                  <a:pt x="1252644" y="131829"/>
                </a:lnTo>
                <a:lnTo>
                  <a:pt x="1253695" y="130506"/>
                </a:lnTo>
                <a:lnTo>
                  <a:pt x="1254708" y="129148"/>
                </a:lnTo>
                <a:lnTo>
                  <a:pt x="1255677" y="127763"/>
                </a:lnTo>
                <a:lnTo>
                  <a:pt x="1256603" y="126348"/>
                </a:lnTo>
                <a:lnTo>
                  <a:pt x="1257485" y="124905"/>
                </a:lnTo>
                <a:lnTo>
                  <a:pt x="1258325" y="123434"/>
                </a:lnTo>
                <a:lnTo>
                  <a:pt x="1259122" y="121934"/>
                </a:lnTo>
                <a:lnTo>
                  <a:pt x="1259876" y="120406"/>
                </a:lnTo>
                <a:lnTo>
                  <a:pt x="1260586" y="118849"/>
                </a:lnTo>
                <a:lnTo>
                  <a:pt x="1261254" y="117263"/>
                </a:lnTo>
                <a:lnTo>
                  <a:pt x="1261878" y="115649"/>
                </a:lnTo>
                <a:lnTo>
                  <a:pt x="1262460" y="114006"/>
                </a:lnTo>
                <a:lnTo>
                  <a:pt x="1262998" y="112335"/>
                </a:lnTo>
                <a:lnTo>
                  <a:pt x="1263493" y="110636"/>
                </a:lnTo>
                <a:lnTo>
                  <a:pt x="1263946" y="108908"/>
                </a:lnTo>
                <a:lnTo>
                  <a:pt x="1264355" y="107151"/>
                </a:lnTo>
                <a:lnTo>
                  <a:pt x="1264721" y="105366"/>
                </a:lnTo>
                <a:lnTo>
                  <a:pt x="1265044" y="103552"/>
                </a:lnTo>
                <a:lnTo>
                  <a:pt x="1265324" y="101710"/>
                </a:lnTo>
                <a:lnTo>
                  <a:pt x="1265561" y="99839"/>
                </a:lnTo>
                <a:lnTo>
                  <a:pt x="1265755" y="97939"/>
                </a:lnTo>
                <a:lnTo>
                  <a:pt x="1265905" y="96012"/>
                </a:lnTo>
                <a:lnTo>
                  <a:pt x="1266013" y="94055"/>
                </a:lnTo>
                <a:lnTo>
                  <a:pt x="1266078" y="92070"/>
                </a:lnTo>
                <a:lnTo>
                  <a:pt x="1266099" y="90057"/>
                </a:lnTo>
                <a:lnTo>
                  <a:pt x="1266099" y="61619"/>
                </a:lnTo>
                <a:lnTo>
                  <a:pt x="1266078" y="59605"/>
                </a:lnTo>
                <a:lnTo>
                  <a:pt x="1266013" y="57620"/>
                </a:lnTo>
                <a:lnTo>
                  <a:pt x="1265905" y="55664"/>
                </a:lnTo>
                <a:lnTo>
                  <a:pt x="1265755" y="53736"/>
                </a:lnTo>
                <a:lnTo>
                  <a:pt x="1265561" y="51837"/>
                </a:lnTo>
                <a:lnTo>
                  <a:pt x="1265324" y="49966"/>
                </a:lnTo>
                <a:lnTo>
                  <a:pt x="1265044" y="48124"/>
                </a:lnTo>
                <a:lnTo>
                  <a:pt x="1264721" y="46310"/>
                </a:lnTo>
                <a:lnTo>
                  <a:pt x="1264355" y="44525"/>
                </a:lnTo>
                <a:lnTo>
                  <a:pt x="1263946" y="42768"/>
                </a:lnTo>
                <a:lnTo>
                  <a:pt x="1263493" y="41040"/>
                </a:lnTo>
                <a:lnTo>
                  <a:pt x="1262998" y="39341"/>
                </a:lnTo>
                <a:lnTo>
                  <a:pt x="1262460" y="37670"/>
                </a:lnTo>
                <a:lnTo>
                  <a:pt x="1261878" y="36027"/>
                </a:lnTo>
                <a:lnTo>
                  <a:pt x="1261254" y="34413"/>
                </a:lnTo>
                <a:lnTo>
                  <a:pt x="1260586" y="32828"/>
                </a:lnTo>
                <a:lnTo>
                  <a:pt x="1259876" y="31271"/>
                </a:lnTo>
                <a:lnTo>
                  <a:pt x="1259122" y="29743"/>
                </a:lnTo>
                <a:lnTo>
                  <a:pt x="1258325" y="28243"/>
                </a:lnTo>
                <a:lnTo>
                  <a:pt x="1257485" y="26772"/>
                </a:lnTo>
                <a:lnTo>
                  <a:pt x="1256603" y="25329"/>
                </a:lnTo>
                <a:lnTo>
                  <a:pt x="1255677" y="23915"/>
                </a:lnTo>
                <a:lnTo>
                  <a:pt x="1254708" y="22529"/>
                </a:lnTo>
                <a:lnTo>
                  <a:pt x="1253695" y="21172"/>
                </a:lnTo>
                <a:lnTo>
                  <a:pt x="1252644" y="19848"/>
                </a:lnTo>
                <a:lnTo>
                  <a:pt x="1251558" y="18563"/>
                </a:lnTo>
                <a:lnTo>
                  <a:pt x="1250436" y="17316"/>
                </a:lnTo>
                <a:lnTo>
                  <a:pt x="1249279" y="16107"/>
                </a:lnTo>
                <a:lnTo>
                  <a:pt x="1248086" y="14937"/>
                </a:lnTo>
                <a:lnTo>
                  <a:pt x="1246858" y="13805"/>
                </a:lnTo>
                <a:lnTo>
                  <a:pt x="1245594" y="12712"/>
                </a:lnTo>
                <a:lnTo>
                  <a:pt x="1244296" y="11657"/>
                </a:lnTo>
                <a:lnTo>
                  <a:pt x="1242961" y="10640"/>
                </a:lnTo>
                <a:lnTo>
                  <a:pt x="1241592" y="9662"/>
                </a:lnTo>
                <a:lnTo>
                  <a:pt x="1240187" y="8722"/>
                </a:lnTo>
                <a:lnTo>
                  <a:pt x="1238746" y="7821"/>
                </a:lnTo>
                <a:lnTo>
                  <a:pt x="1237271" y="6958"/>
                </a:lnTo>
                <a:lnTo>
                  <a:pt x="1235760" y="6133"/>
                </a:lnTo>
                <a:lnTo>
                  <a:pt x="1234213" y="5347"/>
                </a:lnTo>
                <a:lnTo>
                  <a:pt x="1232631" y="4599"/>
                </a:lnTo>
                <a:lnTo>
                  <a:pt x="1231014" y="3890"/>
                </a:lnTo>
                <a:lnTo>
                  <a:pt x="1229361" y="3219"/>
                </a:lnTo>
                <a:lnTo>
                  <a:pt x="1227673" y="2587"/>
                </a:lnTo>
                <a:lnTo>
                  <a:pt x="1225950" y="1992"/>
                </a:lnTo>
                <a:lnTo>
                  <a:pt x="1224191" y="1437"/>
                </a:lnTo>
                <a:lnTo>
                  <a:pt x="1222397" y="919"/>
                </a:lnTo>
                <a:lnTo>
                  <a:pt x="1220567" y="440"/>
                </a:lnTo>
                <a:lnTo>
                  <a:pt x="1218702" y="0"/>
                </a:lnTo>
                <a:lnTo>
                  <a:pt x="1218702" y="13744"/>
                </a:lnTo>
                <a:lnTo>
                  <a:pt x="1219553" y="13949"/>
                </a:lnTo>
                <a:lnTo>
                  <a:pt x="1220394" y="14169"/>
                </a:lnTo>
                <a:lnTo>
                  <a:pt x="1221225" y="14403"/>
                </a:lnTo>
                <a:lnTo>
                  <a:pt x="1222046" y="14653"/>
                </a:lnTo>
                <a:lnTo>
                  <a:pt x="1222857" y="14917"/>
                </a:lnTo>
                <a:lnTo>
                  <a:pt x="1223658" y="15196"/>
                </a:lnTo>
                <a:lnTo>
                  <a:pt x="1224450" y="15490"/>
                </a:lnTo>
                <a:lnTo>
                  <a:pt x="1225231" y="15798"/>
                </a:lnTo>
                <a:lnTo>
                  <a:pt x="1226003" y="16122"/>
                </a:lnTo>
                <a:lnTo>
                  <a:pt x="1226765" y="16460"/>
                </a:lnTo>
                <a:lnTo>
                  <a:pt x="1227517" y="16813"/>
                </a:lnTo>
                <a:lnTo>
                  <a:pt x="1228259" y="17181"/>
                </a:lnTo>
                <a:lnTo>
                  <a:pt x="1228992" y="17564"/>
                </a:lnTo>
                <a:lnTo>
                  <a:pt x="1229714" y="17961"/>
                </a:lnTo>
                <a:lnTo>
                  <a:pt x="1230426" y="18373"/>
                </a:lnTo>
                <a:lnTo>
                  <a:pt x="1231129" y="18801"/>
                </a:lnTo>
                <a:lnTo>
                  <a:pt x="1231822" y="19242"/>
                </a:lnTo>
                <a:lnTo>
                  <a:pt x="1232505" y="19699"/>
                </a:lnTo>
                <a:lnTo>
                  <a:pt x="1233178" y="20171"/>
                </a:lnTo>
                <a:lnTo>
                  <a:pt x="1233841" y="20657"/>
                </a:lnTo>
                <a:lnTo>
                  <a:pt x="1234494" y="21158"/>
                </a:lnTo>
                <a:lnTo>
                  <a:pt x="1235138" y="21675"/>
                </a:lnTo>
                <a:lnTo>
                  <a:pt x="1235772" y="22205"/>
                </a:lnTo>
                <a:lnTo>
                  <a:pt x="1236395" y="22751"/>
                </a:lnTo>
                <a:lnTo>
                  <a:pt x="1237008" y="23310"/>
                </a:lnTo>
                <a:lnTo>
                  <a:pt x="1237610" y="23879"/>
                </a:lnTo>
                <a:lnTo>
                  <a:pt x="1238199" y="24460"/>
                </a:lnTo>
                <a:lnTo>
                  <a:pt x="1238777" y="25053"/>
                </a:lnTo>
                <a:lnTo>
                  <a:pt x="1239343" y="25656"/>
                </a:lnTo>
                <a:lnTo>
                  <a:pt x="1239897" y="26271"/>
                </a:lnTo>
                <a:lnTo>
                  <a:pt x="1240439" y="26897"/>
                </a:lnTo>
                <a:lnTo>
                  <a:pt x="1240969" y="27534"/>
                </a:lnTo>
                <a:lnTo>
                  <a:pt x="1241488" y="28183"/>
                </a:lnTo>
                <a:lnTo>
                  <a:pt x="1241995" y="28842"/>
                </a:lnTo>
                <a:lnTo>
                  <a:pt x="1242490" y="29513"/>
                </a:lnTo>
                <a:lnTo>
                  <a:pt x="1242973" y="30196"/>
                </a:lnTo>
                <a:lnTo>
                  <a:pt x="1243445" y="30889"/>
                </a:lnTo>
                <a:lnTo>
                  <a:pt x="1243904" y="31594"/>
                </a:lnTo>
                <a:lnTo>
                  <a:pt x="1244352" y="32310"/>
                </a:lnTo>
                <a:lnTo>
                  <a:pt x="1244788" y="33037"/>
                </a:lnTo>
                <a:lnTo>
                  <a:pt x="1245212" y="33776"/>
                </a:lnTo>
                <a:lnTo>
                  <a:pt x="1245625" y="34526"/>
                </a:lnTo>
                <a:lnTo>
                  <a:pt x="1246025" y="35287"/>
                </a:lnTo>
                <a:lnTo>
                  <a:pt x="1246414" y="36059"/>
                </a:lnTo>
                <a:lnTo>
                  <a:pt x="1246791" y="36842"/>
                </a:lnTo>
                <a:lnTo>
                  <a:pt x="1247157" y="37637"/>
                </a:lnTo>
                <a:lnTo>
                  <a:pt x="1247510" y="38443"/>
                </a:lnTo>
                <a:lnTo>
                  <a:pt x="1247852" y="39260"/>
                </a:lnTo>
                <a:lnTo>
                  <a:pt x="1248180" y="40088"/>
                </a:lnTo>
                <a:lnTo>
                  <a:pt x="1248495" y="40924"/>
                </a:lnTo>
                <a:lnTo>
                  <a:pt x="1248796" y="41770"/>
                </a:lnTo>
                <a:lnTo>
                  <a:pt x="1249082" y="42625"/>
                </a:lnTo>
                <a:lnTo>
                  <a:pt x="1249355" y="43488"/>
                </a:lnTo>
                <a:lnTo>
                  <a:pt x="1249614" y="44361"/>
                </a:lnTo>
                <a:lnTo>
                  <a:pt x="1249859" y="45243"/>
                </a:lnTo>
                <a:lnTo>
                  <a:pt x="1250090" y="46133"/>
                </a:lnTo>
                <a:lnTo>
                  <a:pt x="1250306" y="47033"/>
                </a:lnTo>
                <a:lnTo>
                  <a:pt x="1250509" y="47942"/>
                </a:lnTo>
                <a:lnTo>
                  <a:pt x="1250698" y="48860"/>
                </a:lnTo>
                <a:lnTo>
                  <a:pt x="1250873" y="49787"/>
                </a:lnTo>
                <a:lnTo>
                  <a:pt x="1251034" y="50723"/>
                </a:lnTo>
                <a:lnTo>
                  <a:pt x="1251181" y="51669"/>
                </a:lnTo>
                <a:lnTo>
                  <a:pt x="1251314" y="52623"/>
                </a:lnTo>
                <a:lnTo>
                  <a:pt x="1251432" y="53586"/>
                </a:lnTo>
                <a:lnTo>
                  <a:pt x="1251537" y="54559"/>
                </a:lnTo>
                <a:lnTo>
                  <a:pt x="1251628" y="55540"/>
                </a:lnTo>
                <a:lnTo>
                  <a:pt x="1251705" y="56530"/>
                </a:lnTo>
                <a:lnTo>
                  <a:pt x="1251768" y="57530"/>
                </a:lnTo>
                <a:lnTo>
                  <a:pt x="1251817" y="58538"/>
                </a:lnTo>
                <a:lnTo>
                  <a:pt x="1251852" y="59556"/>
                </a:lnTo>
                <a:lnTo>
                  <a:pt x="1251873" y="60583"/>
                </a:lnTo>
                <a:lnTo>
                  <a:pt x="1251880" y="61619"/>
                </a:lnTo>
                <a:lnTo>
                  <a:pt x="1251880" y="90057"/>
                </a:lnTo>
                <a:lnTo>
                  <a:pt x="1251873" y="91080"/>
                </a:lnTo>
                <a:lnTo>
                  <a:pt x="1251852" y="92094"/>
                </a:lnTo>
                <a:lnTo>
                  <a:pt x="1251817" y="93101"/>
                </a:lnTo>
                <a:lnTo>
                  <a:pt x="1251768" y="94099"/>
                </a:lnTo>
                <a:lnTo>
                  <a:pt x="1251705" y="95089"/>
                </a:lnTo>
                <a:lnTo>
                  <a:pt x="1251628" y="96071"/>
                </a:lnTo>
                <a:lnTo>
                  <a:pt x="1251537" y="97044"/>
                </a:lnTo>
                <a:lnTo>
                  <a:pt x="1251432" y="98010"/>
                </a:lnTo>
                <a:lnTo>
                  <a:pt x="1251314" y="98967"/>
                </a:lnTo>
                <a:lnTo>
                  <a:pt x="1251181" y="99916"/>
                </a:lnTo>
                <a:lnTo>
                  <a:pt x="1251034" y="100856"/>
                </a:lnTo>
                <a:lnTo>
                  <a:pt x="1250873" y="101789"/>
                </a:lnTo>
                <a:lnTo>
                  <a:pt x="1250698" y="102713"/>
                </a:lnTo>
                <a:lnTo>
                  <a:pt x="1250509" y="103629"/>
                </a:lnTo>
                <a:lnTo>
                  <a:pt x="1250306" y="104536"/>
                </a:lnTo>
                <a:lnTo>
                  <a:pt x="1250090" y="105436"/>
                </a:lnTo>
                <a:lnTo>
                  <a:pt x="1249859" y="106327"/>
                </a:lnTo>
                <a:lnTo>
                  <a:pt x="1249614" y="107210"/>
                </a:lnTo>
                <a:lnTo>
                  <a:pt x="1249355" y="108085"/>
                </a:lnTo>
                <a:lnTo>
                  <a:pt x="1249082" y="108951"/>
                </a:lnTo>
                <a:lnTo>
                  <a:pt x="1248796" y="109810"/>
                </a:lnTo>
                <a:lnTo>
                  <a:pt x="1248495" y="110660"/>
                </a:lnTo>
                <a:lnTo>
                  <a:pt x="1248180" y="111502"/>
                </a:lnTo>
                <a:lnTo>
                  <a:pt x="1247852" y="112335"/>
                </a:lnTo>
                <a:lnTo>
                  <a:pt x="1247510" y="113159"/>
                </a:lnTo>
                <a:lnTo>
                  <a:pt x="1247157" y="113971"/>
                </a:lnTo>
                <a:lnTo>
                  <a:pt x="1246791" y="114772"/>
                </a:lnTo>
                <a:lnTo>
                  <a:pt x="1246414" y="115561"/>
                </a:lnTo>
                <a:lnTo>
                  <a:pt x="1246025" y="116339"/>
                </a:lnTo>
                <a:lnTo>
                  <a:pt x="1245625" y="117105"/>
                </a:lnTo>
                <a:lnTo>
                  <a:pt x="1245212" y="117860"/>
                </a:lnTo>
                <a:lnTo>
                  <a:pt x="1244788" y="118603"/>
                </a:lnTo>
                <a:lnTo>
                  <a:pt x="1244352" y="119335"/>
                </a:lnTo>
                <a:lnTo>
                  <a:pt x="1243904" y="120055"/>
                </a:lnTo>
                <a:lnTo>
                  <a:pt x="1243445" y="120763"/>
                </a:lnTo>
                <a:lnTo>
                  <a:pt x="1242973" y="121460"/>
                </a:lnTo>
                <a:lnTo>
                  <a:pt x="1242490" y="122146"/>
                </a:lnTo>
                <a:lnTo>
                  <a:pt x="1241995" y="122820"/>
                </a:lnTo>
                <a:lnTo>
                  <a:pt x="1241488" y="123482"/>
                </a:lnTo>
                <a:lnTo>
                  <a:pt x="1240969" y="124133"/>
                </a:lnTo>
                <a:lnTo>
                  <a:pt x="1240439" y="124773"/>
                </a:lnTo>
                <a:lnTo>
                  <a:pt x="1239897" y="125401"/>
                </a:lnTo>
                <a:lnTo>
                  <a:pt x="1239343" y="126017"/>
                </a:lnTo>
                <a:lnTo>
                  <a:pt x="1238777" y="126622"/>
                </a:lnTo>
                <a:lnTo>
                  <a:pt x="1238199" y="127216"/>
                </a:lnTo>
                <a:lnTo>
                  <a:pt x="1237610" y="127797"/>
                </a:lnTo>
                <a:lnTo>
                  <a:pt x="1237008" y="128368"/>
                </a:lnTo>
                <a:lnTo>
                  <a:pt x="1236395" y="128927"/>
                </a:lnTo>
                <a:lnTo>
                  <a:pt x="1235772" y="129472"/>
                </a:lnTo>
                <a:lnTo>
                  <a:pt x="1235138" y="130003"/>
                </a:lnTo>
                <a:lnTo>
                  <a:pt x="1234494" y="130519"/>
                </a:lnTo>
                <a:lnTo>
                  <a:pt x="1233841" y="131020"/>
                </a:lnTo>
                <a:lnTo>
                  <a:pt x="1233178" y="131506"/>
                </a:lnTo>
                <a:lnTo>
                  <a:pt x="1232505" y="131977"/>
                </a:lnTo>
                <a:lnTo>
                  <a:pt x="1231822" y="132434"/>
                </a:lnTo>
                <a:lnTo>
                  <a:pt x="1231129" y="132876"/>
                </a:lnTo>
                <a:lnTo>
                  <a:pt x="1230426" y="133303"/>
                </a:lnTo>
                <a:lnTo>
                  <a:pt x="1229714" y="133715"/>
                </a:lnTo>
                <a:lnTo>
                  <a:pt x="1228992" y="134113"/>
                </a:lnTo>
                <a:lnTo>
                  <a:pt x="1228259" y="134495"/>
                </a:lnTo>
                <a:lnTo>
                  <a:pt x="1227517" y="134863"/>
                </a:lnTo>
                <a:lnTo>
                  <a:pt x="1226765" y="135216"/>
                </a:lnTo>
                <a:lnTo>
                  <a:pt x="1226003" y="135554"/>
                </a:lnTo>
                <a:lnTo>
                  <a:pt x="1225231" y="135877"/>
                </a:lnTo>
                <a:lnTo>
                  <a:pt x="1224450" y="136186"/>
                </a:lnTo>
                <a:lnTo>
                  <a:pt x="1223658" y="136480"/>
                </a:lnTo>
                <a:lnTo>
                  <a:pt x="1222857" y="136759"/>
                </a:lnTo>
                <a:lnTo>
                  <a:pt x="1222046" y="137023"/>
                </a:lnTo>
                <a:lnTo>
                  <a:pt x="1221225" y="137272"/>
                </a:lnTo>
                <a:lnTo>
                  <a:pt x="1220394" y="137507"/>
                </a:lnTo>
                <a:lnTo>
                  <a:pt x="1219553" y="137726"/>
                </a:lnTo>
                <a:lnTo>
                  <a:pt x="1218702" y="137931"/>
                </a:lnTo>
                <a:lnTo>
                  <a:pt x="1218702" y="151675"/>
                </a:lnTo>
                <a:lnTo>
                  <a:pt x="1220567" y="151235"/>
                </a:lnTo>
                <a:lnTo>
                  <a:pt x="1222397" y="150756"/>
                </a:lnTo>
                <a:lnTo>
                  <a:pt x="1224191" y="150239"/>
                </a:lnTo>
                <a:lnTo>
                  <a:pt x="1225950" y="149683"/>
                </a:lnTo>
                <a:close/>
                <a:moveTo>
                  <a:pt x="894050" y="59635"/>
                </a:moveTo>
                <a:lnTo>
                  <a:pt x="893854" y="58936"/>
                </a:lnTo>
                <a:lnTo>
                  <a:pt x="893635" y="58250"/>
                </a:lnTo>
                <a:lnTo>
                  <a:pt x="893393" y="57577"/>
                </a:lnTo>
                <a:lnTo>
                  <a:pt x="893128" y="56919"/>
                </a:lnTo>
                <a:lnTo>
                  <a:pt x="892840" y="56274"/>
                </a:lnTo>
                <a:lnTo>
                  <a:pt x="892529" y="55643"/>
                </a:lnTo>
                <a:lnTo>
                  <a:pt x="892195" y="55025"/>
                </a:lnTo>
                <a:lnTo>
                  <a:pt x="891838" y="54421"/>
                </a:lnTo>
                <a:lnTo>
                  <a:pt x="891457" y="53831"/>
                </a:lnTo>
                <a:lnTo>
                  <a:pt x="891054" y="53255"/>
                </a:lnTo>
                <a:lnTo>
                  <a:pt x="890628" y="52692"/>
                </a:lnTo>
                <a:lnTo>
                  <a:pt x="890178" y="52144"/>
                </a:lnTo>
                <a:lnTo>
                  <a:pt x="889706" y="51608"/>
                </a:lnTo>
                <a:lnTo>
                  <a:pt x="889210" y="51087"/>
                </a:lnTo>
                <a:lnTo>
                  <a:pt x="888692" y="50579"/>
                </a:lnTo>
                <a:lnTo>
                  <a:pt x="888150" y="50085"/>
                </a:lnTo>
                <a:lnTo>
                  <a:pt x="887590" y="49608"/>
                </a:lnTo>
                <a:lnTo>
                  <a:pt x="887016" y="49151"/>
                </a:lnTo>
                <a:lnTo>
                  <a:pt x="886428" y="48715"/>
                </a:lnTo>
                <a:lnTo>
                  <a:pt x="885825" y="48299"/>
                </a:lnTo>
                <a:lnTo>
                  <a:pt x="885208" y="47903"/>
                </a:lnTo>
                <a:lnTo>
                  <a:pt x="884576" y="47527"/>
                </a:lnTo>
                <a:lnTo>
                  <a:pt x="883931" y="47172"/>
                </a:lnTo>
                <a:lnTo>
                  <a:pt x="883271" y="46837"/>
                </a:lnTo>
                <a:lnTo>
                  <a:pt x="882597" y="46523"/>
                </a:lnTo>
                <a:lnTo>
                  <a:pt x="881908" y="46228"/>
                </a:lnTo>
                <a:lnTo>
                  <a:pt x="881206" y="45954"/>
                </a:lnTo>
                <a:lnTo>
                  <a:pt x="880489" y="45700"/>
                </a:lnTo>
                <a:lnTo>
                  <a:pt x="879758" y="45467"/>
                </a:lnTo>
                <a:lnTo>
                  <a:pt x="879012" y="45254"/>
                </a:lnTo>
                <a:lnTo>
                  <a:pt x="878252" y="45061"/>
                </a:lnTo>
                <a:lnTo>
                  <a:pt x="877478" y="44888"/>
                </a:lnTo>
                <a:lnTo>
                  <a:pt x="876690" y="44736"/>
                </a:lnTo>
                <a:lnTo>
                  <a:pt x="875888" y="44604"/>
                </a:lnTo>
                <a:lnTo>
                  <a:pt x="875071" y="44493"/>
                </a:lnTo>
                <a:lnTo>
                  <a:pt x="874240" y="44401"/>
                </a:lnTo>
                <a:lnTo>
                  <a:pt x="873395" y="44330"/>
                </a:lnTo>
                <a:lnTo>
                  <a:pt x="872535" y="44279"/>
                </a:lnTo>
                <a:lnTo>
                  <a:pt x="871661" y="44249"/>
                </a:lnTo>
                <a:lnTo>
                  <a:pt x="870773" y="44239"/>
                </a:lnTo>
                <a:lnTo>
                  <a:pt x="869689" y="44254"/>
                </a:lnTo>
                <a:lnTo>
                  <a:pt x="868625" y="44299"/>
                </a:lnTo>
                <a:lnTo>
                  <a:pt x="867578" y="44375"/>
                </a:lnTo>
                <a:lnTo>
                  <a:pt x="866551" y="44480"/>
                </a:lnTo>
                <a:lnTo>
                  <a:pt x="865542" y="44616"/>
                </a:lnTo>
                <a:lnTo>
                  <a:pt x="864551" y="44782"/>
                </a:lnTo>
                <a:lnTo>
                  <a:pt x="863580" y="44978"/>
                </a:lnTo>
                <a:lnTo>
                  <a:pt x="862627" y="45205"/>
                </a:lnTo>
                <a:lnTo>
                  <a:pt x="861693" y="45461"/>
                </a:lnTo>
                <a:lnTo>
                  <a:pt x="860777" y="45748"/>
                </a:lnTo>
                <a:lnTo>
                  <a:pt x="859880" y="46065"/>
                </a:lnTo>
                <a:lnTo>
                  <a:pt x="859002" y="46412"/>
                </a:lnTo>
                <a:lnTo>
                  <a:pt x="858142" y="46789"/>
                </a:lnTo>
                <a:lnTo>
                  <a:pt x="857301" y="47196"/>
                </a:lnTo>
                <a:lnTo>
                  <a:pt x="856478" y="47634"/>
                </a:lnTo>
                <a:lnTo>
                  <a:pt x="855675" y="48102"/>
                </a:lnTo>
                <a:lnTo>
                  <a:pt x="854890" y="48599"/>
                </a:lnTo>
                <a:lnTo>
                  <a:pt x="854123" y="49128"/>
                </a:lnTo>
                <a:lnTo>
                  <a:pt x="853376" y="49686"/>
                </a:lnTo>
                <a:lnTo>
                  <a:pt x="852647" y="50274"/>
                </a:lnTo>
                <a:lnTo>
                  <a:pt x="851936" y="50893"/>
                </a:lnTo>
                <a:lnTo>
                  <a:pt x="851244" y="51542"/>
                </a:lnTo>
                <a:lnTo>
                  <a:pt x="850571" y="52221"/>
                </a:lnTo>
                <a:lnTo>
                  <a:pt x="849917" y="52930"/>
                </a:lnTo>
                <a:lnTo>
                  <a:pt x="849285" y="53665"/>
                </a:lnTo>
                <a:lnTo>
                  <a:pt x="848680" y="54422"/>
                </a:lnTo>
                <a:lnTo>
                  <a:pt x="848103" y="55201"/>
                </a:lnTo>
                <a:lnTo>
                  <a:pt x="847552" y="56002"/>
                </a:lnTo>
                <a:lnTo>
                  <a:pt x="847027" y="56825"/>
                </a:lnTo>
                <a:lnTo>
                  <a:pt x="846530" y="57669"/>
                </a:lnTo>
                <a:lnTo>
                  <a:pt x="846060" y="58536"/>
                </a:lnTo>
                <a:lnTo>
                  <a:pt x="845616" y="59425"/>
                </a:lnTo>
                <a:lnTo>
                  <a:pt x="845200" y="60335"/>
                </a:lnTo>
                <a:lnTo>
                  <a:pt x="844810" y="61268"/>
                </a:lnTo>
                <a:lnTo>
                  <a:pt x="844447" y="62222"/>
                </a:lnTo>
                <a:lnTo>
                  <a:pt x="844111" y="63199"/>
                </a:lnTo>
                <a:lnTo>
                  <a:pt x="843802" y="64197"/>
                </a:lnTo>
                <a:lnTo>
                  <a:pt x="843520" y="65218"/>
                </a:lnTo>
                <a:lnTo>
                  <a:pt x="843264" y="66260"/>
                </a:lnTo>
                <a:lnTo>
                  <a:pt x="843036" y="67324"/>
                </a:lnTo>
                <a:lnTo>
                  <a:pt x="842834" y="68410"/>
                </a:lnTo>
                <a:lnTo>
                  <a:pt x="842660" y="69519"/>
                </a:lnTo>
                <a:lnTo>
                  <a:pt x="842512" y="70649"/>
                </a:lnTo>
                <a:lnTo>
                  <a:pt x="842391" y="71801"/>
                </a:lnTo>
                <a:lnTo>
                  <a:pt x="842297" y="72975"/>
                </a:lnTo>
                <a:lnTo>
                  <a:pt x="842229" y="74171"/>
                </a:lnTo>
                <a:lnTo>
                  <a:pt x="842189" y="75389"/>
                </a:lnTo>
                <a:lnTo>
                  <a:pt x="842176" y="76628"/>
                </a:lnTo>
                <a:lnTo>
                  <a:pt x="842176" y="102065"/>
                </a:lnTo>
                <a:lnTo>
                  <a:pt x="842189" y="103292"/>
                </a:lnTo>
                <a:lnTo>
                  <a:pt x="842230" y="104498"/>
                </a:lnTo>
                <a:lnTo>
                  <a:pt x="842298" y="105682"/>
                </a:lnTo>
                <a:lnTo>
                  <a:pt x="842393" y="106844"/>
                </a:lnTo>
                <a:lnTo>
                  <a:pt x="842515" y="107986"/>
                </a:lnTo>
                <a:lnTo>
                  <a:pt x="842665" y="109106"/>
                </a:lnTo>
                <a:lnTo>
                  <a:pt x="842841" y="110204"/>
                </a:lnTo>
                <a:lnTo>
                  <a:pt x="843045" y="111281"/>
                </a:lnTo>
                <a:lnTo>
                  <a:pt x="843276" y="112337"/>
                </a:lnTo>
                <a:lnTo>
                  <a:pt x="843533" y="113371"/>
                </a:lnTo>
                <a:lnTo>
                  <a:pt x="843819" y="114384"/>
                </a:lnTo>
                <a:lnTo>
                  <a:pt x="844131" y="115376"/>
                </a:lnTo>
                <a:lnTo>
                  <a:pt x="844470" y="116346"/>
                </a:lnTo>
                <a:lnTo>
                  <a:pt x="844837" y="117295"/>
                </a:lnTo>
                <a:lnTo>
                  <a:pt x="845231" y="118222"/>
                </a:lnTo>
                <a:lnTo>
                  <a:pt x="845652" y="119129"/>
                </a:lnTo>
                <a:lnTo>
                  <a:pt x="846100" y="120013"/>
                </a:lnTo>
                <a:lnTo>
                  <a:pt x="846575" y="120876"/>
                </a:lnTo>
                <a:lnTo>
                  <a:pt x="847077" y="121718"/>
                </a:lnTo>
                <a:lnTo>
                  <a:pt x="847607" y="122539"/>
                </a:lnTo>
                <a:lnTo>
                  <a:pt x="848163" y="123338"/>
                </a:lnTo>
                <a:lnTo>
                  <a:pt x="848747" y="124116"/>
                </a:lnTo>
                <a:lnTo>
                  <a:pt x="849358" y="124872"/>
                </a:lnTo>
                <a:lnTo>
                  <a:pt x="849996" y="125607"/>
                </a:lnTo>
                <a:lnTo>
                  <a:pt x="850657" y="126316"/>
                </a:lnTo>
                <a:lnTo>
                  <a:pt x="851336" y="126995"/>
                </a:lnTo>
                <a:lnTo>
                  <a:pt x="852032" y="127643"/>
                </a:lnTo>
                <a:lnTo>
                  <a:pt x="852746" y="128262"/>
                </a:lnTo>
                <a:lnTo>
                  <a:pt x="853478" y="128850"/>
                </a:lnTo>
                <a:lnTo>
                  <a:pt x="854228" y="129408"/>
                </a:lnTo>
                <a:lnTo>
                  <a:pt x="854995" y="129936"/>
                </a:lnTo>
                <a:lnTo>
                  <a:pt x="855781" y="130434"/>
                </a:lnTo>
                <a:lnTo>
                  <a:pt x="856584" y="130902"/>
                </a:lnTo>
                <a:lnTo>
                  <a:pt x="857405" y="131339"/>
                </a:lnTo>
                <a:lnTo>
                  <a:pt x="858244" y="131746"/>
                </a:lnTo>
                <a:lnTo>
                  <a:pt x="859101" y="132123"/>
                </a:lnTo>
                <a:lnTo>
                  <a:pt x="859976" y="132470"/>
                </a:lnTo>
                <a:lnTo>
                  <a:pt x="860868" y="132787"/>
                </a:lnTo>
                <a:lnTo>
                  <a:pt x="861778" y="133074"/>
                </a:lnTo>
                <a:lnTo>
                  <a:pt x="862706" y="133330"/>
                </a:lnTo>
                <a:lnTo>
                  <a:pt x="863652" y="133556"/>
                </a:lnTo>
                <a:lnTo>
                  <a:pt x="864616" y="133753"/>
                </a:lnTo>
                <a:lnTo>
                  <a:pt x="865598" y="133919"/>
                </a:lnTo>
                <a:lnTo>
                  <a:pt x="866597" y="134054"/>
                </a:lnTo>
                <a:lnTo>
                  <a:pt x="867614" y="134160"/>
                </a:lnTo>
                <a:lnTo>
                  <a:pt x="868649" y="134235"/>
                </a:lnTo>
                <a:lnTo>
                  <a:pt x="869702" y="134281"/>
                </a:lnTo>
                <a:lnTo>
                  <a:pt x="870773" y="134296"/>
                </a:lnTo>
                <a:lnTo>
                  <a:pt x="871661" y="134286"/>
                </a:lnTo>
                <a:lnTo>
                  <a:pt x="872534" y="134256"/>
                </a:lnTo>
                <a:lnTo>
                  <a:pt x="873392" y="134206"/>
                </a:lnTo>
                <a:lnTo>
                  <a:pt x="874235" y="134135"/>
                </a:lnTo>
                <a:lnTo>
                  <a:pt x="875064" y="134045"/>
                </a:lnTo>
                <a:lnTo>
                  <a:pt x="875878" y="133935"/>
                </a:lnTo>
                <a:lnTo>
                  <a:pt x="876677" y="133805"/>
                </a:lnTo>
                <a:lnTo>
                  <a:pt x="877461" y="133655"/>
                </a:lnTo>
                <a:lnTo>
                  <a:pt x="878230" y="133485"/>
                </a:lnTo>
                <a:lnTo>
                  <a:pt x="878985" y="133294"/>
                </a:lnTo>
                <a:lnTo>
                  <a:pt x="879725" y="133084"/>
                </a:lnTo>
                <a:lnTo>
                  <a:pt x="880450" y="132854"/>
                </a:lnTo>
                <a:lnTo>
                  <a:pt x="881160" y="132604"/>
                </a:lnTo>
                <a:lnTo>
                  <a:pt x="881855" y="132333"/>
                </a:lnTo>
                <a:lnTo>
                  <a:pt x="882535" y="132043"/>
                </a:lnTo>
                <a:lnTo>
                  <a:pt x="883201" y="131733"/>
                </a:lnTo>
                <a:lnTo>
                  <a:pt x="883852" y="131402"/>
                </a:lnTo>
                <a:lnTo>
                  <a:pt x="884488" y="131052"/>
                </a:lnTo>
                <a:lnTo>
                  <a:pt x="885109" y="130681"/>
                </a:lnTo>
                <a:lnTo>
                  <a:pt x="885716" y="130291"/>
                </a:lnTo>
                <a:lnTo>
                  <a:pt x="886308" y="129880"/>
                </a:lnTo>
                <a:lnTo>
                  <a:pt x="886884" y="129450"/>
                </a:lnTo>
                <a:lnTo>
                  <a:pt x="887446" y="128999"/>
                </a:lnTo>
                <a:lnTo>
                  <a:pt x="887994" y="128529"/>
                </a:lnTo>
                <a:lnTo>
                  <a:pt x="888522" y="128041"/>
                </a:lnTo>
                <a:lnTo>
                  <a:pt x="889028" y="127539"/>
                </a:lnTo>
                <a:lnTo>
                  <a:pt x="889512" y="127022"/>
                </a:lnTo>
                <a:lnTo>
                  <a:pt x="889973" y="126490"/>
                </a:lnTo>
                <a:lnTo>
                  <a:pt x="890412" y="125944"/>
                </a:lnTo>
                <a:lnTo>
                  <a:pt x="890828" y="125384"/>
                </a:lnTo>
                <a:lnTo>
                  <a:pt x="891221" y="124809"/>
                </a:lnTo>
                <a:lnTo>
                  <a:pt x="891592" y="124219"/>
                </a:lnTo>
                <a:lnTo>
                  <a:pt x="891941" y="123615"/>
                </a:lnTo>
                <a:lnTo>
                  <a:pt x="892267" y="122996"/>
                </a:lnTo>
                <a:lnTo>
                  <a:pt x="892571" y="122363"/>
                </a:lnTo>
                <a:lnTo>
                  <a:pt x="892852" y="121715"/>
                </a:lnTo>
                <a:lnTo>
                  <a:pt x="893111" y="121053"/>
                </a:lnTo>
                <a:lnTo>
                  <a:pt x="893347" y="120376"/>
                </a:lnTo>
                <a:lnTo>
                  <a:pt x="893561" y="119685"/>
                </a:lnTo>
                <a:lnTo>
                  <a:pt x="893752" y="118979"/>
                </a:lnTo>
                <a:lnTo>
                  <a:pt x="893920" y="118258"/>
                </a:lnTo>
                <a:lnTo>
                  <a:pt x="894067" y="117523"/>
                </a:lnTo>
                <a:lnTo>
                  <a:pt x="894190" y="116774"/>
                </a:lnTo>
                <a:lnTo>
                  <a:pt x="894276" y="116128"/>
                </a:lnTo>
                <a:lnTo>
                  <a:pt x="894472" y="116128"/>
                </a:lnTo>
                <a:lnTo>
                  <a:pt x="894472" y="132717"/>
                </a:lnTo>
                <a:lnTo>
                  <a:pt x="908691" y="132717"/>
                </a:lnTo>
                <a:lnTo>
                  <a:pt x="908691" y="17380"/>
                </a:lnTo>
                <a:lnTo>
                  <a:pt x="894472" y="17380"/>
                </a:lnTo>
                <a:lnTo>
                  <a:pt x="894472" y="42657"/>
                </a:lnTo>
                <a:lnTo>
                  <a:pt x="894787" y="62407"/>
                </a:lnTo>
                <a:lnTo>
                  <a:pt x="894580" y="62407"/>
                </a:lnTo>
                <a:lnTo>
                  <a:pt x="894499" y="61817"/>
                </a:lnTo>
                <a:lnTo>
                  <a:pt x="894373" y="61076"/>
                </a:lnTo>
                <a:lnTo>
                  <a:pt x="894223" y="60349"/>
                </a:lnTo>
                <a:lnTo>
                  <a:pt x="894050" y="59635"/>
                </a:lnTo>
                <a:close/>
                <a:moveTo>
                  <a:pt x="872620" y="121842"/>
                </a:moveTo>
                <a:lnTo>
                  <a:pt x="871931" y="121768"/>
                </a:lnTo>
                <a:lnTo>
                  <a:pt x="871256" y="121678"/>
                </a:lnTo>
                <a:lnTo>
                  <a:pt x="870595" y="121571"/>
                </a:lnTo>
                <a:lnTo>
                  <a:pt x="869947" y="121447"/>
                </a:lnTo>
                <a:lnTo>
                  <a:pt x="869313" y="121307"/>
                </a:lnTo>
                <a:lnTo>
                  <a:pt x="868693" y="121151"/>
                </a:lnTo>
                <a:lnTo>
                  <a:pt x="868087" y="120978"/>
                </a:lnTo>
                <a:lnTo>
                  <a:pt x="867494" y="120789"/>
                </a:lnTo>
                <a:lnTo>
                  <a:pt x="866915" y="120583"/>
                </a:lnTo>
                <a:lnTo>
                  <a:pt x="866349" y="120361"/>
                </a:lnTo>
                <a:lnTo>
                  <a:pt x="865798" y="120122"/>
                </a:lnTo>
                <a:lnTo>
                  <a:pt x="865260" y="119867"/>
                </a:lnTo>
                <a:lnTo>
                  <a:pt x="864736" y="119596"/>
                </a:lnTo>
                <a:lnTo>
                  <a:pt x="864225" y="119308"/>
                </a:lnTo>
                <a:lnTo>
                  <a:pt x="863728" y="119003"/>
                </a:lnTo>
                <a:lnTo>
                  <a:pt x="863245" y="118682"/>
                </a:lnTo>
                <a:lnTo>
                  <a:pt x="862776" y="118345"/>
                </a:lnTo>
                <a:lnTo>
                  <a:pt x="862320" y="117991"/>
                </a:lnTo>
                <a:lnTo>
                  <a:pt x="861879" y="117621"/>
                </a:lnTo>
                <a:lnTo>
                  <a:pt x="861450" y="117234"/>
                </a:lnTo>
                <a:lnTo>
                  <a:pt x="861038" y="116829"/>
                </a:lnTo>
                <a:lnTo>
                  <a:pt x="860643" y="116403"/>
                </a:lnTo>
                <a:lnTo>
                  <a:pt x="860265" y="115957"/>
                </a:lnTo>
                <a:lnTo>
                  <a:pt x="859906" y="115491"/>
                </a:lnTo>
                <a:lnTo>
                  <a:pt x="859563" y="115005"/>
                </a:lnTo>
                <a:lnTo>
                  <a:pt x="859239" y="114498"/>
                </a:lnTo>
                <a:lnTo>
                  <a:pt x="858931" y="113971"/>
                </a:lnTo>
                <a:lnTo>
                  <a:pt x="858642" y="113423"/>
                </a:lnTo>
                <a:lnTo>
                  <a:pt x="858370" y="112856"/>
                </a:lnTo>
                <a:lnTo>
                  <a:pt x="858115" y="112268"/>
                </a:lnTo>
                <a:lnTo>
                  <a:pt x="857878" y="111660"/>
                </a:lnTo>
                <a:lnTo>
                  <a:pt x="857659" y="111031"/>
                </a:lnTo>
                <a:lnTo>
                  <a:pt x="857457" y="110382"/>
                </a:lnTo>
                <a:lnTo>
                  <a:pt x="857273" y="109713"/>
                </a:lnTo>
                <a:lnTo>
                  <a:pt x="857106" y="109024"/>
                </a:lnTo>
                <a:lnTo>
                  <a:pt x="856957" y="108314"/>
                </a:lnTo>
                <a:lnTo>
                  <a:pt x="856825" y="107584"/>
                </a:lnTo>
                <a:lnTo>
                  <a:pt x="856711" y="106834"/>
                </a:lnTo>
                <a:lnTo>
                  <a:pt x="856614" y="106063"/>
                </a:lnTo>
                <a:lnTo>
                  <a:pt x="856535" y="105272"/>
                </a:lnTo>
                <a:lnTo>
                  <a:pt x="856474" y="104461"/>
                </a:lnTo>
                <a:lnTo>
                  <a:pt x="856430" y="103630"/>
                </a:lnTo>
                <a:lnTo>
                  <a:pt x="856404" y="102778"/>
                </a:lnTo>
                <a:lnTo>
                  <a:pt x="856395" y="101906"/>
                </a:lnTo>
                <a:lnTo>
                  <a:pt x="856395" y="76628"/>
                </a:lnTo>
                <a:lnTo>
                  <a:pt x="856404" y="75744"/>
                </a:lnTo>
                <a:lnTo>
                  <a:pt x="856430" y="74880"/>
                </a:lnTo>
                <a:lnTo>
                  <a:pt x="856474" y="74037"/>
                </a:lnTo>
                <a:lnTo>
                  <a:pt x="856535" y="73216"/>
                </a:lnTo>
                <a:lnTo>
                  <a:pt x="856614" y="72415"/>
                </a:lnTo>
                <a:lnTo>
                  <a:pt x="856711" y="71636"/>
                </a:lnTo>
                <a:lnTo>
                  <a:pt x="856825" y="70878"/>
                </a:lnTo>
                <a:lnTo>
                  <a:pt x="856957" y="70141"/>
                </a:lnTo>
                <a:lnTo>
                  <a:pt x="857106" y="69425"/>
                </a:lnTo>
                <a:lnTo>
                  <a:pt x="857273" y="68731"/>
                </a:lnTo>
                <a:lnTo>
                  <a:pt x="857457" y="68057"/>
                </a:lnTo>
                <a:lnTo>
                  <a:pt x="857659" y="67405"/>
                </a:lnTo>
                <a:lnTo>
                  <a:pt x="857878" y="66773"/>
                </a:lnTo>
                <a:lnTo>
                  <a:pt x="858115" y="66163"/>
                </a:lnTo>
                <a:lnTo>
                  <a:pt x="858370" y="65574"/>
                </a:lnTo>
                <a:lnTo>
                  <a:pt x="858642" y="65006"/>
                </a:lnTo>
                <a:lnTo>
                  <a:pt x="858931" y="64459"/>
                </a:lnTo>
                <a:lnTo>
                  <a:pt x="859239" y="63934"/>
                </a:lnTo>
                <a:lnTo>
                  <a:pt x="859563" y="63429"/>
                </a:lnTo>
                <a:lnTo>
                  <a:pt x="859906" y="62946"/>
                </a:lnTo>
                <a:lnTo>
                  <a:pt x="860265" y="62483"/>
                </a:lnTo>
                <a:lnTo>
                  <a:pt x="860643" y="62042"/>
                </a:lnTo>
                <a:lnTo>
                  <a:pt x="861038" y="61622"/>
                </a:lnTo>
                <a:lnTo>
                  <a:pt x="861450" y="61223"/>
                </a:lnTo>
                <a:lnTo>
                  <a:pt x="861879" y="60843"/>
                </a:lnTo>
                <a:lnTo>
                  <a:pt x="862320" y="60479"/>
                </a:lnTo>
                <a:lnTo>
                  <a:pt x="862776" y="60131"/>
                </a:lnTo>
                <a:lnTo>
                  <a:pt x="863245" y="59799"/>
                </a:lnTo>
                <a:lnTo>
                  <a:pt x="863728" y="59484"/>
                </a:lnTo>
                <a:lnTo>
                  <a:pt x="864225" y="59184"/>
                </a:lnTo>
                <a:lnTo>
                  <a:pt x="864736" y="58901"/>
                </a:lnTo>
                <a:lnTo>
                  <a:pt x="865260" y="58634"/>
                </a:lnTo>
                <a:lnTo>
                  <a:pt x="865798" y="58383"/>
                </a:lnTo>
                <a:lnTo>
                  <a:pt x="866349" y="58149"/>
                </a:lnTo>
                <a:lnTo>
                  <a:pt x="866915" y="57930"/>
                </a:lnTo>
                <a:lnTo>
                  <a:pt x="867494" y="57728"/>
                </a:lnTo>
                <a:lnTo>
                  <a:pt x="868087" y="57542"/>
                </a:lnTo>
                <a:lnTo>
                  <a:pt x="868693" y="57372"/>
                </a:lnTo>
                <a:lnTo>
                  <a:pt x="869313" y="57218"/>
                </a:lnTo>
                <a:lnTo>
                  <a:pt x="869947" y="57081"/>
                </a:lnTo>
                <a:lnTo>
                  <a:pt x="870595" y="56959"/>
                </a:lnTo>
                <a:lnTo>
                  <a:pt x="871256" y="56854"/>
                </a:lnTo>
                <a:lnTo>
                  <a:pt x="871931" y="56765"/>
                </a:lnTo>
                <a:lnTo>
                  <a:pt x="872620" y="56692"/>
                </a:lnTo>
                <a:lnTo>
                  <a:pt x="873323" y="56636"/>
                </a:lnTo>
                <a:lnTo>
                  <a:pt x="874039" y="56595"/>
                </a:lnTo>
                <a:lnTo>
                  <a:pt x="874769" y="56571"/>
                </a:lnTo>
                <a:lnTo>
                  <a:pt x="875513" y="56563"/>
                </a:lnTo>
                <a:lnTo>
                  <a:pt x="876243" y="56573"/>
                </a:lnTo>
                <a:lnTo>
                  <a:pt x="876961" y="56601"/>
                </a:lnTo>
                <a:lnTo>
                  <a:pt x="877665" y="56649"/>
                </a:lnTo>
                <a:lnTo>
                  <a:pt x="878357" y="56717"/>
                </a:lnTo>
                <a:lnTo>
                  <a:pt x="879035" y="56803"/>
                </a:lnTo>
                <a:lnTo>
                  <a:pt x="879700" y="56909"/>
                </a:lnTo>
                <a:lnTo>
                  <a:pt x="880351" y="57034"/>
                </a:lnTo>
                <a:lnTo>
                  <a:pt x="880990" y="57178"/>
                </a:lnTo>
                <a:lnTo>
                  <a:pt x="881615" y="57341"/>
                </a:lnTo>
                <a:lnTo>
                  <a:pt x="882228" y="57523"/>
                </a:lnTo>
                <a:lnTo>
                  <a:pt x="882827" y="57725"/>
                </a:lnTo>
                <a:lnTo>
                  <a:pt x="883412" y="57946"/>
                </a:lnTo>
                <a:lnTo>
                  <a:pt x="883985" y="58186"/>
                </a:lnTo>
                <a:lnTo>
                  <a:pt x="884545" y="58445"/>
                </a:lnTo>
                <a:lnTo>
                  <a:pt x="885091" y="58723"/>
                </a:lnTo>
                <a:lnTo>
                  <a:pt x="885624" y="59021"/>
                </a:lnTo>
                <a:lnTo>
                  <a:pt x="886144" y="59338"/>
                </a:lnTo>
                <a:lnTo>
                  <a:pt x="886651" y="59674"/>
                </a:lnTo>
                <a:lnTo>
                  <a:pt x="887145" y="60029"/>
                </a:lnTo>
                <a:lnTo>
                  <a:pt x="887626" y="60404"/>
                </a:lnTo>
                <a:lnTo>
                  <a:pt x="888093" y="60797"/>
                </a:lnTo>
                <a:lnTo>
                  <a:pt x="888547" y="61210"/>
                </a:lnTo>
                <a:lnTo>
                  <a:pt x="888988" y="61642"/>
                </a:lnTo>
                <a:lnTo>
                  <a:pt x="889416" y="62093"/>
                </a:lnTo>
                <a:lnTo>
                  <a:pt x="889829" y="62562"/>
                </a:lnTo>
                <a:lnTo>
                  <a:pt x="890224" y="63044"/>
                </a:lnTo>
                <a:lnTo>
                  <a:pt x="890601" y="63542"/>
                </a:lnTo>
                <a:lnTo>
                  <a:pt x="890961" y="64055"/>
                </a:lnTo>
                <a:lnTo>
                  <a:pt x="891303" y="64582"/>
                </a:lnTo>
                <a:lnTo>
                  <a:pt x="891628" y="65124"/>
                </a:lnTo>
                <a:lnTo>
                  <a:pt x="891935" y="65681"/>
                </a:lnTo>
                <a:lnTo>
                  <a:pt x="892225" y="66253"/>
                </a:lnTo>
                <a:lnTo>
                  <a:pt x="892497" y="66840"/>
                </a:lnTo>
                <a:lnTo>
                  <a:pt x="892751" y="67441"/>
                </a:lnTo>
                <a:lnTo>
                  <a:pt x="892988" y="68057"/>
                </a:lnTo>
                <a:lnTo>
                  <a:pt x="893208" y="68688"/>
                </a:lnTo>
                <a:lnTo>
                  <a:pt x="893410" y="69334"/>
                </a:lnTo>
                <a:lnTo>
                  <a:pt x="893594" y="69995"/>
                </a:lnTo>
                <a:lnTo>
                  <a:pt x="893761" y="70670"/>
                </a:lnTo>
                <a:lnTo>
                  <a:pt x="893910" y="71361"/>
                </a:lnTo>
                <a:lnTo>
                  <a:pt x="894042" y="72066"/>
                </a:lnTo>
                <a:lnTo>
                  <a:pt x="894156" y="72786"/>
                </a:lnTo>
                <a:lnTo>
                  <a:pt x="894252" y="73521"/>
                </a:lnTo>
                <a:lnTo>
                  <a:pt x="894331" y="74270"/>
                </a:lnTo>
                <a:lnTo>
                  <a:pt x="894393" y="75035"/>
                </a:lnTo>
                <a:lnTo>
                  <a:pt x="894436" y="75814"/>
                </a:lnTo>
                <a:lnTo>
                  <a:pt x="894463" y="76608"/>
                </a:lnTo>
                <a:lnTo>
                  <a:pt x="894472" y="77417"/>
                </a:lnTo>
                <a:lnTo>
                  <a:pt x="894472" y="101118"/>
                </a:lnTo>
                <a:lnTo>
                  <a:pt x="894463" y="101927"/>
                </a:lnTo>
                <a:lnTo>
                  <a:pt x="894436" y="102721"/>
                </a:lnTo>
                <a:lnTo>
                  <a:pt x="894393" y="103500"/>
                </a:lnTo>
                <a:lnTo>
                  <a:pt x="894331" y="104264"/>
                </a:lnTo>
                <a:lnTo>
                  <a:pt x="894252" y="105014"/>
                </a:lnTo>
                <a:lnTo>
                  <a:pt x="894156" y="105749"/>
                </a:lnTo>
                <a:lnTo>
                  <a:pt x="894042" y="106469"/>
                </a:lnTo>
                <a:lnTo>
                  <a:pt x="893910" y="107174"/>
                </a:lnTo>
                <a:lnTo>
                  <a:pt x="893761" y="107864"/>
                </a:lnTo>
                <a:lnTo>
                  <a:pt x="893594" y="108540"/>
                </a:lnTo>
                <a:lnTo>
                  <a:pt x="893410" y="109201"/>
                </a:lnTo>
                <a:lnTo>
                  <a:pt x="893208" y="109847"/>
                </a:lnTo>
                <a:lnTo>
                  <a:pt x="892988" y="110478"/>
                </a:lnTo>
                <a:lnTo>
                  <a:pt x="892751" y="111094"/>
                </a:lnTo>
                <a:lnTo>
                  <a:pt x="892497" y="111696"/>
                </a:lnTo>
                <a:lnTo>
                  <a:pt x="892225" y="112283"/>
                </a:lnTo>
                <a:lnTo>
                  <a:pt x="891935" y="112854"/>
                </a:lnTo>
                <a:lnTo>
                  <a:pt x="891628" y="113412"/>
                </a:lnTo>
                <a:lnTo>
                  <a:pt x="891303" y="113954"/>
                </a:lnTo>
                <a:lnTo>
                  <a:pt x="890961" y="114481"/>
                </a:lnTo>
                <a:lnTo>
                  <a:pt x="890601" y="114994"/>
                </a:lnTo>
                <a:lnTo>
                  <a:pt x="890224" y="115492"/>
                </a:lnTo>
                <a:lnTo>
                  <a:pt x="889829" y="115975"/>
                </a:lnTo>
                <a:lnTo>
                  <a:pt x="889416" y="116443"/>
                </a:lnTo>
                <a:lnTo>
                  <a:pt x="888988" y="116895"/>
                </a:lnTo>
                <a:lnTo>
                  <a:pt x="888547" y="117327"/>
                </a:lnTo>
                <a:lnTo>
                  <a:pt x="888093" y="117740"/>
                </a:lnTo>
                <a:lnTo>
                  <a:pt x="887626" y="118133"/>
                </a:lnTo>
                <a:lnTo>
                  <a:pt x="887145" y="118508"/>
                </a:lnTo>
                <a:lnTo>
                  <a:pt x="886651" y="118863"/>
                </a:lnTo>
                <a:lnTo>
                  <a:pt x="886144" y="119199"/>
                </a:lnTo>
                <a:lnTo>
                  <a:pt x="885624" y="119516"/>
                </a:lnTo>
                <a:lnTo>
                  <a:pt x="885091" y="119814"/>
                </a:lnTo>
                <a:lnTo>
                  <a:pt x="884545" y="120092"/>
                </a:lnTo>
                <a:lnTo>
                  <a:pt x="883985" y="120351"/>
                </a:lnTo>
                <a:lnTo>
                  <a:pt x="883412" y="120591"/>
                </a:lnTo>
                <a:lnTo>
                  <a:pt x="882827" y="120812"/>
                </a:lnTo>
                <a:lnTo>
                  <a:pt x="882228" y="121014"/>
                </a:lnTo>
                <a:lnTo>
                  <a:pt x="881615" y="121196"/>
                </a:lnTo>
                <a:lnTo>
                  <a:pt x="880990" y="121359"/>
                </a:lnTo>
                <a:lnTo>
                  <a:pt x="880351" y="121503"/>
                </a:lnTo>
                <a:lnTo>
                  <a:pt x="879700" y="121628"/>
                </a:lnTo>
                <a:lnTo>
                  <a:pt x="879035" y="121734"/>
                </a:lnTo>
                <a:lnTo>
                  <a:pt x="878357" y="121820"/>
                </a:lnTo>
                <a:lnTo>
                  <a:pt x="877665" y="121887"/>
                </a:lnTo>
                <a:lnTo>
                  <a:pt x="876961" y="121935"/>
                </a:lnTo>
                <a:lnTo>
                  <a:pt x="876243" y="121964"/>
                </a:lnTo>
                <a:lnTo>
                  <a:pt x="875513" y="121974"/>
                </a:lnTo>
                <a:lnTo>
                  <a:pt x="874769" y="121966"/>
                </a:lnTo>
                <a:lnTo>
                  <a:pt x="874039" y="121941"/>
                </a:lnTo>
                <a:lnTo>
                  <a:pt x="873323" y="121900"/>
                </a:lnTo>
                <a:lnTo>
                  <a:pt x="872620" y="121842"/>
                </a:lnTo>
                <a:close/>
                <a:moveTo>
                  <a:pt x="963515" y="103835"/>
                </a:moveTo>
                <a:lnTo>
                  <a:pt x="963619" y="103684"/>
                </a:lnTo>
                <a:lnTo>
                  <a:pt x="963723" y="103530"/>
                </a:lnTo>
                <a:lnTo>
                  <a:pt x="963827" y="103375"/>
                </a:lnTo>
                <a:lnTo>
                  <a:pt x="963931" y="103217"/>
                </a:lnTo>
                <a:lnTo>
                  <a:pt x="964034" y="103058"/>
                </a:lnTo>
                <a:lnTo>
                  <a:pt x="964137" y="102897"/>
                </a:lnTo>
                <a:lnTo>
                  <a:pt x="964239" y="102734"/>
                </a:lnTo>
                <a:lnTo>
                  <a:pt x="964342" y="102569"/>
                </a:lnTo>
                <a:lnTo>
                  <a:pt x="964444" y="102402"/>
                </a:lnTo>
                <a:lnTo>
                  <a:pt x="964546" y="102233"/>
                </a:lnTo>
                <a:lnTo>
                  <a:pt x="964647" y="102063"/>
                </a:lnTo>
                <a:lnTo>
                  <a:pt x="964749" y="101890"/>
                </a:lnTo>
                <a:lnTo>
                  <a:pt x="964850" y="101715"/>
                </a:lnTo>
                <a:lnTo>
                  <a:pt x="964950" y="101539"/>
                </a:lnTo>
                <a:lnTo>
                  <a:pt x="965051" y="101360"/>
                </a:lnTo>
                <a:lnTo>
                  <a:pt x="965151" y="101180"/>
                </a:lnTo>
                <a:lnTo>
                  <a:pt x="965251" y="100998"/>
                </a:lnTo>
                <a:lnTo>
                  <a:pt x="965350" y="100814"/>
                </a:lnTo>
                <a:lnTo>
                  <a:pt x="965450" y="100628"/>
                </a:lnTo>
                <a:lnTo>
                  <a:pt x="965549" y="100440"/>
                </a:lnTo>
                <a:lnTo>
                  <a:pt x="965648" y="100250"/>
                </a:lnTo>
                <a:lnTo>
                  <a:pt x="965745" y="100060"/>
                </a:lnTo>
                <a:lnTo>
                  <a:pt x="965841" y="99874"/>
                </a:lnTo>
                <a:lnTo>
                  <a:pt x="965935" y="99690"/>
                </a:lnTo>
                <a:lnTo>
                  <a:pt x="966027" y="99510"/>
                </a:lnTo>
                <a:lnTo>
                  <a:pt x="966118" y="99332"/>
                </a:lnTo>
                <a:lnTo>
                  <a:pt x="966206" y="99158"/>
                </a:lnTo>
                <a:lnTo>
                  <a:pt x="966292" y="98986"/>
                </a:lnTo>
                <a:lnTo>
                  <a:pt x="966377" y="98818"/>
                </a:lnTo>
                <a:lnTo>
                  <a:pt x="966459" y="98653"/>
                </a:lnTo>
                <a:lnTo>
                  <a:pt x="966540" y="98490"/>
                </a:lnTo>
                <a:lnTo>
                  <a:pt x="966618" y="98331"/>
                </a:lnTo>
                <a:lnTo>
                  <a:pt x="966695" y="98175"/>
                </a:lnTo>
                <a:lnTo>
                  <a:pt x="966770" y="98021"/>
                </a:lnTo>
                <a:lnTo>
                  <a:pt x="966843" y="97871"/>
                </a:lnTo>
                <a:lnTo>
                  <a:pt x="966914" y="97724"/>
                </a:lnTo>
                <a:lnTo>
                  <a:pt x="966983" y="97580"/>
                </a:lnTo>
                <a:lnTo>
                  <a:pt x="967050" y="97438"/>
                </a:lnTo>
                <a:lnTo>
                  <a:pt x="967115" y="97300"/>
                </a:lnTo>
                <a:lnTo>
                  <a:pt x="967178" y="97165"/>
                </a:lnTo>
                <a:lnTo>
                  <a:pt x="967239" y="97033"/>
                </a:lnTo>
                <a:lnTo>
                  <a:pt x="967299" y="96904"/>
                </a:lnTo>
                <a:lnTo>
                  <a:pt x="967356" y="96778"/>
                </a:lnTo>
                <a:lnTo>
                  <a:pt x="967412" y="96655"/>
                </a:lnTo>
                <a:lnTo>
                  <a:pt x="967465" y="96535"/>
                </a:lnTo>
                <a:lnTo>
                  <a:pt x="967532" y="96655"/>
                </a:lnTo>
                <a:lnTo>
                  <a:pt x="967599" y="96778"/>
                </a:lnTo>
                <a:lnTo>
                  <a:pt x="967667" y="96904"/>
                </a:lnTo>
                <a:lnTo>
                  <a:pt x="967735" y="97033"/>
                </a:lnTo>
                <a:lnTo>
                  <a:pt x="967805" y="97165"/>
                </a:lnTo>
                <a:lnTo>
                  <a:pt x="967875" y="97300"/>
                </a:lnTo>
                <a:lnTo>
                  <a:pt x="967947" y="97438"/>
                </a:lnTo>
                <a:lnTo>
                  <a:pt x="968019" y="97580"/>
                </a:lnTo>
                <a:lnTo>
                  <a:pt x="968092" y="97724"/>
                </a:lnTo>
                <a:lnTo>
                  <a:pt x="968165" y="97871"/>
                </a:lnTo>
                <a:lnTo>
                  <a:pt x="968240" y="98021"/>
                </a:lnTo>
                <a:lnTo>
                  <a:pt x="968315" y="98175"/>
                </a:lnTo>
                <a:lnTo>
                  <a:pt x="968391" y="98331"/>
                </a:lnTo>
                <a:lnTo>
                  <a:pt x="968468" y="98490"/>
                </a:lnTo>
                <a:lnTo>
                  <a:pt x="968546" y="98653"/>
                </a:lnTo>
                <a:lnTo>
                  <a:pt x="968625" y="98818"/>
                </a:lnTo>
                <a:lnTo>
                  <a:pt x="968704" y="98986"/>
                </a:lnTo>
                <a:lnTo>
                  <a:pt x="968784" y="99158"/>
                </a:lnTo>
                <a:lnTo>
                  <a:pt x="968865" y="99332"/>
                </a:lnTo>
                <a:lnTo>
                  <a:pt x="968947" y="99510"/>
                </a:lnTo>
                <a:lnTo>
                  <a:pt x="969030" y="99690"/>
                </a:lnTo>
                <a:lnTo>
                  <a:pt x="969114" y="99874"/>
                </a:lnTo>
                <a:lnTo>
                  <a:pt x="969198" y="100060"/>
                </a:lnTo>
                <a:lnTo>
                  <a:pt x="969283" y="100250"/>
                </a:lnTo>
                <a:lnTo>
                  <a:pt x="969369" y="100440"/>
                </a:lnTo>
                <a:lnTo>
                  <a:pt x="969455" y="100628"/>
                </a:lnTo>
                <a:lnTo>
                  <a:pt x="969541" y="100814"/>
                </a:lnTo>
                <a:lnTo>
                  <a:pt x="969628" y="100998"/>
                </a:lnTo>
                <a:lnTo>
                  <a:pt x="969714" y="101180"/>
                </a:lnTo>
                <a:lnTo>
                  <a:pt x="969802" y="101360"/>
                </a:lnTo>
                <a:lnTo>
                  <a:pt x="969889" y="101539"/>
                </a:lnTo>
                <a:lnTo>
                  <a:pt x="969977" y="101715"/>
                </a:lnTo>
                <a:lnTo>
                  <a:pt x="970065" y="101890"/>
                </a:lnTo>
                <a:lnTo>
                  <a:pt x="970153" y="102063"/>
                </a:lnTo>
                <a:lnTo>
                  <a:pt x="970241" y="102233"/>
                </a:lnTo>
                <a:lnTo>
                  <a:pt x="970330" y="102402"/>
                </a:lnTo>
                <a:lnTo>
                  <a:pt x="970419" y="102569"/>
                </a:lnTo>
                <a:lnTo>
                  <a:pt x="970508" y="102734"/>
                </a:lnTo>
                <a:lnTo>
                  <a:pt x="970598" y="102897"/>
                </a:lnTo>
                <a:lnTo>
                  <a:pt x="970688" y="103058"/>
                </a:lnTo>
                <a:lnTo>
                  <a:pt x="970778" y="103217"/>
                </a:lnTo>
                <a:lnTo>
                  <a:pt x="970868" y="103375"/>
                </a:lnTo>
                <a:lnTo>
                  <a:pt x="970959" y="103530"/>
                </a:lnTo>
                <a:lnTo>
                  <a:pt x="971050" y="103684"/>
                </a:lnTo>
                <a:lnTo>
                  <a:pt x="971141" y="103835"/>
                </a:lnTo>
                <a:lnTo>
                  <a:pt x="971233" y="103985"/>
                </a:lnTo>
                <a:lnTo>
                  <a:pt x="971325" y="104132"/>
                </a:lnTo>
                <a:lnTo>
                  <a:pt x="971417" y="104278"/>
                </a:lnTo>
                <a:lnTo>
                  <a:pt x="990060" y="132717"/>
                </a:lnTo>
                <a:lnTo>
                  <a:pt x="1006808" y="132717"/>
                </a:lnTo>
                <a:lnTo>
                  <a:pt x="976156" y="88162"/>
                </a:lnTo>
                <a:lnTo>
                  <a:pt x="1005070" y="45818"/>
                </a:lnTo>
                <a:lnTo>
                  <a:pt x="988321" y="45818"/>
                </a:lnTo>
                <a:lnTo>
                  <a:pt x="971101" y="72677"/>
                </a:lnTo>
                <a:lnTo>
                  <a:pt x="971009" y="72822"/>
                </a:lnTo>
                <a:lnTo>
                  <a:pt x="970917" y="72969"/>
                </a:lnTo>
                <a:lnTo>
                  <a:pt x="970825" y="73117"/>
                </a:lnTo>
                <a:lnTo>
                  <a:pt x="970734" y="73265"/>
                </a:lnTo>
                <a:lnTo>
                  <a:pt x="970643" y="73415"/>
                </a:lnTo>
                <a:lnTo>
                  <a:pt x="970553" y="73566"/>
                </a:lnTo>
                <a:lnTo>
                  <a:pt x="970462" y="73718"/>
                </a:lnTo>
                <a:lnTo>
                  <a:pt x="970372" y="73871"/>
                </a:lnTo>
                <a:lnTo>
                  <a:pt x="970282" y="74025"/>
                </a:lnTo>
                <a:lnTo>
                  <a:pt x="970192" y="74180"/>
                </a:lnTo>
                <a:lnTo>
                  <a:pt x="970103" y="74337"/>
                </a:lnTo>
                <a:lnTo>
                  <a:pt x="970014" y="74494"/>
                </a:lnTo>
                <a:lnTo>
                  <a:pt x="969925" y="74653"/>
                </a:lnTo>
                <a:lnTo>
                  <a:pt x="969837" y="74812"/>
                </a:lnTo>
                <a:lnTo>
                  <a:pt x="969749" y="74973"/>
                </a:lnTo>
                <a:lnTo>
                  <a:pt x="969661" y="75135"/>
                </a:lnTo>
                <a:lnTo>
                  <a:pt x="969573" y="75298"/>
                </a:lnTo>
                <a:lnTo>
                  <a:pt x="969486" y="75462"/>
                </a:lnTo>
                <a:lnTo>
                  <a:pt x="969399" y="75627"/>
                </a:lnTo>
                <a:lnTo>
                  <a:pt x="969312" y="75793"/>
                </a:lnTo>
                <a:lnTo>
                  <a:pt x="969225" y="75961"/>
                </a:lnTo>
                <a:lnTo>
                  <a:pt x="969139" y="76129"/>
                </a:lnTo>
                <a:lnTo>
                  <a:pt x="969053" y="76299"/>
                </a:lnTo>
                <a:lnTo>
                  <a:pt x="968967" y="76469"/>
                </a:lnTo>
                <a:lnTo>
                  <a:pt x="968883" y="76639"/>
                </a:lnTo>
                <a:lnTo>
                  <a:pt x="968800" y="76806"/>
                </a:lnTo>
                <a:lnTo>
                  <a:pt x="968719" y="76970"/>
                </a:lnTo>
                <a:lnTo>
                  <a:pt x="968640" y="77132"/>
                </a:lnTo>
                <a:lnTo>
                  <a:pt x="968563" y="77291"/>
                </a:lnTo>
                <a:lnTo>
                  <a:pt x="968488" y="77447"/>
                </a:lnTo>
                <a:lnTo>
                  <a:pt x="968415" y="77600"/>
                </a:lnTo>
                <a:lnTo>
                  <a:pt x="968344" y="77751"/>
                </a:lnTo>
                <a:lnTo>
                  <a:pt x="968275" y="77899"/>
                </a:lnTo>
                <a:lnTo>
                  <a:pt x="968207" y="78044"/>
                </a:lnTo>
                <a:lnTo>
                  <a:pt x="968142" y="78186"/>
                </a:lnTo>
                <a:lnTo>
                  <a:pt x="968078" y="78326"/>
                </a:lnTo>
                <a:lnTo>
                  <a:pt x="968017" y="78463"/>
                </a:lnTo>
                <a:lnTo>
                  <a:pt x="967957" y="78597"/>
                </a:lnTo>
                <a:lnTo>
                  <a:pt x="967899" y="78728"/>
                </a:lnTo>
                <a:lnTo>
                  <a:pt x="967843" y="78857"/>
                </a:lnTo>
                <a:lnTo>
                  <a:pt x="967789" y="78982"/>
                </a:lnTo>
                <a:lnTo>
                  <a:pt x="967737" y="79106"/>
                </a:lnTo>
                <a:lnTo>
                  <a:pt x="967687" y="79226"/>
                </a:lnTo>
                <a:lnTo>
                  <a:pt x="967639" y="79344"/>
                </a:lnTo>
                <a:lnTo>
                  <a:pt x="967593" y="79458"/>
                </a:lnTo>
                <a:lnTo>
                  <a:pt x="967548" y="79571"/>
                </a:lnTo>
                <a:lnTo>
                  <a:pt x="967506" y="79680"/>
                </a:lnTo>
                <a:lnTo>
                  <a:pt x="967465" y="79787"/>
                </a:lnTo>
                <a:lnTo>
                  <a:pt x="967412" y="79680"/>
                </a:lnTo>
                <a:lnTo>
                  <a:pt x="967357" y="79571"/>
                </a:lnTo>
                <a:lnTo>
                  <a:pt x="967301" y="79458"/>
                </a:lnTo>
                <a:lnTo>
                  <a:pt x="967244" y="79344"/>
                </a:lnTo>
                <a:lnTo>
                  <a:pt x="967185" y="79226"/>
                </a:lnTo>
                <a:lnTo>
                  <a:pt x="967125" y="79106"/>
                </a:lnTo>
                <a:lnTo>
                  <a:pt x="967063" y="78982"/>
                </a:lnTo>
                <a:lnTo>
                  <a:pt x="967000" y="78857"/>
                </a:lnTo>
                <a:lnTo>
                  <a:pt x="966936" y="78728"/>
                </a:lnTo>
                <a:lnTo>
                  <a:pt x="966870" y="78597"/>
                </a:lnTo>
                <a:lnTo>
                  <a:pt x="966803" y="78463"/>
                </a:lnTo>
                <a:lnTo>
                  <a:pt x="966735" y="78326"/>
                </a:lnTo>
                <a:lnTo>
                  <a:pt x="966665" y="78186"/>
                </a:lnTo>
                <a:lnTo>
                  <a:pt x="966594" y="78044"/>
                </a:lnTo>
                <a:lnTo>
                  <a:pt x="966521" y="77899"/>
                </a:lnTo>
                <a:lnTo>
                  <a:pt x="966447" y="77751"/>
                </a:lnTo>
                <a:lnTo>
                  <a:pt x="966372" y="77600"/>
                </a:lnTo>
                <a:lnTo>
                  <a:pt x="966295" y="77447"/>
                </a:lnTo>
                <a:lnTo>
                  <a:pt x="966217" y="77291"/>
                </a:lnTo>
                <a:lnTo>
                  <a:pt x="966138" y="77132"/>
                </a:lnTo>
                <a:lnTo>
                  <a:pt x="966057" y="76970"/>
                </a:lnTo>
                <a:lnTo>
                  <a:pt x="965975" y="76806"/>
                </a:lnTo>
                <a:lnTo>
                  <a:pt x="965892" y="76639"/>
                </a:lnTo>
                <a:lnTo>
                  <a:pt x="965807" y="76469"/>
                </a:lnTo>
                <a:lnTo>
                  <a:pt x="965721" y="76299"/>
                </a:lnTo>
                <a:lnTo>
                  <a:pt x="965635" y="76129"/>
                </a:lnTo>
                <a:lnTo>
                  <a:pt x="965549" y="75961"/>
                </a:lnTo>
                <a:lnTo>
                  <a:pt x="965462" y="75793"/>
                </a:lnTo>
                <a:lnTo>
                  <a:pt x="965375" y="75627"/>
                </a:lnTo>
                <a:lnTo>
                  <a:pt x="965288" y="75462"/>
                </a:lnTo>
                <a:lnTo>
                  <a:pt x="965201" y="75298"/>
                </a:lnTo>
                <a:lnTo>
                  <a:pt x="965113" y="75135"/>
                </a:lnTo>
                <a:lnTo>
                  <a:pt x="965025" y="74973"/>
                </a:lnTo>
                <a:lnTo>
                  <a:pt x="964937" y="74812"/>
                </a:lnTo>
                <a:lnTo>
                  <a:pt x="964848" y="74653"/>
                </a:lnTo>
                <a:lnTo>
                  <a:pt x="964760" y="74494"/>
                </a:lnTo>
                <a:lnTo>
                  <a:pt x="964671" y="74337"/>
                </a:lnTo>
                <a:lnTo>
                  <a:pt x="964581" y="74180"/>
                </a:lnTo>
                <a:lnTo>
                  <a:pt x="964492" y="74025"/>
                </a:lnTo>
                <a:lnTo>
                  <a:pt x="964402" y="73871"/>
                </a:lnTo>
                <a:lnTo>
                  <a:pt x="964312" y="73718"/>
                </a:lnTo>
                <a:lnTo>
                  <a:pt x="964221" y="73566"/>
                </a:lnTo>
                <a:lnTo>
                  <a:pt x="964131" y="73415"/>
                </a:lnTo>
                <a:lnTo>
                  <a:pt x="964040" y="73265"/>
                </a:lnTo>
                <a:lnTo>
                  <a:pt x="963948" y="73117"/>
                </a:lnTo>
                <a:lnTo>
                  <a:pt x="963857" y="72969"/>
                </a:lnTo>
                <a:lnTo>
                  <a:pt x="963765" y="72822"/>
                </a:lnTo>
                <a:lnTo>
                  <a:pt x="963673" y="72677"/>
                </a:lnTo>
                <a:lnTo>
                  <a:pt x="946452" y="45818"/>
                </a:lnTo>
                <a:lnTo>
                  <a:pt x="929704" y="45818"/>
                </a:lnTo>
                <a:lnTo>
                  <a:pt x="958618" y="88003"/>
                </a:lnTo>
                <a:lnTo>
                  <a:pt x="927809" y="132717"/>
                </a:lnTo>
                <a:lnTo>
                  <a:pt x="944558" y="132717"/>
                </a:lnTo>
                <a:lnTo>
                  <a:pt x="963201" y="104278"/>
                </a:lnTo>
                <a:lnTo>
                  <a:pt x="963306" y="104132"/>
                </a:lnTo>
                <a:lnTo>
                  <a:pt x="963411" y="103985"/>
                </a:lnTo>
                <a:lnTo>
                  <a:pt x="963515" y="1038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result=cursor.fetchone()">
            <a:extLst xmlns:a="http://schemas.openxmlformats.org/drawingml/2006/main">
              <a:ext uri="{FF2B5EF4-FFF2-40B4-BE49-F238E27FC236}">
                <a16:creationId xmlns:a16="http://schemas.microsoft.com/office/drawing/2014/main" id="{B7CF7358-F0B8-4525-9647-1550257D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4193" y="2374663"/>
            <a:ext cx="2382839" cy="151675"/>
          </a:xfrm>
          <a:custGeom xmlns:a="http://schemas.openxmlformats.org/drawingml/2006/main">
            <a:pathLst>
              <a:path w="2382839" h="151675">
                <a:moveTo>
                  <a:pt x="717302" y="67937"/>
                </a:moveTo>
                <a:lnTo>
                  <a:pt x="717302" y="55297"/>
                </a:lnTo>
                <a:lnTo>
                  <a:pt x="649365" y="55297"/>
                </a:lnTo>
                <a:lnTo>
                  <a:pt x="649365" y="67937"/>
                </a:lnTo>
                <a:lnTo>
                  <a:pt x="717302" y="67937"/>
                </a:lnTo>
                <a:close/>
                <a:moveTo>
                  <a:pt x="414070" y="119739"/>
                </a:moveTo>
                <a:lnTo>
                  <a:pt x="413667" y="119713"/>
                </a:lnTo>
                <a:lnTo>
                  <a:pt x="413270" y="119675"/>
                </a:lnTo>
                <a:lnTo>
                  <a:pt x="412881" y="119627"/>
                </a:lnTo>
                <a:lnTo>
                  <a:pt x="412499" y="119568"/>
                </a:lnTo>
                <a:lnTo>
                  <a:pt x="412124" y="119499"/>
                </a:lnTo>
                <a:lnTo>
                  <a:pt x="411756" y="119418"/>
                </a:lnTo>
                <a:lnTo>
                  <a:pt x="411395" y="119327"/>
                </a:lnTo>
                <a:lnTo>
                  <a:pt x="411042" y="119226"/>
                </a:lnTo>
                <a:lnTo>
                  <a:pt x="410695" y="119113"/>
                </a:lnTo>
                <a:lnTo>
                  <a:pt x="410356" y="118990"/>
                </a:lnTo>
                <a:lnTo>
                  <a:pt x="410024" y="118857"/>
                </a:lnTo>
                <a:lnTo>
                  <a:pt x="409698" y="118712"/>
                </a:lnTo>
                <a:lnTo>
                  <a:pt x="409380" y="118557"/>
                </a:lnTo>
                <a:lnTo>
                  <a:pt x="409070" y="118391"/>
                </a:lnTo>
                <a:lnTo>
                  <a:pt x="408766" y="118215"/>
                </a:lnTo>
                <a:lnTo>
                  <a:pt x="408469" y="118028"/>
                </a:lnTo>
                <a:lnTo>
                  <a:pt x="408180" y="117830"/>
                </a:lnTo>
                <a:lnTo>
                  <a:pt x="407897" y="117621"/>
                </a:lnTo>
                <a:lnTo>
                  <a:pt x="407622" y="117402"/>
                </a:lnTo>
                <a:lnTo>
                  <a:pt x="407354" y="117172"/>
                </a:lnTo>
                <a:lnTo>
                  <a:pt x="407093" y="116931"/>
                </a:lnTo>
                <a:lnTo>
                  <a:pt x="406839" y="116680"/>
                </a:lnTo>
                <a:lnTo>
                  <a:pt x="406594" y="116419"/>
                </a:lnTo>
                <a:lnTo>
                  <a:pt x="406360" y="116150"/>
                </a:lnTo>
                <a:lnTo>
                  <a:pt x="406136" y="115874"/>
                </a:lnTo>
                <a:lnTo>
                  <a:pt x="405922" y="115589"/>
                </a:lnTo>
                <a:lnTo>
                  <a:pt x="405719" y="115296"/>
                </a:lnTo>
                <a:lnTo>
                  <a:pt x="405526" y="114996"/>
                </a:lnTo>
                <a:lnTo>
                  <a:pt x="405344" y="114688"/>
                </a:lnTo>
                <a:lnTo>
                  <a:pt x="405172" y="114371"/>
                </a:lnTo>
                <a:lnTo>
                  <a:pt x="405010" y="114047"/>
                </a:lnTo>
                <a:lnTo>
                  <a:pt x="404859" y="113714"/>
                </a:lnTo>
                <a:lnTo>
                  <a:pt x="404718" y="113374"/>
                </a:lnTo>
                <a:lnTo>
                  <a:pt x="404588" y="113026"/>
                </a:lnTo>
                <a:lnTo>
                  <a:pt x="404468" y="112670"/>
                </a:lnTo>
                <a:lnTo>
                  <a:pt x="404359" y="112306"/>
                </a:lnTo>
                <a:lnTo>
                  <a:pt x="404260" y="111934"/>
                </a:lnTo>
                <a:lnTo>
                  <a:pt x="404171" y="111554"/>
                </a:lnTo>
                <a:lnTo>
                  <a:pt x="404093" y="111166"/>
                </a:lnTo>
                <a:lnTo>
                  <a:pt x="404025" y="110770"/>
                </a:lnTo>
                <a:lnTo>
                  <a:pt x="403968" y="110366"/>
                </a:lnTo>
                <a:lnTo>
                  <a:pt x="403921" y="109954"/>
                </a:lnTo>
                <a:lnTo>
                  <a:pt x="403884" y="109534"/>
                </a:lnTo>
                <a:lnTo>
                  <a:pt x="403858" y="109107"/>
                </a:lnTo>
                <a:lnTo>
                  <a:pt x="403843" y="108671"/>
                </a:lnTo>
                <a:lnTo>
                  <a:pt x="403838" y="108227"/>
                </a:lnTo>
                <a:lnTo>
                  <a:pt x="403838" y="17380"/>
                </a:lnTo>
                <a:lnTo>
                  <a:pt x="359599" y="17380"/>
                </a:lnTo>
                <a:lnTo>
                  <a:pt x="359599" y="30336"/>
                </a:lnTo>
                <a:lnTo>
                  <a:pt x="389618" y="30336"/>
                </a:lnTo>
                <a:lnTo>
                  <a:pt x="389618" y="108227"/>
                </a:lnTo>
                <a:lnTo>
                  <a:pt x="389624" y="108843"/>
                </a:lnTo>
                <a:lnTo>
                  <a:pt x="389640" y="109452"/>
                </a:lnTo>
                <a:lnTo>
                  <a:pt x="389668" y="110054"/>
                </a:lnTo>
                <a:lnTo>
                  <a:pt x="389706" y="110650"/>
                </a:lnTo>
                <a:lnTo>
                  <a:pt x="389756" y="111239"/>
                </a:lnTo>
                <a:lnTo>
                  <a:pt x="389816" y="111822"/>
                </a:lnTo>
                <a:lnTo>
                  <a:pt x="389887" y="112398"/>
                </a:lnTo>
                <a:lnTo>
                  <a:pt x="389969" y="112967"/>
                </a:lnTo>
                <a:lnTo>
                  <a:pt x="390063" y="113530"/>
                </a:lnTo>
                <a:lnTo>
                  <a:pt x="390167" y="114086"/>
                </a:lnTo>
                <a:lnTo>
                  <a:pt x="390282" y="114636"/>
                </a:lnTo>
                <a:lnTo>
                  <a:pt x="390408" y="115179"/>
                </a:lnTo>
                <a:lnTo>
                  <a:pt x="390545" y="115715"/>
                </a:lnTo>
                <a:lnTo>
                  <a:pt x="390693" y="116245"/>
                </a:lnTo>
                <a:lnTo>
                  <a:pt x="390852" y="116769"/>
                </a:lnTo>
                <a:lnTo>
                  <a:pt x="391022" y="117286"/>
                </a:lnTo>
                <a:lnTo>
                  <a:pt x="391203" y="117796"/>
                </a:lnTo>
                <a:lnTo>
                  <a:pt x="391395" y="118299"/>
                </a:lnTo>
                <a:lnTo>
                  <a:pt x="391598" y="118796"/>
                </a:lnTo>
                <a:lnTo>
                  <a:pt x="391812" y="119287"/>
                </a:lnTo>
                <a:lnTo>
                  <a:pt x="392036" y="119771"/>
                </a:lnTo>
                <a:lnTo>
                  <a:pt x="392272" y="120248"/>
                </a:lnTo>
                <a:lnTo>
                  <a:pt x="392519" y="120719"/>
                </a:lnTo>
                <a:lnTo>
                  <a:pt x="392777" y="121183"/>
                </a:lnTo>
                <a:lnTo>
                  <a:pt x="393044" y="121640"/>
                </a:lnTo>
                <a:lnTo>
                  <a:pt x="393321" y="122087"/>
                </a:lnTo>
                <a:lnTo>
                  <a:pt x="393606" y="122526"/>
                </a:lnTo>
                <a:lnTo>
                  <a:pt x="393900" y="122956"/>
                </a:lnTo>
                <a:lnTo>
                  <a:pt x="394203" y="123378"/>
                </a:lnTo>
                <a:lnTo>
                  <a:pt x="394515" y="123790"/>
                </a:lnTo>
                <a:lnTo>
                  <a:pt x="394835" y="124194"/>
                </a:lnTo>
                <a:lnTo>
                  <a:pt x="395164" y="124589"/>
                </a:lnTo>
                <a:lnTo>
                  <a:pt x="395502" y="124975"/>
                </a:lnTo>
                <a:lnTo>
                  <a:pt x="395849" y="125353"/>
                </a:lnTo>
                <a:lnTo>
                  <a:pt x="396205" y="125721"/>
                </a:lnTo>
                <a:lnTo>
                  <a:pt x="396569" y="126081"/>
                </a:lnTo>
                <a:lnTo>
                  <a:pt x="396942" y="126432"/>
                </a:lnTo>
                <a:lnTo>
                  <a:pt x="397324" y="126775"/>
                </a:lnTo>
                <a:lnTo>
                  <a:pt x="397714" y="127108"/>
                </a:lnTo>
                <a:lnTo>
                  <a:pt x="398114" y="127433"/>
                </a:lnTo>
                <a:lnTo>
                  <a:pt x="398522" y="127749"/>
                </a:lnTo>
                <a:lnTo>
                  <a:pt x="398939" y="128056"/>
                </a:lnTo>
                <a:lnTo>
                  <a:pt x="399364" y="128355"/>
                </a:lnTo>
                <a:lnTo>
                  <a:pt x="399799" y="128644"/>
                </a:lnTo>
                <a:lnTo>
                  <a:pt x="400242" y="128925"/>
                </a:lnTo>
                <a:lnTo>
                  <a:pt x="400694" y="129197"/>
                </a:lnTo>
                <a:lnTo>
                  <a:pt x="401155" y="129461"/>
                </a:lnTo>
                <a:lnTo>
                  <a:pt x="401624" y="129715"/>
                </a:lnTo>
                <a:lnTo>
                  <a:pt x="402102" y="129960"/>
                </a:lnTo>
                <a:lnTo>
                  <a:pt x="402586" y="130194"/>
                </a:lnTo>
                <a:lnTo>
                  <a:pt x="403076" y="130419"/>
                </a:lnTo>
                <a:lnTo>
                  <a:pt x="403574" y="130632"/>
                </a:lnTo>
                <a:lnTo>
                  <a:pt x="404077" y="130835"/>
                </a:lnTo>
                <a:lnTo>
                  <a:pt x="404588" y="131028"/>
                </a:lnTo>
                <a:lnTo>
                  <a:pt x="405105" y="131211"/>
                </a:lnTo>
                <a:lnTo>
                  <a:pt x="405628" y="131383"/>
                </a:lnTo>
                <a:lnTo>
                  <a:pt x="406158" y="131544"/>
                </a:lnTo>
                <a:lnTo>
                  <a:pt x="406695" y="131695"/>
                </a:lnTo>
                <a:lnTo>
                  <a:pt x="407238" y="131836"/>
                </a:lnTo>
                <a:lnTo>
                  <a:pt x="407788" y="131966"/>
                </a:lnTo>
                <a:lnTo>
                  <a:pt x="408344" y="132086"/>
                </a:lnTo>
                <a:lnTo>
                  <a:pt x="408907" y="132195"/>
                </a:lnTo>
                <a:lnTo>
                  <a:pt x="409477" y="132294"/>
                </a:lnTo>
                <a:lnTo>
                  <a:pt x="410053" y="132383"/>
                </a:lnTo>
                <a:lnTo>
                  <a:pt x="410635" y="132461"/>
                </a:lnTo>
                <a:lnTo>
                  <a:pt x="411225" y="132529"/>
                </a:lnTo>
                <a:lnTo>
                  <a:pt x="411821" y="132586"/>
                </a:lnTo>
                <a:lnTo>
                  <a:pt x="412423" y="132633"/>
                </a:lnTo>
                <a:lnTo>
                  <a:pt x="413032" y="132670"/>
                </a:lnTo>
                <a:lnTo>
                  <a:pt x="413648" y="132696"/>
                </a:lnTo>
                <a:lnTo>
                  <a:pt x="414270" y="132711"/>
                </a:lnTo>
                <a:lnTo>
                  <a:pt x="414898" y="132717"/>
                </a:lnTo>
                <a:lnTo>
                  <a:pt x="441758" y="132717"/>
                </a:lnTo>
                <a:lnTo>
                  <a:pt x="441758" y="119761"/>
                </a:lnTo>
                <a:lnTo>
                  <a:pt x="414898" y="119761"/>
                </a:lnTo>
                <a:lnTo>
                  <a:pt x="414481" y="119755"/>
                </a:lnTo>
                <a:lnTo>
                  <a:pt x="414070" y="119739"/>
                </a:lnTo>
                <a:close/>
                <a:moveTo>
                  <a:pt x="505045" y="119741"/>
                </a:moveTo>
                <a:lnTo>
                  <a:pt x="504704" y="119717"/>
                </a:lnTo>
                <a:lnTo>
                  <a:pt x="504369" y="119684"/>
                </a:lnTo>
                <a:lnTo>
                  <a:pt x="504040" y="119641"/>
                </a:lnTo>
                <a:lnTo>
                  <a:pt x="503716" y="119588"/>
                </a:lnTo>
                <a:lnTo>
                  <a:pt x="503398" y="119525"/>
                </a:lnTo>
                <a:lnTo>
                  <a:pt x="503086" y="119453"/>
                </a:lnTo>
                <a:lnTo>
                  <a:pt x="502779" y="119372"/>
                </a:lnTo>
                <a:lnTo>
                  <a:pt x="502478" y="119281"/>
                </a:lnTo>
                <a:lnTo>
                  <a:pt x="502183" y="119180"/>
                </a:lnTo>
                <a:lnTo>
                  <a:pt x="501894" y="119069"/>
                </a:lnTo>
                <a:lnTo>
                  <a:pt x="501610" y="118949"/>
                </a:lnTo>
                <a:lnTo>
                  <a:pt x="501333" y="118820"/>
                </a:lnTo>
                <a:lnTo>
                  <a:pt x="501061" y="118681"/>
                </a:lnTo>
                <a:lnTo>
                  <a:pt x="500794" y="118532"/>
                </a:lnTo>
                <a:lnTo>
                  <a:pt x="500534" y="118373"/>
                </a:lnTo>
                <a:lnTo>
                  <a:pt x="500279" y="118205"/>
                </a:lnTo>
                <a:lnTo>
                  <a:pt x="500030" y="118028"/>
                </a:lnTo>
                <a:lnTo>
                  <a:pt x="499787" y="117840"/>
                </a:lnTo>
                <a:lnTo>
                  <a:pt x="499549" y="117644"/>
                </a:lnTo>
                <a:lnTo>
                  <a:pt x="499318" y="117437"/>
                </a:lnTo>
                <a:lnTo>
                  <a:pt x="499092" y="117221"/>
                </a:lnTo>
                <a:lnTo>
                  <a:pt x="498871" y="116995"/>
                </a:lnTo>
                <a:lnTo>
                  <a:pt x="498659" y="116762"/>
                </a:lnTo>
                <a:lnTo>
                  <a:pt x="498455" y="116523"/>
                </a:lnTo>
                <a:lnTo>
                  <a:pt x="498261" y="116278"/>
                </a:lnTo>
                <a:lnTo>
                  <a:pt x="498075" y="116028"/>
                </a:lnTo>
                <a:lnTo>
                  <a:pt x="497899" y="115771"/>
                </a:lnTo>
                <a:lnTo>
                  <a:pt x="497731" y="115509"/>
                </a:lnTo>
                <a:lnTo>
                  <a:pt x="497573" y="115241"/>
                </a:lnTo>
                <a:lnTo>
                  <a:pt x="497424" y="114968"/>
                </a:lnTo>
                <a:lnTo>
                  <a:pt x="497283" y="114688"/>
                </a:lnTo>
                <a:lnTo>
                  <a:pt x="497152" y="114403"/>
                </a:lnTo>
                <a:lnTo>
                  <a:pt x="497030" y="114112"/>
                </a:lnTo>
                <a:lnTo>
                  <a:pt x="496917" y="113816"/>
                </a:lnTo>
                <a:lnTo>
                  <a:pt x="496813" y="113513"/>
                </a:lnTo>
                <a:lnTo>
                  <a:pt x="496718" y="113205"/>
                </a:lnTo>
                <a:lnTo>
                  <a:pt x="496632" y="112891"/>
                </a:lnTo>
                <a:lnTo>
                  <a:pt x="496555" y="112571"/>
                </a:lnTo>
                <a:lnTo>
                  <a:pt x="496487" y="112246"/>
                </a:lnTo>
                <a:lnTo>
                  <a:pt x="496428" y="111915"/>
                </a:lnTo>
                <a:lnTo>
                  <a:pt x="496378" y="111578"/>
                </a:lnTo>
                <a:lnTo>
                  <a:pt x="496338" y="111235"/>
                </a:lnTo>
                <a:lnTo>
                  <a:pt x="496306" y="110886"/>
                </a:lnTo>
                <a:lnTo>
                  <a:pt x="496283" y="110532"/>
                </a:lnTo>
                <a:lnTo>
                  <a:pt x="496270" y="110172"/>
                </a:lnTo>
                <a:lnTo>
                  <a:pt x="496265" y="109806"/>
                </a:lnTo>
                <a:lnTo>
                  <a:pt x="496265" y="58774"/>
                </a:lnTo>
                <a:lnTo>
                  <a:pt x="531815" y="58774"/>
                </a:lnTo>
                <a:lnTo>
                  <a:pt x="531815" y="45818"/>
                </a:lnTo>
                <a:lnTo>
                  <a:pt x="496265" y="45818"/>
                </a:lnTo>
                <a:lnTo>
                  <a:pt x="496265" y="21329"/>
                </a:lnTo>
                <a:lnTo>
                  <a:pt x="482046" y="21329"/>
                </a:lnTo>
                <a:lnTo>
                  <a:pt x="482046" y="45818"/>
                </a:lnTo>
                <a:lnTo>
                  <a:pt x="457082" y="45818"/>
                </a:lnTo>
                <a:lnTo>
                  <a:pt x="457082" y="58774"/>
                </a:lnTo>
                <a:lnTo>
                  <a:pt x="482046" y="58774"/>
                </a:lnTo>
                <a:lnTo>
                  <a:pt x="482046" y="109806"/>
                </a:lnTo>
                <a:lnTo>
                  <a:pt x="482057" y="110668"/>
                </a:lnTo>
                <a:lnTo>
                  <a:pt x="482091" y="111515"/>
                </a:lnTo>
                <a:lnTo>
                  <a:pt x="482147" y="112348"/>
                </a:lnTo>
                <a:lnTo>
                  <a:pt x="482226" y="113166"/>
                </a:lnTo>
                <a:lnTo>
                  <a:pt x="482327" y="113970"/>
                </a:lnTo>
                <a:lnTo>
                  <a:pt x="482451" y="114759"/>
                </a:lnTo>
                <a:lnTo>
                  <a:pt x="482597" y="115534"/>
                </a:lnTo>
                <a:lnTo>
                  <a:pt x="482766" y="116294"/>
                </a:lnTo>
                <a:lnTo>
                  <a:pt x="482957" y="117039"/>
                </a:lnTo>
                <a:lnTo>
                  <a:pt x="483171" y="117770"/>
                </a:lnTo>
                <a:lnTo>
                  <a:pt x="483407" y="118487"/>
                </a:lnTo>
                <a:lnTo>
                  <a:pt x="483666" y="119189"/>
                </a:lnTo>
                <a:lnTo>
                  <a:pt x="483947" y="119876"/>
                </a:lnTo>
                <a:lnTo>
                  <a:pt x="484250" y="120549"/>
                </a:lnTo>
                <a:lnTo>
                  <a:pt x="484577" y="121207"/>
                </a:lnTo>
                <a:lnTo>
                  <a:pt x="484925" y="121851"/>
                </a:lnTo>
                <a:lnTo>
                  <a:pt x="485296" y="122480"/>
                </a:lnTo>
                <a:lnTo>
                  <a:pt x="485690" y="123095"/>
                </a:lnTo>
                <a:lnTo>
                  <a:pt x="486106" y="123695"/>
                </a:lnTo>
                <a:lnTo>
                  <a:pt x="486545" y="124280"/>
                </a:lnTo>
                <a:lnTo>
                  <a:pt x="487006" y="124851"/>
                </a:lnTo>
                <a:lnTo>
                  <a:pt x="487489" y="125408"/>
                </a:lnTo>
                <a:lnTo>
                  <a:pt x="487996" y="125950"/>
                </a:lnTo>
                <a:lnTo>
                  <a:pt x="488524" y="126477"/>
                </a:lnTo>
                <a:lnTo>
                  <a:pt x="489071" y="126986"/>
                </a:lnTo>
                <a:lnTo>
                  <a:pt x="489633" y="127474"/>
                </a:lnTo>
                <a:lnTo>
                  <a:pt x="490210" y="127940"/>
                </a:lnTo>
                <a:lnTo>
                  <a:pt x="490802" y="128384"/>
                </a:lnTo>
                <a:lnTo>
                  <a:pt x="491408" y="128806"/>
                </a:lnTo>
                <a:lnTo>
                  <a:pt x="492030" y="129207"/>
                </a:lnTo>
                <a:lnTo>
                  <a:pt x="492666" y="129586"/>
                </a:lnTo>
                <a:lnTo>
                  <a:pt x="493317" y="129944"/>
                </a:lnTo>
                <a:lnTo>
                  <a:pt x="493982" y="130279"/>
                </a:lnTo>
                <a:lnTo>
                  <a:pt x="494663" y="130593"/>
                </a:lnTo>
                <a:lnTo>
                  <a:pt x="495358" y="130886"/>
                </a:lnTo>
                <a:lnTo>
                  <a:pt x="496068" y="131157"/>
                </a:lnTo>
                <a:lnTo>
                  <a:pt x="496793" y="131406"/>
                </a:lnTo>
                <a:lnTo>
                  <a:pt x="497533" y="131633"/>
                </a:lnTo>
                <a:lnTo>
                  <a:pt x="498287" y="131839"/>
                </a:lnTo>
                <a:lnTo>
                  <a:pt x="499057" y="132023"/>
                </a:lnTo>
                <a:lnTo>
                  <a:pt x="499841" y="132186"/>
                </a:lnTo>
                <a:lnTo>
                  <a:pt x="500640" y="132327"/>
                </a:lnTo>
                <a:lnTo>
                  <a:pt x="501454" y="132446"/>
                </a:lnTo>
                <a:lnTo>
                  <a:pt x="502282" y="132543"/>
                </a:lnTo>
                <a:lnTo>
                  <a:pt x="503126" y="132619"/>
                </a:lnTo>
                <a:lnTo>
                  <a:pt x="503984" y="132673"/>
                </a:lnTo>
                <a:lnTo>
                  <a:pt x="504857" y="132706"/>
                </a:lnTo>
                <a:lnTo>
                  <a:pt x="505745" y="132717"/>
                </a:lnTo>
                <a:lnTo>
                  <a:pt x="531025" y="132717"/>
                </a:lnTo>
                <a:lnTo>
                  <a:pt x="531025" y="119761"/>
                </a:lnTo>
                <a:lnTo>
                  <a:pt x="505745" y="119761"/>
                </a:lnTo>
                <a:lnTo>
                  <a:pt x="505392" y="119756"/>
                </a:lnTo>
                <a:lnTo>
                  <a:pt x="505045" y="119741"/>
                </a:lnTo>
                <a:close/>
                <a:moveTo>
                  <a:pt x="14219" y="132717"/>
                </a:moveTo>
                <a:lnTo>
                  <a:pt x="14219" y="77417"/>
                </a:lnTo>
                <a:lnTo>
                  <a:pt x="14228" y="76582"/>
                </a:lnTo>
                <a:lnTo>
                  <a:pt x="14253" y="75765"/>
                </a:lnTo>
                <a:lnTo>
                  <a:pt x="14296" y="74963"/>
                </a:lnTo>
                <a:lnTo>
                  <a:pt x="14355" y="74178"/>
                </a:lnTo>
                <a:lnTo>
                  <a:pt x="14432" y="73410"/>
                </a:lnTo>
                <a:lnTo>
                  <a:pt x="14525" y="72657"/>
                </a:lnTo>
                <a:lnTo>
                  <a:pt x="14636" y="71922"/>
                </a:lnTo>
                <a:lnTo>
                  <a:pt x="14763" y="71203"/>
                </a:lnTo>
                <a:lnTo>
                  <a:pt x="14908" y="70500"/>
                </a:lnTo>
                <a:lnTo>
                  <a:pt x="15070" y="69814"/>
                </a:lnTo>
                <a:lnTo>
                  <a:pt x="15248" y="69144"/>
                </a:lnTo>
                <a:lnTo>
                  <a:pt x="15444" y="68491"/>
                </a:lnTo>
                <a:lnTo>
                  <a:pt x="15656" y="67854"/>
                </a:lnTo>
                <a:lnTo>
                  <a:pt x="15886" y="67233"/>
                </a:lnTo>
                <a:lnTo>
                  <a:pt x="16133" y="66629"/>
                </a:lnTo>
                <a:lnTo>
                  <a:pt x="16396" y="66042"/>
                </a:lnTo>
                <a:lnTo>
                  <a:pt x="16677" y="65471"/>
                </a:lnTo>
                <a:lnTo>
                  <a:pt x="16975" y="64916"/>
                </a:lnTo>
                <a:lnTo>
                  <a:pt x="17289" y="64378"/>
                </a:lnTo>
                <a:lnTo>
                  <a:pt x="17621" y="63856"/>
                </a:lnTo>
                <a:lnTo>
                  <a:pt x="17970" y="63351"/>
                </a:lnTo>
                <a:lnTo>
                  <a:pt x="18335" y="62863"/>
                </a:lnTo>
                <a:lnTo>
                  <a:pt x="18718" y="62390"/>
                </a:lnTo>
                <a:lnTo>
                  <a:pt x="19118" y="61934"/>
                </a:lnTo>
                <a:lnTo>
                  <a:pt x="19534" y="61496"/>
                </a:lnTo>
                <a:lnTo>
                  <a:pt x="19965" y="61076"/>
                </a:lnTo>
                <a:lnTo>
                  <a:pt x="20412" y="60675"/>
                </a:lnTo>
                <a:lnTo>
                  <a:pt x="20874" y="60293"/>
                </a:lnTo>
                <a:lnTo>
                  <a:pt x="21351" y="59929"/>
                </a:lnTo>
                <a:lnTo>
                  <a:pt x="21844" y="59584"/>
                </a:lnTo>
                <a:lnTo>
                  <a:pt x="22352" y="59258"/>
                </a:lnTo>
                <a:lnTo>
                  <a:pt x="22875" y="58950"/>
                </a:lnTo>
                <a:lnTo>
                  <a:pt x="23414" y="58661"/>
                </a:lnTo>
                <a:lnTo>
                  <a:pt x="23968" y="58391"/>
                </a:lnTo>
                <a:lnTo>
                  <a:pt x="24537" y="58139"/>
                </a:lnTo>
                <a:lnTo>
                  <a:pt x="25122" y="57906"/>
                </a:lnTo>
                <a:lnTo>
                  <a:pt x="25722" y="57691"/>
                </a:lnTo>
                <a:lnTo>
                  <a:pt x="26338" y="57496"/>
                </a:lnTo>
                <a:lnTo>
                  <a:pt x="26969" y="57318"/>
                </a:lnTo>
                <a:lnTo>
                  <a:pt x="27615" y="57160"/>
                </a:lnTo>
                <a:lnTo>
                  <a:pt x="28276" y="57020"/>
                </a:lnTo>
                <a:lnTo>
                  <a:pt x="28953" y="56899"/>
                </a:lnTo>
                <a:lnTo>
                  <a:pt x="29645" y="56796"/>
                </a:lnTo>
                <a:lnTo>
                  <a:pt x="30353" y="56712"/>
                </a:lnTo>
                <a:lnTo>
                  <a:pt x="31076" y="56647"/>
                </a:lnTo>
                <a:lnTo>
                  <a:pt x="31814" y="56600"/>
                </a:lnTo>
                <a:lnTo>
                  <a:pt x="32568" y="56572"/>
                </a:lnTo>
                <a:lnTo>
                  <a:pt x="33337" y="56563"/>
                </a:lnTo>
                <a:lnTo>
                  <a:pt x="34080" y="56571"/>
                </a:lnTo>
                <a:lnTo>
                  <a:pt x="34809" y="56595"/>
                </a:lnTo>
                <a:lnTo>
                  <a:pt x="35522" y="56636"/>
                </a:lnTo>
                <a:lnTo>
                  <a:pt x="36221" y="56692"/>
                </a:lnTo>
                <a:lnTo>
                  <a:pt x="36905" y="56765"/>
                </a:lnTo>
                <a:lnTo>
                  <a:pt x="37574" y="56854"/>
                </a:lnTo>
                <a:lnTo>
                  <a:pt x="38228" y="56959"/>
                </a:lnTo>
                <a:lnTo>
                  <a:pt x="38867" y="57081"/>
                </a:lnTo>
                <a:lnTo>
                  <a:pt x="39492" y="57218"/>
                </a:lnTo>
                <a:lnTo>
                  <a:pt x="40102" y="57372"/>
                </a:lnTo>
                <a:lnTo>
                  <a:pt x="40697" y="57542"/>
                </a:lnTo>
                <a:lnTo>
                  <a:pt x="41277" y="57728"/>
                </a:lnTo>
                <a:lnTo>
                  <a:pt x="41842" y="57930"/>
                </a:lnTo>
                <a:lnTo>
                  <a:pt x="42393" y="58149"/>
                </a:lnTo>
                <a:lnTo>
                  <a:pt x="42929" y="58383"/>
                </a:lnTo>
                <a:lnTo>
                  <a:pt x="43450" y="58634"/>
                </a:lnTo>
                <a:lnTo>
                  <a:pt x="43956" y="58901"/>
                </a:lnTo>
                <a:lnTo>
                  <a:pt x="44447" y="59184"/>
                </a:lnTo>
                <a:lnTo>
                  <a:pt x="44924" y="59484"/>
                </a:lnTo>
                <a:lnTo>
                  <a:pt x="45385" y="59799"/>
                </a:lnTo>
                <a:lnTo>
                  <a:pt x="45832" y="60131"/>
                </a:lnTo>
                <a:lnTo>
                  <a:pt x="46264" y="60479"/>
                </a:lnTo>
                <a:lnTo>
                  <a:pt x="46681" y="60843"/>
                </a:lnTo>
                <a:lnTo>
                  <a:pt x="47084" y="61223"/>
                </a:lnTo>
                <a:lnTo>
                  <a:pt x="47470" y="61620"/>
                </a:lnTo>
                <a:lnTo>
                  <a:pt x="47841" y="62034"/>
                </a:lnTo>
                <a:lnTo>
                  <a:pt x="48194" y="62466"/>
                </a:lnTo>
                <a:lnTo>
                  <a:pt x="48532" y="62915"/>
                </a:lnTo>
                <a:lnTo>
                  <a:pt x="48853" y="63381"/>
                </a:lnTo>
                <a:lnTo>
                  <a:pt x="49157" y="63864"/>
                </a:lnTo>
                <a:lnTo>
                  <a:pt x="49445" y="64365"/>
                </a:lnTo>
                <a:lnTo>
                  <a:pt x="49717" y="64883"/>
                </a:lnTo>
                <a:lnTo>
                  <a:pt x="49972" y="65418"/>
                </a:lnTo>
                <a:lnTo>
                  <a:pt x="50211" y="65971"/>
                </a:lnTo>
                <a:lnTo>
                  <a:pt x="50433" y="66541"/>
                </a:lnTo>
                <a:lnTo>
                  <a:pt x="50638" y="67128"/>
                </a:lnTo>
                <a:lnTo>
                  <a:pt x="50828" y="67732"/>
                </a:lnTo>
                <a:lnTo>
                  <a:pt x="51000" y="68354"/>
                </a:lnTo>
                <a:lnTo>
                  <a:pt x="51157" y="68993"/>
                </a:lnTo>
                <a:lnTo>
                  <a:pt x="51297" y="69649"/>
                </a:lnTo>
                <a:lnTo>
                  <a:pt x="51420" y="70323"/>
                </a:lnTo>
                <a:lnTo>
                  <a:pt x="51527" y="71014"/>
                </a:lnTo>
                <a:lnTo>
                  <a:pt x="51618" y="71722"/>
                </a:lnTo>
                <a:lnTo>
                  <a:pt x="51692" y="72447"/>
                </a:lnTo>
                <a:lnTo>
                  <a:pt x="51749" y="73190"/>
                </a:lnTo>
                <a:lnTo>
                  <a:pt x="51790" y="73950"/>
                </a:lnTo>
                <a:lnTo>
                  <a:pt x="51815" y="74727"/>
                </a:lnTo>
                <a:lnTo>
                  <a:pt x="51823" y="75522"/>
                </a:lnTo>
                <a:lnTo>
                  <a:pt x="51823" y="82947"/>
                </a:lnTo>
                <a:lnTo>
                  <a:pt x="66042" y="82947"/>
                </a:lnTo>
                <a:lnTo>
                  <a:pt x="66042" y="75522"/>
                </a:lnTo>
                <a:lnTo>
                  <a:pt x="66030" y="74283"/>
                </a:lnTo>
                <a:lnTo>
                  <a:pt x="65991" y="73068"/>
                </a:lnTo>
                <a:lnTo>
                  <a:pt x="65928" y="71877"/>
                </a:lnTo>
                <a:lnTo>
                  <a:pt x="65838" y="70709"/>
                </a:lnTo>
                <a:lnTo>
                  <a:pt x="65724" y="69566"/>
                </a:lnTo>
                <a:lnTo>
                  <a:pt x="65583" y="68447"/>
                </a:lnTo>
                <a:lnTo>
                  <a:pt x="65417" y="67351"/>
                </a:lnTo>
                <a:lnTo>
                  <a:pt x="65226" y="66279"/>
                </a:lnTo>
                <a:lnTo>
                  <a:pt x="65009" y="65231"/>
                </a:lnTo>
                <a:lnTo>
                  <a:pt x="64767" y="64207"/>
                </a:lnTo>
                <a:lnTo>
                  <a:pt x="64499" y="63207"/>
                </a:lnTo>
                <a:lnTo>
                  <a:pt x="64205" y="62230"/>
                </a:lnTo>
                <a:lnTo>
                  <a:pt x="63886" y="61278"/>
                </a:lnTo>
                <a:lnTo>
                  <a:pt x="63542" y="60349"/>
                </a:lnTo>
                <a:lnTo>
                  <a:pt x="63172" y="59444"/>
                </a:lnTo>
                <a:lnTo>
                  <a:pt x="62777" y="58563"/>
                </a:lnTo>
                <a:lnTo>
                  <a:pt x="62356" y="57706"/>
                </a:lnTo>
                <a:lnTo>
                  <a:pt x="61909" y="56873"/>
                </a:lnTo>
                <a:lnTo>
                  <a:pt x="61437" y="56064"/>
                </a:lnTo>
                <a:lnTo>
                  <a:pt x="60940" y="55279"/>
                </a:lnTo>
                <a:lnTo>
                  <a:pt x="60416" y="54517"/>
                </a:lnTo>
                <a:lnTo>
                  <a:pt x="59868" y="53779"/>
                </a:lnTo>
                <a:lnTo>
                  <a:pt x="59294" y="53065"/>
                </a:lnTo>
                <a:lnTo>
                  <a:pt x="58694" y="52375"/>
                </a:lnTo>
                <a:lnTo>
                  <a:pt x="58071" y="51711"/>
                </a:lnTo>
                <a:lnTo>
                  <a:pt x="57427" y="51076"/>
                </a:lnTo>
                <a:lnTo>
                  <a:pt x="56760" y="50468"/>
                </a:lnTo>
                <a:lnTo>
                  <a:pt x="56072" y="49889"/>
                </a:lnTo>
                <a:lnTo>
                  <a:pt x="55363" y="49338"/>
                </a:lnTo>
                <a:lnTo>
                  <a:pt x="54631" y="48816"/>
                </a:lnTo>
                <a:lnTo>
                  <a:pt x="53878" y="48321"/>
                </a:lnTo>
                <a:lnTo>
                  <a:pt x="53103" y="47855"/>
                </a:lnTo>
                <a:lnTo>
                  <a:pt x="52307" y="47417"/>
                </a:lnTo>
                <a:lnTo>
                  <a:pt x="51489" y="47008"/>
                </a:lnTo>
                <a:lnTo>
                  <a:pt x="50649" y="46626"/>
                </a:lnTo>
                <a:lnTo>
                  <a:pt x="49788" y="46273"/>
                </a:lnTo>
                <a:lnTo>
                  <a:pt x="48905" y="45948"/>
                </a:lnTo>
                <a:lnTo>
                  <a:pt x="48000" y="45651"/>
                </a:lnTo>
                <a:lnTo>
                  <a:pt x="47074" y="45383"/>
                </a:lnTo>
                <a:lnTo>
                  <a:pt x="46126" y="45143"/>
                </a:lnTo>
                <a:lnTo>
                  <a:pt x="45156" y="44931"/>
                </a:lnTo>
                <a:lnTo>
                  <a:pt x="44165" y="44747"/>
                </a:lnTo>
                <a:lnTo>
                  <a:pt x="43151" y="44592"/>
                </a:lnTo>
                <a:lnTo>
                  <a:pt x="42117" y="44465"/>
                </a:lnTo>
                <a:lnTo>
                  <a:pt x="41060" y="44366"/>
                </a:lnTo>
                <a:lnTo>
                  <a:pt x="39982" y="44295"/>
                </a:lnTo>
                <a:lnTo>
                  <a:pt x="38882" y="44253"/>
                </a:lnTo>
                <a:lnTo>
                  <a:pt x="37761" y="44239"/>
                </a:lnTo>
                <a:lnTo>
                  <a:pt x="36848" y="44249"/>
                </a:lnTo>
                <a:lnTo>
                  <a:pt x="35951" y="44280"/>
                </a:lnTo>
                <a:lnTo>
                  <a:pt x="35072" y="44331"/>
                </a:lnTo>
                <a:lnTo>
                  <a:pt x="34209" y="44403"/>
                </a:lnTo>
                <a:lnTo>
                  <a:pt x="33362" y="44496"/>
                </a:lnTo>
                <a:lnTo>
                  <a:pt x="32533" y="44609"/>
                </a:lnTo>
                <a:lnTo>
                  <a:pt x="31720" y="44743"/>
                </a:lnTo>
                <a:lnTo>
                  <a:pt x="30924" y="44897"/>
                </a:lnTo>
                <a:lnTo>
                  <a:pt x="30144" y="45072"/>
                </a:lnTo>
                <a:lnTo>
                  <a:pt x="29382" y="45268"/>
                </a:lnTo>
                <a:lnTo>
                  <a:pt x="28636" y="45484"/>
                </a:lnTo>
                <a:lnTo>
                  <a:pt x="27907" y="45720"/>
                </a:lnTo>
                <a:lnTo>
                  <a:pt x="27194" y="45977"/>
                </a:lnTo>
                <a:lnTo>
                  <a:pt x="26498" y="46255"/>
                </a:lnTo>
                <a:lnTo>
                  <a:pt x="25819" y="46554"/>
                </a:lnTo>
                <a:lnTo>
                  <a:pt x="25157" y="46873"/>
                </a:lnTo>
                <a:lnTo>
                  <a:pt x="24511" y="47212"/>
                </a:lnTo>
                <a:lnTo>
                  <a:pt x="23883" y="47572"/>
                </a:lnTo>
                <a:lnTo>
                  <a:pt x="23271" y="47953"/>
                </a:lnTo>
                <a:lnTo>
                  <a:pt x="22675" y="48354"/>
                </a:lnTo>
                <a:lnTo>
                  <a:pt x="22096" y="48776"/>
                </a:lnTo>
                <a:lnTo>
                  <a:pt x="21534" y="49218"/>
                </a:lnTo>
                <a:lnTo>
                  <a:pt x="20989" y="49681"/>
                </a:lnTo>
                <a:lnTo>
                  <a:pt x="20461" y="50165"/>
                </a:lnTo>
                <a:lnTo>
                  <a:pt x="19951" y="50666"/>
                </a:lnTo>
                <a:lnTo>
                  <a:pt x="19464" y="51181"/>
                </a:lnTo>
                <a:lnTo>
                  <a:pt x="18998" y="51711"/>
                </a:lnTo>
                <a:lnTo>
                  <a:pt x="18554" y="52255"/>
                </a:lnTo>
                <a:lnTo>
                  <a:pt x="18131" y="52815"/>
                </a:lnTo>
                <a:lnTo>
                  <a:pt x="17730" y="53388"/>
                </a:lnTo>
                <a:lnTo>
                  <a:pt x="17351" y="53976"/>
                </a:lnTo>
                <a:lnTo>
                  <a:pt x="16993" y="54579"/>
                </a:lnTo>
                <a:lnTo>
                  <a:pt x="16657" y="55196"/>
                </a:lnTo>
                <a:lnTo>
                  <a:pt x="16343" y="55828"/>
                </a:lnTo>
                <a:lnTo>
                  <a:pt x="16050" y="56474"/>
                </a:lnTo>
                <a:lnTo>
                  <a:pt x="15780" y="57135"/>
                </a:lnTo>
                <a:lnTo>
                  <a:pt x="15530" y="57810"/>
                </a:lnTo>
                <a:lnTo>
                  <a:pt x="15303" y="58500"/>
                </a:lnTo>
                <a:lnTo>
                  <a:pt x="15097" y="59205"/>
                </a:lnTo>
                <a:lnTo>
                  <a:pt x="14913" y="59924"/>
                </a:lnTo>
                <a:lnTo>
                  <a:pt x="14750" y="60657"/>
                </a:lnTo>
                <a:lnTo>
                  <a:pt x="14609" y="61405"/>
                </a:lnTo>
                <a:lnTo>
                  <a:pt x="14490" y="62168"/>
                </a:lnTo>
                <a:lnTo>
                  <a:pt x="14460" y="62407"/>
                </a:lnTo>
                <a:lnTo>
                  <a:pt x="14219" y="62407"/>
                </a:lnTo>
                <a:lnTo>
                  <a:pt x="14219" y="45818"/>
                </a:lnTo>
                <a:lnTo>
                  <a:pt x="0" y="45818"/>
                </a:lnTo>
                <a:lnTo>
                  <a:pt x="0" y="132717"/>
                </a:lnTo>
                <a:lnTo>
                  <a:pt x="14219" y="132717"/>
                </a:lnTo>
                <a:close/>
                <a:moveTo>
                  <a:pt x="1040000" y="132717"/>
                </a:moveTo>
                <a:lnTo>
                  <a:pt x="1040000" y="77417"/>
                </a:lnTo>
                <a:lnTo>
                  <a:pt x="1040009" y="76582"/>
                </a:lnTo>
                <a:lnTo>
                  <a:pt x="1040034" y="75765"/>
                </a:lnTo>
                <a:lnTo>
                  <a:pt x="1040077" y="74963"/>
                </a:lnTo>
                <a:lnTo>
                  <a:pt x="1040137" y="74178"/>
                </a:lnTo>
                <a:lnTo>
                  <a:pt x="1040213" y="73410"/>
                </a:lnTo>
                <a:lnTo>
                  <a:pt x="1040307" y="72657"/>
                </a:lnTo>
                <a:lnTo>
                  <a:pt x="1040417" y="71922"/>
                </a:lnTo>
                <a:lnTo>
                  <a:pt x="1040545" y="71203"/>
                </a:lnTo>
                <a:lnTo>
                  <a:pt x="1040689" y="70500"/>
                </a:lnTo>
                <a:lnTo>
                  <a:pt x="1040851" y="69814"/>
                </a:lnTo>
                <a:lnTo>
                  <a:pt x="1041030" y="69144"/>
                </a:lnTo>
                <a:lnTo>
                  <a:pt x="1041225" y="68491"/>
                </a:lnTo>
                <a:lnTo>
                  <a:pt x="1041438" y="67854"/>
                </a:lnTo>
                <a:lnTo>
                  <a:pt x="1041667" y="67233"/>
                </a:lnTo>
                <a:lnTo>
                  <a:pt x="1041914" y="66629"/>
                </a:lnTo>
                <a:lnTo>
                  <a:pt x="1042178" y="66042"/>
                </a:lnTo>
                <a:lnTo>
                  <a:pt x="1042458" y="65471"/>
                </a:lnTo>
                <a:lnTo>
                  <a:pt x="1042756" y="64916"/>
                </a:lnTo>
                <a:lnTo>
                  <a:pt x="1043071" y="64378"/>
                </a:lnTo>
                <a:lnTo>
                  <a:pt x="1043402" y="63856"/>
                </a:lnTo>
                <a:lnTo>
                  <a:pt x="1043751" y="63351"/>
                </a:lnTo>
                <a:lnTo>
                  <a:pt x="1044117" y="62863"/>
                </a:lnTo>
                <a:lnTo>
                  <a:pt x="1044500" y="62390"/>
                </a:lnTo>
                <a:lnTo>
                  <a:pt x="1044899" y="61934"/>
                </a:lnTo>
                <a:lnTo>
                  <a:pt x="1045315" y="61496"/>
                </a:lnTo>
                <a:lnTo>
                  <a:pt x="1045746" y="61076"/>
                </a:lnTo>
                <a:lnTo>
                  <a:pt x="1046193" y="60675"/>
                </a:lnTo>
                <a:lnTo>
                  <a:pt x="1046655" y="60293"/>
                </a:lnTo>
                <a:lnTo>
                  <a:pt x="1047132" y="59929"/>
                </a:lnTo>
                <a:lnTo>
                  <a:pt x="1047625" y="59584"/>
                </a:lnTo>
                <a:lnTo>
                  <a:pt x="1048133" y="59258"/>
                </a:lnTo>
                <a:lnTo>
                  <a:pt x="1048656" y="58950"/>
                </a:lnTo>
                <a:lnTo>
                  <a:pt x="1049195" y="58661"/>
                </a:lnTo>
                <a:lnTo>
                  <a:pt x="1049749" y="58391"/>
                </a:lnTo>
                <a:lnTo>
                  <a:pt x="1050319" y="58139"/>
                </a:lnTo>
                <a:lnTo>
                  <a:pt x="1050903" y="57906"/>
                </a:lnTo>
                <a:lnTo>
                  <a:pt x="1051504" y="57691"/>
                </a:lnTo>
                <a:lnTo>
                  <a:pt x="1052119" y="57496"/>
                </a:lnTo>
                <a:lnTo>
                  <a:pt x="1052750" y="57318"/>
                </a:lnTo>
                <a:lnTo>
                  <a:pt x="1053396" y="57160"/>
                </a:lnTo>
                <a:lnTo>
                  <a:pt x="1054058" y="57020"/>
                </a:lnTo>
                <a:lnTo>
                  <a:pt x="1054735" y="56899"/>
                </a:lnTo>
                <a:lnTo>
                  <a:pt x="1055427" y="56796"/>
                </a:lnTo>
                <a:lnTo>
                  <a:pt x="1056134" y="56712"/>
                </a:lnTo>
                <a:lnTo>
                  <a:pt x="1056857" y="56647"/>
                </a:lnTo>
                <a:lnTo>
                  <a:pt x="1057596" y="56600"/>
                </a:lnTo>
                <a:lnTo>
                  <a:pt x="1058349" y="56572"/>
                </a:lnTo>
                <a:lnTo>
                  <a:pt x="1059118" y="56563"/>
                </a:lnTo>
                <a:lnTo>
                  <a:pt x="1059862" y="56571"/>
                </a:lnTo>
                <a:lnTo>
                  <a:pt x="1060590" y="56595"/>
                </a:lnTo>
                <a:lnTo>
                  <a:pt x="1061303" y="56636"/>
                </a:lnTo>
                <a:lnTo>
                  <a:pt x="1062002" y="56692"/>
                </a:lnTo>
                <a:lnTo>
                  <a:pt x="1062686" y="56765"/>
                </a:lnTo>
                <a:lnTo>
                  <a:pt x="1063355" y="56854"/>
                </a:lnTo>
                <a:lnTo>
                  <a:pt x="1064009" y="56959"/>
                </a:lnTo>
                <a:lnTo>
                  <a:pt x="1064649" y="57081"/>
                </a:lnTo>
                <a:lnTo>
                  <a:pt x="1065273" y="57218"/>
                </a:lnTo>
                <a:lnTo>
                  <a:pt x="1065883" y="57372"/>
                </a:lnTo>
                <a:lnTo>
                  <a:pt x="1066478" y="57542"/>
                </a:lnTo>
                <a:lnTo>
                  <a:pt x="1067058" y="57728"/>
                </a:lnTo>
                <a:lnTo>
                  <a:pt x="1067624" y="57930"/>
                </a:lnTo>
                <a:lnTo>
                  <a:pt x="1068174" y="58149"/>
                </a:lnTo>
                <a:lnTo>
                  <a:pt x="1068710" y="58383"/>
                </a:lnTo>
                <a:lnTo>
                  <a:pt x="1069231" y="58634"/>
                </a:lnTo>
                <a:lnTo>
                  <a:pt x="1069737" y="58901"/>
                </a:lnTo>
                <a:lnTo>
                  <a:pt x="1070228" y="59184"/>
                </a:lnTo>
                <a:lnTo>
                  <a:pt x="1070705" y="59484"/>
                </a:lnTo>
                <a:lnTo>
                  <a:pt x="1071167" y="59799"/>
                </a:lnTo>
                <a:lnTo>
                  <a:pt x="1071613" y="60131"/>
                </a:lnTo>
                <a:lnTo>
                  <a:pt x="1072045" y="60479"/>
                </a:lnTo>
                <a:lnTo>
                  <a:pt x="1072463" y="60843"/>
                </a:lnTo>
                <a:lnTo>
                  <a:pt x="1072865" y="61223"/>
                </a:lnTo>
                <a:lnTo>
                  <a:pt x="1073252" y="61620"/>
                </a:lnTo>
                <a:lnTo>
                  <a:pt x="1073622" y="62034"/>
                </a:lnTo>
                <a:lnTo>
                  <a:pt x="1073976" y="62466"/>
                </a:lnTo>
                <a:lnTo>
                  <a:pt x="1074313" y="62915"/>
                </a:lnTo>
                <a:lnTo>
                  <a:pt x="1074634" y="63381"/>
                </a:lnTo>
                <a:lnTo>
                  <a:pt x="1074939" y="63864"/>
                </a:lnTo>
                <a:lnTo>
                  <a:pt x="1075227" y="64365"/>
                </a:lnTo>
                <a:lnTo>
                  <a:pt x="1075498" y="64883"/>
                </a:lnTo>
                <a:lnTo>
                  <a:pt x="1075753" y="65418"/>
                </a:lnTo>
                <a:lnTo>
                  <a:pt x="1075992" y="65971"/>
                </a:lnTo>
                <a:lnTo>
                  <a:pt x="1076214" y="66541"/>
                </a:lnTo>
                <a:lnTo>
                  <a:pt x="1076420" y="67128"/>
                </a:lnTo>
                <a:lnTo>
                  <a:pt x="1076609" y="67732"/>
                </a:lnTo>
                <a:lnTo>
                  <a:pt x="1076782" y="68354"/>
                </a:lnTo>
                <a:lnTo>
                  <a:pt x="1076938" y="68993"/>
                </a:lnTo>
                <a:lnTo>
                  <a:pt x="1077078" y="69649"/>
                </a:lnTo>
                <a:lnTo>
                  <a:pt x="1077201" y="70323"/>
                </a:lnTo>
                <a:lnTo>
                  <a:pt x="1077308" y="71014"/>
                </a:lnTo>
                <a:lnTo>
                  <a:pt x="1077399" y="71722"/>
                </a:lnTo>
                <a:lnTo>
                  <a:pt x="1077473" y="72447"/>
                </a:lnTo>
                <a:lnTo>
                  <a:pt x="1077531" y="73190"/>
                </a:lnTo>
                <a:lnTo>
                  <a:pt x="1077572" y="73950"/>
                </a:lnTo>
                <a:lnTo>
                  <a:pt x="1077596" y="74727"/>
                </a:lnTo>
                <a:lnTo>
                  <a:pt x="1077605" y="75522"/>
                </a:lnTo>
                <a:lnTo>
                  <a:pt x="1077605" y="82947"/>
                </a:lnTo>
                <a:lnTo>
                  <a:pt x="1091824" y="82947"/>
                </a:lnTo>
                <a:lnTo>
                  <a:pt x="1091824" y="75522"/>
                </a:lnTo>
                <a:lnTo>
                  <a:pt x="1091811" y="74283"/>
                </a:lnTo>
                <a:lnTo>
                  <a:pt x="1091773" y="73068"/>
                </a:lnTo>
                <a:lnTo>
                  <a:pt x="1091709" y="71877"/>
                </a:lnTo>
                <a:lnTo>
                  <a:pt x="1091620" y="70709"/>
                </a:lnTo>
                <a:lnTo>
                  <a:pt x="1091505" y="69566"/>
                </a:lnTo>
                <a:lnTo>
                  <a:pt x="1091365" y="68447"/>
                </a:lnTo>
                <a:lnTo>
                  <a:pt x="1091199" y="67351"/>
                </a:lnTo>
                <a:lnTo>
                  <a:pt x="1091007" y="66279"/>
                </a:lnTo>
                <a:lnTo>
                  <a:pt x="1090790" y="65231"/>
                </a:lnTo>
                <a:lnTo>
                  <a:pt x="1090548" y="64207"/>
                </a:lnTo>
                <a:lnTo>
                  <a:pt x="1090280" y="63207"/>
                </a:lnTo>
                <a:lnTo>
                  <a:pt x="1089987" y="62230"/>
                </a:lnTo>
                <a:lnTo>
                  <a:pt x="1089668" y="61278"/>
                </a:lnTo>
                <a:lnTo>
                  <a:pt x="1089323" y="60349"/>
                </a:lnTo>
                <a:lnTo>
                  <a:pt x="1088953" y="59444"/>
                </a:lnTo>
                <a:lnTo>
                  <a:pt x="1088558" y="58563"/>
                </a:lnTo>
                <a:lnTo>
                  <a:pt x="1088137" y="57706"/>
                </a:lnTo>
                <a:lnTo>
                  <a:pt x="1087690" y="56873"/>
                </a:lnTo>
                <a:lnTo>
                  <a:pt x="1087218" y="56064"/>
                </a:lnTo>
                <a:lnTo>
                  <a:pt x="1086721" y="55279"/>
                </a:lnTo>
                <a:lnTo>
                  <a:pt x="1086198" y="54517"/>
                </a:lnTo>
                <a:lnTo>
                  <a:pt x="1085649" y="53779"/>
                </a:lnTo>
                <a:lnTo>
                  <a:pt x="1085075" y="53065"/>
                </a:lnTo>
                <a:lnTo>
                  <a:pt x="1084476" y="52375"/>
                </a:lnTo>
                <a:lnTo>
                  <a:pt x="1083853" y="51711"/>
                </a:lnTo>
                <a:lnTo>
                  <a:pt x="1083208" y="51076"/>
                </a:lnTo>
                <a:lnTo>
                  <a:pt x="1082542" y="50468"/>
                </a:lnTo>
                <a:lnTo>
                  <a:pt x="1081854" y="49889"/>
                </a:lnTo>
                <a:lnTo>
                  <a:pt x="1081144" y="49338"/>
                </a:lnTo>
                <a:lnTo>
                  <a:pt x="1080413" y="48816"/>
                </a:lnTo>
                <a:lnTo>
                  <a:pt x="1079660" y="48321"/>
                </a:lnTo>
                <a:lnTo>
                  <a:pt x="1078885" y="47855"/>
                </a:lnTo>
                <a:lnTo>
                  <a:pt x="1078088" y="47417"/>
                </a:lnTo>
                <a:lnTo>
                  <a:pt x="1077270" y="47008"/>
                </a:lnTo>
                <a:lnTo>
                  <a:pt x="1076431" y="46626"/>
                </a:lnTo>
                <a:lnTo>
                  <a:pt x="1075569" y="46273"/>
                </a:lnTo>
                <a:lnTo>
                  <a:pt x="1074686" y="45948"/>
                </a:lnTo>
                <a:lnTo>
                  <a:pt x="1073782" y="45651"/>
                </a:lnTo>
                <a:lnTo>
                  <a:pt x="1072855" y="45383"/>
                </a:lnTo>
                <a:lnTo>
                  <a:pt x="1071907" y="45143"/>
                </a:lnTo>
                <a:lnTo>
                  <a:pt x="1070937" y="44931"/>
                </a:lnTo>
                <a:lnTo>
                  <a:pt x="1069946" y="44747"/>
                </a:lnTo>
                <a:lnTo>
                  <a:pt x="1068933" y="44592"/>
                </a:lnTo>
                <a:lnTo>
                  <a:pt x="1067898" y="44465"/>
                </a:lnTo>
                <a:lnTo>
                  <a:pt x="1066842" y="44366"/>
                </a:lnTo>
                <a:lnTo>
                  <a:pt x="1065764" y="44295"/>
                </a:lnTo>
                <a:lnTo>
                  <a:pt x="1064664" y="44253"/>
                </a:lnTo>
                <a:lnTo>
                  <a:pt x="1063542" y="44239"/>
                </a:lnTo>
                <a:lnTo>
                  <a:pt x="1062629" y="44249"/>
                </a:lnTo>
                <a:lnTo>
                  <a:pt x="1061733" y="44280"/>
                </a:lnTo>
                <a:lnTo>
                  <a:pt x="1060853" y="44331"/>
                </a:lnTo>
                <a:lnTo>
                  <a:pt x="1059990" y="44403"/>
                </a:lnTo>
                <a:lnTo>
                  <a:pt x="1059144" y="44496"/>
                </a:lnTo>
                <a:lnTo>
                  <a:pt x="1058314" y="44609"/>
                </a:lnTo>
                <a:lnTo>
                  <a:pt x="1057501" y="44743"/>
                </a:lnTo>
                <a:lnTo>
                  <a:pt x="1056705" y="44897"/>
                </a:lnTo>
                <a:lnTo>
                  <a:pt x="1055926" y="45072"/>
                </a:lnTo>
                <a:lnTo>
                  <a:pt x="1055163" y="45268"/>
                </a:lnTo>
                <a:lnTo>
                  <a:pt x="1054417" y="45484"/>
                </a:lnTo>
                <a:lnTo>
                  <a:pt x="1053688" y="45720"/>
                </a:lnTo>
                <a:lnTo>
                  <a:pt x="1052976" y="45977"/>
                </a:lnTo>
                <a:lnTo>
                  <a:pt x="1052280" y="46255"/>
                </a:lnTo>
                <a:lnTo>
                  <a:pt x="1051601" y="46554"/>
                </a:lnTo>
                <a:lnTo>
                  <a:pt x="1050938" y="46873"/>
                </a:lnTo>
                <a:lnTo>
                  <a:pt x="1050293" y="47212"/>
                </a:lnTo>
                <a:lnTo>
                  <a:pt x="1049664" y="47572"/>
                </a:lnTo>
                <a:lnTo>
                  <a:pt x="1049052" y="47953"/>
                </a:lnTo>
                <a:lnTo>
                  <a:pt x="1048456" y="48354"/>
                </a:lnTo>
                <a:lnTo>
                  <a:pt x="1047878" y="48776"/>
                </a:lnTo>
                <a:lnTo>
                  <a:pt x="1047316" y="49218"/>
                </a:lnTo>
                <a:lnTo>
                  <a:pt x="1046771" y="49681"/>
                </a:lnTo>
                <a:lnTo>
                  <a:pt x="1046242" y="50165"/>
                </a:lnTo>
                <a:lnTo>
                  <a:pt x="1045733" y="50666"/>
                </a:lnTo>
                <a:lnTo>
                  <a:pt x="1045245" y="51181"/>
                </a:lnTo>
                <a:lnTo>
                  <a:pt x="1044779" y="51711"/>
                </a:lnTo>
                <a:lnTo>
                  <a:pt x="1044335" y="52255"/>
                </a:lnTo>
                <a:lnTo>
                  <a:pt x="1043912" y="52815"/>
                </a:lnTo>
                <a:lnTo>
                  <a:pt x="1043511" y="53388"/>
                </a:lnTo>
                <a:lnTo>
                  <a:pt x="1043132" y="53976"/>
                </a:lnTo>
                <a:lnTo>
                  <a:pt x="1042775" y="54579"/>
                </a:lnTo>
                <a:lnTo>
                  <a:pt x="1042439" y="55196"/>
                </a:lnTo>
                <a:lnTo>
                  <a:pt x="1042124" y="55828"/>
                </a:lnTo>
                <a:lnTo>
                  <a:pt x="1041832" y="56474"/>
                </a:lnTo>
                <a:lnTo>
                  <a:pt x="1041561" y="57135"/>
                </a:lnTo>
                <a:lnTo>
                  <a:pt x="1041312" y="57810"/>
                </a:lnTo>
                <a:lnTo>
                  <a:pt x="1041084" y="58500"/>
                </a:lnTo>
                <a:lnTo>
                  <a:pt x="1040878" y="59205"/>
                </a:lnTo>
                <a:lnTo>
                  <a:pt x="1040694" y="59924"/>
                </a:lnTo>
                <a:lnTo>
                  <a:pt x="1040531" y="60657"/>
                </a:lnTo>
                <a:lnTo>
                  <a:pt x="1040391" y="61405"/>
                </a:lnTo>
                <a:lnTo>
                  <a:pt x="1040271" y="62168"/>
                </a:lnTo>
                <a:lnTo>
                  <a:pt x="1040241" y="62407"/>
                </a:lnTo>
                <a:lnTo>
                  <a:pt x="1040000" y="62407"/>
                </a:lnTo>
                <a:lnTo>
                  <a:pt x="1040000" y="45818"/>
                </a:lnTo>
                <a:lnTo>
                  <a:pt x="1025781" y="45818"/>
                </a:lnTo>
                <a:lnTo>
                  <a:pt x="1025781" y="132717"/>
                </a:lnTo>
                <a:lnTo>
                  <a:pt x="1040000" y="132717"/>
                </a:lnTo>
                <a:close/>
                <a:moveTo>
                  <a:pt x="224594" y="133793"/>
                </a:moveTo>
                <a:lnTo>
                  <a:pt x="225703" y="133688"/>
                </a:lnTo>
                <a:lnTo>
                  <a:pt x="226789" y="133560"/>
                </a:lnTo>
                <a:lnTo>
                  <a:pt x="227852" y="133409"/>
                </a:lnTo>
                <a:lnTo>
                  <a:pt x="228892" y="133234"/>
                </a:lnTo>
                <a:lnTo>
                  <a:pt x="229910" y="133036"/>
                </a:lnTo>
                <a:lnTo>
                  <a:pt x="230905" y="132814"/>
                </a:lnTo>
                <a:lnTo>
                  <a:pt x="231877" y="132569"/>
                </a:lnTo>
                <a:lnTo>
                  <a:pt x="232827" y="132301"/>
                </a:lnTo>
                <a:lnTo>
                  <a:pt x="233753" y="132010"/>
                </a:lnTo>
                <a:lnTo>
                  <a:pt x="234657" y="131695"/>
                </a:lnTo>
                <a:lnTo>
                  <a:pt x="235538" y="131357"/>
                </a:lnTo>
                <a:lnTo>
                  <a:pt x="236397" y="130996"/>
                </a:lnTo>
                <a:lnTo>
                  <a:pt x="237232" y="130611"/>
                </a:lnTo>
                <a:lnTo>
                  <a:pt x="238045" y="130203"/>
                </a:lnTo>
                <a:lnTo>
                  <a:pt x="238835" y="129772"/>
                </a:lnTo>
                <a:lnTo>
                  <a:pt x="239602" y="129317"/>
                </a:lnTo>
                <a:lnTo>
                  <a:pt x="240347" y="128839"/>
                </a:lnTo>
                <a:lnTo>
                  <a:pt x="241068" y="128338"/>
                </a:lnTo>
                <a:lnTo>
                  <a:pt x="241767" y="127813"/>
                </a:lnTo>
                <a:lnTo>
                  <a:pt x="242443" y="127266"/>
                </a:lnTo>
                <a:lnTo>
                  <a:pt x="243095" y="126697"/>
                </a:lnTo>
                <a:lnTo>
                  <a:pt x="243718" y="126109"/>
                </a:lnTo>
                <a:lnTo>
                  <a:pt x="244314" y="125502"/>
                </a:lnTo>
                <a:lnTo>
                  <a:pt x="244882" y="124876"/>
                </a:lnTo>
                <a:lnTo>
                  <a:pt x="245422" y="124231"/>
                </a:lnTo>
                <a:lnTo>
                  <a:pt x="245935" y="123568"/>
                </a:lnTo>
                <a:lnTo>
                  <a:pt x="246420" y="122885"/>
                </a:lnTo>
                <a:lnTo>
                  <a:pt x="246877" y="122184"/>
                </a:lnTo>
                <a:lnTo>
                  <a:pt x="247306" y="121463"/>
                </a:lnTo>
                <a:lnTo>
                  <a:pt x="247708" y="120724"/>
                </a:lnTo>
                <a:lnTo>
                  <a:pt x="248082" y="119965"/>
                </a:lnTo>
                <a:lnTo>
                  <a:pt x="248428" y="119188"/>
                </a:lnTo>
                <a:lnTo>
                  <a:pt x="248747" y="118392"/>
                </a:lnTo>
                <a:lnTo>
                  <a:pt x="249038" y="117577"/>
                </a:lnTo>
                <a:lnTo>
                  <a:pt x="249301" y="116743"/>
                </a:lnTo>
                <a:lnTo>
                  <a:pt x="249537" y="115890"/>
                </a:lnTo>
                <a:lnTo>
                  <a:pt x="249745" y="115018"/>
                </a:lnTo>
                <a:lnTo>
                  <a:pt x="249925" y="114127"/>
                </a:lnTo>
                <a:lnTo>
                  <a:pt x="250077" y="113217"/>
                </a:lnTo>
                <a:lnTo>
                  <a:pt x="250202" y="112288"/>
                </a:lnTo>
                <a:lnTo>
                  <a:pt x="250299" y="111341"/>
                </a:lnTo>
                <a:lnTo>
                  <a:pt x="250368" y="110374"/>
                </a:lnTo>
                <a:lnTo>
                  <a:pt x="250410" y="109388"/>
                </a:lnTo>
                <a:lnTo>
                  <a:pt x="250423" y="108384"/>
                </a:lnTo>
                <a:lnTo>
                  <a:pt x="250414" y="107445"/>
                </a:lnTo>
                <a:lnTo>
                  <a:pt x="250385" y="106522"/>
                </a:lnTo>
                <a:lnTo>
                  <a:pt x="250337" y="105617"/>
                </a:lnTo>
                <a:lnTo>
                  <a:pt x="250270" y="104729"/>
                </a:lnTo>
                <a:lnTo>
                  <a:pt x="250183" y="103857"/>
                </a:lnTo>
                <a:lnTo>
                  <a:pt x="250078" y="103003"/>
                </a:lnTo>
                <a:lnTo>
                  <a:pt x="249953" y="102165"/>
                </a:lnTo>
                <a:lnTo>
                  <a:pt x="249809" y="101345"/>
                </a:lnTo>
                <a:lnTo>
                  <a:pt x="249646" y="100542"/>
                </a:lnTo>
                <a:lnTo>
                  <a:pt x="249463" y="99755"/>
                </a:lnTo>
                <a:lnTo>
                  <a:pt x="249262" y="98986"/>
                </a:lnTo>
                <a:lnTo>
                  <a:pt x="249041" y="98234"/>
                </a:lnTo>
                <a:lnTo>
                  <a:pt x="248801" y="97498"/>
                </a:lnTo>
                <a:lnTo>
                  <a:pt x="248541" y="96780"/>
                </a:lnTo>
                <a:lnTo>
                  <a:pt x="248263" y="96079"/>
                </a:lnTo>
                <a:lnTo>
                  <a:pt x="247965" y="95394"/>
                </a:lnTo>
                <a:lnTo>
                  <a:pt x="247649" y="94727"/>
                </a:lnTo>
                <a:lnTo>
                  <a:pt x="247312" y="94077"/>
                </a:lnTo>
                <a:lnTo>
                  <a:pt x="246957" y="93443"/>
                </a:lnTo>
                <a:lnTo>
                  <a:pt x="246583" y="92827"/>
                </a:lnTo>
                <a:lnTo>
                  <a:pt x="246189" y="92228"/>
                </a:lnTo>
                <a:lnTo>
                  <a:pt x="245776" y="91645"/>
                </a:lnTo>
                <a:lnTo>
                  <a:pt x="245344" y="91080"/>
                </a:lnTo>
                <a:lnTo>
                  <a:pt x="244893" y="90532"/>
                </a:lnTo>
                <a:lnTo>
                  <a:pt x="244423" y="90000"/>
                </a:lnTo>
                <a:lnTo>
                  <a:pt x="243933" y="89486"/>
                </a:lnTo>
                <a:lnTo>
                  <a:pt x="243424" y="88989"/>
                </a:lnTo>
                <a:lnTo>
                  <a:pt x="242897" y="88508"/>
                </a:lnTo>
                <a:lnTo>
                  <a:pt x="242349" y="88045"/>
                </a:lnTo>
                <a:lnTo>
                  <a:pt x="241783" y="87599"/>
                </a:lnTo>
                <a:lnTo>
                  <a:pt x="241198" y="87170"/>
                </a:lnTo>
                <a:lnTo>
                  <a:pt x="240593" y="86757"/>
                </a:lnTo>
                <a:lnTo>
                  <a:pt x="239969" y="86362"/>
                </a:lnTo>
                <a:lnTo>
                  <a:pt x="239326" y="85984"/>
                </a:lnTo>
                <a:lnTo>
                  <a:pt x="238663" y="85623"/>
                </a:lnTo>
                <a:lnTo>
                  <a:pt x="237982" y="85279"/>
                </a:lnTo>
                <a:lnTo>
                  <a:pt x="237281" y="84951"/>
                </a:lnTo>
                <a:lnTo>
                  <a:pt x="236561" y="84641"/>
                </a:lnTo>
                <a:lnTo>
                  <a:pt x="235822" y="84348"/>
                </a:lnTo>
                <a:lnTo>
                  <a:pt x="235063" y="84072"/>
                </a:lnTo>
                <a:lnTo>
                  <a:pt x="234285" y="83813"/>
                </a:lnTo>
                <a:lnTo>
                  <a:pt x="233489" y="83570"/>
                </a:lnTo>
                <a:lnTo>
                  <a:pt x="232673" y="83345"/>
                </a:lnTo>
                <a:lnTo>
                  <a:pt x="231837" y="83137"/>
                </a:lnTo>
                <a:lnTo>
                  <a:pt x="230983" y="82946"/>
                </a:lnTo>
                <a:lnTo>
                  <a:pt x="230109" y="82772"/>
                </a:lnTo>
                <a:lnTo>
                  <a:pt x="229216" y="82615"/>
                </a:lnTo>
                <a:lnTo>
                  <a:pt x="228304" y="82475"/>
                </a:lnTo>
                <a:lnTo>
                  <a:pt x="205869" y="79314"/>
                </a:lnTo>
                <a:lnTo>
                  <a:pt x="205530" y="79258"/>
                </a:lnTo>
                <a:lnTo>
                  <a:pt x="205198" y="79195"/>
                </a:lnTo>
                <a:lnTo>
                  <a:pt x="204873" y="79124"/>
                </a:lnTo>
                <a:lnTo>
                  <a:pt x="204554" y="79046"/>
                </a:lnTo>
                <a:lnTo>
                  <a:pt x="204243" y="78962"/>
                </a:lnTo>
                <a:lnTo>
                  <a:pt x="203938" y="78870"/>
                </a:lnTo>
                <a:lnTo>
                  <a:pt x="203640" y="78771"/>
                </a:lnTo>
                <a:lnTo>
                  <a:pt x="203349" y="78665"/>
                </a:lnTo>
                <a:lnTo>
                  <a:pt x="203065" y="78552"/>
                </a:lnTo>
                <a:lnTo>
                  <a:pt x="202788" y="78431"/>
                </a:lnTo>
                <a:lnTo>
                  <a:pt x="202518" y="78304"/>
                </a:lnTo>
                <a:lnTo>
                  <a:pt x="202254" y="78169"/>
                </a:lnTo>
                <a:lnTo>
                  <a:pt x="201998" y="78027"/>
                </a:lnTo>
                <a:lnTo>
                  <a:pt x="201748" y="77878"/>
                </a:lnTo>
                <a:lnTo>
                  <a:pt x="201505" y="77722"/>
                </a:lnTo>
                <a:lnTo>
                  <a:pt x="201269" y="77559"/>
                </a:lnTo>
                <a:lnTo>
                  <a:pt x="201040" y="77389"/>
                </a:lnTo>
                <a:lnTo>
                  <a:pt x="200817" y="77211"/>
                </a:lnTo>
                <a:lnTo>
                  <a:pt x="200602" y="77027"/>
                </a:lnTo>
                <a:lnTo>
                  <a:pt x="200393" y="76835"/>
                </a:lnTo>
                <a:lnTo>
                  <a:pt x="200191" y="76636"/>
                </a:lnTo>
                <a:lnTo>
                  <a:pt x="199996" y="76430"/>
                </a:lnTo>
                <a:lnTo>
                  <a:pt x="199808" y="76217"/>
                </a:lnTo>
                <a:lnTo>
                  <a:pt x="199627" y="75997"/>
                </a:lnTo>
                <a:lnTo>
                  <a:pt x="199453" y="75770"/>
                </a:lnTo>
                <a:lnTo>
                  <a:pt x="199286" y="75537"/>
                </a:lnTo>
                <a:lnTo>
                  <a:pt x="199127" y="75298"/>
                </a:lnTo>
                <a:lnTo>
                  <a:pt x="198975" y="75053"/>
                </a:lnTo>
                <a:lnTo>
                  <a:pt x="198831" y="74801"/>
                </a:lnTo>
                <a:lnTo>
                  <a:pt x="198694" y="74544"/>
                </a:lnTo>
                <a:lnTo>
                  <a:pt x="198564" y="74281"/>
                </a:lnTo>
                <a:lnTo>
                  <a:pt x="198442" y="74012"/>
                </a:lnTo>
                <a:lnTo>
                  <a:pt x="198327" y="73737"/>
                </a:lnTo>
                <a:lnTo>
                  <a:pt x="198219" y="73455"/>
                </a:lnTo>
                <a:lnTo>
                  <a:pt x="198119" y="73168"/>
                </a:lnTo>
                <a:lnTo>
                  <a:pt x="198027" y="72875"/>
                </a:lnTo>
                <a:lnTo>
                  <a:pt x="197942" y="72575"/>
                </a:lnTo>
                <a:lnTo>
                  <a:pt x="197864" y="72270"/>
                </a:lnTo>
                <a:lnTo>
                  <a:pt x="197793" y="71959"/>
                </a:lnTo>
                <a:lnTo>
                  <a:pt x="197731" y="71641"/>
                </a:lnTo>
                <a:lnTo>
                  <a:pt x="197675" y="71318"/>
                </a:lnTo>
                <a:lnTo>
                  <a:pt x="197627" y="70988"/>
                </a:lnTo>
                <a:lnTo>
                  <a:pt x="197586" y="70653"/>
                </a:lnTo>
                <a:lnTo>
                  <a:pt x="197553" y="70311"/>
                </a:lnTo>
                <a:lnTo>
                  <a:pt x="197527" y="69964"/>
                </a:lnTo>
                <a:lnTo>
                  <a:pt x="197508" y="69610"/>
                </a:lnTo>
                <a:lnTo>
                  <a:pt x="197497" y="69250"/>
                </a:lnTo>
                <a:lnTo>
                  <a:pt x="197493" y="68885"/>
                </a:lnTo>
                <a:lnTo>
                  <a:pt x="197501" y="68415"/>
                </a:lnTo>
                <a:lnTo>
                  <a:pt x="197522" y="67953"/>
                </a:lnTo>
                <a:lnTo>
                  <a:pt x="197558" y="67500"/>
                </a:lnTo>
                <a:lnTo>
                  <a:pt x="197608" y="67055"/>
                </a:lnTo>
                <a:lnTo>
                  <a:pt x="197672" y="66618"/>
                </a:lnTo>
                <a:lnTo>
                  <a:pt x="197750" y="66189"/>
                </a:lnTo>
                <a:lnTo>
                  <a:pt x="197843" y="65769"/>
                </a:lnTo>
                <a:lnTo>
                  <a:pt x="197950" y="65357"/>
                </a:lnTo>
                <a:lnTo>
                  <a:pt x="198071" y="64953"/>
                </a:lnTo>
                <a:lnTo>
                  <a:pt x="198207" y="64557"/>
                </a:lnTo>
                <a:lnTo>
                  <a:pt x="198356" y="64169"/>
                </a:lnTo>
                <a:lnTo>
                  <a:pt x="198520" y="63790"/>
                </a:lnTo>
                <a:lnTo>
                  <a:pt x="198699" y="63419"/>
                </a:lnTo>
                <a:lnTo>
                  <a:pt x="198891" y="63056"/>
                </a:lnTo>
                <a:lnTo>
                  <a:pt x="199098" y="62702"/>
                </a:lnTo>
                <a:lnTo>
                  <a:pt x="199319" y="62355"/>
                </a:lnTo>
                <a:lnTo>
                  <a:pt x="199555" y="62017"/>
                </a:lnTo>
                <a:lnTo>
                  <a:pt x="199804" y="61687"/>
                </a:lnTo>
                <a:lnTo>
                  <a:pt x="200068" y="61365"/>
                </a:lnTo>
                <a:lnTo>
                  <a:pt x="200346" y="61052"/>
                </a:lnTo>
                <a:lnTo>
                  <a:pt x="200639" y="60747"/>
                </a:lnTo>
                <a:lnTo>
                  <a:pt x="200945" y="60450"/>
                </a:lnTo>
                <a:lnTo>
                  <a:pt x="201266" y="60161"/>
                </a:lnTo>
                <a:lnTo>
                  <a:pt x="201602" y="59880"/>
                </a:lnTo>
                <a:lnTo>
                  <a:pt x="201949" y="59610"/>
                </a:lnTo>
                <a:lnTo>
                  <a:pt x="202308" y="59350"/>
                </a:lnTo>
                <a:lnTo>
                  <a:pt x="202678" y="59103"/>
                </a:lnTo>
                <a:lnTo>
                  <a:pt x="203059" y="58867"/>
                </a:lnTo>
                <a:lnTo>
                  <a:pt x="203450" y="58642"/>
                </a:lnTo>
                <a:lnTo>
                  <a:pt x="203853" y="58429"/>
                </a:lnTo>
                <a:lnTo>
                  <a:pt x="204267" y="58227"/>
                </a:lnTo>
                <a:lnTo>
                  <a:pt x="204691" y="58037"/>
                </a:lnTo>
                <a:lnTo>
                  <a:pt x="205127" y="57859"/>
                </a:lnTo>
                <a:lnTo>
                  <a:pt x="205574" y="57692"/>
                </a:lnTo>
                <a:lnTo>
                  <a:pt x="206031" y="57536"/>
                </a:lnTo>
                <a:lnTo>
                  <a:pt x="206500" y="57392"/>
                </a:lnTo>
                <a:lnTo>
                  <a:pt x="206979" y="57260"/>
                </a:lnTo>
                <a:lnTo>
                  <a:pt x="207470" y="57139"/>
                </a:lnTo>
                <a:lnTo>
                  <a:pt x="207971" y="57030"/>
                </a:lnTo>
                <a:lnTo>
                  <a:pt x="208484" y="56932"/>
                </a:lnTo>
                <a:lnTo>
                  <a:pt x="209007" y="56845"/>
                </a:lnTo>
                <a:lnTo>
                  <a:pt x="209541" y="56770"/>
                </a:lnTo>
                <a:lnTo>
                  <a:pt x="210087" y="56707"/>
                </a:lnTo>
                <a:lnTo>
                  <a:pt x="210643" y="56655"/>
                </a:lnTo>
                <a:lnTo>
                  <a:pt x="211210" y="56615"/>
                </a:lnTo>
                <a:lnTo>
                  <a:pt x="211789" y="56586"/>
                </a:lnTo>
                <a:lnTo>
                  <a:pt x="212378" y="56569"/>
                </a:lnTo>
                <a:lnTo>
                  <a:pt x="212978" y="56563"/>
                </a:lnTo>
                <a:lnTo>
                  <a:pt x="219931" y="56563"/>
                </a:lnTo>
                <a:lnTo>
                  <a:pt x="220467" y="56568"/>
                </a:lnTo>
                <a:lnTo>
                  <a:pt x="220994" y="56584"/>
                </a:lnTo>
                <a:lnTo>
                  <a:pt x="221512" y="56610"/>
                </a:lnTo>
                <a:lnTo>
                  <a:pt x="222022" y="56646"/>
                </a:lnTo>
                <a:lnTo>
                  <a:pt x="222524" y="56693"/>
                </a:lnTo>
                <a:lnTo>
                  <a:pt x="223017" y="56751"/>
                </a:lnTo>
                <a:lnTo>
                  <a:pt x="223502" y="56818"/>
                </a:lnTo>
                <a:lnTo>
                  <a:pt x="223978" y="56897"/>
                </a:lnTo>
                <a:lnTo>
                  <a:pt x="224445" y="56985"/>
                </a:lnTo>
                <a:lnTo>
                  <a:pt x="224904" y="57084"/>
                </a:lnTo>
                <a:lnTo>
                  <a:pt x="225355" y="57194"/>
                </a:lnTo>
                <a:lnTo>
                  <a:pt x="225797" y="57313"/>
                </a:lnTo>
                <a:lnTo>
                  <a:pt x="226230" y="57444"/>
                </a:lnTo>
                <a:lnTo>
                  <a:pt x="226655" y="57584"/>
                </a:lnTo>
                <a:lnTo>
                  <a:pt x="227072" y="57735"/>
                </a:lnTo>
                <a:lnTo>
                  <a:pt x="227480" y="57897"/>
                </a:lnTo>
                <a:lnTo>
                  <a:pt x="227879" y="58069"/>
                </a:lnTo>
                <a:lnTo>
                  <a:pt x="228270" y="58251"/>
                </a:lnTo>
                <a:lnTo>
                  <a:pt x="228653" y="58444"/>
                </a:lnTo>
                <a:lnTo>
                  <a:pt x="229027" y="58647"/>
                </a:lnTo>
                <a:lnTo>
                  <a:pt x="229392" y="58861"/>
                </a:lnTo>
                <a:lnTo>
                  <a:pt x="229749" y="59085"/>
                </a:lnTo>
                <a:lnTo>
                  <a:pt x="230098" y="59320"/>
                </a:lnTo>
                <a:lnTo>
                  <a:pt x="230438" y="59565"/>
                </a:lnTo>
                <a:lnTo>
                  <a:pt x="230767" y="59817"/>
                </a:lnTo>
                <a:lnTo>
                  <a:pt x="231083" y="60076"/>
                </a:lnTo>
                <a:lnTo>
                  <a:pt x="231387" y="60340"/>
                </a:lnTo>
                <a:lnTo>
                  <a:pt x="231677" y="60609"/>
                </a:lnTo>
                <a:lnTo>
                  <a:pt x="231955" y="60884"/>
                </a:lnTo>
                <a:lnTo>
                  <a:pt x="232220" y="61164"/>
                </a:lnTo>
                <a:lnTo>
                  <a:pt x="232472" y="61450"/>
                </a:lnTo>
                <a:lnTo>
                  <a:pt x="232711" y="61741"/>
                </a:lnTo>
                <a:lnTo>
                  <a:pt x="232937" y="62038"/>
                </a:lnTo>
                <a:lnTo>
                  <a:pt x="233150" y="62340"/>
                </a:lnTo>
                <a:lnTo>
                  <a:pt x="233350" y="62648"/>
                </a:lnTo>
                <a:lnTo>
                  <a:pt x="233538" y="62961"/>
                </a:lnTo>
                <a:lnTo>
                  <a:pt x="233712" y="63280"/>
                </a:lnTo>
                <a:lnTo>
                  <a:pt x="233874" y="63604"/>
                </a:lnTo>
                <a:lnTo>
                  <a:pt x="234023" y="63934"/>
                </a:lnTo>
                <a:lnTo>
                  <a:pt x="234159" y="64269"/>
                </a:lnTo>
                <a:lnTo>
                  <a:pt x="234282" y="64610"/>
                </a:lnTo>
                <a:lnTo>
                  <a:pt x="234392" y="64956"/>
                </a:lnTo>
                <a:lnTo>
                  <a:pt x="234489" y="65308"/>
                </a:lnTo>
                <a:lnTo>
                  <a:pt x="234573" y="65665"/>
                </a:lnTo>
                <a:lnTo>
                  <a:pt x="234645" y="66028"/>
                </a:lnTo>
                <a:lnTo>
                  <a:pt x="234703" y="66396"/>
                </a:lnTo>
                <a:lnTo>
                  <a:pt x="234749" y="66770"/>
                </a:lnTo>
                <a:lnTo>
                  <a:pt x="234782" y="67149"/>
                </a:lnTo>
                <a:lnTo>
                  <a:pt x="249160" y="67149"/>
                </a:lnTo>
                <a:lnTo>
                  <a:pt x="249095" y="66313"/>
                </a:lnTo>
                <a:lnTo>
                  <a:pt x="249004" y="65490"/>
                </a:lnTo>
                <a:lnTo>
                  <a:pt x="248887" y="64681"/>
                </a:lnTo>
                <a:lnTo>
                  <a:pt x="248745" y="63885"/>
                </a:lnTo>
                <a:lnTo>
                  <a:pt x="248578" y="63103"/>
                </a:lnTo>
                <a:lnTo>
                  <a:pt x="248385" y="62334"/>
                </a:lnTo>
                <a:lnTo>
                  <a:pt x="248167" y="61579"/>
                </a:lnTo>
                <a:lnTo>
                  <a:pt x="247923" y="60837"/>
                </a:lnTo>
                <a:lnTo>
                  <a:pt x="247653" y="60109"/>
                </a:lnTo>
                <a:lnTo>
                  <a:pt x="247358" y="59394"/>
                </a:lnTo>
                <a:lnTo>
                  <a:pt x="247037" y="58692"/>
                </a:lnTo>
                <a:lnTo>
                  <a:pt x="246691" y="58004"/>
                </a:lnTo>
                <a:lnTo>
                  <a:pt x="246320" y="57329"/>
                </a:lnTo>
                <a:lnTo>
                  <a:pt x="245923" y="56668"/>
                </a:lnTo>
                <a:lnTo>
                  <a:pt x="245500" y="56021"/>
                </a:lnTo>
                <a:lnTo>
                  <a:pt x="245052" y="55386"/>
                </a:lnTo>
                <a:lnTo>
                  <a:pt x="244578" y="54765"/>
                </a:lnTo>
                <a:lnTo>
                  <a:pt x="244079" y="54158"/>
                </a:lnTo>
                <a:lnTo>
                  <a:pt x="243555" y="53564"/>
                </a:lnTo>
                <a:lnTo>
                  <a:pt x="243004" y="52984"/>
                </a:lnTo>
                <a:lnTo>
                  <a:pt x="242429" y="52417"/>
                </a:lnTo>
                <a:lnTo>
                  <a:pt x="241828" y="51863"/>
                </a:lnTo>
                <a:lnTo>
                  <a:pt x="241201" y="51323"/>
                </a:lnTo>
                <a:lnTo>
                  <a:pt x="240549" y="50796"/>
                </a:lnTo>
                <a:lnTo>
                  <a:pt x="239876" y="50287"/>
                </a:lnTo>
                <a:lnTo>
                  <a:pt x="239186" y="49799"/>
                </a:lnTo>
                <a:lnTo>
                  <a:pt x="238481" y="49333"/>
                </a:lnTo>
                <a:lnTo>
                  <a:pt x="237759" y="48889"/>
                </a:lnTo>
                <a:lnTo>
                  <a:pt x="237021" y="48467"/>
                </a:lnTo>
                <a:lnTo>
                  <a:pt x="236268" y="48066"/>
                </a:lnTo>
                <a:lnTo>
                  <a:pt x="235497" y="47686"/>
                </a:lnTo>
                <a:lnTo>
                  <a:pt x="234711" y="47329"/>
                </a:lnTo>
                <a:lnTo>
                  <a:pt x="233909" y="46993"/>
                </a:lnTo>
                <a:lnTo>
                  <a:pt x="233090" y="46679"/>
                </a:lnTo>
                <a:lnTo>
                  <a:pt x="232255" y="46386"/>
                </a:lnTo>
                <a:lnTo>
                  <a:pt x="231404" y="46115"/>
                </a:lnTo>
                <a:lnTo>
                  <a:pt x="230537" y="45866"/>
                </a:lnTo>
                <a:lnTo>
                  <a:pt x="229654" y="45638"/>
                </a:lnTo>
                <a:lnTo>
                  <a:pt x="228754" y="45432"/>
                </a:lnTo>
                <a:lnTo>
                  <a:pt x="227839" y="45248"/>
                </a:lnTo>
                <a:lnTo>
                  <a:pt x="226907" y="45086"/>
                </a:lnTo>
                <a:lnTo>
                  <a:pt x="225959" y="44945"/>
                </a:lnTo>
                <a:lnTo>
                  <a:pt x="224995" y="44826"/>
                </a:lnTo>
                <a:lnTo>
                  <a:pt x="224014" y="44728"/>
                </a:lnTo>
                <a:lnTo>
                  <a:pt x="223018" y="44652"/>
                </a:lnTo>
                <a:lnTo>
                  <a:pt x="222005" y="44598"/>
                </a:lnTo>
                <a:lnTo>
                  <a:pt x="220976" y="44565"/>
                </a:lnTo>
                <a:lnTo>
                  <a:pt x="219931" y="44555"/>
                </a:lnTo>
                <a:lnTo>
                  <a:pt x="212978" y="44555"/>
                </a:lnTo>
                <a:lnTo>
                  <a:pt x="211843" y="44566"/>
                </a:lnTo>
                <a:lnTo>
                  <a:pt x="210728" y="44600"/>
                </a:lnTo>
                <a:lnTo>
                  <a:pt x="209634" y="44656"/>
                </a:lnTo>
                <a:lnTo>
                  <a:pt x="208561" y="44735"/>
                </a:lnTo>
                <a:lnTo>
                  <a:pt x="207508" y="44836"/>
                </a:lnTo>
                <a:lnTo>
                  <a:pt x="206475" y="44960"/>
                </a:lnTo>
                <a:lnTo>
                  <a:pt x="205464" y="45106"/>
                </a:lnTo>
                <a:lnTo>
                  <a:pt x="204472" y="45274"/>
                </a:lnTo>
                <a:lnTo>
                  <a:pt x="203502" y="45466"/>
                </a:lnTo>
                <a:lnTo>
                  <a:pt x="202552" y="45679"/>
                </a:lnTo>
                <a:lnTo>
                  <a:pt x="201622" y="45915"/>
                </a:lnTo>
                <a:lnTo>
                  <a:pt x="200713" y="46174"/>
                </a:lnTo>
                <a:lnTo>
                  <a:pt x="199825" y="46455"/>
                </a:lnTo>
                <a:lnTo>
                  <a:pt x="198957" y="46759"/>
                </a:lnTo>
                <a:lnTo>
                  <a:pt x="198110" y="47085"/>
                </a:lnTo>
                <a:lnTo>
                  <a:pt x="197283" y="47434"/>
                </a:lnTo>
                <a:lnTo>
                  <a:pt x="196477" y="47805"/>
                </a:lnTo>
                <a:lnTo>
                  <a:pt x="195692" y="48198"/>
                </a:lnTo>
                <a:lnTo>
                  <a:pt x="194927" y="48615"/>
                </a:lnTo>
                <a:lnTo>
                  <a:pt x="194182" y="49053"/>
                </a:lnTo>
                <a:lnTo>
                  <a:pt x="193459" y="49514"/>
                </a:lnTo>
                <a:lnTo>
                  <a:pt x="192756" y="49998"/>
                </a:lnTo>
                <a:lnTo>
                  <a:pt x="192073" y="50504"/>
                </a:lnTo>
                <a:lnTo>
                  <a:pt x="191411" y="51033"/>
                </a:lnTo>
                <a:lnTo>
                  <a:pt x="190773" y="51581"/>
                </a:lnTo>
                <a:lnTo>
                  <a:pt x="190162" y="52146"/>
                </a:lnTo>
                <a:lnTo>
                  <a:pt x="189578" y="52729"/>
                </a:lnTo>
                <a:lnTo>
                  <a:pt x="189021" y="53328"/>
                </a:lnTo>
                <a:lnTo>
                  <a:pt x="188492" y="53944"/>
                </a:lnTo>
                <a:lnTo>
                  <a:pt x="187989" y="54578"/>
                </a:lnTo>
                <a:lnTo>
                  <a:pt x="187514" y="55228"/>
                </a:lnTo>
                <a:lnTo>
                  <a:pt x="187066" y="55895"/>
                </a:lnTo>
                <a:lnTo>
                  <a:pt x="186645" y="56580"/>
                </a:lnTo>
                <a:lnTo>
                  <a:pt x="186251" y="57281"/>
                </a:lnTo>
                <a:lnTo>
                  <a:pt x="185885" y="57999"/>
                </a:lnTo>
                <a:lnTo>
                  <a:pt x="185545" y="58735"/>
                </a:lnTo>
                <a:lnTo>
                  <a:pt x="185233" y="59487"/>
                </a:lnTo>
                <a:lnTo>
                  <a:pt x="184948" y="60256"/>
                </a:lnTo>
                <a:lnTo>
                  <a:pt x="184690" y="61043"/>
                </a:lnTo>
                <a:lnTo>
                  <a:pt x="184459" y="61846"/>
                </a:lnTo>
                <a:lnTo>
                  <a:pt x="184255" y="62666"/>
                </a:lnTo>
                <a:lnTo>
                  <a:pt x="184079" y="63504"/>
                </a:lnTo>
                <a:lnTo>
                  <a:pt x="183930" y="64358"/>
                </a:lnTo>
                <a:lnTo>
                  <a:pt x="183807" y="65229"/>
                </a:lnTo>
                <a:lnTo>
                  <a:pt x="183712" y="66118"/>
                </a:lnTo>
                <a:lnTo>
                  <a:pt x="183644" y="67023"/>
                </a:lnTo>
                <a:lnTo>
                  <a:pt x="183604" y="67945"/>
                </a:lnTo>
                <a:lnTo>
                  <a:pt x="183590" y="68885"/>
                </a:lnTo>
                <a:lnTo>
                  <a:pt x="183599" y="69708"/>
                </a:lnTo>
                <a:lnTo>
                  <a:pt x="183624" y="70517"/>
                </a:lnTo>
                <a:lnTo>
                  <a:pt x="183667" y="71313"/>
                </a:lnTo>
                <a:lnTo>
                  <a:pt x="183726" y="72095"/>
                </a:lnTo>
                <a:lnTo>
                  <a:pt x="183803" y="72864"/>
                </a:lnTo>
                <a:lnTo>
                  <a:pt x="183896" y="73620"/>
                </a:lnTo>
                <a:lnTo>
                  <a:pt x="184007" y="74362"/>
                </a:lnTo>
                <a:lnTo>
                  <a:pt x="184134" y="75091"/>
                </a:lnTo>
                <a:lnTo>
                  <a:pt x="184279" y="75806"/>
                </a:lnTo>
                <a:lnTo>
                  <a:pt x="184441" y="76508"/>
                </a:lnTo>
                <a:lnTo>
                  <a:pt x="184619" y="77196"/>
                </a:lnTo>
                <a:lnTo>
                  <a:pt x="184815" y="77871"/>
                </a:lnTo>
                <a:lnTo>
                  <a:pt x="185027" y="78533"/>
                </a:lnTo>
                <a:lnTo>
                  <a:pt x="185257" y="79181"/>
                </a:lnTo>
                <a:lnTo>
                  <a:pt x="185504" y="79815"/>
                </a:lnTo>
                <a:lnTo>
                  <a:pt x="185767" y="80436"/>
                </a:lnTo>
                <a:lnTo>
                  <a:pt x="186048" y="81044"/>
                </a:lnTo>
                <a:lnTo>
                  <a:pt x="186346" y="81638"/>
                </a:lnTo>
                <a:lnTo>
                  <a:pt x="186660" y="82219"/>
                </a:lnTo>
                <a:lnTo>
                  <a:pt x="186992" y="82787"/>
                </a:lnTo>
                <a:lnTo>
                  <a:pt x="187341" y="83341"/>
                </a:lnTo>
                <a:lnTo>
                  <a:pt x="187707" y="83881"/>
                </a:lnTo>
                <a:lnTo>
                  <a:pt x="188089" y="84408"/>
                </a:lnTo>
                <a:lnTo>
                  <a:pt x="188489" y="84922"/>
                </a:lnTo>
                <a:lnTo>
                  <a:pt x="188904" y="85420"/>
                </a:lnTo>
                <a:lnTo>
                  <a:pt x="189333" y="85902"/>
                </a:lnTo>
                <a:lnTo>
                  <a:pt x="189775" y="86367"/>
                </a:lnTo>
                <a:lnTo>
                  <a:pt x="190232" y="86815"/>
                </a:lnTo>
                <a:lnTo>
                  <a:pt x="190702" y="87247"/>
                </a:lnTo>
                <a:lnTo>
                  <a:pt x="191185" y="87662"/>
                </a:lnTo>
                <a:lnTo>
                  <a:pt x="191683" y="88060"/>
                </a:lnTo>
                <a:lnTo>
                  <a:pt x="192194" y="88442"/>
                </a:lnTo>
                <a:lnTo>
                  <a:pt x="192718" y="88806"/>
                </a:lnTo>
                <a:lnTo>
                  <a:pt x="193257" y="89154"/>
                </a:lnTo>
                <a:lnTo>
                  <a:pt x="193809" y="89485"/>
                </a:lnTo>
                <a:lnTo>
                  <a:pt x="194375" y="89800"/>
                </a:lnTo>
                <a:lnTo>
                  <a:pt x="194955" y="90098"/>
                </a:lnTo>
                <a:lnTo>
                  <a:pt x="195548" y="90379"/>
                </a:lnTo>
                <a:lnTo>
                  <a:pt x="196155" y="90643"/>
                </a:lnTo>
                <a:lnTo>
                  <a:pt x="196776" y="90891"/>
                </a:lnTo>
                <a:lnTo>
                  <a:pt x="197410" y="91122"/>
                </a:lnTo>
                <a:lnTo>
                  <a:pt x="198058" y="91336"/>
                </a:lnTo>
                <a:lnTo>
                  <a:pt x="198720" y="91533"/>
                </a:lnTo>
                <a:lnTo>
                  <a:pt x="199396" y="91714"/>
                </a:lnTo>
                <a:lnTo>
                  <a:pt x="200085" y="91878"/>
                </a:lnTo>
                <a:lnTo>
                  <a:pt x="200788" y="92026"/>
                </a:lnTo>
                <a:lnTo>
                  <a:pt x="201505" y="92156"/>
                </a:lnTo>
                <a:lnTo>
                  <a:pt x="202236" y="92270"/>
                </a:lnTo>
                <a:lnTo>
                  <a:pt x="226250" y="95746"/>
                </a:lnTo>
                <a:lnTo>
                  <a:pt x="226680" y="95803"/>
                </a:lnTo>
                <a:lnTo>
                  <a:pt x="227100" y="95869"/>
                </a:lnTo>
                <a:lnTo>
                  <a:pt x="227512" y="95944"/>
                </a:lnTo>
                <a:lnTo>
                  <a:pt x="227913" y="96027"/>
                </a:lnTo>
                <a:lnTo>
                  <a:pt x="228306" y="96119"/>
                </a:lnTo>
                <a:lnTo>
                  <a:pt x="228689" y="96220"/>
                </a:lnTo>
                <a:lnTo>
                  <a:pt x="229063" y="96330"/>
                </a:lnTo>
                <a:lnTo>
                  <a:pt x="229428" y="96448"/>
                </a:lnTo>
                <a:lnTo>
                  <a:pt x="229783" y="96576"/>
                </a:lnTo>
                <a:lnTo>
                  <a:pt x="230129" y="96712"/>
                </a:lnTo>
                <a:lnTo>
                  <a:pt x="230465" y="96857"/>
                </a:lnTo>
                <a:lnTo>
                  <a:pt x="230793" y="97010"/>
                </a:lnTo>
                <a:lnTo>
                  <a:pt x="231110" y="97173"/>
                </a:lnTo>
                <a:lnTo>
                  <a:pt x="231419" y="97344"/>
                </a:lnTo>
                <a:lnTo>
                  <a:pt x="231718" y="97524"/>
                </a:lnTo>
                <a:lnTo>
                  <a:pt x="232008" y="97713"/>
                </a:lnTo>
                <a:lnTo>
                  <a:pt x="232289" y="97910"/>
                </a:lnTo>
                <a:lnTo>
                  <a:pt x="232560" y="98116"/>
                </a:lnTo>
                <a:lnTo>
                  <a:pt x="232822" y="98331"/>
                </a:lnTo>
                <a:lnTo>
                  <a:pt x="233074" y="98555"/>
                </a:lnTo>
                <a:lnTo>
                  <a:pt x="233317" y="98788"/>
                </a:lnTo>
                <a:lnTo>
                  <a:pt x="233551" y="99029"/>
                </a:lnTo>
                <a:lnTo>
                  <a:pt x="233776" y="99280"/>
                </a:lnTo>
                <a:lnTo>
                  <a:pt x="233991" y="99539"/>
                </a:lnTo>
                <a:lnTo>
                  <a:pt x="234197" y="99806"/>
                </a:lnTo>
                <a:lnTo>
                  <a:pt x="234395" y="100083"/>
                </a:lnTo>
                <a:lnTo>
                  <a:pt x="234584" y="100368"/>
                </a:lnTo>
                <a:lnTo>
                  <a:pt x="234764" y="100662"/>
                </a:lnTo>
                <a:lnTo>
                  <a:pt x="234935" y="100964"/>
                </a:lnTo>
                <a:lnTo>
                  <a:pt x="235098" y="101276"/>
                </a:lnTo>
                <a:lnTo>
                  <a:pt x="235251" y="101596"/>
                </a:lnTo>
                <a:lnTo>
                  <a:pt x="235396" y="101925"/>
                </a:lnTo>
                <a:lnTo>
                  <a:pt x="235532" y="102263"/>
                </a:lnTo>
                <a:lnTo>
                  <a:pt x="235660" y="102609"/>
                </a:lnTo>
                <a:lnTo>
                  <a:pt x="235778" y="102965"/>
                </a:lnTo>
                <a:lnTo>
                  <a:pt x="235888" y="103329"/>
                </a:lnTo>
                <a:lnTo>
                  <a:pt x="235989" y="103702"/>
                </a:lnTo>
                <a:lnTo>
                  <a:pt x="236081" y="104084"/>
                </a:lnTo>
                <a:lnTo>
                  <a:pt x="236164" y="104474"/>
                </a:lnTo>
                <a:lnTo>
                  <a:pt x="236239" y="104874"/>
                </a:lnTo>
                <a:lnTo>
                  <a:pt x="236305" y="105282"/>
                </a:lnTo>
                <a:lnTo>
                  <a:pt x="236362" y="105698"/>
                </a:lnTo>
                <a:lnTo>
                  <a:pt x="236410" y="106124"/>
                </a:lnTo>
                <a:lnTo>
                  <a:pt x="236450" y="106558"/>
                </a:lnTo>
                <a:lnTo>
                  <a:pt x="236481" y="107002"/>
                </a:lnTo>
                <a:lnTo>
                  <a:pt x="236503" y="107454"/>
                </a:lnTo>
                <a:lnTo>
                  <a:pt x="236516" y="107914"/>
                </a:lnTo>
                <a:lnTo>
                  <a:pt x="236520" y="108384"/>
                </a:lnTo>
                <a:lnTo>
                  <a:pt x="236513" y="108906"/>
                </a:lnTo>
                <a:lnTo>
                  <a:pt x="236490" y="109418"/>
                </a:lnTo>
                <a:lnTo>
                  <a:pt x="236452" y="109920"/>
                </a:lnTo>
                <a:lnTo>
                  <a:pt x="236399" y="110412"/>
                </a:lnTo>
                <a:lnTo>
                  <a:pt x="236331" y="110894"/>
                </a:lnTo>
                <a:lnTo>
                  <a:pt x="236248" y="111367"/>
                </a:lnTo>
                <a:lnTo>
                  <a:pt x="236150" y="111829"/>
                </a:lnTo>
                <a:lnTo>
                  <a:pt x="236037" y="112282"/>
                </a:lnTo>
                <a:lnTo>
                  <a:pt x="235909" y="112725"/>
                </a:lnTo>
                <a:lnTo>
                  <a:pt x="235765" y="113158"/>
                </a:lnTo>
                <a:lnTo>
                  <a:pt x="235607" y="113581"/>
                </a:lnTo>
                <a:lnTo>
                  <a:pt x="235433" y="113994"/>
                </a:lnTo>
                <a:lnTo>
                  <a:pt x="235245" y="114397"/>
                </a:lnTo>
                <a:lnTo>
                  <a:pt x="235041" y="114791"/>
                </a:lnTo>
                <a:lnTo>
                  <a:pt x="234822" y="115174"/>
                </a:lnTo>
                <a:lnTo>
                  <a:pt x="234588" y="115548"/>
                </a:lnTo>
                <a:lnTo>
                  <a:pt x="234339" y="115912"/>
                </a:lnTo>
                <a:lnTo>
                  <a:pt x="234075" y="116266"/>
                </a:lnTo>
                <a:lnTo>
                  <a:pt x="233796" y="116610"/>
                </a:lnTo>
                <a:lnTo>
                  <a:pt x="233502" y="116944"/>
                </a:lnTo>
                <a:lnTo>
                  <a:pt x="233192" y="117268"/>
                </a:lnTo>
                <a:lnTo>
                  <a:pt x="232868" y="117582"/>
                </a:lnTo>
                <a:lnTo>
                  <a:pt x="232528" y="117887"/>
                </a:lnTo>
                <a:lnTo>
                  <a:pt x="232173" y="118182"/>
                </a:lnTo>
                <a:lnTo>
                  <a:pt x="231805" y="118465"/>
                </a:lnTo>
                <a:lnTo>
                  <a:pt x="231425" y="118736"/>
                </a:lnTo>
                <a:lnTo>
                  <a:pt x="231032" y="118996"/>
                </a:lnTo>
                <a:lnTo>
                  <a:pt x="230627" y="119243"/>
                </a:lnTo>
                <a:lnTo>
                  <a:pt x="230209" y="119478"/>
                </a:lnTo>
                <a:lnTo>
                  <a:pt x="229779" y="119701"/>
                </a:lnTo>
                <a:lnTo>
                  <a:pt x="229337" y="119913"/>
                </a:lnTo>
                <a:lnTo>
                  <a:pt x="228882" y="120112"/>
                </a:lnTo>
                <a:lnTo>
                  <a:pt x="228415" y="120299"/>
                </a:lnTo>
                <a:lnTo>
                  <a:pt x="227936" y="120473"/>
                </a:lnTo>
                <a:lnTo>
                  <a:pt x="227445" y="120636"/>
                </a:lnTo>
                <a:lnTo>
                  <a:pt x="226941" y="120787"/>
                </a:lnTo>
                <a:lnTo>
                  <a:pt x="226424" y="120926"/>
                </a:lnTo>
                <a:lnTo>
                  <a:pt x="225896" y="121052"/>
                </a:lnTo>
                <a:lnTo>
                  <a:pt x="225355" y="121167"/>
                </a:lnTo>
                <a:lnTo>
                  <a:pt x="224802" y="121270"/>
                </a:lnTo>
                <a:lnTo>
                  <a:pt x="224236" y="121360"/>
                </a:lnTo>
                <a:lnTo>
                  <a:pt x="223658" y="121438"/>
                </a:lnTo>
                <a:lnTo>
                  <a:pt x="223068" y="121505"/>
                </a:lnTo>
                <a:lnTo>
                  <a:pt x="222465" y="121559"/>
                </a:lnTo>
                <a:lnTo>
                  <a:pt x="221850" y="121601"/>
                </a:lnTo>
                <a:lnTo>
                  <a:pt x="221223" y="121631"/>
                </a:lnTo>
                <a:lnTo>
                  <a:pt x="220583" y="121650"/>
                </a:lnTo>
                <a:lnTo>
                  <a:pt x="219931" y="121656"/>
                </a:lnTo>
                <a:lnTo>
                  <a:pt x="212978" y="121656"/>
                </a:lnTo>
                <a:lnTo>
                  <a:pt x="212339" y="121650"/>
                </a:lnTo>
                <a:lnTo>
                  <a:pt x="211712" y="121632"/>
                </a:lnTo>
                <a:lnTo>
                  <a:pt x="211097" y="121603"/>
                </a:lnTo>
                <a:lnTo>
                  <a:pt x="210494" y="121561"/>
                </a:lnTo>
                <a:lnTo>
                  <a:pt x="209904" y="121508"/>
                </a:lnTo>
                <a:lnTo>
                  <a:pt x="209325" y="121443"/>
                </a:lnTo>
                <a:lnTo>
                  <a:pt x="208758" y="121367"/>
                </a:lnTo>
                <a:lnTo>
                  <a:pt x="208203" y="121278"/>
                </a:lnTo>
                <a:lnTo>
                  <a:pt x="207661" y="121178"/>
                </a:lnTo>
                <a:lnTo>
                  <a:pt x="207130" y="121066"/>
                </a:lnTo>
                <a:lnTo>
                  <a:pt x="206612" y="120942"/>
                </a:lnTo>
                <a:lnTo>
                  <a:pt x="206106" y="120806"/>
                </a:lnTo>
                <a:lnTo>
                  <a:pt x="205611" y="120659"/>
                </a:lnTo>
                <a:lnTo>
                  <a:pt x="205129" y="120500"/>
                </a:lnTo>
                <a:lnTo>
                  <a:pt x="204659" y="120329"/>
                </a:lnTo>
                <a:lnTo>
                  <a:pt x="204201" y="120146"/>
                </a:lnTo>
                <a:lnTo>
                  <a:pt x="203755" y="119951"/>
                </a:lnTo>
                <a:lnTo>
                  <a:pt x="203321" y="119745"/>
                </a:lnTo>
                <a:lnTo>
                  <a:pt x="202899" y="119527"/>
                </a:lnTo>
                <a:lnTo>
                  <a:pt x="202489" y="119297"/>
                </a:lnTo>
                <a:lnTo>
                  <a:pt x="202091" y="119055"/>
                </a:lnTo>
                <a:lnTo>
                  <a:pt x="201705" y="118801"/>
                </a:lnTo>
                <a:lnTo>
                  <a:pt x="201332" y="118536"/>
                </a:lnTo>
                <a:lnTo>
                  <a:pt x="200970" y="118259"/>
                </a:lnTo>
                <a:lnTo>
                  <a:pt x="200622" y="117971"/>
                </a:lnTo>
                <a:lnTo>
                  <a:pt x="200289" y="117674"/>
                </a:lnTo>
                <a:lnTo>
                  <a:pt x="199970" y="117369"/>
                </a:lnTo>
                <a:lnTo>
                  <a:pt x="199667" y="117054"/>
                </a:lnTo>
                <a:lnTo>
                  <a:pt x="199378" y="116730"/>
                </a:lnTo>
                <a:lnTo>
                  <a:pt x="199104" y="116397"/>
                </a:lnTo>
                <a:lnTo>
                  <a:pt x="198845" y="116056"/>
                </a:lnTo>
                <a:lnTo>
                  <a:pt x="198601" y="115705"/>
                </a:lnTo>
                <a:lnTo>
                  <a:pt x="198371" y="115345"/>
                </a:lnTo>
                <a:lnTo>
                  <a:pt x="198156" y="114976"/>
                </a:lnTo>
                <a:lnTo>
                  <a:pt x="197956" y="114597"/>
                </a:lnTo>
                <a:lnTo>
                  <a:pt x="197771" y="114210"/>
                </a:lnTo>
                <a:lnTo>
                  <a:pt x="197601" y="113814"/>
                </a:lnTo>
                <a:lnTo>
                  <a:pt x="197446" y="113409"/>
                </a:lnTo>
                <a:lnTo>
                  <a:pt x="197305" y="112995"/>
                </a:lnTo>
                <a:lnTo>
                  <a:pt x="197179" y="112571"/>
                </a:lnTo>
                <a:lnTo>
                  <a:pt x="197068" y="112139"/>
                </a:lnTo>
                <a:lnTo>
                  <a:pt x="196972" y="111697"/>
                </a:lnTo>
                <a:lnTo>
                  <a:pt x="196890" y="111247"/>
                </a:lnTo>
                <a:lnTo>
                  <a:pt x="196824" y="110787"/>
                </a:lnTo>
                <a:lnTo>
                  <a:pt x="196772" y="110319"/>
                </a:lnTo>
                <a:lnTo>
                  <a:pt x="196735" y="109841"/>
                </a:lnTo>
                <a:lnTo>
                  <a:pt x="196713" y="109355"/>
                </a:lnTo>
                <a:lnTo>
                  <a:pt x="196705" y="108859"/>
                </a:lnTo>
                <a:lnTo>
                  <a:pt x="182486" y="108859"/>
                </a:lnTo>
                <a:lnTo>
                  <a:pt x="182492" y="109526"/>
                </a:lnTo>
                <a:lnTo>
                  <a:pt x="182511" y="110185"/>
                </a:lnTo>
                <a:lnTo>
                  <a:pt x="182542" y="110835"/>
                </a:lnTo>
                <a:lnTo>
                  <a:pt x="182585" y="111477"/>
                </a:lnTo>
                <a:lnTo>
                  <a:pt x="182640" y="112110"/>
                </a:lnTo>
                <a:lnTo>
                  <a:pt x="182708" y="112734"/>
                </a:lnTo>
                <a:lnTo>
                  <a:pt x="182788" y="113351"/>
                </a:lnTo>
                <a:lnTo>
                  <a:pt x="182881" y="113958"/>
                </a:lnTo>
                <a:lnTo>
                  <a:pt x="182986" y="114558"/>
                </a:lnTo>
                <a:lnTo>
                  <a:pt x="183103" y="115148"/>
                </a:lnTo>
                <a:lnTo>
                  <a:pt x="183232" y="115730"/>
                </a:lnTo>
                <a:lnTo>
                  <a:pt x="183374" y="116304"/>
                </a:lnTo>
                <a:lnTo>
                  <a:pt x="183529" y="116869"/>
                </a:lnTo>
                <a:lnTo>
                  <a:pt x="183695" y="117426"/>
                </a:lnTo>
                <a:lnTo>
                  <a:pt x="183874" y="117974"/>
                </a:lnTo>
                <a:lnTo>
                  <a:pt x="184065" y="118514"/>
                </a:lnTo>
                <a:lnTo>
                  <a:pt x="184269" y="119045"/>
                </a:lnTo>
                <a:lnTo>
                  <a:pt x="184485" y="119568"/>
                </a:lnTo>
                <a:lnTo>
                  <a:pt x="184713" y="120082"/>
                </a:lnTo>
                <a:lnTo>
                  <a:pt x="184954" y="120588"/>
                </a:lnTo>
                <a:lnTo>
                  <a:pt x="185207" y="121085"/>
                </a:lnTo>
                <a:lnTo>
                  <a:pt x="185472" y="121574"/>
                </a:lnTo>
                <a:lnTo>
                  <a:pt x="185750" y="122054"/>
                </a:lnTo>
                <a:lnTo>
                  <a:pt x="186040" y="122526"/>
                </a:lnTo>
                <a:lnTo>
                  <a:pt x="186342" y="122989"/>
                </a:lnTo>
                <a:lnTo>
                  <a:pt x="186655" y="123442"/>
                </a:lnTo>
                <a:lnTo>
                  <a:pt x="186980" y="123886"/>
                </a:lnTo>
                <a:lnTo>
                  <a:pt x="187317" y="124321"/>
                </a:lnTo>
                <a:lnTo>
                  <a:pt x="187665" y="124746"/>
                </a:lnTo>
                <a:lnTo>
                  <a:pt x="188025" y="125162"/>
                </a:lnTo>
                <a:lnTo>
                  <a:pt x="188396" y="125569"/>
                </a:lnTo>
                <a:lnTo>
                  <a:pt x="188779" y="125966"/>
                </a:lnTo>
                <a:lnTo>
                  <a:pt x="189173" y="126354"/>
                </a:lnTo>
                <a:lnTo>
                  <a:pt x="189578" y="126733"/>
                </a:lnTo>
                <a:lnTo>
                  <a:pt x="189996" y="127103"/>
                </a:lnTo>
                <a:lnTo>
                  <a:pt x="190424" y="127463"/>
                </a:lnTo>
                <a:lnTo>
                  <a:pt x="190864" y="127814"/>
                </a:lnTo>
                <a:lnTo>
                  <a:pt x="191316" y="128155"/>
                </a:lnTo>
                <a:lnTo>
                  <a:pt x="191779" y="128487"/>
                </a:lnTo>
                <a:lnTo>
                  <a:pt x="192254" y="128810"/>
                </a:lnTo>
                <a:lnTo>
                  <a:pt x="192740" y="129124"/>
                </a:lnTo>
                <a:lnTo>
                  <a:pt x="193238" y="129428"/>
                </a:lnTo>
                <a:lnTo>
                  <a:pt x="193747" y="129723"/>
                </a:lnTo>
                <a:lnTo>
                  <a:pt x="194268" y="130009"/>
                </a:lnTo>
                <a:lnTo>
                  <a:pt x="194801" y="130285"/>
                </a:lnTo>
                <a:lnTo>
                  <a:pt x="195344" y="130552"/>
                </a:lnTo>
                <a:lnTo>
                  <a:pt x="195900" y="130810"/>
                </a:lnTo>
                <a:lnTo>
                  <a:pt x="196466" y="131058"/>
                </a:lnTo>
                <a:lnTo>
                  <a:pt x="197044" y="131296"/>
                </a:lnTo>
                <a:lnTo>
                  <a:pt x="197631" y="131525"/>
                </a:lnTo>
                <a:lnTo>
                  <a:pt x="198228" y="131743"/>
                </a:lnTo>
                <a:lnTo>
                  <a:pt x="198834" y="131951"/>
                </a:lnTo>
                <a:lnTo>
                  <a:pt x="199450" y="132149"/>
                </a:lnTo>
                <a:lnTo>
                  <a:pt x="200076" y="132336"/>
                </a:lnTo>
                <a:lnTo>
                  <a:pt x="200711" y="132514"/>
                </a:lnTo>
                <a:lnTo>
                  <a:pt x="201356" y="132681"/>
                </a:lnTo>
                <a:lnTo>
                  <a:pt x="202010" y="132838"/>
                </a:lnTo>
                <a:lnTo>
                  <a:pt x="202674" y="132986"/>
                </a:lnTo>
                <a:lnTo>
                  <a:pt x="203348" y="133122"/>
                </a:lnTo>
                <a:lnTo>
                  <a:pt x="204031" y="133249"/>
                </a:lnTo>
                <a:lnTo>
                  <a:pt x="204724" y="133366"/>
                </a:lnTo>
                <a:lnTo>
                  <a:pt x="205426" y="133473"/>
                </a:lnTo>
                <a:lnTo>
                  <a:pt x="206138" y="133569"/>
                </a:lnTo>
                <a:lnTo>
                  <a:pt x="206860" y="133655"/>
                </a:lnTo>
                <a:lnTo>
                  <a:pt x="207591" y="133731"/>
                </a:lnTo>
                <a:lnTo>
                  <a:pt x="208332" y="133797"/>
                </a:lnTo>
                <a:lnTo>
                  <a:pt x="209082" y="133853"/>
                </a:lnTo>
                <a:lnTo>
                  <a:pt x="209842" y="133899"/>
                </a:lnTo>
                <a:lnTo>
                  <a:pt x="210612" y="133934"/>
                </a:lnTo>
                <a:lnTo>
                  <a:pt x="211391" y="133960"/>
                </a:lnTo>
                <a:lnTo>
                  <a:pt x="212180" y="133975"/>
                </a:lnTo>
                <a:lnTo>
                  <a:pt x="212978" y="133980"/>
                </a:lnTo>
                <a:lnTo>
                  <a:pt x="219931" y="133980"/>
                </a:lnTo>
                <a:lnTo>
                  <a:pt x="221131" y="133968"/>
                </a:lnTo>
                <a:lnTo>
                  <a:pt x="222308" y="133933"/>
                </a:lnTo>
                <a:lnTo>
                  <a:pt x="223462" y="133875"/>
                </a:lnTo>
                <a:lnTo>
                  <a:pt x="224594" y="133793"/>
                </a:lnTo>
                <a:close/>
                <a:moveTo>
                  <a:pt x="1158422" y="133793"/>
                </a:moveTo>
                <a:lnTo>
                  <a:pt x="1159531" y="133688"/>
                </a:lnTo>
                <a:lnTo>
                  <a:pt x="1160617" y="133560"/>
                </a:lnTo>
                <a:lnTo>
                  <a:pt x="1161680" y="133409"/>
                </a:lnTo>
                <a:lnTo>
                  <a:pt x="1162721" y="133234"/>
                </a:lnTo>
                <a:lnTo>
                  <a:pt x="1163738" y="133036"/>
                </a:lnTo>
                <a:lnTo>
                  <a:pt x="1164733" y="132814"/>
                </a:lnTo>
                <a:lnTo>
                  <a:pt x="1165705" y="132569"/>
                </a:lnTo>
                <a:lnTo>
                  <a:pt x="1166655" y="132301"/>
                </a:lnTo>
                <a:lnTo>
                  <a:pt x="1167581" y="132010"/>
                </a:lnTo>
                <a:lnTo>
                  <a:pt x="1168485" y="131695"/>
                </a:lnTo>
                <a:lnTo>
                  <a:pt x="1169366" y="131357"/>
                </a:lnTo>
                <a:lnTo>
                  <a:pt x="1170225" y="130996"/>
                </a:lnTo>
                <a:lnTo>
                  <a:pt x="1171060" y="130611"/>
                </a:lnTo>
                <a:lnTo>
                  <a:pt x="1171873" y="130203"/>
                </a:lnTo>
                <a:lnTo>
                  <a:pt x="1172663" y="129772"/>
                </a:lnTo>
                <a:lnTo>
                  <a:pt x="1173430" y="129317"/>
                </a:lnTo>
                <a:lnTo>
                  <a:pt x="1174175" y="128839"/>
                </a:lnTo>
                <a:lnTo>
                  <a:pt x="1174897" y="128338"/>
                </a:lnTo>
                <a:lnTo>
                  <a:pt x="1175595" y="127813"/>
                </a:lnTo>
                <a:lnTo>
                  <a:pt x="1176272" y="127266"/>
                </a:lnTo>
                <a:lnTo>
                  <a:pt x="1176923" y="126697"/>
                </a:lnTo>
                <a:lnTo>
                  <a:pt x="1177546" y="126109"/>
                </a:lnTo>
                <a:lnTo>
                  <a:pt x="1178142" y="125502"/>
                </a:lnTo>
                <a:lnTo>
                  <a:pt x="1178710" y="124876"/>
                </a:lnTo>
                <a:lnTo>
                  <a:pt x="1179250" y="124231"/>
                </a:lnTo>
                <a:lnTo>
                  <a:pt x="1179763" y="123568"/>
                </a:lnTo>
                <a:lnTo>
                  <a:pt x="1180248" y="122885"/>
                </a:lnTo>
                <a:lnTo>
                  <a:pt x="1180705" y="122184"/>
                </a:lnTo>
                <a:lnTo>
                  <a:pt x="1181134" y="121463"/>
                </a:lnTo>
                <a:lnTo>
                  <a:pt x="1181536" y="120724"/>
                </a:lnTo>
                <a:lnTo>
                  <a:pt x="1181910" y="119965"/>
                </a:lnTo>
                <a:lnTo>
                  <a:pt x="1182257" y="119188"/>
                </a:lnTo>
                <a:lnTo>
                  <a:pt x="1182575" y="118392"/>
                </a:lnTo>
                <a:lnTo>
                  <a:pt x="1182866" y="117577"/>
                </a:lnTo>
                <a:lnTo>
                  <a:pt x="1183129" y="116743"/>
                </a:lnTo>
                <a:lnTo>
                  <a:pt x="1183365" y="115890"/>
                </a:lnTo>
                <a:lnTo>
                  <a:pt x="1183573" y="115018"/>
                </a:lnTo>
                <a:lnTo>
                  <a:pt x="1183753" y="114127"/>
                </a:lnTo>
                <a:lnTo>
                  <a:pt x="1183905" y="113217"/>
                </a:lnTo>
                <a:lnTo>
                  <a:pt x="1184030" y="112288"/>
                </a:lnTo>
                <a:lnTo>
                  <a:pt x="1184127" y="111341"/>
                </a:lnTo>
                <a:lnTo>
                  <a:pt x="1184196" y="110374"/>
                </a:lnTo>
                <a:lnTo>
                  <a:pt x="1184238" y="109388"/>
                </a:lnTo>
                <a:lnTo>
                  <a:pt x="1184252" y="108384"/>
                </a:lnTo>
                <a:lnTo>
                  <a:pt x="1184242" y="107445"/>
                </a:lnTo>
                <a:lnTo>
                  <a:pt x="1184213" y="106522"/>
                </a:lnTo>
                <a:lnTo>
                  <a:pt x="1184165" y="105617"/>
                </a:lnTo>
                <a:lnTo>
                  <a:pt x="1184098" y="104729"/>
                </a:lnTo>
                <a:lnTo>
                  <a:pt x="1184011" y="103857"/>
                </a:lnTo>
                <a:lnTo>
                  <a:pt x="1183906" y="103003"/>
                </a:lnTo>
                <a:lnTo>
                  <a:pt x="1183781" y="102165"/>
                </a:lnTo>
                <a:lnTo>
                  <a:pt x="1183637" y="101345"/>
                </a:lnTo>
                <a:lnTo>
                  <a:pt x="1183474" y="100542"/>
                </a:lnTo>
                <a:lnTo>
                  <a:pt x="1183291" y="99755"/>
                </a:lnTo>
                <a:lnTo>
                  <a:pt x="1183090" y="98986"/>
                </a:lnTo>
                <a:lnTo>
                  <a:pt x="1182869" y="98234"/>
                </a:lnTo>
                <a:lnTo>
                  <a:pt x="1182629" y="97498"/>
                </a:lnTo>
                <a:lnTo>
                  <a:pt x="1182370" y="96780"/>
                </a:lnTo>
                <a:lnTo>
                  <a:pt x="1182091" y="96079"/>
                </a:lnTo>
                <a:lnTo>
                  <a:pt x="1181794" y="95394"/>
                </a:lnTo>
                <a:lnTo>
                  <a:pt x="1181477" y="94727"/>
                </a:lnTo>
                <a:lnTo>
                  <a:pt x="1181141" y="94077"/>
                </a:lnTo>
                <a:lnTo>
                  <a:pt x="1180785" y="93443"/>
                </a:lnTo>
                <a:lnTo>
                  <a:pt x="1180411" y="92827"/>
                </a:lnTo>
                <a:lnTo>
                  <a:pt x="1180017" y="92228"/>
                </a:lnTo>
                <a:lnTo>
                  <a:pt x="1179604" y="91645"/>
                </a:lnTo>
                <a:lnTo>
                  <a:pt x="1179172" y="91080"/>
                </a:lnTo>
                <a:lnTo>
                  <a:pt x="1178721" y="90532"/>
                </a:lnTo>
                <a:lnTo>
                  <a:pt x="1178251" y="90000"/>
                </a:lnTo>
                <a:lnTo>
                  <a:pt x="1177761" y="89486"/>
                </a:lnTo>
                <a:lnTo>
                  <a:pt x="1177253" y="88989"/>
                </a:lnTo>
                <a:lnTo>
                  <a:pt x="1176725" y="88508"/>
                </a:lnTo>
                <a:lnTo>
                  <a:pt x="1176178" y="88045"/>
                </a:lnTo>
                <a:lnTo>
                  <a:pt x="1175611" y="87599"/>
                </a:lnTo>
                <a:lnTo>
                  <a:pt x="1175026" y="87170"/>
                </a:lnTo>
                <a:lnTo>
                  <a:pt x="1174421" y="86757"/>
                </a:lnTo>
                <a:lnTo>
                  <a:pt x="1173797" y="86362"/>
                </a:lnTo>
                <a:lnTo>
                  <a:pt x="1173154" y="85984"/>
                </a:lnTo>
                <a:lnTo>
                  <a:pt x="1172491" y="85623"/>
                </a:lnTo>
                <a:lnTo>
                  <a:pt x="1171810" y="85279"/>
                </a:lnTo>
                <a:lnTo>
                  <a:pt x="1171109" y="84951"/>
                </a:lnTo>
                <a:lnTo>
                  <a:pt x="1170389" y="84641"/>
                </a:lnTo>
                <a:lnTo>
                  <a:pt x="1169650" y="84348"/>
                </a:lnTo>
                <a:lnTo>
                  <a:pt x="1168891" y="84072"/>
                </a:lnTo>
                <a:lnTo>
                  <a:pt x="1168114" y="83813"/>
                </a:lnTo>
                <a:lnTo>
                  <a:pt x="1167317" y="83570"/>
                </a:lnTo>
                <a:lnTo>
                  <a:pt x="1166501" y="83345"/>
                </a:lnTo>
                <a:lnTo>
                  <a:pt x="1165665" y="83137"/>
                </a:lnTo>
                <a:lnTo>
                  <a:pt x="1164811" y="82946"/>
                </a:lnTo>
                <a:lnTo>
                  <a:pt x="1163937" y="82772"/>
                </a:lnTo>
                <a:lnTo>
                  <a:pt x="1163044" y="82615"/>
                </a:lnTo>
                <a:lnTo>
                  <a:pt x="1162132" y="82475"/>
                </a:lnTo>
                <a:lnTo>
                  <a:pt x="1139697" y="79314"/>
                </a:lnTo>
                <a:lnTo>
                  <a:pt x="1139358" y="79258"/>
                </a:lnTo>
                <a:lnTo>
                  <a:pt x="1139026" y="79195"/>
                </a:lnTo>
                <a:lnTo>
                  <a:pt x="1138701" y="79124"/>
                </a:lnTo>
                <a:lnTo>
                  <a:pt x="1138382" y="79046"/>
                </a:lnTo>
                <a:lnTo>
                  <a:pt x="1138071" y="78962"/>
                </a:lnTo>
                <a:lnTo>
                  <a:pt x="1137766" y="78870"/>
                </a:lnTo>
                <a:lnTo>
                  <a:pt x="1137468" y="78771"/>
                </a:lnTo>
                <a:lnTo>
                  <a:pt x="1137178" y="78665"/>
                </a:lnTo>
                <a:lnTo>
                  <a:pt x="1136893" y="78552"/>
                </a:lnTo>
                <a:lnTo>
                  <a:pt x="1136616" y="78431"/>
                </a:lnTo>
                <a:lnTo>
                  <a:pt x="1136346" y="78304"/>
                </a:lnTo>
                <a:lnTo>
                  <a:pt x="1136082" y="78169"/>
                </a:lnTo>
                <a:lnTo>
                  <a:pt x="1135826" y="78027"/>
                </a:lnTo>
                <a:lnTo>
                  <a:pt x="1135576" y="77878"/>
                </a:lnTo>
                <a:lnTo>
                  <a:pt x="1135333" y="77722"/>
                </a:lnTo>
                <a:lnTo>
                  <a:pt x="1135097" y="77559"/>
                </a:lnTo>
                <a:lnTo>
                  <a:pt x="1134868" y="77389"/>
                </a:lnTo>
                <a:lnTo>
                  <a:pt x="1134645" y="77211"/>
                </a:lnTo>
                <a:lnTo>
                  <a:pt x="1134430" y="77027"/>
                </a:lnTo>
                <a:lnTo>
                  <a:pt x="1134221" y="76835"/>
                </a:lnTo>
                <a:lnTo>
                  <a:pt x="1134019" y="76636"/>
                </a:lnTo>
                <a:lnTo>
                  <a:pt x="1133824" y="76430"/>
                </a:lnTo>
                <a:lnTo>
                  <a:pt x="1133636" y="76217"/>
                </a:lnTo>
                <a:lnTo>
                  <a:pt x="1133455" y="75997"/>
                </a:lnTo>
                <a:lnTo>
                  <a:pt x="1133281" y="75770"/>
                </a:lnTo>
                <a:lnTo>
                  <a:pt x="1133114" y="75537"/>
                </a:lnTo>
                <a:lnTo>
                  <a:pt x="1132955" y="75298"/>
                </a:lnTo>
                <a:lnTo>
                  <a:pt x="1132803" y="75053"/>
                </a:lnTo>
                <a:lnTo>
                  <a:pt x="1132659" y="74801"/>
                </a:lnTo>
                <a:lnTo>
                  <a:pt x="1132522" y="74544"/>
                </a:lnTo>
                <a:lnTo>
                  <a:pt x="1132392" y="74281"/>
                </a:lnTo>
                <a:lnTo>
                  <a:pt x="1132270" y="74012"/>
                </a:lnTo>
                <a:lnTo>
                  <a:pt x="1132155" y="73737"/>
                </a:lnTo>
                <a:lnTo>
                  <a:pt x="1132048" y="73455"/>
                </a:lnTo>
                <a:lnTo>
                  <a:pt x="1131948" y="73168"/>
                </a:lnTo>
                <a:lnTo>
                  <a:pt x="1131855" y="72875"/>
                </a:lnTo>
                <a:lnTo>
                  <a:pt x="1131770" y="72575"/>
                </a:lnTo>
                <a:lnTo>
                  <a:pt x="1131692" y="72270"/>
                </a:lnTo>
                <a:lnTo>
                  <a:pt x="1131622" y="71959"/>
                </a:lnTo>
                <a:lnTo>
                  <a:pt x="1131559" y="71641"/>
                </a:lnTo>
                <a:lnTo>
                  <a:pt x="1131503" y="71318"/>
                </a:lnTo>
                <a:lnTo>
                  <a:pt x="1131455" y="70988"/>
                </a:lnTo>
                <a:lnTo>
                  <a:pt x="1131414" y="70653"/>
                </a:lnTo>
                <a:lnTo>
                  <a:pt x="1131381" y="70311"/>
                </a:lnTo>
                <a:lnTo>
                  <a:pt x="1131355" y="69964"/>
                </a:lnTo>
                <a:lnTo>
                  <a:pt x="1131336" y="69610"/>
                </a:lnTo>
                <a:lnTo>
                  <a:pt x="1131325" y="69250"/>
                </a:lnTo>
                <a:lnTo>
                  <a:pt x="1131322" y="68885"/>
                </a:lnTo>
                <a:lnTo>
                  <a:pt x="1131329" y="68415"/>
                </a:lnTo>
                <a:lnTo>
                  <a:pt x="1131350" y="67953"/>
                </a:lnTo>
                <a:lnTo>
                  <a:pt x="1131386" y="67500"/>
                </a:lnTo>
                <a:lnTo>
                  <a:pt x="1131436" y="67055"/>
                </a:lnTo>
                <a:lnTo>
                  <a:pt x="1131500" y="66618"/>
                </a:lnTo>
                <a:lnTo>
                  <a:pt x="1131578" y="66189"/>
                </a:lnTo>
                <a:lnTo>
                  <a:pt x="1131671" y="65769"/>
                </a:lnTo>
                <a:lnTo>
                  <a:pt x="1131778" y="65357"/>
                </a:lnTo>
                <a:lnTo>
                  <a:pt x="1131899" y="64953"/>
                </a:lnTo>
                <a:lnTo>
                  <a:pt x="1132035" y="64557"/>
                </a:lnTo>
                <a:lnTo>
                  <a:pt x="1132185" y="64169"/>
                </a:lnTo>
                <a:lnTo>
                  <a:pt x="1132349" y="63790"/>
                </a:lnTo>
                <a:lnTo>
                  <a:pt x="1132527" y="63419"/>
                </a:lnTo>
                <a:lnTo>
                  <a:pt x="1132719" y="63056"/>
                </a:lnTo>
                <a:lnTo>
                  <a:pt x="1132926" y="62702"/>
                </a:lnTo>
                <a:lnTo>
                  <a:pt x="1133147" y="62355"/>
                </a:lnTo>
                <a:lnTo>
                  <a:pt x="1133383" y="62017"/>
                </a:lnTo>
                <a:lnTo>
                  <a:pt x="1133632" y="61687"/>
                </a:lnTo>
                <a:lnTo>
                  <a:pt x="1133896" y="61365"/>
                </a:lnTo>
                <a:lnTo>
                  <a:pt x="1134174" y="61052"/>
                </a:lnTo>
                <a:lnTo>
                  <a:pt x="1134467" y="60747"/>
                </a:lnTo>
                <a:lnTo>
                  <a:pt x="1134774" y="60450"/>
                </a:lnTo>
                <a:lnTo>
                  <a:pt x="1135094" y="60161"/>
                </a:lnTo>
                <a:lnTo>
                  <a:pt x="1135430" y="59880"/>
                </a:lnTo>
                <a:lnTo>
                  <a:pt x="1135777" y="59610"/>
                </a:lnTo>
                <a:lnTo>
                  <a:pt x="1136136" y="59350"/>
                </a:lnTo>
                <a:lnTo>
                  <a:pt x="1136506" y="59103"/>
                </a:lnTo>
                <a:lnTo>
                  <a:pt x="1136887" y="58867"/>
                </a:lnTo>
                <a:lnTo>
                  <a:pt x="1137279" y="58642"/>
                </a:lnTo>
                <a:lnTo>
                  <a:pt x="1137681" y="58429"/>
                </a:lnTo>
                <a:lnTo>
                  <a:pt x="1138095" y="58227"/>
                </a:lnTo>
                <a:lnTo>
                  <a:pt x="1138520" y="58037"/>
                </a:lnTo>
                <a:lnTo>
                  <a:pt x="1138955" y="57859"/>
                </a:lnTo>
                <a:lnTo>
                  <a:pt x="1139402" y="57692"/>
                </a:lnTo>
                <a:lnTo>
                  <a:pt x="1139859" y="57536"/>
                </a:lnTo>
                <a:lnTo>
                  <a:pt x="1140328" y="57392"/>
                </a:lnTo>
                <a:lnTo>
                  <a:pt x="1140807" y="57260"/>
                </a:lnTo>
                <a:lnTo>
                  <a:pt x="1141298" y="57139"/>
                </a:lnTo>
                <a:lnTo>
                  <a:pt x="1141799" y="57030"/>
                </a:lnTo>
                <a:lnTo>
                  <a:pt x="1142312" y="56932"/>
                </a:lnTo>
                <a:lnTo>
                  <a:pt x="1142835" y="56845"/>
                </a:lnTo>
                <a:lnTo>
                  <a:pt x="1143370" y="56770"/>
                </a:lnTo>
                <a:lnTo>
                  <a:pt x="1143915" y="56707"/>
                </a:lnTo>
                <a:lnTo>
                  <a:pt x="1144471" y="56655"/>
                </a:lnTo>
                <a:lnTo>
                  <a:pt x="1145039" y="56615"/>
                </a:lnTo>
                <a:lnTo>
                  <a:pt x="1145617" y="56586"/>
                </a:lnTo>
                <a:lnTo>
                  <a:pt x="1146206" y="56569"/>
                </a:lnTo>
                <a:lnTo>
                  <a:pt x="1146806" y="56563"/>
                </a:lnTo>
                <a:lnTo>
                  <a:pt x="1153759" y="56563"/>
                </a:lnTo>
                <a:lnTo>
                  <a:pt x="1154295" y="56568"/>
                </a:lnTo>
                <a:lnTo>
                  <a:pt x="1154822" y="56584"/>
                </a:lnTo>
                <a:lnTo>
                  <a:pt x="1155340" y="56610"/>
                </a:lnTo>
                <a:lnTo>
                  <a:pt x="1155851" y="56646"/>
                </a:lnTo>
                <a:lnTo>
                  <a:pt x="1156352" y="56693"/>
                </a:lnTo>
                <a:lnTo>
                  <a:pt x="1156845" y="56751"/>
                </a:lnTo>
                <a:lnTo>
                  <a:pt x="1157330" y="56818"/>
                </a:lnTo>
                <a:lnTo>
                  <a:pt x="1157806" y="56897"/>
                </a:lnTo>
                <a:lnTo>
                  <a:pt x="1158273" y="56985"/>
                </a:lnTo>
                <a:lnTo>
                  <a:pt x="1158732" y="57084"/>
                </a:lnTo>
                <a:lnTo>
                  <a:pt x="1159183" y="57194"/>
                </a:lnTo>
                <a:lnTo>
                  <a:pt x="1159625" y="57313"/>
                </a:lnTo>
                <a:lnTo>
                  <a:pt x="1160058" y="57444"/>
                </a:lnTo>
                <a:lnTo>
                  <a:pt x="1160483" y="57584"/>
                </a:lnTo>
                <a:lnTo>
                  <a:pt x="1160900" y="57735"/>
                </a:lnTo>
                <a:lnTo>
                  <a:pt x="1161308" y="57897"/>
                </a:lnTo>
                <a:lnTo>
                  <a:pt x="1161707" y="58069"/>
                </a:lnTo>
                <a:lnTo>
                  <a:pt x="1162098" y="58251"/>
                </a:lnTo>
                <a:lnTo>
                  <a:pt x="1162481" y="58444"/>
                </a:lnTo>
                <a:lnTo>
                  <a:pt x="1162855" y="58647"/>
                </a:lnTo>
                <a:lnTo>
                  <a:pt x="1163220" y="58861"/>
                </a:lnTo>
                <a:lnTo>
                  <a:pt x="1163577" y="59085"/>
                </a:lnTo>
                <a:lnTo>
                  <a:pt x="1163926" y="59320"/>
                </a:lnTo>
                <a:lnTo>
                  <a:pt x="1164266" y="59565"/>
                </a:lnTo>
                <a:lnTo>
                  <a:pt x="1164595" y="59817"/>
                </a:lnTo>
                <a:lnTo>
                  <a:pt x="1164911" y="60076"/>
                </a:lnTo>
                <a:lnTo>
                  <a:pt x="1165215" y="60340"/>
                </a:lnTo>
                <a:lnTo>
                  <a:pt x="1165505" y="60609"/>
                </a:lnTo>
                <a:lnTo>
                  <a:pt x="1165783" y="60884"/>
                </a:lnTo>
                <a:lnTo>
                  <a:pt x="1166048" y="61164"/>
                </a:lnTo>
                <a:lnTo>
                  <a:pt x="1166300" y="61450"/>
                </a:lnTo>
                <a:lnTo>
                  <a:pt x="1166539" y="61741"/>
                </a:lnTo>
                <a:lnTo>
                  <a:pt x="1166765" y="62038"/>
                </a:lnTo>
                <a:lnTo>
                  <a:pt x="1166978" y="62340"/>
                </a:lnTo>
                <a:lnTo>
                  <a:pt x="1167179" y="62648"/>
                </a:lnTo>
                <a:lnTo>
                  <a:pt x="1167366" y="62961"/>
                </a:lnTo>
                <a:lnTo>
                  <a:pt x="1167541" y="63280"/>
                </a:lnTo>
                <a:lnTo>
                  <a:pt x="1167702" y="63604"/>
                </a:lnTo>
                <a:lnTo>
                  <a:pt x="1167851" y="63934"/>
                </a:lnTo>
                <a:lnTo>
                  <a:pt x="1167987" y="64269"/>
                </a:lnTo>
                <a:lnTo>
                  <a:pt x="1168110" y="64610"/>
                </a:lnTo>
                <a:lnTo>
                  <a:pt x="1168220" y="64956"/>
                </a:lnTo>
                <a:lnTo>
                  <a:pt x="1168317" y="65308"/>
                </a:lnTo>
                <a:lnTo>
                  <a:pt x="1168402" y="65665"/>
                </a:lnTo>
                <a:lnTo>
                  <a:pt x="1168473" y="66028"/>
                </a:lnTo>
                <a:lnTo>
                  <a:pt x="1168532" y="66396"/>
                </a:lnTo>
                <a:lnTo>
                  <a:pt x="1168577" y="66770"/>
                </a:lnTo>
                <a:lnTo>
                  <a:pt x="1168610" y="67149"/>
                </a:lnTo>
                <a:lnTo>
                  <a:pt x="1182988" y="67149"/>
                </a:lnTo>
                <a:lnTo>
                  <a:pt x="1182923" y="66313"/>
                </a:lnTo>
                <a:lnTo>
                  <a:pt x="1182832" y="65490"/>
                </a:lnTo>
                <a:lnTo>
                  <a:pt x="1182715" y="64681"/>
                </a:lnTo>
                <a:lnTo>
                  <a:pt x="1182574" y="63885"/>
                </a:lnTo>
                <a:lnTo>
                  <a:pt x="1182406" y="63103"/>
                </a:lnTo>
                <a:lnTo>
                  <a:pt x="1182213" y="62334"/>
                </a:lnTo>
                <a:lnTo>
                  <a:pt x="1181995" y="61579"/>
                </a:lnTo>
                <a:lnTo>
                  <a:pt x="1181751" y="60837"/>
                </a:lnTo>
                <a:lnTo>
                  <a:pt x="1181481" y="60109"/>
                </a:lnTo>
                <a:lnTo>
                  <a:pt x="1181186" y="59394"/>
                </a:lnTo>
                <a:lnTo>
                  <a:pt x="1180866" y="58692"/>
                </a:lnTo>
                <a:lnTo>
                  <a:pt x="1180520" y="58004"/>
                </a:lnTo>
                <a:lnTo>
                  <a:pt x="1180148" y="57329"/>
                </a:lnTo>
                <a:lnTo>
                  <a:pt x="1179751" y="56668"/>
                </a:lnTo>
                <a:lnTo>
                  <a:pt x="1179328" y="56021"/>
                </a:lnTo>
                <a:lnTo>
                  <a:pt x="1178880" y="55386"/>
                </a:lnTo>
                <a:lnTo>
                  <a:pt x="1178407" y="54765"/>
                </a:lnTo>
                <a:lnTo>
                  <a:pt x="1177907" y="54158"/>
                </a:lnTo>
                <a:lnTo>
                  <a:pt x="1177383" y="53564"/>
                </a:lnTo>
                <a:lnTo>
                  <a:pt x="1176833" y="52984"/>
                </a:lnTo>
                <a:lnTo>
                  <a:pt x="1176257" y="52417"/>
                </a:lnTo>
                <a:lnTo>
                  <a:pt x="1175656" y="51863"/>
                </a:lnTo>
                <a:lnTo>
                  <a:pt x="1175029" y="51323"/>
                </a:lnTo>
                <a:lnTo>
                  <a:pt x="1174377" y="50796"/>
                </a:lnTo>
                <a:lnTo>
                  <a:pt x="1173704" y="50287"/>
                </a:lnTo>
                <a:lnTo>
                  <a:pt x="1173014" y="49799"/>
                </a:lnTo>
                <a:lnTo>
                  <a:pt x="1172309" y="49333"/>
                </a:lnTo>
                <a:lnTo>
                  <a:pt x="1171587" y="48889"/>
                </a:lnTo>
                <a:lnTo>
                  <a:pt x="1170850" y="48467"/>
                </a:lnTo>
                <a:lnTo>
                  <a:pt x="1170096" y="48066"/>
                </a:lnTo>
                <a:lnTo>
                  <a:pt x="1169326" y="47686"/>
                </a:lnTo>
                <a:lnTo>
                  <a:pt x="1168539" y="47329"/>
                </a:lnTo>
                <a:lnTo>
                  <a:pt x="1167737" y="46993"/>
                </a:lnTo>
                <a:lnTo>
                  <a:pt x="1166918" y="46679"/>
                </a:lnTo>
                <a:lnTo>
                  <a:pt x="1166083" y="46386"/>
                </a:lnTo>
                <a:lnTo>
                  <a:pt x="1165232" y="46115"/>
                </a:lnTo>
                <a:lnTo>
                  <a:pt x="1164365" y="45866"/>
                </a:lnTo>
                <a:lnTo>
                  <a:pt x="1163482" y="45638"/>
                </a:lnTo>
                <a:lnTo>
                  <a:pt x="1162582" y="45432"/>
                </a:lnTo>
                <a:lnTo>
                  <a:pt x="1161667" y="45248"/>
                </a:lnTo>
                <a:lnTo>
                  <a:pt x="1160735" y="45086"/>
                </a:lnTo>
                <a:lnTo>
                  <a:pt x="1159787" y="44945"/>
                </a:lnTo>
                <a:lnTo>
                  <a:pt x="1158823" y="44826"/>
                </a:lnTo>
                <a:lnTo>
                  <a:pt x="1157842" y="44728"/>
                </a:lnTo>
                <a:lnTo>
                  <a:pt x="1156846" y="44652"/>
                </a:lnTo>
                <a:lnTo>
                  <a:pt x="1155833" y="44598"/>
                </a:lnTo>
                <a:lnTo>
                  <a:pt x="1154804" y="44565"/>
                </a:lnTo>
                <a:lnTo>
                  <a:pt x="1153759" y="44555"/>
                </a:lnTo>
                <a:lnTo>
                  <a:pt x="1146806" y="44555"/>
                </a:lnTo>
                <a:lnTo>
                  <a:pt x="1145671" y="44566"/>
                </a:lnTo>
                <a:lnTo>
                  <a:pt x="1144556" y="44600"/>
                </a:lnTo>
                <a:lnTo>
                  <a:pt x="1143462" y="44656"/>
                </a:lnTo>
                <a:lnTo>
                  <a:pt x="1142389" y="44735"/>
                </a:lnTo>
                <a:lnTo>
                  <a:pt x="1141336" y="44836"/>
                </a:lnTo>
                <a:lnTo>
                  <a:pt x="1140303" y="44960"/>
                </a:lnTo>
                <a:lnTo>
                  <a:pt x="1139292" y="45106"/>
                </a:lnTo>
                <a:lnTo>
                  <a:pt x="1138300" y="45274"/>
                </a:lnTo>
                <a:lnTo>
                  <a:pt x="1137330" y="45466"/>
                </a:lnTo>
                <a:lnTo>
                  <a:pt x="1136380" y="45679"/>
                </a:lnTo>
                <a:lnTo>
                  <a:pt x="1135450" y="45915"/>
                </a:lnTo>
                <a:lnTo>
                  <a:pt x="1134541" y="46174"/>
                </a:lnTo>
                <a:lnTo>
                  <a:pt x="1133653" y="46455"/>
                </a:lnTo>
                <a:lnTo>
                  <a:pt x="1132785" y="46759"/>
                </a:lnTo>
                <a:lnTo>
                  <a:pt x="1131938" y="47085"/>
                </a:lnTo>
                <a:lnTo>
                  <a:pt x="1131111" y="47434"/>
                </a:lnTo>
                <a:lnTo>
                  <a:pt x="1130305" y="47805"/>
                </a:lnTo>
                <a:lnTo>
                  <a:pt x="1129520" y="48198"/>
                </a:lnTo>
                <a:lnTo>
                  <a:pt x="1128755" y="48615"/>
                </a:lnTo>
                <a:lnTo>
                  <a:pt x="1128011" y="49053"/>
                </a:lnTo>
                <a:lnTo>
                  <a:pt x="1127287" y="49514"/>
                </a:lnTo>
                <a:lnTo>
                  <a:pt x="1126584" y="49998"/>
                </a:lnTo>
                <a:lnTo>
                  <a:pt x="1125901" y="50504"/>
                </a:lnTo>
                <a:lnTo>
                  <a:pt x="1125239" y="51033"/>
                </a:lnTo>
                <a:lnTo>
                  <a:pt x="1124601" y="51581"/>
                </a:lnTo>
                <a:lnTo>
                  <a:pt x="1123990" y="52146"/>
                </a:lnTo>
                <a:lnTo>
                  <a:pt x="1123406" y="52729"/>
                </a:lnTo>
                <a:lnTo>
                  <a:pt x="1122849" y="53328"/>
                </a:lnTo>
                <a:lnTo>
                  <a:pt x="1122320" y="53944"/>
                </a:lnTo>
                <a:lnTo>
                  <a:pt x="1121817" y="54578"/>
                </a:lnTo>
                <a:lnTo>
                  <a:pt x="1121342" y="55228"/>
                </a:lnTo>
                <a:lnTo>
                  <a:pt x="1120894" y="55895"/>
                </a:lnTo>
                <a:lnTo>
                  <a:pt x="1120473" y="56580"/>
                </a:lnTo>
                <a:lnTo>
                  <a:pt x="1120080" y="57281"/>
                </a:lnTo>
                <a:lnTo>
                  <a:pt x="1119713" y="57999"/>
                </a:lnTo>
                <a:lnTo>
                  <a:pt x="1119373" y="58735"/>
                </a:lnTo>
                <a:lnTo>
                  <a:pt x="1119061" y="59487"/>
                </a:lnTo>
                <a:lnTo>
                  <a:pt x="1118776" y="60256"/>
                </a:lnTo>
                <a:lnTo>
                  <a:pt x="1118518" y="61043"/>
                </a:lnTo>
                <a:lnTo>
                  <a:pt x="1118287" y="61846"/>
                </a:lnTo>
                <a:lnTo>
                  <a:pt x="1118084" y="62666"/>
                </a:lnTo>
                <a:lnTo>
                  <a:pt x="1117907" y="63504"/>
                </a:lnTo>
                <a:lnTo>
                  <a:pt x="1117758" y="64358"/>
                </a:lnTo>
                <a:lnTo>
                  <a:pt x="1117636" y="65229"/>
                </a:lnTo>
                <a:lnTo>
                  <a:pt x="1117541" y="66118"/>
                </a:lnTo>
                <a:lnTo>
                  <a:pt x="1117473" y="67023"/>
                </a:lnTo>
                <a:lnTo>
                  <a:pt x="1117432" y="67945"/>
                </a:lnTo>
                <a:lnTo>
                  <a:pt x="1117418" y="68885"/>
                </a:lnTo>
                <a:lnTo>
                  <a:pt x="1117427" y="69708"/>
                </a:lnTo>
                <a:lnTo>
                  <a:pt x="1117452" y="70517"/>
                </a:lnTo>
                <a:lnTo>
                  <a:pt x="1117495" y="71313"/>
                </a:lnTo>
                <a:lnTo>
                  <a:pt x="1117554" y="72095"/>
                </a:lnTo>
                <a:lnTo>
                  <a:pt x="1117631" y="72864"/>
                </a:lnTo>
                <a:lnTo>
                  <a:pt x="1117724" y="73620"/>
                </a:lnTo>
                <a:lnTo>
                  <a:pt x="1117835" y="74362"/>
                </a:lnTo>
                <a:lnTo>
                  <a:pt x="1117963" y="75091"/>
                </a:lnTo>
                <a:lnTo>
                  <a:pt x="1118107" y="75806"/>
                </a:lnTo>
                <a:lnTo>
                  <a:pt x="1118269" y="76508"/>
                </a:lnTo>
                <a:lnTo>
                  <a:pt x="1118447" y="77196"/>
                </a:lnTo>
                <a:lnTo>
                  <a:pt x="1118643" y="77871"/>
                </a:lnTo>
                <a:lnTo>
                  <a:pt x="1118856" y="78533"/>
                </a:lnTo>
                <a:lnTo>
                  <a:pt x="1119085" y="79181"/>
                </a:lnTo>
                <a:lnTo>
                  <a:pt x="1119332" y="79815"/>
                </a:lnTo>
                <a:lnTo>
                  <a:pt x="1119596" y="80436"/>
                </a:lnTo>
                <a:lnTo>
                  <a:pt x="1119876" y="81044"/>
                </a:lnTo>
                <a:lnTo>
                  <a:pt x="1120174" y="81638"/>
                </a:lnTo>
                <a:lnTo>
                  <a:pt x="1120489" y="82219"/>
                </a:lnTo>
                <a:lnTo>
                  <a:pt x="1120820" y="82787"/>
                </a:lnTo>
                <a:lnTo>
                  <a:pt x="1121169" y="83341"/>
                </a:lnTo>
                <a:lnTo>
                  <a:pt x="1121535" y="83881"/>
                </a:lnTo>
                <a:lnTo>
                  <a:pt x="1121917" y="84408"/>
                </a:lnTo>
                <a:lnTo>
                  <a:pt x="1122317" y="84922"/>
                </a:lnTo>
                <a:lnTo>
                  <a:pt x="1122732" y="85420"/>
                </a:lnTo>
                <a:lnTo>
                  <a:pt x="1123161" y="85902"/>
                </a:lnTo>
                <a:lnTo>
                  <a:pt x="1123604" y="86367"/>
                </a:lnTo>
                <a:lnTo>
                  <a:pt x="1124060" y="86815"/>
                </a:lnTo>
                <a:lnTo>
                  <a:pt x="1124530" y="87247"/>
                </a:lnTo>
                <a:lnTo>
                  <a:pt x="1125013" y="87662"/>
                </a:lnTo>
                <a:lnTo>
                  <a:pt x="1125511" y="88060"/>
                </a:lnTo>
                <a:lnTo>
                  <a:pt x="1126022" y="88442"/>
                </a:lnTo>
                <a:lnTo>
                  <a:pt x="1126547" y="88806"/>
                </a:lnTo>
                <a:lnTo>
                  <a:pt x="1127085" y="89154"/>
                </a:lnTo>
                <a:lnTo>
                  <a:pt x="1127637" y="89485"/>
                </a:lnTo>
                <a:lnTo>
                  <a:pt x="1128203" y="89800"/>
                </a:lnTo>
                <a:lnTo>
                  <a:pt x="1128783" y="90098"/>
                </a:lnTo>
                <a:lnTo>
                  <a:pt x="1129376" y="90379"/>
                </a:lnTo>
                <a:lnTo>
                  <a:pt x="1129983" y="90643"/>
                </a:lnTo>
                <a:lnTo>
                  <a:pt x="1130604" y="90891"/>
                </a:lnTo>
                <a:lnTo>
                  <a:pt x="1131238" y="91122"/>
                </a:lnTo>
                <a:lnTo>
                  <a:pt x="1131887" y="91336"/>
                </a:lnTo>
                <a:lnTo>
                  <a:pt x="1132549" y="91533"/>
                </a:lnTo>
                <a:lnTo>
                  <a:pt x="1133224" y="91714"/>
                </a:lnTo>
                <a:lnTo>
                  <a:pt x="1133913" y="91878"/>
                </a:lnTo>
                <a:lnTo>
                  <a:pt x="1134617" y="92026"/>
                </a:lnTo>
                <a:lnTo>
                  <a:pt x="1135333" y="92156"/>
                </a:lnTo>
                <a:lnTo>
                  <a:pt x="1136064" y="92270"/>
                </a:lnTo>
                <a:lnTo>
                  <a:pt x="1160078" y="95746"/>
                </a:lnTo>
                <a:lnTo>
                  <a:pt x="1160508" y="95803"/>
                </a:lnTo>
                <a:lnTo>
                  <a:pt x="1160928" y="95869"/>
                </a:lnTo>
                <a:lnTo>
                  <a:pt x="1161340" y="95944"/>
                </a:lnTo>
                <a:lnTo>
                  <a:pt x="1161742" y="96027"/>
                </a:lnTo>
                <a:lnTo>
                  <a:pt x="1162134" y="96119"/>
                </a:lnTo>
                <a:lnTo>
                  <a:pt x="1162517" y="96220"/>
                </a:lnTo>
                <a:lnTo>
                  <a:pt x="1162891" y="96330"/>
                </a:lnTo>
                <a:lnTo>
                  <a:pt x="1163256" y="96448"/>
                </a:lnTo>
                <a:lnTo>
                  <a:pt x="1163611" y="96576"/>
                </a:lnTo>
                <a:lnTo>
                  <a:pt x="1163957" y="96712"/>
                </a:lnTo>
                <a:lnTo>
                  <a:pt x="1164293" y="96857"/>
                </a:lnTo>
                <a:lnTo>
                  <a:pt x="1164621" y="97010"/>
                </a:lnTo>
                <a:lnTo>
                  <a:pt x="1164939" y="97173"/>
                </a:lnTo>
                <a:lnTo>
                  <a:pt x="1165247" y="97344"/>
                </a:lnTo>
                <a:lnTo>
                  <a:pt x="1165546" y="97524"/>
                </a:lnTo>
                <a:lnTo>
                  <a:pt x="1165836" y="97713"/>
                </a:lnTo>
                <a:lnTo>
                  <a:pt x="1166117" y="97910"/>
                </a:lnTo>
                <a:lnTo>
                  <a:pt x="1166388" y="98116"/>
                </a:lnTo>
                <a:lnTo>
                  <a:pt x="1166650" y="98331"/>
                </a:lnTo>
                <a:lnTo>
                  <a:pt x="1166902" y="98555"/>
                </a:lnTo>
                <a:lnTo>
                  <a:pt x="1167146" y="98788"/>
                </a:lnTo>
                <a:lnTo>
                  <a:pt x="1167379" y="99029"/>
                </a:lnTo>
                <a:lnTo>
                  <a:pt x="1167604" y="99280"/>
                </a:lnTo>
                <a:lnTo>
                  <a:pt x="1167819" y="99539"/>
                </a:lnTo>
                <a:lnTo>
                  <a:pt x="1168026" y="99806"/>
                </a:lnTo>
                <a:lnTo>
                  <a:pt x="1168223" y="100083"/>
                </a:lnTo>
                <a:lnTo>
                  <a:pt x="1168412" y="100368"/>
                </a:lnTo>
                <a:lnTo>
                  <a:pt x="1168592" y="100662"/>
                </a:lnTo>
                <a:lnTo>
                  <a:pt x="1168763" y="100964"/>
                </a:lnTo>
                <a:lnTo>
                  <a:pt x="1168926" y="101276"/>
                </a:lnTo>
                <a:lnTo>
                  <a:pt x="1169079" y="101596"/>
                </a:lnTo>
                <a:lnTo>
                  <a:pt x="1169224" y="101925"/>
                </a:lnTo>
                <a:lnTo>
                  <a:pt x="1169360" y="102263"/>
                </a:lnTo>
                <a:lnTo>
                  <a:pt x="1169488" y="102609"/>
                </a:lnTo>
                <a:lnTo>
                  <a:pt x="1169606" y="102965"/>
                </a:lnTo>
                <a:lnTo>
                  <a:pt x="1169716" y="103329"/>
                </a:lnTo>
                <a:lnTo>
                  <a:pt x="1169817" y="103702"/>
                </a:lnTo>
                <a:lnTo>
                  <a:pt x="1169909" y="104084"/>
                </a:lnTo>
                <a:lnTo>
                  <a:pt x="1169993" y="104474"/>
                </a:lnTo>
                <a:lnTo>
                  <a:pt x="1170067" y="104874"/>
                </a:lnTo>
                <a:lnTo>
                  <a:pt x="1170133" y="105282"/>
                </a:lnTo>
                <a:lnTo>
                  <a:pt x="1170190" y="105698"/>
                </a:lnTo>
                <a:lnTo>
                  <a:pt x="1170238" y="106124"/>
                </a:lnTo>
                <a:lnTo>
                  <a:pt x="1170278" y="106558"/>
                </a:lnTo>
                <a:lnTo>
                  <a:pt x="1170309" y="107002"/>
                </a:lnTo>
                <a:lnTo>
                  <a:pt x="1170331" y="107454"/>
                </a:lnTo>
                <a:lnTo>
                  <a:pt x="1170344" y="107914"/>
                </a:lnTo>
                <a:lnTo>
                  <a:pt x="1170348" y="108384"/>
                </a:lnTo>
                <a:lnTo>
                  <a:pt x="1170341" y="108906"/>
                </a:lnTo>
                <a:lnTo>
                  <a:pt x="1170318" y="109418"/>
                </a:lnTo>
                <a:lnTo>
                  <a:pt x="1170280" y="109920"/>
                </a:lnTo>
                <a:lnTo>
                  <a:pt x="1170227" y="110412"/>
                </a:lnTo>
                <a:lnTo>
                  <a:pt x="1170160" y="110894"/>
                </a:lnTo>
                <a:lnTo>
                  <a:pt x="1170077" y="111367"/>
                </a:lnTo>
                <a:lnTo>
                  <a:pt x="1169978" y="111829"/>
                </a:lnTo>
                <a:lnTo>
                  <a:pt x="1169865" y="112282"/>
                </a:lnTo>
                <a:lnTo>
                  <a:pt x="1169737" y="112725"/>
                </a:lnTo>
                <a:lnTo>
                  <a:pt x="1169594" y="113158"/>
                </a:lnTo>
                <a:lnTo>
                  <a:pt x="1169435" y="113581"/>
                </a:lnTo>
                <a:lnTo>
                  <a:pt x="1169262" y="113994"/>
                </a:lnTo>
                <a:lnTo>
                  <a:pt x="1169073" y="114397"/>
                </a:lnTo>
                <a:lnTo>
                  <a:pt x="1168869" y="114791"/>
                </a:lnTo>
                <a:lnTo>
                  <a:pt x="1168650" y="115174"/>
                </a:lnTo>
                <a:lnTo>
                  <a:pt x="1168416" y="115548"/>
                </a:lnTo>
                <a:lnTo>
                  <a:pt x="1168167" y="115912"/>
                </a:lnTo>
                <a:lnTo>
                  <a:pt x="1167903" y="116266"/>
                </a:lnTo>
                <a:lnTo>
                  <a:pt x="1167624" y="116610"/>
                </a:lnTo>
                <a:lnTo>
                  <a:pt x="1167330" y="116944"/>
                </a:lnTo>
                <a:lnTo>
                  <a:pt x="1167020" y="117268"/>
                </a:lnTo>
                <a:lnTo>
                  <a:pt x="1166696" y="117582"/>
                </a:lnTo>
                <a:lnTo>
                  <a:pt x="1166356" y="117887"/>
                </a:lnTo>
                <a:lnTo>
                  <a:pt x="1166001" y="118182"/>
                </a:lnTo>
                <a:lnTo>
                  <a:pt x="1165633" y="118465"/>
                </a:lnTo>
                <a:lnTo>
                  <a:pt x="1165253" y="118736"/>
                </a:lnTo>
                <a:lnTo>
                  <a:pt x="1164860" y="118996"/>
                </a:lnTo>
                <a:lnTo>
                  <a:pt x="1164455" y="119243"/>
                </a:lnTo>
                <a:lnTo>
                  <a:pt x="1164037" y="119478"/>
                </a:lnTo>
                <a:lnTo>
                  <a:pt x="1163607" y="119701"/>
                </a:lnTo>
                <a:lnTo>
                  <a:pt x="1163165" y="119913"/>
                </a:lnTo>
                <a:lnTo>
                  <a:pt x="1162710" y="120112"/>
                </a:lnTo>
                <a:lnTo>
                  <a:pt x="1162244" y="120299"/>
                </a:lnTo>
                <a:lnTo>
                  <a:pt x="1161764" y="120473"/>
                </a:lnTo>
                <a:lnTo>
                  <a:pt x="1161273" y="120636"/>
                </a:lnTo>
                <a:lnTo>
                  <a:pt x="1160769" y="120787"/>
                </a:lnTo>
                <a:lnTo>
                  <a:pt x="1160252" y="120926"/>
                </a:lnTo>
                <a:lnTo>
                  <a:pt x="1159724" y="121052"/>
                </a:lnTo>
                <a:lnTo>
                  <a:pt x="1159183" y="121167"/>
                </a:lnTo>
                <a:lnTo>
                  <a:pt x="1158630" y="121270"/>
                </a:lnTo>
                <a:lnTo>
                  <a:pt x="1158064" y="121360"/>
                </a:lnTo>
                <a:lnTo>
                  <a:pt x="1157486" y="121438"/>
                </a:lnTo>
                <a:lnTo>
                  <a:pt x="1156896" y="121505"/>
                </a:lnTo>
                <a:lnTo>
                  <a:pt x="1156293" y="121559"/>
                </a:lnTo>
                <a:lnTo>
                  <a:pt x="1155678" y="121601"/>
                </a:lnTo>
                <a:lnTo>
                  <a:pt x="1155051" y="121631"/>
                </a:lnTo>
                <a:lnTo>
                  <a:pt x="1154411" y="121650"/>
                </a:lnTo>
                <a:lnTo>
                  <a:pt x="1153759" y="121656"/>
                </a:lnTo>
                <a:lnTo>
                  <a:pt x="1146806" y="121656"/>
                </a:lnTo>
                <a:lnTo>
                  <a:pt x="1146167" y="121650"/>
                </a:lnTo>
                <a:lnTo>
                  <a:pt x="1145540" y="121632"/>
                </a:lnTo>
                <a:lnTo>
                  <a:pt x="1144925" y="121603"/>
                </a:lnTo>
                <a:lnTo>
                  <a:pt x="1144322" y="121561"/>
                </a:lnTo>
                <a:lnTo>
                  <a:pt x="1143732" y="121508"/>
                </a:lnTo>
                <a:lnTo>
                  <a:pt x="1143153" y="121443"/>
                </a:lnTo>
                <a:lnTo>
                  <a:pt x="1142586" y="121367"/>
                </a:lnTo>
                <a:lnTo>
                  <a:pt x="1142032" y="121278"/>
                </a:lnTo>
                <a:lnTo>
                  <a:pt x="1141489" y="121178"/>
                </a:lnTo>
                <a:lnTo>
                  <a:pt x="1140959" y="121066"/>
                </a:lnTo>
                <a:lnTo>
                  <a:pt x="1140440" y="120942"/>
                </a:lnTo>
                <a:lnTo>
                  <a:pt x="1139934" y="120806"/>
                </a:lnTo>
                <a:lnTo>
                  <a:pt x="1139439" y="120659"/>
                </a:lnTo>
                <a:lnTo>
                  <a:pt x="1138957" y="120500"/>
                </a:lnTo>
                <a:lnTo>
                  <a:pt x="1138487" y="120329"/>
                </a:lnTo>
                <a:lnTo>
                  <a:pt x="1138029" y="120146"/>
                </a:lnTo>
                <a:lnTo>
                  <a:pt x="1137583" y="119951"/>
                </a:lnTo>
                <a:lnTo>
                  <a:pt x="1137149" y="119745"/>
                </a:lnTo>
                <a:lnTo>
                  <a:pt x="1136727" y="119527"/>
                </a:lnTo>
                <a:lnTo>
                  <a:pt x="1136317" y="119297"/>
                </a:lnTo>
                <a:lnTo>
                  <a:pt x="1135919" y="119055"/>
                </a:lnTo>
                <a:lnTo>
                  <a:pt x="1135533" y="118801"/>
                </a:lnTo>
                <a:lnTo>
                  <a:pt x="1135160" y="118536"/>
                </a:lnTo>
                <a:lnTo>
                  <a:pt x="1134798" y="118259"/>
                </a:lnTo>
                <a:lnTo>
                  <a:pt x="1134450" y="117971"/>
                </a:lnTo>
                <a:lnTo>
                  <a:pt x="1134117" y="117674"/>
                </a:lnTo>
                <a:lnTo>
                  <a:pt x="1133798" y="117369"/>
                </a:lnTo>
                <a:lnTo>
                  <a:pt x="1133495" y="117054"/>
                </a:lnTo>
                <a:lnTo>
                  <a:pt x="1133206" y="116730"/>
                </a:lnTo>
                <a:lnTo>
                  <a:pt x="1132932" y="116397"/>
                </a:lnTo>
                <a:lnTo>
                  <a:pt x="1132673" y="116056"/>
                </a:lnTo>
                <a:lnTo>
                  <a:pt x="1132429" y="115705"/>
                </a:lnTo>
                <a:lnTo>
                  <a:pt x="1132199" y="115345"/>
                </a:lnTo>
                <a:lnTo>
                  <a:pt x="1131984" y="114976"/>
                </a:lnTo>
                <a:lnTo>
                  <a:pt x="1131785" y="114597"/>
                </a:lnTo>
                <a:lnTo>
                  <a:pt x="1131599" y="114210"/>
                </a:lnTo>
                <a:lnTo>
                  <a:pt x="1131429" y="113814"/>
                </a:lnTo>
                <a:lnTo>
                  <a:pt x="1131274" y="113409"/>
                </a:lnTo>
                <a:lnTo>
                  <a:pt x="1131133" y="112995"/>
                </a:lnTo>
                <a:lnTo>
                  <a:pt x="1131007" y="112571"/>
                </a:lnTo>
                <a:lnTo>
                  <a:pt x="1130896" y="112139"/>
                </a:lnTo>
                <a:lnTo>
                  <a:pt x="1130800" y="111697"/>
                </a:lnTo>
                <a:lnTo>
                  <a:pt x="1130718" y="111247"/>
                </a:lnTo>
                <a:lnTo>
                  <a:pt x="1130652" y="110787"/>
                </a:lnTo>
                <a:lnTo>
                  <a:pt x="1130600" y="110319"/>
                </a:lnTo>
                <a:lnTo>
                  <a:pt x="1130563" y="109841"/>
                </a:lnTo>
                <a:lnTo>
                  <a:pt x="1130541" y="109355"/>
                </a:lnTo>
                <a:lnTo>
                  <a:pt x="1130533" y="108859"/>
                </a:lnTo>
                <a:lnTo>
                  <a:pt x="1116314" y="108859"/>
                </a:lnTo>
                <a:lnTo>
                  <a:pt x="1116320" y="109526"/>
                </a:lnTo>
                <a:lnTo>
                  <a:pt x="1116339" y="110185"/>
                </a:lnTo>
                <a:lnTo>
                  <a:pt x="1116370" y="110835"/>
                </a:lnTo>
                <a:lnTo>
                  <a:pt x="1116413" y="111477"/>
                </a:lnTo>
                <a:lnTo>
                  <a:pt x="1116468" y="112110"/>
                </a:lnTo>
                <a:lnTo>
                  <a:pt x="1116536" y="112734"/>
                </a:lnTo>
                <a:lnTo>
                  <a:pt x="1116616" y="113351"/>
                </a:lnTo>
                <a:lnTo>
                  <a:pt x="1116709" y="113958"/>
                </a:lnTo>
                <a:lnTo>
                  <a:pt x="1116814" y="114558"/>
                </a:lnTo>
                <a:lnTo>
                  <a:pt x="1116931" y="115148"/>
                </a:lnTo>
                <a:lnTo>
                  <a:pt x="1117061" y="115730"/>
                </a:lnTo>
                <a:lnTo>
                  <a:pt x="1117203" y="116304"/>
                </a:lnTo>
                <a:lnTo>
                  <a:pt x="1117357" y="116869"/>
                </a:lnTo>
                <a:lnTo>
                  <a:pt x="1117523" y="117426"/>
                </a:lnTo>
                <a:lnTo>
                  <a:pt x="1117702" y="117974"/>
                </a:lnTo>
                <a:lnTo>
                  <a:pt x="1117894" y="118514"/>
                </a:lnTo>
                <a:lnTo>
                  <a:pt x="1118097" y="119045"/>
                </a:lnTo>
                <a:lnTo>
                  <a:pt x="1118313" y="119568"/>
                </a:lnTo>
                <a:lnTo>
                  <a:pt x="1118541" y="120082"/>
                </a:lnTo>
                <a:lnTo>
                  <a:pt x="1118782" y="120588"/>
                </a:lnTo>
                <a:lnTo>
                  <a:pt x="1119035" y="121085"/>
                </a:lnTo>
                <a:lnTo>
                  <a:pt x="1119300" y="121574"/>
                </a:lnTo>
                <a:lnTo>
                  <a:pt x="1119578" y="122054"/>
                </a:lnTo>
                <a:lnTo>
                  <a:pt x="1119868" y="122526"/>
                </a:lnTo>
                <a:lnTo>
                  <a:pt x="1120170" y="122989"/>
                </a:lnTo>
                <a:lnTo>
                  <a:pt x="1120483" y="123442"/>
                </a:lnTo>
                <a:lnTo>
                  <a:pt x="1120809" y="123886"/>
                </a:lnTo>
                <a:lnTo>
                  <a:pt x="1121145" y="124321"/>
                </a:lnTo>
                <a:lnTo>
                  <a:pt x="1121493" y="124746"/>
                </a:lnTo>
                <a:lnTo>
                  <a:pt x="1121853" y="125162"/>
                </a:lnTo>
                <a:lnTo>
                  <a:pt x="1122224" y="125569"/>
                </a:lnTo>
                <a:lnTo>
                  <a:pt x="1122607" y="125966"/>
                </a:lnTo>
                <a:lnTo>
                  <a:pt x="1123001" y="126354"/>
                </a:lnTo>
                <a:lnTo>
                  <a:pt x="1123407" y="126733"/>
                </a:lnTo>
                <a:lnTo>
                  <a:pt x="1123824" y="127103"/>
                </a:lnTo>
                <a:lnTo>
                  <a:pt x="1124252" y="127463"/>
                </a:lnTo>
                <a:lnTo>
                  <a:pt x="1124693" y="127814"/>
                </a:lnTo>
                <a:lnTo>
                  <a:pt x="1125144" y="128155"/>
                </a:lnTo>
                <a:lnTo>
                  <a:pt x="1125608" y="128487"/>
                </a:lnTo>
                <a:lnTo>
                  <a:pt x="1126082" y="128810"/>
                </a:lnTo>
                <a:lnTo>
                  <a:pt x="1126569" y="129124"/>
                </a:lnTo>
                <a:lnTo>
                  <a:pt x="1127066" y="129428"/>
                </a:lnTo>
                <a:lnTo>
                  <a:pt x="1127576" y="129723"/>
                </a:lnTo>
                <a:lnTo>
                  <a:pt x="1128096" y="130009"/>
                </a:lnTo>
                <a:lnTo>
                  <a:pt x="1128629" y="130285"/>
                </a:lnTo>
                <a:lnTo>
                  <a:pt x="1129172" y="130552"/>
                </a:lnTo>
                <a:lnTo>
                  <a:pt x="1129728" y="130810"/>
                </a:lnTo>
                <a:lnTo>
                  <a:pt x="1130295" y="131058"/>
                </a:lnTo>
                <a:lnTo>
                  <a:pt x="1130872" y="131296"/>
                </a:lnTo>
                <a:lnTo>
                  <a:pt x="1131459" y="131525"/>
                </a:lnTo>
                <a:lnTo>
                  <a:pt x="1132056" y="131743"/>
                </a:lnTo>
                <a:lnTo>
                  <a:pt x="1132662" y="131951"/>
                </a:lnTo>
                <a:lnTo>
                  <a:pt x="1133278" y="132149"/>
                </a:lnTo>
                <a:lnTo>
                  <a:pt x="1133904" y="132336"/>
                </a:lnTo>
                <a:lnTo>
                  <a:pt x="1134539" y="132514"/>
                </a:lnTo>
                <a:lnTo>
                  <a:pt x="1135184" y="132681"/>
                </a:lnTo>
                <a:lnTo>
                  <a:pt x="1135838" y="132838"/>
                </a:lnTo>
                <a:lnTo>
                  <a:pt x="1136502" y="132986"/>
                </a:lnTo>
                <a:lnTo>
                  <a:pt x="1137176" y="133122"/>
                </a:lnTo>
                <a:lnTo>
                  <a:pt x="1137859" y="133249"/>
                </a:lnTo>
                <a:lnTo>
                  <a:pt x="1138552" y="133366"/>
                </a:lnTo>
                <a:lnTo>
                  <a:pt x="1139254" y="133473"/>
                </a:lnTo>
                <a:lnTo>
                  <a:pt x="1139966" y="133569"/>
                </a:lnTo>
                <a:lnTo>
                  <a:pt x="1140688" y="133655"/>
                </a:lnTo>
                <a:lnTo>
                  <a:pt x="1141419" y="133731"/>
                </a:lnTo>
                <a:lnTo>
                  <a:pt x="1142160" y="133797"/>
                </a:lnTo>
                <a:lnTo>
                  <a:pt x="1142910" y="133853"/>
                </a:lnTo>
                <a:lnTo>
                  <a:pt x="1143670" y="133899"/>
                </a:lnTo>
                <a:lnTo>
                  <a:pt x="1144440" y="133934"/>
                </a:lnTo>
                <a:lnTo>
                  <a:pt x="1145219" y="133960"/>
                </a:lnTo>
                <a:lnTo>
                  <a:pt x="1146008" y="133975"/>
                </a:lnTo>
                <a:lnTo>
                  <a:pt x="1146806" y="133980"/>
                </a:lnTo>
                <a:lnTo>
                  <a:pt x="1153759" y="133980"/>
                </a:lnTo>
                <a:lnTo>
                  <a:pt x="1154959" y="133968"/>
                </a:lnTo>
                <a:lnTo>
                  <a:pt x="1156136" y="133933"/>
                </a:lnTo>
                <a:lnTo>
                  <a:pt x="1157291" y="133875"/>
                </a:lnTo>
                <a:lnTo>
                  <a:pt x="1158422" y="133793"/>
                </a:lnTo>
                <a:close/>
                <a:moveTo>
                  <a:pt x="1245986" y="133802"/>
                </a:moveTo>
                <a:lnTo>
                  <a:pt x="1246802" y="133723"/>
                </a:lnTo>
                <a:lnTo>
                  <a:pt x="1247609" y="133630"/>
                </a:lnTo>
                <a:lnTo>
                  <a:pt x="1248406" y="133523"/>
                </a:lnTo>
                <a:lnTo>
                  <a:pt x="1249193" y="133402"/>
                </a:lnTo>
                <a:lnTo>
                  <a:pt x="1249971" y="133267"/>
                </a:lnTo>
                <a:lnTo>
                  <a:pt x="1250739" y="133117"/>
                </a:lnTo>
                <a:lnTo>
                  <a:pt x="1251497" y="132953"/>
                </a:lnTo>
                <a:lnTo>
                  <a:pt x="1252246" y="132774"/>
                </a:lnTo>
                <a:lnTo>
                  <a:pt x="1252985" y="132582"/>
                </a:lnTo>
                <a:lnTo>
                  <a:pt x="1253715" y="132375"/>
                </a:lnTo>
                <a:lnTo>
                  <a:pt x="1254435" y="132154"/>
                </a:lnTo>
                <a:lnTo>
                  <a:pt x="1255146" y="131919"/>
                </a:lnTo>
                <a:lnTo>
                  <a:pt x="1255847" y="131669"/>
                </a:lnTo>
                <a:lnTo>
                  <a:pt x="1256538" y="131405"/>
                </a:lnTo>
                <a:lnTo>
                  <a:pt x="1257219" y="131127"/>
                </a:lnTo>
                <a:lnTo>
                  <a:pt x="1257892" y="130835"/>
                </a:lnTo>
                <a:lnTo>
                  <a:pt x="1258554" y="130528"/>
                </a:lnTo>
                <a:lnTo>
                  <a:pt x="1259207" y="130207"/>
                </a:lnTo>
                <a:lnTo>
                  <a:pt x="1259850" y="129872"/>
                </a:lnTo>
                <a:lnTo>
                  <a:pt x="1260483" y="129523"/>
                </a:lnTo>
                <a:lnTo>
                  <a:pt x="1261103" y="129161"/>
                </a:lnTo>
                <a:lnTo>
                  <a:pt x="1261712" y="128787"/>
                </a:lnTo>
                <a:lnTo>
                  <a:pt x="1262308" y="128399"/>
                </a:lnTo>
                <a:lnTo>
                  <a:pt x="1262893" y="127999"/>
                </a:lnTo>
                <a:lnTo>
                  <a:pt x="1263465" y="127586"/>
                </a:lnTo>
                <a:lnTo>
                  <a:pt x="1264025" y="127160"/>
                </a:lnTo>
                <a:lnTo>
                  <a:pt x="1264573" y="126721"/>
                </a:lnTo>
                <a:lnTo>
                  <a:pt x="1265109" y="126269"/>
                </a:lnTo>
                <a:lnTo>
                  <a:pt x="1265633" y="125804"/>
                </a:lnTo>
                <a:lnTo>
                  <a:pt x="1266145" y="125326"/>
                </a:lnTo>
                <a:lnTo>
                  <a:pt x="1266645" y="124836"/>
                </a:lnTo>
                <a:lnTo>
                  <a:pt x="1267133" y="124332"/>
                </a:lnTo>
                <a:lnTo>
                  <a:pt x="1267609" y="123816"/>
                </a:lnTo>
                <a:lnTo>
                  <a:pt x="1268072" y="123286"/>
                </a:lnTo>
                <a:lnTo>
                  <a:pt x="1268524" y="122744"/>
                </a:lnTo>
                <a:lnTo>
                  <a:pt x="1268963" y="122189"/>
                </a:lnTo>
                <a:lnTo>
                  <a:pt x="1269391" y="121621"/>
                </a:lnTo>
                <a:lnTo>
                  <a:pt x="1269806" y="121040"/>
                </a:lnTo>
                <a:lnTo>
                  <a:pt x="1270209" y="120447"/>
                </a:lnTo>
                <a:lnTo>
                  <a:pt x="1270601" y="119840"/>
                </a:lnTo>
                <a:lnTo>
                  <a:pt x="1270980" y="119221"/>
                </a:lnTo>
                <a:lnTo>
                  <a:pt x="1271347" y="118588"/>
                </a:lnTo>
                <a:lnTo>
                  <a:pt x="1271702" y="117943"/>
                </a:lnTo>
                <a:lnTo>
                  <a:pt x="1272044" y="117286"/>
                </a:lnTo>
                <a:lnTo>
                  <a:pt x="1272371" y="116618"/>
                </a:lnTo>
                <a:lnTo>
                  <a:pt x="1272683" y="115940"/>
                </a:lnTo>
                <a:lnTo>
                  <a:pt x="1272981" y="115250"/>
                </a:lnTo>
                <a:lnTo>
                  <a:pt x="1273265" y="114551"/>
                </a:lnTo>
                <a:lnTo>
                  <a:pt x="1273534" y="113840"/>
                </a:lnTo>
                <a:lnTo>
                  <a:pt x="1273788" y="113119"/>
                </a:lnTo>
                <a:lnTo>
                  <a:pt x="1274028" y="112387"/>
                </a:lnTo>
                <a:lnTo>
                  <a:pt x="1274254" y="111644"/>
                </a:lnTo>
                <a:lnTo>
                  <a:pt x="1274465" y="110891"/>
                </a:lnTo>
                <a:lnTo>
                  <a:pt x="1274661" y="110127"/>
                </a:lnTo>
                <a:lnTo>
                  <a:pt x="1274843" y="109352"/>
                </a:lnTo>
                <a:lnTo>
                  <a:pt x="1275010" y="108566"/>
                </a:lnTo>
                <a:lnTo>
                  <a:pt x="1275162" y="107770"/>
                </a:lnTo>
                <a:lnTo>
                  <a:pt x="1275301" y="106963"/>
                </a:lnTo>
                <a:lnTo>
                  <a:pt x="1275424" y="106146"/>
                </a:lnTo>
                <a:lnTo>
                  <a:pt x="1275533" y="105318"/>
                </a:lnTo>
                <a:lnTo>
                  <a:pt x="1275628" y="104479"/>
                </a:lnTo>
                <a:lnTo>
                  <a:pt x="1275708" y="103629"/>
                </a:lnTo>
                <a:lnTo>
                  <a:pt x="1275773" y="102769"/>
                </a:lnTo>
                <a:lnTo>
                  <a:pt x="1275824" y="101898"/>
                </a:lnTo>
                <a:lnTo>
                  <a:pt x="1275860" y="101016"/>
                </a:lnTo>
                <a:lnTo>
                  <a:pt x="1275882" y="100124"/>
                </a:lnTo>
                <a:lnTo>
                  <a:pt x="1275889" y="99220"/>
                </a:lnTo>
                <a:lnTo>
                  <a:pt x="1275889" y="79314"/>
                </a:lnTo>
                <a:lnTo>
                  <a:pt x="1275882" y="78398"/>
                </a:lnTo>
                <a:lnTo>
                  <a:pt x="1275860" y="77494"/>
                </a:lnTo>
                <a:lnTo>
                  <a:pt x="1275824" y="76601"/>
                </a:lnTo>
                <a:lnTo>
                  <a:pt x="1275773" y="75719"/>
                </a:lnTo>
                <a:lnTo>
                  <a:pt x="1275708" y="74849"/>
                </a:lnTo>
                <a:lnTo>
                  <a:pt x="1275628" y="73991"/>
                </a:lnTo>
                <a:lnTo>
                  <a:pt x="1275533" y="73144"/>
                </a:lnTo>
                <a:lnTo>
                  <a:pt x="1275424" y="72309"/>
                </a:lnTo>
                <a:lnTo>
                  <a:pt x="1275301" y="71485"/>
                </a:lnTo>
                <a:lnTo>
                  <a:pt x="1275162" y="70673"/>
                </a:lnTo>
                <a:lnTo>
                  <a:pt x="1275010" y="69872"/>
                </a:lnTo>
                <a:lnTo>
                  <a:pt x="1274843" y="69083"/>
                </a:lnTo>
                <a:lnTo>
                  <a:pt x="1274661" y="68305"/>
                </a:lnTo>
                <a:lnTo>
                  <a:pt x="1274465" y="67539"/>
                </a:lnTo>
                <a:lnTo>
                  <a:pt x="1274254" y="66785"/>
                </a:lnTo>
                <a:lnTo>
                  <a:pt x="1274028" y="66042"/>
                </a:lnTo>
                <a:lnTo>
                  <a:pt x="1273788" y="65310"/>
                </a:lnTo>
                <a:lnTo>
                  <a:pt x="1273534" y="64590"/>
                </a:lnTo>
                <a:lnTo>
                  <a:pt x="1273265" y="63882"/>
                </a:lnTo>
                <a:lnTo>
                  <a:pt x="1272981" y="63185"/>
                </a:lnTo>
                <a:lnTo>
                  <a:pt x="1272683" y="62499"/>
                </a:lnTo>
                <a:lnTo>
                  <a:pt x="1272371" y="61825"/>
                </a:lnTo>
                <a:lnTo>
                  <a:pt x="1272044" y="61163"/>
                </a:lnTo>
                <a:lnTo>
                  <a:pt x="1271702" y="60512"/>
                </a:lnTo>
                <a:lnTo>
                  <a:pt x="1271347" y="59873"/>
                </a:lnTo>
                <a:lnTo>
                  <a:pt x="1270980" y="59247"/>
                </a:lnTo>
                <a:lnTo>
                  <a:pt x="1270602" y="58633"/>
                </a:lnTo>
                <a:lnTo>
                  <a:pt x="1270212" y="58033"/>
                </a:lnTo>
                <a:lnTo>
                  <a:pt x="1269810" y="57444"/>
                </a:lnTo>
                <a:lnTo>
                  <a:pt x="1269396" y="56868"/>
                </a:lnTo>
                <a:lnTo>
                  <a:pt x="1268970" y="56305"/>
                </a:lnTo>
                <a:lnTo>
                  <a:pt x="1268533" y="55755"/>
                </a:lnTo>
                <a:lnTo>
                  <a:pt x="1268083" y="55217"/>
                </a:lnTo>
                <a:lnTo>
                  <a:pt x="1267622" y="54692"/>
                </a:lnTo>
                <a:lnTo>
                  <a:pt x="1267150" y="54179"/>
                </a:lnTo>
                <a:lnTo>
                  <a:pt x="1266665" y="53679"/>
                </a:lnTo>
                <a:lnTo>
                  <a:pt x="1266169" y="53192"/>
                </a:lnTo>
                <a:lnTo>
                  <a:pt x="1265660" y="52717"/>
                </a:lnTo>
                <a:lnTo>
                  <a:pt x="1265140" y="52255"/>
                </a:lnTo>
                <a:lnTo>
                  <a:pt x="1264609" y="51805"/>
                </a:lnTo>
                <a:lnTo>
                  <a:pt x="1264065" y="51368"/>
                </a:lnTo>
                <a:lnTo>
                  <a:pt x="1263510" y="50944"/>
                </a:lnTo>
                <a:lnTo>
                  <a:pt x="1262943" y="50532"/>
                </a:lnTo>
                <a:lnTo>
                  <a:pt x="1262364" y="50133"/>
                </a:lnTo>
                <a:lnTo>
                  <a:pt x="1261773" y="49747"/>
                </a:lnTo>
                <a:lnTo>
                  <a:pt x="1261170" y="49373"/>
                </a:lnTo>
                <a:lnTo>
                  <a:pt x="1260556" y="49011"/>
                </a:lnTo>
                <a:lnTo>
                  <a:pt x="1259930" y="48663"/>
                </a:lnTo>
                <a:lnTo>
                  <a:pt x="1259293" y="48328"/>
                </a:lnTo>
                <a:lnTo>
                  <a:pt x="1258645" y="48007"/>
                </a:lnTo>
                <a:lnTo>
                  <a:pt x="1257987" y="47700"/>
                </a:lnTo>
                <a:lnTo>
                  <a:pt x="1257319" y="47407"/>
                </a:lnTo>
                <a:lnTo>
                  <a:pt x="1256640" y="47129"/>
                </a:lnTo>
                <a:lnTo>
                  <a:pt x="1255951" y="46865"/>
                </a:lnTo>
                <a:lnTo>
                  <a:pt x="1255251" y="46616"/>
                </a:lnTo>
                <a:lnTo>
                  <a:pt x="1254541" y="46380"/>
                </a:lnTo>
                <a:lnTo>
                  <a:pt x="1253821" y="46159"/>
                </a:lnTo>
                <a:lnTo>
                  <a:pt x="1253090" y="45953"/>
                </a:lnTo>
                <a:lnTo>
                  <a:pt x="1252348" y="45760"/>
                </a:lnTo>
                <a:lnTo>
                  <a:pt x="1251597" y="45582"/>
                </a:lnTo>
                <a:lnTo>
                  <a:pt x="1250834" y="45418"/>
                </a:lnTo>
                <a:lnTo>
                  <a:pt x="1250062" y="45268"/>
                </a:lnTo>
                <a:lnTo>
                  <a:pt x="1249279" y="45132"/>
                </a:lnTo>
                <a:lnTo>
                  <a:pt x="1248485" y="45011"/>
                </a:lnTo>
                <a:lnTo>
                  <a:pt x="1247681" y="44904"/>
                </a:lnTo>
                <a:lnTo>
                  <a:pt x="1246867" y="44811"/>
                </a:lnTo>
                <a:lnTo>
                  <a:pt x="1246042" y="44733"/>
                </a:lnTo>
                <a:lnTo>
                  <a:pt x="1245207" y="44669"/>
                </a:lnTo>
                <a:lnTo>
                  <a:pt x="1244361" y="44619"/>
                </a:lnTo>
                <a:lnTo>
                  <a:pt x="1243505" y="44583"/>
                </a:lnTo>
                <a:lnTo>
                  <a:pt x="1242639" y="44562"/>
                </a:lnTo>
                <a:lnTo>
                  <a:pt x="1241762" y="44555"/>
                </a:lnTo>
                <a:lnTo>
                  <a:pt x="1240897" y="44562"/>
                </a:lnTo>
                <a:lnTo>
                  <a:pt x="1240043" y="44583"/>
                </a:lnTo>
                <a:lnTo>
                  <a:pt x="1239198" y="44619"/>
                </a:lnTo>
                <a:lnTo>
                  <a:pt x="1238362" y="44669"/>
                </a:lnTo>
                <a:lnTo>
                  <a:pt x="1237536" y="44733"/>
                </a:lnTo>
                <a:lnTo>
                  <a:pt x="1236720" y="44811"/>
                </a:lnTo>
                <a:lnTo>
                  <a:pt x="1235913" y="44904"/>
                </a:lnTo>
                <a:lnTo>
                  <a:pt x="1235116" y="45011"/>
                </a:lnTo>
                <a:lnTo>
                  <a:pt x="1234329" y="45132"/>
                </a:lnTo>
                <a:lnTo>
                  <a:pt x="1233551" y="45268"/>
                </a:lnTo>
                <a:lnTo>
                  <a:pt x="1232782" y="45418"/>
                </a:lnTo>
                <a:lnTo>
                  <a:pt x="1232024" y="45582"/>
                </a:lnTo>
                <a:lnTo>
                  <a:pt x="1231275" y="45760"/>
                </a:lnTo>
                <a:lnTo>
                  <a:pt x="1230535" y="45953"/>
                </a:lnTo>
                <a:lnTo>
                  <a:pt x="1229805" y="46159"/>
                </a:lnTo>
                <a:lnTo>
                  <a:pt x="1229085" y="46380"/>
                </a:lnTo>
                <a:lnTo>
                  <a:pt x="1228374" y="46616"/>
                </a:lnTo>
                <a:lnTo>
                  <a:pt x="1227673" y="46865"/>
                </a:lnTo>
                <a:lnTo>
                  <a:pt x="1226982" y="47129"/>
                </a:lnTo>
                <a:lnTo>
                  <a:pt x="1226300" y="47407"/>
                </a:lnTo>
                <a:lnTo>
                  <a:pt x="1225628" y="47700"/>
                </a:lnTo>
                <a:lnTo>
                  <a:pt x="1224965" y="48007"/>
                </a:lnTo>
                <a:lnTo>
                  <a:pt x="1224312" y="48328"/>
                </a:lnTo>
                <a:lnTo>
                  <a:pt x="1223668" y="48663"/>
                </a:lnTo>
                <a:lnTo>
                  <a:pt x="1223036" y="49011"/>
                </a:lnTo>
                <a:lnTo>
                  <a:pt x="1222416" y="49373"/>
                </a:lnTo>
                <a:lnTo>
                  <a:pt x="1221807" y="49747"/>
                </a:lnTo>
                <a:lnTo>
                  <a:pt x="1221211" y="50133"/>
                </a:lnTo>
                <a:lnTo>
                  <a:pt x="1220627" y="50532"/>
                </a:lnTo>
                <a:lnTo>
                  <a:pt x="1220055" y="50944"/>
                </a:lnTo>
                <a:lnTo>
                  <a:pt x="1219495" y="51368"/>
                </a:lnTo>
                <a:lnTo>
                  <a:pt x="1218947" y="51805"/>
                </a:lnTo>
                <a:lnTo>
                  <a:pt x="1218411" y="52255"/>
                </a:lnTo>
                <a:lnTo>
                  <a:pt x="1217887" y="52717"/>
                </a:lnTo>
                <a:lnTo>
                  <a:pt x="1217375" y="53192"/>
                </a:lnTo>
                <a:lnTo>
                  <a:pt x="1216875" y="53679"/>
                </a:lnTo>
                <a:lnTo>
                  <a:pt x="1216388" y="54179"/>
                </a:lnTo>
                <a:lnTo>
                  <a:pt x="1215912" y="54692"/>
                </a:lnTo>
                <a:lnTo>
                  <a:pt x="1215448" y="55217"/>
                </a:lnTo>
                <a:lnTo>
                  <a:pt x="1214997" y="55755"/>
                </a:lnTo>
                <a:lnTo>
                  <a:pt x="1214557" y="56305"/>
                </a:lnTo>
                <a:lnTo>
                  <a:pt x="1214130" y="56868"/>
                </a:lnTo>
                <a:lnTo>
                  <a:pt x="1213715" y="57444"/>
                </a:lnTo>
                <a:lnTo>
                  <a:pt x="1213311" y="58033"/>
                </a:lnTo>
                <a:lnTo>
                  <a:pt x="1212920" y="58633"/>
                </a:lnTo>
                <a:lnTo>
                  <a:pt x="1212541" y="59247"/>
                </a:lnTo>
                <a:lnTo>
                  <a:pt x="1212174" y="59873"/>
                </a:lnTo>
                <a:lnTo>
                  <a:pt x="1211819" y="60512"/>
                </a:lnTo>
                <a:lnTo>
                  <a:pt x="1211478" y="61163"/>
                </a:lnTo>
                <a:lnTo>
                  <a:pt x="1211151" y="61825"/>
                </a:lnTo>
                <a:lnTo>
                  <a:pt x="1210838" y="62499"/>
                </a:lnTo>
                <a:lnTo>
                  <a:pt x="1210540" y="63185"/>
                </a:lnTo>
                <a:lnTo>
                  <a:pt x="1210257" y="63882"/>
                </a:lnTo>
                <a:lnTo>
                  <a:pt x="1209988" y="64590"/>
                </a:lnTo>
                <a:lnTo>
                  <a:pt x="1209734" y="65310"/>
                </a:lnTo>
                <a:lnTo>
                  <a:pt x="1209494" y="66042"/>
                </a:lnTo>
                <a:lnTo>
                  <a:pt x="1209269" y="66785"/>
                </a:lnTo>
                <a:lnTo>
                  <a:pt x="1209058" y="67539"/>
                </a:lnTo>
                <a:lnTo>
                  <a:pt x="1208862" y="68305"/>
                </a:lnTo>
                <a:lnTo>
                  <a:pt x="1208680" y="69083"/>
                </a:lnTo>
                <a:lnTo>
                  <a:pt x="1208513" y="69872"/>
                </a:lnTo>
                <a:lnTo>
                  <a:pt x="1208360" y="70673"/>
                </a:lnTo>
                <a:lnTo>
                  <a:pt x="1208222" y="71485"/>
                </a:lnTo>
                <a:lnTo>
                  <a:pt x="1208099" y="72309"/>
                </a:lnTo>
                <a:lnTo>
                  <a:pt x="1207990" y="73144"/>
                </a:lnTo>
                <a:lnTo>
                  <a:pt x="1207895" y="73991"/>
                </a:lnTo>
                <a:lnTo>
                  <a:pt x="1207816" y="74849"/>
                </a:lnTo>
                <a:lnTo>
                  <a:pt x="1207750" y="75719"/>
                </a:lnTo>
                <a:lnTo>
                  <a:pt x="1207699" y="76601"/>
                </a:lnTo>
                <a:lnTo>
                  <a:pt x="1207663" y="77494"/>
                </a:lnTo>
                <a:lnTo>
                  <a:pt x="1207641" y="78398"/>
                </a:lnTo>
                <a:lnTo>
                  <a:pt x="1207634" y="79314"/>
                </a:lnTo>
                <a:lnTo>
                  <a:pt x="1207634" y="99220"/>
                </a:lnTo>
                <a:lnTo>
                  <a:pt x="1207641" y="100124"/>
                </a:lnTo>
                <a:lnTo>
                  <a:pt x="1207663" y="101016"/>
                </a:lnTo>
                <a:lnTo>
                  <a:pt x="1207699" y="101898"/>
                </a:lnTo>
                <a:lnTo>
                  <a:pt x="1207750" y="102769"/>
                </a:lnTo>
                <a:lnTo>
                  <a:pt x="1207816" y="103629"/>
                </a:lnTo>
                <a:lnTo>
                  <a:pt x="1207895" y="104479"/>
                </a:lnTo>
                <a:lnTo>
                  <a:pt x="1207990" y="105318"/>
                </a:lnTo>
                <a:lnTo>
                  <a:pt x="1208099" y="106146"/>
                </a:lnTo>
                <a:lnTo>
                  <a:pt x="1208222" y="106963"/>
                </a:lnTo>
                <a:lnTo>
                  <a:pt x="1208360" y="107770"/>
                </a:lnTo>
                <a:lnTo>
                  <a:pt x="1208513" y="108566"/>
                </a:lnTo>
                <a:lnTo>
                  <a:pt x="1208680" y="109352"/>
                </a:lnTo>
                <a:lnTo>
                  <a:pt x="1208862" y="110127"/>
                </a:lnTo>
                <a:lnTo>
                  <a:pt x="1209058" y="110891"/>
                </a:lnTo>
                <a:lnTo>
                  <a:pt x="1209269" y="111644"/>
                </a:lnTo>
                <a:lnTo>
                  <a:pt x="1209494" y="112387"/>
                </a:lnTo>
                <a:lnTo>
                  <a:pt x="1209734" y="113119"/>
                </a:lnTo>
                <a:lnTo>
                  <a:pt x="1209988" y="113840"/>
                </a:lnTo>
                <a:lnTo>
                  <a:pt x="1210257" y="114551"/>
                </a:lnTo>
                <a:lnTo>
                  <a:pt x="1210540" y="115250"/>
                </a:lnTo>
                <a:lnTo>
                  <a:pt x="1210838" y="115940"/>
                </a:lnTo>
                <a:lnTo>
                  <a:pt x="1211151" y="116618"/>
                </a:lnTo>
                <a:lnTo>
                  <a:pt x="1211478" y="117286"/>
                </a:lnTo>
                <a:lnTo>
                  <a:pt x="1211819" y="117943"/>
                </a:lnTo>
                <a:lnTo>
                  <a:pt x="1212174" y="118588"/>
                </a:lnTo>
                <a:lnTo>
                  <a:pt x="1212541" y="119221"/>
                </a:lnTo>
                <a:lnTo>
                  <a:pt x="1212920" y="119840"/>
                </a:lnTo>
                <a:lnTo>
                  <a:pt x="1213311" y="120447"/>
                </a:lnTo>
                <a:lnTo>
                  <a:pt x="1213715" y="121040"/>
                </a:lnTo>
                <a:lnTo>
                  <a:pt x="1214130" y="121621"/>
                </a:lnTo>
                <a:lnTo>
                  <a:pt x="1214557" y="122189"/>
                </a:lnTo>
                <a:lnTo>
                  <a:pt x="1214997" y="122744"/>
                </a:lnTo>
                <a:lnTo>
                  <a:pt x="1215448" y="123286"/>
                </a:lnTo>
                <a:lnTo>
                  <a:pt x="1215912" y="123816"/>
                </a:lnTo>
                <a:lnTo>
                  <a:pt x="1216388" y="124332"/>
                </a:lnTo>
                <a:lnTo>
                  <a:pt x="1216875" y="124836"/>
                </a:lnTo>
                <a:lnTo>
                  <a:pt x="1217375" y="125326"/>
                </a:lnTo>
                <a:lnTo>
                  <a:pt x="1217887" y="125804"/>
                </a:lnTo>
                <a:lnTo>
                  <a:pt x="1218411" y="126269"/>
                </a:lnTo>
                <a:lnTo>
                  <a:pt x="1218947" y="126721"/>
                </a:lnTo>
                <a:lnTo>
                  <a:pt x="1219495" y="127160"/>
                </a:lnTo>
                <a:lnTo>
                  <a:pt x="1220055" y="127586"/>
                </a:lnTo>
                <a:lnTo>
                  <a:pt x="1220627" y="127999"/>
                </a:lnTo>
                <a:lnTo>
                  <a:pt x="1221211" y="128399"/>
                </a:lnTo>
                <a:lnTo>
                  <a:pt x="1221807" y="128787"/>
                </a:lnTo>
                <a:lnTo>
                  <a:pt x="1222416" y="129161"/>
                </a:lnTo>
                <a:lnTo>
                  <a:pt x="1223036" y="129523"/>
                </a:lnTo>
                <a:lnTo>
                  <a:pt x="1223668" y="129872"/>
                </a:lnTo>
                <a:lnTo>
                  <a:pt x="1224312" y="130207"/>
                </a:lnTo>
                <a:lnTo>
                  <a:pt x="1224965" y="130528"/>
                </a:lnTo>
                <a:lnTo>
                  <a:pt x="1225628" y="130835"/>
                </a:lnTo>
                <a:lnTo>
                  <a:pt x="1226300" y="131127"/>
                </a:lnTo>
                <a:lnTo>
                  <a:pt x="1226982" y="131405"/>
                </a:lnTo>
                <a:lnTo>
                  <a:pt x="1227673" y="131669"/>
                </a:lnTo>
                <a:lnTo>
                  <a:pt x="1228374" y="131919"/>
                </a:lnTo>
                <a:lnTo>
                  <a:pt x="1229085" y="132154"/>
                </a:lnTo>
                <a:lnTo>
                  <a:pt x="1229805" y="132375"/>
                </a:lnTo>
                <a:lnTo>
                  <a:pt x="1230535" y="132582"/>
                </a:lnTo>
                <a:lnTo>
                  <a:pt x="1231275" y="132774"/>
                </a:lnTo>
                <a:lnTo>
                  <a:pt x="1232024" y="132953"/>
                </a:lnTo>
                <a:lnTo>
                  <a:pt x="1232782" y="133117"/>
                </a:lnTo>
                <a:lnTo>
                  <a:pt x="1233551" y="133267"/>
                </a:lnTo>
                <a:lnTo>
                  <a:pt x="1234329" y="133402"/>
                </a:lnTo>
                <a:lnTo>
                  <a:pt x="1235116" y="133523"/>
                </a:lnTo>
                <a:lnTo>
                  <a:pt x="1235913" y="133630"/>
                </a:lnTo>
                <a:lnTo>
                  <a:pt x="1236720" y="133723"/>
                </a:lnTo>
                <a:lnTo>
                  <a:pt x="1237536" y="133802"/>
                </a:lnTo>
                <a:lnTo>
                  <a:pt x="1238362" y="133866"/>
                </a:lnTo>
                <a:lnTo>
                  <a:pt x="1239198" y="133916"/>
                </a:lnTo>
                <a:lnTo>
                  <a:pt x="1240043" y="133951"/>
                </a:lnTo>
                <a:lnTo>
                  <a:pt x="1240897" y="133973"/>
                </a:lnTo>
                <a:lnTo>
                  <a:pt x="1241762" y="133980"/>
                </a:lnTo>
                <a:lnTo>
                  <a:pt x="1242626" y="133973"/>
                </a:lnTo>
                <a:lnTo>
                  <a:pt x="1243480" y="133951"/>
                </a:lnTo>
                <a:lnTo>
                  <a:pt x="1244325" y="133916"/>
                </a:lnTo>
                <a:lnTo>
                  <a:pt x="1245160" y="133866"/>
                </a:lnTo>
                <a:lnTo>
                  <a:pt x="1245986" y="133802"/>
                </a:lnTo>
                <a:close/>
                <a:moveTo>
                  <a:pt x="1238108" y="121114"/>
                </a:moveTo>
                <a:lnTo>
                  <a:pt x="1237417" y="121014"/>
                </a:lnTo>
                <a:lnTo>
                  <a:pt x="1236739" y="120896"/>
                </a:lnTo>
                <a:lnTo>
                  <a:pt x="1236074" y="120761"/>
                </a:lnTo>
                <a:lnTo>
                  <a:pt x="1235422" y="120607"/>
                </a:lnTo>
                <a:lnTo>
                  <a:pt x="1234783" y="120435"/>
                </a:lnTo>
                <a:lnTo>
                  <a:pt x="1234158" y="120245"/>
                </a:lnTo>
                <a:lnTo>
                  <a:pt x="1233546" y="120037"/>
                </a:lnTo>
                <a:lnTo>
                  <a:pt x="1232946" y="119811"/>
                </a:lnTo>
                <a:lnTo>
                  <a:pt x="1232360" y="119566"/>
                </a:lnTo>
                <a:lnTo>
                  <a:pt x="1231788" y="119304"/>
                </a:lnTo>
                <a:lnTo>
                  <a:pt x="1231228" y="119023"/>
                </a:lnTo>
                <a:lnTo>
                  <a:pt x="1230681" y="118725"/>
                </a:lnTo>
                <a:lnTo>
                  <a:pt x="1230148" y="118408"/>
                </a:lnTo>
                <a:lnTo>
                  <a:pt x="1229628" y="118073"/>
                </a:lnTo>
                <a:lnTo>
                  <a:pt x="1229121" y="117720"/>
                </a:lnTo>
                <a:lnTo>
                  <a:pt x="1228627" y="117349"/>
                </a:lnTo>
                <a:lnTo>
                  <a:pt x="1228146" y="116960"/>
                </a:lnTo>
                <a:lnTo>
                  <a:pt x="1227679" y="116553"/>
                </a:lnTo>
                <a:lnTo>
                  <a:pt x="1227224" y="116128"/>
                </a:lnTo>
                <a:lnTo>
                  <a:pt x="1226786" y="115685"/>
                </a:lnTo>
                <a:lnTo>
                  <a:pt x="1226366" y="115224"/>
                </a:lnTo>
                <a:lnTo>
                  <a:pt x="1225965" y="114747"/>
                </a:lnTo>
                <a:lnTo>
                  <a:pt x="1225583" y="114253"/>
                </a:lnTo>
                <a:lnTo>
                  <a:pt x="1225219" y="113742"/>
                </a:lnTo>
                <a:lnTo>
                  <a:pt x="1224874" y="113214"/>
                </a:lnTo>
                <a:lnTo>
                  <a:pt x="1224548" y="112669"/>
                </a:lnTo>
                <a:lnTo>
                  <a:pt x="1224240" y="112107"/>
                </a:lnTo>
                <a:lnTo>
                  <a:pt x="1223951" y="111528"/>
                </a:lnTo>
                <a:lnTo>
                  <a:pt x="1223681" y="110932"/>
                </a:lnTo>
                <a:lnTo>
                  <a:pt x="1223429" y="110319"/>
                </a:lnTo>
                <a:lnTo>
                  <a:pt x="1223196" y="109689"/>
                </a:lnTo>
                <a:lnTo>
                  <a:pt x="1222981" y="109042"/>
                </a:lnTo>
                <a:lnTo>
                  <a:pt x="1222786" y="108378"/>
                </a:lnTo>
                <a:lnTo>
                  <a:pt x="1222608" y="107697"/>
                </a:lnTo>
                <a:lnTo>
                  <a:pt x="1222450" y="106999"/>
                </a:lnTo>
                <a:lnTo>
                  <a:pt x="1222310" y="106283"/>
                </a:lnTo>
                <a:lnTo>
                  <a:pt x="1222189" y="105551"/>
                </a:lnTo>
                <a:lnTo>
                  <a:pt x="1222086" y="104802"/>
                </a:lnTo>
                <a:lnTo>
                  <a:pt x="1222002" y="104036"/>
                </a:lnTo>
                <a:lnTo>
                  <a:pt x="1221937" y="103253"/>
                </a:lnTo>
                <a:lnTo>
                  <a:pt x="1221890" y="102453"/>
                </a:lnTo>
                <a:lnTo>
                  <a:pt x="1221862" y="101636"/>
                </a:lnTo>
                <a:lnTo>
                  <a:pt x="1221853" y="100802"/>
                </a:lnTo>
                <a:lnTo>
                  <a:pt x="1221853" y="77733"/>
                </a:lnTo>
                <a:lnTo>
                  <a:pt x="1221862" y="76899"/>
                </a:lnTo>
                <a:lnTo>
                  <a:pt x="1221890" y="76081"/>
                </a:lnTo>
                <a:lnTo>
                  <a:pt x="1221937" y="75281"/>
                </a:lnTo>
                <a:lnTo>
                  <a:pt x="1222002" y="74498"/>
                </a:lnTo>
                <a:lnTo>
                  <a:pt x="1222086" y="73732"/>
                </a:lnTo>
                <a:lnTo>
                  <a:pt x="1222189" y="72983"/>
                </a:lnTo>
                <a:lnTo>
                  <a:pt x="1222310" y="72251"/>
                </a:lnTo>
                <a:lnTo>
                  <a:pt x="1222450" y="71536"/>
                </a:lnTo>
                <a:lnTo>
                  <a:pt x="1222608" y="70838"/>
                </a:lnTo>
                <a:lnTo>
                  <a:pt x="1222786" y="70157"/>
                </a:lnTo>
                <a:lnTo>
                  <a:pt x="1222981" y="69493"/>
                </a:lnTo>
                <a:lnTo>
                  <a:pt x="1223196" y="68846"/>
                </a:lnTo>
                <a:lnTo>
                  <a:pt x="1223429" y="68216"/>
                </a:lnTo>
                <a:lnTo>
                  <a:pt x="1223681" y="67603"/>
                </a:lnTo>
                <a:lnTo>
                  <a:pt x="1223951" y="67007"/>
                </a:lnTo>
                <a:lnTo>
                  <a:pt x="1224240" y="66428"/>
                </a:lnTo>
                <a:lnTo>
                  <a:pt x="1224548" y="65867"/>
                </a:lnTo>
                <a:lnTo>
                  <a:pt x="1224874" y="65322"/>
                </a:lnTo>
                <a:lnTo>
                  <a:pt x="1225219" y="64794"/>
                </a:lnTo>
                <a:lnTo>
                  <a:pt x="1225583" y="64283"/>
                </a:lnTo>
                <a:lnTo>
                  <a:pt x="1225965" y="63789"/>
                </a:lnTo>
                <a:lnTo>
                  <a:pt x="1226366" y="63312"/>
                </a:lnTo>
                <a:lnTo>
                  <a:pt x="1226786" y="62852"/>
                </a:lnTo>
                <a:lnTo>
                  <a:pt x="1227224" y="62409"/>
                </a:lnTo>
                <a:lnTo>
                  <a:pt x="1227679" y="61984"/>
                </a:lnTo>
                <a:lnTo>
                  <a:pt x="1228146" y="61576"/>
                </a:lnTo>
                <a:lnTo>
                  <a:pt x="1228627" y="61187"/>
                </a:lnTo>
                <a:lnTo>
                  <a:pt x="1229121" y="60816"/>
                </a:lnTo>
                <a:lnTo>
                  <a:pt x="1229628" y="60463"/>
                </a:lnTo>
                <a:lnTo>
                  <a:pt x="1230148" y="60128"/>
                </a:lnTo>
                <a:lnTo>
                  <a:pt x="1230681" y="59811"/>
                </a:lnTo>
                <a:lnTo>
                  <a:pt x="1231228" y="59512"/>
                </a:lnTo>
                <a:lnTo>
                  <a:pt x="1231788" y="59232"/>
                </a:lnTo>
                <a:lnTo>
                  <a:pt x="1232360" y="58969"/>
                </a:lnTo>
                <a:lnTo>
                  <a:pt x="1232946" y="58725"/>
                </a:lnTo>
                <a:lnTo>
                  <a:pt x="1233546" y="58498"/>
                </a:lnTo>
                <a:lnTo>
                  <a:pt x="1234158" y="58290"/>
                </a:lnTo>
                <a:lnTo>
                  <a:pt x="1234783" y="58100"/>
                </a:lnTo>
                <a:lnTo>
                  <a:pt x="1235422" y="57928"/>
                </a:lnTo>
                <a:lnTo>
                  <a:pt x="1236074" y="57774"/>
                </a:lnTo>
                <a:lnTo>
                  <a:pt x="1236739" y="57638"/>
                </a:lnTo>
                <a:lnTo>
                  <a:pt x="1237417" y="57521"/>
                </a:lnTo>
                <a:lnTo>
                  <a:pt x="1238108" y="57421"/>
                </a:lnTo>
                <a:lnTo>
                  <a:pt x="1238812" y="57340"/>
                </a:lnTo>
                <a:lnTo>
                  <a:pt x="1239530" y="57276"/>
                </a:lnTo>
                <a:lnTo>
                  <a:pt x="1240261" y="57231"/>
                </a:lnTo>
                <a:lnTo>
                  <a:pt x="1241005" y="57204"/>
                </a:lnTo>
                <a:lnTo>
                  <a:pt x="1241762" y="57195"/>
                </a:lnTo>
                <a:lnTo>
                  <a:pt x="1242531" y="57204"/>
                </a:lnTo>
                <a:lnTo>
                  <a:pt x="1243287" y="57231"/>
                </a:lnTo>
                <a:lnTo>
                  <a:pt x="1244029" y="57276"/>
                </a:lnTo>
                <a:lnTo>
                  <a:pt x="1244757" y="57340"/>
                </a:lnTo>
                <a:lnTo>
                  <a:pt x="1245470" y="57421"/>
                </a:lnTo>
                <a:lnTo>
                  <a:pt x="1246170" y="57521"/>
                </a:lnTo>
                <a:lnTo>
                  <a:pt x="1246856" y="57638"/>
                </a:lnTo>
                <a:lnTo>
                  <a:pt x="1247528" y="57774"/>
                </a:lnTo>
                <a:lnTo>
                  <a:pt x="1248185" y="57928"/>
                </a:lnTo>
                <a:lnTo>
                  <a:pt x="1248829" y="58100"/>
                </a:lnTo>
                <a:lnTo>
                  <a:pt x="1249459" y="58290"/>
                </a:lnTo>
                <a:lnTo>
                  <a:pt x="1250075" y="58498"/>
                </a:lnTo>
                <a:lnTo>
                  <a:pt x="1250677" y="58725"/>
                </a:lnTo>
                <a:lnTo>
                  <a:pt x="1251265" y="58969"/>
                </a:lnTo>
                <a:lnTo>
                  <a:pt x="1251838" y="59232"/>
                </a:lnTo>
                <a:lnTo>
                  <a:pt x="1252398" y="59512"/>
                </a:lnTo>
                <a:lnTo>
                  <a:pt x="1252944" y="59811"/>
                </a:lnTo>
                <a:lnTo>
                  <a:pt x="1253476" y="60128"/>
                </a:lnTo>
                <a:lnTo>
                  <a:pt x="1253994" y="60463"/>
                </a:lnTo>
                <a:lnTo>
                  <a:pt x="1254498" y="60816"/>
                </a:lnTo>
                <a:lnTo>
                  <a:pt x="1254988" y="61187"/>
                </a:lnTo>
                <a:lnTo>
                  <a:pt x="1255464" y="61576"/>
                </a:lnTo>
                <a:lnTo>
                  <a:pt x="1255926" y="61984"/>
                </a:lnTo>
                <a:lnTo>
                  <a:pt x="1256374" y="62409"/>
                </a:lnTo>
                <a:lnTo>
                  <a:pt x="1256806" y="62852"/>
                </a:lnTo>
                <a:lnTo>
                  <a:pt x="1257219" y="63312"/>
                </a:lnTo>
                <a:lnTo>
                  <a:pt x="1257615" y="63789"/>
                </a:lnTo>
                <a:lnTo>
                  <a:pt x="1257991" y="64283"/>
                </a:lnTo>
                <a:lnTo>
                  <a:pt x="1258350" y="64794"/>
                </a:lnTo>
                <a:lnTo>
                  <a:pt x="1258690" y="65322"/>
                </a:lnTo>
                <a:lnTo>
                  <a:pt x="1259012" y="65867"/>
                </a:lnTo>
                <a:lnTo>
                  <a:pt x="1259315" y="66428"/>
                </a:lnTo>
                <a:lnTo>
                  <a:pt x="1259600" y="67007"/>
                </a:lnTo>
                <a:lnTo>
                  <a:pt x="1259866" y="67603"/>
                </a:lnTo>
                <a:lnTo>
                  <a:pt x="1260115" y="68216"/>
                </a:lnTo>
                <a:lnTo>
                  <a:pt x="1260344" y="68846"/>
                </a:lnTo>
                <a:lnTo>
                  <a:pt x="1260556" y="69493"/>
                </a:lnTo>
                <a:lnTo>
                  <a:pt x="1260749" y="70157"/>
                </a:lnTo>
                <a:lnTo>
                  <a:pt x="1260923" y="70838"/>
                </a:lnTo>
                <a:lnTo>
                  <a:pt x="1261080" y="71536"/>
                </a:lnTo>
                <a:lnTo>
                  <a:pt x="1261218" y="72251"/>
                </a:lnTo>
                <a:lnTo>
                  <a:pt x="1261337" y="72983"/>
                </a:lnTo>
                <a:lnTo>
                  <a:pt x="1261438" y="73732"/>
                </a:lnTo>
                <a:lnTo>
                  <a:pt x="1261521" y="74498"/>
                </a:lnTo>
                <a:lnTo>
                  <a:pt x="1261585" y="75281"/>
                </a:lnTo>
                <a:lnTo>
                  <a:pt x="1261631" y="76081"/>
                </a:lnTo>
                <a:lnTo>
                  <a:pt x="1261659" y="76899"/>
                </a:lnTo>
                <a:lnTo>
                  <a:pt x="1261668" y="77733"/>
                </a:lnTo>
                <a:lnTo>
                  <a:pt x="1261668" y="100802"/>
                </a:lnTo>
                <a:lnTo>
                  <a:pt x="1261659" y="101636"/>
                </a:lnTo>
                <a:lnTo>
                  <a:pt x="1261631" y="102453"/>
                </a:lnTo>
                <a:lnTo>
                  <a:pt x="1261585" y="103253"/>
                </a:lnTo>
                <a:lnTo>
                  <a:pt x="1261521" y="104036"/>
                </a:lnTo>
                <a:lnTo>
                  <a:pt x="1261438" y="104802"/>
                </a:lnTo>
                <a:lnTo>
                  <a:pt x="1261337" y="105551"/>
                </a:lnTo>
                <a:lnTo>
                  <a:pt x="1261218" y="106283"/>
                </a:lnTo>
                <a:lnTo>
                  <a:pt x="1261080" y="106999"/>
                </a:lnTo>
                <a:lnTo>
                  <a:pt x="1260923" y="107697"/>
                </a:lnTo>
                <a:lnTo>
                  <a:pt x="1260749" y="108378"/>
                </a:lnTo>
                <a:lnTo>
                  <a:pt x="1260556" y="109042"/>
                </a:lnTo>
                <a:lnTo>
                  <a:pt x="1260344" y="109689"/>
                </a:lnTo>
                <a:lnTo>
                  <a:pt x="1260115" y="110319"/>
                </a:lnTo>
                <a:lnTo>
                  <a:pt x="1259866" y="110932"/>
                </a:lnTo>
                <a:lnTo>
                  <a:pt x="1259600" y="111528"/>
                </a:lnTo>
                <a:lnTo>
                  <a:pt x="1259315" y="112107"/>
                </a:lnTo>
                <a:lnTo>
                  <a:pt x="1259012" y="112669"/>
                </a:lnTo>
                <a:lnTo>
                  <a:pt x="1258690" y="113214"/>
                </a:lnTo>
                <a:lnTo>
                  <a:pt x="1258350" y="113742"/>
                </a:lnTo>
                <a:lnTo>
                  <a:pt x="1257991" y="114253"/>
                </a:lnTo>
                <a:lnTo>
                  <a:pt x="1257615" y="114747"/>
                </a:lnTo>
                <a:lnTo>
                  <a:pt x="1257219" y="115224"/>
                </a:lnTo>
                <a:lnTo>
                  <a:pt x="1256806" y="115685"/>
                </a:lnTo>
                <a:lnTo>
                  <a:pt x="1256374" y="116128"/>
                </a:lnTo>
                <a:lnTo>
                  <a:pt x="1255926" y="116553"/>
                </a:lnTo>
                <a:lnTo>
                  <a:pt x="1255464" y="116960"/>
                </a:lnTo>
                <a:lnTo>
                  <a:pt x="1254988" y="117349"/>
                </a:lnTo>
                <a:lnTo>
                  <a:pt x="1254498" y="117720"/>
                </a:lnTo>
                <a:lnTo>
                  <a:pt x="1253994" y="118073"/>
                </a:lnTo>
                <a:lnTo>
                  <a:pt x="1253476" y="118408"/>
                </a:lnTo>
                <a:lnTo>
                  <a:pt x="1252944" y="118725"/>
                </a:lnTo>
                <a:lnTo>
                  <a:pt x="1252398" y="119023"/>
                </a:lnTo>
                <a:lnTo>
                  <a:pt x="1251838" y="119304"/>
                </a:lnTo>
                <a:lnTo>
                  <a:pt x="1251265" y="119566"/>
                </a:lnTo>
                <a:lnTo>
                  <a:pt x="1250677" y="119811"/>
                </a:lnTo>
                <a:lnTo>
                  <a:pt x="1250075" y="120037"/>
                </a:lnTo>
                <a:lnTo>
                  <a:pt x="1249459" y="120245"/>
                </a:lnTo>
                <a:lnTo>
                  <a:pt x="1248829" y="120435"/>
                </a:lnTo>
                <a:lnTo>
                  <a:pt x="1248185" y="120607"/>
                </a:lnTo>
                <a:lnTo>
                  <a:pt x="1247528" y="120761"/>
                </a:lnTo>
                <a:lnTo>
                  <a:pt x="1246856" y="120896"/>
                </a:lnTo>
                <a:lnTo>
                  <a:pt x="1246170" y="121014"/>
                </a:lnTo>
                <a:lnTo>
                  <a:pt x="1245470" y="121114"/>
                </a:lnTo>
                <a:lnTo>
                  <a:pt x="1244757" y="121195"/>
                </a:lnTo>
                <a:lnTo>
                  <a:pt x="1244029" y="121258"/>
                </a:lnTo>
                <a:lnTo>
                  <a:pt x="1243287" y="121304"/>
                </a:lnTo>
                <a:lnTo>
                  <a:pt x="1242531" y="121331"/>
                </a:lnTo>
                <a:lnTo>
                  <a:pt x="1241762" y="121340"/>
                </a:lnTo>
                <a:lnTo>
                  <a:pt x="1241005" y="121331"/>
                </a:lnTo>
                <a:lnTo>
                  <a:pt x="1240261" y="121304"/>
                </a:lnTo>
                <a:lnTo>
                  <a:pt x="1239530" y="121258"/>
                </a:lnTo>
                <a:lnTo>
                  <a:pt x="1238812" y="121195"/>
                </a:lnTo>
                <a:lnTo>
                  <a:pt x="1238108" y="121114"/>
                </a:lnTo>
                <a:close/>
                <a:moveTo>
                  <a:pt x="127186" y="134018"/>
                </a:moveTo>
                <a:lnTo>
                  <a:pt x="128244" y="133896"/>
                </a:lnTo>
                <a:lnTo>
                  <a:pt x="129286" y="133751"/>
                </a:lnTo>
                <a:lnTo>
                  <a:pt x="130312" y="133585"/>
                </a:lnTo>
                <a:lnTo>
                  <a:pt x="131322" y="133396"/>
                </a:lnTo>
                <a:lnTo>
                  <a:pt x="132316" y="133185"/>
                </a:lnTo>
                <a:lnTo>
                  <a:pt x="133295" y="132952"/>
                </a:lnTo>
                <a:lnTo>
                  <a:pt x="134257" y="132696"/>
                </a:lnTo>
                <a:lnTo>
                  <a:pt x="135204" y="132418"/>
                </a:lnTo>
                <a:lnTo>
                  <a:pt x="136134" y="132118"/>
                </a:lnTo>
                <a:lnTo>
                  <a:pt x="137049" y="131796"/>
                </a:lnTo>
                <a:lnTo>
                  <a:pt x="137948" y="131452"/>
                </a:lnTo>
                <a:lnTo>
                  <a:pt x="138831" y="131085"/>
                </a:lnTo>
                <a:lnTo>
                  <a:pt x="139698" y="130697"/>
                </a:lnTo>
                <a:lnTo>
                  <a:pt x="140549" y="130286"/>
                </a:lnTo>
                <a:lnTo>
                  <a:pt x="141384" y="129852"/>
                </a:lnTo>
                <a:lnTo>
                  <a:pt x="142203" y="129397"/>
                </a:lnTo>
                <a:lnTo>
                  <a:pt x="143007" y="128919"/>
                </a:lnTo>
                <a:lnTo>
                  <a:pt x="143794" y="128419"/>
                </a:lnTo>
                <a:lnTo>
                  <a:pt x="144566" y="127897"/>
                </a:lnTo>
                <a:lnTo>
                  <a:pt x="145316" y="127356"/>
                </a:lnTo>
                <a:lnTo>
                  <a:pt x="146040" y="126800"/>
                </a:lnTo>
                <a:lnTo>
                  <a:pt x="146736" y="126227"/>
                </a:lnTo>
                <a:lnTo>
                  <a:pt x="147406" y="125639"/>
                </a:lnTo>
                <a:lnTo>
                  <a:pt x="148049" y="125036"/>
                </a:lnTo>
                <a:lnTo>
                  <a:pt x="148665" y="124417"/>
                </a:lnTo>
                <a:lnTo>
                  <a:pt x="149254" y="123782"/>
                </a:lnTo>
                <a:lnTo>
                  <a:pt x="149816" y="123131"/>
                </a:lnTo>
                <a:lnTo>
                  <a:pt x="150351" y="122465"/>
                </a:lnTo>
                <a:lnTo>
                  <a:pt x="150859" y="121783"/>
                </a:lnTo>
                <a:lnTo>
                  <a:pt x="151341" y="121086"/>
                </a:lnTo>
                <a:lnTo>
                  <a:pt x="151795" y="120373"/>
                </a:lnTo>
                <a:lnTo>
                  <a:pt x="152223" y="119644"/>
                </a:lnTo>
                <a:lnTo>
                  <a:pt x="152624" y="118900"/>
                </a:lnTo>
                <a:lnTo>
                  <a:pt x="152997" y="118140"/>
                </a:lnTo>
                <a:lnTo>
                  <a:pt x="153344" y="117365"/>
                </a:lnTo>
                <a:lnTo>
                  <a:pt x="153664" y="116573"/>
                </a:lnTo>
                <a:lnTo>
                  <a:pt x="153958" y="115767"/>
                </a:lnTo>
                <a:lnTo>
                  <a:pt x="154224" y="114944"/>
                </a:lnTo>
                <a:lnTo>
                  <a:pt x="154463" y="114106"/>
                </a:lnTo>
                <a:lnTo>
                  <a:pt x="154676" y="113252"/>
                </a:lnTo>
                <a:lnTo>
                  <a:pt x="154861" y="112383"/>
                </a:lnTo>
                <a:lnTo>
                  <a:pt x="155020" y="111498"/>
                </a:lnTo>
                <a:lnTo>
                  <a:pt x="155152" y="110597"/>
                </a:lnTo>
                <a:lnTo>
                  <a:pt x="140933" y="110597"/>
                </a:lnTo>
                <a:lnTo>
                  <a:pt x="140833" y="111028"/>
                </a:lnTo>
                <a:lnTo>
                  <a:pt x="140720" y="111451"/>
                </a:lnTo>
                <a:lnTo>
                  <a:pt x="140593" y="111867"/>
                </a:lnTo>
                <a:lnTo>
                  <a:pt x="140452" y="112276"/>
                </a:lnTo>
                <a:lnTo>
                  <a:pt x="140297" y="112677"/>
                </a:lnTo>
                <a:lnTo>
                  <a:pt x="140128" y="113071"/>
                </a:lnTo>
                <a:lnTo>
                  <a:pt x="139944" y="113457"/>
                </a:lnTo>
                <a:lnTo>
                  <a:pt x="139747" y="113836"/>
                </a:lnTo>
                <a:lnTo>
                  <a:pt x="139536" y="114208"/>
                </a:lnTo>
                <a:lnTo>
                  <a:pt x="139311" y="114572"/>
                </a:lnTo>
                <a:lnTo>
                  <a:pt x="139072" y="114929"/>
                </a:lnTo>
                <a:lnTo>
                  <a:pt x="138819" y="115278"/>
                </a:lnTo>
                <a:lnTo>
                  <a:pt x="138552" y="115620"/>
                </a:lnTo>
                <a:lnTo>
                  <a:pt x="138271" y="115955"/>
                </a:lnTo>
                <a:lnTo>
                  <a:pt x="137976" y="116282"/>
                </a:lnTo>
                <a:lnTo>
                  <a:pt x="137667" y="116602"/>
                </a:lnTo>
                <a:lnTo>
                  <a:pt x="137344" y="116914"/>
                </a:lnTo>
                <a:lnTo>
                  <a:pt x="137007" y="117219"/>
                </a:lnTo>
                <a:lnTo>
                  <a:pt x="136656" y="117516"/>
                </a:lnTo>
                <a:lnTo>
                  <a:pt x="136291" y="117807"/>
                </a:lnTo>
                <a:lnTo>
                  <a:pt x="135912" y="118089"/>
                </a:lnTo>
                <a:lnTo>
                  <a:pt x="135519" y="118364"/>
                </a:lnTo>
                <a:lnTo>
                  <a:pt x="135112" y="118632"/>
                </a:lnTo>
                <a:lnTo>
                  <a:pt x="134691" y="118893"/>
                </a:lnTo>
                <a:lnTo>
                  <a:pt x="134258" y="119144"/>
                </a:lnTo>
                <a:lnTo>
                  <a:pt x="133816" y="119385"/>
                </a:lnTo>
                <a:lnTo>
                  <a:pt x="133365" y="119615"/>
                </a:lnTo>
                <a:lnTo>
                  <a:pt x="132903" y="119834"/>
                </a:lnTo>
                <a:lnTo>
                  <a:pt x="132432" y="120043"/>
                </a:lnTo>
                <a:lnTo>
                  <a:pt x="131952" y="120241"/>
                </a:lnTo>
                <a:lnTo>
                  <a:pt x="131461" y="120428"/>
                </a:lnTo>
                <a:lnTo>
                  <a:pt x="130962" y="120604"/>
                </a:lnTo>
                <a:lnTo>
                  <a:pt x="130452" y="120770"/>
                </a:lnTo>
                <a:lnTo>
                  <a:pt x="129933" y="120925"/>
                </a:lnTo>
                <a:lnTo>
                  <a:pt x="129405" y="121070"/>
                </a:lnTo>
                <a:lnTo>
                  <a:pt x="128866" y="121204"/>
                </a:lnTo>
                <a:lnTo>
                  <a:pt x="128319" y="121327"/>
                </a:lnTo>
                <a:lnTo>
                  <a:pt x="127761" y="121439"/>
                </a:lnTo>
                <a:lnTo>
                  <a:pt x="127194" y="121541"/>
                </a:lnTo>
                <a:lnTo>
                  <a:pt x="126617" y="121632"/>
                </a:lnTo>
                <a:lnTo>
                  <a:pt x="126031" y="121712"/>
                </a:lnTo>
                <a:lnTo>
                  <a:pt x="125435" y="121781"/>
                </a:lnTo>
                <a:lnTo>
                  <a:pt x="124830" y="121840"/>
                </a:lnTo>
                <a:lnTo>
                  <a:pt x="124215" y="121888"/>
                </a:lnTo>
                <a:lnTo>
                  <a:pt x="123590" y="121926"/>
                </a:lnTo>
                <a:lnTo>
                  <a:pt x="122955" y="121952"/>
                </a:lnTo>
                <a:lnTo>
                  <a:pt x="122312" y="121968"/>
                </a:lnTo>
                <a:lnTo>
                  <a:pt x="121658" y="121974"/>
                </a:lnTo>
                <a:lnTo>
                  <a:pt x="120901" y="121964"/>
                </a:lnTo>
                <a:lnTo>
                  <a:pt x="120156" y="121935"/>
                </a:lnTo>
                <a:lnTo>
                  <a:pt x="119424" y="121886"/>
                </a:lnTo>
                <a:lnTo>
                  <a:pt x="118704" y="121818"/>
                </a:lnTo>
                <a:lnTo>
                  <a:pt x="117998" y="121730"/>
                </a:lnTo>
                <a:lnTo>
                  <a:pt x="117303" y="121623"/>
                </a:lnTo>
                <a:lnTo>
                  <a:pt x="116622" y="121497"/>
                </a:lnTo>
                <a:lnTo>
                  <a:pt x="115953" y="121351"/>
                </a:lnTo>
                <a:lnTo>
                  <a:pt x="115296" y="121185"/>
                </a:lnTo>
                <a:lnTo>
                  <a:pt x="114652" y="121000"/>
                </a:lnTo>
                <a:lnTo>
                  <a:pt x="114021" y="120795"/>
                </a:lnTo>
                <a:lnTo>
                  <a:pt x="113403" y="120571"/>
                </a:lnTo>
                <a:lnTo>
                  <a:pt x="112797" y="120328"/>
                </a:lnTo>
                <a:lnTo>
                  <a:pt x="112203" y="120065"/>
                </a:lnTo>
                <a:lnTo>
                  <a:pt x="111623" y="119782"/>
                </a:lnTo>
                <a:lnTo>
                  <a:pt x="111055" y="119480"/>
                </a:lnTo>
                <a:lnTo>
                  <a:pt x="110499" y="119159"/>
                </a:lnTo>
                <a:lnTo>
                  <a:pt x="109956" y="118818"/>
                </a:lnTo>
                <a:lnTo>
                  <a:pt x="109426" y="118458"/>
                </a:lnTo>
                <a:lnTo>
                  <a:pt x="108908" y="118078"/>
                </a:lnTo>
                <a:lnTo>
                  <a:pt x="108403" y="117679"/>
                </a:lnTo>
                <a:lnTo>
                  <a:pt x="107911" y="117260"/>
                </a:lnTo>
                <a:lnTo>
                  <a:pt x="107431" y="116822"/>
                </a:lnTo>
                <a:lnTo>
                  <a:pt x="106964" y="116364"/>
                </a:lnTo>
                <a:lnTo>
                  <a:pt x="106513" y="115889"/>
                </a:lnTo>
                <a:lnTo>
                  <a:pt x="106081" y="115401"/>
                </a:lnTo>
                <a:lnTo>
                  <a:pt x="105668" y="114898"/>
                </a:lnTo>
                <a:lnTo>
                  <a:pt x="105274" y="114382"/>
                </a:lnTo>
                <a:lnTo>
                  <a:pt x="104900" y="113852"/>
                </a:lnTo>
                <a:lnTo>
                  <a:pt x="104544" y="113307"/>
                </a:lnTo>
                <a:lnTo>
                  <a:pt x="104208" y="112749"/>
                </a:lnTo>
                <a:lnTo>
                  <a:pt x="103891" y="112176"/>
                </a:lnTo>
                <a:lnTo>
                  <a:pt x="103594" y="111590"/>
                </a:lnTo>
                <a:lnTo>
                  <a:pt x="103315" y="110990"/>
                </a:lnTo>
                <a:lnTo>
                  <a:pt x="103056" y="110376"/>
                </a:lnTo>
                <a:lnTo>
                  <a:pt x="102816" y="109747"/>
                </a:lnTo>
                <a:lnTo>
                  <a:pt x="102595" y="109105"/>
                </a:lnTo>
                <a:lnTo>
                  <a:pt x="102394" y="108449"/>
                </a:lnTo>
                <a:lnTo>
                  <a:pt x="102211" y="107779"/>
                </a:lnTo>
                <a:lnTo>
                  <a:pt x="102048" y="107094"/>
                </a:lnTo>
                <a:lnTo>
                  <a:pt x="101904" y="106396"/>
                </a:lnTo>
                <a:lnTo>
                  <a:pt x="101779" y="105684"/>
                </a:lnTo>
                <a:lnTo>
                  <a:pt x="101674" y="104958"/>
                </a:lnTo>
                <a:lnTo>
                  <a:pt x="101587" y="104218"/>
                </a:lnTo>
                <a:lnTo>
                  <a:pt x="101520" y="103464"/>
                </a:lnTo>
                <a:lnTo>
                  <a:pt x="101472" y="102696"/>
                </a:lnTo>
                <a:lnTo>
                  <a:pt x="101443" y="101914"/>
                </a:lnTo>
                <a:lnTo>
                  <a:pt x="101433" y="101118"/>
                </a:lnTo>
                <a:lnTo>
                  <a:pt x="101433" y="92902"/>
                </a:lnTo>
                <a:lnTo>
                  <a:pt x="155786" y="92902"/>
                </a:lnTo>
                <a:lnTo>
                  <a:pt x="155786" y="77417"/>
                </a:lnTo>
                <a:lnTo>
                  <a:pt x="155778" y="76579"/>
                </a:lnTo>
                <a:lnTo>
                  <a:pt x="155756" y="75750"/>
                </a:lnTo>
                <a:lnTo>
                  <a:pt x="155719" y="74931"/>
                </a:lnTo>
                <a:lnTo>
                  <a:pt x="155667" y="74121"/>
                </a:lnTo>
                <a:lnTo>
                  <a:pt x="155601" y="73320"/>
                </a:lnTo>
                <a:lnTo>
                  <a:pt x="155519" y="72529"/>
                </a:lnTo>
                <a:lnTo>
                  <a:pt x="155423" y="71747"/>
                </a:lnTo>
                <a:lnTo>
                  <a:pt x="155312" y="70974"/>
                </a:lnTo>
                <a:lnTo>
                  <a:pt x="155186" y="70211"/>
                </a:lnTo>
                <a:lnTo>
                  <a:pt x="155045" y="69457"/>
                </a:lnTo>
                <a:lnTo>
                  <a:pt x="154889" y="68712"/>
                </a:lnTo>
                <a:lnTo>
                  <a:pt x="154719" y="67977"/>
                </a:lnTo>
                <a:lnTo>
                  <a:pt x="154534" y="67251"/>
                </a:lnTo>
                <a:lnTo>
                  <a:pt x="154334" y="66534"/>
                </a:lnTo>
                <a:lnTo>
                  <a:pt x="154119" y="65827"/>
                </a:lnTo>
                <a:lnTo>
                  <a:pt x="153889" y="65129"/>
                </a:lnTo>
                <a:lnTo>
                  <a:pt x="153645" y="64440"/>
                </a:lnTo>
                <a:lnTo>
                  <a:pt x="153385" y="63761"/>
                </a:lnTo>
                <a:lnTo>
                  <a:pt x="153111" y="63091"/>
                </a:lnTo>
                <a:lnTo>
                  <a:pt x="152822" y="62430"/>
                </a:lnTo>
                <a:lnTo>
                  <a:pt x="152519" y="61779"/>
                </a:lnTo>
                <a:lnTo>
                  <a:pt x="152200" y="61137"/>
                </a:lnTo>
                <a:lnTo>
                  <a:pt x="151867" y="60504"/>
                </a:lnTo>
                <a:lnTo>
                  <a:pt x="151519" y="59880"/>
                </a:lnTo>
                <a:lnTo>
                  <a:pt x="151157" y="59267"/>
                </a:lnTo>
                <a:lnTo>
                  <a:pt x="150784" y="58666"/>
                </a:lnTo>
                <a:lnTo>
                  <a:pt x="150399" y="58076"/>
                </a:lnTo>
                <a:lnTo>
                  <a:pt x="150003" y="57497"/>
                </a:lnTo>
                <a:lnTo>
                  <a:pt x="149594" y="56930"/>
                </a:lnTo>
                <a:lnTo>
                  <a:pt x="149174" y="56375"/>
                </a:lnTo>
                <a:lnTo>
                  <a:pt x="148742" y="55831"/>
                </a:lnTo>
                <a:lnTo>
                  <a:pt x="148298" y="55299"/>
                </a:lnTo>
                <a:lnTo>
                  <a:pt x="147842" y="54778"/>
                </a:lnTo>
                <a:lnTo>
                  <a:pt x="147374" y="54268"/>
                </a:lnTo>
                <a:lnTo>
                  <a:pt x="146895" y="53771"/>
                </a:lnTo>
                <a:lnTo>
                  <a:pt x="146404" y="53284"/>
                </a:lnTo>
                <a:lnTo>
                  <a:pt x="145901" y="52809"/>
                </a:lnTo>
                <a:lnTo>
                  <a:pt x="145386" y="52346"/>
                </a:lnTo>
                <a:lnTo>
                  <a:pt x="144860" y="51894"/>
                </a:lnTo>
                <a:lnTo>
                  <a:pt x="144321" y="51454"/>
                </a:lnTo>
                <a:lnTo>
                  <a:pt x="143771" y="51025"/>
                </a:lnTo>
                <a:lnTo>
                  <a:pt x="143209" y="50608"/>
                </a:lnTo>
                <a:lnTo>
                  <a:pt x="142636" y="50203"/>
                </a:lnTo>
                <a:lnTo>
                  <a:pt x="142050" y="49808"/>
                </a:lnTo>
                <a:lnTo>
                  <a:pt x="141453" y="49426"/>
                </a:lnTo>
                <a:lnTo>
                  <a:pt x="140844" y="49055"/>
                </a:lnTo>
                <a:lnTo>
                  <a:pt x="140223" y="48695"/>
                </a:lnTo>
                <a:lnTo>
                  <a:pt x="139590" y="48347"/>
                </a:lnTo>
                <a:lnTo>
                  <a:pt x="138947" y="48012"/>
                </a:lnTo>
                <a:lnTo>
                  <a:pt x="138295" y="47691"/>
                </a:lnTo>
                <a:lnTo>
                  <a:pt x="137634" y="47384"/>
                </a:lnTo>
                <a:lnTo>
                  <a:pt x="136963" y="47092"/>
                </a:lnTo>
                <a:lnTo>
                  <a:pt x="136284" y="46814"/>
                </a:lnTo>
                <a:lnTo>
                  <a:pt x="135596" y="46550"/>
                </a:lnTo>
                <a:lnTo>
                  <a:pt x="134899" y="46300"/>
                </a:lnTo>
                <a:lnTo>
                  <a:pt x="134192" y="46065"/>
                </a:lnTo>
                <a:lnTo>
                  <a:pt x="133477" y="45844"/>
                </a:lnTo>
                <a:lnTo>
                  <a:pt x="132752" y="45637"/>
                </a:lnTo>
                <a:lnTo>
                  <a:pt x="132019" y="45444"/>
                </a:lnTo>
                <a:lnTo>
                  <a:pt x="131276" y="45266"/>
                </a:lnTo>
                <a:lnTo>
                  <a:pt x="130524" y="45102"/>
                </a:lnTo>
                <a:lnTo>
                  <a:pt x="129764" y="44952"/>
                </a:lnTo>
                <a:lnTo>
                  <a:pt x="128994" y="44817"/>
                </a:lnTo>
                <a:lnTo>
                  <a:pt x="128215" y="44695"/>
                </a:lnTo>
                <a:lnTo>
                  <a:pt x="127427" y="44588"/>
                </a:lnTo>
                <a:lnTo>
                  <a:pt x="126630" y="44496"/>
                </a:lnTo>
                <a:lnTo>
                  <a:pt x="125824" y="44417"/>
                </a:lnTo>
                <a:lnTo>
                  <a:pt x="125009" y="44353"/>
                </a:lnTo>
                <a:lnTo>
                  <a:pt x="124185" y="44303"/>
                </a:lnTo>
                <a:lnTo>
                  <a:pt x="123352" y="44267"/>
                </a:lnTo>
                <a:lnTo>
                  <a:pt x="122509" y="44246"/>
                </a:lnTo>
                <a:lnTo>
                  <a:pt x="121658" y="44239"/>
                </a:lnTo>
                <a:lnTo>
                  <a:pt x="120807" y="44246"/>
                </a:lnTo>
                <a:lnTo>
                  <a:pt x="119964" y="44268"/>
                </a:lnTo>
                <a:lnTo>
                  <a:pt x="119131" y="44304"/>
                </a:lnTo>
                <a:lnTo>
                  <a:pt x="118307" y="44355"/>
                </a:lnTo>
                <a:lnTo>
                  <a:pt x="117492" y="44421"/>
                </a:lnTo>
                <a:lnTo>
                  <a:pt x="116686" y="44501"/>
                </a:lnTo>
                <a:lnTo>
                  <a:pt x="115889" y="44595"/>
                </a:lnTo>
                <a:lnTo>
                  <a:pt x="115101" y="44704"/>
                </a:lnTo>
                <a:lnTo>
                  <a:pt x="114322" y="44828"/>
                </a:lnTo>
                <a:lnTo>
                  <a:pt x="113552" y="44966"/>
                </a:lnTo>
                <a:lnTo>
                  <a:pt x="112791" y="45119"/>
                </a:lnTo>
                <a:lnTo>
                  <a:pt x="112039" y="45286"/>
                </a:lnTo>
                <a:lnTo>
                  <a:pt x="111297" y="45468"/>
                </a:lnTo>
                <a:lnTo>
                  <a:pt x="110563" y="45664"/>
                </a:lnTo>
                <a:lnTo>
                  <a:pt x="109838" y="45875"/>
                </a:lnTo>
                <a:lnTo>
                  <a:pt x="109123" y="46100"/>
                </a:lnTo>
                <a:lnTo>
                  <a:pt x="108416" y="46340"/>
                </a:lnTo>
                <a:lnTo>
                  <a:pt x="107719" y="46594"/>
                </a:lnTo>
                <a:lnTo>
                  <a:pt x="107030" y="46863"/>
                </a:lnTo>
                <a:lnTo>
                  <a:pt x="106351" y="47147"/>
                </a:lnTo>
                <a:lnTo>
                  <a:pt x="105680" y="47445"/>
                </a:lnTo>
                <a:lnTo>
                  <a:pt x="105019" y="47758"/>
                </a:lnTo>
                <a:lnTo>
                  <a:pt x="104367" y="48085"/>
                </a:lnTo>
                <a:lnTo>
                  <a:pt x="103724" y="48426"/>
                </a:lnTo>
                <a:lnTo>
                  <a:pt x="103091" y="48781"/>
                </a:lnTo>
                <a:lnTo>
                  <a:pt x="102470" y="49149"/>
                </a:lnTo>
                <a:lnTo>
                  <a:pt x="101861" y="49528"/>
                </a:lnTo>
                <a:lnTo>
                  <a:pt x="101264" y="49920"/>
                </a:lnTo>
                <a:lnTo>
                  <a:pt x="100679" y="50325"/>
                </a:lnTo>
                <a:lnTo>
                  <a:pt x="100105" y="50741"/>
                </a:lnTo>
                <a:lnTo>
                  <a:pt x="99543" y="51171"/>
                </a:lnTo>
                <a:lnTo>
                  <a:pt x="98993" y="51612"/>
                </a:lnTo>
                <a:lnTo>
                  <a:pt x="98455" y="52066"/>
                </a:lnTo>
                <a:lnTo>
                  <a:pt x="97928" y="52532"/>
                </a:lnTo>
                <a:lnTo>
                  <a:pt x="97414" y="53010"/>
                </a:lnTo>
                <a:lnTo>
                  <a:pt x="96911" y="53501"/>
                </a:lnTo>
                <a:lnTo>
                  <a:pt x="96420" y="54004"/>
                </a:lnTo>
                <a:lnTo>
                  <a:pt x="95940" y="54520"/>
                </a:lnTo>
                <a:lnTo>
                  <a:pt x="95473" y="55048"/>
                </a:lnTo>
                <a:lnTo>
                  <a:pt x="95017" y="55588"/>
                </a:lnTo>
                <a:lnTo>
                  <a:pt x="94573" y="56141"/>
                </a:lnTo>
                <a:lnTo>
                  <a:pt x="94141" y="56706"/>
                </a:lnTo>
                <a:lnTo>
                  <a:pt x="93720" y="57283"/>
                </a:lnTo>
                <a:lnTo>
                  <a:pt x="93312" y="57873"/>
                </a:lnTo>
                <a:lnTo>
                  <a:pt x="92915" y="58475"/>
                </a:lnTo>
                <a:lnTo>
                  <a:pt x="92530" y="59089"/>
                </a:lnTo>
                <a:lnTo>
                  <a:pt x="92156" y="59716"/>
                </a:lnTo>
                <a:lnTo>
                  <a:pt x="91795" y="60355"/>
                </a:lnTo>
                <a:lnTo>
                  <a:pt x="91447" y="61006"/>
                </a:lnTo>
                <a:lnTo>
                  <a:pt x="91114" y="61667"/>
                </a:lnTo>
                <a:lnTo>
                  <a:pt x="90795" y="62340"/>
                </a:lnTo>
                <a:lnTo>
                  <a:pt x="90492" y="63023"/>
                </a:lnTo>
                <a:lnTo>
                  <a:pt x="90203" y="63718"/>
                </a:lnTo>
                <a:lnTo>
                  <a:pt x="89929" y="64423"/>
                </a:lnTo>
                <a:lnTo>
                  <a:pt x="89670" y="65140"/>
                </a:lnTo>
                <a:lnTo>
                  <a:pt x="89426" y="65867"/>
                </a:lnTo>
                <a:lnTo>
                  <a:pt x="89196" y="66606"/>
                </a:lnTo>
                <a:lnTo>
                  <a:pt x="88981" y="67355"/>
                </a:lnTo>
                <a:lnTo>
                  <a:pt x="88781" y="68115"/>
                </a:lnTo>
                <a:lnTo>
                  <a:pt x="88596" y="68887"/>
                </a:lnTo>
                <a:lnTo>
                  <a:pt x="88426" y="69669"/>
                </a:lnTo>
                <a:lnTo>
                  <a:pt x="88271" y="70462"/>
                </a:lnTo>
                <a:lnTo>
                  <a:pt x="88130" y="71266"/>
                </a:lnTo>
                <a:lnTo>
                  <a:pt x="88004" y="72082"/>
                </a:lnTo>
                <a:lnTo>
                  <a:pt x="87893" y="72908"/>
                </a:lnTo>
                <a:lnTo>
                  <a:pt x="87797" y="73745"/>
                </a:lnTo>
                <a:lnTo>
                  <a:pt x="87715" y="74593"/>
                </a:lnTo>
                <a:lnTo>
                  <a:pt x="87649" y="75452"/>
                </a:lnTo>
                <a:lnTo>
                  <a:pt x="87597" y="76322"/>
                </a:lnTo>
                <a:lnTo>
                  <a:pt x="87560" y="77203"/>
                </a:lnTo>
                <a:lnTo>
                  <a:pt x="87538" y="78095"/>
                </a:lnTo>
                <a:lnTo>
                  <a:pt x="87530" y="78998"/>
                </a:lnTo>
                <a:lnTo>
                  <a:pt x="87530" y="99536"/>
                </a:lnTo>
                <a:lnTo>
                  <a:pt x="87538" y="100427"/>
                </a:lnTo>
                <a:lnTo>
                  <a:pt x="87560" y="101307"/>
                </a:lnTo>
                <a:lnTo>
                  <a:pt x="87597" y="102177"/>
                </a:lnTo>
                <a:lnTo>
                  <a:pt x="87649" y="103037"/>
                </a:lnTo>
                <a:lnTo>
                  <a:pt x="87715" y="103886"/>
                </a:lnTo>
                <a:lnTo>
                  <a:pt x="87797" y="104726"/>
                </a:lnTo>
                <a:lnTo>
                  <a:pt x="87893" y="105555"/>
                </a:lnTo>
                <a:lnTo>
                  <a:pt x="88004" y="106375"/>
                </a:lnTo>
                <a:lnTo>
                  <a:pt x="88130" y="107184"/>
                </a:lnTo>
                <a:lnTo>
                  <a:pt x="88271" y="107983"/>
                </a:lnTo>
                <a:lnTo>
                  <a:pt x="88426" y="108772"/>
                </a:lnTo>
                <a:lnTo>
                  <a:pt x="88596" y="109550"/>
                </a:lnTo>
                <a:lnTo>
                  <a:pt x="88781" y="110319"/>
                </a:lnTo>
                <a:lnTo>
                  <a:pt x="88981" y="111077"/>
                </a:lnTo>
                <a:lnTo>
                  <a:pt x="89196" y="111825"/>
                </a:lnTo>
                <a:lnTo>
                  <a:pt x="89426" y="112563"/>
                </a:lnTo>
                <a:lnTo>
                  <a:pt x="89670" y="113291"/>
                </a:lnTo>
                <a:lnTo>
                  <a:pt x="89929" y="114009"/>
                </a:lnTo>
                <a:lnTo>
                  <a:pt x="90203" y="114716"/>
                </a:lnTo>
                <a:lnTo>
                  <a:pt x="90492" y="115414"/>
                </a:lnTo>
                <a:lnTo>
                  <a:pt x="90795" y="116101"/>
                </a:lnTo>
                <a:lnTo>
                  <a:pt x="91114" y="116778"/>
                </a:lnTo>
                <a:lnTo>
                  <a:pt x="91447" y="117445"/>
                </a:lnTo>
                <a:lnTo>
                  <a:pt x="91795" y="118102"/>
                </a:lnTo>
                <a:lnTo>
                  <a:pt x="92156" y="118747"/>
                </a:lnTo>
                <a:lnTo>
                  <a:pt x="92530" y="119380"/>
                </a:lnTo>
                <a:lnTo>
                  <a:pt x="92915" y="120000"/>
                </a:lnTo>
                <a:lnTo>
                  <a:pt x="93312" y="120608"/>
                </a:lnTo>
                <a:lnTo>
                  <a:pt x="93720" y="121203"/>
                </a:lnTo>
                <a:lnTo>
                  <a:pt x="94141" y="121785"/>
                </a:lnTo>
                <a:lnTo>
                  <a:pt x="94573" y="122355"/>
                </a:lnTo>
                <a:lnTo>
                  <a:pt x="95017" y="122912"/>
                </a:lnTo>
                <a:lnTo>
                  <a:pt x="95473" y="123457"/>
                </a:lnTo>
                <a:lnTo>
                  <a:pt x="95940" y="123989"/>
                </a:lnTo>
                <a:lnTo>
                  <a:pt x="96420" y="124508"/>
                </a:lnTo>
                <a:lnTo>
                  <a:pt x="96911" y="125015"/>
                </a:lnTo>
                <a:lnTo>
                  <a:pt x="97414" y="125509"/>
                </a:lnTo>
                <a:lnTo>
                  <a:pt x="97928" y="125990"/>
                </a:lnTo>
                <a:lnTo>
                  <a:pt x="98455" y="126459"/>
                </a:lnTo>
                <a:lnTo>
                  <a:pt x="98993" y="126915"/>
                </a:lnTo>
                <a:lnTo>
                  <a:pt x="99543" y="127359"/>
                </a:lnTo>
                <a:lnTo>
                  <a:pt x="100105" y="127790"/>
                </a:lnTo>
                <a:lnTo>
                  <a:pt x="100679" y="128208"/>
                </a:lnTo>
                <a:lnTo>
                  <a:pt x="101264" y="128614"/>
                </a:lnTo>
                <a:lnTo>
                  <a:pt x="101861" y="129007"/>
                </a:lnTo>
                <a:lnTo>
                  <a:pt x="102470" y="129387"/>
                </a:lnTo>
                <a:lnTo>
                  <a:pt x="103091" y="129755"/>
                </a:lnTo>
                <a:lnTo>
                  <a:pt x="103724" y="130110"/>
                </a:lnTo>
                <a:lnTo>
                  <a:pt x="104367" y="130452"/>
                </a:lnTo>
                <a:lnTo>
                  <a:pt x="105019" y="130779"/>
                </a:lnTo>
                <a:lnTo>
                  <a:pt x="105680" y="131091"/>
                </a:lnTo>
                <a:lnTo>
                  <a:pt x="106351" y="131389"/>
                </a:lnTo>
                <a:lnTo>
                  <a:pt x="107030" y="131673"/>
                </a:lnTo>
                <a:lnTo>
                  <a:pt x="107719" y="131941"/>
                </a:lnTo>
                <a:lnTo>
                  <a:pt x="108416" y="132196"/>
                </a:lnTo>
                <a:lnTo>
                  <a:pt x="109123" y="132436"/>
                </a:lnTo>
                <a:lnTo>
                  <a:pt x="109838" y="132661"/>
                </a:lnTo>
                <a:lnTo>
                  <a:pt x="110563" y="132871"/>
                </a:lnTo>
                <a:lnTo>
                  <a:pt x="111297" y="133068"/>
                </a:lnTo>
                <a:lnTo>
                  <a:pt x="112039" y="133249"/>
                </a:lnTo>
                <a:lnTo>
                  <a:pt x="112791" y="133416"/>
                </a:lnTo>
                <a:lnTo>
                  <a:pt x="113552" y="133569"/>
                </a:lnTo>
                <a:lnTo>
                  <a:pt x="114322" y="133707"/>
                </a:lnTo>
                <a:lnTo>
                  <a:pt x="115101" y="133831"/>
                </a:lnTo>
                <a:lnTo>
                  <a:pt x="115889" y="133940"/>
                </a:lnTo>
                <a:lnTo>
                  <a:pt x="116686" y="134034"/>
                </a:lnTo>
                <a:lnTo>
                  <a:pt x="117492" y="134114"/>
                </a:lnTo>
                <a:lnTo>
                  <a:pt x="118307" y="134179"/>
                </a:lnTo>
                <a:lnTo>
                  <a:pt x="119131" y="134230"/>
                </a:lnTo>
                <a:lnTo>
                  <a:pt x="119964" y="134267"/>
                </a:lnTo>
                <a:lnTo>
                  <a:pt x="120807" y="134288"/>
                </a:lnTo>
                <a:lnTo>
                  <a:pt x="121658" y="134296"/>
                </a:lnTo>
                <a:lnTo>
                  <a:pt x="122795" y="134285"/>
                </a:lnTo>
                <a:lnTo>
                  <a:pt x="123917" y="134251"/>
                </a:lnTo>
                <a:lnTo>
                  <a:pt x="125022" y="134196"/>
                </a:lnTo>
                <a:lnTo>
                  <a:pt x="126112" y="134118"/>
                </a:lnTo>
                <a:lnTo>
                  <a:pt x="127186" y="134018"/>
                </a:lnTo>
                <a:close/>
                <a:moveTo>
                  <a:pt x="101443" y="76569"/>
                </a:moveTo>
                <a:lnTo>
                  <a:pt x="101470" y="75738"/>
                </a:lnTo>
                <a:lnTo>
                  <a:pt x="101516" y="74923"/>
                </a:lnTo>
                <a:lnTo>
                  <a:pt x="101580" y="74124"/>
                </a:lnTo>
                <a:lnTo>
                  <a:pt x="101663" y="73341"/>
                </a:lnTo>
                <a:lnTo>
                  <a:pt x="101764" y="72574"/>
                </a:lnTo>
                <a:lnTo>
                  <a:pt x="101884" y="71824"/>
                </a:lnTo>
                <a:lnTo>
                  <a:pt x="102021" y="71089"/>
                </a:lnTo>
                <a:lnTo>
                  <a:pt x="102178" y="70371"/>
                </a:lnTo>
                <a:lnTo>
                  <a:pt x="102352" y="69669"/>
                </a:lnTo>
                <a:lnTo>
                  <a:pt x="102545" y="68984"/>
                </a:lnTo>
                <a:lnTo>
                  <a:pt x="102756" y="68314"/>
                </a:lnTo>
                <a:lnTo>
                  <a:pt x="102986" y="67661"/>
                </a:lnTo>
                <a:lnTo>
                  <a:pt x="103234" y="67023"/>
                </a:lnTo>
                <a:lnTo>
                  <a:pt x="103501" y="66402"/>
                </a:lnTo>
                <a:lnTo>
                  <a:pt x="103785" y="65798"/>
                </a:lnTo>
                <a:lnTo>
                  <a:pt x="104089" y="65209"/>
                </a:lnTo>
                <a:lnTo>
                  <a:pt x="104410" y="64636"/>
                </a:lnTo>
                <a:lnTo>
                  <a:pt x="104750" y="64080"/>
                </a:lnTo>
                <a:lnTo>
                  <a:pt x="105108" y="63540"/>
                </a:lnTo>
                <a:lnTo>
                  <a:pt x="105485" y="63016"/>
                </a:lnTo>
                <a:lnTo>
                  <a:pt x="105880" y="62508"/>
                </a:lnTo>
                <a:lnTo>
                  <a:pt x="106293" y="62017"/>
                </a:lnTo>
                <a:lnTo>
                  <a:pt x="106725" y="61541"/>
                </a:lnTo>
                <a:lnTo>
                  <a:pt x="107174" y="61084"/>
                </a:lnTo>
                <a:lnTo>
                  <a:pt x="107638" y="60645"/>
                </a:lnTo>
                <a:lnTo>
                  <a:pt x="108117" y="60227"/>
                </a:lnTo>
                <a:lnTo>
                  <a:pt x="108611" y="59827"/>
                </a:lnTo>
                <a:lnTo>
                  <a:pt x="109120" y="59447"/>
                </a:lnTo>
                <a:lnTo>
                  <a:pt x="109644" y="59087"/>
                </a:lnTo>
                <a:lnTo>
                  <a:pt x="110183" y="58746"/>
                </a:lnTo>
                <a:lnTo>
                  <a:pt x="110737" y="58425"/>
                </a:lnTo>
                <a:lnTo>
                  <a:pt x="111307" y="58123"/>
                </a:lnTo>
                <a:lnTo>
                  <a:pt x="111891" y="57840"/>
                </a:lnTo>
                <a:lnTo>
                  <a:pt x="112491" y="57577"/>
                </a:lnTo>
                <a:lnTo>
                  <a:pt x="113106" y="57334"/>
                </a:lnTo>
                <a:lnTo>
                  <a:pt x="113735" y="57110"/>
                </a:lnTo>
                <a:lnTo>
                  <a:pt x="114380" y="56905"/>
                </a:lnTo>
                <a:lnTo>
                  <a:pt x="115040" y="56720"/>
                </a:lnTo>
                <a:lnTo>
                  <a:pt x="115715" y="56555"/>
                </a:lnTo>
                <a:lnTo>
                  <a:pt x="116405" y="56409"/>
                </a:lnTo>
                <a:lnTo>
                  <a:pt x="117110" y="56282"/>
                </a:lnTo>
                <a:lnTo>
                  <a:pt x="117830" y="56175"/>
                </a:lnTo>
                <a:lnTo>
                  <a:pt x="118566" y="56087"/>
                </a:lnTo>
                <a:lnTo>
                  <a:pt x="119316" y="56019"/>
                </a:lnTo>
                <a:lnTo>
                  <a:pt x="120082" y="55970"/>
                </a:lnTo>
                <a:lnTo>
                  <a:pt x="120862" y="55941"/>
                </a:lnTo>
                <a:lnTo>
                  <a:pt x="121658" y="55931"/>
                </a:lnTo>
                <a:lnTo>
                  <a:pt x="122453" y="55941"/>
                </a:lnTo>
                <a:lnTo>
                  <a:pt x="123234" y="55970"/>
                </a:lnTo>
                <a:lnTo>
                  <a:pt x="123999" y="56019"/>
                </a:lnTo>
                <a:lnTo>
                  <a:pt x="124749" y="56087"/>
                </a:lnTo>
                <a:lnTo>
                  <a:pt x="125484" y="56175"/>
                </a:lnTo>
                <a:lnTo>
                  <a:pt x="126205" y="56282"/>
                </a:lnTo>
                <a:lnTo>
                  <a:pt x="126909" y="56409"/>
                </a:lnTo>
                <a:lnTo>
                  <a:pt x="127599" y="56555"/>
                </a:lnTo>
                <a:lnTo>
                  <a:pt x="128274" y="56720"/>
                </a:lnTo>
                <a:lnTo>
                  <a:pt x="128934" y="56905"/>
                </a:lnTo>
                <a:lnTo>
                  <a:pt x="129578" y="57110"/>
                </a:lnTo>
                <a:lnTo>
                  <a:pt x="130208" y="57334"/>
                </a:lnTo>
                <a:lnTo>
                  <a:pt x="130822" y="57577"/>
                </a:lnTo>
                <a:lnTo>
                  <a:pt x="131422" y="57840"/>
                </a:lnTo>
                <a:lnTo>
                  <a:pt x="132006" y="58123"/>
                </a:lnTo>
                <a:lnTo>
                  <a:pt x="132575" y="58425"/>
                </a:lnTo>
                <a:lnTo>
                  <a:pt x="133129" y="58746"/>
                </a:lnTo>
                <a:lnTo>
                  <a:pt x="133668" y="59087"/>
                </a:lnTo>
                <a:lnTo>
                  <a:pt x="134192" y="59447"/>
                </a:lnTo>
                <a:lnTo>
                  <a:pt x="134701" y="59827"/>
                </a:lnTo>
                <a:lnTo>
                  <a:pt x="135195" y="60227"/>
                </a:lnTo>
                <a:lnTo>
                  <a:pt x="135674" y="60645"/>
                </a:lnTo>
                <a:lnTo>
                  <a:pt x="136137" y="61084"/>
                </a:lnTo>
                <a:lnTo>
                  <a:pt x="136586" y="61541"/>
                </a:lnTo>
                <a:lnTo>
                  <a:pt x="137018" y="62017"/>
                </a:lnTo>
                <a:lnTo>
                  <a:pt x="137431" y="62508"/>
                </a:lnTo>
                <a:lnTo>
                  <a:pt x="137827" y="63016"/>
                </a:lnTo>
                <a:lnTo>
                  <a:pt x="138204" y="63540"/>
                </a:lnTo>
                <a:lnTo>
                  <a:pt x="138562" y="64080"/>
                </a:lnTo>
                <a:lnTo>
                  <a:pt x="138902" y="64636"/>
                </a:lnTo>
                <a:lnTo>
                  <a:pt x="139224" y="65209"/>
                </a:lnTo>
                <a:lnTo>
                  <a:pt x="139527" y="65798"/>
                </a:lnTo>
                <a:lnTo>
                  <a:pt x="139812" y="66402"/>
                </a:lnTo>
                <a:lnTo>
                  <a:pt x="140079" y="67023"/>
                </a:lnTo>
                <a:lnTo>
                  <a:pt x="140327" y="67661"/>
                </a:lnTo>
                <a:lnTo>
                  <a:pt x="140557" y="68314"/>
                </a:lnTo>
                <a:lnTo>
                  <a:pt x="140768" y="68984"/>
                </a:lnTo>
                <a:lnTo>
                  <a:pt x="140961" y="69669"/>
                </a:lnTo>
                <a:lnTo>
                  <a:pt x="141136" y="70371"/>
                </a:lnTo>
                <a:lnTo>
                  <a:pt x="141292" y="71089"/>
                </a:lnTo>
                <a:lnTo>
                  <a:pt x="141430" y="71824"/>
                </a:lnTo>
                <a:lnTo>
                  <a:pt x="141549" y="72574"/>
                </a:lnTo>
                <a:lnTo>
                  <a:pt x="141650" y="73341"/>
                </a:lnTo>
                <a:lnTo>
                  <a:pt x="141733" y="74124"/>
                </a:lnTo>
                <a:lnTo>
                  <a:pt x="141797" y="74923"/>
                </a:lnTo>
                <a:lnTo>
                  <a:pt x="141843" y="75738"/>
                </a:lnTo>
                <a:lnTo>
                  <a:pt x="141871" y="76569"/>
                </a:lnTo>
                <a:lnTo>
                  <a:pt x="141880" y="77417"/>
                </a:lnTo>
                <a:lnTo>
                  <a:pt x="141880" y="81841"/>
                </a:lnTo>
                <a:lnTo>
                  <a:pt x="101433" y="81841"/>
                </a:lnTo>
                <a:lnTo>
                  <a:pt x="101433" y="77417"/>
                </a:lnTo>
                <a:lnTo>
                  <a:pt x="101443" y="76569"/>
                </a:lnTo>
                <a:close/>
                <a:moveTo>
                  <a:pt x="876474" y="133946"/>
                </a:moveTo>
                <a:lnTo>
                  <a:pt x="877615" y="133792"/>
                </a:lnTo>
                <a:lnTo>
                  <a:pt x="878735" y="133610"/>
                </a:lnTo>
                <a:lnTo>
                  <a:pt x="879836" y="133400"/>
                </a:lnTo>
                <a:lnTo>
                  <a:pt x="880917" y="133163"/>
                </a:lnTo>
                <a:lnTo>
                  <a:pt x="881977" y="132897"/>
                </a:lnTo>
                <a:lnTo>
                  <a:pt x="883018" y="132603"/>
                </a:lnTo>
                <a:lnTo>
                  <a:pt x="884038" y="132281"/>
                </a:lnTo>
                <a:lnTo>
                  <a:pt x="885039" y="131932"/>
                </a:lnTo>
                <a:lnTo>
                  <a:pt x="886019" y="131554"/>
                </a:lnTo>
                <a:lnTo>
                  <a:pt x="886980" y="131148"/>
                </a:lnTo>
                <a:lnTo>
                  <a:pt x="887920" y="130715"/>
                </a:lnTo>
                <a:lnTo>
                  <a:pt x="888841" y="130253"/>
                </a:lnTo>
                <a:lnTo>
                  <a:pt x="889741" y="129764"/>
                </a:lnTo>
                <a:lnTo>
                  <a:pt x="890622" y="129246"/>
                </a:lnTo>
                <a:lnTo>
                  <a:pt x="891482" y="128700"/>
                </a:lnTo>
                <a:lnTo>
                  <a:pt x="892322" y="128127"/>
                </a:lnTo>
                <a:lnTo>
                  <a:pt x="893143" y="127525"/>
                </a:lnTo>
                <a:lnTo>
                  <a:pt x="893943" y="126896"/>
                </a:lnTo>
                <a:lnTo>
                  <a:pt x="894723" y="126239"/>
                </a:lnTo>
                <a:lnTo>
                  <a:pt x="895478" y="125557"/>
                </a:lnTo>
                <a:lnTo>
                  <a:pt x="896203" y="124855"/>
                </a:lnTo>
                <a:lnTo>
                  <a:pt x="896897" y="124133"/>
                </a:lnTo>
                <a:lnTo>
                  <a:pt x="897561" y="123391"/>
                </a:lnTo>
                <a:lnTo>
                  <a:pt x="898194" y="122628"/>
                </a:lnTo>
                <a:lnTo>
                  <a:pt x="898797" y="121845"/>
                </a:lnTo>
                <a:lnTo>
                  <a:pt x="899369" y="121041"/>
                </a:lnTo>
                <a:lnTo>
                  <a:pt x="899911" y="120218"/>
                </a:lnTo>
                <a:lnTo>
                  <a:pt x="900422" y="119374"/>
                </a:lnTo>
                <a:lnTo>
                  <a:pt x="900903" y="118509"/>
                </a:lnTo>
                <a:lnTo>
                  <a:pt x="901354" y="117625"/>
                </a:lnTo>
                <a:lnTo>
                  <a:pt x="901774" y="116720"/>
                </a:lnTo>
                <a:lnTo>
                  <a:pt x="902163" y="115795"/>
                </a:lnTo>
                <a:lnTo>
                  <a:pt x="902522" y="114849"/>
                </a:lnTo>
                <a:lnTo>
                  <a:pt x="902851" y="113884"/>
                </a:lnTo>
                <a:lnTo>
                  <a:pt x="903149" y="112898"/>
                </a:lnTo>
                <a:lnTo>
                  <a:pt x="903417" y="111891"/>
                </a:lnTo>
                <a:lnTo>
                  <a:pt x="903654" y="110865"/>
                </a:lnTo>
                <a:lnTo>
                  <a:pt x="903861" y="109818"/>
                </a:lnTo>
                <a:lnTo>
                  <a:pt x="904038" y="108750"/>
                </a:lnTo>
                <a:lnTo>
                  <a:pt x="904184" y="107663"/>
                </a:lnTo>
                <a:lnTo>
                  <a:pt x="904299" y="106555"/>
                </a:lnTo>
                <a:lnTo>
                  <a:pt x="904384" y="105427"/>
                </a:lnTo>
                <a:lnTo>
                  <a:pt x="904439" y="104278"/>
                </a:lnTo>
                <a:lnTo>
                  <a:pt x="890220" y="104278"/>
                </a:lnTo>
                <a:lnTo>
                  <a:pt x="890172" y="104956"/>
                </a:lnTo>
                <a:lnTo>
                  <a:pt x="890108" y="105622"/>
                </a:lnTo>
                <a:lnTo>
                  <a:pt x="890027" y="106275"/>
                </a:lnTo>
                <a:lnTo>
                  <a:pt x="889930" y="106915"/>
                </a:lnTo>
                <a:lnTo>
                  <a:pt x="889816" y="107543"/>
                </a:lnTo>
                <a:lnTo>
                  <a:pt x="889686" y="108158"/>
                </a:lnTo>
                <a:lnTo>
                  <a:pt x="889539" y="108761"/>
                </a:lnTo>
                <a:lnTo>
                  <a:pt x="889376" y="109351"/>
                </a:lnTo>
                <a:lnTo>
                  <a:pt x="889197" y="109928"/>
                </a:lnTo>
                <a:lnTo>
                  <a:pt x="889001" y="110493"/>
                </a:lnTo>
                <a:lnTo>
                  <a:pt x="888789" y="111045"/>
                </a:lnTo>
                <a:lnTo>
                  <a:pt x="888560" y="111584"/>
                </a:lnTo>
                <a:lnTo>
                  <a:pt x="888315" y="112111"/>
                </a:lnTo>
                <a:lnTo>
                  <a:pt x="888053" y="112626"/>
                </a:lnTo>
                <a:lnTo>
                  <a:pt x="887775" y="113127"/>
                </a:lnTo>
                <a:lnTo>
                  <a:pt x="887480" y="113616"/>
                </a:lnTo>
                <a:lnTo>
                  <a:pt x="887169" y="114093"/>
                </a:lnTo>
                <a:lnTo>
                  <a:pt x="886841" y="114557"/>
                </a:lnTo>
                <a:lnTo>
                  <a:pt x="886497" y="115008"/>
                </a:lnTo>
                <a:lnTo>
                  <a:pt x="886137" y="115447"/>
                </a:lnTo>
                <a:lnTo>
                  <a:pt x="885760" y="115873"/>
                </a:lnTo>
                <a:lnTo>
                  <a:pt x="885366" y="116286"/>
                </a:lnTo>
                <a:lnTo>
                  <a:pt x="884956" y="116687"/>
                </a:lnTo>
                <a:lnTo>
                  <a:pt x="884530" y="117075"/>
                </a:lnTo>
                <a:lnTo>
                  <a:pt x="884089" y="117449"/>
                </a:lnTo>
                <a:lnTo>
                  <a:pt x="883636" y="117807"/>
                </a:lnTo>
                <a:lnTo>
                  <a:pt x="883170" y="118149"/>
                </a:lnTo>
                <a:lnTo>
                  <a:pt x="882692" y="118475"/>
                </a:lnTo>
                <a:lnTo>
                  <a:pt x="882201" y="118785"/>
                </a:lnTo>
                <a:lnTo>
                  <a:pt x="881697" y="119079"/>
                </a:lnTo>
                <a:lnTo>
                  <a:pt x="881180" y="119357"/>
                </a:lnTo>
                <a:lnTo>
                  <a:pt x="880651" y="119620"/>
                </a:lnTo>
                <a:lnTo>
                  <a:pt x="880110" y="119866"/>
                </a:lnTo>
                <a:lnTo>
                  <a:pt x="879555" y="120097"/>
                </a:lnTo>
                <a:lnTo>
                  <a:pt x="878989" y="120312"/>
                </a:lnTo>
                <a:lnTo>
                  <a:pt x="878409" y="120510"/>
                </a:lnTo>
                <a:lnTo>
                  <a:pt x="877817" y="120693"/>
                </a:lnTo>
                <a:lnTo>
                  <a:pt x="877212" y="120860"/>
                </a:lnTo>
                <a:lnTo>
                  <a:pt x="876595" y="121011"/>
                </a:lnTo>
                <a:lnTo>
                  <a:pt x="875965" y="121147"/>
                </a:lnTo>
                <a:lnTo>
                  <a:pt x="875322" y="121266"/>
                </a:lnTo>
                <a:lnTo>
                  <a:pt x="874667" y="121369"/>
                </a:lnTo>
                <a:lnTo>
                  <a:pt x="873999" y="121457"/>
                </a:lnTo>
                <a:lnTo>
                  <a:pt x="873318" y="121528"/>
                </a:lnTo>
                <a:lnTo>
                  <a:pt x="872625" y="121584"/>
                </a:lnTo>
                <a:lnTo>
                  <a:pt x="871919" y="121624"/>
                </a:lnTo>
                <a:lnTo>
                  <a:pt x="871201" y="121648"/>
                </a:lnTo>
                <a:lnTo>
                  <a:pt x="870470" y="121656"/>
                </a:lnTo>
                <a:lnTo>
                  <a:pt x="869700" y="121646"/>
                </a:lnTo>
                <a:lnTo>
                  <a:pt x="868942" y="121618"/>
                </a:lnTo>
                <a:lnTo>
                  <a:pt x="868197" y="121572"/>
                </a:lnTo>
                <a:lnTo>
                  <a:pt x="867466" y="121506"/>
                </a:lnTo>
                <a:lnTo>
                  <a:pt x="866747" y="121422"/>
                </a:lnTo>
                <a:lnTo>
                  <a:pt x="866041" y="121320"/>
                </a:lnTo>
                <a:lnTo>
                  <a:pt x="865348" y="121199"/>
                </a:lnTo>
                <a:lnTo>
                  <a:pt x="864667" y="121059"/>
                </a:lnTo>
                <a:lnTo>
                  <a:pt x="864000" y="120900"/>
                </a:lnTo>
                <a:lnTo>
                  <a:pt x="863346" y="120723"/>
                </a:lnTo>
                <a:lnTo>
                  <a:pt x="862704" y="120527"/>
                </a:lnTo>
                <a:lnTo>
                  <a:pt x="862076" y="120313"/>
                </a:lnTo>
                <a:lnTo>
                  <a:pt x="861460" y="120080"/>
                </a:lnTo>
                <a:lnTo>
                  <a:pt x="860857" y="119828"/>
                </a:lnTo>
                <a:lnTo>
                  <a:pt x="860267" y="119557"/>
                </a:lnTo>
                <a:lnTo>
                  <a:pt x="859690" y="119268"/>
                </a:lnTo>
                <a:lnTo>
                  <a:pt x="859126" y="118961"/>
                </a:lnTo>
                <a:lnTo>
                  <a:pt x="858574" y="118634"/>
                </a:lnTo>
                <a:lnTo>
                  <a:pt x="858036" y="118289"/>
                </a:lnTo>
                <a:lnTo>
                  <a:pt x="857511" y="117926"/>
                </a:lnTo>
                <a:lnTo>
                  <a:pt x="856998" y="117543"/>
                </a:lnTo>
                <a:lnTo>
                  <a:pt x="856498" y="117142"/>
                </a:lnTo>
                <a:lnTo>
                  <a:pt x="856011" y="116723"/>
                </a:lnTo>
                <a:lnTo>
                  <a:pt x="855537" y="116284"/>
                </a:lnTo>
                <a:lnTo>
                  <a:pt x="855080" y="115829"/>
                </a:lnTo>
                <a:lnTo>
                  <a:pt x="854642" y="115358"/>
                </a:lnTo>
                <a:lnTo>
                  <a:pt x="854223" y="114872"/>
                </a:lnTo>
                <a:lnTo>
                  <a:pt x="853824" y="114371"/>
                </a:lnTo>
                <a:lnTo>
                  <a:pt x="853444" y="113854"/>
                </a:lnTo>
                <a:lnTo>
                  <a:pt x="853084" y="113322"/>
                </a:lnTo>
                <a:lnTo>
                  <a:pt x="852743" y="112775"/>
                </a:lnTo>
                <a:lnTo>
                  <a:pt x="852422" y="112212"/>
                </a:lnTo>
                <a:lnTo>
                  <a:pt x="852120" y="111634"/>
                </a:lnTo>
                <a:lnTo>
                  <a:pt x="851838" y="111040"/>
                </a:lnTo>
                <a:lnTo>
                  <a:pt x="851575" y="110431"/>
                </a:lnTo>
                <a:lnTo>
                  <a:pt x="851332" y="109807"/>
                </a:lnTo>
                <a:lnTo>
                  <a:pt x="851108" y="109167"/>
                </a:lnTo>
                <a:lnTo>
                  <a:pt x="850903" y="108512"/>
                </a:lnTo>
                <a:lnTo>
                  <a:pt x="850718" y="107842"/>
                </a:lnTo>
                <a:lnTo>
                  <a:pt x="850553" y="107156"/>
                </a:lnTo>
                <a:lnTo>
                  <a:pt x="850407" y="106455"/>
                </a:lnTo>
                <a:lnTo>
                  <a:pt x="850280" y="105739"/>
                </a:lnTo>
                <a:lnTo>
                  <a:pt x="850173" y="105007"/>
                </a:lnTo>
                <a:lnTo>
                  <a:pt x="850086" y="104260"/>
                </a:lnTo>
                <a:lnTo>
                  <a:pt x="850017" y="103497"/>
                </a:lnTo>
                <a:lnTo>
                  <a:pt x="849969" y="102720"/>
                </a:lnTo>
                <a:lnTo>
                  <a:pt x="849940" y="101926"/>
                </a:lnTo>
                <a:lnTo>
                  <a:pt x="849930" y="101118"/>
                </a:lnTo>
                <a:lnTo>
                  <a:pt x="849930" y="77260"/>
                </a:lnTo>
                <a:lnTo>
                  <a:pt x="849940" y="76452"/>
                </a:lnTo>
                <a:lnTo>
                  <a:pt x="849969" y="75659"/>
                </a:lnTo>
                <a:lnTo>
                  <a:pt x="850017" y="74882"/>
                </a:lnTo>
                <a:lnTo>
                  <a:pt x="850086" y="74120"/>
                </a:lnTo>
                <a:lnTo>
                  <a:pt x="850173" y="73374"/>
                </a:lnTo>
                <a:lnTo>
                  <a:pt x="850280" y="72644"/>
                </a:lnTo>
                <a:lnTo>
                  <a:pt x="850407" y="71929"/>
                </a:lnTo>
                <a:lnTo>
                  <a:pt x="850553" y="71230"/>
                </a:lnTo>
                <a:lnTo>
                  <a:pt x="850718" y="70547"/>
                </a:lnTo>
                <a:lnTo>
                  <a:pt x="850903" y="69879"/>
                </a:lnTo>
                <a:lnTo>
                  <a:pt x="851108" y="69227"/>
                </a:lnTo>
                <a:lnTo>
                  <a:pt x="851332" y="68591"/>
                </a:lnTo>
                <a:lnTo>
                  <a:pt x="851575" y="67970"/>
                </a:lnTo>
                <a:lnTo>
                  <a:pt x="851838" y="67365"/>
                </a:lnTo>
                <a:lnTo>
                  <a:pt x="852120" y="66775"/>
                </a:lnTo>
                <a:lnTo>
                  <a:pt x="852422" y="66201"/>
                </a:lnTo>
                <a:lnTo>
                  <a:pt x="852743" y="65643"/>
                </a:lnTo>
                <a:lnTo>
                  <a:pt x="853084" y="65100"/>
                </a:lnTo>
                <a:lnTo>
                  <a:pt x="853444" y="64573"/>
                </a:lnTo>
                <a:lnTo>
                  <a:pt x="853824" y="64062"/>
                </a:lnTo>
                <a:lnTo>
                  <a:pt x="854223" y="63566"/>
                </a:lnTo>
                <a:lnTo>
                  <a:pt x="854642" y="63086"/>
                </a:lnTo>
                <a:lnTo>
                  <a:pt x="855080" y="62622"/>
                </a:lnTo>
                <a:lnTo>
                  <a:pt x="855537" y="62173"/>
                </a:lnTo>
                <a:lnTo>
                  <a:pt x="856011" y="61741"/>
                </a:lnTo>
                <a:lnTo>
                  <a:pt x="856498" y="61327"/>
                </a:lnTo>
                <a:lnTo>
                  <a:pt x="856998" y="60932"/>
                </a:lnTo>
                <a:lnTo>
                  <a:pt x="857511" y="60555"/>
                </a:lnTo>
                <a:lnTo>
                  <a:pt x="858036" y="60197"/>
                </a:lnTo>
                <a:lnTo>
                  <a:pt x="858574" y="59857"/>
                </a:lnTo>
                <a:lnTo>
                  <a:pt x="859126" y="59535"/>
                </a:lnTo>
                <a:lnTo>
                  <a:pt x="859690" y="59232"/>
                </a:lnTo>
                <a:lnTo>
                  <a:pt x="860267" y="58947"/>
                </a:lnTo>
                <a:lnTo>
                  <a:pt x="860857" y="58680"/>
                </a:lnTo>
                <a:lnTo>
                  <a:pt x="861460" y="58432"/>
                </a:lnTo>
                <a:lnTo>
                  <a:pt x="862076" y="58202"/>
                </a:lnTo>
                <a:lnTo>
                  <a:pt x="862704" y="57991"/>
                </a:lnTo>
                <a:lnTo>
                  <a:pt x="863346" y="57798"/>
                </a:lnTo>
                <a:lnTo>
                  <a:pt x="864000" y="57623"/>
                </a:lnTo>
                <a:lnTo>
                  <a:pt x="864667" y="57467"/>
                </a:lnTo>
                <a:lnTo>
                  <a:pt x="865348" y="57329"/>
                </a:lnTo>
                <a:lnTo>
                  <a:pt x="866041" y="57210"/>
                </a:lnTo>
                <a:lnTo>
                  <a:pt x="866747" y="57109"/>
                </a:lnTo>
                <a:lnTo>
                  <a:pt x="867466" y="57026"/>
                </a:lnTo>
                <a:lnTo>
                  <a:pt x="868197" y="56962"/>
                </a:lnTo>
                <a:lnTo>
                  <a:pt x="868942" y="56916"/>
                </a:lnTo>
                <a:lnTo>
                  <a:pt x="869700" y="56888"/>
                </a:lnTo>
                <a:lnTo>
                  <a:pt x="870470" y="56879"/>
                </a:lnTo>
                <a:lnTo>
                  <a:pt x="871201" y="56887"/>
                </a:lnTo>
                <a:lnTo>
                  <a:pt x="871919" y="56910"/>
                </a:lnTo>
                <a:lnTo>
                  <a:pt x="872625" y="56949"/>
                </a:lnTo>
                <a:lnTo>
                  <a:pt x="873318" y="57004"/>
                </a:lnTo>
                <a:lnTo>
                  <a:pt x="873999" y="57074"/>
                </a:lnTo>
                <a:lnTo>
                  <a:pt x="874667" y="57160"/>
                </a:lnTo>
                <a:lnTo>
                  <a:pt x="875322" y="57262"/>
                </a:lnTo>
                <a:lnTo>
                  <a:pt x="875965" y="57379"/>
                </a:lnTo>
                <a:lnTo>
                  <a:pt x="876595" y="57512"/>
                </a:lnTo>
                <a:lnTo>
                  <a:pt x="877212" y="57661"/>
                </a:lnTo>
                <a:lnTo>
                  <a:pt x="877817" y="57825"/>
                </a:lnTo>
                <a:lnTo>
                  <a:pt x="878409" y="58005"/>
                </a:lnTo>
                <a:lnTo>
                  <a:pt x="878989" y="58200"/>
                </a:lnTo>
                <a:lnTo>
                  <a:pt x="879555" y="58411"/>
                </a:lnTo>
                <a:lnTo>
                  <a:pt x="880110" y="58638"/>
                </a:lnTo>
                <a:lnTo>
                  <a:pt x="880651" y="58880"/>
                </a:lnTo>
                <a:lnTo>
                  <a:pt x="881180" y="59138"/>
                </a:lnTo>
                <a:lnTo>
                  <a:pt x="881697" y="59412"/>
                </a:lnTo>
                <a:lnTo>
                  <a:pt x="882201" y="59701"/>
                </a:lnTo>
                <a:lnTo>
                  <a:pt x="882692" y="60006"/>
                </a:lnTo>
                <a:lnTo>
                  <a:pt x="883170" y="60327"/>
                </a:lnTo>
                <a:lnTo>
                  <a:pt x="883636" y="60663"/>
                </a:lnTo>
                <a:lnTo>
                  <a:pt x="884089" y="61015"/>
                </a:lnTo>
                <a:lnTo>
                  <a:pt x="884530" y="61382"/>
                </a:lnTo>
                <a:lnTo>
                  <a:pt x="884956" y="61764"/>
                </a:lnTo>
                <a:lnTo>
                  <a:pt x="885366" y="62159"/>
                </a:lnTo>
                <a:lnTo>
                  <a:pt x="885760" y="62568"/>
                </a:lnTo>
                <a:lnTo>
                  <a:pt x="886137" y="62990"/>
                </a:lnTo>
                <a:lnTo>
                  <a:pt x="886497" y="63426"/>
                </a:lnTo>
                <a:lnTo>
                  <a:pt x="886841" y="63875"/>
                </a:lnTo>
                <a:lnTo>
                  <a:pt x="887169" y="64337"/>
                </a:lnTo>
                <a:lnTo>
                  <a:pt x="887480" y="64813"/>
                </a:lnTo>
                <a:lnTo>
                  <a:pt x="887775" y="65303"/>
                </a:lnTo>
                <a:lnTo>
                  <a:pt x="888053" y="65806"/>
                </a:lnTo>
                <a:lnTo>
                  <a:pt x="888315" y="66322"/>
                </a:lnTo>
                <a:lnTo>
                  <a:pt x="888560" y="66852"/>
                </a:lnTo>
                <a:lnTo>
                  <a:pt x="888789" y="67395"/>
                </a:lnTo>
                <a:lnTo>
                  <a:pt x="889001" y="67952"/>
                </a:lnTo>
                <a:lnTo>
                  <a:pt x="889197" y="68522"/>
                </a:lnTo>
                <a:lnTo>
                  <a:pt x="889376" y="69106"/>
                </a:lnTo>
                <a:lnTo>
                  <a:pt x="889539" y="69703"/>
                </a:lnTo>
                <a:lnTo>
                  <a:pt x="889686" y="70313"/>
                </a:lnTo>
                <a:lnTo>
                  <a:pt x="889816" y="70937"/>
                </a:lnTo>
                <a:lnTo>
                  <a:pt x="889930" y="71574"/>
                </a:lnTo>
                <a:lnTo>
                  <a:pt x="890027" y="72225"/>
                </a:lnTo>
                <a:lnTo>
                  <a:pt x="890108" y="72890"/>
                </a:lnTo>
                <a:lnTo>
                  <a:pt x="890172" y="73567"/>
                </a:lnTo>
                <a:lnTo>
                  <a:pt x="890220" y="74259"/>
                </a:lnTo>
                <a:lnTo>
                  <a:pt x="904439" y="74259"/>
                </a:lnTo>
                <a:lnTo>
                  <a:pt x="904384" y="73110"/>
                </a:lnTo>
                <a:lnTo>
                  <a:pt x="904299" y="71982"/>
                </a:lnTo>
                <a:lnTo>
                  <a:pt x="904184" y="70874"/>
                </a:lnTo>
                <a:lnTo>
                  <a:pt x="904038" y="69787"/>
                </a:lnTo>
                <a:lnTo>
                  <a:pt x="903861" y="68719"/>
                </a:lnTo>
                <a:lnTo>
                  <a:pt x="903654" y="67672"/>
                </a:lnTo>
                <a:lnTo>
                  <a:pt x="903417" y="66646"/>
                </a:lnTo>
                <a:lnTo>
                  <a:pt x="903149" y="65639"/>
                </a:lnTo>
                <a:lnTo>
                  <a:pt x="902851" y="64653"/>
                </a:lnTo>
                <a:lnTo>
                  <a:pt x="902522" y="63687"/>
                </a:lnTo>
                <a:lnTo>
                  <a:pt x="902163" y="62742"/>
                </a:lnTo>
                <a:lnTo>
                  <a:pt x="901774" y="61817"/>
                </a:lnTo>
                <a:lnTo>
                  <a:pt x="901354" y="60912"/>
                </a:lnTo>
                <a:lnTo>
                  <a:pt x="900903" y="60027"/>
                </a:lnTo>
                <a:lnTo>
                  <a:pt x="900422" y="59163"/>
                </a:lnTo>
                <a:lnTo>
                  <a:pt x="899911" y="58319"/>
                </a:lnTo>
                <a:lnTo>
                  <a:pt x="899369" y="57496"/>
                </a:lnTo>
                <a:lnTo>
                  <a:pt x="898797" y="56692"/>
                </a:lnTo>
                <a:lnTo>
                  <a:pt x="898194" y="55909"/>
                </a:lnTo>
                <a:lnTo>
                  <a:pt x="897561" y="55146"/>
                </a:lnTo>
                <a:lnTo>
                  <a:pt x="896897" y="54404"/>
                </a:lnTo>
                <a:lnTo>
                  <a:pt x="896203" y="53682"/>
                </a:lnTo>
                <a:lnTo>
                  <a:pt x="895478" y="52980"/>
                </a:lnTo>
                <a:lnTo>
                  <a:pt x="894723" y="52298"/>
                </a:lnTo>
                <a:lnTo>
                  <a:pt x="893943" y="51641"/>
                </a:lnTo>
                <a:lnTo>
                  <a:pt x="893143" y="51011"/>
                </a:lnTo>
                <a:lnTo>
                  <a:pt x="892322" y="50409"/>
                </a:lnTo>
                <a:lnTo>
                  <a:pt x="891482" y="49836"/>
                </a:lnTo>
                <a:lnTo>
                  <a:pt x="890622" y="49290"/>
                </a:lnTo>
                <a:lnTo>
                  <a:pt x="889741" y="48772"/>
                </a:lnTo>
                <a:lnTo>
                  <a:pt x="888841" y="48283"/>
                </a:lnTo>
                <a:lnTo>
                  <a:pt x="887920" y="47821"/>
                </a:lnTo>
                <a:lnTo>
                  <a:pt x="886980" y="47387"/>
                </a:lnTo>
                <a:lnTo>
                  <a:pt x="886019" y="46981"/>
                </a:lnTo>
                <a:lnTo>
                  <a:pt x="885039" y="46603"/>
                </a:lnTo>
                <a:lnTo>
                  <a:pt x="884038" y="46254"/>
                </a:lnTo>
                <a:lnTo>
                  <a:pt x="883018" y="45932"/>
                </a:lnTo>
                <a:lnTo>
                  <a:pt x="881977" y="45638"/>
                </a:lnTo>
                <a:lnTo>
                  <a:pt x="880917" y="45372"/>
                </a:lnTo>
                <a:lnTo>
                  <a:pt x="879836" y="45134"/>
                </a:lnTo>
                <a:lnTo>
                  <a:pt x="878735" y="44924"/>
                </a:lnTo>
                <a:lnTo>
                  <a:pt x="877615" y="44743"/>
                </a:lnTo>
                <a:lnTo>
                  <a:pt x="876474" y="44589"/>
                </a:lnTo>
                <a:lnTo>
                  <a:pt x="875313" y="44463"/>
                </a:lnTo>
                <a:lnTo>
                  <a:pt x="874132" y="44365"/>
                </a:lnTo>
                <a:lnTo>
                  <a:pt x="872932" y="44295"/>
                </a:lnTo>
                <a:lnTo>
                  <a:pt x="871711" y="44253"/>
                </a:lnTo>
                <a:lnTo>
                  <a:pt x="870470" y="44239"/>
                </a:lnTo>
                <a:lnTo>
                  <a:pt x="869606" y="44246"/>
                </a:lnTo>
                <a:lnTo>
                  <a:pt x="868750" y="44266"/>
                </a:lnTo>
                <a:lnTo>
                  <a:pt x="867904" y="44301"/>
                </a:lnTo>
                <a:lnTo>
                  <a:pt x="867067" y="44349"/>
                </a:lnTo>
                <a:lnTo>
                  <a:pt x="866239" y="44410"/>
                </a:lnTo>
                <a:lnTo>
                  <a:pt x="865420" y="44486"/>
                </a:lnTo>
                <a:lnTo>
                  <a:pt x="864609" y="44575"/>
                </a:lnTo>
                <a:lnTo>
                  <a:pt x="863808" y="44678"/>
                </a:lnTo>
                <a:lnTo>
                  <a:pt x="863016" y="44795"/>
                </a:lnTo>
                <a:lnTo>
                  <a:pt x="862234" y="44925"/>
                </a:lnTo>
                <a:lnTo>
                  <a:pt x="861460" y="45069"/>
                </a:lnTo>
                <a:lnTo>
                  <a:pt x="860695" y="45227"/>
                </a:lnTo>
                <a:lnTo>
                  <a:pt x="859939" y="45398"/>
                </a:lnTo>
                <a:lnTo>
                  <a:pt x="859192" y="45583"/>
                </a:lnTo>
                <a:lnTo>
                  <a:pt x="858455" y="45782"/>
                </a:lnTo>
                <a:lnTo>
                  <a:pt x="857726" y="45995"/>
                </a:lnTo>
                <a:lnTo>
                  <a:pt x="857006" y="46221"/>
                </a:lnTo>
                <a:lnTo>
                  <a:pt x="856296" y="46461"/>
                </a:lnTo>
                <a:lnTo>
                  <a:pt x="855594" y="46715"/>
                </a:lnTo>
                <a:lnTo>
                  <a:pt x="854902" y="46983"/>
                </a:lnTo>
                <a:lnTo>
                  <a:pt x="854218" y="47264"/>
                </a:lnTo>
                <a:lnTo>
                  <a:pt x="853544" y="47559"/>
                </a:lnTo>
                <a:lnTo>
                  <a:pt x="852879" y="47868"/>
                </a:lnTo>
                <a:lnTo>
                  <a:pt x="852222" y="48190"/>
                </a:lnTo>
                <a:lnTo>
                  <a:pt x="851577" y="48525"/>
                </a:lnTo>
                <a:lnTo>
                  <a:pt x="850943" y="48873"/>
                </a:lnTo>
                <a:lnTo>
                  <a:pt x="850322" y="49232"/>
                </a:lnTo>
                <a:lnTo>
                  <a:pt x="849712" y="49603"/>
                </a:lnTo>
                <a:lnTo>
                  <a:pt x="849115" y="49986"/>
                </a:lnTo>
                <a:lnTo>
                  <a:pt x="848529" y="50382"/>
                </a:lnTo>
                <a:lnTo>
                  <a:pt x="847956" y="50789"/>
                </a:lnTo>
                <a:lnTo>
                  <a:pt x="847395" y="51209"/>
                </a:lnTo>
                <a:lnTo>
                  <a:pt x="846845" y="51641"/>
                </a:lnTo>
                <a:lnTo>
                  <a:pt x="846308" y="52085"/>
                </a:lnTo>
                <a:lnTo>
                  <a:pt x="845783" y="52540"/>
                </a:lnTo>
                <a:lnTo>
                  <a:pt x="845270" y="53008"/>
                </a:lnTo>
                <a:lnTo>
                  <a:pt x="844769" y="53488"/>
                </a:lnTo>
                <a:lnTo>
                  <a:pt x="844280" y="53980"/>
                </a:lnTo>
                <a:lnTo>
                  <a:pt x="843804" y="54484"/>
                </a:lnTo>
                <a:lnTo>
                  <a:pt x="843339" y="55001"/>
                </a:lnTo>
                <a:lnTo>
                  <a:pt x="842886" y="55529"/>
                </a:lnTo>
                <a:lnTo>
                  <a:pt x="842446" y="56069"/>
                </a:lnTo>
                <a:lnTo>
                  <a:pt x="842017" y="56622"/>
                </a:lnTo>
                <a:lnTo>
                  <a:pt x="841600" y="57186"/>
                </a:lnTo>
                <a:lnTo>
                  <a:pt x="841196" y="57763"/>
                </a:lnTo>
                <a:lnTo>
                  <a:pt x="840804" y="58351"/>
                </a:lnTo>
                <a:lnTo>
                  <a:pt x="840423" y="58952"/>
                </a:lnTo>
                <a:lnTo>
                  <a:pt x="840055" y="59565"/>
                </a:lnTo>
                <a:lnTo>
                  <a:pt x="839701" y="60189"/>
                </a:lnTo>
                <a:lnTo>
                  <a:pt x="839361" y="60823"/>
                </a:lnTo>
                <a:lnTo>
                  <a:pt x="839037" y="61468"/>
                </a:lnTo>
                <a:lnTo>
                  <a:pt x="838728" y="62123"/>
                </a:lnTo>
                <a:lnTo>
                  <a:pt x="838433" y="62789"/>
                </a:lnTo>
                <a:lnTo>
                  <a:pt x="838154" y="63465"/>
                </a:lnTo>
                <a:lnTo>
                  <a:pt x="837890" y="64151"/>
                </a:lnTo>
                <a:lnTo>
                  <a:pt x="837641" y="64848"/>
                </a:lnTo>
                <a:lnTo>
                  <a:pt x="837408" y="65556"/>
                </a:lnTo>
                <a:lnTo>
                  <a:pt x="837189" y="66273"/>
                </a:lnTo>
                <a:lnTo>
                  <a:pt x="836985" y="67002"/>
                </a:lnTo>
                <a:lnTo>
                  <a:pt x="836797" y="67740"/>
                </a:lnTo>
                <a:lnTo>
                  <a:pt x="836623" y="68489"/>
                </a:lnTo>
                <a:lnTo>
                  <a:pt x="836465" y="69249"/>
                </a:lnTo>
                <a:lnTo>
                  <a:pt x="836322" y="70019"/>
                </a:lnTo>
                <a:lnTo>
                  <a:pt x="836193" y="70799"/>
                </a:lnTo>
                <a:lnTo>
                  <a:pt x="836080" y="71590"/>
                </a:lnTo>
                <a:lnTo>
                  <a:pt x="835982" y="72391"/>
                </a:lnTo>
                <a:lnTo>
                  <a:pt x="835899" y="73203"/>
                </a:lnTo>
                <a:lnTo>
                  <a:pt x="835831" y="74025"/>
                </a:lnTo>
                <a:lnTo>
                  <a:pt x="835779" y="74857"/>
                </a:lnTo>
                <a:lnTo>
                  <a:pt x="835741" y="75700"/>
                </a:lnTo>
                <a:lnTo>
                  <a:pt x="835718" y="76553"/>
                </a:lnTo>
                <a:lnTo>
                  <a:pt x="835711" y="77417"/>
                </a:lnTo>
                <a:lnTo>
                  <a:pt x="835711" y="101118"/>
                </a:lnTo>
                <a:lnTo>
                  <a:pt x="835718" y="101969"/>
                </a:lnTo>
                <a:lnTo>
                  <a:pt x="835741" y="102810"/>
                </a:lnTo>
                <a:lnTo>
                  <a:pt x="835779" y="103642"/>
                </a:lnTo>
                <a:lnTo>
                  <a:pt x="835831" y="104464"/>
                </a:lnTo>
                <a:lnTo>
                  <a:pt x="835899" y="105277"/>
                </a:lnTo>
                <a:lnTo>
                  <a:pt x="835982" y="106080"/>
                </a:lnTo>
                <a:lnTo>
                  <a:pt x="836080" y="106873"/>
                </a:lnTo>
                <a:lnTo>
                  <a:pt x="836193" y="107657"/>
                </a:lnTo>
                <a:lnTo>
                  <a:pt x="836322" y="108431"/>
                </a:lnTo>
                <a:lnTo>
                  <a:pt x="836465" y="109196"/>
                </a:lnTo>
                <a:lnTo>
                  <a:pt x="836623" y="109951"/>
                </a:lnTo>
                <a:lnTo>
                  <a:pt x="836797" y="110697"/>
                </a:lnTo>
                <a:lnTo>
                  <a:pt x="836985" y="111432"/>
                </a:lnTo>
                <a:lnTo>
                  <a:pt x="837189" y="112159"/>
                </a:lnTo>
                <a:lnTo>
                  <a:pt x="837408" y="112875"/>
                </a:lnTo>
                <a:lnTo>
                  <a:pt x="837641" y="113582"/>
                </a:lnTo>
                <a:lnTo>
                  <a:pt x="837890" y="114280"/>
                </a:lnTo>
                <a:lnTo>
                  <a:pt x="838154" y="114967"/>
                </a:lnTo>
                <a:lnTo>
                  <a:pt x="838433" y="115646"/>
                </a:lnTo>
                <a:lnTo>
                  <a:pt x="838728" y="116314"/>
                </a:lnTo>
                <a:lnTo>
                  <a:pt x="839037" y="116973"/>
                </a:lnTo>
                <a:lnTo>
                  <a:pt x="839361" y="117623"/>
                </a:lnTo>
                <a:lnTo>
                  <a:pt x="839701" y="118263"/>
                </a:lnTo>
                <a:lnTo>
                  <a:pt x="840055" y="118893"/>
                </a:lnTo>
                <a:lnTo>
                  <a:pt x="840423" y="119512"/>
                </a:lnTo>
                <a:lnTo>
                  <a:pt x="840804" y="120119"/>
                </a:lnTo>
                <a:lnTo>
                  <a:pt x="841196" y="120713"/>
                </a:lnTo>
                <a:lnTo>
                  <a:pt x="841600" y="121296"/>
                </a:lnTo>
                <a:lnTo>
                  <a:pt x="842017" y="121866"/>
                </a:lnTo>
                <a:lnTo>
                  <a:pt x="842446" y="122423"/>
                </a:lnTo>
                <a:lnTo>
                  <a:pt x="842886" y="122968"/>
                </a:lnTo>
                <a:lnTo>
                  <a:pt x="843339" y="123501"/>
                </a:lnTo>
                <a:lnTo>
                  <a:pt x="843804" y="124021"/>
                </a:lnTo>
                <a:lnTo>
                  <a:pt x="844280" y="124530"/>
                </a:lnTo>
                <a:lnTo>
                  <a:pt x="844769" y="125025"/>
                </a:lnTo>
                <a:lnTo>
                  <a:pt x="845270" y="125509"/>
                </a:lnTo>
                <a:lnTo>
                  <a:pt x="845783" y="125980"/>
                </a:lnTo>
                <a:lnTo>
                  <a:pt x="846308" y="126439"/>
                </a:lnTo>
                <a:lnTo>
                  <a:pt x="846845" y="126885"/>
                </a:lnTo>
                <a:lnTo>
                  <a:pt x="847395" y="127319"/>
                </a:lnTo>
                <a:lnTo>
                  <a:pt x="847956" y="127741"/>
                </a:lnTo>
                <a:lnTo>
                  <a:pt x="848529" y="128150"/>
                </a:lnTo>
                <a:lnTo>
                  <a:pt x="849115" y="128547"/>
                </a:lnTo>
                <a:lnTo>
                  <a:pt x="849712" y="128932"/>
                </a:lnTo>
                <a:lnTo>
                  <a:pt x="850322" y="129304"/>
                </a:lnTo>
                <a:lnTo>
                  <a:pt x="850943" y="129664"/>
                </a:lnTo>
                <a:lnTo>
                  <a:pt x="851577" y="130011"/>
                </a:lnTo>
                <a:lnTo>
                  <a:pt x="852222" y="130347"/>
                </a:lnTo>
                <a:lnTo>
                  <a:pt x="852879" y="130669"/>
                </a:lnTo>
                <a:lnTo>
                  <a:pt x="853544" y="130977"/>
                </a:lnTo>
                <a:lnTo>
                  <a:pt x="854218" y="131272"/>
                </a:lnTo>
                <a:lnTo>
                  <a:pt x="854902" y="131553"/>
                </a:lnTo>
                <a:lnTo>
                  <a:pt x="855594" y="131821"/>
                </a:lnTo>
                <a:lnTo>
                  <a:pt x="856296" y="132074"/>
                </a:lnTo>
                <a:lnTo>
                  <a:pt x="857006" y="132314"/>
                </a:lnTo>
                <a:lnTo>
                  <a:pt x="857726" y="132541"/>
                </a:lnTo>
                <a:lnTo>
                  <a:pt x="858455" y="132753"/>
                </a:lnTo>
                <a:lnTo>
                  <a:pt x="859192" y="132952"/>
                </a:lnTo>
                <a:lnTo>
                  <a:pt x="859939" y="133137"/>
                </a:lnTo>
                <a:lnTo>
                  <a:pt x="860695" y="133308"/>
                </a:lnTo>
                <a:lnTo>
                  <a:pt x="861460" y="133466"/>
                </a:lnTo>
                <a:lnTo>
                  <a:pt x="862234" y="133610"/>
                </a:lnTo>
                <a:lnTo>
                  <a:pt x="863016" y="133740"/>
                </a:lnTo>
                <a:lnTo>
                  <a:pt x="863808" y="133857"/>
                </a:lnTo>
                <a:lnTo>
                  <a:pt x="864609" y="133960"/>
                </a:lnTo>
                <a:lnTo>
                  <a:pt x="865420" y="134049"/>
                </a:lnTo>
                <a:lnTo>
                  <a:pt x="866239" y="134124"/>
                </a:lnTo>
                <a:lnTo>
                  <a:pt x="867067" y="134186"/>
                </a:lnTo>
                <a:lnTo>
                  <a:pt x="867904" y="134234"/>
                </a:lnTo>
                <a:lnTo>
                  <a:pt x="868750" y="134268"/>
                </a:lnTo>
                <a:lnTo>
                  <a:pt x="869606" y="134289"/>
                </a:lnTo>
                <a:lnTo>
                  <a:pt x="870470" y="134296"/>
                </a:lnTo>
                <a:lnTo>
                  <a:pt x="871711" y="134282"/>
                </a:lnTo>
                <a:lnTo>
                  <a:pt x="872932" y="134240"/>
                </a:lnTo>
                <a:lnTo>
                  <a:pt x="874132" y="134170"/>
                </a:lnTo>
                <a:lnTo>
                  <a:pt x="875313" y="134072"/>
                </a:lnTo>
                <a:lnTo>
                  <a:pt x="876474" y="133946"/>
                </a:lnTo>
                <a:close/>
                <a:moveTo>
                  <a:pt x="316146" y="133908"/>
                </a:moveTo>
                <a:lnTo>
                  <a:pt x="317285" y="133738"/>
                </a:lnTo>
                <a:lnTo>
                  <a:pt x="318404" y="133536"/>
                </a:lnTo>
                <a:lnTo>
                  <a:pt x="319502" y="133304"/>
                </a:lnTo>
                <a:lnTo>
                  <a:pt x="320581" y="133041"/>
                </a:lnTo>
                <a:lnTo>
                  <a:pt x="321639" y="132746"/>
                </a:lnTo>
                <a:lnTo>
                  <a:pt x="322676" y="132421"/>
                </a:lnTo>
                <a:lnTo>
                  <a:pt x="323694" y="132064"/>
                </a:lnTo>
                <a:lnTo>
                  <a:pt x="324691" y="131677"/>
                </a:lnTo>
                <a:lnTo>
                  <a:pt x="325667" y="131259"/>
                </a:lnTo>
                <a:lnTo>
                  <a:pt x="326624" y="130809"/>
                </a:lnTo>
                <a:lnTo>
                  <a:pt x="327560" y="130329"/>
                </a:lnTo>
                <a:lnTo>
                  <a:pt x="328476" y="129818"/>
                </a:lnTo>
                <a:lnTo>
                  <a:pt x="329372" y="129275"/>
                </a:lnTo>
                <a:lnTo>
                  <a:pt x="330247" y="128702"/>
                </a:lnTo>
                <a:lnTo>
                  <a:pt x="331102" y="128098"/>
                </a:lnTo>
                <a:lnTo>
                  <a:pt x="331937" y="127462"/>
                </a:lnTo>
                <a:lnTo>
                  <a:pt x="332751" y="126796"/>
                </a:lnTo>
                <a:lnTo>
                  <a:pt x="333545" y="126099"/>
                </a:lnTo>
                <a:lnTo>
                  <a:pt x="334319" y="125371"/>
                </a:lnTo>
                <a:lnTo>
                  <a:pt x="335066" y="124616"/>
                </a:lnTo>
                <a:lnTo>
                  <a:pt x="335782" y="123838"/>
                </a:lnTo>
                <a:lnTo>
                  <a:pt x="336466" y="123039"/>
                </a:lnTo>
                <a:lnTo>
                  <a:pt x="337119" y="122217"/>
                </a:lnTo>
                <a:lnTo>
                  <a:pt x="337739" y="121373"/>
                </a:lnTo>
                <a:lnTo>
                  <a:pt x="338328" y="120507"/>
                </a:lnTo>
                <a:lnTo>
                  <a:pt x="338885" y="119619"/>
                </a:lnTo>
                <a:lnTo>
                  <a:pt x="339410" y="118708"/>
                </a:lnTo>
                <a:lnTo>
                  <a:pt x="339903" y="117775"/>
                </a:lnTo>
                <a:lnTo>
                  <a:pt x="340364" y="116820"/>
                </a:lnTo>
                <a:lnTo>
                  <a:pt x="340794" y="115843"/>
                </a:lnTo>
                <a:lnTo>
                  <a:pt x="341191" y="114844"/>
                </a:lnTo>
                <a:lnTo>
                  <a:pt x="341557" y="113822"/>
                </a:lnTo>
                <a:lnTo>
                  <a:pt x="341891" y="112778"/>
                </a:lnTo>
                <a:lnTo>
                  <a:pt x="342194" y="111712"/>
                </a:lnTo>
                <a:lnTo>
                  <a:pt x="342464" y="110624"/>
                </a:lnTo>
                <a:lnTo>
                  <a:pt x="342703" y="109513"/>
                </a:lnTo>
                <a:lnTo>
                  <a:pt x="342910" y="108381"/>
                </a:lnTo>
                <a:lnTo>
                  <a:pt x="343085" y="107226"/>
                </a:lnTo>
                <a:lnTo>
                  <a:pt x="343228" y="106049"/>
                </a:lnTo>
                <a:lnTo>
                  <a:pt x="343339" y="104849"/>
                </a:lnTo>
                <a:lnTo>
                  <a:pt x="343419" y="103628"/>
                </a:lnTo>
                <a:lnTo>
                  <a:pt x="343466" y="102384"/>
                </a:lnTo>
                <a:lnTo>
                  <a:pt x="343482" y="101118"/>
                </a:lnTo>
                <a:lnTo>
                  <a:pt x="343482" y="45818"/>
                </a:lnTo>
                <a:lnTo>
                  <a:pt x="329263" y="45818"/>
                </a:lnTo>
                <a:lnTo>
                  <a:pt x="329263" y="101118"/>
                </a:lnTo>
                <a:lnTo>
                  <a:pt x="329254" y="101901"/>
                </a:lnTo>
                <a:lnTo>
                  <a:pt x="329228" y="102671"/>
                </a:lnTo>
                <a:lnTo>
                  <a:pt x="329183" y="103427"/>
                </a:lnTo>
                <a:lnTo>
                  <a:pt x="329121" y="104170"/>
                </a:lnTo>
                <a:lnTo>
                  <a:pt x="329040" y="104900"/>
                </a:lnTo>
                <a:lnTo>
                  <a:pt x="328942" y="105616"/>
                </a:lnTo>
                <a:lnTo>
                  <a:pt x="328826" y="106318"/>
                </a:lnTo>
                <a:lnTo>
                  <a:pt x="328693" y="107007"/>
                </a:lnTo>
                <a:lnTo>
                  <a:pt x="328541" y="107683"/>
                </a:lnTo>
                <a:lnTo>
                  <a:pt x="328372" y="108345"/>
                </a:lnTo>
                <a:lnTo>
                  <a:pt x="328185" y="108994"/>
                </a:lnTo>
                <a:lnTo>
                  <a:pt x="327979" y="109630"/>
                </a:lnTo>
                <a:lnTo>
                  <a:pt x="327757" y="110252"/>
                </a:lnTo>
                <a:lnTo>
                  <a:pt x="327516" y="110860"/>
                </a:lnTo>
                <a:lnTo>
                  <a:pt x="327257" y="111455"/>
                </a:lnTo>
                <a:lnTo>
                  <a:pt x="326981" y="112037"/>
                </a:lnTo>
                <a:lnTo>
                  <a:pt x="326687" y="112605"/>
                </a:lnTo>
                <a:lnTo>
                  <a:pt x="326375" y="113160"/>
                </a:lnTo>
                <a:lnTo>
                  <a:pt x="326045" y="113702"/>
                </a:lnTo>
                <a:lnTo>
                  <a:pt x="325697" y="114230"/>
                </a:lnTo>
                <a:lnTo>
                  <a:pt x="325332" y="114744"/>
                </a:lnTo>
                <a:lnTo>
                  <a:pt x="324948" y="115245"/>
                </a:lnTo>
                <a:lnTo>
                  <a:pt x="324547" y="115733"/>
                </a:lnTo>
                <a:lnTo>
                  <a:pt x="324128" y="116207"/>
                </a:lnTo>
                <a:lnTo>
                  <a:pt x="323694" y="116665"/>
                </a:lnTo>
                <a:lnTo>
                  <a:pt x="323247" y="117103"/>
                </a:lnTo>
                <a:lnTo>
                  <a:pt x="322786" y="117521"/>
                </a:lnTo>
                <a:lnTo>
                  <a:pt x="322313" y="117921"/>
                </a:lnTo>
                <a:lnTo>
                  <a:pt x="321827" y="118300"/>
                </a:lnTo>
                <a:lnTo>
                  <a:pt x="321329" y="118660"/>
                </a:lnTo>
                <a:lnTo>
                  <a:pt x="320817" y="119001"/>
                </a:lnTo>
                <a:lnTo>
                  <a:pt x="320292" y="119322"/>
                </a:lnTo>
                <a:lnTo>
                  <a:pt x="319755" y="119624"/>
                </a:lnTo>
                <a:lnTo>
                  <a:pt x="319204" y="119907"/>
                </a:lnTo>
                <a:lnTo>
                  <a:pt x="318641" y="120169"/>
                </a:lnTo>
                <a:lnTo>
                  <a:pt x="318065" y="120413"/>
                </a:lnTo>
                <a:lnTo>
                  <a:pt x="317476" y="120637"/>
                </a:lnTo>
                <a:lnTo>
                  <a:pt x="316874" y="120841"/>
                </a:lnTo>
                <a:lnTo>
                  <a:pt x="316259" y="121026"/>
                </a:lnTo>
                <a:lnTo>
                  <a:pt x="315631" y="121192"/>
                </a:lnTo>
                <a:lnTo>
                  <a:pt x="314991" y="121338"/>
                </a:lnTo>
                <a:lnTo>
                  <a:pt x="314337" y="121464"/>
                </a:lnTo>
                <a:lnTo>
                  <a:pt x="313671" y="121571"/>
                </a:lnTo>
                <a:lnTo>
                  <a:pt x="312991" y="121659"/>
                </a:lnTo>
                <a:lnTo>
                  <a:pt x="312299" y="121727"/>
                </a:lnTo>
                <a:lnTo>
                  <a:pt x="311594" y="121776"/>
                </a:lnTo>
                <a:lnTo>
                  <a:pt x="310876" y="121805"/>
                </a:lnTo>
                <a:lnTo>
                  <a:pt x="310145" y="121815"/>
                </a:lnTo>
                <a:lnTo>
                  <a:pt x="309428" y="121805"/>
                </a:lnTo>
                <a:lnTo>
                  <a:pt x="308722" y="121776"/>
                </a:lnTo>
                <a:lnTo>
                  <a:pt x="308030" y="121727"/>
                </a:lnTo>
                <a:lnTo>
                  <a:pt x="307350" y="121659"/>
                </a:lnTo>
                <a:lnTo>
                  <a:pt x="306683" y="121571"/>
                </a:lnTo>
                <a:lnTo>
                  <a:pt x="306028" y="121464"/>
                </a:lnTo>
                <a:lnTo>
                  <a:pt x="305386" y="121338"/>
                </a:lnTo>
                <a:lnTo>
                  <a:pt x="304756" y="121192"/>
                </a:lnTo>
                <a:lnTo>
                  <a:pt x="304139" y="121026"/>
                </a:lnTo>
                <a:lnTo>
                  <a:pt x="303535" y="120841"/>
                </a:lnTo>
                <a:lnTo>
                  <a:pt x="302943" y="120637"/>
                </a:lnTo>
                <a:lnTo>
                  <a:pt x="302364" y="120413"/>
                </a:lnTo>
                <a:lnTo>
                  <a:pt x="301798" y="120169"/>
                </a:lnTo>
                <a:lnTo>
                  <a:pt x="301244" y="119907"/>
                </a:lnTo>
                <a:lnTo>
                  <a:pt x="300703" y="119624"/>
                </a:lnTo>
                <a:lnTo>
                  <a:pt x="300174" y="119322"/>
                </a:lnTo>
                <a:lnTo>
                  <a:pt x="299658" y="119001"/>
                </a:lnTo>
                <a:lnTo>
                  <a:pt x="299155" y="118660"/>
                </a:lnTo>
                <a:lnTo>
                  <a:pt x="298664" y="118300"/>
                </a:lnTo>
                <a:lnTo>
                  <a:pt x="298186" y="117921"/>
                </a:lnTo>
                <a:lnTo>
                  <a:pt x="297720" y="117521"/>
                </a:lnTo>
                <a:lnTo>
                  <a:pt x="297267" y="117103"/>
                </a:lnTo>
                <a:lnTo>
                  <a:pt x="296827" y="116665"/>
                </a:lnTo>
                <a:lnTo>
                  <a:pt x="296399" y="116207"/>
                </a:lnTo>
                <a:lnTo>
                  <a:pt x="295986" y="115733"/>
                </a:lnTo>
                <a:lnTo>
                  <a:pt x="295591" y="115245"/>
                </a:lnTo>
                <a:lnTo>
                  <a:pt x="295214" y="114744"/>
                </a:lnTo>
                <a:lnTo>
                  <a:pt x="294854" y="114230"/>
                </a:lnTo>
                <a:lnTo>
                  <a:pt x="294512" y="113702"/>
                </a:lnTo>
                <a:lnTo>
                  <a:pt x="294187" y="113160"/>
                </a:lnTo>
                <a:lnTo>
                  <a:pt x="293880" y="112605"/>
                </a:lnTo>
                <a:lnTo>
                  <a:pt x="293590" y="112037"/>
                </a:lnTo>
                <a:lnTo>
                  <a:pt x="293318" y="111455"/>
                </a:lnTo>
                <a:lnTo>
                  <a:pt x="293063" y="110860"/>
                </a:lnTo>
                <a:lnTo>
                  <a:pt x="292826" y="110252"/>
                </a:lnTo>
                <a:lnTo>
                  <a:pt x="292607" y="109630"/>
                </a:lnTo>
                <a:lnTo>
                  <a:pt x="292405" y="108994"/>
                </a:lnTo>
                <a:lnTo>
                  <a:pt x="292221" y="108345"/>
                </a:lnTo>
                <a:lnTo>
                  <a:pt x="292054" y="107683"/>
                </a:lnTo>
                <a:lnTo>
                  <a:pt x="291905" y="107007"/>
                </a:lnTo>
                <a:lnTo>
                  <a:pt x="291773" y="106318"/>
                </a:lnTo>
                <a:lnTo>
                  <a:pt x="291659" y="105616"/>
                </a:lnTo>
                <a:lnTo>
                  <a:pt x="291563" y="104900"/>
                </a:lnTo>
                <a:lnTo>
                  <a:pt x="291484" y="104170"/>
                </a:lnTo>
                <a:lnTo>
                  <a:pt x="291422" y="103427"/>
                </a:lnTo>
                <a:lnTo>
                  <a:pt x="291378" y="102671"/>
                </a:lnTo>
                <a:lnTo>
                  <a:pt x="291352" y="101901"/>
                </a:lnTo>
                <a:lnTo>
                  <a:pt x="291343" y="101118"/>
                </a:lnTo>
                <a:lnTo>
                  <a:pt x="291343" y="45818"/>
                </a:lnTo>
                <a:lnTo>
                  <a:pt x="277124" y="45818"/>
                </a:lnTo>
                <a:lnTo>
                  <a:pt x="277124" y="101118"/>
                </a:lnTo>
                <a:lnTo>
                  <a:pt x="277140" y="102384"/>
                </a:lnTo>
                <a:lnTo>
                  <a:pt x="277187" y="103628"/>
                </a:lnTo>
                <a:lnTo>
                  <a:pt x="277265" y="104849"/>
                </a:lnTo>
                <a:lnTo>
                  <a:pt x="277374" y="106049"/>
                </a:lnTo>
                <a:lnTo>
                  <a:pt x="277515" y="107226"/>
                </a:lnTo>
                <a:lnTo>
                  <a:pt x="277687" y="108381"/>
                </a:lnTo>
                <a:lnTo>
                  <a:pt x="277890" y="109513"/>
                </a:lnTo>
                <a:lnTo>
                  <a:pt x="278125" y="110624"/>
                </a:lnTo>
                <a:lnTo>
                  <a:pt x="278390" y="111712"/>
                </a:lnTo>
                <a:lnTo>
                  <a:pt x="278687" y="112778"/>
                </a:lnTo>
                <a:lnTo>
                  <a:pt x="279016" y="113822"/>
                </a:lnTo>
                <a:lnTo>
                  <a:pt x="279375" y="114844"/>
                </a:lnTo>
                <a:lnTo>
                  <a:pt x="279766" y="115843"/>
                </a:lnTo>
                <a:lnTo>
                  <a:pt x="280188" y="116820"/>
                </a:lnTo>
                <a:lnTo>
                  <a:pt x="280641" y="117775"/>
                </a:lnTo>
                <a:lnTo>
                  <a:pt x="281126" y="118708"/>
                </a:lnTo>
                <a:lnTo>
                  <a:pt x="281642" y="119619"/>
                </a:lnTo>
                <a:lnTo>
                  <a:pt x="282189" y="120507"/>
                </a:lnTo>
                <a:lnTo>
                  <a:pt x="282768" y="121373"/>
                </a:lnTo>
                <a:lnTo>
                  <a:pt x="283377" y="122217"/>
                </a:lnTo>
                <a:lnTo>
                  <a:pt x="284018" y="123039"/>
                </a:lnTo>
                <a:lnTo>
                  <a:pt x="284690" y="123838"/>
                </a:lnTo>
                <a:lnTo>
                  <a:pt x="285394" y="124616"/>
                </a:lnTo>
                <a:lnTo>
                  <a:pt x="286129" y="125371"/>
                </a:lnTo>
                <a:lnTo>
                  <a:pt x="286890" y="126099"/>
                </a:lnTo>
                <a:lnTo>
                  <a:pt x="287671" y="126796"/>
                </a:lnTo>
                <a:lnTo>
                  <a:pt x="288474" y="127462"/>
                </a:lnTo>
                <a:lnTo>
                  <a:pt x="289298" y="128098"/>
                </a:lnTo>
                <a:lnTo>
                  <a:pt x="290142" y="128702"/>
                </a:lnTo>
                <a:lnTo>
                  <a:pt x="291007" y="129275"/>
                </a:lnTo>
                <a:lnTo>
                  <a:pt x="291893" y="129818"/>
                </a:lnTo>
                <a:lnTo>
                  <a:pt x="292800" y="130329"/>
                </a:lnTo>
                <a:lnTo>
                  <a:pt x="293728" y="130809"/>
                </a:lnTo>
                <a:lnTo>
                  <a:pt x="294676" y="131259"/>
                </a:lnTo>
                <a:lnTo>
                  <a:pt x="295646" y="131677"/>
                </a:lnTo>
                <a:lnTo>
                  <a:pt x="296636" y="132064"/>
                </a:lnTo>
                <a:lnTo>
                  <a:pt x="297647" y="132421"/>
                </a:lnTo>
                <a:lnTo>
                  <a:pt x="298679" y="132746"/>
                </a:lnTo>
                <a:lnTo>
                  <a:pt x="299732" y="133041"/>
                </a:lnTo>
                <a:lnTo>
                  <a:pt x="300806" y="133304"/>
                </a:lnTo>
                <a:lnTo>
                  <a:pt x="301900" y="133536"/>
                </a:lnTo>
                <a:lnTo>
                  <a:pt x="303016" y="133738"/>
                </a:lnTo>
                <a:lnTo>
                  <a:pt x="304152" y="133908"/>
                </a:lnTo>
                <a:lnTo>
                  <a:pt x="305309" y="134048"/>
                </a:lnTo>
                <a:lnTo>
                  <a:pt x="306487" y="134156"/>
                </a:lnTo>
                <a:lnTo>
                  <a:pt x="307685" y="134234"/>
                </a:lnTo>
                <a:lnTo>
                  <a:pt x="308905" y="134280"/>
                </a:lnTo>
                <a:lnTo>
                  <a:pt x="310145" y="134296"/>
                </a:lnTo>
                <a:lnTo>
                  <a:pt x="311386" y="134280"/>
                </a:lnTo>
                <a:lnTo>
                  <a:pt x="312606" y="134234"/>
                </a:lnTo>
                <a:lnTo>
                  <a:pt x="313806" y="134156"/>
                </a:lnTo>
                <a:lnTo>
                  <a:pt x="314986" y="134048"/>
                </a:lnTo>
                <a:lnTo>
                  <a:pt x="316146" y="133908"/>
                </a:lnTo>
                <a:close/>
                <a:moveTo>
                  <a:pt x="969846" y="133908"/>
                </a:moveTo>
                <a:lnTo>
                  <a:pt x="970985" y="133738"/>
                </a:lnTo>
                <a:lnTo>
                  <a:pt x="972104" y="133536"/>
                </a:lnTo>
                <a:lnTo>
                  <a:pt x="973202" y="133304"/>
                </a:lnTo>
                <a:lnTo>
                  <a:pt x="974281" y="133041"/>
                </a:lnTo>
                <a:lnTo>
                  <a:pt x="975339" y="132746"/>
                </a:lnTo>
                <a:lnTo>
                  <a:pt x="976376" y="132421"/>
                </a:lnTo>
                <a:lnTo>
                  <a:pt x="977394" y="132064"/>
                </a:lnTo>
                <a:lnTo>
                  <a:pt x="978391" y="131677"/>
                </a:lnTo>
                <a:lnTo>
                  <a:pt x="979367" y="131259"/>
                </a:lnTo>
                <a:lnTo>
                  <a:pt x="980324" y="130809"/>
                </a:lnTo>
                <a:lnTo>
                  <a:pt x="981260" y="130329"/>
                </a:lnTo>
                <a:lnTo>
                  <a:pt x="982176" y="129818"/>
                </a:lnTo>
                <a:lnTo>
                  <a:pt x="983072" y="129275"/>
                </a:lnTo>
                <a:lnTo>
                  <a:pt x="983947" y="128702"/>
                </a:lnTo>
                <a:lnTo>
                  <a:pt x="984802" y="128098"/>
                </a:lnTo>
                <a:lnTo>
                  <a:pt x="985636" y="127462"/>
                </a:lnTo>
                <a:lnTo>
                  <a:pt x="986451" y="126796"/>
                </a:lnTo>
                <a:lnTo>
                  <a:pt x="987245" y="126099"/>
                </a:lnTo>
                <a:lnTo>
                  <a:pt x="988019" y="125371"/>
                </a:lnTo>
                <a:lnTo>
                  <a:pt x="988766" y="124616"/>
                </a:lnTo>
                <a:lnTo>
                  <a:pt x="989482" y="123838"/>
                </a:lnTo>
                <a:lnTo>
                  <a:pt x="990166" y="123039"/>
                </a:lnTo>
                <a:lnTo>
                  <a:pt x="990819" y="122217"/>
                </a:lnTo>
                <a:lnTo>
                  <a:pt x="991439" y="121373"/>
                </a:lnTo>
                <a:lnTo>
                  <a:pt x="992028" y="120507"/>
                </a:lnTo>
                <a:lnTo>
                  <a:pt x="992585" y="119619"/>
                </a:lnTo>
                <a:lnTo>
                  <a:pt x="993110" y="118708"/>
                </a:lnTo>
                <a:lnTo>
                  <a:pt x="993603" y="117775"/>
                </a:lnTo>
                <a:lnTo>
                  <a:pt x="994064" y="116820"/>
                </a:lnTo>
                <a:lnTo>
                  <a:pt x="994494" y="115843"/>
                </a:lnTo>
                <a:lnTo>
                  <a:pt x="994891" y="114844"/>
                </a:lnTo>
                <a:lnTo>
                  <a:pt x="995257" y="113822"/>
                </a:lnTo>
                <a:lnTo>
                  <a:pt x="995591" y="112778"/>
                </a:lnTo>
                <a:lnTo>
                  <a:pt x="995894" y="111712"/>
                </a:lnTo>
                <a:lnTo>
                  <a:pt x="996164" y="110624"/>
                </a:lnTo>
                <a:lnTo>
                  <a:pt x="996403" y="109513"/>
                </a:lnTo>
                <a:lnTo>
                  <a:pt x="996610" y="108381"/>
                </a:lnTo>
                <a:lnTo>
                  <a:pt x="996785" y="107226"/>
                </a:lnTo>
                <a:lnTo>
                  <a:pt x="996928" y="106049"/>
                </a:lnTo>
                <a:lnTo>
                  <a:pt x="997039" y="104849"/>
                </a:lnTo>
                <a:lnTo>
                  <a:pt x="997119" y="103628"/>
                </a:lnTo>
                <a:lnTo>
                  <a:pt x="997166" y="102384"/>
                </a:lnTo>
                <a:lnTo>
                  <a:pt x="997182" y="101118"/>
                </a:lnTo>
                <a:lnTo>
                  <a:pt x="997182" y="45818"/>
                </a:lnTo>
                <a:lnTo>
                  <a:pt x="982963" y="45818"/>
                </a:lnTo>
                <a:lnTo>
                  <a:pt x="982963" y="101118"/>
                </a:lnTo>
                <a:lnTo>
                  <a:pt x="982954" y="101901"/>
                </a:lnTo>
                <a:lnTo>
                  <a:pt x="982928" y="102671"/>
                </a:lnTo>
                <a:lnTo>
                  <a:pt x="982883" y="103427"/>
                </a:lnTo>
                <a:lnTo>
                  <a:pt x="982821" y="104170"/>
                </a:lnTo>
                <a:lnTo>
                  <a:pt x="982740" y="104900"/>
                </a:lnTo>
                <a:lnTo>
                  <a:pt x="982642" y="105616"/>
                </a:lnTo>
                <a:lnTo>
                  <a:pt x="982526" y="106318"/>
                </a:lnTo>
                <a:lnTo>
                  <a:pt x="982393" y="107007"/>
                </a:lnTo>
                <a:lnTo>
                  <a:pt x="982241" y="107683"/>
                </a:lnTo>
                <a:lnTo>
                  <a:pt x="982072" y="108345"/>
                </a:lnTo>
                <a:lnTo>
                  <a:pt x="981884" y="108994"/>
                </a:lnTo>
                <a:lnTo>
                  <a:pt x="981679" y="109630"/>
                </a:lnTo>
                <a:lnTo>
                  <a:pt x="981457" y="110252"/>
                </a:lnTo>
                <a:lnTo>
                  <a:pt x="981216" y="110860"/>
                </a:lnTo>
                <a:lnTo>
                  <a:pt x="980957" y="111455"/>
                </a:lnTo>
                <a:lnTo>
                  <a:pt x="980681" y="112037"/>
                </a:lnTo>
                <a:lnTo>
                  <a:pt x="980387" y="112605"/>
                </a:lnTo>
                <a:lnTo>
                  <a:pt x="980075" y="113160"/>
                </a:lnTo>
                <a:lnTo>
                  <a:pt x="979745" y="113702"/>
                </a:lnTo>
                <a:lnTo>
                  <a:pt x="979397" y="114230"/>
                </a:lnTo>
                <a:lnTo>
                  <a:pt x="979032" y="114744"/>
                </a:lnTo>
                <a:lnTo>
                  <a:pt x="978648" y="115245"/>
                </a:lnTo>
                <a:lnTo>
                  <a:pt x="978247" y="115733"/>
                </a:lnTo>
                <a:lnTo>
                  <a:pt x="977828" y="116207"/>
                </a:lnTo>
                <a:lnTo>
                  <a:pt x="977394" y="116665"/>
                </a:lnTo>
                <a:lnTo>
                  <a:pt x="976947" y="117103"/>
                </a:lnTo>
                <a:lnTo>
                  <a:pt x="976486" y="117521"/>
                </a:lnTo>
                <a:lnTo>
                  <a:pt x="976013" y="117921"/>
                </a:lnTo>
                <a:lnTo>
                  <a:pt x="975527" y="118300"/>
                </a:lnTo>
                <a:lnTo>
                  <a:pt x="975029" y="118660"/>
                </a:lnTo>
                <a:lnTo>
                  <a:pt x="974517" y="119001"/>
                </a:lnTo>
                <a:lnTo>
                  <a:pt x="973992" y="119322"/>
                </a:lnTo>
                <a:lnTo>
                  <a:pt x="973455" y="119624"/>
                </a:lnTo>
                <a:lnTo>
                  <a:pt x="972904" y="119907"/>
                </a:lnTo>
                <a:lnTo>
                  <a:pt x="972341" y="120169"/>
                </a:lnTo>
                <a:lnTo>
                  <a:pt x="971765" y="120413"/>
                </a:lnTo>
                <a:lnTo>
                  <a:pt x="971176" y="120637"/>
                </a:lnTo>
                <a:lnTo>
                  <a:pt x="970574" y="120841"/>
                </a:lnTo>
                <a:lnTo>
                  <a:pt x="969959" y="121026"/>
                </a:lnTo>
                <a:lnTo>
                  <a:pt x="969331" y="121192"/>
                </a:lnTo>
                <a:lnTo>
                  <a:pt x="968691" y="121338"/>
                </a:lnTo>
                <a:lnTo>
                  <a:pt x="968037" y="121464"/>
                </a:lnTo>
                <a:lnTo>
                  <a:pt x="967371" y="121571"/>
                </a:lnTo>
                <a:lnTo>
                  <a:pt x="966691" y="121659"/>
                </a:lnTo>
                <a:lnTo>
                  <a:pt x="965999" y="121727"/>
                </a:lnTo>
                <a:lnTo>
                  <a:pt x="965294" y="121776"/>
                </a:lnTo>
                <a:lnTo>
                  <a:pt x="964576" y="121805"/>
                </a:lnTo>
                <a:lnTo>
                  <a:pt x="963845" y="121815"/>
                </a:lnTo>
                <a:lnTo>
                  <a:pt x="963128" y="121805"/>
                </a:lnTo>
                <a:lnTo>
                  <a:pt x="962422" y="121776"/>
                </a:lnTo>
                <a:lnTo>
                  <a:pt x="961730" y="121727"/>
                </a:lnTo>
                <a:lnTo>
                  <a:pt x="961050" y="121659"/>
                </a:lnTo>
                <a:lnTo>
                  <a:pt x="960383" y="121571"/>
                </a:lnTo>
                <a:lnTo>
                  <a:pt x="959728" y="121464"/>
                </a:lnTo>
                <a:lnTo>
                  <a:pt x="959086" y="121338"/>
                </a:lnTo>
                <a:lnTo>
                  <a:pt x="958456" y="121192"/>
                </a:lnTo>
                <a:lnTo>
                  <a:pt x="957839" y="121026"/>
                </a:lnTo>
                <a:lnTo>
                  <a:pt x="957235" y="120841"/>
                </a:lnTo>
                <a:lnTo>
                  <a:pt x="956643" y="120637"/>
                </a:lnTo>
                <a:lnTo>
                  <a:pt x="956064" y="120413"/>
                </a:lnTo>
                <a:lnTo>
                  <a:pt x="955498" y="120169"/>
                </a:lnTo>
                <a:lnTo>
                  <a:pt x="954944" y="119907"/>
                </a:lnTo>
                <a:lnTo>
                  <a:pt x="954403" y="119624"/>
                </a:lnTo>
                <a:lnTo>
                  <a:pt x="953874" y="119322"/>
                </a:lnTo>
                <a:lnTo>
                  <a:pt x="953358" y="119001"/>
                </a:lnTo>
                <a:lnTo>
                  <a:pt x="952855" y="118660"/>
                </a:lnTo>
                <a:lnTo>
                  <a:pt x="952364" y="118300"/>
                </a:lnTo>
                <a:lnTo>
                  <a:pt x="951886" y="117921"/>
                </a:lnTo>
                <a:lnTo>
                  <a:pt x="951420" y="117521"/>
                </a:lnTo>
                <a:lnTo>
                  <a:pt x="950967" y="117103"/>
                </a:lnTo>
                <a:lnTo>
                  <a:pt x="950526" y="116665"/>
                </a:lnTo>
                <a:lnTo>
                  <a:pt x="950099" y="116207"/>
                </a:lnTo>
                <a:lnTo>
                  <a:pt x="949686" y="115733"/>
                </a:lnTo>
                <a:lnTo>
                  <a:pt x="949291" y="115245"/>
                </a:lnTo>
                <a:lnTo>
                  <a:pt x="948914" y="114744"/>
                </a:lnTo>
                <a:lnTo>
                  <a:pt x="948554" y="114230"/>
                </a:lnTo>
                <a:lnTo>
                  <a:pt x="948212" y="113702"/>
                </a:lnTo>
                <a:lnTo>
                  <a:pt x="947887" y="113160"/>
                </a:lnTo>
                <a:lnTo>
                  <a:pt x="947580" y="112605"/>
                </a:lnTo>
                <a:lnTo>
                  <a:pt x="947290" y="112037"/>
                </a:lnTo>
                <a:lnTo>
                  <a:pt x="947018" y="111455"/>
                </a:lnTo>
                <a:lnTo>
                  <a:pt x="946763" y="110860"/>
                </a:lnTo>
                <a:lnTo>
                  <a:pt x="946526" y="110252"/>
                </a:lnTo>
                <a:lnTo>
                  <a:pt x="946307" y="109630"/>
                </a:lnTo>
                <a:lnTo>
                  <a:pt x="946105" y="108994"/>
                </a:lnTo>
                <a:lnTo>
                  <a:pt x="945921" y="108345"/>
                </a:lnTo>
                <a:lnTo>
                  <a:pt x="945754" y="107683"/>
                </a:lnTo>
                <a:lnTo>
                  <a:pt x="945605" y="107007"/>
                </a:lnTo>
                <a:lnTo>
                  <a:pt x="945473" y="106318"/>
                </a:lnTo>
                <a:lnTo>
                  <a:pt x="945359" y="105616"/>
                </a:lnTo>
                <a:lnTo>
                  <a:pt x="945263" y="104900"/>
                </a:lnTo>
                <a:lnTo>
                  <a:pt x="945184" y="104170"/>
                </a:lnTo>
                <a:lnTo>
                  <a:pt x="945122" y="103427"/>
                </a:lnTo>
                <a:lnTo>
                  <a:pt x="945078" y="102671"/>
                </a:lnTo>
                <a:lnTo>
                  <a:pt x="945052" y="101901"/>
                </a:lnTo>
                <a:lnTo>
                  <a:pt x="945043" y="101118"/>
                </a:lnTo>
                <a:lnTo>
                  <a:pt x="945043" y="45818"/>
                </a:lnTo>
                <a:lnTo>
                  <a:pt x="930824" y="45818"/>
                </a:lnTo>
                <a:lnTo>
                  <a:pt x="930824" y="101118"/>
                </a:lnTo>
                <a:lnTo>
                  <a:pt x="930840" y="102384"/>
                </a:lnTo>
                <a:lnTo>
                  <a:pt x="930887" y="103628"/>
                </a:lnTo>
                <a:lnTo>
                  <a:pt x="930965" y="104849"/>
                </a:lnTo>
                <a:lnTo>
                  <a:pt x="931074" y="106049"/>
                </a:lnTo>
                <a:lnTo>
                  <a:pt x="931215" y="107226"/>
                </a:lnTo>
                <a:lnTo>
                  <a:pt x="931387" y="108381"/>
                </a:lnTo>
                <a:lnTo>
                  <a:pt x="931590" y="109513"/>
                </a:lnTo>
                <a:lnTo>
                  <a:pt x="931825" y="110624"/>
                </a:lnTo>
                <a:lnTo>
                  <a:pt x="932090" y="111712"/>
                </a:lnTo>
                <a:lnTo>
                  <a:pt x="932387" y="112778"/>
                </a:lnTo>
                <a:lnTo>
                  <a:pt x="932716" y="113822"/>
                </a:lnTo>
                <a:lnTo>
                  <a:pt x="933075" y="114844"/>
                </a:lnTo>
                <a:lnTo>
                  <a:pt x="933466" y="115843"/>
                </a:lnTo>
                <a:lnTo>
                  <a:pt x="933888" y="116820"/>
                </a:lnTo>
                <a:lnTo>
                  <a:pt x="934341" y="117775"/>
                </a:lnTo>
                <a:lnTo>
                  <a:pt x="934826" y="118708"/>
                </a:lnTo>
                <a:lnTo>
                  <a:pt x="935342" y="119619"/>
                </a:lnTo>
                <a:lnTo>
                  <a:pt x="935889" y="120507"/>
                </a:lnTo>
                <a:lnTo>
                  <a:pt x="936467" y="121373"/>
                </a:lnTo>
                <a:lnTo>
                  <a:pt x="937077" y="122217"/>
                </a:lnTo>
                <a:lnTo>
                  <a:pt x="937718" y="123039"/>
                </a:lnTo>
                <a:lnTo>
                  <a:pt x="938390" y="123838"/>
                </a:lnTo>
                <a:lnTo>
                  <a:pt x="939094" y="124616"/>
                </a:lnTo>
                <a:lnTo>
                  <a:pt x="939829" y="125371"/>
                </a:lnTo>
                <a:lnTo>
                  <a:pt x="940590" y="126099"/>
                </a:lnTo>
                <a:lnTo>
                  <a:pt x="941371" y="126796"/>
                </a:lnTo>
                <a:lnTo>
                  <a:pt x="942174" y="127462"/>
                </a:lnTo>
                <a:lnTo>
                  <a:pt x="942998" y="128098"/>
                </a:lnTo>
                <a:lnTo>
                  <a:pt x="943842" y="128702"/>
                </a:lnTo>
                <a:lnTo>
                  <a:pt x="944707" y="129275"/>
                </a:lnTo>
                <a:lnTo>
                  <a:pt x="945593" y="129818"/>
                </a:lnTo>
                <a:lnTo>
                  <a:pt x="946500" y="130329"/>
                </a:lnTo>
                <a:lnTo>
                  <a:pt x="947428" y="130809"/>
                </a:lnTo>
                <a:lnTo>
                  <a:pt x="948376" y="131259"/>
                </a:lnTo>
                <a:lnTo>
                  <a:pt x="949346" y="131677"/>
                </a:lnTo>
                <a:lnTo>
                  <a:pt x="950336" y="132064"/>
                </a:lnTo>
                <a:lnTo>
                  <a:pt x="951347" y="132421"/>
                </a:lnTo>
                <a:lnTo>
                  <a:pt x="952379" y="132746"/>
                </a:lnTo>
                <a:lnTo>
                  <a:pt x="953432" y="133041"/>
                </a:lnTo>
                <a:lnTo>
                  <a:pt x="954506" y="133304"/>
                </a:lnTo>
                <a:lnTo>
                  <a:pt x="955600" y="133536"/>
                </a:lnTo>
                <a:lnTo>
                  <a:pt x="956716" y="133738"/>
                </a:lnTo>
                <a:lnTo>
                  <a:pt x="957852" y="133908"/>
                </a:lnTo>
                <a:lnTo>
                  <a:pt x="959009" y="134048"/>
                </a:lnTo>
                <a:lnTo>
                  <a:pt x="960187" y="134156"/>
                </a:lnTo>
                <a:lnTo>
                  <a:pt x="961385" y="134234"/>
                </a:lnTo>
                <a:lnTo>
                  <a:pt x="962605" y="134280"/>
                </a:lnTo>
                <a:lnTo>
                  <a:pt x="963845" y="134296"/>
                </a:lnTo>
                <a:lnTo>
                  <a:pt x="965086" y="134280"/>
                </a:lnTo>
                <a:lnTo>
                  <a:pt x="966306" y="134234"/>
                </a:lnTo>
                <a:lnTo>
                  <a:pt x="967506" y="134156"/>
                </a:lnTo>
                <a:lnTo>
                  <a:pt x="968686" y="134048"/>
                </a:lnTo>
                <a:lnTo>
                  <a:pt x="969846" y="133908"/>
                </a:lnTo>
                <a:close/>
                <a:moveTo>
                  <a:pt x="717302" y="105857"/>
                </a:moveTo>
                <a:lnTo>
                  <a:pt x="717302" y="93217"/>
                </a:lnTo>
                <a:lnTo>
                  <a:pt x="649365" y="93217"/>
                </a:lnTo>
                <a:lnTo>
                  <a:pt x="649365" y="105857"/>
                </a:lnTo>
                <a:lnTo>
                  <a:pt x="717302" y="105857"/>
                </a:lnTo>
                <a:close/>
                <a:moveTo>
                  <a:pt x="1523151" y="57667"/>
                </a:moveTo>
                <a:lnTo>
                  <a:pt x="1523151" y="39499"/>
                </a:lnTo>
                <a:lnTo>
                  <a:pt x="1523156" y="39121"/>
                </a:lnTo>
                <a:lnTo>
                  <a:pt x="1523169" y="38751"/>
                </a:lnTo>
                <a:lnTo>
                  <a:pt x="1523192" y="38389"/>
                </a:lnTo>
                <a:lnTo>
                  <a:pt x="1523223" y="38035"/>
                </a:lnTo>
                <a:lnTo>
                  <a:pt x="1523264" y="37689"/>
                </a:lnTo>
                <a:lnTo>
                  <a:pt x="1523314" y="37351"/>
                </a:lnTo>
                <a:lnTo>
                  <a:pt x="1523373" y="37021"/>
                </a:lnTo>
                <a:lnTo>
                  <a:pt x="1523441" y="36699"/>
                </a:lnTo>
                <a:lnTo>
                  <a:pt x="1523518" y="36384"/>
                </a:lnTo>
                <a:lnTo>
                  <a:pt x="1523604" y="36078"/>
                </a:lnTo>
                <a:lnTo>
                  <a:pt x="1523699" y="35780"/>
                </a:lnTo>
                <a:lnTo>
                  <a:pt x="1523803" y="35489"/>
                </a:lnTo>
                <a:lnTo>
                  <a:pt x="1523916" y="35207"/>
                </a:lnTo>
                <a:lnTo>
                  <a:pt x="1524038" y="34932"/>
                </a:lnTo>
                <a:lnTo>
                  <a:pt x="1524169" y="34666"/>
                </a:lnTo>
                <a:lnTo>
                  <a:pt x="1524309" y="34407"/>
                </a:lnTo>
                <a:lnTo>
                  <a:pt x="1524459" y="34157"/>
                </a:lnTo>
                <a:lnTo>
                  <a:pt x="1524617" y="33914"/>
                </a:lnTo>
                <a:lnTo>
                  <a:pt x="1524784" y="33680"/>
                </a:lnTo>
                <a:lnTo>
                  <a:pt x="1524961" y="33453"/>
                </a:lnTo>
                <a:lnTo>
                  <a:pt x="1525146" y="33234"/>
                </a:lnTo>
                <a:lnTo>
                  <a:pt x="1525341" y="33023"/>
                </a:lnTo>
                <a:lnTo>
                  <a:pt x="1525545" y="32821"/>
                </a:lnTo>
                <a:lnTo>
                  <a:pt x="1525757" y="32626"/>
                </a:lnTo>
                <a:lnTo>
                  <a:pt x="1525979" y="32439"/>
                </a:lnTo>
                <a:lnTo>
                  <a:pt x="1526208" y="32260"/>
                </a:lnTo>
                <a:lnTo>
                  <a:pt x="1526445" y="32089"/>
                </a:lnTo>
                <a:lnTo>
                  <a:pt x="1526690" y="31926"/>
                </a:lnTo>
                <a:lnTo>
                  <a:pt x="1526944" y="31771"/>
                </a:lnTo>
                <a:lnTo>
                  <a:pt x="1527205" y="31624"/>
                </a:lnTo>
                <a:lnTo>
                  <a:pt x="1527474" y="31485"/>
                </a:lnTo>
                <a:lnTo>
                  <a:pt x="1527751" y="31353"/>
                </a:lnTo>
                <a:lnTo>
                  <a:pt x="1528036" y="31230"/>
                </a:lnTo>
                <a:lnTo>
                  <a:pt x="1528329" y="31115"/>
                </a:lnTo>
                <a:lnTo>
                  <a:pt x="1528629" y="31008"/>
                </a:lnTo>
                <a:lnTo>
                  <a:pt x="1528938" y="30908"/>
                </a:lnTo>
                <a:lnTo>
                  <a:pt x="1529255" y="30817"/>
                </a:lnTo>
                <a:lnTo>
                  <a:pt x="1529580" y="30733"/>
                </a:lnTo>
                <a:lnTo>
                  <a:pt x="1529913" y="30658"/>
                </a:lnTo>
                <a:lnTo>
                  <a:pt x="1530253" y="30590"/>
                </a:lnTo>
                <a:lnTo>
                  <a:pt x="1530602" y="30530"/>
                </a:lnTo>
                <a:lnTo>
                  <a:pt x="1530958" y="30479"/>
                </a:lnTo>
                <a:lnTo>
                  <a:pt x="1531323" y="30435"/>
                </a:lnTo>
                <a:lnTo>
                  <a:pt x="1531695" y="30399"/>
                </a:lnTo>
                <a:lnTo>
                  <a:pt x="1532076" y="30371"/>
                </a:lnTo>
                <a:lnTo>
                  <a:pt x="1532464" y="30351"/>
                </a:lnTo>
                <a:lnTo>
                  <a:pt x="1532860" y="30340"/>
                </a:lnTo>
                <a:lnTo>
                  <a:pt x="1533265" y="30336"/>
                </a:lnTo>
                <a:lnTo>
                  <a:pt x="1558701" y="30336"/>
                </a:lnTo>
                <a:lnTo>
                  <a:pt x="1558701" y="17380"/>
                </a:lnTo>
                <a:lnTo>
                  <a:pt x="1533265" y="17380"/>
                </a:lnTo>
                <a:lnTo>
                  <a:pt x="1532325" y="17390"/>
                </a:lnTo>
                <a:lnTo>
                  <a:pt x="1531402" y="17421"/>
                </a:lnTo>
                <a:lnTo>
                  <a:pt x="1530497" y="17472"/>
                </a:lnTo>
                <a:lnTo>
                  <a:pt x="1529608" y="17544"/>
                </a:lnTo>
                <a:lnTo>
                  <a:pt x="1528737" y="17637"/>
                </a:lnTo>
                <a:lnTo>
                  <a:pt x="1527882" y="17750"/>
                </a:lnTo>
                <a:lnTo>
                  <a:pt x="1527045" y="17884"/>
                </a:lnTo>
                <a:lnTo>
                  <a:pt x="1526224" y="18038"/>
                </a:lnTo>
                <a:lnTo>
                  <a:pt x="1525421" y="18213"/>
                </a:lnTo>
                <a:lnTo>
                  <a:pt x="1524634" y="18409"/>
                </a:lnTo>
                <a:lnTo>
                  <a:pt x="1523865" y="18625"/>
                </a:lnTo>
                <a:lnTo>
                  <a:pt x="1523113" y="18861"/>
                </a:lnTo>
                <a:lnTo>
                  <a:pt x="1522377" y="19118"/>
                </a:lnTo>
                <a:lnTo>
                  <a:pt x="1521659" y="19396"/>
                </a:lnTo>
                <a:lnTo>
                  <a:pt x="1520957" y="19695"/>
                </a:lnTo>
                <a:lnTo>
                  <a:pt x="1520273" y="20013"/>
                </a:lnTo>
                <a:lnTo>
                  <a:pt x="1519605" y="20353"/>
                </a:lnTo>
                <a:lnTo>
                  <a:pt x="1518955" y="20713"/>
                </a:lnTo>
                <a:lnTo>
                  <a:pt x="1518322" y="21094"/>
                </a:lnTo>
                <a:lnTo>
                  <a:pt x="1517705" y="21495"/>
                </a:lnTo>
                <a:lnTo>
                  <a:pt x="1517106" y="21917"/>
                </a:lnTo>
                <a:lnTo>
                  <a:pt x="1516524" y="22359"/>
                </a:lnTo>
                <a:lnTo>
                  <a:pt x="1515958" y="22822"/>
                </a:lnTo>
                <a:lnTo>
                  <a:pt x="1515410" y="23306"/>
                </a:lnTo>
                <a:lnTo>
                  <a:pt x="1514881" y="23807"/>
                </a:lnTo>
                <a:lnTo>
                  <a:pt x="1514375" y="24323"/>
                </a:lnTo>
                <a:lnTo>
                  <a:pt x="1513892" y="24854"/>
                </a:lnTo>
                <a:lnTo>
                  <a:pt x="1513431" y="25401"/>
                </a:lnTo>
                <a:lnTo>
                  <a:pt x="1512992" y="25962"/>
                </a:lnTo>
                <a:lnTo>
                  <a:pt x="1512576" y="26539"/>
                </a:lnTo>
                <a:lnTo>
                  <a:pt x="1512182" y="27131"/>
                </a:lnTo>
                <a:lnTo>
                  <a:pt x="1511811" y="27737"/>
                </a:lnTo>
                <a:lnTo>
                  <a:pt x="1511462" y="28359"/>
                </a:lnTo>
                <a:lnTo>
                  <a:pt x="1511136" y="28996"/>
                </a:lnTo>
                <a:lnTo>
                  <a:pt x="1510833" y="29648"/>
                </a:lnTo>
                <a:lnTo>
                  <a:pt x="1510551" y="30316"/>
                </a:lnTo>
                <a:lnTo>
                  <a:pt x="1510293" y="30998"/>
                </a:lnTo>
                <a:lnTo>
                  <a:pt x="1510057" y="31695"/>
                </a:lnTo>
                <a:lnTo>
                  <a:pt x="1509843" y="32408"/>
                </a:lnTo>
                <a:lnTo>
                  <a:pt x="1509652" y="33135"/>
                </a:lnTo>
                <a:lnTo>
                  <a:pt x="1509483" y="33878"/>
                </a:lnTo>
                <a:lnTo>
                  <a:pt x="1509337" y="34636"/>
                </a:lnTo>
                <a:lnTo>
                  <a:pt x="1509213" y="35409"/>
                </a:lnTo>
                <a:lnTo>
                  <a:pt x="1509112" y="36196"/>
                </a:lnTo>
                <a:lnTo>
                  <a:pt x="1509033" y="37000"/>
                </a:lnTo>
                <a:lnTo>
                  <a:pt x="1508977" y="37818"/>
                </a:lnTo>
                <a:lnTo>
                  <a:pt x="1508943" y="38651"/>
                </a:lnTo>
                <a:lnTo>
                  <a:pt x="1508932" y="39499"/>
                </a:lnTo>
                <a:lnTo>
                  <a:pt x="1508932" y="57667"/>
                </a:lnTo>
                <a:lnTo>
                  <a:pt x="1483652" y="57667"/>
                </a:lnTo>
                <a:lnTo>
                  <a:pt x="1483652" y="70623"/>
                </a:lnTo>
                <a:lnTo>
                  <a:pt x="1508932" y="70623"/>
                </a:lnTo>
                <a:lnTo>
                  <a:pt x="1508932" y="132717"/>
                </a:lnTo>
                <a:lnTo>
                  <a:pt x="1523151" y="132717"/>
                </a:lnTo>
                <a:lnTo>
                  <a:pt x="1523151" y="70623"/>
                </a:lnTo>
                <a:lnTo>
                  <a:pt x="1558701" y="70623"/>
                </a:lnTo>
                <a:lnTo>
                  <a:pt x="1558701" y="57667"/>
                </a:lnTo>
                <a:lnTo>
                  <a:pt x="1523151" y="57667"/>
                </a:lnTo>
                <a:close/>
                <a:moveTo>
                  <a:pt x="1864423" y="132717"/>
                </a:moveTo>
                <a:lnTo>
                  <a:pt x="1878645" y="132717"/>
                </a:lnTo>
                <a:lnTo>
                  <a:pt x="1878645" y="77417"/>
                </a:lnTo>
                <a:lnTo>
                  <a:pt x="1878654" y="76582"/>
                </a:lnTo>
                <a:lnTo>
                  <a:pt x="1878681" y="75763"/>
                </a:lnTo>
                <a:lnTo>
                  <a:pt x="1878725" y="74961"/>
                </a:lnTo>
                <a:lnTo>
                  <a:pt x="1878787" y="74174"/>
                </a:lnTo>
                <a:lnTo>
                  <a:pt x="1878868" y="73403"/>
                </a:lnTo>
                <a:lnTo>
                  <a:pt x="1878966" y="72648"/>
                </a:lnTo>
                <a:lnTo>
                  <a:pt x="1879082" y="71909"/>
                </a:lnTo>
                <a:lnTo>
                  <a:pt x="1879215" y="71185"/>
                </a:lnTo>
                <a:lnTo>
                  <a:pt x="1879367" y="70478"/>
                </a:lnTo>
                <a:lnTo>
                  <a:pt x="1879536" y="69787"/>
                </a:lnTo>
                <a:lnTo>
                  <a:pt x="1879723" y="69111"/>
                </a:lnTo>
                <a:lnTo>
                  <a:pt x="1879928" y="68451"/>
                </a:lnTo>
                <a:lnTo>
                  <a:pt x="1880151" y="67808"/>
                </a:lnTo>
                <a:lnTo>
                  <a:pt x="1880391" y="67180"/>
                </a:lnTo>
                <a:lnTo>
                  <a:pt x="1880650" y="66568"/>
                </a:lnTo>
                <a:lnTo>
                  <a:pt x="1880926" y="65972"/>
                </a:lnTo>
                <a:lnTo>
                  <a:pt x="1881220" y="65392"/>
                </a:lnTo>
                <a:lnTo>
                  <a:pt x="1881532" y="64828"/>
                </a:lnTo>
                <a:lnTo>
                  <a:pt x="1881862" y="64280"/>
                </a:lnTo>
                <a:lnTo>
                  <a:pt x="1882209" y="63748"/>
                </a:lnTo>
                <a:lnTo>
                  <a:pt x="1882575" y="63231"/>
                </a:lnTo>
                <a:lnTo>
                  <a:pt x="1882958" y="62731"/>
                </a:lnTo>
                <a:lnTo>
                  <a:pt x="1883359" y="62246"/>
                </a:lnTo>
                <a:lnTo>
                  <a:pt x="1883778" y="61778"/>
                </a:lnTo>
                <a:lnTo>
                  <a:pt x="1884212" y="61326"/>
                </a:lnTo>
                <a:lnTo>
                  <a:pt x="1884659" y="60894"/>
                </a:lnTo>
                <a:lnTo>
                  <a:pt x="1885119" y="60481"/>
                </a:lnTo>
                <a:lnTo>
                  <a:pt x="1885592" y="60088"/>
                </a:lnTo>
                <a:lnTo>
                  <a:pt x="1886078" y="59713"/>
                </a:lnTo>
                <a:lnTo>
                  <a:pt x="1886577" y="59358"/>
                </a:lnTo>
                <a:lnTo>
                  <a:pt x="1887089" y="59022"/>
                </a:lnTo>
                <a:lnTo>
                  <a:pt x="1887613" y="58705"/>
                </a:lnTo>
                <a:lnTo>
                  <a:pt x="1888151" y="58408"/>
                </a:lnTo>
                <a:lnTo>
                  <a:pt x="1888701" y="58129"/>
                </a:lnTo>
                <a:lnTo>
                  <a:pt x="1889265" y="57870"/>
                </a:lnTo>
                <a:lnTo>
                  <a:pt x="1889841" y="57630"/>
                </a:lnTo>
                <a:lnTo>
                  <a:pt x="1890430" y="57409"/>
                </a:lnTo>
                <a:lnTo>
                  <a:pt x="1891032" y="57207"/>
                </a:lnTo>
                <a:lnTo>
                  <a:pt x="1891647" y="57025"/>
                </a:lnTo>
                <a:lnTo>
                  <a:pt x="1892274" y="56862"/>
                </a:lnTo>
                <a:lnTo>
                  <a:pt x="1892915" y="56718"/>
                </a:lnTo>
                <a:lnTo>
                  <a:pt x="1893569" y="56593"/>
                </a:lnTo>
                <a:lnTo>
                  <a:pt x="1894235" y="56487"/>
                </a:lnTo>
                <a:lnTo>
                  <a:pt x="1894914" y="56401"/>
                </a:lnTo>
                <a:lnTo>
                  <a:pt x="1895606" y="56334"/>
                </a:lnTo>
                <a:lnTo>
                  <a:pt x="1896312" y="56286"/>
                </a:lnTo>
                <a:lnTo>
                  <a:pt x="1897030" y="56257"/>
                </a:lnTo>
                <a:lnTo>
                  <a:pt x="1897760" y="56247"/>
                </a:lnTo>
                <a:lnTo>
                  <a:pt x="1898465" y="56256"/>
                </a:lnTo>
                <a:lnTo>
                  <a:pt x="1899158" y="56284"/>
                </a:lnTo>
                <a:lnTo>
                  <a:pt x="1899838" y="56330"/>
                </a:lnTo>
                <a:lnTo>
                  <a:pt x="1900506" y="56394"/>
                </a:lnTo>
                <a:lnTo>
                  <a:pt x="1901161" y="56477"/>
                </a:lnTo>
                <a:lnTo>
                  <a:pt x="1901804" y="56578"/>
                </a:lnTo>
                <a:lnTo>
                  <a:pt x="1902435" y="56697"/>
                </a:lnTo>
                <a:lnTo>
                  <a:pt x="1903053" y="56835"/>
                </a:lnTo>
                <a:lnTo>
                  <a:pt x="1903659" y="56991"/>
                </a:lnTo>
                <a:lnTo>
                  <a:pt x="1904253" y="57166"/>
                </a:lnTo>
                <a:lnTo>
                  <a:pt x="1904834" y="57359"/>
                </a:lnTo>
                <a:lnTo>
                  <a:pt x="1905403" y="57570"/>
                </a:lnTo>
                <a:lnTo>
                  <a:pt x="1905960" y="57800"/>
                </a:lnTo>
                <a:lnTo>
                  <a:pt x="1906504" y="58048"/>
                </a:lnTo>
                <a:lnTo>
                  <a:pt x="1907036" y="58314"/>
                </a:lnTo>
                <a:lnTo>
                  <a:pt x="1907556" y="58599"/>
                </a:lnTo>
                <a:lnTo>
                  <a:pt x="1908063" y="58902"/>
                </a:lnTo>
                <a:lnTo>
                  <a:pt x="1908558" y="59224"/>
                </a:lnTo>
                <a:lnTo>
                  <a:pt x="1909041" y="59564"/>
                </a:lnTo>
                <a:lnTo>
                  <a:pt x="1909511" y="59922"/>
                </a:lnTo>
                <a:lnTo>
                  <a:pt x="1909969" y="60299"/>
                </a:lnTo>
                <a:lnTo>
                  <a:pt x="1910414" y="60694"/>
                </a:lnTo>
                <a:lnTo>
                  <a:pt x="1910848" y="61107"/>
                </a:lnTo>
                <a:lnTo>
                  <a:pt x="1911268" y="61539"/>
                </a:lnTo>
                <a:lnTo>
                  <a:pt x="1911675" y="61988"/>
                </a:lnTo>
                <a:lnTo>
                  <a:pt x="1912063" y="62452"/>
                </a:lnTo>
                <a:lnTo>
                  <a:pt x="1912435" y="62932"/>
                </a:lnTo>
                <a:lnTo>
                  <a:pt x="1912790" y="63428"/>
                </a:lnTo>
                <a:lnTo>
                  <a:pt x="1913127" y="63939"/>
                </a:lnTo>
                <a:lnTo>
                  <a:pt x="1913446" y="64467"/>
                </a:lnTo>
                <a:lnTo>
                  <a:pt x="1913749" y="65009"/>
                </a:lnTo>
                <a:lnTo>
                  <a:pt x="1914034" y="65568"/>
                </a:lnTo>
                <a:lnTo>
                  <a:pt x="1914302" y="66141"/>
                </a:lnTo>
                <a:lnTo>
                  <a:pt x="1914553" y="66731"/>
                </a:lnTo>
                <a:lnTo>
                  <a:pt x="1914786" y="67336"/>
                </a:lnTo>
                <a:lnTo>
                  <a:pt x="1915002" y="67957"/>
                </a:lnTo>
                <a:lnTo>
                  <a:pt x="1915201" y="68594"/>
                </a:lnTo>
                <a:lnTo>
                  <a:pt x="1915382" y="69246"/>
                </a:lnTo>
                <a:lnTo>
                  <a:pt x="1915547" y="69914"/>
                </a:lnTo>
                <a:lnTo>
                  <a:pt x="1915694" y="70597"/>
                </a:lnTo>
                <a:lnTo>
                  <a:pt x="1915823" y="71296"/>
                </a:lnTo>
                <a:lnTo>
                  <a:pt x="1915936" y="72011"/>
                </a:lnTo>
                <a:lnTo>
                  <a:pt x="1916031" y="72742"/>
                </a:lnTo>
                <a:lnTo>
                  <a:pt x="1916108" y="73488"/>
                </a:lnTo>
                <a:lnTo>
                  <a:pt x="1916169" y="74249"/>
                </a:lnTo>
                <a:lnTo>
                  <a:pt x="1916212" y="75027"/>
                </a:lnTo>
                <a:lnTo>
                  <a:pt x="1916238" y="75820"/>
                </a:lnTo>
                <a:lnTo>
                  <a:pt x="1916247" y="76628"/>
                </a:lnTo>
                <a:lnTo>
                  <a:pt x="1916247" y="132717"/>
                </a:lnTo>
                <a:lnTo>
                  <a:pt x="1930466" y="132717"/>
                </a:lnTo>
                <a:lnTo>
                  <a:pt x="1930466" y="74259"/>
                </a:lnTo>
                <a:lnTo>
                  <a:pt x="1930452" y="73110"/>
                </a:lnTo>
                <a:lnTo>
                  <a:pt x="1930412" y="71982"/>
                </a:lnTo>
                <a:lnTo>
                  <a:pt x="1930345" y="70874"/>
                </a:lnTo>
                <a:lnTo>
                  <a:pt x="1930251" y="69787"/>
                </a:lnTo>
                <a:lnTo>
                  <a:pt x="1930130" y="68719"/>
                </a:lnTo>
                <a:lnTo>
                  <a:pt x="1929982" y="67672"/>
                </a:lnTo>
                <a:lnTo>
                  <a:pt x="1929807" y="66646"/>
                </a:lnTo>
                <a:lnTo>
                  <a:pt x="1929606" y="65639"/>
                </a:lnTo>
                <a:lnTo>
                  <a:pt x="1929377" y="64653"/>
                </a:lnTo>
                <a:lnTo>
                  <a:pt x="1929122" y="63687"/>
                </a:lnTo>
                <a:lnTo>
                  <a:pt x="1928840" y="62742"/>
                </a:lnTo>
                <a:lnTo>
                  <a:pt x="1928531" y="61817"/>
                </a:lnTo>
                <a:lnTo>
                  <a:pt x="1928195" y="60912"/>
                </a:lnTo>
                <a:lnTo>
                  <a:pt x="1927832" y="60027"/>
                </a:lnTo>
                <a:lnTo>
                  <a:pt x="1927442" y="59163"/>
                </a:lnTo>
                <a:lnTo>
                  <a:pt x="1927025" y="58319"/>
                </a:lnTo>
                <a:lnTo>
                  <a:pt x="1926582" y="57496"/>
                </a:lnTo>
                <a:lnTo>
                  <a:pt x="1926111" y="56692"/>
                </a:lnTo>
                <a:lnTo>
                  <a:pt x="1925614" y="55909"/>
                </a:lnTo>
                <a:lnTo>
                  <a:pt x="1925090" y="55146"/>
                </a:lnTo>
                <a:lnTo>
                  <a:pt x="1924539" y="54404"/>
                </a:lnTo>
                <a:lnTo>
                  <a:pt x="1923961" y="53682"/>
                </a:lnTo>
                <a:lnTo>
                  <a:pt x="1923356" y="52980"/>
                </a:lnTo>
                <a:lnTo>
                  <a:pt x="1922725" y="52298"/>
                </a:lnTo>
                <a:lnTo>
                  <a:pt x="1922070" y="51641"/>
                </a:lnTo>
                <a:lnTo>
                  <a:pt x="1921397" y="51011"/>
                </a:lnTo>
                <a:lnTo>
                  <a:pt x="1920705" y="50409"/>
                </a:lnTo>
                <a:lnTo>
                  <a:pt x="1919995" y="49836"/>
                </a:lnTo>
                <a:lnTo>
                  <a:pt x="1919266" y="49290"/>
                </a:lnTo>
                <a:lnTo>
                  <a:pt x="1918518" y="48772"/>
                </a:lnTo>
                <a:lnTo>
                  <a:pt x="1917752" y="48283"/>
                </a:lnTo>
                <a:lnTo>
                  <a:pt x="1916967" y="47821"/>
                </a:lnTo>
                <a:lnTo>
                  <a:pt x="1916163" y="47387"/>
                </a:lnTo>
                <a:lnTo>
                  <a:pt x="1915341" y="46981"/>
                </a:lnTo>
                <a:lnTo>
                  <a:pt x="1914500" y="46603"/>
                </a:lnTo>
                <a:lnTo>
                  <a:pt x="1913640" y="46254"/>
                </a:lnTo>
                <a:lnTo>
                  <a:pt x="1912762" y="45932"/>
                </a:lnTo>
                <a:lnTo>
                  <a:pt x="1911865" y="45638"/>
                </a:lnTo>
                <a:lnTo>
                  <a:pt x="1910949" y="45372"/>
                </a:lnTo>
                <a:lnTo>
                  <a:pt x="1910015" y="45134"/>
                </a:lnTo>
                <a:lnTo>
                  <a:pt x="1909062" y="44924"/>
                </a:lnTo>
                <a:lnTo>
                  <a:pt x="1908090" y="44743"/>
                </a:lnTo>
                <a:lnTo>
                  <a:pt x="1907100" y="44589"/>
                </a:lnTo>
                <a:lnTo>
                  <a:pt x="1906091" y="44463"/>
                </a:lnTo>
                <a:lnTo>
                  <a:pt x="1905063" y="44365"/>
                </a:lnTo>
                <a:lnTo>
                  <a:pt x="1904017" y="44295"/>
                </a:lnTo>
                <a:lnTo>
                  <a:pt x="1902952" y="44253"/>
                </a:lnTo>
                <a:lnTo>
                  <a:pt x="1901868" y="44239"/>
                </a:lnTo>
                <a:lnTo>
                  <a:pt x="1900968" y="44249"/>
                </a:lnTo>
                <a:lnTo>
                  <a:pt x="1900084" y="44278"/>
                </a:lnTo>
                <a:lnTo>
                  <a:pt x="1899217" y="44326"/>
                </a:lnTo>
                <a:lnTo>
                  <a:pt x="1898366" y="44395"/>
                </a:lnTo>
                <a:lnTo>
                  <a:pt x="1897532" y="44482"/>
                </a:lnTo>
                <a:lnTo>
                  <a:pt x="1896714" y="44589"/>
                </a:lnTo>
                <a:lnTo>
                  <a:pt x="1895912" y="44716"/>
                </a:lnTo>
                <a:lnTo>
                  <a:pt x="1895127" y="44862"/>
                </a:lnTo>
                <a:lnTo>
                  <a:pt x="1894359" y="45028"/>
                </a:lnTo>
                <a:lnTo>
                  <a:pt x="1893607" y="45213"/>
                </a:lnTo>
                <a:lnTo>
                  <a:pt x="1892871" y="45417"/>
                </a:lnTo>
                <a:lnTo>
                  <a:pt x="1892152" y="45641"/>
                </a:lnTo>
                <a:lnTo>
                  <a:pt x="1891449" y="45885"/>
                </a:lnTo>
                <a:lnTo>
                  <a:pt x="1890763" y="46148"/>
                </a:lnTo>
                <a:lnTo>
                  <a:pt x="1890093" y="46430"/>
                </a:lnTo>
                <a:lnTo>
                  <a:pt x="1889439" y="46732"/>
                </a:lnTo>
                <a:lnTo>
                  <a:pt x="1888802" y="47054"/>
                </a:lnTo>
                <a:lnTo>
                  <a:pt x="1888182" y="47394"/>
                </a:lnTo>
                <a:lnTo>
                  <a:pt x="1887578" y="47755"/>
                </a:lnTo>
                <a:lnTo>
                  <a:pt x="1886990" y="48135"/>
                </a:lnTo>
                <a:lnTo>
                  <a:pt x="1886419" y="48534"/>
                </a:lnTo>
                <a:lnTo>
                  <a:pt x="1885865" y="48953"/>
                </a:lnTo>
                <a:lnTo>
                  <a:pt x="1885326" y="49391"/>
                </a:lnTo>
                <a:lnTo>
                  <a:pt x="1884805" y="49849"/>
                </a:lnTo>
                <a:lnTo>
                  <a:pt x="1884302" y="50324"/>
                </a:lnTo>
                <a:lnTo>
                  <a:pt x="1883821" y="50816"/>
                </a:lnTo>
                <a:lnTo>
                  <a:pt x="1883361" y="51324"/>
                </a:lnTo>
                <a:lnTo>
                  <a:pt x="1882922" y="51848"/>
                </a:lnTo>
                <a:lnTo>
                  <a:pt x="1882505" y="52388"/>
                </a:lnTo>
                <a:lnTo>
                  <a:pt x="1882110" y="52944"/>
                </a:lnTo>
                <a:lnTo>
                  <a:pt x="1881735" y="53517"/>
                </a:lnTo>
                <a:lnTo>
                  <a:pt x="1881383" y="54105"/>
                </a:lnTo>
                <a:lnTo>
                  <a:pt x="1881051" y="54710"/>
                </a:lnTo>
                <a:lnTo>
                  <a:pt x="1880741" y="55331"/>
                </a:lnTo>
                <a:lnTo>
                  <a:pt x="1880452" y="55969"/>
                </a:lnTo>
                <a:lnTo>
                  <a:pt x="1880185" y="56622"/>
                </a:lnTo>
                <a:lnTo>
                  <a:pt x="1879939" y="57292"/>
                </a:lnTo>
                <a:lnTo>
                  <a:pt x="1879714" y="57978"/>
                </a:lnTo>
                <a:lnTo>
                  <a:pt x="1879511" y="58680"/>
                </a:lnTo>
                <a:lnTo>
                  <a:pt x="1879329" y="59398"/>
                </a:lnTo>
                <a:lnTo>
                  <a:pt x="1879169" y="60132"/>
                </a:lnTo>
                <a:lnTo>
                  <a:pt x="1879030" y="60883"/>
                </a:lnTo>
                <a:lnTo>
                  <a:pt x="1878912" y="61650"/>
                </a:lnTo>
                <a:lnTo>
                  <a:pt x="1878819" y="62407"/>
                </a:lnTo>
                <a:lnTo>
                  <a:pt x="1878645" y="62407"/>
                </a:lnTo>
                <a:lnTo>
                  <a:pt x="1878645" y="45818"/>
                </a:lnTo>
                <a:lnTo>
                  <a:pt x="1878645" y="17380"/>
                </a:lnTo>
                <a:lnTo>
                  <a:pt x="1864423" y="17380"/>
                </a:lnTo>
                <a:lnTo>
                  <a:pt x="1864423" y="132717"/>
                </a:lnTo>
                <a:close/>
                <a:moveTo>
                  <a:pt x="2296278" y="137023"/>
                </a:moveTo>
                <a:lnTo>
                  <a:pt x="2295476" y="136759"/>
                </a:lnTo>
                <a:lnTo>
                  <a:pt x="2294683" y="136480"/>
                </a:lnTo>
                <a:lnTo>
                  <a:pt x="2293899" y="136186"/>
                </a:lnTo>
                <a:lnTo>
                  <a:pt x="2293124" y="135877"/>
                </a:lnTo>
                <a:lnTo>
                  <a:pt x="2292359" y="135554"/>
                </a:lnTo>
                <a:lnTo>
                  <a:pt x="2291602" y="135216"/>
                </a:lnTo>
                <a:lnTo>
                  <a:pt x="2290855" y="134863"/>
                </a:lnTo>
                <a:lnTo>
                  <a:pt x="2290116" y="134495"/>
                </a:lnTo>
                <a:lnTo>
                  <a:pt x="2289387" y="134113"/>
                </a:lnTo>
                <a:lnTo>
                  <a:pt x="2288666" y="133715"/>
                </a:lnTo>
                <a:lnTo>
                  <a:pt x="2287955" y="133303"/>
                </a:lnTo>
                <a:lnTo>
                  <a:pt x="2287252" y="132876"/>
                </a:lnTo>
                <a:lnTo>
                  <a:pt x="2286559" y="132434"/>
                </a:lnTo>
                <a:lnTo>
                  <a:pt x="2285875" y="131977"/>
                </a:lnTo>
                <a:lnTo>
                  <a:pt x="2285200" y="131506"/>
                </a:lnTo>
                <a:lnTo>
                  <a:pt x="2284534" y="131020"/>
                </a:lnTo>
                <a:lnTo>
                  <a:pt x="2283876" y="130519"/>
                </a:lnTo>
                <a:lnTo>
                  <a:pt x="2283228" y="130003"/>
                </a:lnTo>
                <a:lnTo>
                  <a:pt x="2282589" y="129472"/>
                </a:lnTo>
                <a:lnTo>
                  <a:pt x="2281960" y="128927"/>
                </a:lnTo>
                <a:lnTo>
                  <a:pt x="2281340" y="128368"/>
                </a:lnTo>
                <a:lnTo>
                  <a:pt x="2280733" y="127797"/>
                </a:lnTo>
                <a:lnTo>
                  <a:pt x="2280138" y="127216"/>
                </a:lnTo>
                <a:lnTo>
                  <a:pt x="2279554" y="126622"/>
                </a:lnTo>
                <a:lnTo>
                  <a:pt x="2278983" y="126017"/>
                </a:lnTo>
                <a:lnTo>
                  <a:pt x="2278424" y="125401"/>
                </a:lnTo>
                <a:lnTo>
                  <a:pt x="2277877" y="124773"/>
                </a:lnTo>
                <a:lnTo>
                  <a:pt x="2277342" y="124133"/>
                </a:lnTo>
                <a:lnTo>
                  <a:pt x="2276819" y="123482"/>
                </a:lnTo>
                <a:lnTo>
                  <a:pt x="2276309" y="122820"/>
                </a:lnTo>
                <a:lnTo>
                  <a:pt x="2275810" y="122146"/>
                </a:lnTo>
                <a:lnTo>
                  <a:pt x="2275323" y="121460"/>
                </a:lnTo>
                <a:lnTo>
                  <a:pt x="2274848" y="120763"/>
                </a:lnTo>
                <a:lnTo>
                  <a:pt x="2274386" y="120055"/>
                </a:lnTo>
                <a:lnTo>
                  <a:pt x="2273935" y="119335"/>
                </a:lnTo>
                <a:lnTo>
                  <a:pt x="2273497" y="118603"/>
                </a:lnTo>
                <a:lnTo>
                  <a:pt x="2273071" y="117860"/>
                </a:lnTo>
                <a:lnTo>
                  <a:pt x="2272656" y="117105"/>
                </a:lnTo>
                <a:lnTo>
                  <a:pt x="2272254" y="116339"/>
                </a:lnTo>
                <a:lnTo>
                  <a:pt x="2271864" y="115561"/>
                </a:lnTo>
                <a:lnTo>
                  <a:pt x="2271486" y="114772"/>
                </a:lnTo>
                <a:lnTo>
                  <a:pt x="2271120" y="113971"/>
                </a:lnTo>
                <a:lnTo>
                  <a:pt x="2270766" y="113159"/>
                </a:lnTo>
                <a:lnTo>
                  <a:pt x="2270424" y="112335"/>
                </a:lnTo>
                <a:lnTo>
                  <a:pt x="2270095" y="111502"/>
                </a:lnTo>
                <a:lnTo>
                  <a:pt x="2269780" y="110660"/>
                </a:lnTo>
                <a:lnTo>
                  <a:pt x="2269479" y="109810"/>
                </a:lnTo>
                <a:lnTo>
                  <a:pt x="2269193" y="108951"/>
                </a:lnTo>
                <a:lnTo>
                  <a:pt x="2268920" y="108085"/>
                </a:lnTo>
                <a:lnTo>
                  <a:pt x="2268661" y="107210"/>
                </a:lnTo>
                <a:lnTo>
                  <a:pt x="2268416" y="106327"/>
                </a:lnTo>
                <a:lnTo>
                  <a:pt x="2268186" y="105436"/>
                </a:lnTo>
                <a:lnTo>
                  <a:pt x="2267969" y="104536"/>
                </a:lnTo>
                <a:lnTo>
                  <a:pt x="2267766" y="103629"/>
                </a:lnTo>
                <a:lnTo>
                  <a:pt x="2267577" y="102713"/>
                </a:lnTo>
                <a:lnTo>
                  <a:pt x="2267402" y="101789"/>
                </a:lnTo>
                <a:lnTo>
                  <a:pt x="2267241" y="100856"/>
                </a:lnTo>
                <a:lnTo>
                  <a:pt x="2267095" y="99916"/>
                </a:lnTo>
                <a:lnTo>
                  <a:pt x="2266962" y="98967"/>
                </a:lnTo>
                <a:lnTo>
                  <a:pt x="2266843" y="98010"/>
                </a:lnTo>
                <a:lnTo>
                  <a:pt x="2266738" y="97044"/>
                </a:lnTo>
                <a:lnTo>
                  <a:pt x="2266647" y="96071"/>
                </a:lnTo>
                <a:lnTo>
                  <a:pt x="2266570" y="95089"/>
                </a:lnTo>
                <a:lnTo>
                  <a:pt x="2266507" y="94099"/>
                </a:lnTo>
                <a:lnTo>
                  <a:pt x="2266458" y="93101"/>
                </a:lnTo>
                <a:lnTo>
                  <a:pt x="2266423" y="92094"/>
                </a:lnTo>
                <a:lnTo>
                  <a:pt x="2266402" y="91080"/>
                </a:lnTo>
                <a:lnTo>
                  <a:pt x="2266395" y="90057"/>
                </a:lnTo>
                <a:lnTo>
                  <a:pt x="2266395" y="61619"/>
                </a:lnTo>
                <a:lnTo>
                  <a:pt x="2266402" y="60583"/>
                </a:lnTo>
                <a:lnTo>
                  <a:pt x="2266423" y="59556"/>
                </a:lnTo>
                <a:lnTo>
                  <a:pt x="2266458" y="58538"/>
                </a:lnTo>
                <a:lnTo>
                  <a:pt x="2266507" y="57530"/>
                </a:lnTo>
                <a:lnTo>
                  <a:pt x="2266570" y="56530"/>
                </a:lnTo>
                <a:lnTo>
                  <a:pt x="2266647" y="55540"/>
                </a:lnTo>
                <a:lnTo>
                  <a:pt x="2266738" y="54559"/>
                </a:lnTo>
                <a:lnTo>
                  <a:pt x="2266843" y="53586"/>
                </a:lnTo>
                <a:lnTo>
                  <a:pt x="2266962" y="52623"/>
                </a:lnTo>
                <a:lnTo>
                  <a:pt x="2267095" y="51669"/>
                </a:lnTo>
                <a:lnTo>
                  <a:pt x="2267241" y="50723"/>
                </a:lnTo>
                <a:lnTo>
                  <a:pt x="2267402" y="49787"/>
                </a:lnTo>
                <a:lnTo>
                  <a:pt x="2267577" y="48860"/>
                </a:lnTo>
                <a:lnTo>
                  <a:pt x="2267766" y="47942"/>
                </a:lnTo>
                <a:lnTo>
                  <a:pt x="2267969" y="47033"/>
                </a:lnTo>
                <a:lnTo>
                  <a:pt x="2268186" y="46133"/>
                </a:lnTo>
                <a:lnTo>
                  <a:pt x="2268416" y="45243"/>
                </a:lnTo>
                <a:lnTo>
                  <a:pt x="2268661" y="44361"/>
                </a:lnTo>
                <a:lnTo>
                  <a:pt x="2268920" y="43488"/>
                </a:lnTo>
                <a:lnTo>
                  <a:pt x="2269193" y="42625"/>
                </a:lnTo>
                <a:lnTo>
                  <a:pt x="2269479" y="41770"/>
                </a:lnTo>
                <a:lnTo>
                  <a:pt x="2269780" y="40924"/>
                </a:lnTo>
                <a:lnTo>
                  <a:pt x="2270095" y="40088"/>
                </a:lnTo>
                <a:lnTo>
                  <a:pt x="2270424" y="39260"/>
                </a:lnTo>
                <a:lnTo>
                  <a:pt x="2270766" y="38443"/>
                </a:lnTo>
                <a:lnTo>
                  <a:pt x="2271120" y="37637"/>
                </a:lnTo>
                <a:lnTo>
                  <a:pt x="2271486" y="36842"/>
                </a:lnTo>
                <a:lnTo>
                  <a:pt x="2271864" y="36059"/>
                </a:lnTo>
                <a:lnTo>
                  <a:pt x="2272254" y="35287"/>
                </a:lnTo>
                <a:lnTo>
                  <a:pt x="2272656" y="34526"/>
                </a:lnTo>
                <a:lnTo>
                  <a:pt x="2273071" y="33776"/>
                </a:lnTo>
                <a:lnTo>
                  <a:pt x="2273497" y="33037"/>
                </a:lnTo>
                <a:lnTo>
                  <a:pt x="2273935" y="32310"/>
                </a:lnTo>
                <a:lnTo>
                  <a:pt x="2274386" y="31594"/>
                </a:lnTo>
                <a:lnTo>
                  <a:pt x="2274848" y="30889"/>
                </a:lnTo>
                <a:lnTo>
                  <a:pt x="2275323" y="30196"/>
                </a:lnTo>
                <a:lnTo>
                  <a:pt x="2275810" y="29513"/>
                </a:lnTo>
                <a:lnTo>
                  <a:pt x="2276309" y="28842"/>
                </a:lnTo>
                <a:lnTo>
                  <a:pt x="2276819" y="28183"/>
                </a:lnTo>
                <a:lnTo>
                  <a:pt x="2277342" y="27534"/>
                </a:lnTo>
                <a:lnTo>
                  <a:pt x="2277877" y="26897"/>
                </a:lnTo>
                <a:lnTo>
                  <a:pt x="2278424" y="26271"/>
                </a:lnTo>
                <a:lnTo>
                  <a:pt x="2278983" y="25656"/>
                </a:lnTo>
                <a:lnTo>
                  <a:pt x="2279554" y="25053"/>
                </a:lnTo>
                <a:lnTo>
                  <a:pt x="2280138" y="24460"/>
                </a:lnTo>
                <a:lnTo>
                  <a:pt x="2280733" y="23879"/>
                </a:lnTo>
                <a:lnTo>
                  <a:pt x="2281340" y="23310"/>
                </a:lnTo>
                <a:lnTo>
                  <a:pt x="2281960" y="22751"/>
                </a:lnTo>
                <a:lnTo>
                  <a:pt x="2282589" y="22205"/>
                </a:lnTo>
                <a:lnTo>
                  <a:pt x="2283228" y="21675"/>
                </a:lnTo>
                <a:lnTo>
                  <a:pt x="2283876" y="21158"/>
                </a:lnTo>
                <a:lnTo>
                  <a:pt x="2284534" y="20657"/>
                </a:lnTo>
                <a:lnTo>
                  <a:pt x="2285200" y="20171"/>
                </a:lnTo>
                <a:lnTo>
                  <a:pt x="2285875" y="19699"/>
                </a:lnTo>
                <a:lnTo>
                  <a:pt x="2286559" y="19242"/>
                </a:lnTo>
                <a:lnTo>
                  <a:pt x="2287252" y="18801"/>
                </a:lnTo>
                <a:lnTo>
                  <a:pt x="2287955" y="18373"/>
                </a:lnTo>
                <a:lnTo>
                  <a:pt x="2288666" y="17961"/>
                </a:lnTo>
                <a:lnTo>
                  <a:pt x="2289387" y="17564"/>
                </a:lnTo>
                <a:lnTo>
                  <a:pt x="2290116" y="17181"/>
                </a:lnTo>
                <a:lnTo>
                  <a:pt x="2290855" y="16813"/>
                </a:lnTo>
                <a:lnTo>
                  <a:pt x="2291602" y="16460"/>
                </a:lnTo>
                <a:lnTo>
                  <a:pt x="2292359" y="16122"/>
                </a:lnTo>
                <a:lnTo>
                  <a:pt x="2293124" y="15798"/>
                </a:lnTo>
                <a:lnTo>
                  <a:pt x="2293899" y="15490"/>
                </a:lnTo>
                <a:lnTo>
                  <a:pt x="2294683" y="15196"/>
                </a:lnTo>
                <a:lnTo>
                  <a:pt x="2295476" y="14917"/>
                </a:lnTo>
                <a:lnTo>
                  <a:pt x="2296278" y="14653"/>
                </a:lnTo>
                <a:lnTo>
                  <a:pt x="2297088" y="14403"/>
                </a:lnTo>
                <a:lnTo>
                  <a:pt x="2297908" y="14169"/>
                </a:lnTo>
                <a:lnTo>
                  <a:pt x="2298737" y="13949"/>
                </a:lnTo>
                <a:lnTo>
                  <a:pt x="2299576" y="13744"/>
                </a:lnTo>
                <a:lnTo>
                  <a:pt x="2299576" y="0"/>
                </a:lnTo>
                <a:lnTo>
                  <a:pt x="2297710" y="440"/>
                </a:lnTo>
                <a:lnTo>
                  <a:pt x="2295881" y="919"/>
                </a:lnTo>
                <a:lnTo>
                  <a:pt x="2294086" y="1437"/>
                </a:lnTo>
                <a:lnTo>
                  <a:pt x="2292327" y="1992"/>
                </a:lnTo>
                <a:lnTo>
                  <a:pt x="2290603" y="2587"/>
                </a:lnTo>
                <a:lnTo>
                  <a:pt x="2288915" y="3219"/>
                </a:lnTo>
                <a:lnTo>
                  <a:pt x="2287262" y="3890"/>
                </a:lnTo>
                <a:lnTo>
                  <a:pt x="2285645" y="4599"/>
                </a:lnTo>
                <a:lnTo>
                  <a:pt x="2284063" y="5347"/>
                </a:lnTo>
                <a:lnTo>
                  <a:pt x="2282516" y="6133"/>
                </a:lnTo>
                <a:lnTo>
                  <a:pt x="2281005" y="6958"/>
                </a:lnTo>
                <a:lnTo>
                  <a:pt x="2279529" y="7821"/>
                </a:lnTo>
                <a:lnTo>
                  <a:pt x="2278088" y="8722"/>
                </a:lnTo>
                <a:lnTo>
                  <a:pt x="2276683" y="9662"/>
                </a:lnTo>
                <a:lnTo>
                  <a:pt x="2275313" y="10640"/>
                </a:lnTo>
                <a:lnTo>
                  <a:pt x="2273979" y="11657"/>
                </a:lnTo>
                <a:lnTo>
                  <a:pt x="2272680" y="12712"/>
                </a:lnTo>
                <a:lnTo>
                  <a:pt x="2271416" y="13805"/>
                </a:lnTo>
                <a:lnTo>
                  <a:pt x="2270188" y="14937"/>
                </a:lnTo>
                <a:lnTo>
                  <a:pt x="2268995" y="16107"/>
                </a:lnTo>
                <a:lnTo>
                  <a:pt x="2267838" y="17316"/>
                </a:lnTo>
                <a:lnTo>
                  <a:pt x="2266715" y="18563"/>
                </a:lnTo>
                <a:lnTo>
                  <a:pt x="2265629" y="19848"/>
                </a:lnTo>
                <a:lnTo>
                  <a:pt x="2264577" y="21172"/>
                </a:lnTo>
                <a:lnTo>
                  <a:pt x="2263565" y="22529"/>
                </a:lnTo>
                <a:lnTo>
                  <a:pt x="2262597" y="23915"/>
                </a:lnTo>
                <a:lnTo>
                  <a:pt x="2261671" y="25329"/>
                </a:lnTo>
                <a:lnTo>
                  <a:pt x="2260788" y="26772"/>
                </a:lnTo>
                <a:lnTo>
                  <a:pt x="2259948" y="28243"/>
                </a:lnTo>
                <a:lnTo>
                  <a:pt x="2259152" y="29743"/>
                </a:lnTo>
                <a:lnTo>
                  <a:pt x="2258398" y="31271"/>
                </a:lnTo>
                <a:lnTo>
                  <a:pt x="2257688" y="32828"/>
                </a:lnTo>
                <a:lnTo>
                  <a:pt x="2257020" y="34413"/>
                </a:lnTo>
                <a:lnTo>
                  <a:pt x="2256396" y="36027"/>
                </a:lnTo>
                <a:lnTo>
                  <a:pt x="2255815" y="37670"/>
                </a:lnTo>
                <a:lnTo>
                  <a:pt x="2255276" y="39341"/>
                </a:lnTo>
                <a:lnTo>
                  <a:pt x="2254781" y="41040"/>
                </a:lnTo>
                <a:lnTo>
                  <a:pt x="2254329" y="42768"/>
                </a:lnTo>
                <a:lnTo>
                  <a:pt x="2253920" y="44525"/>
                </a:lnTo>
                <a:lnTo>
                  <a:pt x="2253554" y="46310"/>
                </a:lnTo>
                <a:lnTo>
                  <a:pt x="2253231" y="48124"/>
                </a:lnTo>
                <a:lnTo>
                  <a:pt x="2252951" y="49966"/>
                </a:lnTo>
                <a:lnTo>
                  <a:pt x="2252714" y="51837"/>
                </a:lnTo>
                <a:lnTo>
                  <a:pt x="2252521" y="53736"/>
                </a:lnTo>
                <a:lnTo>
                  <a:pt x="2252370" y="55664"/>
                </a:lnTo>
                <a:lnTo>
                  <a:pt x="2252262" y="57620"/>
                </a:lnTo>
                <a:lnTo>
                  <a:pt x="2252198" y="59605"/>
                </a:lnTo>
                <a:lnTo>
                  <a:pt x="2252176" y="61619"/>
                </a:lnTo>
                <a:lnTo>
                  <a:pt x="2252176" y="90057"/>
                </a:lnTo>
                <a:lnTo>
                  <a:pt x="2252198" y="92070"/>
                </a:lnTo>
                <a:lnTo>
                  <a:pt x="2252262" y="94055"/>
                </a:lnTo>
                <a:lnTo>
                  <a:pt x="2252370" y="96012"/>
                </a:lnTo>
                <a:lnTo>
                  <a:pt x="2252521" y="97939"/>
                </a:lnTo>
                <a:lnTo>
                  <a:pt x="2252714" y="99839"/>
                </a:lnTo>
                <a:lnTo>
                  <a:pt x="2252951" y="101710"/>
                </a:lnTo>
                <a:lnTo>
                  <a:pt x="2253231" y="103552"/>
                </a:lnTo>
                <a:lnTo>
                  <a:pt x="2253554" y="105366"/>
                </a:lnTo>
                <a:lnTo>
                  <a:pt x="2253920" y="107151"/>
                </a:lnTo>
                <a:lnTo>
                  <a:pt x="2254329" y="108908"/>
                </a:lnTo>
                <a:lnTo>
                  <a:pt x="2254781" y="110636"/>
                </a:lnTo>
                <a:lnTo>
                  <a:pt x="2255276" y="112335"/>
                </a:lnTo>
                <a:lnTo>
                  <a:pt x="2255815" y="114006"/>
                </a:lnTo>
                <a:lnTo>
                  <a:pt x="2256396" y="115649"/>
                </a:lnTo>
                <a:lnTo>
                  <a:pt x="2257020" y="117263"/>
                </a:lnTo>
                <a:lnTo>
                  <a:pt x="2257688" y="118849"/>
                </a:lnTo>
                <a:lnTo>
                  <a:pt x="2258398" y="120406"/>
                </a:lnTo>
                <a:lnTo>
                  <a:pt x="2259152" y="121934"/>
                </a:lnTo>
                <a:lnTo>
                  <a:pt x="2259948" y="123434"/>
                </a:lnTo>
                <a:lnTo>
                  <a:pt x="2260788" y="124905"/>
                </a:lnTo>
                <a:lnTo>
                  <a:pt x="2261671" y="126348"/>
                </a:lnTo>
                <a:lnTo>
                  <a:pt x="2262597" y="127763"/>
                </a:lnTo>
                <a:lnTo>
                  <a:pt x="2263565" y="129148"/>
                </a:lnTo>
                <a:lnTo>
                  <a:pt x="2264577" y="130506"/>
                </a:lnTo>
                <a:lnTo>
                  <a:pt x="2265629" y="131829"/>
                </a:lnTo>
                <a:lnTo>
                  <a:pt x="2266715" y="133115"/>
                </a:lnTo>
                <a:lnTo>
                  <a:pt x="2267838" y="134362"/>
                </a:lnTo>
                <a:lnTo>
                  <a:pt x="2268995" y="135570"/>
                </a:lnTo>
                <a:lnTo>
                  <a:pt x="2270188" y="136740"/>
                </a:lnTo>
                <a:lnTo>
                  <a:pt x="2271416" y="137872"/>
                </a:lnTo>
                <a:lnTo>
                  <a:pt x="2272680" y="138965"/>
                </a:lnTo>
                <a:lnTo>
                  <a:pt x="2273979" y="140020"/>
                </a:lnTo>
                <a:lnTo>
                  <a:pt x="2275313" y="141036"/>
                </a:lnTo>
                <a:lnTo>
                  <a:pt x="2276683" y="142014"/>
                </a:lnTo>
                <a:lnTo>
                  <a:pt x="2278088" y="142954"/>
                </a:lnTo>
                <a:lnTo>
                  <a:pt x="2279529" y="143855"/>
                </a:lnTo>
                <a:lnTo>
                  <a:pt x="2281005" y="144718"/>
                </a:lnTo>
                <a:lnTo>
                  <a:pt x="2282516" y="145543"/>
                </a:lnTo>
                <a:lnTo>
                  <a:pt x="2284063" y="146329"/>
                </a:lnTo>
                <a:lnTo>
                  <a:pt x="2285645" y="147076"/>
                </a:lnTo>
                <a:lnTo>
                  <a:pt x="2287262" y="147786"/>
                </a:lnTo>
                <a:lnTo>
                  <a:pt x="2288915" y="148456"/>
                </a:lnTo>
                <a:lnTo>
                  <a:pt x="2290603" y="149089"/>
                </a:lnTo>
                <a:lnTo>
                  <a:pt x="2292327" y="149683"/>
                </a:lnTo>
                <a:lnTo>
                  <a:pt x="2294086" y="150239"/>
                </a:lnTo>
                <a:lnTo>
                  <a:pt x="2295881" y="150756"/>
                </a:lnTo>
                <a:lnTo>
                  <a:pt x="2297710" y="151235"/>
                </a:lnTo>
                <a:lnTo>
                  <a:pt x="2299576" y="151675"/>
                </a:lnTo>
                <a:lnTo>
                  <a:pt x="2299576" y="137931"/>
                </a:lnTo>
                <a:lnTo>
                  <a:pt x="2298737" y="137726"/>
                </a:lnTo>
                <a:lnTo>
                  <a:pt x="2297908" y="137507"/>
                </a:lnTo>
                <a:lnTo>
                  <a:pt x="2297088" y="137272"/>
                </a:lnTo>
                <a:lnTo>
                  <a:pt x="2296278" y="137023"/>
                </a:lnTo>
                <a:close/>
                <a:moveTo>
                  <a:pt x="2344413" y="149089"/>
                </a:moveTo>
                <a:lnTo>
                  <a:pt x="2346101" y="148456"/>
                </a:lnTo>
                <a:lnTo>
                  <a:pt x="2347754" y="147786"/>
                </a:lnTo>
                <a:lnTo>
                  <a:pt x="2349371" y="147076"/>
                </a:lnTo>
                <a:lnTo>
                  <a:pt x="2350953" y="146329"/>
                </a:lnTo>
                <a:lnTo>
                  <a:pt x="2352499" y="145543"/>
                </a:lnTo>
                <a:lnTo>
                  <a:pt x="2354010" y="144718"/>
                </a:lnTo>
                <a:lnTo>
                  <a:pt x="2355486" y="143855"/>
                </a:lnTo>
                <a:lnTo>
                  <a:pt x="2356927" y="142954"/>
                </a:lnTo>
                <a:lnTo>
                  <a:pt x="2358332" y="142014"/>
                </a:lnTo>
                <a:lnTo>
                  <a:pt x="2359701" y="141036"/>
                </a:lnTo>
                <a:lnTo>
                  <a:pt x="2361035" y="140020"/>
                </a:lnTo>
                <a:lnTo>
                  <a:pt x="2362334" y="138965"/>
                </a:lnTo>
                <a:lnTo>
                  <a:pt x="2363598" y="137872"/>
                </a:lnTo>
                <a:lnTo>
                  <a:pt x="2364826" y="136740"/>
                </a:lnTo>
                <a:lnTo>
                  <a:pt x="2366018" y="135570"/>
                </a:lnTo>
                <a:lnTo>
                  <a:pt x="2367176" y="134362"/>
                </a:lnTo>
                <a:lnTo>
                  <a:pt x="2368298" y="133115"/>
                </a:lnTo>
                <a:lnTo>
                  <a:pt x="2369384" y="131829"/>
                </a:lnTo>
                <a:lnTo>
                  <a:pt x="2370435" y="130506"/>
                </a:lnTo>
                <a:lnTo>
                  <a:pt x="2371447" y="129148"/>
                </a:lnTo>
                <a:lnTo>
                  <a:pt x="2372416" y="127763"/>
                </a:lnTo>
                <a:lnTo>
                  <a:pt x="2373342" y="126348"/>
                </a:lnTo>
                <a:lnTo>
                  <a:pt x="2374225" y="124905"/>
                </a:lnTo>
                <a:lnTo>
                  <a:pt x="2375065" y="123434"/>
                </a:lnTo>
                <a:lnTo>
                  <a:pt x="2375862" y="121934"/>
                </a:lnTo>
                <a:lnTo>
                  <a:pt x="2376616" y="120406"/>
                </a:lnTo>
                <a:lnTo>
                  <a:pt x="2377326" y="118849"/>
                </a:lnTo>
                <a:lnTo>
                  <a:pt x="2377994" y="117263"/>
                </a:lnTo>
                <a:lnTo>
                  <a:pt x="2378618" y="115649"/>
                </a:lnTo>
                <a:lnTo>
                  <a:pt x="2379200" y="114006"/>
                </a:lnTo>
                <a:lnTo>
                  <a:pt x="2379738" y="112335"/>
                </a:lnTo>
                <a:lnTo>
                  <a:pt x="2380233" y="110636"/>
                </a:lnTo>
                <a:lnTo>
                  <a:pt x="2380686" y="108908"/>
                </a:lnTo>
                <a:lnTo>
                  <a:pt x="2381095" y="107151"/>
                </a:lnTo>
                <a:lnTo>
                  <a:pt x="2381461" y="105366"/>
                </a:lnTo>
                <a:lnTo>
                  <a:pt x="2381784" y="103552"/>
                </a:lnTo>
                <a:lnTo>
                  <a:pt x="2382064" y="101710"/>
                </a:lnTo>
                <a:lnTo>
                  <a:pt x="2382301" y="99839"/>
                </a:lnTo>
                <a:lnTo>
                  <a:pt x="2382494" y="97939"/>
                </a:lnTo>
                <a:lnTo>
                  <a:pt x="2382645" y="96012"/>
                </a:lnTo>
                <a:lnTo>
                  <a:pt x="2382753" y="94055"/>
                </a:lnTo>
                <a:lnTo>
                  <a:pt x="2382817" y="92070"/>
                </a:lnTo>
                <a:lnTo>
                  <a:pt x="2382839" y="90057"/>
                </a:lnTo>
                <a:lnTo>
                  <a:pt x="2382839" y="61619"/>
                </a:lnTo>
                <a:lnTo>
                  <a:pt x="2382817" y="59605"/>
                </a:lnTo>
                <a:lnTo>
                  <a:pt x="2382753" y="57620"/>
                </a:lnTo>
                <a:lnTo>
                  <a:pt x="2382645" y="55664"/>
                </a:lnTo>
                <a:lnTo>
                  <a:pt x="2382494" y="53736"/>
                </a:lnTo>
                <a:lnTo>
                  <a:pt x="2382301" y="51837"/>
                </a:lnTo>
                <a:lnTo>
                  <a:pt x="2382064" y="49966"/>
                </a:lnTo>
                <a:lnTo>
                  <a:pt x="2381784" y="48124"/>
                </a:lnTo>
                <a:lnTo>
                  <a:pt x="2381461" y="46310"/>
                </a:lnTo>
                <a:lnTo>
                  <a:pt x="2381095" y="44525"/>
                </a:lnTo>
                <a:lnTo>
                  <a:pt x="2380686" y="42768"/>
                </a:lnTo>
                <a:lnTo>
                  <a:pt x="2380233" y="41040"/>
                </a:lnTo>
                <a:lnTo>
                  <a:pt x="2379738" y="39341"/>
                </a:lnTo>
                <a:lnTo>
                  <a:pt x="2379200" y="37670"/>
                </a:lnTo>
                <a:lnTo>
                  <a:pt x="2378618" y="36027"/>
                </a:lnTo>
                <a:lnTo>
                  <a:pt x="2377994" y="34413"/>
                </a:lnTo>
                <a:lnTo>
                  <a:pt x="2377326" y="32828"/>
                </a:lnTo>
                <a:lnTo>
                  <a:pt x="2376616" y="31271"/>
                </a:lnTo>
                <a:lnTo>
                  <a:pt x="2375862" y="29743"/>
                </a:lnTo>
                <a:lnTo>
                  <a:pt x="2375065" y="28243"/>
                </a:lnTo>
                <a:lnTo>
                  <a:pt x="2374225" y="26772"/>
                </a:lnTo>
                <a:lnTo>
                  <a:pt x="2373342" y="25329"/>
                </a:lnTo>
                <a:lnTo>
                  <a:pt x="2372416" y="23915"/>
                </a:lnTo>
                <a:lnTo>
                  <a:pt x="2371447" y="22529"/>
                </a:lnTo>
                <a:lnTo>
                  <a:pt x="2370435" y="21172"/>
                </a:lnTo>
                <a:lnTo>
                  <a:pt x="2369384" y="19848"/>
                </a:lnTo>
                <a:lnTo>
                  <a:pt x="2368298" y="18563"/>
                </a:lnTo>
                <a:lnTo>
                  <a:pt x="2367176" y="17316"/>
                </a:lnTo>
                <a:lnTo>
                  <a:pt x="2366018" y="16107"/>
                </a:lnTo>
                <a:lnTo>
                  <a:pt x="2364826" y="14937"/>
                </a:lnTo>
                <a:lnTo>
                  <a:pt x="2363598" y="13805"/>
                </a:lnTo>
                <a:lnTo>
                  <a:pt x="2362334" y="12712"/>
                </a:lnTo>
                <a:lnTo>
                  <a:pt x="2361035" y="11657"/>
                </a:lnTo>
                <a:lnTo>
                  <a:pt x="2359701" y="10640"/>
                </a:lnTo>
                <a:lnTo>
                  <a:pt x="2358332" y="9662"/>
                </a:lnTo>
                <a:lnTo>
                  <a:pt x="2356927" y="8722"/>
                </a:lnTo>
                <a:lnTo>
                  <a:pt x="2355486" y="7821"/>
                </a:lnTo>
                <a:lnTo>
                  <a:pt x="2354010" y="6958"/>
                </a:lnTo>
                <a:lnTo>
                  <a:pt x="2352499" y="6133"/>
                </a:lnTo>
                <a:lnTo>
                  <a:pt x="2350953" y="5347"/>
                </a:lnTo>
                <a:lnTo>
                  <a:pt x="2349371" y="4599"/>
                </a:lnTo>
                <a:lnTo>
                  <a:pt x="2347754" y="3890"/>
                </a:lnTo>
                <a:lnTo>
                  <a:pt x="2346101" y="3219"/>
                </a:lnTo>
                <a:lnTo>
                  <a:pt x="2344413" y="2587"/>
                </a:lnTo>
                <a:lnTo>
                  <a:pt x="2342689" y="1992"/>
                </a:lnTo>
                <a:lnTo>
                  <a:pt x="2340931" y="1437"/>
                </a:lnTo>
                <a:lnTo>
                  <a:pt x="2339136" y="919"/>
                </a:lnTo>
                <a:lnTo>
                  <a:pt x="2337307" y="440"/>
                </a:lnTo>
                <a:lnTo>
                  <a:pt x="2335442" y="0"/>
                </a:lnTo>
                <a:lnTo>
                  <a:pt x="2335442" y="13744"/>
                </a:lnTo>
                <a:lnTo>
                  <a:pt x="2336293" y="13949"/>
                </a:lnTo>
                <a:lnTo>
                  <a:pt x="2337133" y="14169"/>
                </a:lnTo>
                <a:lnTo>
                  <a:pt x="2337964" y="14403"/>
                </a:lnTo>
                <a:lnTo>
                  <a:pt x="2338786" y="14653"/>
                </a:lnTo>
                <a:lnTo>
                  <a:pt x="2339597" y="14917"/>
                </a:lnTo>
                <a:lnTo>
                  <a:pt x="2340398" y="15196"/>
                </a:lnTo>
                <a:lnTo>
                  <a:pt x="2341190" y="15490"/>
                </a:lnTo>
                <a:lnTo>
                  <a:pt x="2341971" y="15798"/>
                </a:lnTo>
                <a:lnTo>
                  <a:pt x="2342743" y="16122"/>
                </a:lnTo>
                <a:lnTo>
                  <a:pt x="2343505" y="16460"/>
                </a:lnTo>
                <a:lnTo>
                  <a:pt x="2344257" y="16813"/>
                </a:lnTo>
                <a:lnTo>
                  <a:pt x="2344999" y="17181"/>
                </a:lnTo>
                <a:lnTo>
                  <a:pt x="2345731" y="17564"/>
                </a:lnTo>
                <a:lnTo>
                  <a:pt x="2346454" y="17961"/>
                </a:lnTo>
                <a:lnTo>
                  <a:pt x="2347166" y="18373"/>
                </a:lnTo>
                <a:lnTo>
                  <a:pt x="2347869" y="18801"/>
                </a:lnTo>
                <a:lnTo>
                  <a:pt x="2348562" y="19242"/>
                </a:lnTo>
                <a:lnTo>
                  <a:pt x="2349245" y="19699"/>
                </a:lnTo>
                <a:lnTo>
                  <a:pt x="2349918" y="20171"/>
                </a:lnTo>
                <a:lnTo>
                  <a:pt x="2350581" y="20657"/>
                </a:lnTo>
                <a:lnTo>
                  <a:pt x="2351234" y="21158"/>
                </a:lnTo>
                <a:lnTo>
                  <a:pt x="2351878" y="21675"/>
                </a:lnTo>
                <a:lnTo>
                  <a:pt x="2352511" y="22205"/>
                </a:lnTo>
                <a:lnTo>
                  <a:pt x="2353135" y="22751"/>
                </a:lnTo>
                <a:lnTo>
                  <a:pt x="2353748" y="23310"/>
                </a:lnTo>
                <a:lnTo>
                  <a:pt x="2354349" y="23879"/>
                </a:lnTo>
                <a:lnTo>
                  <a:pt x="2354939" y="24460"/>
                </a:lnTo>
                <a:lnTo>
                  <a:pt x="2355517" y="25053"/>
                </a:lnTo>
                <a:lnTo>
                  <a:pt x="2356082" y="25656"/>
                </a:lnTo>
                <a:lnTo>
                  <a:pt x="2356636" y="26271"/>
                </a:lnTo>
                <a:lnTo>
                  <a:pt x="2357179" y="26897"/>
                </a:lnTo>
                <a:lnTo>
                  <a:pt x="2357709" y="27534"/>
                </a:lnTo>
                <a:lnTo>
                  <a:pt x="2358228" y="28183"/>
                </a:lnTo>
                <a:lnTo>
                  <a:pt x="2358735" y="28842"/>
                </a:lnTo>
                <a:lnTo>
                  <a:pt x="2359230" y="29513"/>
                </a:lnTo>
                <a:lnTo>
                  <a:pt x="2359713" y="30196"/>
                </a:lnTo>
                <a:lnTo>
                  <a:pt x="2360184" y="30889"/>
                </a:lnTo>
                <a:lnTo>
                  <a:pt x="2360644" y="31594"/>
                </a:lnTo>
                <a:lnTo>
                  <a:pt x="2361092" y="32310"/>
                </a:lnTo>
                <a:lnTo>
                  <a:pt x="2361528" y="33037"/>
                </a:lnTo>
                <a:lnTo>
                  <a:pt x="2361952" y="33776"/>
                </a:lnTo>
                <a:lnTo>
                  <a:pt x="2362365" y="34526"/>
                </a:lnTo>
                <a:lnTo>
                  <a:pt x="2362765" y="35287"/>
                </a:lnTo>
                <a:lnTo>
                  <a:pt x="2363154" y="36059"/>
                </a:lnTo>
                <a:lnTo>
                  <a:pt x="2363531" y="36842"/>
                </a:lnTo>
                <a:lnTo>
                  <a:pt x="2363896" y="37637"/>
                </a:lnTo>
                <a:lnTo>
                  <a:pt x="2364250" y="38443"/>
                </a:lnTo>
                <a:lnTo>
                  <a:pt x="2364591" y="39260"/>
                </a:lnTo>
                <a:lnTo>
                  <a:pt x="2364920" y="40088"/>
                </a:lnTo>
                <a:lnTo>
                  <a:pt x="2365235" y="40924"/>
                </a:lnTo>
                <a:lnTo>
                  <a:pt x="2365536" y="41770"/>
                </a:lnTo>
                <a:lnTo>
                  <a:pt x="2365822" y="42625"/>
                </a:lnTo>
                <a:lnTo>
                  <a:pt x="2366095" y="43488"/>
                </a:lnTo>
                <a:lnTo>
                  <a:pt x="2366354" y="44361"/>
                </a:lnTo>
                <a:lnTo>
                  <a:pt x="2366599" y="45243"/>
                </a:lnTo>
                <a:lnTo>
                  <a:pt x="2366829" y="46133"/>
                </a:lnTo>
                <a:lnTo>
                  <a:pt x="2367046" y="47033"/>
                </a:lnTo>
                <a:lnTo>
                  <a:pt x="2367249" y="47942"/>
                </a:lnTo>
                <a:lnTo>
                  <a:pt x="2367438" y="48860"/>
                </a:lnTo>
                <a:lnTo>
                  <a:pt x="2367613" y="49787"/>
                </a:lnTo>
                <a:lnTo>
                  <a:pt x="2367774" y="50723"/>
                </a:lnTo>
                <a:lnTo>
                  <a:pt x="2367920" y="51669"/>
                </a:lnTo>
                <a:lnTo>
                  <a:pt x="2368053" y="52623"/>
                </a:lnTo>
                <a:lnTo>
                  <a:pt x="2368172" y="53586"/>
                </a:lnTo>
                <a:lnTo>
                  <a:pt x="2368277" y="54559"/>
                </a:lnTo>
                <a:lnTo>
                  <a:pt x="2368368" y="55540"/>
                </a:lnTo>
                <a:lnTo>
                  <a:pt x="2368445" y="56530"/>
                </a:lnTo>
                <a:lnTo>
                  <a:pt x="2368508" y="57530"/>
                </a:lnTo>
                <a:lnTo>
                  <a:pt x="2368557" y="58538"/>
                </a:lnTo>
                <a:lnTo>
                  <a:pt x="2368592" y="59556"/>
                </a:lnTo>
                <a:lnTo>
                  <a:pt x="2368613" y="60583"/>
                </a:lnTo>
                <a:lnTo>
                  <a:pt x="2368620" y="61619"/>
                </a:lnTo>
                <a:lnTo>
                  <a:pt x="2368620" y="90057"/>
                </a:lnTo>
                <a:lnTo>
                  <a:pt x="2368613" y="91080"/>
                </a:lnTo>
                <a:lnTo>
                  <a:pt x="2368592" y="92094"/>
                </a:lnTo>
                <a:lnTo>
                  <a:pt x="2368557" y="93101"/>
                </a:lnTo>
                <a:lnTo>
                  <a:pt x="2368508" y="94099"/>
                </a:lnTo>
                <a:lnTo>
                  <a:pt x="2368445" y="95089"/>
                </a:lnTo>
                <a:lnTo>
                  <a:pt x="2368368" y="96071"/>
                </a:lnTo>
                <a:lnTo>
                  <a:pt x="2368277" y="97044"/>
                </a:lnTo>
                <a:lnTo>
                  <a:pt x="2368172" y="98010"/>
                </a:lnTo>
                <a:lnTo>
                  <a:pt x="2368053" y="98967"/>
                </a:lnTo>
                <a:lnTo>
                  <a:pt x="2367920" y="99916"/>
                </a:lnTo>
                <a:lnTo>
                  <a:pt x="2367774" y="100856"/>
                </a:lnTo>
                <a:lnTo>
                  <a:pt x="2367613" y="101789"/>
                </a:lnTo>
                <a:lnTo>
                  <a:pt x="2367438" y="102713"/>
                </a:lnTo>
                <a:lnTo>
                  <a:pt x="2367249" y="103629"/>
                </a:lnTo>
                <a:lnTo>
                  <a:pt x="2367046" y="104536"/>
                </a:lnTo>
                <a:lnTo>
                  <a:pt x="2366829" y="105436"/>
                </a:lnTo>
                <a:lnTo>
                  <a:pt x="2366599" y="106327"/>
                </a:lnTo>
                <a:lnTo>
                  <a:pt x="2366354" y="107210"/>
                </a:lnTo>
                <a:lnTo>
                  <a:pt x="2366095" y="108085"/>
                </a:lnTo>
                <a:lnTo>
                  <a:pt x="2365822" y="108951"/>
                </a:lnTo>
                <a:lnTo>
                  <a:pt x="2365536" y="109810"/>
                </a:lnTo>
                <a:lnTo>
                  <a:pt x="2365235" y="110660"/>
                </a:lnTo>
                <a:lnTo>
                  <a:pt x="2364920" y="111502"/>
                </a:lnTo>
                <a:lnTo>
                  <a:pt x="2364591" y="112335"/>
                </a:lnTo>
                <a:lnTo>
                  <a:pt x="2364250" y="113159"/>
                </a:lnTo>
                <a:lnTo>
                  <a:pt x="2363896" y="113971"/>
                </a:lnTo>
                <a:lnTo>
                  <a:pt x="2363531" y="114772"/>
                </a:lnTo>
                <a:lnTo>
                  <a:pt x="2363154" y="115561"/>
                </a:lnTo>
                <a:lnTo>
                  <a:pt x="2362765" y="116339"/>
                </a:lnTo>
                <a:lnTo>
                  <a:pt x="2362365" y="117105"/>
                </a:lnTo>
                <a:lnTo>
                  <a:pt x="2361952" y="117860"/>
                </a:lnTo>
                <a:lnTo>
                  <a:pt x="2361528" y="118603"/>
                </a:lnTo>
                <a:lnTo>
                  <a:pt x="2361092" y="119335"/>
                </a:lnTo>
                <a:lnTo>
                  <a:pt x="2360644" y="120055"/>
                </a:lnTo>
                <a:lnTo>
                  <a:pt x="2360184" y="120763"/>
                </a:lnTo>
                <a:lnTo>
                  <a:pt x="2359713" y="121460"/>
                </a:lnTo>
                <a:lnTo>
                  <a:pt x="2359230" y="122146"/>
                </a:lnTo>
                <a:lnTo>
                  <a:pt x="2358735" y="122820"/>
                </a:lnTo>
                <a:lnTo>
                  <a:pt x="2358228" y="123482"/>
                </a:lnTo>
                <a:lnTo>
                  <a:pt x="2357709" y="124133"/>
                </a:lnTo>
                <a:lnTo>
                  <a:pt x="2357179" y="124773"/>
                </a:lnTo>
                <a:lnTo>
                  <a:pt x="2356636" y="125401"/>
                </a:lnTo>
                <a:lnTo>
                  <a:pt x="2356082" y="126017"/>
                </a:lnTo>
                <a:lnTo>
                  <a:pt x="2355517" y="126622"/>
                </a:lnTo>
                <a:lnTo>
                  <a:pt x="2354939" y="127216"/>
                </a:lnTo>
                <a:lnTo>
                  <a:pt x="2354349" y="127797"/>
                </a:lnTo>
                <a:lnTo>
                  <a:pt x="2353748" y="128368"/>
                </a:lnTo>
                <a:lnTo>
                  <a:pt x="2353135" y="128927"/>
                </a:lnTo>
                <a:lnTo>
                  <a:pt x="2352511" y="129472"/>
                </a:lnTo>
                <a:lnTo>
                  <a:pt x="2351878" y="130003"/>
                </a:lnTo>
                <a:lnTo>
                  <a:pt x="2351234" y="130519"/>
                </a:lnTo>
                <a:lnTo>
                  <a:pt x="2350581" y="131020"/>
                </a:lnTo>
                <a:lnTo>
                  <a:pt x="2349918" y="131506"/>
                </a:lnTo>
                <a:lnTo>
                  <a:pt x="2349245" y="131977"/>
                </a:lnTo>
                <a:lnTo>
                  <a:pt x="2348562" y="132434"/>
                </a:lnTo>
                <a:lnTo>
                  <a:pt x="2347869" y="132876"/>
                </a:lnTo>
                <a:lnTo>
                  <a:pt x="2347166" y="133303"/>
                </a:lnTo>
                <a:lnTo>
                  <a:pt x="2346454" y="133715"/>
                </a:lnTo>
                <a:lnTo>
                  <a:pt x="2345731" y="134113"/>
                </a:lnTo>
                <a:lnTo>
                  <a:pt x="2344999" y="134495"/>
                </a:lnTo>
                <a:lnTo>
                  <a:pt x="2344257" y="134863"/>
                </a:lnTo>
                <a:lnTo>
                  <a:pt x="2343505" y="135216"/>
                </a:lnTo>
                <a:lnTo>
                  <a:pt x="2342743" y="135554"/>
                </a:lnTo>
                <a:lnTo>
                  <a:pt x="2341971" y="135877"/>
                </a:lnTo>
                <a:lnTo>
                  <a:pt x="2341190" y="136186"/>
                </a:lnTo>
                <a:lnTo>
                  <a:pt x="2340398" y="136480"/>
                </a:lnTo>
                <a:lnTo>
                  <a:pt x="2339597" y="136759"/>
                </a:lnTo>
                <a:lnTo>
                  <a:pt x="2338786" y="137023"/>
                </a:lnTo>
                <a:lnTo>
                  <a:pt x="2337964" y="137272"/>
                </a:lnTo>
                <a:lnTo>
                  <a:pt x="2337133" y="137507"/>
                </a:lnTo>
                <a:lnTo>
                  <a:pt x="2336293" y="137726"/>
                </a:lnTo>
                <a:lnTo>
                  <a:pt x="2335442" y="137931"/>
                </a:lnTo>
                <a:lnTo>
                  <a:pt x="2335442" y="151675"/>
                </a:lnTo>
                <a:lnTo>
                  <a:pt x="2337307" y="151235"/>
                </a:lnTo>
                <a:lnTo>
                  <a:pt x="2339136" y="150756"/>
                </a:lnTo>
                <a:lnTo>
                  <a:pt x="2340931" y="150239"/>
                </a:lnTo>
                <a:lnTo>
                  <a:pt x="2342689" y="149683"/>
                </a:lnTo>
                <a:lnTo>
                  <a:pt x="2344413" y="149089"/>
                </a:lnTo>
                <a:close/>
                <a:moveTo>
                  <a:pt x="1716629" y="119741"/>
                </a:moveTo>
                <a:lnTo>
                  <a:pt x="1716288" y="119717"/>
                </a:lnTo>
                <a:lnTo>
                  <a:pt x="1715953" y="119684"/>
                </a:lnTo>
                <a:lnTo>
                  <a:pt x="1715623" y="119641"/>
                </a:lnTo>
                <a:lnTo>
                  <a:pt x="1715299" y="119588"/>
                </a:lnTo>
                <a:lnTo>
                  <a:pt x="1714981" y="119525"/>
                </a:lnTo>
                <a:lnTo>
                  <a:pt x="1714669" y="119453"/>
                </a:lnTo>
                <a:lnTo>
                  <a:pt x="1714362" y="119372"/>
                </a:lnTo>
                <a:lnTo>
                  <a:pt x="1714062" y="119281"/>
                </a:lnTo>
                <a:lnTo>
                  <a:pt x="1713767" y="119180"/>
                </a:lnTo>
                <a:lnTo>
                  <a:pt x="1713477" y="119069"/>
                </a:lnTo>
                <a:lnTo>
                  <a:pt x="1713194" y="118949"/>
                </a:lnTo>
                <a:lnTo>
                  <a:pt x="1712916" y="118820"/>
                </a:lnTo>
                <a:lnTo>
                  <a:pt x="1712644" y="118681"/>
                </a:lnTo>
                <a:lnTo>
                  <a:pt x="1712378" y="118532"/>
                </a:lnTo>
                <a:lnTo>
                  <a:pt x="1712117" y="118373"/>
                </a:lnTo>
                <a:lnTo>
                  <a:pt x="1711863" y="118205"/>
                </a:lnTo>
                <a:lnTo>
                  <a:pt x="1711614" y="118028"/>
                </a:lnTo>
                <a:lnTo>
                  <a:pt x="1711370" y="117840"/>
                </a:lnTo>
                <a:lnTo>
                  <a:pt x="1711133" y="117644"/>
                </a:lnTo>
                <a:lnTo>
                  <a:pt x="1710901" y="117437"/>
                </a:lnTo>
                <a:lnTo>
                  <a:pt x="1710675" y="117221"/>
                </a:lnTo>
                <a:lnTo>
                  <a:pt x="1710455" y="116995"/>
                </a:lnTo>
                <a:lnTo>
                  <a:pt x="1710242" y="116762"/>
                </a:lnTo>
                <a:lnTo>
                  <a:pt x="1710039" y="116523"/>
                </a:lnTo>
                <a:lnTo>
                  <a:pt x="1709844" y="116278"/>
                </a:lnTo>
                <a:lnTo>
                  <a:pt x="1709659" y="116028"/>
                </a:lnTo>
                <a:lnTo>
                  <a:pt x="1709482" y="115771"/>
                </a:lnTo>
                <a:lnTo>
                  <a:pt x="1709315" y="115509"/>
                </a:lnTo>
                <a:lnTo>
                  <a:pt x="1709156" y="115241"/>
                </a:lnTo>
                <a:lnTo>
                  <a:pt x="1709007" y="114968"/>
                </a:lnTo>
                <a:lnTo>
                  <a:pt x="1708867" y="114688"/>
                </a:lnTo>
                <a:lnTo>
                  <a:pt x="1708736" y="114403"/>
                </a:lnTo>
                <a:lnTo>
                  <a:pt x="1708613" y="114112"/>
                </a:lnTo>
                <a:lnTo>
                  <a:pt x="1708500" y="113816"/>
                </a:lnTo>
                <a:lnTo>
                  <a:pt x="1708396" y="113513"/>
                </a:lnTo>
                <a:lnTo>
                  <a:pt x="1708301" y="113205"/>
                </a:lnTo>
                <a:lnTo>
                  <a:pt x="1708215" y="112891"/>
                </a:lnTo>
                <a:lnTo>
                  <a:pt x="1708138" y="112571"/>
                </a:lnTo>
                <a:lnTo>
                  <a:pt x="1708070" y="112246"/>
                </a:lnTo>
                <a:lnTo>
                  <a:pt x="1708012" y="111915"/>
                </a:lnTo>
                <a:lnTo>
                  <a:pt x="1707962" y="111578"/>
                </a:lnTo>
                <a:lnTo>
                  <a:pt x="1707921" y="111235"/>
                </a:lnTo>
                <a:lnTo>
                  <a:pt x="1707889" y="110886"/>
                </a:lnTo>
                <a:lnTo>
                  <a:pt x="1707867" y="110532"/>
                </a:lnTo>
                <a:lnTo>
                  <a:pt x="1707853" y="110172"/>
                </a:lnTo>
                <a:lnTo>
                  <a:pt x="1707849" y="109806"/>
                </a:lnTo>
                <a:lnTo>
                  <a:pt x="1707849" y="58774"/>
                </a:lnTo>
                <a:lnTo>
                  <a:pt x="1743399" y="58774"/>
                </a:lnTo>
                <a:lnTo>
                  <a:pt x="1743399" y="45818"/>
                </a:lnTo>
                <a:lnTo>
                  <a:pt x="1707849" y="45818"/>
                </a:lnTo>
                <a:lnTo>
                  <a:pt x="1707849" y="21329"/>
                </a:lnTo>
                <a:lnTo>
                  <a:pt x="1693630" y="21329"/>
                </a:lnTo>
                <a:lnTo>
                  <a:pt x="1693630" y="45818"/>
                </a:lnTo>
                <a:lnTo>
                  <a:pt x="1668665" y="45818"/>
                </a:lnTo>
                <a:lnTo>
                  <a:pt x="1668665" y="58774"/>
                </a:lnTo>
                <a:lnTo>
                  <a:pt x="1693630" y="58774"/>
                </a:lnTo>
                <a:lnTo>
                  <a:pt x="1693630" y="109806"/>
                </a:lnTo>
                <a:lnTo>
                  <a:pt x="1693641" y="110668"/>
                </a:lnTo>
                <a:lnTo>
                  <a:pt x="1693675" y="111515"/>
                </a:lnTo>
                <a:lnTo>
                  <a:pt x="1693731" y="112348"/>
                </a:lnTo>
                <a:lnTo>
                  <a:pt x="1693810" y="113166"/>
                </a:lnTo>
                <a:lnTo>
                  <a:pt x="1693911" y="113970"/>
                </a:lnTo>
                <a:lnTo>
                  <a:pt x="1694034" y="114759"/>
                </a:lnTo>
                <a:lnTo>
                  <a:pt x="1694181" y="115534"/>
                </a:lnTo>
                <a:lnTo>
                  <a:pt x="1694349" y="116294"/>
                </a:lnTo>
                <a:lnTo>
                  <a:pt x="1694541" y="117039"/>
                </a:lnTo>
                <a:lnTo>
                  <a:pt x="1694754" y="117770"/>
                </a:lnTo>
                <a:lnTo>
                  <a:pt x="1694990" y="118487"/>
                </a:lnTo>
                <a:lnTo>
                  <a:pt x="1695249" y="119189"/>
                </a:lnTo>
                <a:lnTo>
                  <a:pt x="1695530" y="119876"/>
                </a:lnTo>
                <a:lnTo>
                  <a:pt x="1695834" y="120549"/>
                </a:lnTo>
                <a:lnTo>
                  <a:pt x="1696160" y="121207"/>
                </a:lnTo>
                <a:lnTo>
                  <a:pt x="1696509" y="121851"/>
                </a:lnTo>
                <a:lnTo>
                  <a:pt x="1696880" y="122480"/>
                </a:lnTo>
                <a:lnTo>
                  <a:pt x="1697273" y="123095"/>
                </a:lnTo>
                <a:lnTo>
                  <a:pt x="1697690" y="123695"/>
                </a:lnTo>
                <a:lnTo>
                  <a:pt x="1698128" y="124280"/>
                </a:lnTo>
                <a:lnTo>
                  <a:pt x="1698589" y="124851"/>
                </a:lnTo>
                <a:lnTo>
                  <a:pt x="1699073" y="125408"/>
                </a:lnTo>
                <a:lnTo>
                  <a:pt x="1699579" y="125950"/>
                </a:lnTo>
                <a:lnTo>
                  <a:pt x="1700108" y="126477"/>
                </a:lnTo>
                <a:lnTo>
                  <a:pt x="1700655" y="126986"/>
                </a:lnTo>
                <a:lnTo>
                  <a:pt x="1701217" y="127474"/>
                </a:lnTo>
                <a:lnTo>
                  <a:pt x="1701794" y="127940"/>
                </a:lnTo>
                <a:lnTo>
                  <a:pt x="1702385" y="128384"/>
                </a:lnTo>
                <a:lnTo>
                  <a:pt x="1702992" y="128806"/>
                </a:lnTo>
                <a:lnTo>
                  <a:pt x="1703613" y="129207"/>
                </a:lnTo>
                <a:lnTo>
                  <a:pt x="1704249" y="129586"/>
                </a:lnTo>
                <a:lnTo>
                  <a:pt x="1704900" y="129944"/>
                </a:lnTo>
                <a:lnTo>
                  <a:pt x="1705566" y="130279"/>
                </a:lnTo>
                <a:lnTo>
                  <a:pt x="1706246" y="130593"/>
                </a:lnTo>
                <a:lnTo>
                  <a:pt x="1706942" y="130886"/>
                </a:lnTo>
                <a:lnTo>
                  <a:pt x="1707652" y="131157"/>
                </a:lnTo>
                <a:lnTo>
                  <a:pt x="1708377" y="131406"/>
                </a:lnTo>
                <a:lnTo>
                  <a:pt x="1709116" y="131633"/>
                </a:lnTo>
                <a:lnTo>
                  <a:pt x="1709871" y="131839"/>
                </a:lnTo>
                <a:lnTo>
                  <a:pt x="1710640" y="132023"/>
                </a:lnTo>
                <a:lnTo>
                  <a:pt x="1711424" y="132186"/>
                </a:lnTo>
                <a:lnTo>
                  <a:pt x="1712223" y="132327"/>
                </a:lnTo>
                <a:lnTo>
                  <a:pt x="1713037" y="132446"/>
                </a:lnTo>
                <a:lnTo>
                  <a:pt x="1713866" y="132543"/>
                </a:lnTo>
                <a:lnTo>
                  <a:pt x="1714709" y="132619"/>
                </a:lnTo>
                <a:lnTo>
                  <a:pt x="1715567" y="132673"/>
                </a:lnTo>
                <a:lnTo>
                  <a:pt x="1716440" y="132706"/>
                </a:lnTo>
                <a:lnTo>
                  <a:pt x="1717328" y="132717"/>
                </a:lnTo>
                <a:lnTo>
                  <a:pt x="1742608" y="132717"/>
                </a:lnTo>
                <a:lnTo>
                  <a:pt x="1742608" y="119761"/>
                </a:lnTo>
                <a:lnTo>
                  <a:pt x="1717328" y="119761"/>
                </a:lnTo>
                <a:lnTo>
                  <a:pt x="1716976" y="119756"/>
                </a:lnTo>
                <a:lnTo>
                  <a:pt x="1716629" y="119741"/>
                </a:lnTo>
                <a:close/>
                <a:moveTo>
                  <a:pt x="1321074" y="132717"/>
                </a:moveTo>
                <a:lnTo>
                  <a:pt x="1321074" y="77417"/>
                </a:lnTo>
                <a:lnTo>
                  <a:pt x="1321083" y="76582"/>
                </a:lnTo>
                <a:lnTo>
                  <a:pt x="1321108" y="75765"/>
                </a:lnTo>
                <a:lnTo>
                  <a:pt x="1321151" y="74963"/>
                </a:lnTo>
                <a:lnTo>
                  <a:pt x="1321211" y="74178"/>
                </a:lnTo>
                <a:lnTo>
                  <a:pt x="1321287" y="73410"/>
                </a:lnTo>
                <a:lnTo>
                  <a:pt x="1321381" y="72657"/>
                </a:lnTo>
                <a:lnTo>
                  <a:pt x="1321491" y="71922"/>
                </a:lnTo>
                <a:lnTo>
                  <a:pt x="1321619" y="71203"/>
                </a:lnTo>
                <a:lnTo>
                  <a:pt x="1321763" y="70500"/>
                </a:lnTo>
                <a:lnTo>
                  <a:pt x="1321925" y="69814"/>
                </a:lnTo>
                <a:lnTo>
                  <a:pt x="1322104" y="69144"/>
                </a:lnTo>
                <a:lnTo>
                  <a:pt x="1322299" y="68491"/>
                </a:lnTo>
                <a:lnTo>
                  <a:pt x="1322512" y="67854"/>
                </a:lnTo>
                <a:lnTo>
                  <a:pt x="1322741" y="67233"/>
                </a:lnTo>
                <a:lnTo>
                  <a:pt x="1322988" y="66629"/>
                </a:lnTo>
                <a:lnTo>
                  <a:pt x="1323252" y="66042"/>
                </a:lnTo>
                <a:lnTo>
                  <a:pt x="1323532" y="65471"/>
                </a:lnTo>
                <a:lnTo>
                  <a:pt x="1323830" y="64916"/>
                </a:lnTo>
                <a:lnTo>
                  <a:pt x="1324145" y="64378"/>
                </a:lnTo>
                <a:lnTo>
                  <a:pt x="1324476" y="63856"/>
                </a:lnTo>
                <a:lnTo>
                  <a:pt x="1324825" y="63351"/>
                </a:lnTo>
                <a:lnTo>
                  <a:pt x="1325191" y="62863"/>
                </a:lnTo>
                <a:lnTo>
                  <a:pt x="1325574" y="62390"/>
                </a:lnTo>
                <a:lnTo>
                  <a:pt x="1325973" y="61934"/>
                </a:lnTo>
                <a:lnTo>
                  <a:pt x="1326389" y="61496"/>
                </a:lnTo>
                <a:lnTo>
                  <a:pt x="1326820" y="61076"/>
                </a:lnTo>
                <a:lnTo>
                  <a:pt x="1327267" y="60675"/>
                </a:lnTo>
                <a:lnTo>
                  <a:pt x="1327729" y="60293"/>
                </a:lnTo>
                <a:lnTo>
                  <a:pt x="1328206" y="59929"/>
                </a:lnTo>
                <a:lnTo>
                  <a:pt x="1328699" y="59584"/>
                </a:lnTo>
                <a:lnTo>
                  <a:pt x="1329207" y="59258"/>
                </a:lnTo>
                <a:lnTo>
                  <a:pt x="1329730" y="58950"/>
                </a:lnTo>
                <a:lnTo>
                  <a:pt x="1330269" y="58661"/>
                </a:lnTo>
                <a:lnTo>
                  <a:pt x="1330823" y="58391"/>
                </a:lnTo>
                <a:lnTo>
                  <a:pt x="1331393" y="58139"/>
                </a:lnTo>
                <a:lnTo>
                  <a:pt x="1331977" y="57906"/>
                </a:lnTo>
                <a:lnTo>
                  <a:pt x="1332578" y="57691"/>
                </a:lnTo>
                <a:lnTo>
                  <a:pt x="1333193" y="57496"/>
                </a:lnTo>
                <a:lnTo>
                  <a:pt x="1333824" y="57318"/>
                </a:lnTo>
                <a:lnTo>
                  <a:pt x="1334470" y="57160"/>
                </a:lnTo>
                <a:lnTo>
                  <a:pt x="1335132" y="57020"/>
                </a:lnTo>
                <a:lnTo>
                  <a:pt x="1335809" y="56899"/>
                </a:lnTo>
                <a:lnTo>
                  <a:pt x="1336501" y="56796"/>
                </a:lnTo>
                <a:lnTo>
                  <a:pt x="1337208" y="56712"/>
                </a:lnTo>
                <a:lnTo>
                  <a:pt x="1337931" y="56647"/>
                </a:lnTo>
                <a:lnTo>
                  <a:pt x="1338670" y="56600"/>
                </a:lnTo>
                <a:lnTo>
                  <a:pt x="1339423" y="56572"/>
                </a:lnTo>
                <a:lnTo>
                  <a:pt x="1340192" y="56563"/>
                </a:lnTo>
                <a:lnTo>
                  <a:pt x="1340936" y="56571"/>
                </a:lnTo>
                <a:lnTo>
                  <a:pt x="1341664" y="56595"/>
                </a:lnTo>
                <a:lnTo>
                  <a:pt x="1342377" y="56636"/>
                </a:lnTo>
                <a:lnTo>
                  <a:pt x="1343076" y="56692"/>
                </a:lnTo>
                <a:lnTo>
                  <a:pt x="1343760" y="56765"/>
                </a:lnTo>
                <a:lnTo>
                  <a:pt x="1344429" y="56854"/>
                </a:lnTo>
                <a:lnTo>
                  <a:pt x="1345083" y="56959"/>
                </a:lnTo>
                <a:lnTo>
                  <a:pt x="1345723" y="57081"/>
                </a:lnTo>
                <a:lnTo>
                  <a:pt x="1346347" y="57218"/>
                </a:lnTo>
                <a:lnTo>
                  <a:pt x="1346957" y="57372"/>
                </a:lnTo>
                <a:lnTo>
                  <a:pt x="1347552" y="57542"/>
                </a:lnTo>
                <a:lnTo>
                  <a:pt x="1348132" y="57728"/>
                </a:lnTo>
                <a:lnTo>
                  <a:pt x="1348698" y="57930"/>
                </a:lnTo>
                <a:lnTo>
                  <a:pt x="1349248" y="58149"/>
                </a:lnTo>
                <a:lnTo>
                  <a:pt x="1349784" y="58383"/>
                </a:lnTo>
                <a:lnTo>
                  <a:pt x="1350305" y="58634"/>
                </a:lnTo>
                <a:lnTo>
                  <a:pt x="1350811" y="58901"/>
                </a:lnTo>
                <a:lnTo>
                  <a:pt x="1351302" y="59184"/>
                </a:lnTo>
                <a:lnTo>
                  <a:pt x="1351779" y="59484"/>
                </a:lnTo>
                <a:lnTo>
                  <a:pt x="1352241" y="59799"/>
                </a:lnTo>
                <a:lnTo>
                  <a:pt x="1352687" y="60131"/>
                </a:lnTo>
                <a:lnTo>
                  <a:pt x="1353119" y="60479"/>
                </a:lnTo>
                <a:lnTo>
                  <a:pt x="1353537" y="60843"/>
                </a:lnTo>
                <a:lnTo>
                  <a:pt x="1353939" y="61223"/>
                </a:lnTo>
                <a:lnTo>
                  <a:pt x="1354326" y="61620"/>
                </a:lnTo>
                <a:lnTo>
                  <a:pt x="1354696" y="62034"/>
                </a:lnTo>
                <a:lnTo>
                  <a:pt x="1355050" y="62466"/>
                </a:lnTo>
                <a:lnTo>
                  <a:pt x="1355387" y="62915"/>
                </a:lnTo>
                <a:lnTo>
                  <a:pt x="1355708" y="63381"/>
                </a:lnTo>
                <a:lnTo>
                  <a:pt x="1356013" y="63864"/>
                </a:lnTo>
                <a:lnTo>
                  <a:pt x="1356301" y="64365"/>
                </a:lnTo>
                <a:lnTo>
                  <a:pt x="1356572" y="64883"/>
                </a:lnTo>
                <a:lnTo>
                  <a:pt x="1356827" y="65418"/>
                </a:lnTo>
                <a:lnTo>
                  <a:pt x="1357066" y="65971"/>
                </a:lnTo>
                <a:lnTo>
                  <a:pt x="1357288" y="66541"/>
                </a:lnTo>
                <a:lnTo>
                  <a:pt x="1357494" y="67128"/>
                </a:lnTo>
                <a:lnTo>
                  <a:pt x="1357683" y="67732"/>
                </a:lnTo>
                <a:lnTo>
                  <a:pt x="1357856" y="68354"/>
                </a:lnTo>
                <a:lnTo>
                  <a:pt x="1358012" y="68993"/>
                </a:lnTo>
                <a:lnTo>
                  <a:pt x="1358152" y="69649"/>
                </a:lnTo>
                <a:lnTo>
                  <a:pt x="1358275" y="70323"/>
                </a:lnTo>
                <a:lnTo>
                  <a:pt x="1358382" y="71014"/>
                </a:lnTo>
                <a:lnTo>
                  <a:pt x="1358473" y="71722"/>
                </a:lnTo>
                <a:lnTo>
                  <a:pt x="1358547" y="72447"/>
                </a:lnTo>
                <a:lnTo>
                  <a:pt x="1358605" y="73190"/>
                </a:lnTo>
                <a:lnTo>
                  <a:pt x="1358646" y="73950"/>
                </a:lnTo>
                <a:lnTo>
                  <a:pt x="1358670" y="74727"/>
                </a:lnTo>
                <a:lnTo>
                  <a:pt x="1358679" y="75522"/>
                </a:lnTo>
                <a:lnTo>
                  <a:pt x="1358679" y="82947"/>
                </a:lnTo>
                <a:lnTo>
                  <a:pt x="1372898" y="82947"/>
                </a:lnTo>
                <a:lnTo>
                  <a:pt x="1372898" y="75522"/>
                </a:lnTo>
                <a:lnTo>
                  <a:pt x="1372885" y="74283"/>
                </a:lnTo>
                <a:lnTo>
                  <a:pt x="1372847" y="73068"/>
                </a:lnTo>
                <a:lnTo>
                  <a:pt x="1372783" y="71877"/>
                </a:lnTo>
                <a:lnTo>
                  <a:pt x="1372694" y="70709"/>
                </a:lnTo>
                <a:lnTo>
                  <a:pt x="1372579" y="69566"/>
                </a:lnTo>
                <a:lnTo>
                  <a:pt x="1372439" y="68447"/>
                </a:lnTo>
                <a:lnTo>
                  <a:pt x="1372273" y="67351"/>
                </a:lnTo>
                <a:lnTo>
                  <a:pt x="1372081" y="66279"/>
                </a:lnTo>
                <a:lnTo>
                  <a:pt x="1371864" y="65231"/>
                </a:lnTo>
                <a:lnTo>
                  <a:pt x="1371622" y="64207"/>
                </a:lnTo>
                <a:lnTo>
                  <a:pt x="1371354" y="63207"/>
                </a:lnTo>
                <a:lnTo>
                  <a:pt x="1371061" y="62230"/>
                </a:lnTo>
                <a:lnTo>
                  <a:pt x="1370742" y="61278"/>
                </a:lnTo>
                <a:lnTo>
                  <a:pt x="1370397" y="60349"/>
                </a:lnTo>
                <a:lnTo>
                  <a:pt x="1370027" y="59444"/>
                </a:lnTo>
                <a:lnTo>
                  <a:pt x="1369632" y="58563"/>
                </a:lnTo>
                <a:lnTo>
                  <a:pt x="1369211" y="57706"/>
                </a:lnTo>
                <a:lnTo>
                  <a:pt x="1368764" y="56873"/>
                </a:lnTo>
                <a:lnTo>
                  <a:pt x="1368292" y="56064"/>
                </a:lnTo>
                <a:lnTo>
                  <a:pt x="1367795" y="55279"/>
                </a:lnTo>
                <a:lnTo>
                  <a:pt x="1367272" y="54517"/>
                </a:lnTo>
                <a:lnTo>
                  <a:pt x="1366723" y="53779"/>
                </a:lnTo>
                <a:lnTo>
                  <a:pt x="1366149" y="53065"/>
                </a:lnTo>
                <a:lnTo>
                  <a:pt x="1365550" y="52375"/>
                </a:lnTo>
                <a:lnTo>
                  <a:pt x="1364927" y="51711"/>
                </a:lnTo>
                <a:lnTo>
                  <a:pt x="1364282" y="51076"/>
                </a:lnTo>
                <a:lnTo>
                  <a:pt x="1363616" y="50468"/>
                </a:lnTo>
                <a:lnTo>
                  <a:pt x="1362928" y="49889"/>
                </a:lnTo>
                <a:lnTo>
                  <a:pt x="1362218" y="49338"/>
                </a:lnTo>
                <a:lnTo>
                  <a:pt x="1361487" y="48816"/>
                </a:lnTo>
                <a:lnTo>
                  <a:pt x="1360734" y="48321"/>
                </a:lnTo>
                <a:lnTo>
                  <a:pt x="1359959" y="47855"/>
                </a:lnTo>
                <a:lnTo>
                  <a:pt x="1359162" y="47417"/>
                </a:lnTo>
                <a:lnTo>
                  <a:pt x="1358344" y="47008"/>
                </a:lnTo>
                <a:lnTo>
                  <a:pt x="1357505" y="46626"/>
                </a:lnTo>
                <a:lnTo>
                  <a:pt x="1356643" y="46273"/>
                </a:lnTo>
                <a:lnTo>
                  <a:pt x="1355760" y="45948"/>
                </a:lnTo>
                <a:lnTo>
                  <a:pt x="1354856" y="45651"/>
                </a:lnTo>
                <a:lnTo>
                  <a:pt x="1353929" y="45383"/>
                </a:lnTo>
                <a:lnTo>
                  <a:pt x="1352981" y="45143"/>
                </a:lnTo>
                <a:lnTo>
                  <a:pt x="1352011" y="44931"/>
                </a:lnTo>
                <a:lnTo>
                  <a:pt x="1351020" y="44747"/>
                </a:lnTo>
                <a:lnTo>
                  <a:pt x="1350007" y="44592"/>
                </a:lnTo>
                <a:lnTo>
                  <a:pt x="1348972" y="44465"/>
                </a:lnTo>
                <a:lnTo>
                  <a:pt x="1347916" y="44366"/>
                </a:lnTo>
                <a:lnTo>
                  <a:pt x="1346837" y="44295"/>
                </a:lnTo>
                <a:lnTo>
                  <a:pt x="1345738" y="44253"/>
                </a:lnTo>
                <a:lnTo>
                  <a:pt x="1344616" y="44239"/>
                </a:lnTo>
                <a:lnTo>
                  <a:pt x="1343703" y="44249"/>
                </a:lnTo>
                <a:lnTo>
                  <a:pt x="1342807" y="44280"/>
                </a:lnTo>
                <a:lnTo>
                  <a:pt x="1341927" y="44331"/>
                </a:lnTo>
                <a:lnTo>
                  <a:pt x="1341064" y="44403"/>
                </a:lnTo>
                <a:lnTo>
                  <a:pt x="1340218" y="44496"/>
                </a:lnTo>
                <a:lnTo>
                  <a:pt x="1339388" y="44609"/>
                </a:lnTo>
                <a:lnTo>
                  <a:pt x="1338575" y="44743"/>
                </a:lnTo>
                <a:lnTo>
                  <a:pt x="1337779" y="44897"/>
                </a:lnTo>
                <a:lnTo>
                  <a:pt x="1337000" y="45072"/>
                </a:lnTo>
                <a:lnTo>
                  <a:pt x="1336237" y="45268"/>
                </a:lnTo>
                <a:lnTo>
                  <a:pt x="1335491" y="45484"/>
                </a:lnTo>
                <a:lnTo>
                  <a:pt x="1334762" y="45720"/>
                </a:lnTo>
                <a:lnTo>
                  <a:pt x="1334049" y="45977"/>
                </a:lnTo>
                <a:lnTo>
                  <a:pt x="1333354" y="46255"/>
                </a:lnTo>
                <a:lnTo>
                  <a:pt x="1332675" y="46554"/>
                </a:lnTo>
                <a:lnTo>
                  <a:pt x="1332012" y="46873"/>
                </a:lnTo>
                <a:lnTo>
                  <a:pt x="1331367" y="47212"/>
                </a:lnTo>
                <a:lnTo>
                  <a:pt x="1330738" y="47572"/>
                </a:lnTo>
                <a:lnTo>
                  <a:pt x="1330126" y="47953"/>
                </a:lnTo>
                <a:lnTo>
                  <a:pt x="1329530" y="48354"/>
                </a:lnTo>
                <a:lnTo>
                  <a:pt x="1328952" y="48776"/>
                </a:lnTo>
                <a:lnTo>
                  <a:pt x="1328390" y="49218"/>
                </a:lnTo>
                <a:lnTo>
                  <a:pt x="1327845" y="49681"/>
                </a:lnTo>
                <a:lnTo>
                  <a:pt x="1327316" y="50165"/>
                </a:lnTo>
                <a:lnTo>
                  <a:pt x="1326807" y="50666"/>
                </a:lnTo>
                <a:lnTo>
                  <a:pt x="1326319" y="51181"/>
                </a:lnTo>
                <a:lnTo>
                  <a:pt x="1325853" y="51711"/>
                </a:lnTo>
                <a:lnTo>
                  <a:pt x="1325409" y="52255"/>
                </a:lnTo>
                <a:lnTo>
                  <a:pt x="1324986" y="52815"/>
                </a:lnTo>
                <a:lnTo>
                  <a:pt x="1324585" y="53388"/>
                </a:lnTo>
                <a:lnTo>
                  <a:pt x="1324206" y="53976"/>
                </a:lnTo>
                <a:lnTo>
                  <a:pt x="1323849" y="54579"/>
                </a:lnTo>
                <a:lnTo>
                  <a:pt x="1323513" y="55196"/>
                </a:lnTo>
                <a:lnTo>
                  <a:pt x="1323198" y="55828"/>
                </a:lnTo>
                <a:lnTo>
                  <a:pt x="1322906" y="56474"/>
                </a:lnTo>
                <a:lnTo>
                  <a:pt x="1322635" y="57135"/>
                </a:lnTo>
                <a:lnTo>
                  <a:pt x="1322386" y="57810"/>
                </a:lnTo>
                <a:lnTo>
                  <a:pt x="1322158" y="58500"/>
                </a:lnTo>
                <a:lnTo>
                  <a:pt x="1321952" y="59205"/>
                </a:lnTo>
                <a:lnTo>
                  <a:pt x="1321768" y="59924"/>
                </a:lnTo>
                <a:lnTo>
                  <a:pt x="1321605" y="60657"/>
                </a:lnTo>
                <a:lnTo>
                  <a:pt x="1321465" y="61405"/>
                </a:lnTo>
                <a:lnTo>
                  <a:pt x="1321345" y="62168"/>
                </a:lnTo>
                <a:lnTo>
                  <a:pt x="1321315" y="62407"/>
                </a:lnTo>
                <a:lnTo>
                  <a:pt x="1321074" y="62407"/>
                </a:lnTo>
                <a:lnTo>
                  <a:pt x="1321074" y="45818"/>
                </a:lnTo>
                <a:lnTo>
                  <a:pt x="1306855" y="45818"/>
                </a:lnTo>
                <a:lnTo>
                  <a:pt x="1306855" y="132717"/>
                </a:lnTo>
                <a:lnTo>
                  <a:pt x="1321074" y="132717"/>
                </a:lnTo>
                <a:close/>
                <a:moveTo>
                  <a:pt x="2065396" y="132717"/>
                </a:moveTo>
                <a:lnTo>
                  <a:pt x="2065396" y="77417"/>
                </a:lnTo>
                <a:lnTo>
                  <a:pt x="2065405" y="76582"/>
                </a:lnTo>
                <a:lnTo>
                  <a:pt x="2065431" y="75763"/>
                </a:lnTo>
                <a:lnTo>
                  <a:pt x="2065476" y="74961"/>
                </a:lnTo>
                <a:lnTo>
                  <a:pt x="2065538" y="74174"/>
                </a:lnTo>
                <a:lnTo>
                  <a:pt x="2065618" y="73403"/>
                </a:lnTo>
                <a:lnTo>
                  <a:pt x="2065716" y="72648"/>
                </a:lnTo>
                <a:lnTo>
                  <a:pt x="2065832" y="71909"/>
                </a:lnTo>
                <a:lnTo>
                  <a:pt x="2065966" y="71185"/>
                </a:lnTo>
                <a:lnTo>
                  <a:pt x="2066117" y="70478"/>
                </a:lnTo>
                <a:lnTo>
                  <a:pt x="2066287" y="69787"/>
                </a:lnTo>
                <a:lnTo>
                  <a:pt x="2066474" y="69111"/>
                </a:lnTo>
                <a:lnTo>
                  <a:pt x="2066679" y="68451"/>
                </a:lnTo>
                <a:lnTo>
                  <a:pt x="2066902" y="67808"/>
                </a:lnTo>
                <a:lnTo>
                  <a:pt x="2067142" y="67180"/>
                </a:lnTo>
                <a:lnTo>
                  <a:pt x="2067401" y="66568"/>
                </a:lnTo>
                <a:lnTo>
                  <a:pt x="2067677" y="65972"/>
                </a:lnTo>
                <a:lnTo>
                  <a:pt x="2067971" y="65392"/>
                </a:lnTo>
                <a:lnTo>
                  <a:pt x="2068283" y="64828"/>
                </a:lnTo>
                <a:lnTo>
                  <a:pt x="2068613" y="64280"/>
                </a:lnTo>
                <a:lnTo>
                  <a:pt x="2068960" y="63748"/>
                </a:lnTo>
                <a:lnTo>
                  <a:pt x="2069325" y="63231"/>
                </a:lnTo>
                <a:lnTo>
                  <a:pt x="2069709" y="62731"/>
                </a:lnTo>
                <a:lnTo>
                  <a:pt x="2070110" y="62246"/>
                </a:lnTo>
                <a:lnTo>
                  <a:pt x="2070528" y="61778"/>
                </a:lnTo>
                <a:lnTo>
                  <a:pt x="2070963" y="61326"/>
                </a:lnTo>
                <a:lnTo>
                  <a:pt x="2071410" y="60894"/>
                </a:lnTo>
                <a:lnTo>
                  <a:pt x="2071870" y="60481"/>
                </a:lnTo>
                <a:lnTo>
                  <a:pt x="2072343" y="60088"/>
                </a:lnTo>
                <a:lnTo>
                  <a:pt x="2072829" y="59713"/>
                </a:lnTo>
                <a:lnTo>
                  <a:pt x="2073328" y="59358"/>
                </a:lnTo>
                <a:lnTo>
                  <a:pt x="2073840" y="59022"/>
                </a:lnTo>
                <a:lnTo>
                  <a:pt x="2074364" y="58705"/>
                </a:lnTo>
                <a:lnTo>
                  <a:pt x="2074902" y="58408"/>
                </a:lnTo>
                <a:lnTo>
                  <a:pt x="2075452" y="58129"/>
                </a:lnTo>
                <a:lnTo>
                  <a:pt x="2076015" y="57870"/>
                </a:lnTo>
                <a:lnTo>
                  <a:pt x="2076592" y="57630"/>
                </a:lnTo>
                <a:lnTo>
                  <a:pt x="2077181" y="57409"/>
                </a:lnTo>
                <a:lnTo>
                  <a:pt x="2077783" y="57207"/>
                </a:lnTo>
                <a:lnTo>
                  <a:pt x="2078397" y="57025"/>
                </a:lnTo>
                <a:lnTo>
                  <a:pt x="2079025" y="56862"/>
                </a:lnTo>
                <a:lnTo>
                  <a:pt x="2079666" y="56718"/>
                </a:lnTo>
                <a:lnTo>
                  <a:pt x="2080319" y="56593"/>
                </a:lnTo>
                <a:lnTo>
                  <a:pt x="2080986" y="56487"/>
                </a:lnTo>
                <a:lnTo>
                  <a:pt x="2081665" y="56401"/>
                </a:lnTo>
                <a:lnTo>
                  <a:pt x="2082357" y="56334"/>
                </a:lnTo>
                <a:lnTo>
                  <a:pt x="2083062" y="56286"/>
                </a:lnTo>
                <a:lnTo>
                  <a:pt x="2083780" y="56257"/>
                </a:lnTo>
                <a:lnTo>
                  <a:pt x="2084511" y="56247"/>
                </a:lnTo>
                <a:lnTo>
                  <a:pt x="2085216" y="56256"/>
                </a:lnTo>
                <a:lnTo>
                  <a:pt x="2085908" y="56284"/>
                </a:lnTo>
                <a:lnTo>
                  <a:pt x="2086589" y="56330"/>
                </a:lnTo>
                <a:lnTo>
                  <a:pt x="2087256" y="56394"/>
                </a:lnTo>
                <a:lnTo>
                  <a:pt x="2087912" y="56477"/>
                </a:lnTo>
                <a:lnTo>
                  <a:pt x="2088555" y="56578"/>
                </a:lnTo>
                <a:lnTo>
                  <a:pt x="2089186" y="56697"/>
                </a:lnTo>
                <a:lnTo>
                  <a:pt x="2089804" y="56835"/>
                </a:lnTo>
                <a:lnTo>
                  <a:pt x="2090410" y="56991"/>
                </a:lnTo>
                <a:lnTo>
                  <a:pt x="2091004" y="57166"/>
                </a:lnTo>
                <a:lnTo>
                  <a:pt x="2091585" y="57359"/>
                </a:lnTo>
                <a:lnTo>
                  <a:pt x="2092154" y="57570"/>
                </a:lnTo>
                <a:lnTo>
                  <a:pt x="2092711" y="57800"/>
                </a:lnTo>
                <a:lnTo>
                  <a:pt x="2093255" y="58048"/>
                </a:lnTo>
                <a:lnTo>
                  <a:pt x="2093787" y="58314"/>
                </a:lnTo>
                <a:lnTo>
                  <a:pt x="2094307" y="58599"/>
                </a:lnTo>
                <a:lnTo>
                  <a:pt x="2094814" y="58902"/>
                </a:lnTo>
                <a:lnTo>
                  <a:pt x="2095309" y="59224"/>
                </a:lnTo>
                <a:lnTo>
                  <a:pt x="2095791" y="59564"/>
                </a:lnTo>
                <a:lnTo>
                  <a:pt x="2096262" y="59922"/>
                </a:lnTo>
                <a:lnTo>
                  <a:pt x="2096720" y="60299"/>
                </a:lnTo>
                <a:lnTo>
                  <a:pt x="2097165" y="60694"/>
                </a:lnTo>
                <a:lnTo>
                  <a:pt x="2097598" y="61107"/>
                </a:lnTo>
                <a:lnTo>
                  <a:pt x="2098019" y="61539"/>
                </a:lnTo>
                <a:lnTo>
                  <a:pt x="2098425" y="61988"/>
                </a:lnTo>
                <a:lnTo>
                  <a:pt x="2098814" y="62453"/>
                </a:lnTo>
                <a:lnTo>
                  <a:pt x="2099186" y="62935"/>
                </a:lnTo>
                <a:lnTo>
                  <a:pt x="2099540" y="63432"/>
                </a:lnTo>
                <a:lnTo>
                  <a:pt x="2099877" y="63946"/>
                </a:lnTo>
                <a:lnTo>
                  <a:pt x="2100197" y="64476"/>
                </a:lnTo>
                <a:lnTo>
                  <a:pt x="2100500" y="65023"/>
                </a:lnTo>
                <a:lnTo>
                  <a:pt x="2100785" y="65585"/>
                </a:lnTo>
                <a:lnTo>
                  <a:pt x="2101053" y="66164"/>
                </a:lnTo>
                <a:lnTo>
                  <a:pt x="2101303" y="66758"/>
                </a:lnTo>
                <a:lnTo>
                  <a:pt x="2101537" y="67369"/>
                </a:lnTo>
                <a:lnTo>
                  <a:pt x="2101753" y="67996"/>
                </a:lnTo>
                <a:lnTo>
                  <a:pt x="2101952" y="68640"/>
                </a:lnTo>
                <a:lnTo>
                  <a:pt x="2102133" y="69299"/>
                </a:lnTo>
                <a:lnTo>
                  <a:pt x="2102297" y="69975"/>
                </a:lnTo>
                <a:lnTo>
                  <a:pt x="2102444" y="70667"/>
                </a:lnTo>
                <a:lnTo>
                  <a:pt x="2102574" y="71375"/>
                </a:lnTo>
                <a:lnTo>
                  <a:pt x="2102686" y="72099"/>
                </a:lnTo>
                <a:lnTo>
                  <a:pt x="2102781" y="72840"/>
                </a:lnTo>
                <a:lnTo>
                  <a:pt x="2102859" y="73597"/>
                </a:lnTo>
                <a:lnTo>
                  <a:pt x="2102920" y="74369"/>
                </a:lnTo>
                <a:lnTo>
                  <a:pt x="2102963" y="75158"/>
                </a:lnTo>
                <a:lnTo>
                  <a:pt x="2102989" y="75964"/>
                </a:lnTo>
                <a:lnTo>
                  <a:pt x="2102997" y="76785"/>
                </a:lnTo>
                <a:lnTo>
                  <a:pt x="2102997" y="132717"/>
                </a:lnTo>
                <a:lnTo>
                  <a:pt x="2117217" y="132717"/>
                </a:lnTo>
                <a:lnTo>
                  <a:pt x="2117217" y="74259"/>
                </a:lnTo>
                <a:lnTo>
                  <a:pt x="2117203" y="73110"/>
                </a:lnTo>
                <a:lnTo>
                  <a:pt x="2117163" y="71982"/>
                </a:lnTo>
                <a:lnTo>
                  <a:pt x="2117096" y="70874"/>
                </a:lnTo>
                <a:lnTo>
                  <a:pt x="2117002" y="69787"/>
                </a:lnTo>
                <a:lnTo>
                  <a:pt x="2116881" y="68719"/>
                </a:lnTo>
                <a:lnTo>
                  <a:pt x="2116733" y="67672"/>
                </a:lnTo>
                <a:lnTo>
                  <a:pt x="2116558" y="66646"/>
                </a:lnTo>
                <a:lnTo>
                  <a:pt x="2116356" y="65639"/>
                </a:lnTo>
                <a:lnTo>
                  <a:pt x="2116128" y="64653"/>
                </a:lnTo>
                <a:lnTo>
                  <a:pt x="2115873" y="63687"/>
                </a:lnTo>
                <a:lnTo>
                  <a:pt x="2115590" y="62742"/>
                </a:lnTo>
                <a:lnTo>
                  <a:pt x="2115281" y="61817"/>
                </a:lnTo>
                <a:lnTo>
                  <a:pt x="2114945" y="60912"/>
                </a:lnTo>
                <a:lnTo>
                  <a:pt x="2114582" y="60027"/>
                </a:lnTo>
                <a:lnTo>
                  <a:pt x="2114193" y="59163"/>
                </a:lnTo>
                <a:lnTo>
                  <a:pt x="2113776" y="58319"/>
                </a:lnTo>
                <a:lnTo>
                  <a:pt x="2113333" y="57496"/>
                </a:lnTo>
                <a:lnTo>
                  <a:pt x="2112862" y="56692"/>
                </a:lnTo>
                <a:lnTo>
                  <a:pt x="2112365" y="55909"/>
                </a:lnTo>
                <a:lnTo>
                  <a:pt x="2111841" y="55146"/>
                </a:lnTo>
                <a:lnTo>
                  <a:pt x="2111290" y="54404"/>
                </a:lnTo>
                <a:lnTo>
                  <a:pt x="2110712" y="53682"/>
                </a:lnTo>
                <a:lnTo>
                  <a:pt x="2110107" y="52980"/>
                </a:lnTo>
                <a:lnTo>
                  <a:pt x="2109475" y="52298"/>
                </a:lnTo>
                <a:lnTo>
                  <a:pt x="2108821" y="51641"/>
                </a:lnTo>
                <a:lnTo>
                  <a:pt x="2108148" y="51011"/>
                </a:lnTo>
                <a:lnTo>
                  <a:pt x="2107456" y="50409"/>
                </a:lnTo>
                <a:lnTo>
                  <a:pt x="2106746" y="49836"/>
                </a:lnTo>
                <a:lnTo>
                  <a:pt x="2106017" y="49290"/>
                </a:lnTo>
                <a:lnTo>
                  <a:pt x="2105269" y="48772"/>
                </a:lnTo>
                <a:lnTo>
                  <a:pt x="2104503" y="48283"/>
                </a:lnTo>
                <a:lnTo>
                  <a:pt x="2103718" y="47821"/>
                </a:lnTo>
                <a:lnTo>
                  <a:pt x="2102914" y="47387"/>
                </a:lnTo>
                <a:lnTo>
                  <a:pt x="2102091" y="46981"/>
                </a:lnTo>
                <a:lnTo>
                  <a:pt x="2101250" y="46603"/>
                </a:lnTo>
                <a:lnTo>
                  <a:pt x="2100391" y="46254"/>
                </a:lnTo>
                <a:lnTo>
                  <a:pt x="2099512" y="45932"/>
                </a:lnTo>
                <a:lnTo>
                  <a:pt x="2098615" y="45638"/>
                </a:lnTo>
                <a:lnTo>
                  <a:pt x="2097700" y="45372"/>
                </a:lnTo>
                <a:lnTo>
                  <a:pt x="2096765" y="45134"/>
                </a:lnTo>
                <a:lnTo>
                  <a:pt x="2095813" y="44924"/>
                </a:lnTo>
                <a:lnTo>
                  <a:pt x="2094841" y="44743"/>
                </a:lnTo>
                <a:lnTo>
                  <a:pt x="2093851" y="44589"/>
                </a:lnTo>
                <a:lnTo>
                  <a:pt x="2092842" y="44463"/>
                </a:lnTo>
                <a:lnTo>
                  <a:pt x="2091814" y="44365"/>
                </a:lnTo>
                <a:lnTo>
                  <a:pt x="2090768" y="44295"/>
                </a:lnTo>
                <a:lnTo>
                  <a:pt x="2089703" y="44253"/>
                </a:lnTo>
                <a:lnTo>
                  <a:pt x="2088619" y="44239"/>
                </a:lnTo>
                <a:lnTo>
                  <a:pt x="2087719" y="44249"/>
                </a:lnTo>
                <a:lnTo>
                  <a:pt x="2086835" y="44278"/>
                </a:lnTo>
                <a:lnTo>
                  <a:pt x="2085968" y="44326"/>
                </a:lnTo>
                <a:lnTo>
                  <a:pt x="2085117" y="44395"/>
                </a:lnTo>
                <a:lnTo>
                  <a:pt x="2084283" y="44482"/>
                </a:lnTo>
                <a:lnTo>
                  <a:pt x="2083465" y="44589"/>
                </a:lnTo>
                <a:lnTo>
                  <a:pt x="2082663" y="44716"/>
                </a:lnTo>
                <a:lnTo>
                  <a:pt x="2081878" y="44862"/>
                </a:lnTo>
                <a:lnTo>
                  <a:pt x="2081109" y="45028"/>
                </a:lnTo>
                <a:lnTo>
                  <a:pt x="2080357" y="45213"/>
                </a:lnTo>
                <a:lnTo>
                  <a:pt x="2079622" y="45417"/>
                </a:lnTo>
                <a:lnTo>
                  <a:pt x="2078902" y="45641"/>
                </a:lnTo>
                <a:lnTo>
                  <a:pt x="2078200" y="45885"/>
                </a:lnTo>
                <a:lnTo>
                  <a:pt x="2077513" y="46148"/>
                </a:lnTo>
                <a:lnTo>
                  <a:pt x="2076843" y="46430"/>
                </a:lnTo>
                <a:lnTo>
                  <a:pt x="2076190" y="46732"/>
                </a:lnTo>
                <a:lnTo>
                  <a:pt x="2075553" y="47054"/>
                </a:lnTo>
                <a:lnTo>
                  <a:pt x="2074933" y="47394"/>
                </a:lnTo>
                <a:lnTo>
                  <a:pt x="2074329" y="47755"/>
                </a:lnTo>
                <a:lnTo>
                  <a:pt x="2073741" y="48135"/>
                </a:lnTo>
                <a:lnTo>
                  <a:pt x="2073170" y="48534"/>
                </a:lnTo>
                <a:lnTo>
                  <a:pt x="2072615" y="48953"/>
                </a:lnTo>
                <a:lnTo>
                  <a:pt x="2072077" y="49391"/>
                </a:lnTo>
                <a:lnTo>
                  <a:pt x="2071555" y="49849"/>
                </a:lnTo>
                <a:lnTo>
                  <a:pt x="2071053" y="50324"/>
                </a:lnTo>
                <a:lnTo>
                  <a:pt x="2070572" y="50816"/>
                </a:lnTo>
                <a:lnTo>
                  <a:pt x="2070112" y="51324"/>
                </a:lnTo>
                <a:lnTo>
                  <a:pt x="2069673" y="51848"/>
                </a:lnTo>
                <a:lnTo>
                  <a:pt x="2069256" y="52388"/>
                </a:lnTo>
                <a:lnTo>
                  <a:pt x="2068860" y="52944"/>
                </a:lnTo>
                <a:lnTo>
                  <a:pt x="2068486" y="53517"/>
                </a:lnTo>
                <a:lnTo>
                  <a:pt x="2068133" y="54105"/>
                </a:lnTo>
                <a:lnTo>
                  <a:pt x="2067802" y="54710"/>
                </a:lnTo>
                <a:lnTo>
                  <a:pt x="2067492" y="55331"/>
                </a:lnTo>
                <a:lnTo>
                  <a:pt x="2067203" y="55969"/>
                </a:lnTo>
                <a:lnTo>
                  <a:pt x="2066936" y="56622"/>
                </a:lnTo>
                <a:lnTo>
                  <a:pt x="2066690" y="57292"/>
                </a:lnTo>
                <a:lnTo>
                  <a:pt x="2066465" y="57978"/>
                </a:lnTo>
                <a:lnTo>
                  <a:pt x="2066262" y="58680"/>
                </a:lnTo>
                <a:lnTo>
                  <a:pt x="2066080" y="59398"/>
                </a:lnTo>
                <a:lnTo>
                  <a:pt x="2065920" y="60132"/>
                </a:lnTo>
                <a:lnTo>
                  <a:pt x="2065781" y="60883"/>
                </a:lnTo>
                <a:lnTo>
                  <a:pt x="2065663" y="61650"/>
                </a:lnTo>
                <a:lnTo>
                  <a:pt x="2065570" y="62407"/>
                </a:lnTo>
                <a:lnTo>
                  <a:pt x="2065396" y="62407"/>
                </a:lnTo>
                <a:lnTo>
                  <a:pt x="2065396" y="45818"/>
                </a:lnTo>
                <a:lnTo>
                  <a:pt x="2051174" y="45818"/>
                </a:lnTo>
                <a:lnTo>
                  <a:pt x="2051174" y="132717"/>
                </a:lnTo>
                <a:lnTo>
                  <a:pt x="2065396" y="132717"/>
                </a:lnTo>
                <a:close/>
                <a:moveTo>
                  <a:pt x="1993465" y="133802"/>
                </a:moveTo>
                <a:lnTo>
                  <a:pt x="1994281" y="133723"/>
                </a:lnTo>
                <a:lnTo>
                  <a:pt x="1995088" y="133630"/>
                </a:lnTo>
                <a:lnTo>
                  <a:pt x="1995885" y="133523"/>
                </a:lnTo>
                <a:lnTo>
                  <a:pt x="1996672" y="133402"/>
                </a:lnTo>
                <a:lnTo>
                  <a:pt x="1997450" y="133267"/>
                </a:lnTo>
                <a:lnTo>
                  <a:pt x="1998218" y="133117"/>
                </a:lnTo>
                <a:lnTo>
                  <a:pt x="1998976" y="132953"/>
                </a:lnTo>
                <a:lnTo>
                  <a:pt x="1999725" y="132774"/>
                </a:lnTo>
                <a:lnTo>
                  <a:pt x="2000465" y="132582"/>
                </a:lnTo>
                <a:lnTo>
                  <a:pt x="2001194" y="132375"/>
                </a:lnTo>
                <a:lnTo>
                  <a:pt x="2001914" y="132154"/>
                </a:lnTo>
                <a:lnTo>
                  <a:pt x="2002625" y="131919"/>
                </a:lnTo>
                <a:lnTo>
                  <a:pt x="2003326" y="131669"/>
                </a:lnTo>
                <a:lnTo>
                  <a:pt x="2004017" y="131405"/>
                </a:lnTo>
                <a:lnTo>
                  <a:pt x="2004699" y="131127"/>
                </a:lnTo>
                <a:lnTo>
                  <a:pt x="2005371" y="130835"/>
                </a:lnTo>
                <a:lnTo>
                  <a:pt x="2006033" y="130528"/>
                </a:lnTo>
                <a:lnTo>
                  <a:pt x="2006686" y="130207"/>
                </a:lnTo>
                <a:lnTo>
                  <a:pt x="2007329" y="129872"/>
                </a:lnTo>
                <a:lnTo>
                  <a:pt x="2007962" y="129523"/>
                </a:lnTo>
                <a:lnTo>
                  <a:pt x="2008583" y="129161"/>
                </a:lnTo>
                <a:lnTo>
                  <a:pt x="2009191" y="128787"/>
                </a:lnTo>
                <a:lnTo>
                  <a:pt x="2009787" y="128399"/>
                </a:lnTo>
                <a:lnTo>
                  <a:pt x="2010372" y="127999"/>
                </a:lnTo>
                <a:lnTo>
                  <a:pt x="2010944" y="127586"/>
                </a:lnTo>
                <a:lnTo>
                  <a:pt x="2011504" y="127160"/>
                </a:lnTo>
                <a:lnTo>
                  <a:pt x="2012052" y="126721"/>
                </a:lnTo>
                <a:lnTo>
                  <a:pt x="2012588" y="126269"/>
                </a:lnTo>
                <a:lnTo>
                  <a:pt x="2013112" y="125804"/>
                </a:lnTo>
                <a:lnTo>
                  <a:pt x="2013624" y="125326"/>
                </a:lnTo>
                <a:lnTo>
                  <a:pt x="2014124" y="124836"/>
                </a:lnTo>
                <a:lnTo>
                  <a:pt x="2014612" y="124332"/>
                </a:lnTo>
                <a:lnTo>
                  <a:pt x="2015088" y="123816"/>
                </a:lnTo>
                <a:lnTo>
                  <a:pt x="2015551" y="123286"/>
                </a:lnTo>
                <a:lnTo>
                  <a:pt x="2016003" y="122744"/>
                </a:lnTo>
                <a:lnTo>
                  <a:pt x="2016442" y="122189"/>
                </a:lnTo>
                <a:lnTo>
                  <a:pt x="2016870" y="121621"/>
                </a:lnTo>
                <a:lnTo>
                  <a:pt x="2017285" y="121040"/>
                </a:lnTo>
                <a:lnTo>
                  <a:pt x="2017689" y="120447"/>
                </a:lnTo>
                <a:lnTo>
                  <a:pt x="2018080" y="119840"/>
                </a:lnTo>
                <a:lnTo>
                  <a:pt x="2018459" y="119221"/>
                </a:lnTo>
                <a:lnTo>
                  <a:pt x="2018826" y="118588"/>
                </a:lnTo>
                <a:lnTo>
                  <a:pt x="2019181" y="117943"/>
                </a:lnTo>
                <a:lnTo>
                  <a:pt x="2019523" y="117286"/>
                </a:lnTo>
                <a:lnTo>
                  <a:pt x="2019850" y="116618"/>
                </a:lnTo>
                <a:lnTo>
                  <a:pt x="2020162" y="115940"/>
                </a:lnTo>
                <a:lnTo>
                  <a:pt x="2020461" y="115250"/>
                </a:lnTo>
                <a:lnTo>
                  <a:pt x="2020744" y="114551"/>
                </a:lnTo>
                <a:lnTo>
                  <a:pt x="2021013" y="113840"/>
                </a:lnTo>
                <a:lnTo>
                  <a:pt x="2021268" y="113119"/>
                </a:lnTo>
                <a:lnTo>
                  <a:pt x="2021507" y="112387"/>
                </a:lnTo>
                <a:lnTo>
                  <a:pt x="2021733" y="111644"/>
                </a:lnTo>
                <a:lnTo>
                  <a:pt x="2021944" y="110891"/>
                </a:lnTo>
                <a:lnTo>
                  <a:pt x="2022140" y="110127"/>
                </a:lnTo>
                <a:lnTo>
                  <a:pt x="2022322" y="109352"/>
                </a:lnTo>
                <a:lnTo>
                  <a:pt x="2022489" y="108566"/>
                </a:lnTo>
                <a:lnTo>
                  <a:pt x="2022642" y="107770"/>
                </a:lnTo>
                <a:lnTo>
                  <a:pt x="2022780" y="106963"/>
                </a:lnTo>
                <a:lnTo>
                  <a:pt x="2022903" y="106146"/>
                </a:lnTo>
                <a:lnTo>
                  <a:pt x="2023012" y="105318"/>
                </a:lnTo>
                <a:lnTo>
                  <a:pt x="2023107" y="104479"/>
                </a:lnTo>
                <a:lnTo>
                  <a:pt x="2023187" y="103629"/>
                </a:lnTo>
                <a:lnTo>
                  <a:pt x="2023252" y="102769"/>
                </a:lnTo>
                <a:lnTo>
                  <a:pt x="2023303" y="101898"/>
                </a:lnTo>
                <a:lnTo>
                  <a:pt x="2023340" y="101016"/>
                </a:lnTo>
                <a:lnTo>
                  <a:pt x="2023361" y="100124"/>
                </a:lnTo>
                <a:lnTo>
                  <a:pt x="2023369" y="99220"/>
                </a:lnTo>
                <a:lnTo>
                  <a:pt x="2023369" y="79314"/>
                </a:lnTo>
                <a:lnTo>
                  <a:pt x="2023361" y="78398"/>
                </a:lnTo>
                <a:lnTo>
                  <a:pt x="2023340" y="77494"/>
                </a:lnTo>
                <a:lnTo>
                  <a:pt x="2023303" y="76601"/>
                </a:lnTo>
                <a:lnTo>
                  <a:pt x="2023252" y="75719"/>
                </a:lnTo>
                <a:lnTo>
                  <a:pt x="2023187" y="74849"/>
                </a:lnTo>
                <a:lnTo>
                  <a:pt x="2023107" y="73991"/>
                </a:lnTo>
                <a:lnTo>
                  <a:pt x="2023012" y="73144"/>
                </a:lnTo>
                <a:lnTo>
                  <a:pt x="2022903" y="72309"/>
                </a:lnTo>
                <a:lnTo>
                  <a:pt x="2022780" y="71485"/>
                </a:lnTo>
                <a:lnTo>
                  <a:pt x="2022642" y="70673"/>
                </a:lnTo>
                <a:lnTo>
                  <a:pt x="2022489" y="69872"/>
                </a:lnTo>
                <a:lnTo>
                  <a:pt x="2022322" y="69083"/>
                </a:lnTo>
                <a:lnTo>
                  <a:pt x="2022140" y="68305"/>
                </a:lnTo>
                <a:lnTo>
                  <a:pt x="2021944" y="67539"/>
                </a:lnTo>
                <a:lnTo>
                  <a:pt x="2021733" y="66785"/>
                </a:lnTo>
                <a:lnTo>
                  <a:pt x="2021507" y="66042"/>
                </a:lnTo>
                <a:lnTo>
                  <a:pt x="2021268" y="65310"/>
                </a:lnTo>
                <a:lnTo>
                  <a:pt x="2021013" y="64590"/>
                </a:lnTo>
                <a:lnTo>
                  <a:pt x="2020744" y="63882"/>
                </a:lnTo>
                <a:lnTo>
                  <a:pt x="2020461" y="63185"/>
                </a:lnTo>
                <a:lnTo>
                  <a:pt x="2020162" y="62499"/>
                </a:lnTo>
                <a:lnTo>
                  <a:pt x="2019850" y="61825"/>
                </a:lnTo>
                <a:lnTo>
                  <a:pt x="2019523" y="61163"/>
                </a:lnTo>
                <a:lnTo>
                  <a:pt x="2019181" y="60512"/>
                </a:lnTo>
                <a:lnTo>
                  <a:pt x="2018826" y="59873"/>
                </a:lnTo>
                <a:lnTo>
                  <a:pt x="2018459" y="59247"/>
                </a:lnTo>
                <a:lnTo>
                  <a:pt x="2018081" y="58633"/>
                </a:lnTo>
                <a:lnTo>
                  <a:pt x="2017691" y="58033"/>
                </a:lnTo>
                <a:lnTo>
                  <a:pt x="2017289" y="57444"/>
                </a:lnTo>
                <a:lnTo>
                  <a:pt x="2016875" y="56868"/>
                </a:lnTo>
                <a:lnTo>
                  <a:pt x="2016449" y="56305"/>
                </a:lnTo>
                <a:lnTo>
                  <a:pt x="2016012" y="55755"/>
                </a:lnTo>
                <a:lnTo>
                  <a:pt x="2015563" y="55217"/>
                </a:lnTo>
                <a:lnTo>
                  <a:pt x="2015102" y="54692"/>
                </a:lnTo>
                <a:lnTo>
                  <a:pt x="2014629" y="54179"/>
                </a:lnTo>
                <a:lnTo>
                  <a:pt x="2014144" y="53679"/>
                </a:lnTo>
                <a:lnTo>
                  <a:pt x="2013648" y="53192"/>
                </a:lnTo>
                <a:lnTo>
                  <a:pt x="2013140" y="52717"/>
                </a:lnTo>
                <a:lnTo>
                  <a:pt x="2012620" y="52255"/>
                </a:lnTo>
                <a:lnTo>
                  <a:pt x="2012088" y="51805"/>
                </a:lnTo>
                <a:lnTo>
                  <a:pt x="2011544" y="51368"/>
                </a:lnTo>
                <a:lnTo>
                  <a:pt x="2010989" y="50944"/>
                </a:lnTo>
                <a:lnTo>
                  <a:pt x="2010422" y="50532"/>
                </a:lnTo>
                <a:lnTo>
                  <a:pt x="2009843" y="50133"/>
                </a:lnTo>
                <a:lnTo>
                  <a:pt x="2009252" y="49747"/>
                </a:lnTo>
                <a:lnTo>
                  <a:pt x="2008649" y="49373"/>
                </a:lnTo>
                <a:lnTo>
                  <a:pt x="2008035" y="49011"/>
                </a:lnTo>
                <a:lnTo>
                  <a:pt x="2007409" y="48663"/>
                </a:lnTo>
                <a:lnTo>
                  <a:pt x="2006772" y="48328"/>
                </a:lnTo>
                <a:lnTo>
                  <a:pt x="2006124" y="48007"/>
                </a:lnTo>
                <a:lnTo>
                  <a:pt x="2005466" y="47700"/>
                </a:lnTo>
                <a:lnTo>
                  <a:pt x="2004798" y="47407"/>
                </a:lnTo>
                <a:lnTo>
                  <a:pt x="2004119" y="47129"/>
                </a:lnTo>
                <a:lnTo>
                  <a:pt x="2003430" y="46865"/>
                </a:lnTo>
                <a:lnTo>
                  <a:pt x="2002730" y="46616"/>
                </a:lnTo>
                <a:lnTo>
                  <a:pt x="2002020" y="46380"/>
                </a:lnTo>
                <a:lnTo>
                  <a:pt x="2001300" y="46159"/>
                </a:lnTo>
                <a:lnTo>
                  <a:pt x="2000569" y="45953"/>
                </a:lnTo>
                <a:lnTo>
                  <a:pt x="1999828" y="45760"/>
                </a:lnTo>
                <a:lnTo>
                  <a:pt x="1999076" y="45582"/>
                </a:lnTo>
                <a:lnTo>
                  <a:pt x="1998314" y="45418"/>
                </a:lnTo>
                <a:lnTo>
                  <a:pt x="1997541" y="45268"/>
                </a:lnTo>
                <a:lnTo>
                  <a:pt x="1996758" y="45132"/>
                </a:lnTo>
                <a:lnTo>
                  <a:pt x="1995964" y="45011"/>
                </a:lnTo>
                <a:lnTo>
                  <a:pt x="1995160" y="44904"/>
                </a:lnTo>
                <a:lnTo>
                  <a:pt x="1994346" y="44811"/>
                </a:lnTo>
                <a:lnTo>
                  <a:pt x="1993521" y="44733"/>
                </a:lnTo>
                <a:lnTo>
                  <a:pt x="1992686" y="44669"/>
                </a:lnTo>
                <a:lnTo>
                  <a:pt x="1991840" y="44619"/>
                </a:lnTo>
                <a:lnTo>
                  <a:pt x="1990984" y="44583"/>
                </a:lnTo>
                <a:lnTo>
                  <a:pt x="1990118" y="44562"/>
                </a:lnTo>
                <a:lnTo>
                  <a:pt x="1989241" y="44555"/>
                </a:lnTo>
                <a:lnTo>
                  <a:pt x="1988377" y="44562"/>
                </a:lnTo>
                <a:lnTo>
                  <a:pt x="1987522" y="44583"/>
                </a:lnTo>
                <a:lnTo>
                  <a:pt x="1986677" y="44619"/>
                </a:lnTo>
                <a:lnTo>
                  <a:pt x="1985841" y="44669"/>
                </a:lnTo>
                <a:lnTo>
                  <a:pt x="1985015" y="44733"/>
                </a:lnTo>
                <a:lnTo>
                  <a:pt x="1984199" y="44811"/>
                </a:lnTo>
                <a:lnTo>
                  <a:pt x="1983392" y="44904"/>
                </a:lnTo>
                <a:lnTo>
                  <a:pt x="1982595" y="45011"/>
                </a:lnTo>
                <a:lnTo>
                  <a:pt x="1981808" y="45132"/>
                </a:lnTo>
                <a:lnTo>
                  <a:pt x="1981030" y="45268"/>
                </a:lnTo>
                <a:lnTo>
                  <a:pt x="1980262" y="45418"/>
                </a:lnTo>
                <a:lnTo>
                  <a:pt x="1979503" y="45582"/>
                </a:lnTo>
                <a:lnTo>
                  <a:pt x="1978754" y="45760"/>
                </a:lnTo>
                <a:lnTo>
                  <a:pt x="1978014" y="45953"/>
                </a:lnTo>
                <a:lnTo>
                  <a:pt x="1977284" y="46159"/>
                </a:lnTo>
                <a:lnTo>
                  <a:pt x="1976564" y="46380"/>
                </a:lnTo>
                <a:lnTo>
                  <a:pt x="1975853" y="46616"/>
                </a:lnTo>
                <a:lnTo>
                  <a:pt x="1975152" y="46865"/>
                </a:lnTo>
                <a:lnTo>
                  <a:pt x="1974461" y="47129"/>
                </a:lnTo>
                <a:lnTo>
                  <a:pt x="1973779" y="47407"/>
                </a:lnTo>
                <a:lnTo>
                  <a:pt x="1973107" y="47700"/>
                </a:lnTo>
                <a:lnTo>
                  <a:pt x="1972444" y="48007"/>
                </a:lnTo>
                <a:lnTo>
                  <a:pt x="1971791" y="48328"/>
                </a:lnTo>
                <a:lnTo>
                  <a:pt x="1971147" y="48663"/>
                </a:lnTo>
                <a:lnTo>
                  <a:pt x="1970515" y="49011"/>
                </a:lnTo>
                <a:lnTo>
                  <a:pt x="1969895" y="49373"/>
                </a:lnTo>
                <a:lnTo>
                  <a:pt x="1969286" y="49747"/>
                </a:lnTo>
                <a:lnTo>
                  <a:pt x="1968690" y="50133"/>
                </a:lnTo>
                <a:lnTo>
                  <a:pt x="1968106" y="50532"/>
                </a:lnTo>
                <a:lnTo>
                  <a:pt x="1967534" y="50944"/>
                </a:lnTo>
                <a:lnTo>
                  <a:pt x="1966974" y="51368"/>
                </a:lnTo>
                <a:lnTo>
                  <a:pt x="1966426" y="51805"/>
                </a:lnTo>
                <a:lnTo>
                  <a:pt x="1965890" y="52255"/>
                </a:lnTo>
                <a:lnTo>
                  <a:pt x="1965366" y="52717"/>
                </a:lnTo>
                <a:lnTo>
                  <a:pt x="1964854" y="53192"/>
                </a:lnTo>
                <a:lnTo>
                  <a:pt x="1964354" y="53679"/>
                </a:lnTo>
                <a:lnTo>
                  <a:pt x="1963867" y="54179"/>
                </a:lnTo>
                <a:lnTo>
                  <a:pt x="1963391" y="54692"/>
                </a:lnTo>
                <a:lnTo>
                  <a:pt x="1962927" y="55217"/>
                </a:lnTo>
                <a:lnTo>
                  <a:pt x="1962476" y="55755"/>
                </a:lnTo>
                <a:lnTo>
                  <a:pt x="1962037" y="56305"/>
                </a:lnTo>
                <a:lnTo>
                  <a:pt x="1961609" y="56868"/>
                </a:lnTo>
                <a:lnTo>
                  <a:pt x="1961194" y="57444"/>
                </a:lnTo>
                <a:lnTo>
                  <a:pt x="1960791" y="58033"/>
                </a:lnTo>
                <a:lnTo>
                  <a:pt x="1960399" y="58633"/>
                </a:lnTo>
                <a:lnTo>
                  <a:pt x="1960020" y="59247"/>
                </a:lnTo>
                <a:lnTo>
                  <a:pt x="1959653" y="59873"/>
                </a:lnTo>
                <a:lnTo>
                  <a:pt x="1959298" y="60512"/>
                </a:lnTo>
                <a:lnTo>
                  <a:pt x="1958957" y="61163"/>
                </a:lnTo>
                <a:lnTo>
                  <a:pt x="1958630" y="61825"/>
                </a:lnTo>
                <a:lnTo>
                  <a:pt x="1958317" y="62499"/>
                </a:lnTo>
                <a:lnTo>
                  <a:pt x="1958019" y="63185"/>
                </a:lnTo>
                <a:lnTo>
                  <a:pt x="1957736" y="63882"/>
                </a:lnTo>
                <a:lnTo>
                  <a:pt x="1957467" y="64590"/>
                </a:lnTo>
                <a:lnTo>
                  <a:pt x="1957213" y="65310"/>
                </a:lnTo>
                <a:lnTo>
                  <a:pt x="1956973" y="66042"/>
                </a:lnTo>
                <a:lnTo>
                  <a:pt x="1956748" y="66785"/>
                </a:lnTo>
                <a:lnTo>
                  <a:pt x="1956537" y="67539"/>
                </a:lnTo>
                <a:lnTo>
                  <a:pt x="1956341" y="68305"/>
                </a:lnTo>
                <a:lnTo>
                  <a:pt x="1956159" y="69083"/>
                </a:lnTo>
                <a:lnTo>
                  <a:pt x="1955992" y="69872"/>
                </a:lnTo>
                <a:lnTo>
                  <a:pt x="1955840" y="70673"/>
                </a:lnTo>
                <a:lnTo>
                  <a:pt x="1955702" y="71485"/>
                </a:lnTo>
                <a:lnTo>
                  <a:pt x="1955578" y="72309"/>
                </a:lnTo>
                <a:lnTo>
                  <a:pt x="1955469" y="73144"/>
                </a:lnTo>
                <a:lnTo>
                  <a:pt x="1955375" y="73991"/>
                </a:lnTo>
                <a:lnTo>
                  <a:pt x="1955295" y="74849"/>
                </a:lnTo>
                <a:lnTo>
                  <a:pt x="1955229" y="75719"/>
                </a:lnTo>
                <a:lnTo>
                  <a:pt x="1955178" y="76601"/>
                </a:lnTo>
                <a:lnTo>
                  <a:pt x="1955142" y="77494"/>
                </a:lnTo>
                <a:lnTo>
                  <a:pt x="1955120" y="78398"/>
                </a:lnTo>
                <a:lnTo>
                  <a:pt x="1955113" y="79314"/>
                </a:lnTo>
                <a:lnTo>
                  <a:pt x="1955113" y="99220"/>
                </a:lnTo>
                <a:lnTo>
                  <a:pt x="1955120" y="100124"/>
                </a:lnTo>
                <a:lnTo>
                  <a:pt x="1955142" y="101016"/>
                </a:lnTo>
                <a:lnTo>
                  <a:pt x="1955178" y="101898"/>
                </a:lnTo>
                <a:lnTo>
                  <a:pt x="1955229" y="102769"/>
                </a:lnTo>
                <a:lnTo>
                  <a:pt x="1955295" y="103629"/>
                </a:lnTo>
                <a:lnTo>
                  <a:pt x="1955375" y="104479"/>
                </a:lnTo>
                <a:lnTo>
                  <a:pt x="1955469" y="105318"/>
                </a:lnTo>
                <a:lnTo>
                  <a:pt x="1955578" y="106146"/>
                </a:lnTo>
                <a:lnTo>
                  <a:pt x="1955702" y="106963"/>
                </a:lnTo>
                <a:lnTo>
                  <a:pt x="1955840" y="107770"/>
                </a:lnTo>
                <a:lnTo>
                  <a:pt x="1955992" y="108566"/>
                </a:lnTo>
                <a:lnTo>
                  <a:pt x="1956159" y="109352"/>
                </a:lnTo>
                <a:lnTo>
                  <a:pt x="1956341" y="110127"/>
                </a:lnTo>
                <a:lnTo>
                  <a:pt x="1956537" y="110891"/>
                </a:lnTo>
                <a:lnTo>
                  <a:pt x="1956748" y="111644"/>
                </a:lnTo>
                <a:lnTo>
                  <a:pt x="1956973" y="112387"/>
                </a:lnTo>
                <a:lnTo>
                  <a:pt x="1957213" y="113119"/>
                </a:lnTo>
                <a:lnTo>
                  <a:pt x="1957467" y="113840"/>
                </a:lnTo>
                <a:lnTo>
                  <a:pt x="1957736" y="114551"/>
                </a:lnTo>
                <a:lnTo>
                  <a:pt x="1958019" y="115250"/>
                </a:lnTo>
                <a:lnTo>
                  <a:pt x="1958317" y="115940"/>
                </a:lnTo>
                <a:lnTo>
                  <a:pt x="1958630" y="116618"/>
                </a:lnTo>
                <a:lnTo>
                  <a:pt x="1958957" y="117286"/>
                </a:lnTo>
                <a:lnTo>
                  <a:pt x="1959298" y="117943"/>
                </a:lnTo>
                <a:lnTo>
                  <a:pt x="1959653" y="118588"/>
                </a:lnTo>
                <a:lnTo>
                  <a:pt x="1960020" y="119221"/>
                </a:lnTo>
                <a:lnTo>
                  <a:pt x="1960399" y="119840"/>
                </a:lnTo>
                <a:lnTo>
                  <a:pt x="1960791" y="120447"/>
                </a:lnTo>
                <a:lnTo>
                  <a:pt x="1961194" y="121040"/>
                </a:lnTo>
                <a:lnTo>
                  <a:pt x="1961609" y="121621"/>
                </a:lnTo>
                <a:lnTo>
                  <a:pt x="1962037" y="122189"/>
                </a:lnTo>
                <a:lnTo>
                  <a:pt x="1962476" y="122744"/>
                </a:lnTo>
                <a:lnTo>
                  <a:pt x="1962927" y="123286"/>
                </a:lnTo>
                <a:lnTo>
                  <a:pt x="1963391" y="123816"/>
                </a:lnTo>
                <a:lnTo>
                  <a:pt x="1963867" y="124332"/>
                </a:lnTo>
                <a:lnTo>
                  <a:pt x="1964354" y="124836"/>
                </a:lnTo>
                <a:lnTo>
                  <a:pt x="1964854" y="125326"/>
                </a:lnTo>
                <a:lnTo>
                  <a:pt x="1965366" y="125804"/>
                </a:lnTo>
                <a:lnTo>
                  <a:pt x="1965890" y="126269"/>
                </a:lnTo>
                <a:lnTo>
                  <a:pt x="1966426" y="126721"/>
                </a:lnTo>
                <a:lnTo>
                  <a:pt x="1966974" y="127160"/>
                </a:lnTo>
                <a:lnTo>
                  <a:pt x="1967534" y="127586"/>
                </a:lnTo>
                <a:lnTo>
                  <a:pt x="1968106" y="127999"/>
                </a:lnTo>
                <a:lnTo>
                  <a:pt x="1968690" y="128399"/>
                </a:lnTo>
                <a:lnTo>
                  <a:pt x="1969286" y="128787"/>
                </a:lnTo>
                <a:lnTo>
                  <a:pt x="1969895" y="129161"/>
                </a:lnTo>
                <a:lnTo>
                  <a:pt x="1970515" y="129523"/>
                </a:lnTo>
                <a:lnTo>
                  <a:pt x="1971147" y="129872"/>
                </a:lnTo>
                <a:lnTo>
                  <a:pt x="1971791" y="130207"/>
                </a:lnTo>
                <a:lnTo>
                  <a:pt x="1972444" y="130528"/>
                </a:lnTo>
                <a:lnTo>
                  <a:pt x="1973107" y="130835"/>
                </a:lnTo>
                <a:lnTo>
                  <a:pt x="1973779" y="131127"/>
                </a:lnTo>
                <a:lnTo>
                  <a:pt x="1974461" y="131405"/>
                </a:lnTo>
                <a:lnTo>
                  <a:pt x="1975152" y="131669"/>
                </a:lnTo>
                <a:lnTo>
                  <a:pt x="1975853" y="131919"/>
                </a:lnTo>
                <a:lnTo>
                  <a:pt x="1976564" y="132154"/>
                </a:lnTo>
                <a:lnTo>
                  <a:pt x="1977284" y="132375"/>
                </a:lnTo>
                <a:lnTo>
                  <a:pt x="1978014" y="132582"/>
                </a:lnTo>
                <a:lnTo>
                  <a:pt x="1978754" y="132774"/>
                </a:lnTo>
                <a:lnTo>
                  <a:pt x="1979503" y="132953"/>
                </a:lnTo>
                <a:lnTo>
                  <a:pt x="1980262" y="133117"/>
                </a:lnTo>
                <a:lnTo>
                  <a:pt x="1981030" y="133267"/>
                </a:lnTo>
                <a:lnTo>
                  <a:pt x="1981808" y="133402"/>
                </a:lnTo>
                <a:lnTo>
                  <a:pt x="1982595" y="133523"/>
                </a:lnTo>
                <a:lnTo>
                  <a:pt x="1983392" y="133630"/>
                </a:lnTo>
                <a:lnTo>
                  <a:pt x="1984199" y="133723"/>
                </a:lnTo>
                <a:lnTo>
                  <a:pt x="1985015" y="133802"/>
                </a:lnTo>
                <a:lnTo>
                  <a:pt x="1985841" y="133866"/>
                </a:lnTo>
                <a:lnTo>
                  <a:pt x="1986677" y="133916"/>
                </a:lnTo>
                <a:lnTo>
                  <a:pt x="1987522" y="133951"/>
                </a:lnTo>
                <a:lnTo>
                  <a:pt x="1988377" y="133973"/>
                </a:lnTo>
                <a:lnTo>
                  <a:pt x="1989241" y="133980"/>
                </a:lnTo>
                <a:lnTo>
                  <a:pt x="1990105" y="133973"/>
                </a:lnTo>
                <a:lnTo>
                  <a:pt x="1990959" y="133951"/>
                </a:lnTo>
                <a:lnTo>
                  <a:pt x="1991804" y="133916"/>
                </a:lnTo>
                <a:lnTo>
                  <a:pt x="1992640" y="133866"/>
                </a:lnTo>
                <a:lnTo>
                  <a:pt x="1993465" y="133802"/>
                </a:lnTo>
                <a:close/>
                <a:moveTo>
                  <a:pt x="1985587" y="121114"/>
                </a:moveTo>
                <a:lnTo>
                  <a:pt x="1984896" y="121014"/>
                </a:lnTo>
                <a:lnTo>
                  <a:pt x="1984218" y="120896"/>
                </a:lnTo>
                <a:lnTo>
                  <a:pt x="1983553" y="120761"/>
                </a:lnTo>
                <a:lnTo>
                  <a:pt x="1982901" y="120607"/>
                </a:lnTo>
                <a:lnTo>
                  <a:pt x="1982262" y="120435"/>
                </a:lnTo>
                <a:lnTo>
                  <a:pt x="1981637" y="120245"/>
                </a:lnTo>
                <a:lnTo>
                  <a:pt x="1981025" y="120037"/>
                </a:lnTo>
                <a:lnTo>
                  <a:pt x="1980426" y="119811"/>
                </a:lnTo>
                <a:lnTo>
                  <a:pt x="1979840" y="119566"/>
                </a:lnTo>
                <a:lnTo>
                  <a:pt x="1979267" y="119304"/>
                </a:lnTo>
                <a:lnTo>
                  <a:pt x="1978707" y="119023"/>
                </a:lnTo>
                <a:lnTo>
                  <a:pt x="1978161" y="118725"/>
                </a:lnTo>
                <a:lnTo>
                  <a:pt x="1977627" y="118408"/>
                </a:lnTo>
                <a:lnTo>
                  <a:pt x="1977107" y="118073"/>
                </a:lnTo>
                <a:lnTo>
                  <a:pt x="1976600" y="117720"/>
                </a:lnTo>
                <a:lnTo>
                  <a:pt x="1976106" y="117349"/>
                </a:lnTo>
                <a:lnTo>
                  <a:pt x="1975625" y="116960"/>
                </a:lnTo>
                <a:lnTo>
                  <a:pt x="1975158" y="116553"/>
                </a:lnTo>
                <a:lnTo>
                  <a:pt x="1974703" y="116128"/>
                </a:lnTo>
                <a:lnTo>
                  <a:pt x="1974265" y="115685"/>
                </a:lnTo>
                <a:lnTo>
                  <a:pt x="1973846" y="115224"/>
                </a:lnTo>
                <a:lnTo>
                  <a:pt x="1973445" y="114747"/>
                </a:lnTo>
                <a:lnTo>
                  <a:pt x="1973062" y="114253"/>
                </a:lnTo>
                <a:lnTo>
                  <a:pt x="1972699" y="113742"/>
                </a:lnTo>
                <a:lnTo>
                  <a:pt x="1972354" y="113214"/>
                </a:lnTo>
                <a:lnTo>
                  <a:pt x="1972027" y="112669"/>
                </a:lnTo>
                <a:lnTo>
                  <a:pt x="1971719" y="112107"/>
                </a:lnTo>
                <a:lnTo>
                  <a:pt x="1971430" y="111528"/>
                </a:lnTo>
                <a:lnTo>
                  <a:pt x="1971160" y="110932"/>
                </a:lnTo>
                <a:lnTo>
                  <a:pt x="1970908" y="110319"/>
                </a:lnTo>
                <a:lnTo>
                  <a:pt x="1970675" y="109689"/>
                </a:lnTo>
                <a:lnTo>
                  <a:pt x="1970460" y="109042"/>
                </a:lnTo>
                <a:lnTo>
                  <a:pt x="1970265" y="108378"/>
                </a:lnTo>
                <a:lnTo>
                  <a:pt x="1970087" y="107697"/>
                </a:lnTo>
                <a:lnTo>
                  <a:pt x="1969929" y="106999"/>
                </a:lnTo>
                <a:lnTo>
                  <a:pt x="1969789" y="106283"/>
                </a:lnTo>
                <a:lnTo>
                  <a:pt x="1969668" y="105551"/>
                </a:lnTo>
                <a:lnTo>
                  <a:pt x="1969565" y="104802"/>
                </a:lnTo>
                <a:lnTo>
                  <a:pt x="1969481" y="104036"/>
                </a:lnTo>
                <a:lnTo>
                  <a:pt x="1969416" y="103253"/>
                </a:lnTo>
                <a:lnTo>
                  <a:pt x="1969369" y="102453"/>
                </a:lnTo>
                <a:lnTo>
                  <a:pt x="1969341" y="101636"/>
                </a:lnTo>
                <a:lnTo>
                  <a:pt x="1969332" y="100802"/>
                </a:lnTo>
                <a:lnTo>
                  <a:pt x="1969332" y="77733"/>
                </a:lnTo>
                <a:lnTo>
                  <a:pt x="1969341" y="76899"/>
                </a:lnTo>
                <a:lnTo>
                  <a:pt x="1969369" y="76081"/>
                </a:lnTo>
                <a:lnTo>
                  <a:pt x="1969416" y="75281"/>
                </a:lnTo>
                <a:lnTo>
                  <a:pt x="1969481" y="74498"/>
                </a:lnTo>
                <a:lnTo>
                  <a:pt x="1969565" y="73732"/>
                </a:lnTo>
                <a:lnTo>
                  <a:pt x="1969668" y="72983"/>
                </a:lnTo>
                <a:lnTo>
                  <a:pt x="1969789" y="72251"/>
                </a:lnTo>
                <a:lnTo>
                  <a:pt x="1969929" y="71536"/>
                </a:lnTo>
                <a:lnTo>
                  <a:pt x="1970087" y="70838"/>
                </a:lnTo>
                <a:lnTo>
                  <a:pt x="1970265" y="70157"/>
                </a:lnTo>
                <a:lnTo>
                  <a:pt x="1970460" y="69493"/>
                </a:lnTo>
                <a:lnTo>
                  <a:pt x="1970675" y="68846"/>
                </a:lnTo>
                <a:lnTo>
                  <a:pt x="1970908" y="68216"/>
                </a:lnTo>
                <a:lnTo>
                  <a:pt x="1971160" y="67603"/>
                </a:lnTo>
                <a:lnTo>
                  <a:pt x="1971430" y="67007"/>
                </a:lnTo>
                <a:lnTo>
                  <a:pt x="1971719" y="66428"/>
                </a:lnTo>
                <a:lnTo>
                  <a:pt x="1972027" y="65867"/>
                </a:lnTo>
                <a:lnTo>
                  <a:pt x="1972354" y="65322"/>
                </a:lnTo>
                <a:lnTo>
                  <a:pt x="1972699" y="64794"/>
                </a:lnTo>
                <a:lnTo>
                  <a:pt x="1973062" y="64283"/>
                </a:lnTo>
                <a:lnTo>
                  <a:pt x="1973445" y="63789"/>
                </a:lnTo>
                <a:lnTo>
                  <a:pt x="1973846" y="63312"/>
                </a:lnTo>
                <a:lnTo>
                  <a:pt x="1974265" y="62852"/>
                </a:lnTo>
                <a:lnTo>
                  <a:pt x="1974703" y="62409"/>
                </a:lnTo>
                <a:lnTo>
                  <a:pt x="1975158" y="61984"/>
                </a:lnTo>
                <a:lnTo>
                  <a:pt x="1975625" y="61576"/>
                </a:lnTo>
                <a:lnTo>
                  <a:pt x="1976106" y="61187"/>
                </a:lnTo>
                <a:lnTo>
                  <a:pt x="1976600" y="60816"/>
                </a:lnTo>
                <a:lnTo>
                  <a:pt x="1977107" y="60463"/>
                </a:lnTo>
                <a:lnTo>
                  <a:pt x="1977627" y="60128"/>
                </a:lnTo>
                <a:lnTo>
                  <a:pt x="1978161" y="59811"/>
                </a:lnTo>
                <a:lnTo>
                  <a:pt x="1978707" y="59512"/>
                </a:lnTo>
                <a:lnTo>
                  <a:pt x="1979267" y="59232"/>
                </a:lnTo>
                <a:lnTo>
                  <a:pt x="1979840" y="58969"/>
                </a:lnTo>
                <a:lnTo>
                  <a:pt x="1980426" y="58725"/>
                </a:lnTo>
                <a:lnTo>
                  <a:pt x="1981025" y="58498"/>
                </a:lnTo>
                <a:lnTo>
                  <a:pt x="1981637" y="58290"/>
                </a:lnTo>
                <a:lnTo>
                  <a:pt x="1982262" y="58100"/>
                </a:lnTo>
                <a:lnTo>
                  <a:pt x="1982901" y="57928"/>
                </a:lnTo>
                <a:lnTo>
                  <a:pt x="1983553" y="57774"/>
                </a:lnTo>
                <a:lnTo>
                  <a:pt x="1984218" y="57638"/>
                </a:lnTo>
                <a:lnTo>
                  <a:pt x="1984896" y="57521"/>
                </a:lnTo>
                <a:lnTo>
                  <a:pt x="1985587" y="57421"/>
                </a:lnTo>
                <a:lnTo>
                  <a:pt x="1986292" y="57340"/>
                </a:lnTo>
                <a:lnTo>
                  <a:pt x="1987009" y="57276"/>
                </a:lnTo>
                <a:lnTo>
                  <a:pt x="1987740" y="57231"/>
                </a:lnTo>
                <a:lnTo>
                  <a:pt x="1988484" y="57204"/>
                </a:lnTo>
                <a:lnTo>
                  <a:pt x="1989241" y="57195"/>
                </a:lnTo>
                <a:lnTo>
                  <a:pt x="1990011" y="57204"/>
                </a:lnTo>
                <a:lnTo>
                  <a:pt x="1990766" y="57231"/>
                </a:lnTo>
                <a:lnTo>
                  <a:pt x="1991508" y="57276"/>
                </a:lnTo>
                <a:lnTo>
                  <a:pt x="1992236" y="57340"/>
                </a:lnTo>
                <a:lnTo>
                  <a:pt x="1992949" y="57421"/>
                </a:lnTo>
                <a:lnTo>
                  <a:pt x="1993649" y="57521"/>
                </a:lnTo>
                <a:lnTo>
                  <a:pt x="1994335" y="57638"/>
                </a:lnTo>
                <a:lnTo>
                  <a:pt x="1995007" y="57774"/>
                </a:lnTo>
                <a:lnTo>
                  <a:pt x="1995665" y="57928"/>
                </a:lnTo>
                <a:lnTo>
                  <a:pt x="1996308" y="58100"/>
                </a:lnTo>
                <a:lnTo>
                  <a:pt x="1996938" y="58290"/>
                </a:lnTo>
                <a:lnTo>
                  <a:pt x="1997554" y="58498"/>
                </a:lnTo>
                <a:lnTo>
                  <a:pt x="1998156" y="58725"/>
                </a:lnTo>
                <a:lnTo>
                  <a:pt x="1998744" y="58969"/>
                </a:lnTo>
                <a:lnTo>
                  <a:pt x="1999318" y="59232"/>
                </a:lnTo>
                <a:lnTo>
                  <a:pt x="1999877" y="59512"/>
                </a:lnTo>
                <a:lnTo>
                  <a:pt x="2000423" y="59811"/>
                </a:lnTo>
                <a:lnTo>
                  <a:pt x="2000955" y="60128"/>
                </a:lnTo>
                <a:lnTo>
                  <a:pt x="2001473" y="60463"/>
                </a:lnTo>
                <a:lnTo>
                  <a:pt x="2001977" y="60816"/>
                </a:lnTo>
                <a:lnTo>
                  <a:pt x="2002467" y="61187"/>
                </a:lnTo>
                <a:lnTo>
                  <a:pt x="2002943" y="61576"/>
                </a:lnTo>
                <a:lnTo>
                  <a:pt x="2003405" y="61984"/>
                </a:lnTo>
                <a:lnTo>
                  <a:pt x="2003853" y="62409"/>
                </a:lnTo>
                <a:lnTo>
                  <a:pt x="2004285" y="62852"/>
                </a:lnTo>
                <a:lnTo>
                  <a:pt x="2004699" y="63312"/>
                </a:lnTo>
                <a:lnTo>
                  <a:pt x="2005094" y="63789"/>
                </a:lnTo>
                <a:lnTo>
                  <a:pt x="2005471" y="64283"/>
                </a:lnTo>
                <a:lnTo>
                  <a:pt x="2005829" y="64794"/>
                </a:lnTo>
                <a:lnTo>
                  <a:pt x="2006169" y="65322"/>
                </a:lnTo>
                <a:lnTo>
                  <a:pt x="2006491" y="65867"/>
                </a:lnTo>
                <a:lnTo>
                  <a:pt x="2006794" y="66428"/>
                </a:lnTo>
                <a:lnTo>
                  <a:pt x="2007079" y="67007"/>
                </a:lnTo>
                <a:lnTo>
                  <a:pt x="2007346" y="67603"/>
                </a:lnTo>
                <a:lnTo>
                  <a:pt x="2007594" y="68216"/>
                </a:lnTo>
                <a:lnTo>
                  <a:pt x="2007824" y="68846"/>
                </a:lnTo>
                <a:lnTo>
                  <a:pt x="2008035" y="69493"/>
                </a:lnTo>
                <a:lnTo>
                  <a:pt x="2008228" y="70157"/>
                </a:lnTo>
                <a:lnTo>
                  <a:pt x="2008403" y="70838"/>
                </a:lnTo>
                <a:lnTo>
                  <a:pt x="2008559" y="71536"/>
                </a:lnTo>
                <a:lnTo>
                  <a:pt x="2008697" y="72251"/>
                </a:lnTo>
                <a:lnTo>
                  <a:pt x="2008816" y="72983"/>
                </a:lnTo>
                <a:lnTo>
                  <a:pt x="2008917" y="73732"/>
                </a:lnTo>
                <a:lnTo>
                  <a:pt x="2009000" y="74498"/>
                </a:lnTo>
                <a:lnTo>
                  <a:pt x="2009064" y="75281"/>
                </a:lnTo>
                <a:lnTo>
                  <a:pt x="2009110" y="76081"/>
                </a:lnTo>
                <a:lnTo>
                  <a:pt x="2009138" y="76899"/>
                </a:lnTo>
                <a:lnTo>
                  <a:pt x="2009147" y="77733"/>
                </a:lnTo>
                <a:lnTo>
                  <a:pt x="2009147" y="100802"/>
                </a:lnTo>
                <a:lnTo>
                  <a:pt x="2009138" y="101636"/>
                </a:lnTo>
                <a:lnTo>
                  <a:pt x="2009110" y="102453"/>
                </a:lnTo>
                <a:lnTo>
                  <a:pt x="2009064" y="103253"/>
                </a:lnTo>
                <a:lnTo>
                  <a:pt x="2009000" y="104036"/>
                </a:lnTo>
                <a:lnTo>
                  <a:pt x="2008917" y="104802"/>
                </a:lnTo>
                <a:lnTo>
                  <a:pt x="2008816" y="105551"/>
                </a:lnTo>
                <a:lnTo>
                  <a:pt x="2008697" y="106283"/>
                </a:lnTo>
                <a:lnTo>
                  <a:pt x="2008559" y="106999"/>
                </a:lnTo>
                <a:lnTo>
                  <a:pt x="2008403" y="107697"/>
                </a:lnTo>
                <a:lnTo>
                  <a:pt x="2008228" y="108378"/>
                </a:lnTo>
                <a:lnTo>
                  <a:pt x="2008035" y="109042"/>
                </a:lnTo>
                <a:lnTo>
                  <a:pt x="2007824" y="109689"/>
                </a:lnTo>
                <a:lnTo>
                  <a:pt x="2007594" y="110319"/>
                </a:lnTo>
                <a:lnTo>
                  <a:pt x="2007346" y="110932"/>
                </a:lnTo>
                <a:lnTo>
                  <a:pt x="2007079" y="111528"/>
                </a:lnTo>
                <a:lnTo>
                  <a:pt x="2006794" y="112107"/>
                </a:lnTo>
                <a:lnTo>
                  <a:pt x="2006491" y="112669"/>
                </a:lnTo>
                <a:lnTo>
                  <a:pt x="2006169" y="113214"/>
                </a:lnTo>
                <a:lnTo>
                  <a:pt x="2005829" y="113742"/>
                </a:lnTo>
                <a:lnTo>
                  <a:pt x="2005471" y="114253"/>
                </a:lnTo>
                <a:lnTo>
                  <a:pt x="2005094" y="114747"/>
                </a:lnTo>
                <a:lnTo>
                  <a:pt x="2004699" y="115224"/>
                </a:lnTo>
                <a:lnTo>
                  <a:pt x="2004285" y="115685"/>
                </a:lnTo>
                <a:lnTo>
                  <a:pt x="2003853" y="116128"/>
                </a:lnTo>
                <a:lnTo>
                  <a:pt x="2003405" y="116553"/>
                </a:lnTo>
                <a:lnTo>
                  <a:pt x="2002943" y="116960"/>
                </a:lnTo>
                <a:lnTo>
                  <a:pt x="2002467" y="117349"/>
                </a:lnTo>
                <a:lnTo>
                  <a:pt x="2001977" y="117720"/>
                </a:lnTo>
                <a:lnTo>
                  <a:pt x="2001473" y="118073"/>
                </a:lnTo>
                <a:lnTo>
                  <a:pt x="2000955" y="118408"/>
                </a:lnTo>
                <a:lnTo>
                  <a:pt x="2000423" y="118725"/>
                </a:lnTo>
                <a:lnTo>
                  <a:pt x="1999877" y="119023"/>
                </a:lnTo>
                <a:lnTo>
                  <a:pt x="1999318" y="119304"/>
                </a:lnTo>
                <a:lnTo>
                  <a:pt x="1998744" y="119566"/>
                </a:lnTo>
                <a:lnTo>
                  <a:pt x="1998156" y="119811"/>
                </a:lnTo>
                <a:lnTo>
                  <a:pt x="1997554" y="120037"/>
                </a:lnTo>
                <a:lnTo>
                  <a:pt x="1996938" y="120245"/>
                </a:lnTo>
                <a:lnTo>
                  <a:pt x="1996308" y="120435"/>
                </a:lnTo>
                <a:lnTo>
                  <a:pt x="1995665" y="120607"/>
                </a:lnTo>
                <a:lnTo>
                  <a:pt x="1995007" y="120761"/>
                </a:lnTo>
                <a:lnTo>
                  <a:pt x="1994335" y="120896"/>
                </a:lnTo>
                <a:lnTo>
                  <a:pt x="1993649" y="121014"/>
                </a:lnTo>
                <a:lnTo>
                  <a:pt x="1992949" y="121114"/>
                </a:lnTo>
                <a:lnTo>
                  <a:pt x="1992236" y="121195"/>
                </a:lnTo>
                <a:lnTo>
                  <a:pt x="1991508" y="121258"/>
                </a:lnTo>
                <a:lnTo>
                  <a:pt x="1990766" y="121304"/>
                </a:lnTo>
                <a:lnTo>
                  <a:pt x="1990011" y="121331"/>
                </a:lnTo>
                <a:lnTo>
                  <a:pt x="1989241" y="121340"/>
                </a:lnTo>
                <a:lnTo>
                  <a:pt x="1988484" y="121331"/>
                </a:lnTo>
                <a:lnTo>
                  <a:pt x="1987740" y="121304"/>
                </a:lnTo>
                <a:lnTo>
                  <a:pt x="1987009" y="121258"/>
                </a:lnTo>
                <a:lnTo>
                  <a:pt x="1986292" y="121195"/>
                </a:lnTo>
                <a:lnTo>
                  <a:pt x="1985587" y="121114"/>
                </a:lnTo>
                <a:close/>
                <a:moveTo>
                  <a:pt x="1622688" y="134018"/>
                </a:moveTo>
                <a:lnTo>
                  <a:pt x="1623746" y="133896"/>
                </a:lnTo>
                <a:lnTo>
                  <a:pt x="1624788" y="133751"/>
                </a:lnTo>
                <a:lnTo>
                  <a:pt x="1625814" y="133585"/>
                </a:lnTo>
                <a:lnTo>
                  <a:pt x="1626824" y="133396"/>
                </a:lnTo>
                <a:lnTo>
                  <a:pt x="1627819" y="133185"/>
                </a:lnTo>
                <a:lnTo>
                  <a:pt x="1628797" y="132952"/>
                </a:lnTo>
                <a:lnTo>
                  <a:pt x="1629759" y="132696"/>
                </a:lnTo>
                <a:lnTo>
                  <a:pt x="1630706" y="132418"/>
                </a:lnTo>
                <a:lnTo>
                  <a:pt x="1631637" y="132118"/>
                </a:lnTo>
                <a:lnTo>
                  <a:pt x="1632551" y="131796"/>
                </a:lnTo>
                <a:lnTo>
                  <a:pt x="1633450" y="131452"/>
                </a:lnTo>
                <a:lnTo>
                  <a:pt x="1634333" y="131085"/>
                </a:lnTo>
                <a:lnTo>
                  <a:pt x="1635200" y="130697"/>
                </a:lnTo>
                <a:lnTo>
                  <a:pt x="1636051" y="130286"/>
                </a:lnTo>
                <a:lnTo>
                  <a:pt x="1636886" y="129852"/>
                </a:lnTo>
                <a:lnTo>
                  <a:pt x="1637706" y="129397"/>
                </a:lnTo>
                <a:lnTo>
                  <a:pt x="1638509" y="128919"/>
                </a:lnTo>
                <a:lnTo>
                  <a:pt x="1639296" y="128419"/>
                </a:lnTo>
                <a:lnTo>
                  <a:pt x="1640068" y="127897"/>
                </a:lnTo>
                <a:lnTo>
                  <a:pt x="1640818" y="127356"/>
                </a:lnTo>
                <a:lnTo>
                  <a:pt x="1641542" y="126800"/>
                </a:lnTo>
                <a:lnTo>
                  <a:pt x="1642239" y="126227"/>
                </a:lnTo>
                <a:lnTo>
                  <a:pt x="1642908" y="125639"/>
                </a:lnTo>
                <a:lnTo>
                  <a:pt x="1643551" y="125036"/>
                </a:lnTo>
                <a:lnTo>
                  <a:pt x="1644167" y="124417"/>
                </a:lnTo>
                <a:lnTo>
                  <a:pt x="1644756" y="123782"/>
                </a:lnTo>
                <a:lnTo>
                  <a:pt x="1645318" y="123131"/>
                </a:lnTo>
                <a:lnTo>
                  <a:pt x="1645853" y="122465"/>
                </a:lnTo>
                <a:lnTo>
                  <a:pt x="1646362" y="121783"/>
                </a:lnTo>
                <a:lnTo>
                  <a:pt x="1646843" y="121086"/>
                </a:lnTo>
                <a:lnTo>
                  <a:pt x="1647298" y="120373"/>
                </a:lnTo>
                <a:lnTo>
                  <a:pt x="1647725" y="119644"/>
                </a:lnTo>
                <a:lnTo>
                  <a:pt x="1648126" y="118900"/>
                </a:lnTo>
                <a:lnTo>
                  <a:pt x="1648500" y="118140"/>
                </a:lnTo>
                <a:lnTo>
                  <a:pt x="1648847" y="117365"/>
                </a:lnTo>
                <a:lnTo>
                  <a:pt x="1649167" y="116573"/>
                </a:lnTo>
                <a:lnTo>
                  <a:pt x="1649460" y="115767"/>
                </a:lnTo>
                <a:lnTo>
                  <a:pt x="1649726" y="114944"/>
                </a:lnTo>
                <a:lnTo>
                  <a:pt x="1649966" y="114106"/>
                </a:lnTo>
                <a:lnTo>
                  <a:pt x="1650178" y="113252"/>
                </a:lnTo>
                <a:lnTo>
                  <a:pt x="1650364" y="112383"/>
                </a:lnTo>
                <a:lnTo>
                  <a:pt x="1650522" y="111498"/>
                </a:lnTo>
                <a:lnTo>
                  <a:pt x="1650654" y="110597"/>
                </a:lnTo>
                <a:lnTo>
                  <a:pt x="1636435" y="110597"/>
                </a:lnTo>
                <a:lnTo>
                  <a:pt x="1636336" y="111028"/>
                </a:lnTo>
                <a:lnTo>
                  <a:pt x="1636223" y="111451"/>
                </a:lnTo>
                <a:lnTo>
                  <a:pt x="1636095" y="111867"/>
                </a:lnTo>
                <a:lnTo>
                  <a:pt x="1635954" y="112276"/>
                </a:lnTo>
                <a:lnTo>
                  <a:pt x="1635799" y="112677"/>
                </a:lnTo>
                <a:lnTo>
                  <a:pt x="1635630" y="113071"/>
                </a:lnTo>
                <a:lnTo>
                  <a:pt x="1635447" y="113457"/>
                </a:lnTo>
                <a:lnTo>
                  <a:pt x="1635250" y="113836"/>
                </a:lnTo>
                <a:lnTo>
                  <a:pt x="1635039" y="114208"/>
                </a:lnTo>
                <a:lnTo>
                  <a:pt x="1634813" y="114572"/>
                </a:lnTo>
                <a:lnTo>
                  <a:pt x="1634574" y="114929"/>
                </a:lnTo>
                <a:lnTo>
                  <a:pt x="1634321" y="115278"/>
                </a:lnTo>
                <a:lnTo>
                  <a:pt x="1634054" y="115620"/>
                </a:lnTo>
                <a:lnTo>
                  <a:pt x="1633773" y="115955"/>
                </a:lnTo>
                <a:lnTo>
                  <a:pt x="1633478" y="116282"/>
                </a:lnTo>
                <a:lnTo>
                  <a:pt x="1633169" y="116602"/>
                </a:lnTo>
                <a:lnTo>
                  <a:pt x="1632846" y="116914"/>
                </a:lnTo>
                <a:lnTo>
                  <a:pt x="1632509" y="117219"/>
                </a:lnTo>
                <a:lnTo>
                  <a:pt x="1632158" y="117516"/>
                </a:lnTo>
                <a:lnTo>
                  <a:pt x="1631793" y="117807"/>
                </a:lnTo>
                <a:lnTo>
                  <a:pt x="1631414" y="118089"/>
                </a:lnTo>
                <a:lnTo>
                  <a:pt x="1631021" y="118364"/>
                </a:lnTo>
                <a:lnTo>
                  <a:pt x="1630614" y="118632"/>
                </a:lnTo>
                <a:lnTo>
                  <a:pt x="1630193" y="118893"/>
                </a:lnTo>
                <a:lnTo>
                  <a:pt x="1629761" y="119144"/>
                </a:lnTo>
                <a:lnTo>
                  <a:pt x="1629319" y="119385"/>
                </a:lnTo>
                <a:lnTo>
                  <a:pt x="1628867" y="119615"/>
                </a:lnTo>
                <a:lnTo>
                  <a:pt x="1628406" y="119834"/>
                </a:lnTo>
                <a:lnTo>
                  <a:pt x="1627935" y="120043"/>
                </a:lnTo>
                <a:lnTo>
                  <a:pt x="1627454" y="120241"/>
                </a:lnTo>
                <a:lnTo>
                  <a:pt x="1626964" y="120428"/>
                </a:lnTo>
                <a:lnTo>
                  <a:pt x="1626464" y="120604"/>
                </a:lnTo>
                <a:lnTo>
                  <a:pt x="1625955" y="120770"/>
                </a:lnTo>
                <a:lnTo>
                  <a:pt x="1625436" y="120925"/>
                </a:lnTo>
                <a:lnTo>
                  <a:pt x="1624907" y="121070"/>
                </a:lnTo>
                <a:lnTo>
                  <a:pt x="1624369" y="121204"/>
                </a:lnTo>
                <a:lnTo>
                  <a:pt x="1623821" y="121327"/>
                </a:lnTo>
                <a:lnTo>
                  <a:pt x="1623263" y="121439"/>
                </a:lnTo>
                <a:lnTo>
                  <a:pt x="1622696" y="121541"/>
                </a:lnTo>
                <a:lnTo>
                  <a:pt x="1622120" y="121632"/>
                </a:lnTo>
                <a:lnTo>
                  <a:pt x="1621533" y="121712"/>
                </a:lnTo>
                <a:lnTo>
                  <a:pt x="1620937" y="121781"/>
                </a:lnTo>
                <a:lnTo>
                  <a:pt x="1620332" y="121840"/>
                </a:lnTo>
                <a:lnTo>
                  <a:pt x="1619717" y="121888"/>
                </a:lnTo>
                <a:lnTo>
                  <a:pt x="1619092" y="121926"/>
                </a:lnTo>
                <a:lnTo>
                  <a:pt x="1618458" y="121952"/>
                </a:lnTo>
                <a:lnTo>
                  <a:pt x="1617814" y="121968"/>
                </a:lnTo>
                <a:lnTo>
                  <a:pt x="1617160" y="121974"/>
                </a:lnTo>
                <a:lnTo>
                  <a:pt x="1616403" y="121964"/>
                </a:lnTo>
                <a:lnTo>
                  <a:pt x="1615658" y="121935"/>
                </a:lnTo>
                <a:lnTo>
                  <a:pt x="1614926" y="121886"/>
                </a:lnTo>
                <a:lnTo>
                  <a:pt x="1614207" y="121818"/>
                </a:lnTo>
                <a:lnTo>
                  <a:pt x="1613500" y="121730"/>
                </a:lnTo>
                <a:lnTo>
                  <a:pt x="1612806" y="121623"/>
                </a:lnTo>
                <a:lnTo>
                  <a:pt x="1612124" y="121497"/>
                </a:lnTo>
                <a:lnTo>
                  <a:pt x="1611455" y="121351"/>
                </a:lnTo>
                <a:lnTo>
                  <a:pt x="1610799" y="121185"/>
                </a:lnTo>
                <a:lnTo>
                  <a:pt x="1610155" y="121000"/>
                </a:lnTo>
                <a:lnTo>
                  <a:pt x="1609524" y="120795"/>
                </a:lnTo>
                <a:lnTo>
                  <a:pt x="1608905" y="120571"/>
                </a:lnTo>
                <a:lnTo>
                  <a:pt x="1608299" y="120328"/>
                </a:lnTo>
                <a:lnTo>
                  <a:pt x="1607706" y="120065"/>
                </a:lnTo>
                <a:lnTo>
                  <a:pt x="1607125" y="119782"/>
                </a:lnTo>
                <a:lnTo>
                  <a:pt x="1606557" y="119480"/>
                </a:lnTo>
                <a:lnTo>
                  <a:pt x="1606001" y="119159"/>
                </a:lnTo>
                <a:lnTo>
                  <a:pt x="1605459" y="118818"/>
                </a:lnTo>
                <a:lnTo>
                  <a:pt x="1604928" y="118458"/>
                </a:lnTo>
                <a:lnTo>
                  <a:pt x="1604411" y="118078"/>
                </a:lnTo>
                <a:lnTo>
                  <a:pt x="1603906" y="117679"/>
                </a:lnTo>
                <a:lnTo>
                  <a:pt x="1603413" y="117260"/>
                </a:lnTo>
                <a:lnTo>
                  <a:pt x="1602933" y="116822"/>
                </a:lnTo>
                <a:lnTo>
                  <a:pt x="1602466" y="116364"/>
                </a:lnTo>
                <a:lnTo>
                  <a:pt x="1602015" y="115889"/>
                </a:lnTo>
                <a:lnTo>
                  <a:pt x="1601583" y="115401"/>
                </a:lnTo>
                <a:lnTo>
                  <a:pt x="1601170" y="114898"/>
                </a:lnTo>
                <a:lnTo>
                  <a:pt x="1600776" y="114382"/>
                </a:lnTo>
                <a:lnTo>
                  <a:pt x="1600402" y="113852"/>
                </a:lnTo>
                <a:lnTo>
                  <a:pt x="1600047" y="113307"/>
                </a:lnTo>
                <a:lnTo>
                  <a:pt x="1599711" y="112749"/>
                </a:lnTo>
                <a:lnTo>
                  <a:pt x="1599394" y="112176"/>
                </a:lnTo>
                <a:lnTo>
                  <a:pt x="1599096" y="111590"/>
                </a:lnTo>
                <a:lnTo>
                  <a:pt x="1598818" y="110990"/>
                </a:lnTo>
                <a:lnTo>
                  <a:pt x="1598558" y="110376"/>
                </a:lnTo>
                <a:lnTo>
                  <a:pt x="1598318" y="109747"/>
                </a:lnTo>
                <a:lnTo>
                  <a:pt x="1598098" y="109105"/>
                </a:lnTo>
                <a:lnTo>
                  <a:pt x="1597896" y="108449"/>
                </a:lnTo>
                <a:lnTo>
                  <a:pt x="1597714" y="107779"/>
                </a:lnTo>
                <a:lnTo>
                  <a:pt x="1597550" y="107094"/>
                </a:lnTo>
                <a:lnTo>
                  <a:pt x="1597406" y="106396"/>
                </a:lnTo>
                <a:lnTo>
                  <a:pt x="1597281" y="105684"/>
                </a:lnTo>
                <a:lnTo>
                  <a:pt x="1597176" y="104958"/>
                </a:lnTo>
                <a:lnTo>
                  <a:pt x="1597089" y="104218"/>
                </a:lnTo>
                <a:lnTo>
                  <a:pt x="1597022" y="103464"/>
                </a:lnTo>
                <a:lnTo>
                  <a:pt x="1596974" y="102696"/>
                </a:lnTo>
                <a:lnTo>
                  <a:pt x="1596945" y="101914"/>
                </a:lnTo>
                <a:lnTo>
                  <a:pt x="1596936" y="101118"/>
                </a:lnTo>
                <a:lnTo>
                  <a:pt x="1596936" y="92902"/>
                </a:lnTo>
                <a:lnTo>
                  <a:pt x="1651288" y="92902"/>
                </a:lnTo>
                <a:lnTo>
                  <a:pt x="1651288" y="77417"/>
                </a:lnTo>
                <a:lnTo>
                  <a:pt x="1651281" y="76579"/>
                </a:lnTo>
                <a:lnTo>
                  <a:pt x="1651258" y="75750"/>
                </a:lnTo>
                <a:lnTo>
                  <a:pt x="1651221" y="74931"/>
                </a:lnTo>
                <a:lnTo>
                  <a:pt x="1651170" y="74121"/>
                </a:lnTo>
                <a:lnTo>
                  <a:pt x="1651103" y="73320"/>
                </a:lnTo>
                <a:lnTo>
                  <a:pt x="1651021" y="72529"/>
                </a:lnTo>
                <a:lnTo>
                  <a:pt x="1650925" y="71747"/>
                </a:lnTo>
                <a:lnTo>
                  <a:pt x="1650814" y="70974"/>
                </a:lnTo>
                <a:lnTo>
                  <a:pt x="1650688" y="70211"/>
                </a:lnTo>
                <a:lnTo>
                  <a:pt x="1650547" y="69457"/>
                </a:lnTo>
                <a:lnTo>
                  <a:pt x="1650392" y="68712"/>
                </a:lnTo>
                <a:lnTo>
                  <a:pt x="1650221" y="67977"/>
                </a:lnTo>
                <a:lnTo>
                  <a:pt x="1650036" y="67251"/>
                </a:lnTo>
                <a:lnTo>
                  <a:pt x="1649836" y="66534"/>
                </a:lnTo>
                <a:lnTo>
                  <a:pt x="1649621" y="65827"/>
                </a:lnTo>
                <a:lnTo>
                  <a:pt x="1649392" y="65129"/>
                </a:lnTo>
                <a:lnTo>
                  <a:pt x="1649147" y="64440"/>
                </a:lnTo>
                <a:lnTo>
                  <a:pt x="1648888" y="63761"/>
                </a:lnTo>
                <a:lnTo>
                  <a:pt x="1648614" y="63091"/>
                </a:lnTo>
                <a:lnTo>
                  <a:pt x="1648325" y="62430"/>
                </a:lnTo>
                <a:lnTo>
                  <a:pt x="1648021" y="61779"/>
                </a:lnTo>
                <a:lnTo>
                  <a:pt x="1647702" y="61137"/>
                </a:lnTo>
                <a:lnTo>
                  <a:pt x="1647369" y="60504"/>
                </a:lnTo>
                <a:lnTo>
                  <a:pt x="1647021" y="59880"/>
                </a:lnTo>
                <a:lnTo>
                  <a:pt x="1646660" y="59267"/>
                </a:lnTo>
                <a:lnTo>
                  <a:pt x="1646287" y="58666"/>
                </a:lnTo>
                <a:lnTo>
                  <a:pt x="1645902" y="58076"/>
                </a:lnTo>
                <a:lnTo>
                  <a:pt x="1645505" y="57497"/>
                </a:lnTo>
                <a:lnTo>
                  <a:pt x="1645096" y="56930"/>
                </a:lnTo>
                <a:lnTo>
                  <a:pt x="1644676" y="56375"/>
                </a:lnTo>
                <a:lnTo>
                  <a:pt x="1644244" y="55831"/>
                </a:lnTo>
                <a:lnTo>
                  <a:pt x="1643800" y="55299"/>
                </a:lnTo>
                <a:lnTo>
                  <a:pt x="1643344" y="54778"/>
                </a:lnTo>
                <a:lnTo>
                  <a:pt x="1642877" y="54268"/>
                </a:lnTo>
                <a:lnTo>
                  <a:pt x="1642397" y="53771"/>
                </a:lnTo>
                <a:lnTo>
                  <a:pt x="1641906" y="53284"/>
                </a:lnTo>
                <a:lnTo>
                  <a:pt x="1641403" y="52809"/>
                </a:lnTo>
                <a:lnTo>
                  <a:pt x="1640889" y="52346"/>
                </a:lnTo>
                <a:lnTo>
                  <a:pt x="1640362" y="51894"/>
                </a:lnTo>
                <a:lnTo>
                  <a:pt x="1639824" y="51454"/>
                </a:lnTo>
                <a:lnTo>
                  <a:pt x="1639274" y="51025"/>
                </a:lnTo>
                <a:lnTo>
                  <a:pt x="1638712" y="50608"/>
                </a:lnTo>
                <a:lnTo>
                  <a:pt x="1638138" y="50203"/>
                </a:lnTo>
                <a:lnTo>
                  <a:pt x="1637552" y="49808"/>
                </a:lnTo>
                <a:lnTo>
                  <a:pt x="1636955" y="49426"/>
                </a:lnTo>
                <a:lnTo>
                  <a:pt x="1636346" y="49055"/>
                </a:lnTo>
                <a:lnTo>
                  <a:pt x="1635725" y="48695"/>
                </a:lnTo>
                <a:lnTo>
                  <a:pt x="1635092" y="48347"/>
                </a:lnTo>
                <a:lnTo>
                  <a:pt x="1634449" y="48012"/>
                </a:lnTo>
                <a:lnTo>
                  <a:pt x="1633797" y="47691"/>
                </a:lnTo>
                <a:lnTo>
                  <a:pt x="1633136" y="47384"/>
                </a:lnTo>
                <a:lnTo>
                  <a:pt x="1632466" y="47092"/>
                </a:lnTo>
                <a:lnTo>
                  <a:pt x="1631787" y="46814"/>
                </a:lnTo>
                <a:lnTo>
                  <a:pt x="1631098" y="46550"/>
                </a:lnTo>
                <a:lnTo>
                  <a:pt x="1630401" y="46300"/>
                </a:lnTo>
                <a:lnTo>
                  <a:pt x="1629695" y="46065"/>
                </a:lnTo>
                <a:lnTo>
                  <a:pt x="1628979" y="45844"/>
                </a:lnTo>
                <a:lnTo>
                  <a:pt x="1628255" y="45637"/>
                </a:lnTo>
                <a:lnTo>
                  <a:pt x="1627521" y="45444"/>
                </a:lnTo>
                <a:lnTo>
                  <a:pt x="1626778" y="45266"/>
                </a:lnTo>
                <a:lnTo>
                  <a:pt x="1626027" y="45102"/>
                </a:lnTo>
                <a:lnTo>
                  <a:pt x="1625266" y="44952"/>
                </a:lnTo>
                <a:lnTo>
                  <a:pt x="1624496" y="44817"/>
                </a:lnTo>
                <a:lnTo>
                  <a:pt x="1623717" y="44695"/>
                </a:lnTo>
                <a:lnTo>
                  <a:pt x="1622929" y="44588"/>
                </a:lnTo>
                <a:lnTo>
                  <a:pt x="1622132" y="44496"/>
                </a:lnTo>
                <a:lnTo>
                  <a:pt x="1621326" y="44417"/>
                </a:lnTo>
                <a:lnTo>
                  <a:pt x="1620511" y="44353"/>
                </a:lnTo>
                <a:lnTo>
                  <a:pt x="1619687" y="44303"/>
                </a:lnTo>
                <a:lnTo>
                  <a:pt x="1618854" y="44267"/>
                </a:lnTo>
                <a:lnTo>
                  <a:pt x="1618012" y="44246"/>
                </a:lnTo>
                <a:lnTo>
                  <a:pt x="1617160" y="44239"/>
                </a:lnTo>
                <a:lnTo>
                  <a:pt x="1616309" y="44246"/>
                </a:lnTo>
                <a:lnTo>
                  <a:pt x="1615467" y="44268"/>
                </a:lnTo>
                <a:lnTo>
                  <a:pt x="1614633" y="44304"/>
                </a:lnTo>
                <a:lnTo>
                  <a:pt x="1613809" y="44355"/>
                </a:lnTo>
                <a:lnTo>
                  <a:pt x="1612994" y="44421"/>
                </a:lnTo>
                <a:lnTo>
                  <a:pt x="1612188" y="44501"/>
                </a:lnTo>
                <a:lnTo>
                  <a:pt x="1611391" y="44595"/>
                </a:lnTo>
                <a:lnTo>
                  <a:pt x="1610603" y="44704"/>
                </a:lnTo>
                <a:lnTo>
                  <a:pt x="1609824" y="44828"/>
                </a:lnTo>
                <a:lnTo>
                  <a:pt x="1609054" y="44966"/>
                </a:lnTo>
                <a:lnTo>
                  <a:pt x="1608293" y="45119"/>
                </a:lnTo>
                <a:lnTo>
                  <a:pt x="1607542" y="45286"/>
                </a:lnTo>
                <a:lnTo>
                  <a:pt x="1606799" y="45468"/>
                </a:lnTo>
                <a:lnTo>
                  <a:pt x="1606065" y="45664"/>
                </a:lnTo>
                <a:lnTo>
                  <a:pt x="1605341" y="45875"/>
                </a:lnTo>
                <a:lnTo>
                  <a:pt x="1604625" y="46100"/>
                </a:lnTo>
                <a:lnTo>
                  <a:pt x="1603919" y="46340"/>
                </a:lnTo>
                <a:lnTo>
                  <a:pt x="1603221" y="46594"/>
                </a:lnTo>
                <a:lnTo>
                  <a:pt x="1602533" y="46863"/>
                </a:lnTo>
                <a:lnTo>
                  <a:pt x="1601853" y="47147"/>
                </a:lnTo>
                <a:lnTo>
                  <a:pt x="1601183" y="47445"/>
                </a:lnTo>
                <a:lnTo>
                  <a:pt x="1600522" y="47758"/>
                </a:lnTo>
                <a:lnTo>
                  <a:pt x="1599869" y="48085"/>
                </a:lnTo>
                <a:lnTo>
                  <a:pt x="1599226" y="48426"/>
                </a:lnTo>
                <a:lnTo>
                  <a:pt x="1598594" y="48781"/>
                </a:lnTo>
                <a:lnTo>
                  <a:pt x="1597973" y="49149"/>
                </a:lnTo>
                <a:lnTo>
                  <a:pt x="1597364" y="49528"/>
                </a:lnTo>
                <a:lnTo>
                  <a:pt x="1596767" y="49920"/>
                </a:lnTo>
                <a:lnTo>
                  <a:pt x="1596181" y="50325"/>
                </a:lnTo>
                <a:lnTo>
                  <a:pt x="1595607" y="50741"/>
                </a:lnTo>
                <a:lnTo>
                  <a:pt x="1595046" y="51171"/>
                </a:lnTo>
                <a:lnTo>
                  <a:pt x="1594496" y="51612"/>
                </a:lnTo>
                <a:lnTo>
                  <a:pt x="1593957" y="52066"/>
                </a:lnTo>
                <a:lnTo>
                  <a:pt x="1593431" y="52532"/>
                </a:lnTo>
                <a:lnTo>
                  <a:pt x="1592916" y="53010"/>
                </a:lnTo>
                <a:lnTo>
                  <a:pt x="1592413" y="53501"/>
                </a:lnTo>
                <a:lnTo>
                  <a:pt x="1591922" y="54004"/>
                </a:lnTo>
                <a:lnTo>
                  <a:pt x="1591443" y="54520"/>
                </a:lnTo>
                <a:lnTo>
                  <a:pt x="1590975" y="55048"/>
                </a:lnTo>
                <a:lnTo>
                  <a:pt x="1590519" y="55588"/>
                </a:lnTo>
                <a:lnTo>
                  <a:pt x="1590075" y="56141"/>
                </a:lnTo>
                <a:lnTo>
                  <a:pt x="1589643" y="56706"/>
                </a:lnTo>
                <a:lnTo>
                  <a:pt x="1589223" y="57283"/>
                </a:lnTo>
                <a:lnTo>
                  <a:pt x="1588814" y="57873"/>
                </a:lnTo>
                <a:lnTo>
                  <a:pt x="1588417" y="58475"/>
                </a:lnTo>
                <a:lnTo>
                  <a:pt x="1588032" y="59089"/>
                </a:lnTo>
                <a:lnTo>
                  <a:pt x="1587659" y="59716"/>
                </a:lnTo>
                <a:lnTo>
                  <a:pt x="1587297" y="60355"/>
                </a:lnTo>
                <a:lnTo>
                  <a:pt x="1586949" y="61006"/>
                </a:lnTo>
                <a:lnTo>
                  <a:pt x="1586616" y="61667"/>
                </a:lnTo>
                <a:lnTo>
                  <a:pt x="1586298" y="62340"/>
                </a:lnTo>
                <a:lnTo>
                  <a:pt x="1585994" y="63023"/>
                </a:lnTo>
                <a:lnTo>
                  <a:pt x="1585705" y="63718"/>
                </a:lnTo>
                <a:lnTo>
                  <a:pt x="1585431" y="64423"/>
                </a:lnTo>
                <a:lnTo>
                  <a:pt x="1585172" y="65140"/>
                </a:lnTo>
                <a:lnTo>
                  <a:pt x="1584928" y="65867"/>
                </a:lnTo>
                <a:lnTo>
                  <a:pt x="1584698" y="66606"/>
                </a:lnTo>
                <a:lnTo>
                  <a:pt x="1584484" y="67355"/>
                </a:lnTo>
                <a:lnTo>
                  <a:pt x="1584284" y="68115"/>
                </a:lnTo>
                <a:lnTo>
                  <a:pt x="1584099" y="68887"/>
                </a:lnTo>
                <a:lnTo>
                  <a:pt x="1583928" y="69669"/>
                </a:lnTo>
                <a:lnTo>
                  <a:pt x="1583773" y="70462"/>
                </a:lnTo>
                <a:lnTo>
                  <a:pt x="1583632" y="71266"/>
                </a:lnTo>
                <a:lnTo>
                  <a:pt x="1583506" y="72082"/>
                </a:lnTo>
                <a:lnTo>
                  <a:pt x="1583395" y="72908"/>
                </a:lnTo>
                <a:lnTo>
                  <a:pt x="1583299" y="73745"/>
                </a:lnTo>
                <a:lnTo>
                  <a:pt x="1583218" y="74593"/>
                </a:lnTo>
                <a:lnTo>
                  <a:pt x="1583151" y="75452"/>
                </a:lnTo>
                <a:lnTo>
                  <a:pt x="1583099" y="76322"/>
                </a:lnTo>
                <a:lnTo>
                  <a:pt x="1583062" y="77203"/>
                </a:lnTo>
                <a:lnTo>
                  <a:pt x="1583040" y="78095"/>
                </a:lnTo>
                <a:lnTo>
                  <a:pt x="1583033" y="78998"/>
                </a:lnTo>
                <a:lnTo>
                  <a:pt x="1583033" y="99536"/>
                </a:lnTo>
                <a:lnTo>
                  <a:pt x="1583040" y="100427"/>
                </a:lnTo>
                <a:lnTo>
                  <a:pt x="1583062" y="101307"/>
                </a:lnTo>
                <a:lnTo>
                  <a:pt x="1583099" y="102177"/>
                </a:lnTo>
                <a:lnTo>
                  <a:pt x="1583151" y="103037"/>
                </a:lnTo>
                <a:lnTo>
                  <a:pt x="1583218" y="103886"/>
                </a:lnTo>
                <a:lnTo>
                  <a:pt x="1583299" y="104726"/>
                </a:lnTo>
                <a:lnTo>
                  <a:pt x="1583395" y="105555"/>
                </a:lnTo>
                <a:lnTo>
                  <a:pt x="1583506" y="106375"/>
                </a:lnTo>
                <a:lnTo>
                  <a:pt x="1583632" y="107184"/>
                </a:lnTo>
                <a:lnTo>
                  <a:pt x="1583773" y="107983"/>
                </a:lnTo>
                <a:lnTo>
                  <a:pt x="1583928" y="108772"/>
                </a:lnTo>
                <a:lnTo>
                  <a:pt x="1584099" y="109550"/>
                </a:lnTo>
                <a:lnTo>
                  <a:pt x="1584284" y="110319"/>
                </a:lnTo>
                <a:lnTo>
                  <a:pt x="1584484" y="111077"/>
                </a:lnTo>
                <a:lnTo>
                  <a:pt x="1584698" y="111825"/>
                </a:lnTo>
                <a:lnTo>
                  <a:pt x="1584928" y="112563"/>
                </a:lnTo>
                <a:lnTo>
                  <a:pt x="1585172" y="113291"/>
                </a:lnTo>
                <a:lnTo>
                  <a:pt x="1585431" y="114009"/>
                </a:lnTo>
                <a:lnTo>
                  <a:pt x="1585705" y="114716"/>
                </a:lnTo>
                <a:lnTo>
                  <a:pt x="1585994" y="115414"/>
                </a:lnTo>
                <a:lnTo>
                  <a:pt x="1586298" y="116101"/>
                </a:lnTo>
                <a:lnTo>
                  <a:pt x="1586616" y="116778"/>
                </a:lnTo>
                <a:lnTo>
                  <a:pt x="1586949" y="117445"/>
                </a:lnTo>
                <a:lnTo>
                  <a:pt x="1587297" y="118102"/>
                </a:lnTo>
                <a:lnTo>
                  <a:pt x="1587659" y="118747"/>
                </a:lnTo>
                <a:lnTo>
                  <a:pt x="1588032" y="119380"/>
                </a:lnTo>
                <a:lnTo>
                  <a:pt x="1588417" y="120000"/>
                </a:lnTo>
                <a:lnTo>
                  <a:pt x="1588814" y="120608"/>
                </a:lnTo>
                <a:lnTo>
                  <a:pt x="1589223" y="121203"/>
                </a:lnTo>
                <a:lnTo>
                  <a:pt x="1589643" y="121785"/>
                </a:lnTo>
                <a:lnTo>
                  <a:pt x="1590075" y="122355"/>
                </a:lnTo>
                <a:lnTo>
                  <a:pt x="1590519" y="122912"/>
                </a:lnTo>
                <a:lnTo>
                  <a:pt x="1590975" y="123457"/>
                </a:lnTo>
                <a:lnTo>
                  <a:pt x="1591443" y="123989"/>
                </a:lnTo>
                <a:lnTo>
                  <a:pt x="1591922" y="124508"/>
                </a:lnTo>
                <a:lnTo>
                  <a:pt x="1592413" y="125015"/>
                </a:lnTo>
                <a:lnTo>
                  <a:pt x="1592916" y="125509"/>
                </a:lnTo>
                <a:lnTo>
                  <a:pt x="1593431" y="125990"/>
                </a:lnTo>
                <a:lnTo>
                  <a:pt x="1593957" y="126459"/>
                </a:lnTo>
                <a:lnTo>
                  <a:pt x="1594496" y="126915"/>
                </a:lnTo>
                <a:lnTo>
                  <a:pt x="1595046" y="127359"/>
                </a:lnTo>
                <a:lnTo>
                  <a:pt x="1595607" y="127790"/>
                </a:lnTo>
                <a:lnTo>
                  <a:pt x="1596181" y="128208"/>
                </a:lnTo>
                <a:lnTo>
                  <a:pt x="1596767" y="128614"/>
                </a:lnTo>
                <a:lnTo>
                  <a:pt x="1597364" y="129007"/>
                </a:lnTo>
                <a:lnTo>
                  <a:pt x="1597973" y="129387"/>
                </a:lnTo>
                <a:lnTo>
                  <a:pt x="1598594" y="129755"/>
                </a:lnTo>
                <a:lnTo>
                  <a:pt x="1599226" y="130110"/>
                </a:lnTo>
                <a:lnTo>
                  <a:pt x="1599869" y="130452"/>
                </a:lnTo>
                <a:lnTo>
                  <a:pt x="1600522" y="130779"/>
                </a:lnTo>
                <a:lnTo>
                  <a:pt x="1601183" y="131091"/>
                </a:lnTo>
                <a:lnTo>
                  <a:pt x="1601853" y="131389"/>
                </a:lnTo>
                <a:lnTo>
                  <a:pt x="1602533" y="131673"/>
                </a:lnTo>
                <a:lnTo>
                  <a:pt x="1603221" y="131941"/>
                </a:lnTo>
                <a:lnTo>
                  <a:pt x="1603919" y="132196"/>
                </a:lnTo>
                <a:lnTo>
                  <a:pt x="1604625" y="132436"/>
                </a:lnTo>
                <a:lnTo>
                  <a:pt x="1605341" y="132661"/>
                </a:lnTo>
                <a:lnTo>
                  <a:pt x="1606065" y="132871"/>
                </a:lnTo>
                <a:lnTo>
                  <a:pt x="1606799" y="133068"/>
                </a:lnTo>
                <a:lnTo>
                  <a:pt x="1607542" y="133249"/>
                </a:lnTo>
                <a:lnTo>
                  <a:pt x="1608293" y="133416"/>
                </a:lnTo>
                <a:lnTo>
                  <a:pt x="1609054" y="133569"/>
                </a:lnTo>
                <a:lnTo>
                  <a:pt x="1609824" y="133707"/>
                </a:lnTo>
                <a:lnTo>
                  <a:pt x="1610603" y="133831"/>
                </a:lnTo>
                <a:lnTo>
                  <a:pt x="1611391" y="133940"/>
                </a:lnTo>
                <a:lnTo>
                  <a:pt x="1612188" y="134034"/>
                </a:lnTo>
                <a:lnTo>
                  <a:pt x="1612994" y="134114"/>
                </a:lnTo>
                <a:lnTo>
                  <a:pt x="1613809" y="134179"/>
                </a:lnTo>
                <a:lnTo>
                  <a:pt x="1614633" y="134230"/>
                </a:lnTo>
                <a:lnTo>
                  <a:pt x="1615467" y="134267"/>
                </a:lnTo>
                <a:lnTo>
                  <a:pt x="1616309" y="134288"/>
                </a:lnTo>
                <a:lnTo>
                  <a:pt x="1617160" y="134296"/>
                </a:lnTo>
                <a:lnTo>
                  <a:pt x="1618298" y="134285"/>
                </a:lnTo>
                <a:lnTo>
                  <a:pt x="1619419" y="134251"/>
                </a:lnTo>
                <a:lnTo>
                  <a:pt x="1620525" y="134196"/>
                </a:lnTo>
                <a:lnTo>
                  <a:pt x="1621614" y="134118"/>
                </a:lnTo>
                <a:lnTo>
                  <a:pt x="1622688" y="134018"/>
                </a:lnTo>
                <a:close/>
                <a:moveTo>
                  <a:pt x="1596973" y="75738"/>
                </a:moveTo>
                <a:lnTo>
                  <a:pt x="1597018" y="74923"/>
                </a:lnTo>
                <a:lnTo>
                  <a:pt x="1597083" y="74124"/>
                </a:lnTo>
                <a:lnTo>
                  <a:pt x="1597165" y="73341"/>
                </a:lnTo>
                <a:lnTo>
                  <a:pt x="1597267" y="72574"/>
                </a:lnTo>
                <a:lnTo>
                  <a:pt x="1597386" y="71824"/>
                </a:lnTo>
                <a:lnTo>
                  <a:pt x="1597524" y="71089"/>
                </a:lnTo>
                <a:lnTo>
                  <a:pt x="1597680" y="70371"/>
                </a:lnTo>
                <a:lnTo>
                  <a:pt x="1597855" y="69669"/>
                </a:lnTo>
                <a:lnTo>
                  <a:pt x="1598047" y="68984"/>
                </a:lnTo>
                <a:lnTo>
                  <a:pt x="1598259" y="68314"/>
                </a:lnTo>
                <a:lnTo>
                  <a:pt x="1598488" y="67661"/>
                </a:lnTo>
                <a:lnTo>
                  <a:pt x="1598736" y="67023"/>
                </a:lnTo>
                <a:lnTo>
                  <a:pt x="1599003" y="66402"/>
                </a:lnTo>
                <a:lnTo>
                  <a:pt x="1599288" y="65798"/>
                </a:lnTo>
                <a:lnTo>
                  <a:pt x="1599591" y="65209"/>
                </a:lnTo>
                <a:lnTo>
                  <a:pt x="1599912" y="64636"/>
                </a:lnTo>
                <a:lnTo>
                  <a:pt x="1600252" y="64080"/>
                </a:lnTo>
                <a:lnTo>
                  <a:pt x="1600611" y="63540"/>
                </a:lnTo>
                <a:lnTo>
                  <a:pt x="1600987" y="63016"/>
                </a:lnTo>
                <a:lnTo>
                  <a:pt x="1601382" y="62508"/>
                </a:lnTo>
                <a:lnTo>
                  <a:pt x="1601796" y="62017"/>
                </a:lnTo>
                <a:lnTo>
                  <a:pt x="1602228" y="61541"/>
                </a:lnTo>
                <a:lnTo>
                  <a:pt x="1602676" y="61084"/>
                </a:lnTo>
                <a:lnTo>
                  <a:pt x="1603140" y="60645"/>
                </a:lnTo>
                <a:lnTo>
                  <a:pt x="1603619" y="60227"/>
                </a:lnTo>
                <a:lnTo>
                  <a:pt x="1604113" y="59827"/>
                </a:lnTo>
                <a:lnTo>
                  <a:pt x="1604622" y="59447"/>
                </a:lnTo>
                <a:lnTo>
                  <a:pt x="1605146" y="59087"/>
                </a:lnTo>
                <a:lnTo>
                  <a:pt x="1605685" y="58746"/>
                </a:lnTo>
                <a:lnTo>
                  <a:pt x="1606240" y="58425"/>
                </a:lnTo>
                <a:lnTo>
                  <a:pt x="1606809" y="58123"/>
                </a:lnTo>
                <a:lnTo>
                  <a:pt x="1607394" y="57840"/>
                </a:lnTo>
                <a:lnTo>
                  <a:pt x="1607993" y="57577"/>
                </a:lnTo>
                <a:lnTo>
                  <a:pt x="1608608" y="57334"/>
                </a:lnTo>
                <a:lnTo>
                  <a:pt x="1609238" y="57110"/>
                </a:lnTo>
                <a:lnTo>
                  <a:pt x="1609882" y="56905"/>
                </a:lnTo>
                <a:lnTo>
                  <a:pt x="1610542" y="56720"/>
                </a:lnTo>
                <a:lnTo>
                  <a:pt x="1611217" y="56555"/>
                </a:lnTo>
                <a:lnTo>
                  <a:pt x="1611907" y="56409"/>
                </a:lnTo>
                <a:lnTo>
                  <a:pt x="1612613" y="56282"/>
                </a:lnTo>
                <a:lnTo>
                  <a:pt x="1613333" y="56175"/>
                </a:lnTo>
                <a:lnTo>
                  <a:pt x="1614068" y="56087"/>
                </a:lnTo>
                <a:lnTo>
                  <a:pt x="1614819" y="56019"/>
                </a:lnTo>
                <a:lnTo>
                  <a:pt x="1615584" y="55970"/>
                </a:lnTo>
                <a:lnTo>
                  <a:pt x="1616365" y="55941"/>
                </a:lnTo>
                <a:lnTo>
                  <a:pt x="1617160" y="55931"/>
                </a:lnTo>
                <a:lnTo>
                  <a:pt x="1617956" y="55941"/>
                </a:lnTo>
                <a:lnTo>
                  <a:pt x="1618736" y="55970"/>
                </a:lnTo>
                <a:lnTo>
                  <a:pt x="1619501" y="56019"/>
                </a:lnTo>
                <a:lnTo>
                  <a:pt x="1620252" y="56087"/>
                </a:lnTo>
                <a:lnTo>
                  <a:pt x="1620987" y="56175"/>
                </a:lnTo>
                <a:lnTo>
                  <a:pt x="1621707" y="56282"/>
                </a:lnTo>
                <a:lnTo>
                  <a:pt x="1622412" y="56409"/>
                </a:lnTo>
                <a:lnTo>
                  <a:pt x="1623102" y="56555"/>
                </a:lnTo>
                <a:lnTo>
                  <a:pt x="1623776" y="56720"/>
                </a:lnTo>
                <a:lnTo>
                  <a:pt x="1624436" y="56905"/>
                </a:lnTo>
                <a:lnTo>
                  <a:pt x="1625081" y="57110"/>
                </a:lnTo>
                <a:lnTo>
                  <a:pt x="1625710" y="57334"/>
                </a:lnTo>
                <a:lnTo>
                  <a:pt x="1626325" y="57577"/>
                </a:lnTo>
                <a:lnTo>
                  <a:pt x="1626924" y="57840"/>
                </a:lnTo>
                <a:lnTo>
                  <a:pt x="1627508" y="58123"/>
                </a:lnTo>
                <a:lnTo>
                  <a:pt x="1628078" y="58425"/>
                </a:lnTo>
                <a:lnTo>
                  <a:pt x="1628632" y="58746"/>
                </a:lnTo>
                <a:lnTo>
                  <a:pt x="1629171" y="59087"/>
                </a:lnTo>
                <a:lnTo>
                  <a:pt x="1629695" y="59447"/>
                </a:lnTo>
                <a:lnTo>
                  <a:pt x="1630204" y="59827"/>
                </a:lnTo>
                <a:lnTo>
                  <a:pt x="1630697" y="60227"/>
                </a:lnTo>
                <a:lnTo>
                  <a:pt x="1631176" y="60645"/>
                </a:lnTo>
                <a:lnTo>
                  <a:pt x="1631640" y="61084"/>
                </a:lnTo>
                <a:lnTo>
                  <a:pt x="1632088" y="61541"/>
                </a:lnTo>
                <a:lnTo>
                  <a:pt x="1632520" y="62017"/>
                </a:lnTo>
                <a:lnTo>
                  <a:pt x="1632934" y="62508"/>
                </a:lnTo>
                <a:lnTo>
                  <a:pt x="1633329" y="63016"/>
                </a:lnTo>
                <a:lnTo>
                  <a:pt x="1633706" y="63540"/>
                </a:lnTo>
                <a:lnTo>
                  <a:pt x="1634064" y="64080"/>
                </a:lnTo>
                <a:lnTo>
                  <a:pt x="1634404" y="64636"/>
                </a:lnTo>
                <a:lnTo>
                  <a:pt x="1634726" y="65209"/>
                </a:lnTo>
                <a:lnTo>
                  <a:pt x="1635029" y="65798"/>
                </a:lnTo>
                <a:lnTo>
                  <a:pt x="1635314" y="66402"/>
                </a:lnTo>
                <a:lnTo>
                  <a:pt x="1635581" y="67023"/>
                </a:lnTo>
                <a:lnTo>
                  <a:pt x="1635829" y="67661"/>
                </a:lnTo>
                <a:lnTo>
                  <a:pt x="1636059" y="68314"/>
                </a:lnTo>
                <a:lnTo>
                  <a:pt x="1636270" y="68984"/>
                </a:lnTo>
                <a:lnTo>
                  <a:pt x="1636463" y="69669"/>
                </a:lnTo>
                <a:lnTo>
                  <a:pt x="1636638" y="70371"/>
                </a:lnTo>
                <a:lnTo>
                  <a:pt x="1636794" y="71089"/>
                </a:lnTo>
                <a:lnTo>
                  <a:pt x="1636932" y="71824"/>
                </a:lnTo>
                <a:lnTo>
                  <a:pt x="1637052" y="72574"/>
                </a:lnTo>
                <a:lnTo>
                  <a:pt x="1637153" y="73341"/>
                </a:lnTo>
                <a:lnTo>
                  <a:pt x="1637235" y="74124"/>
                </a:lnTo>
                <a:lnTo>
                  <a:pt x="1637300" y="74923"/>
                </a:lnTo>
                <a:lnTo>
                  <a:pt x="1637346" y="75738"/>
                </a:lnTo>
                <a:lnTo>
                  <a:pt x="1637373" y="76569"/>
                </a:lnTo>
                <a:lnTo>
                  <a:pt x="1637382" y="77417"/>
                </a:lnTo>
                <a:lnTo>
                  <a:pt x="1637382" y="81841"/>
                </a:lnTo>
                <a:lnTo>
                  <a:pt x="1596936" y="81841"/>
                </a:lnTo>
                <a:lnTo>
                  <a:pt x="1596936" y="77417"/>
                </a:lnTo>
                <a:lnTo>
                  <a:pt x="1596945" y="76569"/>
                </a:lnTo>
                <a:lnTo>
                  <a:pt x="1596973" y="75738"/>
                </a:lnTo>
                <a:close/>
                <a:moveTo>
                  <a:pt x="1810704" y="133946"/>
                </a:moveTo>
                <a:lnTo>
                  <a:pt x="1811845" y="133792"/>
                </a:lnTo>
                <a:lnTo>
                  <a:pt x="1812966" y="133610"/>
                </a:lnTo>
                <a:lnTo>
                  <a:pt x="1814066" y="133400"/>
                </a:lnTo>
                <a:lnTo>
                  <a:pt x="1815147" y="133163"/>
                </a:lnTo>
                <a:lnTo>
                  <a:pt x="1816208" y="132897"/>
                </a:lnTo>
                <a:lnTo>
                  <a:pt x="1817248" y="132603"/>
                </a:lnTo>
                <a:lnTo>
                  <a:pt x="1818269" y="132281"/>
                </a:lnTo>
                <a:lnTo>
                  <a:pt x="1819269" y="131932"/>
                </a:lnTo>
                <a:lnTo>
                  <a:pt x="1820250" y="131554"/>
                </a:lnTo>
                <a:lnTo>
                  <a:pt x="1821210" y="131148"/>
                </a:lnTo>
                <a:lnTo>
                  <a:pt x="1822151" y="130715"/>
                </a:lnTo>
                <a:lnTo>
                  <a:pt x="1823071" y="130253"/>
                </a:lnTo>
                <a:lnTo>
                  <a:pt x="1823972" y="129764"/>
                </a:lnTo>
                <a:lnTo>
                  <a:pt x="1824852" y="129246"/>
                </a:lnTo>
                <a:lnTo>
                  <a:pt x="1825712" y="128700"/>
                </a:lnTo>
                <a:lnTo>
                  <a:pt x="1826553" y="128127"/>
                </a:lnTo>
                <a:lnTo>
                  <a:pt x="1827373" y="127525"/>
                </a:lnTo>
                <a:lnTo>
                  <a:pt x="1828173" y="126896"/>
                </a:lnTo>
                <a:lnTo>
                  <a:pt x="1828954" y="126239"/>
                </a:lnTo>
                <a:lnTo>
                  <a:pt x="1829709" y="125557"/>
                </a:lnTo>
                <a:lnTo>
                  <a:pt x="1830433" y="124855"/>
                </a:lnTo>
                <a:lnTo>
                  <a:pt x="1831127" y="124133"/>
                </a:lnTo>
                <a:lnTo>
                  <a:pt x="1831791" y="123391"/>
                </a:lnTo>
                <a:lnTo>
                  <a:pt x="1832424" y="122628"/>
                </a:lnTo>
                <a:lnTo>
                  <a:pt x="1833027" y="121845"/>
                </a:lnTo>
                <a:lnTo>
                  <a:pt x="1833599" y="121041"/>
                </a:lnTo>
                <a:lnTo>
                  <a:pt x="1834141" y="120218"/>
                </a:lnTo>
                <a:lnTo>
                  <a:pt x="1834653" y="119374"/>
                </a:lnTo>
                <a:lnTo>
                  <a:pt x="1835134" y="118509"/>
                </a:lnTo>
                <a:lnTo>
                  <a:pt x="1835584" y="117625"/>
                </a:lnTo>
                <a:lnTo>
                  <a:pt x="1836004" y="116720"/>
                </a:lnTo>
                <a:lnTo>
                  <a:pt x="1836394" y="115795"/>
                </a:lnTo>
                <a:lnTo>
                  <a:pt x="1836753" y="114849"/>
                </a:lnTo>
                <a:lnTo>
                  <a:pt x="1837082" y="113884"/>
                </a:lnTo>
                <a:lnTo>
                  <a:pt x="1837380" y="112898"/>
                </a:lnTo>
                <a:lnTo>
                  <a:pt x="1837648" y="111891"/>
                </a:lnTo>
                <a:lnTo>
                  <a:pt x="1837885" y="110865"/>
                </a:lnTo>
                <a:lnTo>
                  <a:pt x="1838092" y="109818"/>
                </a:lnTo>
                <a:lnTo>
                  <a:pt x="1838268" y="108750"/>
                </a:lnTo>
                <a:lnTo>
                  <a:pt x="1838414" y="107663"/>
                </a:lnTo>
                <a:lnTo>
                  <a:pt x="1838530" y="106555"/>
                </a:lnTo>
                <a:lnTo>
                  <a:pt x="1838615" y="105427"/>
                </a:lnTo>
                <a:lnTo>
                  <a:pt x="1838669" y="104278"/>
                </a:lnTo>
                <a:lnTo>
                  <a:pt x="1824450" y="104278"/>
                </a:lnTo>
                <a:lnTo>
                  <a:pt x="1824402" y="104956"/>
                </a:lnTo>
                <a:lnTo>
                  <a:pt x="1824338" y="105622"/>
                </a:lnTo>
                <a:lnTo>
                  <a:pt x="1824257" y="106275"/>
                </a:lnTo>
                <a:lnTo>
                  <a:pt x="1824160" y="106915"/>
                </a:lnTo>
                <a:lnTo>
                  <a:pt x="1824047" y="107543"/>
                </a:lnTo>
                <a:lnTo>
                  <a:pt x="1823916" y="108158"/>
                </a:lnTo>
                <a:lnTo>
                  <a:pt x="1823770" y="108761"/>
                </a:lnTo>
                <a:lnTo>
                  <a:pt x="1823607" y="109351"/>
                </a:lnTo>
                <a:lnTo>
                  <a:pt x="1823427" y="109928"/>
                </a:lnTo>
                <a:lnTo>
                  <a:pt x="1823232" y="110493"/>
                </a:lnTo>
                <a:lnTo>
                  <a:pt x="1823019" y="111045"/>
                </a:lnTo>
                <a:lnTo>
                  <a:pt x="1822790" y="111584"/>
                </a:lnTo>
                <a:lnTo>
                  <a:pt x="1822545" y="112111"/>
                </a:lnTo>
                <a:lnTo>
                  <a:pt x="1822283" y="112626"/>
                </a:lnTo>
                <a:lnTo>
                  <a:pt x="1822005" y="113127"/>
                </a:lnTo>
                <a:lnTo>
                  <a:pt x="1821710" y="113616"/>
                </a:lnTo>
                <a:lnTo>
                  <a:pt x="1821399" y="114093"/>
                </a:lnTo>
                <a:lnTo>
                  <a:pt x="1821072" y="114557"/>
                </a:lnTo>
                <a:lnTo>
                  <a:pt x="1820728" y="115008"/>
                </a:lnTo>
                <a:lnTo>
                  <a:pt x="1820367" y="115447"/>
                </a:lnTo>
                <a:lnTo>
                  <a:pt x="1819990" y="115873"/>
                </a:lnTo>
                <a:lnTo>
                  <a:pt x="1819597" y="116286"/>
                </a:lnTo>
                <a:lnTo>
                  <a:pt x="1819187" y="116687"/>
                </a:lnTo>
                <a:lnTo>
                  <a:pt x="1818761" y="117075"/>
                </a:lnTo>
                <a:lnTo>
                  <a:pt x="1818320" y="117449"/>
                </a:lnTo>
                <a:lnTo>
                  <a:pt x="1817867" y="117807"/>
                </a:lnTo>
                <a:lnTo>
                  <a:pt x="1817401" y="118149"/>
                </a:lnTo>
                <a:lnTo>
                  <a:pt x="1816922" y="118475"/>
                </a:lnTo>
                <a:lnTo>
                  <a:pt x="1816431" y="118785"/>
                </a:lnTo>
                <a:lnTo>
                  <a:pt x="1815927" y="119079"/>
                </a:lnTo>
                <a:lnTo>
                  <a:pt x="1815411" y="119357"/>
                </a:lnTo>
                <a:lnTo>
                  <a:pt x="1814882" y="119620"/>
                </a:lnTo>
                <a:lnTo>
                  <a:pt x="1814340" y="119866"/>
                </a:lnTo>
                <a:lnTo>
                  <a:pt x="1813786" y="120097"/>
                </a:lnTo>
                <a:lnTo>
                  <a:pt x="1813219" y="120312"/>
                </a:lnTo>
                <a:lnTo>
                  <a:pt x="1812639" y="120510"/>
                </a:lnTo>
                <a:lnTo>
                  <a:pt x="1812047" y="120693"/>
                </a:lnTo>
                <a:lnTo>
                  <a:pt x="1811443" y="120860"/>
                </a:lnTo>
                <a:lnTo>
                  <a:pt x="1810825" y="121011"/>
                </a:lnTo>
                <a:lnTo>
                  <a:pt x="1810195" y="121147"/>
                </a:lnTo>
                <a:lnTo>
                  <a:pt x="1809553" y="121266"/>
                </a:lnTo>
                <a:lnTo>
                  <a:pt x="1808897" y="121369"/>
                </a:lnTo>
                <a:lnTo>
                  <a:pt x="1808229" y="121457"/>
                </a:lnTo>
                <a:lnTo>
                  <a:pt x="1807549" y="121528"/>
                </a:lnTo>
                <a:lnTo>
                  <a:pt x="1806856" y="121584"/>
                </a:lnTo>
                <a:lnTo>
                  <a:pt x="1806150" y="121624"/>
                </a:lnTo>
                <a:lnTo>
                  <a:pt x="1805432" y="121648"/>
                </a:lnTo>
                <a:lnTo>
                  <a:pt x="1804701" y="121656"/>
                </a:lnTo>
                <a:lnTo>
                  <a:pt x="1803930" y="121646"/>
                </a:lnTo>
                <a:lnTo>
                  <a:pt x="1803173" y="121618"/>
                </a:lnTo>
                <a:lnTo>
                  <a:pt x="1802428" y="121572"/>
                </a:lnTo>
                <a:lnTo>
                  <a:pt x="1801696" y="121506"/>
                </a:lnTo>
                <a:lnTo>
                  <a:pt x="1800977" y="121422"/>
                </a:lnTo>
                <a:lnTo>
                  <a:pt x="1800271" y="121320"/>
                </a:lnTo>
                <a:lnTo>
                  <a:pt x="1799578" y="121199"/>
                </a:lnTo>
                <a:lnTo>
                  <a:pt x="1798898" y="121059"/>
                </a:lnTo>
                <a:lnTo>
                  <a:pt x="1798231" y="120900"/>
                </a:lnTo>
                <a:lnTo>
                  <a:pt x="1797576" y="120723"/>
                </a:lnTo>
                <a:lnTo>
                  <a:pt x="1796935" y="120527"/>
                </a:lnTo>
                <a:lnTo>
                  <a:pt x="1796306" y="120313"/>
                </a:lnTo>
                <a:lnTo>
                  <a:pt x="1795690" y="120080"/>
                </a:lnTo>
                <a:lnTo>
                  <a:pt x="1795087" y="119828"/>
                </a:lnTo>
                <a:lnTo>
                  <a:pt x="1794497" y="119557"/>
                </a:lnTo>
                <a:lnTo>
                  <a:pt x="1793920" y="119268"/>
                </a:lnTo>
                <a:lnTo>
                  <a:pt x="1793356" y="118961"/>
                </a:lnTo>
                <a:lnTo>
                  <a:pt x="1792805" y="118634"/>
                </a:lnTo>
                <a:lnTo>
                  <a:pt x="1792267" y="118289"/>
                </a:lnTo>
                <a:lnTo>
                  <a:pt x="1791741" y="117926"/>
                </a:lnTo>
                <a:lnTo>
                  <a:pt x="1791228" y="117543"/>
                </a:lnTo>
                <a:lnTo>
                  <a:pt x="1790729" y="117142"/>
                </a:lnTo>
                <a:lnTo>
                  <a:pt x="1790242" y="116723"/>
                </a:lnTo>
                <a:lnTo>
                  <a:pt x="1789768" y="116284"/>
                </a:lnTo>
                <a:lnTo>
                  <a:pt x="1789310" y="115829"/>
                </a:lnTo>
                <a:lnTo>
                  <a:pt x="1788872" y="115358"/>
                </a:lnTo>
                <a:lnTo>
                  <a:pt x="1788454" y="114872"/>
                </a:lnTo>
                <a:lnTo>
                  <a:pt x="1788054" y="114371"/>
                </a:lnTo>
                <a:lnTo>
                  <a:pt x="1787675" y="113854"/>
                </a:lnTo>
                <a:lnTo>
                  <a:pt x="1787315" y="113322"/>
                </a:lnTo>
                <a:lnTo>
                  <a:pt x="1786974" y="112775"/>
                </a:lnTo>
                <a:lnTo>
                  <a:pt x="1786653" y="112212"/>
                </a:lnTo>
                <a:lnTo>
                  <a:pt x="1786351" y="111634"/>
                </a:lnTo>
                <a:lnTo>
                  <a:pt x="1786068" y="111040"/>
                </a:lnTo>
                <a:lnTo>
                  <a:pt x="1785806" y="110431"/>
                </a:lnTo>
                <a:lnTo>
                  <a:pt x="1785562" y="109807"/>
                </a:lnTo>
                <a:lnTo>
                  <a:pt x="1785338" y="109167"/>
                </a:lnTo>
                <a:lnTo>
                  <a:pt x="1785134" y="108512"/>
                </a:lnTo>
                <a:lnTo>
                  <a:pt x="1784949" y="107842"/>
                </a:lnTo>
                <a:lnTo>
                  <a:pt x="1784783" y="107156"/>
                </a:lnTo>
                <a:lnTo>
                  <a:pt x="1784637" y="106455"/>
                </a:lnTo>
                <a:lnTo>
                  <a:pt x="1784511" y="105739"/>
                </a:lnTo>
                <a:lnTo>
                  <a:pt x="1784404" y="105007"/>
                </a:lnTo>
                <a:lnTo>
                  <a:pt x="1784316" y="104260"/>
                </a:lnTo>
                <a:lnTo>
                  <a:pt x="1784248" y="103497"/>
                </a:lnTo>
                <a:lnTo>
                  <a:pt x="1784199" y="102720"/>
                </a:lnTo>
                <a:lnTo>
                  <a:pt x="1784170" y="101926"/>
                </a:lnTo>
                <a:lnTo>
                  <a:pt x="1784160" y="101118"/>
                </a:lnTo>
                <a:lnTo>
                  <a:pt x="1784160" y="77260"/>
                </a:lnTo>
                <a:lnTo>
                  <a:pt x="1784170" y="76452"/>
                </a:lnTo>
                <a:lnTo>
                  <a:pt x="1784199" y="75659"/>
                </a:lnTo>
                <a:lnTo>
                  <a:pt x="1784248" y="74882"/>
                </a:lnTo>
                <a:lnTo>
                  <a:pt x="1784316" y="74120"/>
                </a:lnTo>
                <a:lnTo>
                  <a:pt x="1784404" y="73374"/>
                </a:lnTo>
                <a:lnTo>
                  <a:pt x="1784511" y="72644"/>
                </a:lnTo>
                <a:lnTo>
                  <a:pt x="1784637" y="71929"/>
                </a:lnTo>
                <a:lnTo>
                  <a:pt x="1784783" y="71230"/>
                </a:lnTo>
                <a:lnTo>
                  <a:pt x="1784949" y="70547"/>
                </a:lnTo>
                <a:lnTo>
                  <a:pt x="1785134" y="69879"/>
                </a:lnTo>
                <a:lnTo>
                  <a:pt x="1785338" y="69227"/>
                </a:lnTo>
                <a:lnTo>
                  <a:pt x="1785562" y="68591"/>
                </a:lnTo>
                <a:lnTo>
                  <a:pt x="1785806" y="67970"/>
                </a:lnTo>
                <a:lnTo>
                  <a:pt x="1786068" y="67365"/>
                </a:lnTo>
                <a:lnTo>
                  <a:pt x="1786351" y="66775"/>
                </a:lnTo>
                <a:lnTo>
                  <a:pt x="1786653" y="66201"/>
                </a:lnTo>
                <a:lnTo>
                  <a:pt x="1786974" y="65643"/>
                </a:lnTo>
                <a:lnTo>
                  <a:pt x="1787315" y="65100"/>
                </a:lnTo>
                <a:lnTo>
                  <a:pt x="1787675" y="64573"/>
                </a:lnTo>
                <a:lnTo>
                  <a:pt x="1788054" y="64062"/>
                </a:lnTo>
                <a:lnTo>
                  <a:pt x="1788454" y="63566"/>
                </a:lnTo>
                <a:lnTo>
                  <a:pt x="1788872" y="63086"/>
                </a:lnTo>
                <a:lnTo>
                  <a:pt x="1789310" y="62622"/>
                </a:lnTo>
                <a:lnTo>
                  <a:pt x="1789768" y="62173"/>
                </a:lnTo>
                <a:lnTo>
                  <a:pt x="1790242" y="61741"/>
                </a:lnTo>
                <a:lnTo>
                  <a:pt x="1790729" y="61327"/>
                </a:lnTo>
                <a:lnTo>
                  <a:pt x="1791228" y="60932"/>
                </a:lnTo>
                <a:lnTo>
                  <a:pt x="1791741" y="60555"/>
                </a:lnTo>
                <a:lnTo>
                  <a:pt x="1792267" y="60197"/>
                </a:lnTo>
                <a:lnTo>
                  <a:pt x="1792805" y="59857"/>
                </a:lnTo>
                <a:lnTo>
                  <a:pt x="1793356" y="59535"/>
                </a:lnTo>
                <a:lnTo>
                  <a:pt x="1793920" y="59232"/>
                </a:lnTo>
                <a:lnTo>
                  <a:pt x="1794497" y="58947"/>
                </a:lnTo>
                <a:lnTo>
                  <a:pt x="1795087" y="58680"/>
                </a:lnTo>
                <a:lnTo>
                  <a:pt x="1795690" y="58432"/>
                </a:lnTo>
                <a:lnTo>
                  <a:pt x="1796306" y="58202"/>
                </a:lnTo>
                <a:lnTo>
                  <a:pt x="1796935" y="57991"/>
                </a:lnTo>
                <a:lnTo>
                  <a:pt x="1797576" y="57798"/>
                </a:lnTo>
                <a:lnTo>
                  <a:pt x="1798231" y="57623"/>
                </a:lnTo>
                <a:lnTo>
                  <a:pt x="1798898" y="57467"/>
                </a:lnTo>
                <a:lnTo>
                  <a:pt x="1799578" y="57329"/>
                </a:lnTo>
                <a:lnTo>
                  <a:pt x="1800271" y="57210"/>
                </a:lnTo>
                <a:lnTo>
                  <a:pt x="1800977" y="57109"/>
                </a:lnTo>
                <a:lnTo>
                  <a:pt x="1801696" y="57026"/>
                </a:lnTo>
                <a:lnTo>
                  <a:pt x="1802428" y="56962"/>
                </a:lnTo>
                <a:lnTo>
                  <a:pt x="1803173" y="56916"/>
                </a:lnTo>
                <a:lnTo>
                  <a:pt x="1803930" y="56888"/>
                </a:lnTo>
                <a:lnTo>
                  <a:pt x="1804701" y="56879"/>
                </a:lnTo>
                <a:lnTo>
                  <a:pt x="1805432" y="56887"/>
                </a:lnTo>
                <a:lnTo>
                  <a:pt x="1806150" y="56910"/>
                </a:lnTo>
                <a:lnTo>
                  <a:pt x="1806856" y="56949"/>
                </a:lnTo>
                <a:lnTo>
                  <a:pt x="1807549" y="57004"/>
                </a:lnTo>
                <a:lnTo>
                  <a:pt x="1808229" y="57074"/>
                </a:lnTo>
                <a:lnTo>
                  <a:pt x="1808897" y="57160"/>
                </a:lnTo>
                <a:lnTo>
                  <a:pt x="1809553" y="57262"/>
                </a:lnTo>
                <a:lnTo>
                  <a:pt x="1810195" y="57379"/>
                </a:lnTo>
                <a:lnTo>
                  <a:pt x="1810825" y="57512"/>
                </a:lnTo>
                <a:lnTo>
                  <a:pt x="1811443" y="57661"/>
                </a:lnTo>
                <a:lnTo>
                  <a:pt x="1812047" y="57825"/>
                </a:lnTo>
                <a:lnTo>
                  <a:pt x="1812639" y="58005"/>
                </a:lnTo>
                <a:lnTo>
                  <a:pt x="1813219" y="58200"/>
                </a:lnTo>
                <a:lnTo>
                  <a:pt x="1813786" y="58411"/>
                </a:lnTo>
                <a:lnTo>
                  <a:pt x="1814340" y="58638"/>
                </a:lnTo>
                <a:lnTo>
                  <a:pt x="1814882" y="58880"/>
                </a:lnTo>
                <a:lnTo>
                  <a:pt x="1815411" y="59138"/>
                </a:lnTo>
                <a:lnTo>
                  <a:pt x="1815927" y="59412"/>
                </a:lnTo>
                <a:lnTo>
                  <a:pt x="1816431" y="59701"/>
                </a:lnTo>
                <a:lnTo>
                  <a:pt x="1816922" y="60006"/>
                </a:lnTo>
                <a:lnTo>
                  <a:pt x="1817401" y="60327"/>
                </a:lnTo>
                <a:lnTo>
                  <a:pt x="1817867" y="60663"/>
                </a:lnTo>
                <a:lnTo>
                  <a:pt x="1818320" y="61015"/>
                </a:lnTo>
                <a:lnTo>
                  <a:pt x="1818761" y="61382"/>
                </a:lnTo>
                <a:lnTo>
                  <a:pt x="1819187" y="61764"/>
                </a:lnTo>
                <a:lnTo>
                  <a:pt x="1819597" y="62159"/>
                </a:lnTo>
                <a:lnTo>
                  <a:pt x="1819990" y="62568"/>
                </a:lnTo>
                <a:lnTo>
                  <a:pt x="1820367" y="62990"/>
                </a:lnTo>
                <a:lnTo>
                  <a:pt x="1820728" y="63426"/>
                </a:lnTo>
                <a:lnTo>
                  <a:pt x="1821072" y="63875"/>
                </a:lnTo>
                <a:lnTo>
                  <a:pt x="1821399" y="64337"/>
                </a:lnTo>
                <a:lnTo>
                  <a:pt x="1821710" y="64813"/>
                </a:lnTo>
                <a:lnTo>
                  <a:pt x="1822005" y="65303"/>
                </a:lnTo>
                <a:lnTo>
                  <a:pt x="1822283" y="65806"/>
                </a:lnTo>
                <a:lnTo>
                  <a:pt x="1822545" y="66322"/>
                </a:lnTo>
                <a:lnTo>
                  <a:pt x="1822790" y="66852"/>
                </a:lnTo>
                <a:lnTo>
                  <a:pt x="1823019" y="67395"/>
                </a:lnTo>
                <a:lnTo>
                  <a:pt x="1823232" y="67952"/>
                </a:lnTo>
                <a:lnTo>
                  <a:pt x="1823427" y="68522"/>
                </a:lnTo>
                <a:lnTo>
                  <a:pt x="1823607" y="69106"/>
                </a:lnTo>
                <a:lnTo>
                  <a:pt x="1823770" y="69703"/>
                </a:lnTo>
                <a:lnTo>
                  <a:pt x="1823916" y="70313"/>
                </a:lnTo>
                <a:lnTo>
                  <a:pt x="1824047" y="70937"/>
                </a:lnTo>
                <a:lnTo>
                  <a:pt x="1824160" y="71574"/>
                </a:lnTo>
                <a:lnTo>
                  <a:pt x="1824257" y="72225"/>
                </a:lnTo>
                <a:lnTo>
                  <a:pt x="1824338" y="72890"/>
                </a:lnTo>
                <a:lnTo>
                  <a:pt x="1824402" y="73567"/>
                </a:lnTo>
                <a:lnTo>
                  <a:pt x="1824450" y="74259"/>
                </a:lnTo>
                <a:lnTo>
                  <a:pt x="1838669" y="74259"/>
                </a:lnTo>
                <a:lnTo>
                  <a:pt x="1838615" y="73110"/>
                </a:lnTo>
                <a:lnTo>
                  <a:pt x="1838530" y="71982"/>
                </a:lnTo>
                <a:lnTo>
                  <a:pt x="1838414" y="70874"/>
                </a:lnTo>
                <a:lnTo>
                  <a:pt x="1838268" y="69787"/>
                </a:lnTo>
                <a:lnTo>
                  <a:pt x="1838092" y="68719"/>
                </a:lnTo>
                <a:lnTo>
                  <a:pt x="1837885" y="67672"/>
                </a:lnTo>
                <a:lnTo>
                  <a:pt x="1837648" y="66646"/>
                </a:lnTo>
                <a:lnTo>
                  <a:pt x="1837380" y="65639"/>
                </a:lnTo>
                <a:lnTo>
                  <a:pt x="1837082" y="64653"/>
                </a:lnTo>
                <a:lnTo>
                  <a:pt x="1836753" y="63687"/>
                </a:lnTo>
                <a:lnTo>
                  <a:pt x="1836394" y="62742"/>
                </a:lnTo>
                <a:lnTo>
                  <a:pt x="1836004" y="61817"/>
                </a:lnTo>
                <a:lnTo>
                  <a:pt x="1835584" y="60912"/>
                </a:lnTo>
                <a:lnTo>
                  <a:pt x="1835134" y="60027"/>
                </a:lnTo>
                <a:lnTo>
                  <a:pt x="1834653" y="59163"/>
                </a:lnTo>
                <a:lnTo>
                  <a:pt x="1834141" y="58319"/>
                </a:lnTo>
                <a:lnTo>
                  <a:pt x="1833599" y="57496"/>
                </a:lnTo>
                <a:lnTo>
                  <a:pt x="1833027" y="56692"/>
                </a:lnTo>
                <a:lnTo>
                  <a:pt x="1832424" y="55909"/>
                </a:lnTo>
                <a:lnTo>
                  <a:pt x="1831791" y="55146"/>
                </a:lnTo>
                <a:lnTo>
                  <a:pt x="1831127" y="54404"/>
                </a:lnTo>
                <a:lnTo>
                  <a:pt x="1830433" y="53682"/>
                </a:lnTo>
                <a:lnTo>
                  <a:pt x="1829709" y="52980"/>
                </a:lnTo>
                <a:lnTo>
                  <a:pt x="1828954" y="52298"/>
                </a:lnTo>
                <a:lnTo>
                  <a:pt x="1828173" y="51641"/>
                </a:lnTo>
                <a:lnTo>
                  <a:pt x="1827373" y="51011"/>
                </a:lnTo>
                <a:lnTo>
                  <a:pt x="1826553" y="50409"/>
                </a:lnTo>
                <a:lnTo>
                  <a:pt x="1825712" y="49836"/>
                </a:lnTo>
                <a:lnTo>
                  <a:pt x="1824852" y="49290"/>
                </a:lnTo>
                <a:lnTo>
                  <a:pt x="1823972" y="48772"/>
                </a:lnTo>
                <a:lnTo>
                  <a:pt x="1823071" y="48283"/>
                </a:lnTo>
                <a:lnTo>
                  <a:pt x="1822151" y="47821"/>
                </a:lnTo>
                <a:lnTo>
                  <a:pt x="1821210" y="47387"/>
                </a:lnTo>
                <a:lnTo>
                  <a:pt x="1820250" y="46981"/>
                </a:lnTo>
                <a:lnTo>
                  <a:pt x="1819269" y="46603"/>
                </a:lnTo>
                <a:lnTo>
                  <a:pt x="1818269" y="46254"/>
                </a:lnTo>
                <a:lnTo>
                  <a:pt x="1817248" y="45932"/>
                </a:lnTo>
                <a:lnTo>
                  <a:pt x="1816208" y="45638"/>
                </a:lnTo>
                <a:lnTo>
                  <a:pt x="1815147" y="45372"/>
                </a:lnTo>
                <a:lnTo>
                  <a:pt x="1814066" y="45134"/>
                </a:lnTo>
                <a:lnTo>
                  <a:pt x="1812966" y="44924"/>
                </a:lnTo>
                <a:lnTo>
                  <a:pt x="1811845" y="44743"/>
                </a:lnTo>
                <a:lnTo>
                  <a:pt x="1810704" y="44589"/>
                </a:lnTo>
                <a:lnTo>
                  <a:pt x="1809544" y="44463"/>
                </a:lnTo>
                <a:lnTo>
                  <a:pt x="1808363" y="44365"/>
                </a:lnTo>
                <a:lnTo>
                  <a:pt x="1807162" y="44295"/>
                </a:lnTo>
                <a:lnTo>
                  <a:pt x="1805941" y="44253"/>
                </a:lnTo>
                <a:lnTo>
                  <a:pt x="1804701" y="44239"/>
                </a:lnTo>
                <a:lnTo>
                  <a:pt x="1803836" y="44246"/>
                </a:lnTo>
                <a:lnTo>
                  <a:pt x="1802981" y="44266"/>
                </a:lnTo>
                <a:lnTo>
                  <a:pt x="1802135" y="44301"/>
                </a:lnTo>
                <a:lnTo>
                  <a:pt x="1801297" y="44349"/>
                </a:lnTo>
                <a:lnTo>
                  <a:pt x="1800469" y="44410"/>
                </a:lnTo>
                <a:lnTo>
                  <a:pt x="1799650" y="44486"/>
                </a:lnTo>
                <a:lnTo>
                  <a:pt x="1798840" y="44575"/>
                </a:lnTo>
                <a:lnTo>
                  <a:pt x="1798039" y="44678"/>
                </a:lnTo>
                <a:lnTo>
                  <a:pt x="1797247" y="44795"/>
                </a:lnTo>
                <a:lnTo>
                  <a:pt x="1796464" y="44925"/>
                </a:lnTo>
                <a:lnTo>
                  <a:pt x="1795690" y="45069"/>
                </a:lnTo>
                <a:lnTo>
                  <a:pt x="1794925" y="45227"/>
                </a:lnTo>
                <a:lnTo>
                  <a:pt x="1794169" y="45398"/>
                </a:lnTo>
                <a:lnTo>
                  <a:pt x="1793423" y="45583"/>
                </a:lnTo>
                <a:lnTo>
                  <a:pt x="1792685" y="45782"/>
                </a:lnTo>
                <a:lnTo>
                  <a:pt x="1791956" y="45995"/>
                </a:lnTo>
                <a:lnTo>
                  <a:pt x="1791237" y="46221"/>
                </a:lnTo>
                <a:lnTo>
                  <a:pt x="1790526" y="46461"/>
                </a:lnTo>
                <a:lnTo>
                  <a:pt x="1789825" y="46715"/>
                </a:lnTo>
                <a:lnTo>
                  <a:pt x="1789132" y="46983"/>
                </a:lnTo>
                <a:lnTo>
                  <a:pt x="1788449" y="47264"/>
                </a:lnTo>
                <a:lnTo>
                  <a:pt x="1787775" y="47559"/>
                </a:lnTo>
                <a:lnTo>
                  <a:pt x="1787109" y="47868"/>
                </a:lnTo>
                <a:lnTo>
                  <a:pt x="1786453" y="48190"/>
                </a:lnTo>
                <a:lnTo>
                  <a:pt x="1785807" y="48525"/>
                </a:lnTo>
                <a:lnTo>
                  <a:pt x="1785174" y="48873"/>
                </a:lnTo>
                <a:lnTo>
                  <a:pt x="1784552" y="49232"/>
                </a:lnTo>
                <a:lnTo>
                  <a:pt x="1783943" y="49603"/>
                </a:lnTo>
                <a:lnTo>
                  <a:pt x="1783345" y="49986"/>
                </a:lnTo>
                <a:lnTo>
                  <a:pt x="1782760" y="50382"/>
                </a:lnTo>
                <a:lnTo>
                  <a:pt x="1782186" y="50789"/>
                </a:lnTo>
                <a:lnTo>
                  <a:pt x="1781625" y="51209"/>
                </a:lnTo>
                <a:lnTo>
                  <a:pt x="1781076" y="51641"/>
                </a:lnTo>
                <a:lnTo>
                  <a:pt x="1780539" y="52085"/>
                </a:lnTo>
                <a:lnTo>
                  <a:pt x="1780014" y="52540"/>
                </a:lnTo>
                <a:lnTo>
                  <a:pt x="1779501" y="53008"/>
                </a:lnTo>
                <a:lnTo>
                  <a:pt x="1779000" y="53488"/>
                </a:lnTo>
                <a:lnTo>
                  <a:pt x="1778511" y="53980"/>
                </a:lnTo>
                <a:lnTo>
                  <a:pt x="1778034" y="54484"/>
                </a:lnTo>
                <a:lnTo>
                  <a:pt x="1777569" y="55001"/>
                </a:lnTo>
                <a:lnTo>
                  <a:pt x="1777117" y="55529"/>
                </a:lnTo>
                <a:lnTo>
                  <a:pt x="1776676" y="56069"/>
                </a:lnTo>
                <a:lnTo>
                  <a:pt x="1776247" y="56622"/>
                </a:lnTo>
                <a:lnTo>
                  <a:pt x="1775831" y="57186"/>
                </a:lnTo>
                <a:lnTo>
                  <a:pt x="1775426" y="57763"/>
                </a:lnTo>
                <a:lnTo>
                  <a:pt x="1775034" y="58351"/>
                </a:lnTo>
                <a:lnTo>
                  <a:pt x="1774654" y="58952"/>
                </a:lnTo>
                <a:lnTo>
                  <a:pt x="1774285" y="59565"/>
                </a:lnTo>
                <a:lnTo>
                  <a:pt x="1773931" y="60189"/>
                </a:lnTo>
                <a:lnTo>
                  <a:pt x="1773592" y="60823"/>
                </a:lnTo>
                <a:lnTo>
                  <a:pt x="1773267" y="61468"/>
                </a:lnTo>
                <a:lnTo>
                  <a:pt x="1772958" y="62123"/>
                </a:lnTo>
                <a:lnTo>
                  <a:pt x="1772664" y="62789"/>
                </a:lnTo>
                <a:lnTo>
                  <a:pt x="1772385" y="63465"/>
                </a:lnTo>
                <a:lnTo>
                  <a:pt x="1772121" y="64151"/>
                </a:lnTo>
                <a:lnTo>
                  <a:pt x="1771872" y="64848"/>
                </a:lnTo>
                <a:lnTo>
                  <a:pt x="1771638" y="65556"/>
                </a:lnTo>
                <a:lnTo>
                  <a:pt x="1771419" y="66273"/>
                </a:lnTo>
                <a:lnTo>
                  <a:pt x="1771216" y="67002"/>
                </a:lnTo>
                <a:lnTo>
                  <a:pt x="1771027" y="67740"/>
                </a:lnTo>
                <a:lnTo>
                  <a:pt x="1770854" y="68489"/>
                </a:lnTo>
                <a:lnTo>
                  <a:pt x="1770695" y="69249"/>
                </a:lnTo>
                <a:lnTo>
                  <a:pt x="1770552" y="70019"/>
                </a:lnTo>
                <a:lnTo>
                  <a:pt x="1770424" y="70799"/>
                </a:lnTo>
                <a:lnTo>
                  <a:pt x="1770311" y="71590"/>
                </a:lnTo>
                <a:lnTo>
                  <a:pt x="1770213" y="72391"/>
                </a:lnTo>
                <a:lnTo>
                  <a:pt x="1770130" y="73203"/>
                </a:lnTo>
                <a:lnTo>
                  <a:pt x="1770062" y="74025"/>
                </a:lnTo>
                <a:lnTo>
                  <a:pt x="1770009" y="74857"/>
                </a:lnTo>
                <a:lnTo>
                  <a:pt x="1769971" y="75700"/>
                </a:lnTo>
                <a:lnTo>
                  <a:pt x="1769949" y="76553"/>
                </a:lnTo>
                <a:lnTo>
                  <a:pt x="1769941" y="77417"/>
                </a:lnTo>
                <a:lnTo>
                  <a:pt x="1769941" y="101118"/>
                </a:lnTo>
                <a:lnTo>
                  <a:pt x="1769949" y="101969"/>
                </a:lnTo>
                <a:lnTo>
                  <a:pt x="1769971" y="102810"/>
                </a:lnTo>
                <a:lnTo>
                  <a:pt x="1770009" y="103642"/>
                </a:lnTo>
                <a:lnTo>
                  <a:pt x="1770062" y="104464"/>
                </a:lnTo>
                <a:lnTo>
                  <a:pt x="1770130" y="105277"/>
                </a:lnTo>
                <a:lnTo>
                  <a:pt x="1770213" y="106080"/>
                </a:lnTo>
                <a:lnTo>
                  <a:pt x="1770311" y="106873"/>
                </a:lnTo>
                <a:lnTo>
                  <a:pt x="1770424" y="107657"/>
                </a:lnTo>
                <a:lnTo>
                  <a:pt x="1770552" y="108431"/>
                </a:lnTo>
                <a:lnTo>
                  <a:pt x="1770695" y="109196"/>
                </a:lnTo>
                <a:lnTo>
                  <a:pt x="1770854" y="109951"/>
                </a:lnTo>
                <a:lnTo>
                  <a:pt x="1771027" y="110697"/>
                </a:lnTo>
                <a:lnTo>
                  <a:pt x="1771216" y="111432"/>
                </a:lnTo>
                <a:lnTo>
                  <a:pt x="1771419" y="112159"/>
                </a:lnTo>
                <a:lnTo>
                  <a:pt x="1771638" y="112875"/>
                </a:lnTo>
                <a:lnTo>
                  <a:pt x="1771872" y="113582"/>
                </a:lnTo>
                <a:lnTo>
                  <a:pt x="1772121" y="114280"/>
                </a:lnTo>
                <a:lnTo>
                  <a:pt x="1772385" y="114967"/>
                </a:lnTo>
                <a:lnTo>
                  <a:pt x="1772664" y="115646"/>
                </a:lnTo>
                <a:lnTo>
                  <a:pt x="1772958" y="116314"/>
                </a:lnTo>
                <a:lnTo>
                  <a:pt x="1773267" y="116973"/>
                </a:lnTo>
                <a:lnTo>
                  <a:pt x="1773592" y="117623"/>
                </a:lnTo>
                <a:lnTo>
                  <a:pt x="1773931" y="118263"/>
                </a:lnTo>
                <a:lnTo>
                  <a:pt x="1774285" y="118893"/>
                </a:lnTo>
                <a:lnTo>
                  <a:pt x="1774654" y="119512"/>
                </a:lnTo>
                <a:lnTo>
                  <a:pt x="1775034" y="120119"/>
                </a:lnTo>
                <a:lnTo>
                  <a:pt x="1775426" y="120713"/>
                </a:lnTo>
                <a:lnTo>
                  <a:pt x="1775831" y="121296"/>
                </a:lnTo>
                <a:lnTo>
                  <a:pt x="1776247" y="121866"/>
                </a:lnTo>
                <a:lnTo>
                  <a:pt x="1776676" y="122423"/>
                </a:lnTo>
                <a:lnTo>
                  <a:pt x="1777117" y="122968"/>
                </a:lnTo>
                <a:lnTo>
                  <a:pt x="1777569" y="123501"/>
                </a:lnTo>
                <a:lnTo>
                  <a:pt x="1778034" y="124021"/>
                </a:lnTo>
                <a:lnTo>
                  <a:pt x="1778511" y="124530"/>
                </a:lnTo>
                <a:lnTo>
                  <a:pt x="1779000" y="125025"/>
                </a:lnTo>
                <a:lnTo>
                  <a:pt x="1779501" y="125509"/>
                </a:lnTo>
                <a:lnTo>
                  <a:pt x="1780014" y="125980"/>
                </a:lnTo>
                <a:lnTo>
                  <a:pt x="1780539" y="126439"/>
                </a:lnTo>
                <a:lnTo>
                  <a:pt x="1781076" y="126885"/>
                </a:lnTo>
                <a:lnTo>
                  <a:pt x="1781625" y="127319"/>
                </a:lnTo>
                <a:lnTo>
                  <a:pt x="1782186" y="127741"/>
                </a:lnTo>
                <a:lnTo>
                  <a:pt x="1782760" y="128150"/>
                </a:lnTo>
                <a:lnTo>
                  <a:pt x="1783345" y="128547"/>
                </a:lnTo>
                <a:lnTo>
                  <a:pt x="1783943" y="128932"/>
                </a:lnTo>
                <a:lnTo>
                  <a:pt x="1784552" y="129304"/>
                </a:lnTo>
                <a:lnTo>
                  <a:pt x="1785174" y="129664"/>
                </a:lnTo>
                <a:lnTo>
                  <a:pt x="1785807" y="130011"/>
                </a:lnTo>
                <a:lnTo>
                  <a:pt x="1786453" y="130347"/>
                </a:lnTo>
                <a:lnTo>
                  <a:pt x="1787109" y="130669"/>
                </a:lnTo>
                <a:lnTo>
                  <a:pt x="1787775" y="130977"/>
                </a:lnTo>
                <a:lnTo>
                  <a:pt x="1788449" y="131272"/>
                </a:lnTo>
                <a:lnTo>
                  <a:pt x="1789132" y="131553"/>
                </a:lnTo>
                <a:lnTo>
                  <a:pt x="1789825" y="131821"/>
                </a:lnTo>
                <a:lnTo>
                  <a:pt x="1790526" y="132074"/>
                </a:lnTo>
                <a:lnTo>
                  <a:pt x="1791237" y="132314"/>
                </a:lnTo>
                <a:lnTo>
                  <a:pt x="1791956" y="132541"/>
                </a:lnTo>
                <a:lnTo>
                  <a:pt x="1792685" y="132753"/>
                </a:lnTo>
                <a:lnTo>
                  <a:pt x="1793423" y="132952"/>
                </a:lnTo>
                <a:lnTo>
                  <a:pt x="1794169" y="133137"/>
                </a:lnTo>
                <a:lnTo>
                  <a:pt x="1794925" y="133308"/>
                </a:lnTo>
                <a:lnTo>
                  <a:pt x="1795690" y="133466"/>
                </a:lnTo>
                <a:lnTo>
                  <a:pt x="1796464" y="133610"/>
                </a:lnTo>
                <a:lnTo>
                  <a:pt x="1797247" y="133740"/>
                </a:lnTo>
                <a:lnTo>
                  <a:pt x="1798039" y="133857"/>
                </a:lnTo>
                <a:lnTo>
                  <a:pt x="1798840" y="133960"/>
                </a:lnTo>
                <a:lnTo>
                  <a:pt x="1799650" y="134049"/>
                </a:lnTo>
                <a:lnTo>
                  <a:pt x="1800469" y="134124"/>
                </a:lnTo>
                <a:lnTo>
                  <a:pt x="1801297" y="134186"/>
                </a:lnTo>
                <a:lnTo>
                  <a:pt x="1802135" y="134234"/>
                </a:lnTo>
                <a:lnTo>
                  <a:pt x="1802981" y="134268"/>
                </a:lnTo>
                <a:lnTo>
                  <a:pt x="1803836" y="134289"/>
                </a:lnTo>
                <a:lnTo>
                  <a:pt x="1804701" y="134296"/>
                </a:lnTo>
                <a:lnTo>
                  <a:pt x="1805941" y="134282"/>
                </a:lnTo>
                <a:lnTo>
                  <a:pt x="1807162" y="134240"/>
                </a:lnTo>
                <a:lnTo>
                  <a:pt x="1808363" y="134170"/>
                </a:lnTo>
                <a:lnTo>
                  <a:pt x="1809544" y="134072"/>
                </a:lnTo>
                <a:lnTo>
                  <a:pt x="1810704" y="133946"/>
                </a:lnTo>
                <a:close/>
                <a:moveTo>
                  <a:pt x="2184473" y="133896"/>
                </a:moveTo>
                <a:lnTo>
                  <a:pt x="2185515" y="133751"/>
                </a:lnTo>
                <a:lnTo>
                  <a:pt x="2186541" y="133585"/>
                </a:lnTo>
                <a:lnTo>
                  <a:pt x="2187552" y="133396"/>
                </a:lnTo>
                <a:lnTo>
                  <a:pt x="2188546" y="133185"/>
                </a:lnTo>
                <a:lnTo>
                  <a:pt x="2189524" y="132952"/>
                </a:lnTo>
                <a:lnTo>
                  <a:pt x="2190487" y="132696"/>
                </a:lnTo>
                <a:lnTo>
                  <a:pt x="2191433" y="132418"/>
                </a:lnTo>
                <a:lnTo>
                  <a:pt x="2192364" y="132118"/>
                </a:lnTo>
                <a:lnTo>
                  <a:pt x="2193278" y="131796"/>
                </a:lnTo>
                <a:lnTo>
                  <a:pt x="2194177" y="131452"/>
                </a:lnTo>
                <a:lnTo>
                  <a:pt x="2195060" y="131085"/>
                </a:lnTo>
                <a:lnTo>
                  <a:pt x="2195927" y="130697"/>
                </a:lnTo>
                <a:lnTo>
                  <a:pt x="2196778" y="130286"/>
                </a:lnTo>
                <a:lnTo>
                  <a:pt x="2197614" y="129852"/>
                </a:lnTo>
                <a:lnTo>
                  <a:pt x="2198433" y="129397"/>
                </a:lnTo>
                <a:lnTo>
                  <a:pt x="2199236" y="128919"/>
                </a:lnTo>
                <a:lnTo>
                  <a:pt x="2200024" y="128419"/>
                </a:lnTo>
                <a:lnTo>
                  <a:pt x="2200795" y="127897"/>
                </a:lnTo>
                <a:lnTo>
                  <a:pt x="2201546" y="127356"/>
                </a:lnTo>
                <a:lnTo>
                  <a:pt x="2202269" y="126800"/>
                </a:lnTo>
                <a:lnTo>
                  <a:pt x="2202966" y="126227"/>
                </a:lnTo>
                <a:lnTo>
                  <a:pt x="2203635" y="125639"/>
                </a:lnTo>
                <a:lnTo>
                  <a:pt x="2204278" y="125036"/>
                </a:lnTo>
                <a:lnTo>
                  <a:pt x="2204894" y="124417"/>
                </a:lnTo>
                <a:lnTo>
                  <a:pt x="2205483" y="123782"/>
                </a:lnTo>
                <a:lnTo>
                  <a:pt x="2206045" y="123131"/>
                </a:lnTo>
                <a:lnTo>
                  <a:pt x="2206581" y="122465"/>
                </a:lnTo>
                <a:lnTo>
                  <a:pt x="2207089" y="121783"/>
                </a:lnTo>
                <a:lnTo>
                  <a:pt x="2207570" y="121086"/>
                </a:lnTo>
                <a:lnTo>
                  <a:pt x="2208025" y="120373"/>
                </a:lnTo>
                <a:lnTo>
                  <a:pt x="2208452" y="119644"/>
                </a:lnTo>
                <a:lnTo>
                  <a:pt x="2208853" y="118900"/>
                </a:lnTo>
                <a:lnTo>
                  <a:pt x="2209227" y="118140"/>
                </a:lnTo>
                <a:lnTo>
                  <a:pt x="2209574" y="117365"/>
                </a:lnTo>
                <a:lnTo>
                  <a:pt x="2209894" y="116573"/>
                </a:lnTo>
                <a:lnTo>
                  <a:pt x="2210187" y="115767"/>
                </a:lnTo>
                <a:lnTo>
                  <a:pt x="2210453" y="114944"/>
                </a:lnTo>
                <a:lnTo>
                  <a:pt x="2210693" y="114106"/>
                </a:lnTo>
                <a:lnTo>
                  <a:pt x="2210905" y="113252"/>
                </a:lnTo>
                <a:lnTo>
                  <a:pt x="2211091" y="112383"/>
                </a:lnTo>
                <a:lnTo>
                  <a:pt x="2211250" y="111498"/>
                </a:lnTo>
                <a:lnTo>
                  <a:pt x="2211381" y="110597"/>
                </a:lnTo>
                <a:lnTo>
                  <a:pt x="2197162" y="110597"/>
                </a:lnTo>
                <a:lnTo>
                  <a:pt x="2197063" y="111028"/>
                </a:lnTo>
                <a:lnTo>
                  <a:pt x="2196950" y="111451"/>
                </a:lnTo>
                <a:lnTo>
                  <a:pt x="2196823" y="111867"/>
                </a:lnTo>
                <a:lnTo>
                  <a:pt x="2196681" y="112276"/>
                </a:lnTo>
                <a:lnTo>
                  <a:pt x="2196526" y="112677"/>
                </a:lnTo>
                <a:lnTo>
                  <a:pt x="2196357" y="113071"/>
                </a:lnTo>
                <a:lnTo>
                  <a:pt x="2196174" y="113457"/>
                </a:lnTo>
                <a:lnTo>
                  <a:pt x="2195977" y="113836"/>
                </a:lnTo>
                <a:lnTo>
                  <a:pt x="2195766" y="114208"/>
                </a:lnTo>
                <a:lnTo>
                  <a:pt x="2195541" y="114572"/>
                </a:lnTo>
                <a:lnTo>
                  <a:pt x="2195302" y="114929"/>
                </a:lnTo>
                <a:lnTo>
                  <a:pt x="2195048" y="115278"/>
                </a:lnTo>
                <a:lnTo>
                  <a:pt x="2194781" y="115620"/>
                </a:lnTo>
                <a:lnTo>
                  <a:pt x="2194500" y="115955"/>
                </a:lnTo>
                <a:lnTo>
                  <a:pt x="2194205" y="116282"/>
                </a:lnTo>
                <a:lnTo>
                  <a:pt x="2193896" y="116602"/>
                </a:lnTo>
                <a:lnTo>
                  <a:pt x="2193573" y="116914"/>
                </a:lnTo>
                <a:lnTo>
                  <a:pt x="2193236" y="117219"/>
                </a:lnTo>
                <a:lnTo>
                  <a:pt x="2192885" y="117516"/>
                </a:lnTo>
                <a:lnTo>
                  <a:pt x="2192520" y="117807"/>
                </a:lnTo>
                <a:lnTo>
                  <a:pt x="2192141" y="118089"/>
                </a:lnTo>
                <a:lnTo>
                  <a:pt x="2191748" y="118364"/>
                </a:lnTo>
                <a:lnTo>
                  <a:pt x="2191341" y="118632"/>
                </a:lnTo>
                <a:lnTo>
                  <a:pt x="2190921" y="118893"/>
                </a:lnTo>
                <a:lnTo>
                  <a:pt x="2190488" y="119144"/>
                </a:lnTo>
                <a:lnTo>
                  <a:pt x="2190046" y="119385"/>
                </a:lnTo>
                <a:lnTo>
                  <a:pt x="2189594" y="119615"/>
                </a:lnTo>
                <a:lnTo>
                  <a:pt x="2189133" y="119834"/>
                </a:lnTo>
                <a:lnTo>
                  <a:pt x="2188662" y="120043"/>
                </a:lnTo>
                <a:lnTo>
                  <a:pt x="2188181" y="120241"/>
                </a:lnTo>
                <a:lnTo>
                  <a:pt x="2187691" y="120428"/>
                </a:lnTo>
                <a:lnTo>
                  <a:pt x="2187191" y="120604"/>
                </a:lnTo>
                <a:lnTo>
                  <a:pt x="2186682" y="120770"/>
                </a:lnTo>
                <a:lnTo>
                  <a:pt x="2186163" y="120925"/>
                </a:lnTo>
                <a:lnTo>
                  <a:pt x="2185634" y="121070"/>
                </a:lnTo>
                <a:lnTo>
                  <a:pt x="2185096" y="121204"/>
                </a:lnTo>
                <a:lnTo>
                  <a:pt x="2184548" y="121327"/>
                </a:lnTo>
                <a:lnTo>
                  <a:pt x="2183991" y="121439"/>
                </a:lnTo>
                <a:lnTo>
                  <a:pt x="2183424" y="121541"/>
                </a:lnTo>
                <a:lnTo>
                  <a:pt x="2182847" y="121632"/>
                </a:lnTo>
                <a:lnTo>
                  <a:pt x="2182261" y="121712"/>
                </a:lnTo>
                <a:lnTo>
                  <a:pt x="2181665" y="121781"/>
                </a:lnTo>
                <a:lnTo>
                  <a:pt x="2181059" y="121840"/>
                </a:lnTo>
                <a:lnTo>
                  <a:pt x="2180444" y="121888"/>
                </a:lnTo>
                <a:lnTo>
                  <a:pt x="2179819" y="121926"/>
                </a:lnTo>
                <a:lnTo>
                  <a:pt x="2179185" y="121952"/>
                </a:lnTo>
                <a:lnTo>
                  <a:pt x="2178541" y="121968"/>
                </a:lnTo>
                <a:lnTo>
                  <a:pt x="2177888" y="121974"/>
                </a:lnTo>
                <a:lnTo>
                  <a:pt x="2177130" y="121964"/>
                </a:lnTo>
                <a:lnTo>
                  <a:pt x="2176386" y="121935"/>
                </a:lnTo>
                <a:lnTo>
                  <a:pt x="2175653" y="121886"/>
                </a:lnTo>
                <a:lnTo>
                  <a:pt x="2174934" y="121818"/>
                </a:lnTo>
                <a:lnTo>
                  <a:pt x="2174227" y="121730"/>
                </a:lnTo>
                <a:lnTo>
                  <a:pt x="2173533" y="121623"/>
                </a:lnTo>
                <a:lnTo>
                  <a:pt x="2172851" y="121497"/>
                </a:lnTo>
                <a:lnTo>
                  <a:pt x="2172182" y="121351"/>
                </a:lnTo>
                <a:lnTo>
                  <a:pt x="2171526" y="121185"/>
                </a:lnTo>
                <a:lnTo>
                  <a:pt x="2170882" y="121000"/>
                </a:lnTo>
                <a:lnTo>
                  <a:pt x="2170251" y="120795"/>
                </a:lnTo>
                <a:lnTo>
                  <a:pt x="2169632" y="120571"/>
                </a:lnTo>
                <a:lnTo>
                  <a:pt x="2169026" y="120328"/>
                </a:lnTo>
                <a:lnTo>
                  <a:pt x="2168433" y="120065"/>
                </a:lnTo>
                <a:lnTo>
                  <a:pt x="2167852" y="119782"/>
                </a:lnTo>
                <a:lnTo>
                  <a:pt x="2167284" y="119480"/>
                </a:lnTo>
                <a:lnTo>
                  <a:pt x="2166729" y="119159"/>
                </a:lnTo>
                <a:lnTo>
                  <a:pt x="2166186" y="118818"/>
                </a:lnTo>
                <a:lnTo>
                  <a:pt x="2165656" y="118458"/>
                </a:lnTo>
                <a:lnTo>
                  <a:pt x="2165138" y="118078"/>
                </a:lnTo>
                <a:lnTo>
                  <a:pt x="2164633" y="117679"/>
                </a:lnTo>
                <a:lnTo>
                  <a:pt x="2164140" y="117260"/>
                </a:lnTo>
                <a:lnTo>
                  <a:pt x="2163661" y="116822"/>
                </a:lnTo>
                <a:lnTo>
                  <a:pt x="2163193" y="116364"/>
                </a:lnTo>
                <a:lnTo>
                  <a:pt x="2162742" y="115889"/>
                </a:lnTo>
                <a:lnTo>
                  <a:pt x="2162310" y="115401"/>
                </a:lnTo>
                <a:lnTo>
                  <a:pt x="2161897" y="114898"/>
                </a:lnTo>
                <a:lnTo>
                  <a:pt x="2161504" y="114382"/>
                </a:lnTo>
                <a:lnTo>
                  <a:pt x="2161129" y="113852"/>
                </a:lnTo>
                <a:lnTo>
                  <a:pt x="2160774" y="113307"/>
                </a:lnTo>
                <a:lnTo>
                  <a:pt x="2160438" y="112749"/>
                </a:lnTo>
                <a:lnTo>
                  <a:pt x="2160121" y="112176"/>
                </a:lnTo>
                <a:lnTo>
                  <a:pt x="2159823" y="111590"/>
                </a:lnTo>
                <a:lnTo>
                  <a:pt x="2159545" y="110990"/>
                </a:lnTo>
                <a:lnTo>
                  <a:pt x="2159286" y="110376"/>
                </a:lnTo>
                <a:lnTo>
                  <a:pt x="2159046" y="109747"/>
                </a:lnTo>
                <a:lnTo>
                  <a:pt x="2158825" y="109105"/>
                </a:lnTo>
                <a:lnTo>
                  <a:pt x="2158623" y="108449"/>
                </a:lnTo>
                <a:lnTo>
                  <a:pt x="2158441" y="107779"/>
                </a:lnTo>
                <a:lnTo>
                  <a:pt x="2158278" y="107094"/>
                </a:lnTo>
                <a:lnTo>
                  <a:pt x="2158134" y="106396"/>
                </a:lnTo>
                <a:lnTo>
                  <a:pt x="2158009" y="105684"/>
                </a:lnTo>
                <a:lnTo>
                  <a:pt x="2157903" y="104958"/>
                </a:lnTo>
                <a:lnTo>
                  <a:pt x="2157817" y="104218"/>
                </a:lnTo>
                <a:lnTo>
                  <a:pt x="2157749" y="103464"/>
                </a:lnTo>
                <a:lnTo>
                  <a:pt x="2157701" y="102696"/>
                </a:lnTo>
                <a:lnTo>
                  <a:pt x="2157673" y="101914"/>
                </a:lnTo>
                <a:lnTo>
                  <a:pt x="2157663" y="101118"/>
                </a:lnTo>
                <a:lnTo>
                  <a:pt x="2157663" y="92902"/>
                </a:lnTo>
                <a:lnTo>
                  <a:pt x="2212015" y="92902"/>
                </a:lnTo>
                <a:lnTo>
                  <a:pt x="2212015" y="77417"/>
                </a:lnTo>
                <a:lnTo>
                  <a:pt x="2212008" y="76579"/>
                </a:lnTo>
                <a:lnTo>
                  <a:pt x="2211986" y="75750"/>
                </a:lnTo>
                <a:lnTo>
                  <a:pt x="2211949" y="74931"/>
                </a:lnTo>
                <a:lnTo>
                  <a:pt x="2211897" y="74121"/>
                </a:lnTo>
                <a:lnTo>
                  <a:pt x="2211830" y="73320"/>
                </a:lnTo>
                <a:lnTo>
                  <a:pt x="2211749" y="72529"/>
                </a:lnTo>
                <a:lnTo>
                  <a:pt x="2211652" y="71747"/>
                </a:lnTo>
                <a:lnTo>
                  <a:pt x="2211541" y="70974"/>
                </a:lnTo>
                <a:lnTo>
                  <a:pt x="2211415" y="70211"/>
                </a:lnTo>
                <a:lnTo>
                  <a:pt x="2211275" y="69457"/>
                </a:lnTo>
                <a:lnTo>
                  <a:pt x="2211119" y="68712"/>
                </a:lnTo>
                <a:lnTo>
                  <a:pt x="2210949" y="67977"/>
                </a:lnTo>
                <a:lnTo>
                  <a:pt x="2210763" y="67251"/>
                </a:lnTo>
                <a:lnTo>
                  <a:pt x="2210563" y="66534"/>
                </a:lnTo>
                <a:lnTo>
                  <a:pt x="2210348" y="65827"/>
                </a:lnTo>
                <a:lnTo>
                  <a:pt x="2210119" y="65129"/>
                </a:lnTo>
                <a:lnTo>
                  <a:pt x="2209874" y="64440"/>
                </a:lnTo>
                <a:lnTo>
                  <a:pt x="2209615" y="63761"/>
                </a:lnTo>
                <a:lnTo>
                  <a:pt x="2209341" y="63091"/>
                </a:lnTo>
                <a:lnTo>
                  <a:pt x="2209052" y="62430"/>
                </a:lnTo>
                <a:lnTo>
                  <a:pt x="2208748" y="61779"/>
                </a:lnTo>
                <a:lnTo>
                  <a:pt x="2208430" y="61137"/>
                </a:lnTo>
                <a:lnTo>
                  <a:pt x="2208096" y="60504"/>
                </a:lnTo>
                <a:lnTo>
                  <a:pt x="2207748" y="59880"/>
                </a:lnTo>
                <a:lnTo>
                  <a:pt x="2207387" y="59267"/>
                </a:lnTo>
                <a:lnTo>
                  <a:pt x="2207014" y="58666"/>
                </a:lnTo>
                <a:lnTo>
                  <a:pt x="2206629" y="58076"/>
                </a:lnTo>
                <a:lnTo>
                  <a:pt x="2206232" y="57497"/>
                </a:lnTo>
                <a:lnTo>
                  <a:pt x="2205824" y="56930"/>
                </a:lnTo>
                <a:lnTo>
                  <a:pt x="2205403" y="56375"/>
                </a:lnTo>
                <a:lnTo>
                  <a:pt x="2204971" y="55831"/>
                </a:lnTo>
                <a:lnTo>
                  <a:pt x="2204527" y="55299"/>
                </a:lnTo>
                <a:lnTo>
                  <a:pt x="2204072" y="54778"/>
                </a:lnTo>
                <a:lnTo>
                  <a:pt x="2203604" y="54268"/>
                </a:lnTo>
                <a:lnTo>
                  <a:pt x="2203125" y="53771"/>
                </a:lnTo>
                <a:lnTo>
                  <a:pt x="2202634" y="53284"/>
                </a:lnTo>
                <a:lnTo>
                  <a:pt x="2202131" y="52809"/>
                </a:lnTo>
                <a:lnTo>
                  <a:pt x="2201616" y="52346"/>
                </a:lnTo>
                <a:lnTo>
                  <a:pt x="2201089" y="51894"/>
                </a:lnTo>
                <a:lnTo>
                  <a:pt x="2200551" y="51454"/>
                </a:lnTo>
                <a:lnTo>
                  <a:pt x="2200001" y="51025"/>
                </a:lnTo>
                <a:lnTo>
                  <a:pt x="2199439" y="50608"/>
                </a:lnTo>
                <a:lnTo>
                  <a:pt x="2198865" y="50203"/>
                </a:lnTo>
                <a:lnTo>
                  <a:pt x="2198280" y="49808"/>
                </a:lnTo>
                <a:lnTo>
                  <a:pt x="2197682" y="49426"/>
                </a:lnTo>
                <a:lnTo>
                  <a:pt x="2197073" y="49055"/>
                </a:lnTo>
                <a:lnTo>
                  <a:pt x="2196452" y="48695"/>
                </a:lnTo>
                <a:lnTo>
                  <a:pt x="2195819" y="48347"/>
                </a:lnTo>
                <a:lnTo>
                  <a:pt x="2195176" y="48012"/>
                </a:lnTo>
                <a:lnTo>
                  <a:pt x="2194524" y="47691"/>
                </a:lnTo>
                <a:lnTo>
                  <a:pt x="2193863" y="47384"/>
                </a:lnTo>
                <a:lnTo>
                  <a:pt x="2193193" y="47092"/>
                </a:lnTo>
                <a:lnTo>
                  <a:pt x="2192514" y="46814"/>
                </a:lnTo>
                <a:lnTo>
                  <a:pt x="2191825" y="46550"/>
                </a:lnTo>
                <a:lnTo>
                  <a:pt x="2191128" y="46300"/>
                </a:lnTo>
                <a:lnTo>
                  <a:pt x="2190422" y="46065"/>
                </a:lnTo>
                <a:lnTo>
                  <a:pt x="2189706" y="45844"/>
                </a:lnTo>
                <a:lnTo>
                  <a:pt x="2188982" y="45637"/>
                </a:lnTo>
                <a:lnTo>
                  <a:pt x="2188248" y="45444"/>
                </a:lnTo>
                <a:lnTo>
                  <a:pt x="2187506" y="45266"/>
                </a:lnTo>
                <a:lnTo>
                  <a:pt x="2186754" y="45102"/>
                </a:lnTo>
                <a:lnTo>
                  <a:pt x="2185993" y="44952"/>
                </a:lnTo>
                <a:lnTo>
                  <a:pt x="2185223" y="44817"/>
                </a:lnTo>
                <a:lnTo>
                  <a:pt x="2184444" y="44695"/>
                </a:lnTo>
                <a:lnTo>
                  <a:pt x="2183657" y="44588"/>
                </a:lnTo>
                <a:lnTo>
                  <a:pt x="2182860" y="44496"/>
                </a:lnTo>
                <a:lnTo>
                  <a:pt x="2182054" y="44417"/>
                </a:lnTo>
                <a:lnTo>
                  <a:pt x="2181238" y="44353"/>
                </a:lnTo>
                <a:lnTo>
                  <a:pt x="2180414" y="44303"/>
                </a:lnTo>
                <a:lnTo>
                  <a:pt x="2179581" y="44267"/>
                </a:lnTo>
                <a:lnTo>
                  <a:pt x="2178739" y="44246"/>
                </a:lnTo>
                <a:lnTo>
                  <a:pt x="2177888" y="44239"/>
                </a:lnTo>
                <a:lnTo>
                  <a:pt x="2177036" y="44246"/>
                </a:lnTo>
                <a:lnTo>
                  <a:pt x="2176194" y="44268"/>
                </a:lnTo>
                <a:lnTo>
                  <a:pt x="2175361" y="44304"/>
                </a:lnTo>
                <a:lnTo>
                  <a:pt x="2174537" y="44355"/>
                </a:lnTo>
                <a:lnTo>
                  <a:pt x="2173721" y="44421"/>
                </a:lnTo>
                <a:lnTo>
                  <a:pt x="2172915" y="44501"/>
                </a:lnTo>
                <a:lnTo>
                  <a:pt x="2172118" y="44595"/>
                </a:lnTo>
                <a:lnTo>
                  <a:pt x="2171330" y="44704"/>
                </a:lnTo>
                <a:lnTo>
                  <a:pt x="2170551" y="44828"/>
                </a:lnTo>
                <a:lnTo>
                  <a:pt x="2169782" y="44966"/>
                </a:lnTo>
                <a:lnTo>
                  <a:pt x="2169021" y="45119"/>
                </a:lnTo>
                <a:lnTo>
                  <a:pt x="2168269" y="45286"/>
                </a:lnTo>
                <a:lnTo>
                  <a:pt x="2167526" y="45468"/>
                </a:lnTo>
                <a:lnTo>
                  <a:pt x="2166792" y="45664"/>
                </a:lnTo>
                <a:lnTo>
                  <a:pt x="2166068" y="45875"/>
                </a:lnTo>
                <a:lnTo>
                  <a:pt x="2165352" y="46100"/>
                </a:lnTo>
                <a:lnTo>
                  <a:pt x="2164646" y="46340"/>
                </a:lnTo>
                <a:lnTo>
                  <a:pt x="2163948" y="46594"/>
                </a:lnTo>
                <a:lnTo>
                  <a:pt x="2163260" y="46863"/>
                </a:lnTo>
                <a:lnTo>
                  <a:pt x="2162580" y="47147"/>
                </a:lnTo>
                <a:lnTo>
                  <a:pt x="2161910" y="47445"/>
                </a:lnTo>
                <a:lnTo>
                  <a:pt x="2161249" y="47758"/>
                </a:lnTo>
                <a:lnTo>
                  <a:pt x="2160597" y="48085"/>
                </a:lnTo>
                <a:lnTo>
                  <a:pt x="2159953" y="48426"/>
                </a:lnTo>
                <a:lnTo>
                  <a:pt x="2159321" y="48781"/>
                </a:lnTo>
                <a:lnTo>
                  <a:pt x="2158700" y="49149"/>
                </a:lnTo>
                <a:lnTo>
                  <a:pt x="2158091" y="49528"/>
                </a:lnTo>
                <a:lnTo>
                  <a:pt x="2157494" y="49920"/>
                </a:lnTo>
                <a:lnTo>
                  <a:pt x="2156908" y="50325"/>
                </a:lnTo>
                <a:lnTo>
                  <a:pt x="2156335" y="50741"/>
                </a:lnTo>
                <a:lnTo>
                  <a:pt x="2155773" y="51171"/>
                </a:lnTo>
                <a:lnTo>
                  <a:pt x="2155223" y="51612"/>
                </a:lnTo>
                <a:lnTo>
                  <a:pt x="2154684" y="52066"/>
                </a:lnTo>
                <a:lnTo>
                  <a:pt x="2154158" y="52532"/>
                </a:lnTo>
                <a:lnTo>
                  <a:pt x="2153643" y="53010"/>
                </a:lnTo>
                <a:lnTo>
                  <a:pt x="2153140" y="53501"/>
                </a:lnTo>
                <a:lnTo>
                  <a:pt x="2152649" y="54004"/>
                </a:lnTo>
                <a:lnTo>
                  <a:pt x="2152170" y="54520"/>
                </a:lnTo>
                <a:lnTo>
                  <a:pt x="2151702" y="55048"/>
                </a:lnTo>
                <a:lnTo>
                  <a:pt x="2151246" y="55588"/>
                </a:lnTo>
                <a:lnTo>
                  <a:pt x="2150802" y="56141"/>
                </a:lnTo>
                <a:lnTo>
                  <a:pt x="2150370" y="56706"/>
                </a:lnTo>
                <a:lnTo>
                  <a:pt x="2149950" y="57283"/>
                </a:lnTo>
                <a:lnTo>
                  <a:pt x="2149541" y="57873"/>
                </a:lnTo>
                <a:lnTo>
                  <a:pt x="2149144" y="58475"/>
                </a:lnTo>
                <a:lnTo>
                  <a:pt x="2148759" y="59089"/>
                </a:lnTo>
                <a:lnTo>
                  <a:pt x="2148386" y="59716"/>
                </a:lnTo>
                <a:lnTo>
                  <a:pt x="2148025" y="60355"/>
                </a:lnTo>
                <a:lnTo>
                  <a:pt x="2147677" y="61006"/>
                </a:lnTo>
                <a:lnTo>
                  <a:pt x="2147343" y="61667"/>
                </a:lnTo>
                <a:lnTo>
                  <a:pt x="2147025" y="62340"/>
                </a:lnTo>
                <a:lnTo>
                  <a:pt x="2146721" y="63023"/>
                </a:lnTo>
                <a:lnTo>
                  <a:pt x="2146433" y="63718"/>
                </a:lnTo>
                <a:lnTo>
                  <a:pt x="2146159" y="64423"/>
                </a:lnTo>
                <a:lnTo>
                  <a:pt x="2145900" y="65140"/>
                </a:lnTo>
                <a:lnTo>
                  <a:pt x="2145655" y="65867"/>
                </a:lnTo>
                <a:lnTo>
                  <a:pt x="2145426" y="66606"/>
                </a:lnTo>
                <a:lnTo>
                  <a:pt x="2145211" y="67355"/>
                </a:lnTo>
                <a:lnTo>
                  <a:pt x="2145011" y="68115"/>
                </a:lnTo>
                <a:lnTo>
                  <a:pt x="2144826" y="68887"/>
                </a:lnTo>
                <a:lnTo>
                  <a:pt x="2144656" y="69669"/>
                </a:lnTo>
                <a:lnTo>
                  <a:pt x="2144500" y="70462"/>
                </a:lnTo>
                <a:lnTo>
                  <a:pt x="2144359" y="71266"/>
                </a:lnTo>
                <a:lnTo>
                  <a:pt x="2144234" y="72082"/>
                </a:lnTo>
                <a:lnTo>
                  <a:pt x="2144123" y="72908"/>
                </a:lnTo>
                <a:lnTo>
                  <a:pt x="2144026" y="73745"/>
                </a:lnTo>
                <a:lnTo>
                  <a:pt x="2143945" y="74593"/>
                </a:lnTo>
                <a:lnTo>
                  <a:pt x="2143878" y="75452"/>
                </a:lnTo>
                <a:lnTo>
                  <a:pt x="2143826" y="76322"/>
                </a:lnTo>
                <a:lnTo>
                  <a:pt x="2143789" y="77203"/>
                </a:lnTo>
                <a:lnTo>
                  <a:pt x="2143767" y="78095"/>
                </a:lnTo>
                <a:lnTo>
                  <a:pt x="2143760" y="78998"/>
                </a:lnTo>
                <a:lnTo>
                  <a:pt x="2143760" y="99536"/>
                </a:lnTo>
                <a:lnTo>
                  <a:pt x="2143767" y="100427"/>
                </a:lnTo>
                <a:lnTo>
                  <a:pt x="2143789" y="101307"/>
                </a:lnTo>
                <a:lnTo>
                  <a:pt x="2143826" y="102177"/>
                </a:lnTo>
                <a:lnTo>
                  <a:pt x="2143878" y="103037"/>
                </a:lnTo>
                <a:lnTo>
                  <a:pt x="2143945" y="103886"/>
                </a:lnTo>
                <a:lnTo>
                  <a:pt x="2144026" y="104726"/>
                </a:lnTo>
                <a:lnTo>
                  <a:pt x="2144123" y="105555"/>
                </a:lnTo>
                <a:lnTo>
                  <a:pt x="2144234" y="106375"/>
                </a:lnTo>
                <a:lnTo>
                  <a:pt x="2144359" y="107184"/>
                </a:lnTo>
                <a:lnTo>
                  <a:pt x="2144500" y="107983"/>
                </a:lnTo>
                <a:lnTo>
                  <a:pt x="2144656" y="108772"/>
                </a:lnTo>
                <a:lnTo>
                  <a:pt x="2144826" y="109550"/>
                </a:lnTo>
                <a:lnTo>
                  <a:pt x="2145011" y="110319"/>
                </a:lnTo>
                <a:lnTo>
                  <a:pt x="2145211" y="111077"/>
                </a:lnTo>
                <a:lnTo>
                  <a:pt x="2145426" y="111825"/>
                </a:lnTo>
                <a:lnTo>
                  <a:pt x="2145655" y="112563"/>
                </a:lnTo>
                <a:lnTo>
                  <a:pt x="2145900" y="113291"/>
                </a:lnTo>
                <a:lnTo>
                  <a:pt x="2146159" y="114009"/>
                </a:lnTo>
                <a:lnTo>
                  <a:pt x="2146433" y="114716"/>
                </a:lnTo>
                <a:lnTo>
                  <a:pt x="2146721" y="115414"/>
                </a:lnTo>
                <a:lnTo>
                  <a:pt x="2147025" y="116101"/>
                </a:lnTo>
                <a:lnTo>
                  <a:pt x="2147343" y="116778"/>
                </a:lnTo>
                <a:lnTo>
                  <a:pt x="2147677" y="117445"/>
                </a:lnTo>
                <a:lnTo>
                  <a:pt x="2148025" y="118102"/>
                </a:lnTo>
                <a:lnTo>
                  <a:pt x="2148386" y="118747"/>
                </a:lnTo>
                <a:lnTo>
                  <a:pt x="2148759" y="119380"/>
                </a:lnTo>
                <a:lnTo>
                  <a:pt x="2149144" y="120000"/>
                </a:lnTo>
                <a:lnTo>
                  <a:pt x="2149541" y="120608"/>
                </a:lnTo>
                <a:lnTo>
                  <a:pt x="2149950" y="121203"/>
                </a:lnTo>
                <a:lnTo>
                  <a:pt x="2150370" y="121785"/>
                </a:lnTo>
                <a:lnTo>
                  <a:pt x="2150802" y="122355"/>
                </a:lnTo>
                <a:lnTo>
                  <a:pt x="2151246" y="122912"/>
                </a:lnTo>
                <a:lnTo>
                  <a:pt x="2151702" y="123457"/>
                </a:lnTo>
                <a:lnTo>
                  <a:pt x="2152170" y="123989"/>
                </a:lnTo>
                <a:lnTo>
                  <a:pt x="2152649" y="124508"/>
                </a:lnTo>
                <a:lnTo>
                  <a:pt x="2153140" y="125015"/>
                </a:lnTo>
                <a:lnTo>
                  <a:pt x="2153643" y="125509"/>
                </a:lnTo>
                <a:lnTo>
                  <a:pt x="2154158" y="125990"/>
                </a:lnTo>
                <a:lnTo>
                  <a:pt x="2154684" y="126459"/>
                </a:lnTo>
                <a:lnTo>
                  <a:pt x="2155223" y="126915"/>
                </a:lnTo>
                <a:lnTo>
                  <a:pt x="2155773" y="127359"/>
                </a:lnTo>
                <a:lnTo>
                  <a:pt x="2156335" y="127790"/>
                </a:lnTo>
                <a:lnTo>
                  <a:pt x="2156908" y="128208"/>
                </a:lnTo>
                <a:lnTo>
                  <a:pt x="2157494" y="128614"/>
                </a:lnTo>
                <a:lnTo>
                  <a:pt x="2158091" y="129007"/>
                </a:lnTo>
                <a:lnTo>
                  <a:pt x="2158700" y="129387"/>
                </a:lnTo>
                <a:lnTo>
                  <a:pt x="2159321" y="129755"/>
                </a:lnTo>
                <a:lnTo>
                  <a:pt x="2159953" y="130110"/>
                </a:lnTo>
                <a:lnTo>
                  <a:pt x="2160597" y="130452"/>
                </a:lnTo>
                <a:lnTo>
                  <a:pt x="2161249" y="130779"/>
                </a:lnTo>
                <a:lnTo>
                  <a:pt x="2161910" y="131091"/>
                </a:lnTo>
                <a:lnTo>
                  <a:pt x="2162580" y="131389"/>
                </a:lnTo>
                <a:lnTo>
                  <a:pt x="2163260" y="131673"/>
                </a:lnTo>
                <a:lnTo>
                  <a:pt x="2163948" y="131941"/>
                </a:lnTo>
                <a:lnTo>
                  <a:pt x="2164646" y="132196"/>
                </a:lnTo>
                <a:lnTo>
                  <a:pt x="2165352" y="132436"/>
                </a:lnTo>
                <a:lnTo>
                  <a:pt x="2166068" y="132661"/>
                </a:lnTo>
                <a:lnTo>
                  <a:pt x="2166792" y="132871"/>
                </a:lnTo>
                <a:lnTo>
                  <a:pt x="2167526" y="133068"/>
                </a:lnTo>
                <a:lnTo>
                  <a:pt x="2168269" y="133249"/>
                </a:lnTo>
                <a:lnTo>
                  <a:pt x="2169021" y="133416"/>
                </a:lnTo>
                <a:lnTo>
                  <a:pt x="2169782" y="133569"/>
                </a:lnTo>
                <a:lnTo>
                  <a:pt x="2170551" y="133707"/>
                </a:lnTo>
                <a:lnTo>
                  <a:pt x="2171330" y="133831"/>
                </a:lnTo>
                <a:lnTo>
                  <a:pt x="2172118" y="133940"/>
                </a:lnTo>
                <a:lnTo>
                  <a:pt x="2172915" y="134034"/>
                </a:lnTo>
                <a:lnTo>
                  <a:pt x="2173721" y="134114"/>
                </a:lnTo>
                <a:lnTo>
                  <a:pt x="2174537" y="134179"/>
                </a:lnTo>
                <a:lnTo>
                  <a:pt x="2175361" y="134230"/>
                </a:lnTo>
                <a:lnTo>
                  <a:pt x="2176194" y="134267"/>
                </a:lnTo>
                <a:lnTo>
                  <a:pt x="2177036" y="134288"/>
                </a:lnTo>
                <a:lnTo>
                  <a:pt x="2177888" y="134296"/>
                </a:lnTo>
                <a:lnTo>
                  <a:pt x="2179025" y="134285"/>
                </a:lnTo>
                <a:lnTo>
                  <a:pt x="2180146" y="134251"/>
                </a:lnTo>
                <a:lnTo>
                  <a:pt x="2181252" y="134196"/>
                </a:lnTo>
                <a:lnTo>
                  <a:pt x="2182342" y="134118"/>
                </a:lnTo>
                <a:lnTo>
                  <a:pt x="2183415" y="134018"/>
                </a:lnTo>
                <a:lnTo>
                  <a:pt x="2184473" y="133896"/>
                </a:lnTo>
                <a:close/>
                <a:moveTo>
                  <a:pt x="2157700" y="75738"/>
                </a:moveTo>
                <a:lnTo>
                  <a:pt x="2157746" y="74923"/>
                </a:lnTo>
                <a:lnTo>
                  <a:pt x="2157810" y="74124"/>
                </a:lnTo>
                <a:lnTo>
                  <a:pt x="2157893" y="73341"/>
                </a:lnTo>
                <a:lnTo>
                  <a:pt x="2157994" y="72574"/>
                </a:lnTo>
                <a:lnTo>
                  <a:pt x="2158113" y="71824"/>
                </a:lnTo>
                <a:lnTo>
                  <a:pt x="2158251" y="71089"/>
                </a:lnTo>
                <a:lnTo>
                  <a:pt x="2158407" y="70371"/>
                </a:lnTo>
                <a:lnTo>
                  <a:pt x="2158582" y="69669"/>
                </a:lnTo>
                <a:lnTo>
                  <a:pt x="2158775" y="68984"/>
                </a:lnTo>
                <a:lnTo>
                  <a:pt x="2158986" y="68314"/>
                </a:lnTo>
                <a:lnTo>
                  <a:pt x="2159216" y="67661"/>
                </a:lnTo>
                <a:lnTo>
                  <a:pt x="2159464" y="67023"/>
                </a:lnTo>
                <a:lnTo>
                  <a:pt x="2159730" y="66402"/>
                </a:lnTo>
                <a:lnTo>
                  <a:pt x="2160015" y="65798"/>
                </a:lnTo>
                <a:lnTo>
                  <a:pt x="2160318" y="65209"/>
                </a:lnTo>
                <a:lnTo>
                  <a:pt x="2160640" y="64636"/>
                </a:lnTo>
                <a:lnTo>
                  <a:pt x="2160980" y="64080"/>
                </a:lnTo>
                <a:lnTo>
                  <a:pt x="2161338" y="63540"/>
                </a:lnTo>
                <a:lnTo>
                  <a:pt x="2161715" y="63016"/>
                </a:lnTo>
                <a:lnTo>
                  <a:pt x="2162110" y="62508"/>
                </a:lnTo>
                <a:lnTo>
                  <a:pt x="2162523" y="62017"/>
                </a:lnTo>
                <a:lnTo>
                  <a:pt x="2162955" y="61541"/>
                </a:lnTo>
                <a:lnTo>
                  <a:pt x="2163404" y="61084"/>
                </a:lnTo>
                <a:lnTo>
                  <a:pt x="2163867" y="60645"/>
                </a:lnTo>
                <a:lnTo>
                  <a:pt x="2164346" y="60227"/>
                </a:lnTo>
                <a:lnTo>
                  <a:pt x="2164840" y="59827"/>
                </a:lnTo>
                <a:lnTo>
                  <a:pt x="2165349" y="59447"/>
                </a:lnTo>
                <a:lnTo>
                  <a:pt x="2165873" y="59087"/>
                </a:lnTo>
                <a:lnTo>
                  <a:pt x="2166413" y="58746"/>
                </a:lnTo>
                <a:lnTo>
                  <a:pt x="2166967" y="58425"/>
                </a:lnTo>
                <a:lnTo>
                  <a:pt x="2167536" y="58123"/>
                </a:lnTo>
                <a:lnTo>
                  <a:pt x="2168121" y="57840"/>
                </a:lnTo>
                <a:lnTo>
                  <a:pt x="2168720" y="57577"/>
                </a:lnTo>
                <a:lnTo>
                  <a:pt x="2169335" y="57334"/>
                </a:lnTo>
                <a:lnTo>
                  <a:pt x="2169965" y="57110"/>
                </a:lnTo>
                <a:lnTo>
                  <a:pt x="2170610" y="56905"/>
                </a:lnTo>
                <a:lnTo>
                  <a:pt x="2171270" y="56720"/>
                </a:lnTo>
                <a:lnTo>
                  <a:pt x="2171945" y="56555"/>
                </a:lnTo>
                <a:lnTo>
                  <a:pt x="2172635" y="56409"/>
                </a:lnTo>
                <a:lnTo>
                  <a:pt x="2173340" y="56282"/>
                </a:lnTo>
                <a:lnTo>
                  <a:pt x="2174060" y="56175"/>
                </a:lnTo>
                <a:lnTo>
                  <a:pt x="2174795" y="56087"/>
                </a:lnTo>
                <a:lnTo>
                  <a:pt x="2175546" y="56019"/>
                </a:lnTo>
                <a:lnTo>
                  <a:pt x="2176311" y="55970"/>
                </a:lnTo>
                <a:lnTo>
                  <a:pt x="2177092" y="55941"/>
                </a:lnTo>
                <a:lnTo>
                  <a:pt x="2177888" y="55931"/>
                </a:lnTo>
                <a:lnTo>
                  <a:pt x="2178683" y="55941"/>
                </a:lnTo>
                <a:lnTo>
                  <a:pt x="2179463" y="55970"/>
                </a:lnTo>
                <a:lnTo>
                  <a:pt x="2180229" y="56019"/>
                </a:lnTo>
                <a:lnTo>
                  <a:pt x="2180979" y="56087"/>
                </a:lnTo>
                <a:lnTo>
                  <a:pt x="2181714" y="56175"/>
                </a:lnTo>
                <a:lnTo>
                  <a:pt x="2182434" y="56282"/>
                </a:lnTo>
                <a:lnTo>
                  <a:pt x="2183139" y="56409"/>
                </a:lnTo>
                <a:lnTo>
                  <a:pt x="2183829" y="56555"/>
                </a:lnTo>
                <a:lnTo>
                  <a:pt x="2184504" y="56720"/>
                </a:lnTo>
                <a:lnTo>
                  <a:pt x="2185163" y="56905"/>
                </a:lnTo>
                <a:lnTo>
                  <a:pt x="2185808" y="57110"/>
                </a:lnTo>
                <a:lnTo>
                  <a:pt x="2186438" y="57334"/>
                </a:lnTo>
                <a:lnTo>
                  <a:pt x="2187052" y="57577"/>
                </a:lnTo>
                <a:lnTo>
                  <a:pt x="2187651" y="57840"/>
                </a:lnTo>
                <a:lnTo>
                  <a:pt x="2188236" y="58123"/>
                </a:lnTo>
                <a:lnTo>
                  <a:pt x="2188805" y="58425"/>
                </a:lnTo>
                <a:lnTo>
                  <a:pt x="2189359" y="58746"/>
                </a:lnTo>
                <a:lnTo>
                  <a:pt x="2189898" y="59087"/>
                </a:lnTo>
                <a:lnTo>
                  <a:pt x="2190422" y="59447"/>
                </a:lnTo>
                <a:lnTo>
                  <a:pt x="2190931" y="59827"/>
                </a:lnTo>
                <a:lnTo>
                  <a:pt x="2191425" y="60227"/>
                </a:lnTo>
                <a:lnTo>
                  <a:pt x="2191903" y="60645"/>
                </a:lnTo>
                <a:lnTo>
                  <a:pt x="2192367" y="61084"/>
                </a:lnTo>
                <a:lnTo>
                  <a:pt x="2192815" y="61541"/>
                </a:lnTo>
                <a:lnTo>
                  <a:pt x="2193247" y="62017"/>
                </a:lnTo>
                <a:lnTo>
                  <a:pt x="2193661" y="62508"/>
                </a:lnTo>
                <a:lnTo>
                  <a:pt x="2194056" y="63016"/>
                </a:lnTo>
                <a:lnTo>
                  <a:pt x="2194433" y="63540"/>
                </a:lnTo>
                <a:lnTo>
                  <a:pt x="2194792" y="64080"/>
                </a:lnTo>
                <a:lnTo>
                  <a:pt x="2195132" y="64636"/>
                </a:lnTo>
                <a:lnTo>
                  <a:pt x="2195453" y="65209"/>
                </a:lnTo>
                <a:lnTo>
                  <a:pt x="2195757" y="65798"/>
                </a:lnTo>
                <a:lnTo>
                  <a:pt x="2196042" y="66402"/>
                </a:lnTo>
                <a:lnTo>
                  <a:pt x="2196308" y="67023"/>
                </a:lnTo>
                <a:lnTo>
                  <a:pt x="2196556" y="67661"/>
                </a:lnTo>
                <a:lnTo>
                  <a:pt x="2196786" y="68314"/>
                </a:lnTo>
                <a:lnTo>
                  <a:pt x="2196997" y="68984"/>
                </a:lnTo>
                <a:lnTo>
                  <a:pt x="2197191" y="69669"/>
                </a:lnTo>
                <a:lnTo>
                  <a:pt x="2197365" y="70371"/>
                </a:lnTo>
                <a:lnTo>
                  <a:pt x="2197521" y="71089"/>
                </a:lnTo>
                <a:lnTo>
                  <a:pt x="2197659" y="71824"/>
                </a:lnTo>
                <a:lnTo>
                  <a:pt x="2197779" y="72574"/>
                </a:lnTo>
                <a:lnTo>
                  <a:pt x="2197880" y="73341"/>
                </a:lnTo>
                <a:lnTo>
                  <a:pt x="2197963" y="74124"/>
                </a:lnTo>
                <a:lnTo>
                  <a:pt x="2198027" y="74923"/>
                </a:lnTo>
                <a:lnTo>
                  <a:pt x="2198073" y="75738"/>
                </a:lnTo>
                <a:lnTo>
                  <a:pt x="2198100" y="76569"/>
                </a:lnTo>
                <a:lnTo>
                  <a:pt x="2198110" y="77417"/>
                </a:lnTo>
                <a:lnTo>
                  <a:pt x="2198110" y="81841"/>
                </a:lnTo>
                <a:lnTo>
                  <a:pt x="2157663" y="81841"/>
                </a:lnTo>
                <a:lnTo>
                  <a:pt x="2157663" y="77417"/>
                </a:lnTo>
                <a:lnTo>
                  <a:pt x="2157672" y="76569"/>
                </a:lnTo>
                <a:lnTo>
                  <a:pt x="2157700" y="75738"/>
                </a:lnTo>
                <a:close/>
                <a:moveTo>
                  <a:pt x="1433190" y="134078"/>
                </a:moveTo>
                <a:lnTo>
                  <a:pt x="1433625" y="134000"/>
                </a:lnTo>
                <a:lnTo>
                  <a:pt x="1434053" y="133910"/>
                </a:lnTo>
                <a:lnTo>
                  <a:pt x="1434472" y="133807"/>
                </a:lnTo>
                <a:lnTo>
                  <a:pt x="1434884" y="133692"/>
                </a:lnTo>
                <a:lnTo>
                  <a:pt x="1435287" y="133566"/>
                </a:lnTo>
                <a:lnTo>
                  <a:pt x="1435683" y="133427"/>
                </a:lnTo>
                <a:lnTo>
                  <a:pt x="1436071" y="133276"/>
                </a:lnTo>
                <a:lnTo>
                  <a:pt x="1436450" y="133113"/>
                </a:lnTo>
                <a:lnTo>
                  <a:pt x="1436822" y="132939"/>
                </a:lnTo>
                <a:lnTo>
                  <a:pt x="1437186" y="132752"/>
                </a:lnTo>
                <a:lnTo>
                  <a:pt x="1437542" y="132553"/>
                </a:lnTo>
                <a:lnTo>
                  <a:pt x="1437890" y="132341"/>
                </a:lnTo>
                <a:lnTo>
                  <a:pt x="1438230" y="132118"/>
                </a:lnTo>
                <a:lnTo>
                  <a:pt x="1438561" y="131883"/>
                </a:lnTo>
                <a:lnTo>
                  <a:pt x="1438885" y="131636"/>
                </a:lnTo>
                <a:lnTo>
                  <a:pt x="1439202" y="131376"/>
                </a:lnTo>
                <a:lnTo>
                  <a:pt x="1439510" y="131105"/>
                </a:lnTo>
                <a:lnTo>
                  <a:pt x="1439810" y="130822"/>
                </a:lnTo>
                <a:lnTo>
                  <a:pt x="1440100" y="130528"/>
                </a:lnTo>
                <a:lnTo>
                  <a:pt x="1440378" y="130228"/>
                </a:lnTo>
                <a:lnTo>
                  <a:pt x="1440643" y="129920"/>
                </a:lnTo>
                <a:lnTo>
                  <a:pt x="1440896" y="129606"/>
                </a:lnTo>
                <a:lnTo>
                  <a:pt x="1441137" y="129284"/>
                </a:lnTo>
                <a:lnTo>
                  <a:pt x="1441365" y="128955"/>
                </a:lnTo>
                <a:lnTo>
                  <a:pt x="1441582" y="128619"/>
                </a:lnTo>
                <a:lnTo>
                  <a:pt x="1441785" y="128276"/>
                </a:lnTo>
                <a:lnTo>
                  <a:pt x="1441977" y="127925"/>
                </a:lnTo>
                <a:lnTo>
                  <a:pt x="1442156" y="127568"/>
                </a:lnTo>
                <a:lnTo>
                  <a:pt x="1442322" y="127203"/>
                </a:lnTo>
                <a:lnTo>
                  <a:pt x="1442477" y="126832"/>
                </a:lnTo>
                <a:lnTo>
                  <a:pt x="1442619" y="126453"/>
                </a:lnTo>
                <a:lnTo>
                  <a:pt x="1442748" y="126067"/>
                </a:lnTo>
                <a:lnTo>
                  <a:pt x="1442866" y="125674"/>
                </a:lnTo>
                <a:lnTo>
                  <a:pt x="1442971" y="125273"/>
                </a:lnTo>
                <a:lnTo>
                  <a:pt x="1443063" y="124866"/>
                </a:lnTo>
                <a:lnTo>
                  <a:pt x="1443143" y="124452"/>
                </a:lnTo>
                <a:lnTo>
                  <a:pt x="1443211" y="124030"/>
                </a:lnTo>
                <a:lnTo>
                  <a:pt x="1443267" y="123601"/>
                </a:lnTo>
                <a:lnTo>
                  <a:pt x="1443310" y="123165"/>
                </a:lnTo>
                <a:lnTo>
                  <a:pt x="1443341" y="122722"/>
                </a:lnTo>
                <a:lnTo>
                  <a:pt x="1443359" y="122272"/>
                </a:lnTo>
                <a:lnTo>
                  <a:pt x="1443366" y="121815"/>
                </a:lnTo>
                <a:lnTo>
                  <a:pt x="1443359" y="121331"/>
                </a:lnTo>
                <a:lnTo>
                  <a:pt x="1443341" y="120856"/>
                </a:lnTo>
                <a:lnTo>
                  <a:pt x="1443310" y="120388"/>
                </a:lnTo>
                <a:lnTo>
                  <a:pt x="1443267" y="119927"/>
                </a:lnTo>
                <a:lnTo>
                  <a:pt x="1443211" y="119475"/>
                </a:lnTo>
                <a:lnTo>
                  <a:pt x="1443143" y="119030"/>
                </a:lnTo>
                <a:lnTo>
                  <a:pt x="1443063" y="118593"/>
                </a:lnTo>
                <a:lnTo>
                  <a:pt x="1442971" y="118163"/>
                </a:lnTo>
                <a:lnTo>
                  <a:pt x="1442866" y="117741"/>
                </a:lnTo>
                <a:lnTo>
                  <a:pt x="1442748" y="117327"/>
                </a:lnTo>
                <a:lnTo>
                  <a:pt x="1442619" y="116921"/>
                </a:lnTo>
                <a:lnTo>
                  <a:pt x="1442477" y="116522"/>
                </a:lnTo>
                <a:lnTo>
                  <a:pt x="1442322" y="116131"/>
                </a:lnTo>
                <a:lnTo>
                  <a:pt x="1442156" y="115747"/>
                </a:lnTo>
                <a:lnTo>
                  <a:pt x="1441977" y="115371"/>
                </a:lnTo>
                <a:lnTo>
                  <a:pt x="1441785" y="115003"/>
                </a:lnTo>
                <a:lnTo>
                  <a:pt x="1441582" y="114643"/>
                </a:lnTo>
                <a:lnTo>
                  <a:pt x="1441365" y="114290"/>
                </a:lnTo>
                <a:lnTo>
                  <a:pt x="1441137" y="113945"/>
                </a:lnTo>
                <a:lnTo>
                  <a:pt x="1440896" y="113608"/>
                </a:lnTo>
                <a:lnTo>
                  <a:pt x="1440643" y="113278"/>
                </a:lnTo>
                <a:lnTo>
                  <a:pt x="1440378" y="112956"/>
                </a:lnTo>
                <a:lnTo>
                  <a:pt x="1440100" y="112642"/>
                </a:lnTo>
                <a:lnTo>
                  <a:pt x="1439810" y="112335"/>
                </a:lnTo>
                <a:lnTo>
                  <a:pt x="1439510" y="112039"/>
                </a:lnTo>
                <a:lnTo>
                  <a:pt x="1439202" y="111755"/>
                </a:lnTo>
                <a:lnTo>
                  <a:pt x="1438885" y="111484"/>
                </a:lnTo>
                <a:lnTo>
                  <a:pt x="1438561" y="111225"/>
                </a:lnTo>
                <a:lnTo>
                  <a:pt x="1438230" y="110979"/>
                </a:lnTo>
                <a:lnTo>
                  <a:pt x="1437890" y="110746"/>
                </a:lnTo>
                <a:lnTo>
                  <a:pt x="1437542" y="110525"/>
                </a:lnTo>
                <a:lnTo>
                  <a:pt x="1437186" y="110317"/>
                </a:lnTo>
                <a:lnTo>
                  <a:pt x="1436822" y="110121"/>
                </a:lnTo>
                <a:lnTo>
                  <a:pt x="1436450" y="109938"/>
                </a:lnTo>
                <a:lnTo>
                  <a:pt x="1436071" y="109768"/>
                </a:lnTo>
                <a:lnTo>
                  <a:pt x="1435683" y="109610"/>
                </a:lnTo>
                <a:lnTo>
                  <a:pt x="1435287" y="109465"/>
                </a:lnTo>
                <a:lnTo>
                  <a:pt x="1434884" y="109333"/>
                </a:lnTo>
                <a:lnTo>
                  <a:pt x="1434472" y="109213"/>
                </a:lnTo>
                <a:lnTo>
                  <a:pt x="1434053" y="109106"/>
                </a:lnTo>
                <a:lnTo>
                  <a:pt x="1433625" y="109011"/>
                </a:lnTo>
                <a:lnTo>
                  <a:pt x="1433190" y="108929"/>
                </a:lnTo>
                <a:lnTo>
                  <a:pt x="1432746" y="108860"/>
                </a:lnTo>
                <a:lnTo>
                  <a:pt x="1432295" y="108803"/>
                </a:lnTo>
                <a:lnTo>
                  <a:pt x="1431836" y="108759"/>
                </a:lnTo>
                <a:lnTo>
                  <a:pt x="1431368" y="108727"/>
                </a:lnTo>
                <a:lnTo>
                  <a:pt x="1430893" y="108708"/>
                </a:lnTo>
                <a:lnTo>
                  <a:pt x="1430410" y="108702"/>
                </a:lnTo>
                <a:lnTo>
                  <a:pt x="1429927" y="108708"/>
                </a:lnTo>
                <a:lnTo>
                  <a:pt x="1429451" y="108727"/>
                </a:lnTo>
                <a:lnTo>
                  <a:pt x="1428984" y="108759"/>
                </a:lnTo>
                <a:lnTo>
                  <a:pt x="1428525" y="108803"/>
                </a:lnTo>
                <a:lnTo>
                  <a:pt x="1428073" y="108860"/>
                </a:lnTo>
                <a:lnTo>
                  <a:pt x="1427630" y="108929"/>
                </a:lnTo>
                <a:lnTo>
                  <a:pt x="1427194" y="109011"/>
                </a:lnTo>
                <a:lnTo>
                  <a:pt x="1426767" y="109106"/>
                </a:lnTo>
                <a:lnTo>
                  <a:pt x="1426347" y="109213"/>
                </a:lnTo>
                <a:lnTo>
                  <a:pt x="1425936" y="109333"/>
                </a:lnTo>
                <a:lnTo>
                  <a:pt x="1425532" y="109465"/>
                </a:lnTo>
                <a:lnTo>
                  <a:pt x="1425136" y="109610"/>
                </a:lnTo>
                <a:lnTo>
                  <a:pt x="1424748" y="109768"/>
                </a:lnTo>
                <a:lnTo>
                  <a:pt x="1424369" y="109938"/>
                </a:lnTo>
                <a:lnTo>
                  <a:pt x="1423997" y="110121"/>
                </a:lnTo>
                <a:lnTo>
                  <a:pt x="1423633" y="110317"/>
                </a:lnTo>
                <a:lnTo>
                  <a:pt x="1423277" y="110525"/>
                </a:lnTo>
                <a:lnTo>
                  <a:pt x="1422929" y="110746"/>
                </a:lnTo>
                <a:lnTo>
                  <a:pt x="1422589" y="110979"/>
                </a:lnTo>
                <a:lnTo>
                  <a:pt x="1422257" y="111225"/>
                </a:lnTo>
                <a:lnTo>
                  <a:pt x="1421932" y="111484"/>
                </a:lnTo>
                <a:lnTo>
                  <a:pt x="1421616" y="111755"/>
                </a:lnTo>
                <a:lnTo>
                  <a:pt x="1421308" y="112039"/>
                </a:lnTo>
                <a:lnTo>
                  <a:pt x="1421008" y="112335"/>
                </a:lnTo>
                <a:lnTo>
                  <a:pt x="1420718" y="112642"/>
                </a:lnTo>
                <a:lnTo>
                  <a:pt x="1420440" y="112956"/>
                </a:lnTo>
                <a:lnTo>
                  <a:pt x="1420175" y="113278"/>
                </a:lnTo>
                <a:lnTo>
                  <a:pt x="1419922" y="113608"/>
                </a:lnTo>
                <a:lnTo>
                  <a:pt x="1419681" y="113945"/>
                </a:lnTo>
                <a:lnTo>
                  <a:pt x="1419453" y="114290"/>
                </a:lnTo>
                <a:lnTo>
                  <a:pt x="1419237" y="114643"/>
                </a:lnTo>
                <a:lnTo>
                  <a:pt x="1419033" y="115003"/>
                </a:lnTo>
                <a:lnTo>
                  <a:pt x="1418842" y="115371"/>
                </a:lnTo>
                <a:lnTo>
                  <a:pt x="1418663" y="115747"/>
                </a:lnTo>
                <a:lnTo>
                  <a:pt x="1418497" y="116131"/>
                </a:lnTo>
                <a:lnTo>
                  <a:pt x="1418342" y="116522"/>
                </a:lnTo>
                <a:lnTo>
                  <a:pt x="1418200" y="116921"/>
                </a:lnTo>
                <a:lnTo>
                  <a:pt x="1418071" y="117327"/>
                </a:lnTo>
                <a:lnTo>
                  <a:pt x="1417954" y="117741"/>
                </a:lnTo>
                <a:lnTo>
                  <a:pt x="1417849" y="118163"/>
                </a:lnTo>
                <a:lnTo>
                  <a:pt x="1417756" y="118593"/>
                </a:lnTo>
                <a:lnTo>
                  <a:pt x="1417676" y="119030"/>
                </a:lnTo>
                <a:lnTo>
                  <a:pt x="1417608" y="119475"/>
                </a:lnTo>
                <a:lnTo>
                  <a:pt x="1417553" y="119927"/>
                </a:lnTo>
                <a:lnTo>
                  <a:pt x="1417510" y="120388"/>
                </a:lnTo>
                <a:lnTo>
                  <a:pt x="1417479" y="120856"/>
                </a:lnTo>
                <a:lnTo>
                  <a:pt x="1417460" y="121331"/>
                </a:lnTo>
                <a:lnTo>
                  <a:pt x="1417454" y="121815"/>
                </a:lnTo>
                <a:lnTo>
                  <a:pt x="1417460" y="122272"/>
                </a:lnTo>
                <a:lnTo>
                  <a:pt x="1417479" y="122722"/>
                </a:lnTo>
                <a:lnTo>
                  <a:pt x="1417510" y="123165"/>
                </a:lnTo>
                <a:lnTo>
                  <a:pt x="1417553" y="123601"/>
                </a:lnTo>
                <a:lnTo>
                  <a:pt x="1417608" y="124030"/>
                </a:lnTo>
                <a:lnTo>
                  <a:pt x="1417676" y="124452"/>
                </a:lnTo>
                <a:lnTo>
                  <a:pt x="1417756" y="124866"/>
                </a:lnTo>
                <a:lnTo>
                  <a:pt x="1417849" y="125273"/>
                </a:lnTo>
                <a:lnTo>
                  <a:pt x="1417954" y="125674"/>
                </a:lnTo>
                <a:lnTo>
                  <a:pt x="1418071" y="126067"/>
                </a:lnTo>
                <a:lnTo>
                  <a:pt x="1418200" y="126453"/>
                </a:lnTo>
                <a:lnTo>
                  <a:pt x="1418342" y="126832"/>
                </a:lnTo>
                <a:lnTo>
                  <a:pt x="1418497" y="127203"/>
                </a:lnTo>
                <a:lnTo>
                  <a:pt x="1418663" y="127568"/>
                </a:lnTo>
                <a:lnTo>
                  <a:pt x="1418842" y="127925"/>
                </a:lnTo>
                <a:lnTo>
                  <a:pt x="1419033" y="128276"/>
                </a:lnTo>
                <a:lnTo>
                  <a:pt x="1419237" y="128619"/>
                </a:lnTo>
                <a:lnTo>
                  <a:pt x="1419453" y="128955"/>
                </a:lnTo>
                <a:lnTo>
                  <a:pt x="1419681" y="129284"/>
                </a:lnTo>
                <a:lnTo>
                  <a:pt x="1419922" y="129606"/>
                </a:lnTo>
                <a:lnTo>
                  <a:pt x="1420175" y="129920"/>
                </a:lnTo>
                <a:lnTo>
                  <a:pt x="1420440" y="130228"/>
                </a:lnTo>
                <a:lnTo>
                  <a:pt x="1420718" y="130528"/>
                </a:lnTo>
                <a:lnTo>
                  <a:pt x="1421008" y="130822"/>
                </a:lnTo>
                <a:lnTo>
                  <a:pt x="1421308" y="131105"/>
                </a:lnTo>
                <a:lnTo>
                  <a:pt x="1421616" y="131376"/>
                </a:lnTo>
                <a:lnTo>
                  <a:pt x="1421932" y="131636"/>
                </a:lnTo>
                <a:lnTo>
                  <a:pt x="1422257" y="131883"/>
                </a:lnTo>
                <a:lnTo>
                  <a:pt x="1422589" y="132118"/>
                </a:lnTo>
                <a:lnTo>
                  <a:pt x="1422929" y="132341"/>
                </a:lnTo>
                <a:lnTo>
                  <a:pt x="1423277" y="132553"/>
                </a:lnTo>
                <a:lnTo>
                  <a:pt x="1423633" y="132752"/>
                </a:lnTo>
                <a:lnTo>
                  <a:pt x="1423997" y="132939"/>
                </a:lnTo>
                <a:lnTo>
                  <a:pt x="1424369" y="133113"/>
                </a:lnTo>
                <a:lnTo>
                  <a:pt x="1424748" y="133276"/>
                </a:lnTo>
                <a:lnTo>
                  <a:pt x="1425136" y="133427"/>
                </a:lnTo>
                <a:lnTo>
                  <a:pt x="1425532" y="133566"/>
                </a:lnTo>
                <a:lnTo>
                  <a:pt x="1425936" y="133692"/>
                </a:lnTo>
                <a:lnTo>
                  <a:pt x="1426347" y="133807"/>
                </a:lnTo>
                <a:lnTo>
                  <a:pt x="1426767" y="133910"/>
                </a:lnTo>
                <a:lnTo>
                  <a:pt x="1427194" y="134000"/>
                </a:lnTo>
                <a:lnTo>
                  <a:pt x="1427630" y="134078"/>
                </a:lnTo>
                <a:lnTo>
                  <a:pt x="1428073" y="134145"/>
                </a:lnTo>
                <a:lnTo>
                  <a:pt x="1428525" y="134199"/>
                </a:lnTo>
                <a:lnTo>
                  <a:pt x="1428984" y="134241"/>
                </a:lnTo>
                <a:lnTo>
                  <a:pt x="1429451" y="134271"/>
                </a:lnTo>
                <a:lnTo>
                  <a:pt x="1429927" y="134290"/>
                </a:lnTo>
                <a:lnTo>
                  <a:pt x="1430410" y="134296"/>
                </a:lnTo>
                <a:lnTo>
                  <a:pt x="1430893" y="134290"/>
                </a:lnTo>
                <a:lnTo>
                  <a:pt x="1431368" y="134271"/>
                </a:lnTo>
                <a:lnTo>
                  <a:pt x="1431836" y="134241"/>
                </a:lnTo>
                <a:lnTo>
                  <a:pt x="1432295" y="134199"/>
                </a:lnTo>
                <a:lnTo>
                  <a:pt x="1432746" y="134145"/>
                </a:lnTo>
                <a:lnTo>
                  <a:pt x="1433190" y="134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ifresult:">
            <a:extLst xmlns:a="http://schemas.openxmlformats.org/drawingml/2006/main">
              <a:ext uri="{FF2B5EF4-FFF2-40B4-BE49-F238E27FC236}">
                <a16:creationId xmlns:a16="http://schemas.microsoft.com/office/drawing/2014/main" id="{4743F120-C0DA-4B78-9BD9-44F06AD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9928" y="2573270"/>
            <a:ext cx="886514" cy="124341"/>
          </a:xfrm>
          <a:custGeom xmlns:a="http://schemas.openxmlformats.org/drawingml/2006/main">
            <a:pathLst>
              <a:path w="886514" h="124341">
                <a:moveTo>
                  <a:pt x="37608" y="20180"/>
                </a:moveTo>
                <a:lnTo>
                  <a:pt x="38015" y="20147"/>
                </a:lnTo>
                <a:lnTo>
                  <a:pt x="38415" y="20106"/>
                </a:lnTo>
                <a:lnTo>
                  <a:pt x="38808" y="20054"/>
                </a:lnTo>
                <a:lnTo>
                  <a:pt x="39192" y="19994"/>
                </a:lnTo>
                <a:lnTo>
                  <a:pt x="39569" y="19924"/>
                </a:lnTo>
                <a:lnTo>
                  <a:pt x="39938" y="19844"/>
                </a:lnTo>
                <a:lnTo>
                  <a:pt x="40300" y="19756"/>
                </a:lnTo>
                <a:lnTo>
                  <a:pt x="40654" y="19658"/>
                </a:lnTo>
                <a:lnTo>
                  <a:pt x="41000" y="19551"/>
                </a:lnTo>
                <a:lnTo>
                  <a:pt x="41338" y="19434"/>
                </a:lnTo>
                <a:lnTo>
                  <a:pt x="41669" y="19308"/>
                </a:lnTo>
                <a:lnTo>
                  <a:pt x="41992" y="19173"/>
                </a:lnTo>
                <a:lnTo>
                  <a:pt x="42308" y="19028"/>
                </a:lnTo>
                <a:lnTo>
                  <a:pt x="42616" y="18875"/>
                </a:lnTo>
                <a:lnTo>
                  <a:pt x="42916" y="18711"/>
                </a:lnTo>
                <a:lnTo>
                  <a:pt x="43208" y="18539"/>
                </a:lnTo>
                <a:lnTo>
                  <a:pt x="43493" y="18357"/>
                </a:lnTo>
                <a:lnTo>
                  <a:pt x="43770" y="18166"/>
                </a:lnTo>
                <a:lnTo>
                  <a:pt x="44039" y="17965"/>
                </a:lnTo>
                <a:lnTo>
                  <a:pt x="44301" y="17756"/>
                </a:lnTo>
                <a:lnTo>
                  <a:pt x="44555" y="17536"/>
                </a:lnTo>
                <a:lnTo>
                  <a:pt x="44800" y="17309"/>
                </a:lnTo>
                <a:lnTo>
                  <a:pt x="45034" y="17076"/>
                </a:lnTo>
                <a:lnTo>
                  <a:pt x="45258" y="16835"/>
                </a:lnTo>
                <a:lnTo>
                  <a:pt x="45472" y="16588"/>
                </a:lnTo>
                <a:lnTo>
                  <a:pt x="45675" y="16335"/>
                </a:lnTo>
                <a:lnTo>
                  <a:pt x="45868" y="16075"/>
                </a:lnTo>
                <a:lnTo>
                  <a:pt x="46050" y="15808"/>
                </a:lnTo>
                <a:lnTo>
                  <a:pt x="46222" y="15535"/>
                </a:lnTo>
                <a:lnTo>
                  <a:pt x="46384" y="15255"/>
                </a:lnTo>
                <a:lnTo>
                  <a:pt x="46535" y="14969"/>
                </a:lnTo>
                <a:lnTo>
                  <a:pt x="46676" y="14676"/>
                </a:lnTo>
                <a:lnTo>
                  <a:pt x="46806" y="14376"/>
                </a:lnTo>
                <a:lnTo>
                  <a:pt x="46926" y="14070"/>
                </a:lnTo>
                <a:lnTo>
                  <a:pt x="47035" y="13758"/>
                </a:lnTo>
                <a:lnTo>
                  <a:pt x="47134" y="13438"/>
                </a:lnTo>
                <a:lnTo>
                  <a:pt x="47223" y="13112"/>
                </a:lnTo>
                <a:lnTo>
                  <a:pt x="47301" y="12780"/>
                </a:lnTo>
                <a:lnTo>
                  <a:pt x="47369" y="12441"/>
                </a:lnTo>
                <a:lnTo>
                  <a:pt x="47426" y="12095"/>
                </a:lnTo>
                <a:lnTo>
                  <a:pt x="47473" y="11743"/>
                </a:lnTo>
                <a:lnTo>
                  <a:pt x="47509" y="11384"/>
                </a:lnTo>
                <a:lnTo>
                  <a:pt x="47535" y="11018"/>
                </a:lnTo>
                <a:lnTo>
                  <a:pt x="47551" y="10646"/>
                </a:lnTo>
                <a:lnTo>
                  <a:pt x="47556" y="10268"/>
                </a:lnTo>
                <a:lnTo>
                  <a:pt x="47551" y="9876"/>
                </a:lnTo>
                <a:lnTo>
                  <a:pt x="47535" y="9492"/>
                </a:lnTo>
                <a:lnTo>
                  <a:pt x="47509" y="9114"/>
                </a:lnTo>
                <a:lnTo>
                  <a:pt x="47473" y="8743"/>
                </a:lnTo>
                <a:lnTo>
                  <a:pt x="47426" y="8379"/>
                </a:lnTo>
                <a:lnTo>
                  <a:pt x="47369" y="8021"/>
                </a:lnTo>
                <a:lnTo>
                  <a:pt x="47301" y="7671"/>
                </a:lnTo>
                <a:lnTo>
                  <a:pt x="47223" y="7328"/>
                </a:lnTo>
                <a:lnTo>
                  <a:pt x="47134" y="6991"/>
                </a:lnTo>
                <a:lnTo>
                  <a:pt x="47035" y="6661"/>
                </a:lnTo>
                <a:lnTo>
                  <a:pt x="46926" y="6338"/>
                </a:lnTo>
                <a:lnTo>
                  <a:pt x="46806" y="6022"/>
                </a:lnTo>
                <a:lnTo>
                  <a:pt x="46676" y="5713"/>
                </a:lnTo>
                <a:lnTo>
                  <a:pt x="46535" y="5411"/>
                </a:lnTo>
                <a:lnTo>
                  <a:pt x="46384" y="5115"/>
                </a:lnTo>
                <a:lnTo>
                  <a:pt x="46222" y="4827"/>
                </a:lnTo>
                <a:lnTo>
                  <a:pt x="46050" y="4545"/>
                </a:lnTo>
                <a:lnTo>
                  <a:pt x="45868" y="4270"/>
                </a:lnTo>
                <a:lnTo>
                  <a:pt x="45675" y="4002"/>
                </a:lnTo>
                <a:lnTo>
                  <a:pt x="45472" y="3741"/>
                </a:lnTo>
                <a:lnTo>
                  <a:pt x="45258" y="3487"/>
                </a:lnTo>
                <a:lnTo>
                  <a:pt x="45034" y="3239"/>
                </a:lnTo>
                <a:lnTo>
                  <a:pt x="44800" y="2999"/>
                </a:lnTo>
                <a:lnTo>
                  <a:pt x="44555" y="2765"/>
                </a:lnTo>
                <a:lnTo>
                  <a:pt x="44301" y="2540"/>
                </a:lnTo>
                <a:lnTo>
                  <a:pt x="44039" y="2324"/>
                </a:lnTo>
                <a:lnTo>
                  <a:pt x="43770" y="2117"/>
                </a:lnTo>
                <a:lnTo>
                  <a:pt x="43493" y="1920"/>
                </a:lnTo>
                <a:lnTo>
                  <a:pt x="43208" y="1733"/>
                </a:lnTo>
                <a:lnTo>
                  <a:pt x="42916" y="1555"/>
                </a:lnTo>
                <a:lnTo>
                  <a:pt x="42616" y="1387"/>
                </a:lnTo>
                <a:lnTo>
                  <a:pt x="42308" y="1229"/>
                </a:lnTo>
                <a:lnTo>
                  <a:pt x="41992" y="1080"/>
                </a:lnTo>
                <a:lnTo>
                  <a:pt x="41669" y="941"/>
                </a:lnTo>
                <a:lnTo>
                  <a:pt x="41338" y="811"/>
                </a:lnTo>
                <a:lnTo>
                  <a:pt x="41000" y="691"/>
                </a:lnTo>
                <a:lnTo>
                  <a:pt x="40654" y="581"/>
                </a:lnTo>
                <a:lnTo>
                  <a:pt x="40300" y="480"/>
                </a:lnTo>
                <a:lnTo>
                  <a:pt x="39938" y="389"/>
                </a:lnTo>
                <a:lnTo>
                  <a:pt x="39569" y="307"/>
                </a:lnTo>
                <a:lnTo>
                  <a:pt x="39192" y="235"/>
                </a:lnTo>
                <a:lnTo>
                  <a:pt x="38808" y="173"/>
                </a:lnTo>
                <a:lnTo>
                  <a:pt x="38415" y="120"/>
                </a:lnTo>
                <a:lnTo>
                  <a:pt x="38015" y="77"/>
                </a:lnTo>
                <a:lnTo>
                  <a:pt x="37608" y="43"/>
                </a:lnTo>
                <a:lnTo>
                  <a:pt x="37192" y="19"/>
                </a:lnTo>
                <a:lnTo>
                  <a:pt x="36769" y="5"/>
                </a:lnTo>
                <a:lnTo>
                  <a:pt x="36339" y="0"/>
                </a:lnTo>
                <a:lnTo>
                  <a:pt x="35908" y="5"/>
                </a:lnTo>
                <a:lnTo>
                  <a:pt x="35485" y="19"/>
                </a:lnTo>
                <a:lnTo>
                  <a:pt x="35070" y="43"/>
                </a:lnTo>
                <a:lnTo>
                  <a:pt x="34662" y="77"/>
                </a:lnTo>
                <a:lnTo>
                  <a:pt x="34263" y="120"/>
                </a:lnTo>
                <a:lnTo>
                  <a:pt x="33870" y="173"/>
                </a:lnTo>
                <a:lnTo>
                  <a:pt x="33486" y="235"/>
                </a:lnTo>
                <a:lnTo>
                  <a:pt x="33109" y="307"/>
                </a:lnTo>
                <a:lnTo>
                  <a:pt x="32740" y="389"/>
                </a:lnTo>
                <a:lnTo>
                  <a:pt x="32378" y="480"/>
                </a:lnTo>
                <a:lnTo>
                  <a:pt x="32025" y="581"/>
                </a:lnTo>
                <a:lnTo>
                  <a:pt x="31678" y="691"/>
                </a:lnTo>
                <a:lnTo>
                  <a:pt x="31340" y="811"/>
                </a:lnTo>
                <a:lnTo>
                  <a:pt x="31009" y="941"/>
                </a:lnTo>
                <a:lnTo>
                  <a:pt x="30686" y="1080"/>
                </a:lnTo>
                <a:lnTo>
                  <a:pt x="30370" y="1229"/>
                </a:lnTo>
                <a:lnTo>
                  <a:pt x="30063" y="1387"/>
                </a:lnTo>
                <a:lnTo>
                  <a:pt x="29762" y="1555"/>
                </a:lnTo>
                <a:lnTo>
                  <a:pt x="29470" y="1733"/>
                </a:lnTo>
                <a:lnTo>
                  <a:pt x="29185" y="1920"/>
                </a:lnTo>
                <a:lnTo>
                  <a:pt x="28908" y="2117"/>
                </a:lnTo>
                <a:lnTo>
                  <a:pt x="28638" y="2324"/>
                </a:lnTo>
                <a:lnTo>
                  <a:pt x="28377" y="2540"/>
                </a:lnTo>
                <a:lnTo>
                  <a:pt x="28122" y="2765"/>
                </a:lnTo>
                <a:lnTo>
                  <a:pt x="27877" y="2999"/>
                </a:lnTo>
                <a:lnTo>
                  <a:pt x="27643" y="3239"/>
                </a:lnTo>
                <a:lnTo>
                  <a:pt x="27419" y="3487"/>
                </a:lnTo>
                <a:lnTo>
                  <a:pt x="27205" y="3741"/>
                </a:lnTo>
                <a:lnTo>
                  <a:pt x="27002" y="4002"/>
                </a:lnTo>
                <a:lnTo>
                  <a:pt x="26809" y="4270"/>
                </a:lnTo>
                <a:lnTo>
                  <a:pt x="26627" y="4545"/>
                </a:lnTo>
                <a:lnTo>
                  <a:pt x="26455" y="4827"/>
                </a:lnTo>
                <a:lnTo>
                  <a:pt x="26293" y="5115"/>
                </a:lnTo>
                <a:lnTo>
                  <a:pt x="26142" y="5411"/>
                </a:lnTo>
                <a:lnTo>
                  <a:pt x="26002" y="5713"/>
                </a:lnTo>
                <a:lnTo>
                  <a:pt x="25871" y="6022"/>
                </a:lnTo>
                <a:lnTo>
                  <a:pt x="25751" y="6338"/>
                </a:lnTo>
                <a:lnTo>
                  <a:pt x="25642" y="6661"/>
                </a:lnTo>
                <a:lnTo>
                  <a:pt x="25543" y="6991"/>
                </a:lnTo>
                <a:lnTo>
                  <a:pt x="25454" y="7328"/>
                </a:lnTo>
                <a:lnTo>
                  <a:pt x="25376" y="7671"/>
                </a:lnTo>
                <a:lnTo>
                  <a:pt x="25309" y="8021"/>
                </a:lnTo>
                <a:lnTo>
                  <a:pt x="25251" y="8379"/>
                </a:lnTo>
                <a:lnTo>
                  <a:pt x="25204" y="8743"/>
                </a:lnTo>
                <a:lnTo>
                  <a:pt x="25168" y="9114"/>
                </a:lnTo>
                <a:lnTo>
                  <a:pt x="25142" y="9492"/>
                </a:lnTo>
                <a:lnTo>
                  <a:pt x="25126" y="9876"/>
                </a:lnTo>
                <a:lnTo>
                  <a:pt x="25121" y="10268"/>
                </a:lnTo>
                <a:lnTo>
                  <a:pt x="25126" y="10646"/>
                </a:lnTo>
                <a:lnTo>
                  <a:pt x="25142" y="11018"/>
                </a:lnTo>
                <a:lnTo>
                  <a:pt x="25168" y="11384"/>
                </a:lnTo>
                <a:lnTo>
                  <a:pt x="25204" y="11743"/>
                </a:lnTo>
                <a:lnTo>
                  <a:pt x="25251" y="12095"/>
                </a:lnTo>
                <a:lnTo>
                  <a:pt x="25309" y="12441"/>
                </a:lnTo>
                <a:lnTo>
                  <a:pt x="25376" y="12780"/>
                </a:lnTo>
                <a:lnTo>
                  <a:pt x="25454" y="13112"/>
                </a:lnTo>
                <a:lnTo>
                  <a:pt x="25543" y="13438"/>
                </a:lnTo>
                <a:lnTo>
                  <a:pt x="25642" y="13758"/>
                </a:lnTo>
                <a:lnTo>
                  <a:pt x="25751" y="14070"/>
                </a:lnTo>
                <a:lnTo>
                  <a:pt x="25871" y="14376"/>
                </a:lnTo>
                <a:lnTo>
                  <a:pt x="26002" y="14676"/>
                </a:lnTo>
                <a:lnTo>
                  <a:pt x="26142" y="14969"/>
                </a:lnTo>
                <a:lnTo>
                  <a:pt x="26293" y="15255"/>
                </a:lnTo>
                <a:lnTo>
                  <a:pt x="26455" y="15535"/>
                </a:lnTo>
                <a:lnTo>
                  <a:pt x="26627" y="15808"/>
                </a:lnTo>
                <a:lnTo>
                  <a:pt x="26809" y="16075"/>
                </a:lnTo>
                <a:lnTo>
                  <a:pt x="27002" y="16335"/>
                </a:lnTo>
                <a:lnTo>
                  <a:pt x="27205" y="16588"/>
                </a:lnTo>
                <a:lnTo>
                  <a:pt x="27419" y="16835"/>
                </a:lnTo>
                <a:lnTo>
                  <a:pt x="27643" y="17076"/>
                </a:lnTo>
                <a:lnTo>
                  <a:pt x="27877" y="17309"/>
                </a:lnTo>
                <a:lnTo>
                  <a:pt x="28122" y="17536"/>
                </a:lnTo>
                <a:lnTo>
                  <a:pt x="28377" y="17756"/>
                </a:lnTo>
                <a:lnTo>
                  <a:pt x="28638" y="17965"/>
                </a:lnTo>
                <a:lnTo>
                  <a:pt x="28908" y="18166"/>
                </a:lnTo>
                <a:lnTo>
                  <a:pt x="29185" y="18357"/>
                </a:lnTo>
                <a:lnTo>
                  <a:pt x="29470" y="18539"/>
                </a:lnTo>
                <a:lnTo>
                  <a:pt x="29762" y="18711"/>
                </a:lnTo>
                <a:lnTo>
                  <a:pt x="30063" y="18875"/>
                </a:lnTo>
                <a:lnTo>
                  <a:pt x="30370" y="19028"/>
                </a:lnTo>
                <a:lnTo>
                  <a:pt x="30686" y="19173"/>
                </a:lnTo>
                <a:lnTo>
                  <a:pt x="31009" y="19308"/>
                </a:lnTo>
                <a:lnTo>
                  <a:pt x="31340" y="19434"/>
                </a:lnTo>
                <a:lnTo>
                  <a:pt x="31678" y="19551"/>
                </a:lnTo>
                <a:lnTo>
                  <a:pt x="32025" y="19658"/>
                </a:lnTo>
                <a:lnTo>
                  <a:pt x="32378" y="19756"/>
                </a:lnTo>
                <a:lnTo>
                  <a:pt x="32740" y="19844"/>
                </a:lnTo>
                <a:lnTo>
                  <a:pt x="33109" y="19924"/>
                </a:lnTo>
                <a:lnTo>
                  <a:pt x="33486" y="19994"/>
                </a:lnTo>
                <a:lnTo>
                  <a:pt x="33870" y="20054"/>
                </a:lnTo>
                <a:lnTo>
                  <a:pt x="34263" y="20106"/>
                </a:lnTo>
                <a:lnTo>
                  <a:pt x="34662" y="20147"/>
                </a:lnTo>
                <a:lnTo>
                  <a:pt x="35070" y="20180"/>
                </a:lnTo>
                <a:lnTo>
                  <a:pt x="35485" y="20203"/>
                </a:lnTo>
                <a:lnTo>
                  <a:pt x="35908" y="20217"/>
                </a:lnTo>
                <a:lnTo>
                  <a:pt x="36339" y="20222"/>
                </a:lnTo>
                <a:lnTo>
                  <a:pt x="36769" y="20217"/>
                </a:lnTo>
                <a:lnTo>
                  <a:pt x="37192" y="20203"/>
                </a:lnTo>
                <a:lnTo>
                  <a:pt x="37608" y="20180"/>
                </a:lnTo>
                <a:close/>
                <a:moveTo>
                  <a:pt x="162261" y="47713"/>
                </a:moveTo>
                <a:lnTo>
                  <a:pt x="126711" y="47713"/>
                </a:lnTo>
                <a:lnTo>
                  <a:pt x="126711" y="29545"/>
                </a:lnTo>
                <a:lnTo>
                  <a:pt x="126716" y="29167"/>
                </a:lnTo>
                <a:lnTo>
                  <a:pt x="126729" y="28797"/>
                </a:lnTo>
                <a:lnTo>
                  <a:pt x="126752" y="28435"/>
                </a:lnTo>
                <a:lnTo>
                  <a:pt x="126783" y="28081"/>
                </a:lnTo>
                <a:lnTo>
                  <a:pt x="126824" y="27735"/>
                </a:lnTo>
                <a:lnTo>
                  <a:pt x="126874" y="27397"/>
                </a:lnTo>
                <a:lnTo>
                  <a:pt x="126933" y="27066"/>
                </a:lnTo>
                <a:lnTo>
                  <a:pt x="127001" y="26744"/>
                </a:lnTo>
                <a:lnTo>
                  <a:pt x="127078" y="26430"/>
                </a:lnTo>
                <a:lnTo>
                  <a:pt x="127164" y="26124"/>
                </a:lnTo>
                <a:lnTo>
                  <a:pt x="127259" y="25825"/>
                </a:lnTo>
                <a:lnTo>
                  <a:pt x="127363" y="25535"/>
                </a:lnTo>
                <a:lnTo>
                  <a:pt x="127476" y="25253"/>
                </a:lnTo>
                <a:lnTo>
                  <a:pt x="127598" y="24978"/>
                </a:lnTo>
                <a:lnTo>
                  <a:pt x="127729" y="24712"/>
                </a:lnTo>
                <a:lnTo>
                  <a:pt x="127869" y="24453"/>
                </a:lnTo>
                <a:lnTo>
                  <a:pt x="128019" y="24203"/>
                </a:lnTo>
                <a:lnTo>
                  <a:pt x="128177" y="23960"/>
                </a:lnTo>
                <a:lnTo>
                  <a:pt x="128344" y="23725"/>
                </a:lnTo>
                <a:lnTo>
                  <a:pt x="128521" y="23499"/>
                </a:lnTo>
                <a:lnTo>
                  <a:pt x="128706" y="23280"/>
                </a:lnTo>
                <a:lnTo>
                  <a:pt x="128901" y="23069"/>
                </a:lnTo>
                <a:lnTo>
                  <a:pt x="129105" y="22866"/>
                </a:lnTo>
                <a:lnTo>
                  <a:pt x="129317" y="22671"/>
                </a:lnTo>
                <a:lnTo>
                  <a:pt x="129539" y="22485"/>
                </a:lnTo>
                <a:lnTo>
                  <a:pt x="129768" y="22306"/>
                </a:lnTo>
                <a:lnTo>
                  <a:pt x="130005" y="22135"/>
                </a:lnTo>
                <a:lnTo>
                  <a:pt x="130250" y="21972"/>
                </a:lnTo>
                <a:lnTo>
                  <a:pt x="130503" y="21817"/>
                </a:lnTo>
                <a:lnTo>
                  <a:pt x="130765" y="21669"/>
                </a:lnTo>
                <a:lnTo>
                  <a:pt x="131034" y="21530"/>
                </a:lnTo>
                <a:lnTo>
                  <a:pt x="131311" y="21399"/>
                </a:lnTo>
                <a:lnTo>
                  <a:pt x="131596" y="21276"/>
                </a:lnTo>
                <a:lnTo>
                  <a:pt x="131889" y="21161"/>
                </a:lnTo>
                <a:lnTo>
                  <a:pt x="132189" y="21053"/>
                </a:lnTo>
                <a:lnTo>
                  <a:pt x="132498" y="20954"/>
                </a:lnTo>
                <a:lnTo>
                  <a:pt x="132815" y="20862"/>
                </a:lnTo>
                <a:lnTo>
                  <a:pt x="133140" y="20779"/>
                </a:lnTo>
                <a:lnTo>
                  <a:pt x="133473" y="20703"/>
                </a:lnTo>
                <a:lnTo>
                  <a:pt x="133813" y="20636"/>
                </a:lnTo>
                <a:lnTo>
                  <a:pt x="134162" y="20576"/>
                </a:lnTo>
                <a:lnTo>
                  <a:pt x="134518" y="20524"/>
                </a:lnTo>
                <a:lnTo>
                  <a:pt x="134883" y="20481"/>
                </a:lnTo>
                <a:lnTo>
                  <a:pt x="135255" y="20445"/>
                </a:lnTo>
                <a:lnTo>
                  <a:pt x="135636" y="20417"/>
                </a:lnTo>
                <a:lnTo>
                  <a:pt x="136024" y="20397"/>
                </a:lnTo>
                <a:lnTo>
                  <a:pt x="136420" y="20385"/>
                </a:lnTo>
                <a:lnTo>
                  <a:pt x="136825" y="20381"/>
                </a:lnTo>
                <a:lnTo>
                  <a:pt x="162261" y="20381"/>
                </a:lnTo>
                <a:lnTo>
                  <a:pt x="162261" y="7425"/>
                </a:lnTo>
                <a:lnTo>
                  <a:pt x="136825" y="7425"/>
                </a:lnTo>
                <a:lnTo>
                  <a:pt x="135885" y="7436"/>
                </a:lnTo>
                <a:lnTo>
                  <a:pt x="134962" y="7467"/>
                </a:lnTo>
                <a:lnTo>
                  <a:pt x="134057" y="7518"/>
                </a:lnTo>
                <a:lnTo>
                  <a:pt x="133168" y="7590"/>
                </a:lnTo>
                <a:lnTo>
                  <a:pt x="132297" y="7683"/>
                </a:lnTo>
                <a:lnTo>
                  <a:pt x="131442" y="7796"/>
                </a:lnTo>
                <a:lnTo>
                  <a:pt x="130605" y="7929"/>
                </a:lnTo>
                <a:lnTo>
                  <a:pt x="129784" y="8084"/>
                </a:lnTo>
                <a:lnTo>
                  <a:pt x="128981" y="8259"/>
                </a:lnTo>
                <a:lnTo>
                  <a:pt x="128194" y="8454"/>
                </a:lnTo>
                <a:lnTo>
                  <a:pt x="127425" y="8670"/>
                </a:lnTo>
                <a:lnTo>
                  <a:pt x="126673" y="8907"/>
                </a:lnTo>
                <a:lnTo>
                  <a:pt x="125937" y="9164"/>
                </a:lnTo>
                <a:lnTo>
                  <a:pt x="125219" y="9442"/>
                </a:lnTo>
                <a:lnTo>
                  <a:pt x="124517" y="9740"/>
                </a:lnTo>
                <a:lnTo>
                  <a:pt x="123833" y="10059"/>
                </a:lnTo>
                <a:lnTo>
                  <a:pt x="123165" y="10399"/>
                </a:lnTo>
                <a:lnTo>
                  <a:pt x="122515" y="10759"/>
                </a:lnTo>
                <a:lnTo>
                  <a:pt x="121882" y="11139"/>
                </a:lnTo>
                <a:lnTo>
                  <a:pt x="121265" y="11541"/>
                </a:lnTo>
                <a:lnTo>
                  <a:pt x="120666" y="11962"/>
                </a:lnTo>
                <a:lnTo>
                  <a:pt x="120084" y="12405"/>
                </a:lnTo>
                <a:lnTo>
                  <a:pt x="119518" y="12868"/>
                </a:lnTo>
                <a:lnTo>
                  <a:pt x="118970" y="13351"/>
                </a:lnTo>
                <a:lnTo>
                  <a:pt x="118441" y="13852"/>
                </a:lnTo>
                <a:lnTo>
                  <a:pt x="117935" y="14369"/>
                </a:lnTo>
                <a:lnTo>
                  <a:pt x="117452" y="14900"/>
                </a:lnTo>
                <a:lnTo>
                  <a:pt x="116991" y="15446"/>
                </a:lnTo>
                <a:lnTo>
                  <a:pt x="116552" y="16008"/>
                </a:lnTo>
                <a:lnTo>
                  <a:pt x="116136" y="16585"/>
                </a:lnTo>
                <a:lnTo>
                  <a:pt x="115742" y="17176"/>
                </a:lnTo>
                <a:lnTo>
                  <a:pt x="115371" y="17783"/>
                </a:lnTo>
                <a:lnTo>
                  <a:pt x="115022" y="18405"/>
                </a:lnTo>
                <a:lnTo>
                  <a:pt x="114696" y="19042"/>
                </a:lnTo>
                <a:lnTo>
                  <a:pt x="114393" y="19694"/>
                </a:lnTo>
                <a:lnTo>
                  <a:pt x="114111" y="20361"/>
                </a:lnTo>
                <a:lnTo>
                  <a:pt x="113853" y="21044"/>
                </a:lnTo>
                <a:lnTo>
                  <a:pt x="113617" y="21741"/>
                </a:lnTo>
                <a:lnTo>
                  <a:pt x="113403" y="22453"/>
                </a:lnTo>
                <a:lnTo>
                  <a:pt x="113212" y="23181"/>
                </a:lnTo>
                <a:lnTo>
                  <a:pt x="113043" y="23924"/>
                </a:lnTo>
                <a:lnTo>
                  <a:pt x="112897" y="24681"/>
                </a:lnTo>
                <a:lnTo>
                  <a:pt x="112773" y="25454"/>
                </a:lnTo>
                <a:lnTo>
                  <a:pt x="112672" y="26242"/>
                </a:lnTo>
                <a:lnTo>
                  <a:pt x="112593" y="27045"/>
                </a:lnTo>
                <a:lnTo>
                  <a:pt x="112537" y="27863"/>
                </a:lnTo>
                <a:lnTo>
                  <a:pt x="112503" y="28696"/>
                </a:lnTo>
                <a:lnTo>
                  <a:pt x="112492" y="29545"/>
                </a:lnTo>
                <a:lnTo>
                  <a:pt x="112492" y="47713"/>
                </a:lnTo>
                <a:lnTo>
                  <a:pt x="87212" y="47713"/>
                </a:lnTo>
                <a:lnTo>
                  <a:pt x="87212" y="60669"/>
                </a:lnTo>
                <a:lnTo>
                  <a:pt x="112492" y="60669"/>
                </a:lnTo>
                <a:lnTo>
                  <a:pt x="112492" y="122762"/>
                </a:lnTo>
                <a:lnTo>
                  <a:pt x="126711" y="122762"/>
                </a:lnTo>
                <a:lnTo>
                  <a:pt x="126711" y="60669"/>
                </a:lnTo>
                <a:lnTo>
                  <a:pt x="162261" y="60669"/>
                </a:lnTo>
                <a:lnTo>
                  <a:pt x="162261" y="47713"/>
                </a:lnTo>
                <a:close/>
                <a:moveTo>
                  <a:pt x="284865" y="122762"/>
                </a:moveTo>
                <a:lnTo>
                  <a:pt x="299084" y="122762"/>
                </a:lnTo>
                <a:lnTo>
                  <a:pt x="299084" y="67462"/>
                </a:lnTo>
                <a:lnTo>
                  <a:pt x="299093" y="66628"/>
                </a:lnTo>
                <a:lnTo>
                  <a:pt x="299118" y="65810"/>
                </a:lnTo>
                <a:lnTo>
                  <a:pt x="299161" y="65009"/>
                </a:lnTo>
                <a:lnTo>
                  <a:pt x="299220" y="64224"/>
                </a:lnTo>
                <a:lnTo>
                  <a:pt x="299297" y="63455"/>
                </a:lnTo>
                <a:lnTo>
                  <a:pt x="299391" y="62703"/>
                </a:lnTo>
                <a:lnTo>
                  <a:pt x="299501" y="61968"/>
                </a:lnTo>
                <a:lnTo>
                  <a:pt x="299629" y="61248"/>
                </a:lnTo>
                <a:lnTo>
                  <a:pt x="299773" y="60546"/>
                </a:lnTo>
                <a:lnTo>
                  <a:pt x="299935" y="59859"/>
                </a:lnTo>
                <a:lnTo>
                  <a:pt x="300113" y="59190"/>
                </a:lnTo>
                <a:lnTo>
                  <a:pt x="300309" y="58536"/>
                </a:lnTo>
                <a:lnTo>
                  <a:pt x="300522" y="57899"/>
                </a:lnTo>
                <a:lnTo>
                  <a:pt x="300751" y="57279"/>
                </a:lnTo>
                <a:lnTo>
                  <a:pt x="300998" y="56675"/>
                </a:lnTo>
                <a:lnTo>
                  <a:pt x="301262" y="56088"/>
                </a:lnTo>
                <a:lnTo>
                  <a:pt x="301542" y="55517"/>
                </a:lnTo>
                <a:lnTo>
                  <a:pt x="301840" y="54962"/>
                </a:lnTo>
                <a:lnTo>
                  <a:pt x="302155" y="54424"/>
                </a:lnTo>
                <a:lnTo>
                  <a:pt x="302486" y="53902"/>
                </a:lnTo>
                <a:lnTo>
                  <a:pt x="302835" y="53397"/>
                </a:lnTo>
                <a:lnTo>
                  <a:pt x="303201" y="52908"/>
                </a:lnTo>
                <a:lnTo>
                  <a:pt x="303583" y="52436"/>
                </a:lnTo>
                <a:lnTo>
                  <a:pt x="303983" y="51980"/>
                </a:lnTo>
                <a:lnTo>
                  <a:pt x="304399" y="51542"/>
                </a:lnTo>
                <a:lnTo>
                  <a:pt x="304830" y="51122"/>
                </a:lnTo>
                <a:lnTo>
                  <a:pt x="305277" y="50721"/>
                </a:lnTo>
                <a:lnTo>
                  <a:pt x="305739" y="50339"/>
                </a:lnTo>
                <a:lnTo>
                  <a:pt x="306216" y="49975"/>
                </a:lnTo>
                <a:lnTo>
                  <a:pt x="306709" y="49630"/>
                </a:lnTo>
                <a:lnTo>
                  <a:pt x="307217" y="49304"/>
                </a:lnTo>
                <a:lnTo>
                  <a:pt x="307740" y="48996"/>
                </a:lnTo>
                <a:lnTo>
                  <a:pt x="308279" y="48707"/>
                </a:lnTo>
                <a:lnTo>
                  <a:pt x="308833" y="48436"/>
                </a:lnTo>
                <a:lnTo>
                  <a:pt x="309403" y="48185"/>
                </a:lnTo>
                <a:lnTo>
                  <a:pt x="309987" y="47952"/>
                </a:lnTo>
                <a:lnTo>
                  <a:pt x="310588" y="47737"/>
                </a:lnTo>
                <a:lnTo>
                  <a:pt x="311203" y="47541"/>
                </a:lnTo>
                <a:lnTo>
                  <a:pt x="311834" y="47364"/>
                </a:lnTo>
                <a:lnTo>
                  <a:pt x="312480" y="47206"/>
                </a:lnTo>
                <a:lnTo>
                  <a:pt x="313142" y="47066"/>
                </a:lnTo>
                <a:lnTo>
                  <a:pt x="313819" y="46944"/>
                </a:lnTo>
                <a:lnTo>
                  <a:pt x="314511" y="46842"/>
                </a:lnTo>
                <a:lnTo>
                  <a:pt x="315218" y="46758"/>
                </a:lnTo>
                <a:lnTo>
                  <a:pt x="315941" y="46693"/>
                </a:lnTo>
                <a:lnTo>
                  <a:pt x="316680" y="46646"/>
                </a:lnTo>
                <a:lnTo>
                  <a:pt x="317433" y="46618"/>
                </a:lnTo>
                <a:lnTo>
                  <a:pt x="318202" y="46609"/>
                </a:lnTo>
                <a:lnTo>
                  <a:pt x="318945" y="46617"/>
                </a:lnTo>
                <a:lnTo>
                  <a:pt x="319674" y="46641"/>
                </a:lnTo>
                <a:lnTo>
                  <a:pt x="320387" y="46682"/>
                </a:lnTo>
                <a:lnTo>
                  <a:pt x="321086" y="46738"/>
                </a:lnTo>
                <a:lnTo>
                  <a:pt x="321770" y="46811"/>
                </a:lnTo>
                <a:lnTo>
                  <a:pt x="322439" y="46900"/>
                </a:lnTo>
                <a:lnTo>
                  <a:pt x="323093" y="47005"/>
                </a:lnTo>
                <a:lnTo>
                  <a:pt x="323733" y="47126"/>
                </a:lnTo>
                <a:lnTo>
                  <a:pt x="324357" y="47264"/>
                </a:lnTo>
                <a:lnTo>
                  <a:pt x="324967" y="47418"/>
                </a:lnTo>
                <a:lnTo>
                  <a:pt x="325562" y="47588"/>
                </a:lnTo>
                <a:lnTo>
                  <a:pt x="326142" y="47774"/>
                </a:lnTo>
                <a:lnTo>
                  <a:pt x="326708" y="47976"/>
                </a:lnTo>
                <a:lnTo>
                  <a:pt x="327258" y="48194"/>
                </a:lnTo>
                <a:lnTo>
                  <a:pt x="327794" y="48429"/>
                </a:lnTo>
                <a:lnTo>
                  <a:pt x="328315" y="48680"/>
                </a:lnTo>
                <a:lnTo>
                  <a:pt x="328821" y="48947"/>
                </a:lnTo>
                <a:lnTo>
                  <a:pt x="329312" y="49230"/>
                </a:lnTo>
                <a:lnTo>
                  <a:pt x="329789" y="49529"/>
                </a:lnTo>
                <a:lnTo>
                  <a:pt x="330250" y="49845"/>
                </a:lnTo>
                <a:lnTo>
                  <a:pt x="330697" y="50177"/>
                </a:lnTo>
                <a:lnTo>
                  <a:pt x="331129" y="50525"/>
                </a:lnTo>
                <a:lnTo>
                  <a:pt x="331547" y="50889"/>
                </a:lnTo>
                <a:lnTo>
                  <a:pt x="331949" y="51269"/>
                </a:lnTo>
                <a:lnTo>
                  <a:pt x="332336" y="51666"/>
                </a:lnTo>
                <a:lnTo>
                  <a:pt x="332706" y="52080"/>
                </a:lnTo>
                <a:lnTo>
                  <a:pt x="333060" y="52512"/>
                </a:lnTo>
                <a:lnTo>
                  <a:pt x="333397" y="52961"/>
                </a:lnTo>
                <a:lnTo>
                  <a:pt x="333718" y="53427"/>
                </a:lnTo>
                <a:lnTo>
                  <a:pt x="334023" y="53910"/>
                </a:lnTo>
                <a:lnTo>
                  <a:pt x="334311" y="54411"/>
                </a:lnTo>
                <a:lnTo>
                  <a:pt x="334582" y="54929"/>
                </a:lnTo>
                <a:lnTo>
                  <a:pt x="334837" y="55464"/>
                </a:lnTo>
                <a:lnTo>
                  <a:pt x="335076" y="56017"/>
                </a:lnTo>
                <a:lnTo>
                  <a:pt x="335298" y="56586"/>
                </a:lnTo>
                <a:lnTo>
                  <a:pt x="335504" y="57174"/>
                </a:lnTo>
                <a:lnTo>
                  <a:pt x="335693" y="57778"/>
                </a:lnTo>
                <a:lnTo>
                  <a:pt x="335866" y="58400"/>
                </a:lnTo>
                <a:lnTo>
                  <a:pt x="336022" y="59039"/>
                </a:lnTo>
                <a:lnTo>
                  <a:pt x="336162" y="59695"/>
                </a:lnTo>
                <a:lnTo>
                  <a:pt x="336285" y="60369"/>
                </a:lnTo>
                <a:lnTo>
                  <a:pt x="336392" y="61059"/>
                </a:lnTo>
                <a:lnTo>
                  <a:pt x="336483" y="61768"/>
                </a:lnTo>
                <a:lnTo>
                  <a:pt x="336557" y="62493"/>
                </a:lnTo>
                <a:lnTo>
                  <a:pt x="336615" y="63236"/>
                </a:lnTo>
                <a:lnTo>
                  <a:pt x="336656" y="63996"/>
                </a:lnTo>
                <a:lnTo>
                  <a:pt x="336680" y="64773"/>
                </a:lnTo>
                <a:lnTo>
                  <a:pt x="336689" y="65568"/>
                </a:lnTo>
                <a:lnTo>
                  <a:pt x="336689" y="72993"/>
                </a:lnTo>
                <a:lnTo>
                  <a:pt x="350908" y="72993"/>
                </a:lnTo>
                <a:lnTo>
                  <a:pt x="350908" y="65568"/>
                </a:lnTo>
                <a:lnTo>
                  <a:pt x="350895" y="64329"/>
                </a:lnTo>
                <a:lnTo>
                  <a:pt x="350857" y="63114"/>
                </a:lnTo>
                <a:lnTo>
                  <a:pt x="350793" y="61922"/>
                </a:lnTo>
                <a:lnTo>
                  <a:pt x="350704" y="60755"/>
                </a:lnTo>
                <a:lnTo>
                  <a:pt x="350589" y="59612"/>
                </a:lnTo>
                <a:lnTo>
                  <a:pt x="350448" y="58492"/>
                </a:lnTo>
                <a:lnTo>
                  <a:pt x="350283" y="57396"/>
                </a:lnTo>
                <a:lnTo>
                  <a:pt x="350091" y="56325"/>
                </a:lnTo>
                <a:lnTo>
                  <a:pt x="349874" y="55277"/>
                </a:lnTo>
                <a:lnTo>
                  <a:pt x="349632" y="54253"/>
                </a:lnTo>
                <a:lnTo>
                  <a:pt x="349364" y="53252"/>
                </a:lnTo>
                <a:lnTo>
                  <a:pt x="349071" y="52276"/>
                </a:lnTo>
                <a:lnTo>
                  <a:pt x="348752" y="51323"/>
                </a:lnTo>
                <a:lnTo>
                  <a:pt x="348407" y="50395"/>
                </a:lnTo>
                <a:lnTo>
                  <a:pt x="348037" y="49490"/>
                </a:lnTo>
                <a:lnTo>
                  <a:pt x="347642" y="48609"/>
                </a:lnTo>
                <a:lnTo>
                  <a:pt x="347221" y="47752"/>
                </a:lnTo>
                <a:lnTo>
                  <a:pt x="346774" y="46919"/>
                </a:lnTo>
                <a:lnTo>
                  <a:pt x="346302" y="46110"/>
                </a:lnTo>
                <a:lnTo>
                  <a:pt x="345805" y="45324"/>
                </a:lnTo>
                <a:lnTo>
                  <a:pt x="345282" y="44563"/>
                </a:lnTo>
                <a:lnTo>
                  <a:pt x="344733" y="43825"/>
                </a:lnTo>
                <a:lnTo>
                  <a:pt x="344159" y="43111"/>
                </a:lnTo>
                <a:lnTo>
                  <a:pt x="343559" y="42421"/>
                </a:lnTo>
                <a:lnTo>
                  <a:pt x="342936" y="41757"/>
                </a:lnTo>
                <a:lnTo>
                  <a:pt x="342292" y="41121"/>
                </a:lnTo>
                <a:lnTo>
                  <a:pt x="341626" y="40514"/>
                </a:lnTo>
                <a:lnTo>
                  <a:pt x="340937" y="39935"/>
                </a:lnTo>
                <a:lnTo>
                  <a:pt x="340228" y="39384"/>
                </a:lnTo>
                <a:lnTo>
                  <a:pt x="339496" y="38861"/>
                </a:lnTo>
                <a:lnTo>
                  <a:pt x="338743" y="38367"/>
                </a:lnTo>
                <a:lnTo>
                  <a:pt x="337969" y="37901"/>
                </a:lnTo>
                <a:lnTo>
                  <a:pt x="337172" y="37463"/>
                </a:lnTo>
                <a:lnTo>
                  <a:pt x="336354" y="37053"/>
                </a:lnTo>
                <a:lnTo>
                  <a:pt x="335515" y="36672"/>
                </a:lnTo>
                <a:lnTo>
                  <a:pt x="334653" y="36319"/>
                </a:lnTo>
                <a:lnTo>
                  <a:pt x="333770" y="35994"/>
                </a:lnTo>
                <a:lnTo>
                  <a:pt x="332865" y="35697"/>
                </a:lnTo>
                <a:lnTo>
                  <a:pt x="331939" y="35429"/>
                </a:lnTo>
                <a:lnTo>
                  <a:pt x="330991" y="35189"/>
                </a:lnTo>
                <a:lnTo>
                  <a:pt x="330021" y="34977"/>
                </a:lnTo>
                <a:lnTo>
                  <a:pt x="329030" y="34793"/>
                </a:lnTo>
                <a:lnTo>
                  <a:pt x="328017" y="34638"/>
                </a:lnTo>
                <a:lnTo>
                  <a:pt x="326982" y="34511"/>
                </a:lnTo>
                <a:lnTo>
                  <a:pt x="325926" y="34412"/>
                </a:lnTo>
                <a:lnTo>
                  <a:pt x="324847" y="34341"/>
                </a:lnTo>
                <a:lnTo>
                  <a:pt x="323748" y="34299"/>
                </a:lnTo>
                <a:lnTo>
                  <a:pt x="322626" y="34284"/>
                </a:lnTo>
                <a:lnTo>
                  <a:pt x="321713" y="34295"/>
                </a:lnTo>
                <a:lnTo>
                  <a:pt x="320817" y="34326"/>
                </a:lnTo>
                <a:lnTo>
                  <a:pt x="319937" y="34377"/>
                </a:lnTo>
                <a:lnTo>
                  <a:pt x="319074" y="34449"/>
                </a:lnTo>
                <a:lnTo>
                  <a:pt x="318228" y="34542"/>
                </a:lnTo>
                <a:lnTo>
                  <a:pt x="317398" y="34655"/>
                </a:lnTo>
                <a:lnTo>
                  <a:pt x="316585" y="34789"/>
                </a:lnTo>
                <a:lnTo>
                  <a:pt x="315789" y="34943"/>
                </a:lnTo>
                <a:lnTo>
                  <a:pt x="315010" y="35118"/>
                </a:lnTo>
                <a:lnTo>
                  <a:pt x="314247" y="35313"/>
                </a:lnTo>
                <a:lnTo>
                  <a:pt x="313501" y="35529"/>
                </a:lnTo>
                <a:lnTo>
                  <a:pt x="312772" y="35766"/>
                </a:lnTo>
                <a:lnTo>
                  <a:pt x="312059" y="36023"/>
                </a:lnTo>
                <a:lnTo>
                  <a:pt x="311364" y="36301"/>
                </a:lnTo>
                <a:lnTo>
                  <a:pt x="310685" y="36599"/>
                </a:lnTo>
                <a:lnTo>
                  <a:pt x="310022" y="36918"/>
                </a:lnTo>
                <a:lnTo>
                  <a:pt x="309377" y="37258"/>
                </a:lnTo>
                <a:lnTo>
                  <a:pt x="308748" y="37618"/>
                </a:lnTo>
                <a:lnTo>
                  <a:pt x="308136" y="37998"/>
                </a:lnTo>
                <a:lnTo>
                  <a:pt x="307540" y="38400"/>
                </a:lnTo>
                <a:lnTo>
                  <a:pt x="306962" y="38821"/>
                </a:lnTo>
                <a:lnTo>
                  <a:pt x="306400" y="39264"/>
                </a:lnTo>
                <a:lnTo>
                  <a:pt x="305855" y="39727"/>
                </a:lnTo>
                <a:lnTo>
                  <a:pt x="305326" y="40210"/>
                </a:lnTo>
                <a:lnTo>
                  <a:pt x="304817" y="40711"/>
                </a:lnTo>
                <a:lnTo>
                  <a:pt x="304329" y="41227"/>
                </a:lnTo>
                <a:lnTo>
                  <a:pt x="303863" y="41757"/>
                </a:lnTo>
                <a:lnTo>
                  <a:pt x="303419" y="42301"/>
                </a:lnTo>
                <a:lnTo>
                  <a:pt x="302996" y="42860"/>
                </a:lnTo>
                <a:lnTo>
                  <a:pt x="302595" y="43434"/>
                </a:lnTo>
                <a:lnTo>
                  <a:pt x="302216" y="44022"/>
                </a:lnTo>
                <a:lnTo>
                  <a:pt x="301858" y="44625"/>
                </a:lnTo>
                <a:lnTo>
                  <a:pt x="301523" y="45242"/>
                </a:lnTo>
                <a:lnTo>
                  <a:pt x="301208" y="45874"/>
                </a:lnTo>
                <a:lnTo>
                  <a:pt x="300916" y="46520"/>
                </a:lnTo>
                <a:lnTo>
                  <a:pt x="300645" y="47181"/>
                </a:lnTo>
                <a:lnTo>
                  <a:pt x="300396" y="47856"/>
                </a:lnTo>
                <a:lnTo>
                  <a:pt x="300168" y="48546"/>
                </a:lnTo>
                <a:lnTo>
                  <a:pt x="299962" y="49250"/>
                </a:lnTo>
                <a:lnTo>
                  <a:pt x="299778" y="49969"/>
                </a:lnTo>
                <a:lnTo>
                  <a:pt x="299615" y="50703"/>
                </a:lnTo>
                <a:lnTo>
                  <a:pt x="299474" y="51451"/>
                </a:lnTo>
                <a:lnTo>
                  <a:pt x="299355" y="52214"/>
                </a:lnTo>
                <a:lnTo>
                  <a:pt x="299325" y="52453"/>
                </a:lnTo>
                <a:lnTo>
                  <a:pt x="299084" y="52453"/>
                </a:lnTo>
                <a:lnTo>
                  <a:pt x="299084" y="35864"/>
                </a:lnTo>
                <a:lnTo>
                  <a:pt x="284865" y="35864"/>
                </a:lnTo>
                <a:lnTo>
                  <a:pt x="284865" y="122762"/>
                </a:lnTo>
                <a:close/>
                <a:moveTo>
                  <a:pt x="45027" y="35864"/>
                </a:moveTo>
                <a:lnTo>
                  <a:pt x="3158" y="35864"/>
                </a:lnTo>
                <a:lnTo>
                  <a:pt x="3158" y="48819"/>
                </a:lnTo>
                <a:lnTo>
                  <a:pt x="30808" y="48819"/>
                </a:lnTo>
                <a:lnTo>
                  <a:pt x="30808" y="109806"/>
                </a:lnTo>
                <a:lnTo>
                  <a:pt x="0" y="109806"/>
                </a:lnTo>
                <a:lnTo>
                  <a:pt x="0" y="122762"/>
                </a:lnTo>
                <a:lnTo>
                  <a:pt x="74256" y="122762"/>
                </a:lnTo>
                <a:lnTo>
                  <a:pt x="74256" y="109806"/>
                </a:lnTo>
                <a:lnTo>
                  <a:pt x="45027" y="109806"/>
                </a:lnTo>
                <a:lnTo>
                  <a:pt x="45027" y="35864"/>
                </a:lnTo>
                <a:close/>
                <a:moveTo>
                  <a:pt x="409888" y="124241"/>
                </a:moveTo>
                <a:lnTo>
                  <a:pt x="410977" y="124164"/>
                </a:lnTo>
                <a:lnTo>
                  <a:pt x="412051" y="124064"/>
                </a:lnTo>
                <a:lnTo>
                  <a:pt x="413109" y="123941"/>
                </a:lnTo>
                <a:lnTo>
                  <a:pt x="414151" y="123797"/>
                </a:lnTo>
                <a:lnTo>
                  <a:pt x="415177" y="123630"/>
                </a:lnTo>
                <a:lnTo>
                  <a:pt x="416187" y="123442"/>
                </a:lnTo>
                <a:lnTo>
                  <a:pt x="417181" y="123230"/>
                </a:lnTo>
                <a:lnTo>
                  <a:pt x="418160" y="122997"/>
                </a:lnTo>
                <a:lnTo>
                  <a:pt x="419122" y="122742"/>
                </a:lnTo>
                <a:lnTo>
                  <a:pt x="420069" y="122464"/>
                </a:lnTo>
                <a:lnTo>
                  <a:pt x="420999" y="122164"/>
                </a:lnTo>
                <a:lnTo>
                  <a:pt x="421914" y="121842"/>
                </a:lnTo>
                <a:lnTo>
                  <a:pt x="422813" y="121498"/>
                </a:lnTo>
                <a:lnTo>
                  <a:pt x="423696" y="121131"/>
                </a:lnTo>
                <a:lnTo>
                  <a:pt x="424563" y="120742"/>
                </a:lnTo>
                <a:lnTo>
                  <a:pt x="425414" y="120331"/>
                </a:lnTo>
                <a:lnTo>
                  <a:pt x="426249" y="119898"/>
                </a:lnTo>
                <a:lnTo>
                  <a:pt x="427069" y="119443"/>
                </a:lnTo>
                <a:lnTo>
                  <a:pt x="427872" y="118965"/>
                </a:lnTo>
                <a:lnTo>
                  <a:pt x="428659" y="118465"/>
                </a:lnTo>
                <a:lnTo>
                  <a:pt x="429431" y="117943"/>
                </a:lnTo>
                <a:lnTo>
                  <a:pt x="430181" y="117402"/>
                </a:lnTo>
                <a:lnTo>
                  <a:pt x="430905" y="116845"/>
                </a:lnTo>
                <a:lnTo>
                  <a:pt x="431601" y="116273"/>
                </a:lnTo>
                <a:lnTo>
                  <a:pt x="432271" y="115685"/>
                </a:lnTo>
                <a:lnTo>
                  <a:pt x="432914" y="115081"/>
                </a:lnTo>
                <a:lnTo>
                  <a:pt x="433530" y="114462"/>
                </a:lnTo>
                <a:lnTo>
                  <a:pt x="434119" y="113827"/>
                </a:lnTo>
                <a:lnTo>
                  <a:pt x="434681" y="113177"/>
                </a:lnTo>
                <a:lnTo>
                  <a:pt x="435216" y="112511"/>
                </a:lnTo>
                <a:lnTo>
                  <a:pt x="435725" y="111829"/>
                </a:lnTo>
                <a:lnTo>
                  <a:pt x="436206" y="111132"/>
                </a:lnTo>
                <a:lnTo>
                  <a:pt x="436661" y="110419"/>
                </a:lnTo>
                <a:lnTo>
                  <a:pt x="437088" y="109690"/>
                </a:lnTo>
                <a:lnTo>
                  <a:pt x="437489" y="108946"/>
                </a:lnTo>
                <a:lnTo>
                  <a:pt x="437863" y="108186"/>
                </a:lnTo>
                <a:lnTo>
                  <a:pt x="438210" y="107410"/>
                </a:lnTo>
                <a:lnTo>
                  <a:pt x="438530" y="106619"/>
                </a:lnTo>
                <a:lnTo>
                  <a:pt x="438823" y="105812"/>
                </a:lnTo>
                <a:lnTo>
                  <a:pt x="439089" y="104990"/>
                </a:lnTo>
                <a:lnTo>
                  <a:pt x="439328" y="104152"/>
                </a:lnTo>
                <a:lnTo>
                  <a:pt x="439541" y="103298"/>
                </a:lnTo>
                <a:lnTo>
                  <a:pt x="439727" y="102428"/>
                </a:lnTo>
                <a:lnTo>
                  <a:pt x="439885" y="101543"/>
                </a:lnTo>
                <a:lnTo>
                  <a:pt x="440017" y="100643"/>
                </a:lnTo>
                <a:lnTo>
                  <a:pt x="425798" y="100643"/>
                </a:lnTo>
                <a:lnTo>
                  <a:pt x="425699" y="101074"/>
                </a:lnTo>
                <a:lnTo>
                  <a:pt x="425585" y="101497"/>
                </a:lnTo>
                <a:lnTo>
                  <a:pt x="425458" y="101913"/>
                </a:lnTo>
                <a:lnTo>
                  <a:pt x="425317" y="102322"/>
                </a:lnTo>
                <a:lnTo>
                  <a:pt x="425162" y="102723"/>
                </a:lnTo>
                <a:lnTo>
                  <a:pt x="424993" y="103117"/>
                </a:lnTo>
                <a:lnTo>
                  <a:pt x="424810" y="103503"/>
                </a:lnTo>
                <a:lnTo>
                  <a:pt x="424613" y="103882"/>
                </a:lnTo>
                <a:lnTo>
                  <a:pt x="424401" y="104254"/>
                </a:lnTo>
                <a:lnTo>
                  <a:pt x="424176" y="104618"/>
                </a:lnTo>
                <a:lnTo>
                  <a:pt x="423937" y="104975"/>
                </a:lnTo>
                <a:lnTo>
                  <a:pt x="423684" y="105324"/>
                </a:lnTo>
                <a:lnTo>
                  <a:pt x="423417" y="105666"/>
                </a:lnTo>
                <a:lnTo>
                  <a:pt x="423136" y="106000"/>
                </a:lnTo>
                <a:lnTo>
                  <a:pt x="422841" y="106328"/>
                </a:lnTo>
                <a:lnTo>
                  <a:pt x="422532" y="106647"/>
                </a:lnTo>
                <a:lnTo>
                  <a:pt x="422209" y="106960"/>
                </a:lnTo>
                <a:lnTo>
                  <a:pt x="421872" y="107265"/>
                </a:lnTo>
                <a:lnTo>
                  <a:pt x="421521" y="107562"/>
                </a:lnTo>
                <a:lnTo>
                  <a:pt x="421156" y="107852"/>
                </a:lnTo>
                <a:lnTo>
                  <a:pt x="420777" y="108135"/>
                </a:lnTo>
                <a:lnTo>
                  <a:pt x="420384" y="108410"/>
                </a:lnTo>
                <a:lnTo>
                  <a:pt x="419977" y="108678"/>
                </a:lnTo>
                <a:lnTo>
                  <a:pt x="419556" y="108938"/>
                </a:lnTo>
                <a:lnTo>
                  <a:pt x="419124" y="109190"/>
                </a:lnTo>
                <a:lnTo>
                  <a:pt x="418682" y="109431"/>
                </a:lnTo>
                <a:lnTo>
                  <a:pt x="418230" y="109661"/>
                </a:lnTo>
                <a:lnTo>
                  <a:pt x="417768" y="109880"/>
                </a:lnTo>
                <a:lnTo>
                  <a:pt x="417297" y="110088"/>
                </a:lnTo>
                <a:lnTo>
                  <a:pt x="416817" y="110286"/>
                </a:lnTo>
                <a:lnTo>
                  <a:pt x="416327" y="110474"/>
                </a:lnTo>
                <a:lnTo>
                  <a:pt x="415827" y="110650"/>
                </a:lnTo>
                <a:lnTo>
                  <a:pt x="415318" y="110816"/>
                </a:lnTo>
                <a:lnTo>
                  <a:pt x="414799" y="110971"/>
                </a:lnTo>
                <a:lnTo>
                  <a:pt x="414270" y="111116"/>
                </a:lnTo>
                <a:lnTo>
                  <a:pt x="413732" y="111249"/>
                </a:lnTo>
                <a:lnTo>
                  <a:pt x="413184" y="111372"/>
                </a:lnTo>
                <a:lnTo>
                  <a:pt x="412626" y="111485"/>
                </a:lnTo>
                <a:lnTo>
                  <a:pt x="412059" y="111586"/>
                </a:lnTo>
                <a:lnTo>
                  <a:pt x="411483" y="111677"/>
                </a:lnTo>
                <a:lnTo>
                  <a:pt x="410896" y="111757"/>
                </a:lnTo>
                <a:lnTo>
                  <a:pt x="410300" y="111827"/>
                </a:lnTo>
                <a:lnTo>
                  <a:pt x="409695" y="111886"/>
                </a:lnTo>
                <a:lnTo>
                  <a:pt x="409080" y="111934"/>
                </a:lnTo>
                <a:lnTo>
                  <a:pt x="408455" y="111971"/>
                </a:lnTo>
                <a:lnTo>
                  <a:pt x="407821" y="111998"/>
                </a:lnTo>
                <a:lnTo>
                  <a:pt x="407177" y="112014"/>
                </a:lnTo>
                <a:lnTo>
                  <a:pt x="406523" y="112019"/>
                </a:lnTo>
                <a:lnTo>
                  <a:pt x="405766" y="112010"/>
                </a:lnTo>
                <a:lnTo>
                  <a:pt x="405021" y="111981"/>
                </a:lnTo>
                <a:lnTo>
                  <a:pt x="404289" y="111932"/>
                </a:lnTo>
                <a:lnTo>
                  <a:pt x="403570" y="111864"/>
                </a:lnTo>
                <a:lnTo>
                  <a:pt x="402863" y="111776"/>
                </a:lnTo>
                <a:lnTo>
                  <a:pt x="402169" y="111669"/>
                </a:lnTo>
                <a:lnTo>
                  <a:pt x="401487" y="111542"/>
                </a:lnTo>
                <a:lnTo>
                  <a:pt x="400818" y="111396"/>
                </a:lnTo>
                <a:lnTo>
                  <a:pt x="400161" y="111231"/>
                </a:lnTo>
                <a:lnTo>
                  <a:pt x="399518" y="111046"/>
                </a:lnTo>
                <a:lnTo>
                  <a:pt x="398886" y="110841"/>
                </a:lnTo>
                <a:lnTo>
                  <a:pt x="398268" y="110617"/>
                </a:lnTo>
                <a:lnTo>
                  <a:pt x="397662" y="110373"/>
                </a:lnTo>
                <a:lnTo>
                  <a:pt x="397069" y="110111"/>
                </a:lnTo>
                <a:lnTo>
                  <a:pt x="396488" y="109828"/>
                </a:lnTo>
                <a:lnTo>
                  <a:pt x="395920" y="109526"/>
                </a:lnTo>
                <a:lnTo>
                  <a:pt x="395364" y="109205"/>
                </a:lnTo>
                <a:lnTo>
                  <a:pt x="394821" y="108864"/>
                </a:lnTo>
                <a:lnTo>
                  <a:pt x="394291" y="108503"/>
                </a:lnTo>
                <a:lnTo>
                  <a:pt x="393774" y="108124"/>
                </a:lnTo>
                <a:lnTo>
                  <a:pt x="393269" y="107724"/>
                </a:lnTo>
                <a:lnTo>
                  <a:pt x="392776" y="107306"/>
                </a:lnTo>
                <a:lnTo>
                  <a:pt x="392296" y="106867"/>
                </a:lnTo>
                <a:lnTo>
                  <a:pt x="391829" y="106409"/>
                </a:lnTo>
                <a:lnTo>
                  <a:pt x="391378" y="105935"/>
                </a:lnTo>
                <a:lnTo>
                  <a:pt x="390946" y="105447"/>
                </a:lnTo>
                <a:lnTo>
                  <a:pt x="390533" y="104944"/>
                </a:lnTo>
                <a:lnTo>
                  <a:pt x="390139" y="104428"/>
                </a:lnTo>
                <a:lnTo>
                  <a:pt x="389765" y="103897"/>
                </a:lnTo>
                <a:lnTo>
                  <a:pt x="389410" y="103353"/>
                </a:lnTo>
                <a:lnTo>
                  <a:pt x="389074" y="102794"/>
                </a:lnTo>
                <a:lnTo>
                  <a:pt x="388757" y="102222"/>
                </a:lnTo>
                <a:lnTo>
                  <a:pt x="388459" y="101636"/>
                </a:lnTo>
                <a:lnTo>
                  <a:pt x="388181" y="101035"/>
                </a:lnTo>
                <a:lnTo>
                  <a:pt x="387921" y="100421"/>
                </a:lnTo>
                <a:lnTo>
                  <a:pt x="387681" y="99793"/>
                </a:lnTo>
                <a:lnTo>
                  <a:pt x="387461" y="99151"/>
                </a:lnTo>
                <a:lnTo>
                  <a:pt x="387259" y="98494"/>
                </a:lnTo>
                <a:lnTo>
                  <a:pt x="387076" y="97824"/>
                </a:lnTo>
                <a:lnTo>
                  <a:pt x="386913" y="97140"/>
                </a:lnTo>
                <a:lnTo>
                  <a:pt x="386769" y="96442"/>
                </a:lnTo>
                <a:lnTo>
                  <a:pt x="386644" y="95730"/>
                </a:lnTo>
                <a:lnTo>
                  <a:pt x="386539" y="95004"/>
                </a:lnTo>
                <a:lnTo>
                  <a:pt x="386452" y="94264"/>
                </a:lnTo>
                <a:lnTo>
                  <a:pt x="386385" y="93509"/>
                </a:lnTo>
                <a:lnTo>
                  <a:pt x="386337" y="92741"/>
                </a:lnTo>
                <a:lnTo>
                  <a:pt x="386308" y="91959"/>
                </a:lnTo>
                <a:lnTo>
                  <a:pt x="386299" y="91163"/>
                </a:lnTo>
                <a:lnTo>
                  <a:pt x="386299" y="82947"/>
                </a:lnTo>
                <a:lnTo>
                  <a:pt x="440651" y="82947"/>
                </a:lnTo>
                <a:lnTo>
                  <a:pt x="440651" y="67462"/>
                </a:lnTo>
                <a:lnTo>
                  <a:pt x="440644" y="66624"/>
                </a:lnTo>
                <a:lnTo>
                  <a:pt x="440621" y="65796"/>
                </a:lnTo>
                <a:lnTo>
                  <a:pt x="440584" y="64977"/>
                </a:lnTo>
                <a:lnTo>
                  <a:pt x="440533" y="64167"/>
                </a:lnTo>
                <a:lnTo>
                  <a:pt x="440466" y="63366"/>
                </a:lnTo>
                <a:lnTo>
                  <a:pt x="440384" y="62575"/>
                </a:lnTo>
                <a:lnTo>
                  <a:pt x="440288" y="61793"/>
                </a:lnTo>
                <a:lnTo>
                  <a:pt x="440177" y="61020"/>
                </a:lnTo>
                <a:lnTo>
                  <a:pt x="440051" y="60257"/>
                </a:lnTo>
                <a:lnTo>
                  <a:pt x="439910" y="59503"/>
                </a:lnTo>
                <a:lnTo>
                  <a:pt x="439755" y="58758"/>
                </a:lnTo>
                <a:lnTo>
                  <a:pt x="439584" y="58023"/>
                </a:lnTo>
                <a:lnTo>
                  <a:pt x="439399" y="57297"/>
                </a:lnTo>
                <a:lnTo>
                  <a:pt x="439199" y="56580"/>
                </a:lnTo>
                <a:lnTo>
                  <a:pt x="438984" y="55873"/>
                </a:lnTo>
                <a:lnTo>
                  <a:pt x="438755" y="55175"/>
                </a:lnTo>
                <a:lnTo>
                  <a:pt x="438510" y="54486"/>
                </a:lnTo>
                <a:lnTo>
                  <a:pt x="438251" y="53807"/>
                </a:lnTo>
                <a:lnTo>
                  <a:pt x="437977" y="53136"/>
                </a:lnTo>
                <a:lnTo>
                  <a:pt x="437688" y="52476"/>
                </a:lnTo>
                <a:lnTo>
                  <a:pt x="437384" y="51824"/>
                </a:lnTo>
                <a:lnTo>
                  <a:pt x="437065" y="51182"/>
                </a:lnTo>
                <a:lnTo>
                  <a:pt x="436732" y="50549"/>
                </a:lnTo>
                <a:lnTo>
                  <a:pt x="436384" y="49926"/>
                </a:lnTo>
                <a:lnTo>
                  <a:pt x="436023" y="49313"/>
                </a:lnTo>
                <a:lnTo>
                  <a:pt x="435649" y="48711"/>
                </a:lnTo>
                <a:lnTo>
                  <a:pt x="435265" y="48121"/>
                </a:lnTo>
                <a:lnTo>
                  <a:pt x="434868" y="47543"/>
                </a:lnTo>
                <a:lnTo>
                  <a:pt x="434459" y="46976"/>
                </a:lnTo>
                <a:lnTo>
                  <a:pt x="434039" y="46421"/>
                </a:lnTo>
                <a:lnTo>
                  <a:pt x="433607" y="45877"/>
                </a:lnTo>
                <a:lnTo>
                  <a:pt x="433163" y="45344"/>
                </a:lnTo>
                <a:lnTo>
                  <a:pt x="432707" y="44823"/>
                </a:lnTo>
                <a:lnTo>
                  <a:pt x="432240" y="44314"/>
                </a:lnTo>
                <a:lnTo>
                  <a:pt x="431760" y="43816"/>
                </a:lnTo>
                <a:lnTo>
                  <a:pt x="431269" y="43330"/>
                </a:lnTo>
                <a:lnTo>
                  <a:pt x="430766" y="42855"/>
                </a:lnTo>
                <a:lnTo>
                  <a:pt x="430252" y="42392"/>
                </a:lnTo>
                <a:lnTo>
                  <a:pt x="429725" y="41940"/>
                </a:lnTo>
                <a:lnTo>
                  <a:pt x="429187" y="41500"/>
                </a:lnTo>
                <a:lnTo>
                  <a:pt x="428637" y="41071"/>
                </a:lnTo>
                <a:lnTo>
                  <a:pt x="428075" y="40654"/>
                </a:lnTo>
                <a:lnTo>
                  <a:pt x="427501" y="40248"/>
                </a:lnTo>
                <a:lnTo>
                  <a:pt x="426915" y="39854"/>
                </a:lnTo>
                <a:lnTo>
                  <a:pt x="426318" y="39471"/>
                </a:lnTo>
                <a:lnTo>
                  <a:pt x="425709" y="39100"/>
                </a:lnTo>
                <a:lnTo>
                  <a:pt x="425088" y="38741"/>
                </a:lnTo>
                <a:lnTo>
                  <a:pt x="424455" y="38393"/>
                </a:lnTo>
                <a:lnTo>
                  <a:pt x="423812" y="38057"/>
                </a:lnTo>
                <a:lnTo>
                  <a:pt x="423160" y="37736"/>
                </a:lnTo>
                <a:lnTo>
                  <a:pt x="422499" y="37430"/>
                </a:lnTo>
                <a:lnTo>
                  <a:pt x="421829" y="37137"/>
                </a:lnTo>
                <a:lnTo>
                  <a:pt x="421149" y="36859"/>
                </a:lnTo>
                <a:lnTo>
                  <a:pt x="420461" y="36595"/>
                </a:lnTo>
                <a:lnTo>
                  <a:pt x="419764" y="36346"/>
                </a:lnTo>
                <a:lnTo>
                  <a:pt x="419057" y="36110"/>
                </a:lnTo>
                <a:lnTo>
                  <a:pt x="418342" y="35889"/>
                </a:lnTo>
                <a:lnTo>
                  <a:pt x="417617" y="35682"/>
                </a:lnTo>
                <a:lnTo>
                  <a:pt x="416884" y="35490"/>
                </a:lnTo>
                <a:lnTo>
                  <a:pt x="416141" y="35312"/>
                </a:lnTo>
                <a:lnTo>
                  <a:pt x="415390" y="35147"/>
                </a:lnTo>
                <a:lnTo>
                  <a:pt x="414629" y="34998"/>
                </a:lnTo>
                <a:lnTo>
                  <a:pt x="413859" y="34862"/>
                </a:lnTo>
                <a:lnTo>
                  <a:pt x="413080" y="34741"/>
                </a:lnTo>
                <a:lnTo>
                  <a:pt x="412292" y="34634"/>
                </a:lnTo>
                <a:lnTo>
                  <a:pt x="411495" y="34541"/>
                </a:lnTo>
                <a:lnTo>
                  <a:pt x="410689" y="34463"/>
                </a:lnTo>
                <a:lnTo>
                  <a:pt x="409874" y="34399"/>
                </a:lnTo>
                <a:lnTo>
                  <a:pt x="409050" y="34349"/>
                </a:lnTo>
                <a:lnTo>
                  <a:pt x="408217" y="34313"/>
                </a:lnTo>
                <a:lnTo>
                  <a:pt x="407375" y="34292"/>
                </a:lnTo>
                <a:lnTo>
                  <a:pt x="406523" y="34284"/>
                </a:lnTo>
                <a:lnTo>
                  <a:pt x="405672" y="34292"/>
                </a:lnTo>
                <a:lnTo>
                  <a:pt x="404830" y="34314"/>
                </a:lnTo>
                <a:lnTo>
                  <a:pt x="403996" y="34350"/>
                </a:lnTo>
                <a:lnTo>
                  <a:pt x="403172" y="34401"/>
                </a:lnTo>
                <a:lnTo>
                  <a:pt x="402357" y="34466"/>
                </a:lnTo>
                <a:lnTo>
                  <a:pt x="401551" y="34546"/>
                </a:lnTo>
                <a:lnTo>
                  <a:pt x="400754" y="34641"/>
                </a:lnTo>
                <a:lnTo>
                  <a:pt x="399966" y="34750"/>
                </a:lnTo>
                <a:lnTo>
                  <a:pt x="399187" y="34873"/>
                </a:lnTo>
                <a:lnTo>
                  <a:pt x="398417" y="35012"/>
                </a:lnTo>
                <a:lnTo>
                  <a:pt x="397656" y="35164"/>
                </a:lnTo>
                <a:lnTo>
                  <a:pt x="396905" y="35331"/>
                </a:lnTo>
                <a:lnTo>
                  <a:pt x="396162" y="35513"/>
                </a:lnTo>
                <a:lnTo>
                  <a:pt x="395428" y="35709"/>
                </a:lnTo>
                <a:lnTo>
                  <a:pt x="394704" y="35920"/>
                </a:lnTo>
                <a:lnTo>
                  <a:pt x="393988" y="36146"/>
                </a:lnTo>
                <a:lnTo>
                  <a:pt x="393281" y="36386"/>
                </a:lnTo>
                <a:lnTo>
                  <a:pt x="392584" y="36640"/>
                </a:lnTo>
                <a:lnTo>
                  <a:pt x="391895" y="36909"/>
                </a:lnTo>
                <a:lnTo>
                  <a:pt x="391216" y="37193"/>
                </a:lnTo>
                <a:lnTo>
                  <a:pt x="390546" y="37491"/>
                </a:lnTo>
                <a:lnTo>
                  <a:pt x="389884" y="37803"/>
                </a:lnTo>
                <a:lnTo>
                  <a:pt x="389232" y="38130"/>
                </a:lnTo>
                <a:lnTo>
                  <a:pt x="388589" y="38472"/>
                </a:lnTo>
                <a:lnTo>
                  <a:pt x="387956" y="38827"/>
                </a:lnTo>
                <a:lnTo>
                  <a:pt x="387336" y="39194"/>
                </a:lnTo>
                <a:lnTo>
                  <a:pt x="386727" y="39574"/>
                </a:lnTo>
                <a:lnTo>
                  <a:pt x="386129" y="39966"/>
                </a:lnTo>
                <a:lnTo>
                  <a:pt x="385544" y="40370"/>
                </a:lnTo>
                <a:lnTo>
                  <a:pt x="384970" y="40787"/>
                </a:lnTo>
                <a:lnTo>
                  <a:pt x="384409" y="41216"/>
                </a:lnTo>
                <a:lnTo>
                  <a:pt x="383858" y="41658"/>
                </a:lnTo>
                <a:lnTo>
                  <a:pt x="383320" y="42111"/>
                </a:lnTo>
                <a:lnTo>
                  <a:pt x="382794" y="42578"/>
                </a:lnTo>
                <a:lnTo>
                  <a:pt x="382279" y="43056"/>
                </a:lnTo>
                <a:lnTo>
                  <a:pt x="381776" y="43547"/>
                </a:lnTo>
                <a:lnTo>
                  <a:pt x="381285" y="44050"/>
                </a:lnTo>
                <a:lnTo>
                  <a:pt x="380806" y="44566"/>
                </a:lnTo>
                <a:lnTo>
                  <a:pt x="380338" y="45094"/>
                </a:lnTo>
                <a:lnTo>
                  <a:pt x="379882" y="45634"/>
                </a:lnTo>
                <a:lnTo>
                  <a:pt x="379438" y="46187"/>
                </a:lnTo>
                <a:lnTo>
                  <a:pt x="379006" y="46752"/>
                </a:lnTo>
                <a:lnTo>
                  <a:pt x="378586" y="47329"/>
                </a:lnTo>
                <a:lnTo>
                  <a:pt x="378177" y="47919"/>
                </a:lnTo>
                <a:lnTo>
                  <a:pt x="377780" y="48521"/>
                </a:lnTo>
                <a:lnTo>
                  <a:pt x="377395" y="49135"/>
                </a:lnTo>
                <a:lnTo>
                  <a:pt x="377022" y="49762"/>
                </a:lnTo>
                <a:lnTo>
                  <a:pt x="376660" y="50401"/>
                </a:lnTo>
                <a:lnTo>
                  <a:pt x="376312" y="51052"/>
                </a:lnTo>
                <a:lnTo>
                  <a:pt x="375979" y="51713"/>
                </a:lnTo>
                <a:lnTo>
                  <a:pt x="375661" y="52386"/>
                </a:lnTo>
                <a:lnTo>
                  <a:pt x="375357" y="53069"/>
                </a:lnTo>
                <a:lnTo>
                  <a:pt x="375068" y="53764"/>
                </a:lnTo>
                <a:lnTo>
                  <a:pt x="374794" y="54469"/>
                </a:lnTo>
                <a:lnTo>
                  <a:pt x="374535" y="55186"/>
                </a:lnTo>
                <a:lnTo>
                  <a:pt x="374291" y="55913"/>
                </a:lnTo>
                <a:lnTo>
                  <a:pt x="374061" y="56651"/>
                </a:lnTo>
                <a:lnTo>
                  <a:pt x="373847" y="57401"/>
                </a:lnTo>
                <a:lnTo>
                  <a:pt x="373647" y="58161"/>
                </a:lnTo>
                <a:lnTo>
                  <a:pt x="373462" y="58932"/>
                </a:lnTo>
                <a:lnTo>
                  <a:pt x="373291" y="59715"/>
                </a:lnTo>
                <a:lnTo>
                  <a:pt x="373136" y="60508"/>
                </a:lnTo>
                <a:lnTo>
                  <a:pt x="372995" y="61312"/>
                </a:lnTo>
                <a:lnTo>
                  <a:pt x="372869" y="62127"/>
                </a:lnTo>
                <a:lnTo>
                  <a:pt x="372758" y="62953"/>
                </a:lnTo>
                <a:lnTo>
                  <a:pt x="372662" y="63791"/>
                </a:lnTo>
                <a:lnTo>
                  <a:pt x="372581" y="64639"/>
                </a:lnTo>
                <a:lnTo>
                  <a:pt x="372514" y="65498"/>
                </a:lnTo>
                <a:lnTo>
                  <a:pt x="372462" y="66368"/>
                </a:lnTo>
                <a:lnTo>
                  <a:pt x="372425" y="67249"/>
                </a:lnTo>
                <a:lnTo>
                  <a:pt x="372403" y="68141"/>
                </a:lnTo>
                <a:lnTo>
                  <a:pt x="372395" y="69044"/>
                </a:lnTo>
                <a:lnTo>
                  <a:pt x="372395" y="89582"/>
                </a:lnTo>
                <a:lnTo>
                  <a:pt x="372403" y="90472"/>
                </a:lnTo>
                <a:lnTo>
                  <a:pt x="372425" y="91352"/>
                </a:lnTo>
                <a:lnTo>
                  <a:pt x="372462" y="92222"/>
                </a:lnTo>
                <a:lnTo>
                  <a:pt x="372514" y="93082"/>
                </a:lnTo>
                <a:lnTo>
                  <a:pt x="372581" y="93932"/>
                </a:lnTo>
                <a:lnTo>
                  <a:pt x="372662" y="94772"/>
                </a:lnTo>
                <a:lnTo>
                  <a:pt x="372758" y="95601"/>
                </a:lnTo>
                <a:lnTo>
                  <a:pt x="372869" y="96420"/>
                </a:lnTo>
                <a:lnTo>
                  <a:pt x="372995" y="97229"/>
                </a:lnTo>
                <a:lnTo>
                  <a:pt x="373136" y="98028"/>
                </a:lnTo>
                <a:lnTo>
                  <a:pt x="373291" y="98817"/>
                </a:lnTo>
                <a:lnTo>
                  <a:pt x="373462" y="99596"/>
                </a:lnTo>
                <a:lnTo>
                  <a:pt x="373647" y="100364"/>
                </a:lnTo>
                <a:lnTo>
                  <a:pt x="373847" y="101123"/>
                </a:lnTo>
                <a:lnTo>
                  <a:pt x="374061" y="101871"/>
                </a:lnTo>
                <a:lnTo>
                  <a:pt x="374291" y="102609"/>
                </a:lnTo>
                <a:lnTo>
                  <a:pt x="374535" y="103337"/>
                </a:lnTo>
                <a:lnTo>
                  <a:pt x="374794" y="104055"/>
                </a:lnTo>
                <a:lnTo>
                  <a:pt x="375068" y="104762"/>
                </a:lnTo>
                <a:lnTo>
                  <a:pt x="375357" y="105460"/>
                </a:lnTo>
                <a:lnTo>
                  <a:pt x="375661" y="106147"/>
                </a:lnTo>
                <a:lnTo>
                  <a:pt x="375979" y="106824"/>
                </a:lnTo>
                <a:lnTo>
                  <a:pt x="376312" y="107491"/>
                </a:lnTo>
                <a:lnTo>
                  <a:pt x="376660" y="108148"/>
                </a:lnTo>
                <a:lnTo>
                  <a:pt x="377022" y="108793"/>
                </a:lnTo>
                <a:lnTo>
                  <a:pt x="377395" y="109426"/>
                </a:lnTo>
                <a:lnTo>
                  <a:pt x="377780" y="110046"/>
                </a:lnTo>
                <a:lnTo>
                  <a:pt x="378177" y="110654"/>
                </a:lnTo>
                <a:lnTo>
                  <a:pt x="378586" y="111249"/>
                </a:lnTo>
                <a:lnTo>
                  <a:pt x="379006" y="111831"/>
                </a:lnTo>
                <a:lnTo>
                  <a:pt x="379438" y="112401"/>
                </a:lnTo>
                <a:lnTo>
                  <a:pt x="379882" y="112958"/>
                </a:lnTo>
                <a:lnTo>
                  <a:pt x="380338" y="113502"/>
                </a:lnTo>
                <a:lnTo>
                  <a:pt x="380806" y="114034"/>
                </a:lnTo>
                <a:lnTo>
                  <a:pt x="381285" y="114554"/>
                </a:lnTo>
                <a:lnTo>
                  <a:pt x="381776" y="115060"/>
                </a:lnTo>
                <a:lnTo>
                  <a:pt x="382279" y="115554"/>
                </a:lnTo>
                <a:lnTo>
                  <a:pt x="382794" y="116036"/>
                </a:lnTo>
                <a:lnTo>
                  <a:pt x="383320" y="116504"/>
                </a:lnTo>
                <a:lnTo>
                  <a:pt x="383858" y="116961"/>
                </a:lnTo>
                <a:lnTo>
                  <a:pt x="384409" y="117404"/>
                </a:lnTo>
                <a:lnTo>
                  <a:pt x="384970" y="117835"/>
                </a:lnTo>
                <a:lnTo>
                  <a:pt x="385544" y="118254"/>
                </a:lnTo>
                <a:lnTo>
                  <a:pt x="386129" y="118659"/>
                </a:lnTo>
                <a:lnTo>
                  <a:pt x="386727" y="119052"/>
                </a:lnTo>
                <a:lnTo>
                  <a:pt x="387336" y="119433"/>
                </a:lnTo>
                <a:lnTo>
                  <a:pt x="387956" y="119801"/>
                </a:lnTo>
                <a:lnTo>
                  <a:pt x="388589" y="120156"/>
                </a:lnTo>
                <a:lnTo>
                  <a:pt x="389232" y="120498"/>
                </a:lnTo>
                <a:lnTo>
                  <a:pt x="389884" y="120825"/>
                </a:lnTo>
                <a:lnTo>
                  <a:pt x="390546" y="121137"/>
                </a:lnTo>
                <a:lnTo>
                  <a:pt x="391216" y="121435"/>
                </a:lnTo>
                <a:lnTo>
                  <a:pt x="391895" y="121718"/>
                </a:lnTo>
                <a:lnTo>
                  <a:pt x="392584" y="121987"/>
                </a:lnTo>
                <a:lnTo>
                  <a:pt x="393281" y="122241"/>
                </a:lnTo>
                <a:lnTo>
                  <a:pt x="393988" y="122481"/>
                </a:lnTo>
                <a:lnTo>
                  <a:pt x="394704" y="122706"/>
                </a:lnTo>
                <a:lnTo>
                  <a:pt x="395428" y="122917"/>
                </a:lnTo>
                <a:lnTo>
                  <a:pt x="396162" y="123113"/>
                </a:lnTo>
                <a:lnTo>
                  <a:pt x="396905" y="123295"/>
                </a:lnTo>
                <a:lnTo>
                  <a:pt x="397656" y="123462"/>
                </a:lnTo>
                <a:lnTo>
                  <a:pt x="398417" y="123615"/>
                </a:lnTo>
                <a:lnTo>
                  <a:pt x="399187" y="123753"/>
                </a:lnTo>
                <a:lnTo>
                  <a:pt x="399966" y="123876"/>
                </a:lnTo>
                <a:lnTo>
                  <a:pt x="400754" y="123985"/>
                </a:lnTo>
                <a:lnTo>
                  <a:pt x="401551" y="124080"/>
                </a:lnTo>
                <a:lnTo>
                  <a:pt x="402357" y="124160"/>
                </a:lnTo>
                <a:lnTo>
                  <a:pt x="403172" y="124225"/>
                </a:lnTo>
                <a:lnTo>
                  <a:pt x="403996" y="124276"/>
                </a:lnTo>
                <a:lnTo>
                  <a:pt x="404830" y="124312"/>
                </a:lnTo>
                <a:lnTo>
                  <a:pt x="405672" y="124334"/>
                </a:lnTo>
                <a:lnTo>
                  <a:pt x="406523" y="124341"/>
                </a:lnTo>
                <a:lnTo>
                  <a:pt x="407661" y="124330"/>
                </a:lnTo>
                <a:lnTo>
                  <a:pt x="408782" y="124297"/>
                </a:lnTo>
                <a:lnTo>
                  <a:pt x="409888" y="124241"/>
                </a:lnTo>
                <a:close/>
                <a:moveTo>
                  <a:pt x="386299" y="67462"/>
                </a:moveTo>
                <a:lnTo>
                  <a:pt x="386308" y="66615"/>
                </a:lnTo>
                <a:lnTo>
                  <a:pt x="386335" y="65783"/>
                </a:lnTo>
                <a:lnTo>
                  <a:pt x="386381" y="64968"/>
                </a:lnTo>
                <a:lnTo>
                  <a:pt x="386446" y="64169"/>
                </a:lnTo>
                <a:lnTo>
                  <a:pt x="386528" y="63386"/>
                </a:lnTo>
                <a:lnTo>
                  <a:pt x="386629" y="62620"/>
                </a:lnTo>
                <a:lnTo>
                  <a:pt x="386749" y="61869"/>
                </a:lnTo>
                <a:lnTo>
                  <a:pt x="386887" y="61135"/>
                </a:lnTo>
                <a:lnTo>
                  <a:pt x="387043" y="60417"/>
                </a:lnTo>
                <a:lnTo>
                  <a:pt x="387217" y="59715"/>
                </a:lnTo>
                <a:lnTo>
                  <a:pt x="387410" y="59029"/>
                </a:lnTo>
                <a:lnTo>
                  <a:pt x="387622" y="58360"/>
                </a:lnTo>
                <a:lnTo>
                  <a:pt x="387851" y="57706"/>
                </a:lnTo>
                <a:lnTo>
                  <a:pt x="388099" y="57069"/>
                </a:lnTo>
                <a:lnTo>
                  <a:pt x="388366" y="56448"/>
                </a:lnTo>
                <a:lnTo>
                  <a:pt x="388651" y="55843"/>
                </a:lnTo>
                <a:lnTo>
                  <a:pt x="388954" y="55255"/>
                </a:lnTo>
                <a:lnTo>
                  <a:pt x="389275" y="54682"/>
                </a:lnTo>
                <a:lnTo>
                  <a:pt x="389615" y="54126"/>
                </a:lnTo>
                <a:lnTo>
                  <a:pt x="389974" y="53586"/>
                </a:lnTo>
                <a:lnTo>
                  <a:pt x="390350" y="53062"/>
                </a:lnTo>
                <a:lnTo>
                  <a:pt x="390745" y="52554"/>
                </a:lnTo>
                <a:lnTo>
                  <a:pt x="391159" y="52062"/>
                </a:lnTo>
                <a:lnTo>
                  <a:pt x="391591" y="51587"/>
                </a:lnTo>
                <a:lnTo>
                  <a:pt x="392039" y="51129"/>
                </a:lnTo>
                <a:lnTo>
                  <a:pt x="392503" y="50691"/>
                </a:lnTo>
                <a:lnTo>
                  <a:pt x="392982" y="50272"/>
                </a:lnTo>
                <a:lnTo>
                  <a:pt x="393476" y="49873"/>
                </a:lnTo>
                <a:lnTo>
                  <a:pt x="393985" y="49493"/>
                </a:lnTo>
                <a:lnTo>
                  <a:pt x="394509" y="49133"/>
                </a:lnTo>
                <a:lnTo>
                  <a:pt x="395048" y="48792"/>
                </a:lnTo>
                <a:lnTo>
                  <a:pt x="395603" y="48470"/>
                </a:lnTo>
                <a:lnTo>
                  <a:pt x="396172" y="48168"/>
                </a:lnTo>
                <a:lnTo>
                  <a:pt x="396757" y="47886"/>
                </a:lnTo>
                <a:lnTo>
                  <a:pt x="397356" y="47623"/>
                </a:lnTo>
                <a:lnTo>
                  <a:pt x="397971" y="47380"/>
                </a:lnTo>
                <a:lnTo>
                  <a:pt x="398601" y="47156"/>
                </a:lnTo>
                <a:lnTo>
                  <a:pt x="399245" y="46951"/>
                </a:lnTo>
                <a:lnTo>
                  <a:pt x="399905" y="46766"/>
                </a:lnTo>
                <a:lnTo>
                  <a:pt x="400580" y="46600"/>
                </a:lnTo>
                <a:lnTo>
                  <a:pt x="401270" y="46454"/>
                </a:lnTo>
                <a:lnTo>
                  <a:pt x="401976" y="46328"/>
                </a:lnTo>
                <a:lnTo>
                  <a:pt x="402696" y="46221"/>
                </a:lnTo>
                <a:lnTo>
                  <a:pt x="403431" y="46133"/>
                </a:lnTo>
                <a:lnTo>
                  <a:pt x="404181" y="46065"/>
                </a:lnTo>
                <a:lnTo>
                  <a:pt x="404947" y="46016"/>
                </a:lnTo>
                <a:lnTo>
                  <a:pt x="405728" y="45987"/>
                </a:lnTo>
                <a:lnTo>
                  <a:pt x="406523" y="45977"/>
                </a:lnTo>
                <a:lnTo>
                  <a:pt x="407319" y="45987"/>
                </a:lnTo>
                <a:lnTo>
                  <a:pt x="408099" y="46016"/>
                </a:lnTo>
                <a:lnTo>
                  <a:pt x="408864" y="46065"/>
                </a:lnTo>
                <a:lnTo>
                  <a:pt x="409615" y="46133"/>
                </a:lnTo>
                <a:lnTo>
                  <a:pt x="410350" y="46221"/>
                </a:lnTo>
                <a:lnTo>
                  <a:pt x="411070" y="46328"/>
                </a:lnTo>
                <a:lnTo>
                  <a:pt x="411775" y="46454"/>
                </a:lnTo>
                <a:lnTo>
                  <a:pt x="412465" y="46600"/>
                </a:lnTo>
                <a:lnTo>
                  <a:pt x="413139" y="46766"/>
                </a:lnTo>
                <a:lnTo>
                  <a:pt x="413799" y="46951"/>
                </a:lnTo>
                <a:lnTo>
                  <a:pt x="414444" y="47156"/>
                </a:lnTo>
                <a:lnTo>
                  <a:pt x="415073" y="47380"/>
                </a:lnTo>
                <a:lnTo>
                  <a:pt x="415688" y="47623"/>
                </a:lnTo>
                <a:lnTo>
                  <a:pt x="416287" y="47886"/>
                </a:lnTo>
                <a:lnTo>
                  <a:pt x="416871" y="48168"/>
                </a:lnTo>
                <a:lnTo>
                  <a:pt x="417441" y="48470"/>
                </a:lnTo>
                <a:lnTo>
                  <a:pt x="417995" y="48792"/>
                </a:lnTo>
                <a:lnTo>
                  <a:pt x="418534" y="49133"/>
                </a:lnTo>
                <a:lnTo>
                  <a:pt x="419058" y="49493"/>
                </a:lnTo>
                <a:lnTo>
                  <a:pt x="419567" y="49873"/>
                </a:lnTo>
                <a:lnTo>
                  <a:pt x="420060" y="50272"/>
                </a:lnTo>
                <a:lnTo>
                  <a:pt x="420539" y="50691"/>
                </a:lnTo>
                <a:lnTo>
                  <a:pt x="421003" y="51129"/>
                </a:lnTo>
                <a:lnTo>
                  <a:pt x="421451" y="51587"/>
                </a:lnTo>
                <a:lnTo>
                  <a:pt x="421883" y="52062"/>
                </a:lnTo>
                <a:lnTo>
                  <a:pt x="422297" y="52554"/>
                </a:lnTo>
                <a:lnTo>
                  <a:pt x="422692" y="53062"/>
                </a:lnTo>
                <a:lnTo>
                  <a:pt x="423069" y="53586"/>
                </a:lnTo>
                <a:lnTo>
                  <a:pt x="423427" y="54126"/>
                </a:lnTo>
                <a:lnTo>
                  <a:pt x="423767" y="54682"/>
                </a:lnTo>
                <a:lnTo>
                  <a:pt x="424089" y="55255"/>
                </a:lnTo>
                <a:lnTo>
                  <a:pt x="424392" y="55843"/>
                </a:lnTo>
                <a:lnTo>
                  <a:pt x="424677" y="56448"/>
                </a:lnTo>
                <a:lnTo>
                  <a:pt x="424944" y="57069"/>
                </a:lnTo>
                <a:lnTo>
                  <a:pt x="425192" y="57706"/>
                </a:lnTo>
                <a:lnTo>
                  <a:pt x="425422" y="58360"/>
                </a:lnTo>
                <a:lnTo>
                  <a:pt x="425633" y="59029"/>
                </a:lnTo>
                <a:lnTo>
                  <a:pt x="425826" y="59715"/>
                </a:lnTo>
                <a:lnTo>
                  <a:pt x="426001" y="60417"/>
                </a:lnTo>
                <a:lnTo>
                  <a:pt x="426157" y="61135"/>
                </a:lnTo>
                <a:lnTo>
                  <a:pt x="426295" y="61869"/>
                </a:lnTo>
                <a:lnTo>
                  <a:pt x="426414" y="62620"/>
                </a:lnTo>
                <a:lnTo>
                  <a:pt x="426516" y="63386"/>
                </a:lnTo>
                <a:lnTo>
                  <a:pt x="426598" y="64169"/>
                </a:lnTo>
                <a:lnTo>
                  <a:pt x="426663" y="64968"/>
                </a:lnTo>
                <a:lnTo>
                  <a:pt x="426709" y="65783"/>
                </a:lnTo>
                <a:lnTo>
                  <a:pt x="426736" y="66615"/>
                </a:lnTo>
                <a:lnTo>
                  <a:pt x="426745" y="67462"/>
                </a:lnTo>
                <a:lnTo>
                  <a:pt x="426745" y="71886"/>
                </a:lnTo>
                <a:lnTo>
                  <a:pt x="386299" y="71886"/>
                </a:lnTo>
                <a:lnTo>
                  <a:pt x="386299" y="67462"/>
                </a:lnTo>
                <a:close/>
                <a:moveTo>
                  <a:pt x="875473" y="57579"/>
                </a:moveTo>
                <a:lnTo>
                  <a:pt x="875964" y="57530"/>
                </a:lnTo>
                <a:lnTo>
                  <a:pt x="876443" y="57470"/>
                </a:lnTo>
                <a:lnTo>
                  <a:pt x="876912" y="57399"/>
                </a:lnTo>
                <a:lnTo>
                  <a:pt x="877369" y="57316"/>
                </a:lnTo>
                <a:lnTo>
                  <a:pt x="877816" y="57223"/>
                </a:lnTo>
                <a:lnTo>
                  <a:pt x="878251" y="57119"/>
                </a:lnTo>
                <a:lnTo>
                  <a:pt x="878676" y="57004"/>
                </a:lnTo>
                <a:lnTo>
                  <a:pt x="879090" y="56878"/>
                </a:lnTo>
                <a:lnTo>
                  <a:pt x="879492" y="56741"/>
                </a:lnTo>
                <a:lnTo>
                  <a:pt x="879884" y="56593"/>
                </a:lnTo>
                <a:lnTo>
                  <a:pt x="880265" y="56434"/>
                </a:lnTo>
                <a:lnTo>
                  <a:pt x="880634" y="56264"/>
                </a:lnTo>
                <a:lnTo>
                  <a:pt x="880993" y="56083"/>
                </a:lnTo>
                <a:lnTo>
                  <a:pt x="881341" y="55891"/>
                </a:lnTo>
                <a:lnTo>
                  <a:pt x="881678" y="55688"/>
                </a:lnTo>
                <a:lnTo>
                  <a:pt x="882004" y="55474"/>
                </a:lnTo>
                <a:lnTo>
                  <a:pt x="882318" y="55249"/>
                </a:lnTo>
                <a:lnTo>
                  <a:pt x="882622" y="55013"/>
                </a:lnTo>
                <a:lnTo>
                  <a:pt x="882915" y="54767"/>
                </a:lnTo>
                <a:lnTo>
                  <a:pt x="883197" y="54509"/>
                </a:lnTo>
                <a:lnTo>
                  <a:pt x="883468" y="54242"/>
                </a:lnTo>
                <a:lnTo>
                  <a:pt x="883727" y="53967"/>
                </a:lnTo>
                <a:lnTo>
                  <a:pt x="883975" y="53684"/>
                </a:lnTo>
                <a:lnTo>
                  <a:pt x="884211" y="53394"/>
                </a:lnTo>
                <a:lnTo>
                  <a:pt x="884435" y="53096"/>
                </a:lnTo>
                <a:lnTo>
                  <a:pt x="884648" y="52791"/>
                </a:lnTo>
                <a:lnTo>
                  <a:pt x="884850" y="52477"/>
                </a:lnTo>
                <a:lnTo>
                  <a:pt x="885040" y="52156"/>
                </a:lnTo>
                <a:lnTo>
                  <a:pt x="885219" y="51828"/>
                </a:lnTo>
                <a:lnTo>
                  <a:pt x="885386" y="51491"/>
                </a:lnTo>
                <a:lnTo>
                  <a:pt x="885541" y="51147"/>
                </a:lnTo>
                <a:lnTo>
                  <a:pt x="885685" y="50796"/>
                </a:lnTo>
                <a:lnTo>
                  <a:pt x="885818" y="50436"/>
                </a:lnTo>
                <a:lnTo>
                  <a:pt x="885938" y="50069"/>
                </a:lnTo>
                <a:lnTo>
                  <a:pt x="886048" y="49695"/>
                </a:lnTo>
                <a:lnTo>
                  <a:pt x="886146" y="49312"/>
                </a:lnTo>
                <a:lnTo>
                  <a:pt x="886232" y="48922"/>
                </a:lnTo>
                <a:lnTo>
                  <a:pt x="886307" y="48525"/>
                </a:lnTo>
                <a:lnTo>
                  <a:pt x="886370" y="48119"/>
                </a:lnTo>
                <a:lnTo>
                  <a:pt x="886422" y="47706"/>
                </a:lnTo>
                <a:lnTo>
                  <a:pt x="886463" y="47285"/>
                </a:lnTo>
                <a:lnTo>
                  <a:pt x="886491" y="46857"/>
                </a:lnTo>
                <a:lnTo>
                  <a:pt x="886509" y="46421"/>
                </a:lnTo>
                <a:lnTo>
                  <a:pt x="886514" y="45977"/>
                </a:lnTo>
                <a:lnTo>
                  <a:pt x="886509" y="45533"/>
                </a:lnTo>
                <a:lnTo>
                  <a:pt x="886491" y="45097"/>
                </a:lnTo>
                <a:lnTo>
                  <a:pt x="886463" y="44668"/>
                </a:lnTo>
                <a:lnTo>
                  <a:pt x="886422" y="44247"/>
                </a:lnTo>
                <a:lnTo>
                  <a:pt x="886370" y="43834"/>
                </a:lnTo>
                <a:lnTo>
                  <a:pt x="886307" y="43429"/>
                </a:lnTo>
                <a:lnTo>
                  <a:pt x="886232" y="43031"/>
                </a:lnTo>
                <a:lnTo>
                  <a:pt x="886146" y="42641"/>
                </a:lnTo>
                <a:lnTo>
                  <a:pt x="886048" y="42258"/>
                </a:lnTo>
                <a:lnTo>
                  <a:pt x="885938" y="41884"/>
                </a:lnTo>
                <a:lnTo>
                  <a:pt x="885818" y="41517"/>
                </a:lnTo>
                <a:lnTo>
                  <a:pt x="885685" y="41157"/>
                </a:lnTo>
                <a:lnTo>
                  <a:pt x="885541" y="40806"/>
                </a:lnTo>
                <a:lnTo>
                  <a:pt x="885386" y="40462"/>
                </a:lnTo>
                <a:lnTo>
                  <a:pt x="885219" y="40125"/>
                </a:lnTo>
                <a:lnTo>
                  <a:pt x="885040" y="39797"/>
                </a:lnTo>
                <a:lnTo>
                  <a:pt x="884850" y="39476"/>
                </a:lnTo>
                <a:lnTo>
                  <a:pt x="884648" y="39163"/>
                </a:lnTo>
                <a:lnTo>
                  <a:pt x="884435" y="38857"/>
                </a:lnTo>
                <a:lnTo>
                  <a:pt x="884211" y="38559"/>
                </a:lnTo>
                <a:lnTo>
                  <a:pt x="883975" y="38269"/>
                </a:lnTo>
                <a:lnTo>
                  <a:pt x="883727" y="37987"/>
                </a:lnTo>
                <a:lnTo>
                  <a:pt x="883468" y="37712"/>
                </a:lnTo>
                <a:lnTo>
                  <a:pt x="883197" y="37445"/>
                </a:lnTo>
                <a:lnTo>
                  <a:pt x="882915" y="37187"/>
                </a:lnTo>
                <a:lnTo>
                  <a:pt x="882622" y="36940"/>
                </a:lnTo>
                <a:lnTo>
                  <a:pt x="882318" y="36704"/>
                </a:lnTo>
                <a:lnTo>
                  <a:pt x="882004" y="36479"/>
                </a:lnTo>
                <a:lnTo>
                  <a:pt x="881678" y="36265"/>
                </a:lnTo>
                <a:lnTo>
                  <a:pt x="881341" y="36062"/>
                </a:lnTo>
                <a:lnTo>
                  <a:pt x="880993" y="35870"/>
                </a:lnTo>
                <a:lnTo>
                  <a:pt x="880634" y="35689"/>
                </a:lnTo>
                <a:lnTo>
                  <a:pt x="880265" y="35519"/>
                </a:lnTo>
                <a:lnTo>
                  <a:pt x="879884" y="35360"/>
                </a:lnTo>
                <a:lnTo>
                  <a:pt x="879492" y="35212"/>
                </a:lnTo>
                <a:lnTo>
                  <a:pt x="879090" y="35075"/>
                </a:lnTo>
                <a:lnTo>
                  <a:pt x="878676" y="34948"/>
                </a:lnTo>
                <a:lnTo>
                  <a:pt x="878251" y="34833"/>
                </a:lnTo>
                <a:lnTo>
                  <a:pt x="877816" y="34729"/>
                </a:lnTo>
                <a:lnTo>
                  <a:pt x="877369" y="34636"/>
                </a:lnTo>
                <a:lnTo>
                  <a:pt x="876912" y="34553"/>
                </a:lnTo>
                <a:lnTo>
                  <a:pt x="876443" y="34482"/>
                </a:lnTo>
                <a:lnTo>
                  <a:pt x="875964" y="34422"/>
                </a:lnTo>
                <a:lnTo>
                  <a:pt x="875473" y="34372"/>
                </a:lnTo>
                <a:lnTo>
                  <a:pt x="874972" y="34334"/>
                </a:lnTo>
                <a:lnTo>
                  <a:pt x="874460" y="34306"/>
                </a:lnTo>
                <a:lnTo>
                  <a:pt x="873936" y="34290"/>
                </a:lnTo>
                <a:lnTo>
                  <a:pt x="873402" y="34284"/>
                </a:lnTo>
                <a:lnTo>
                  <a:pt x="872868" y="34290"/>
                </a:lnTo>
                <a:lnTo>
                  <a:pt x="872344" y="34306"/>
                </a:lnTo>
                <a:lnTo>
                  <a:pt x="871832" y="34334"/>
                </a:lnTo>
                <a:lnTo>
                  <a:pt x="871330" y="34372"/>
                </a:lnTo>
                <a:lnTo>
                  <a:pt x="870840" y="34422"/>
                </a:lnTo>
                <a:lnTo>
                  <a:pt x="870360" y="34482"/>
                </a:lnTo>
                <a:lnTo>
                  <a:pt x="869892" y="34553"/>
                </a:lnTo>
                <a:lnTo>
                  <a:pt x="869434" y="34636"/>
                </a:lnTo>
                <a:lnTo>
                  <a:pt x="868988" y="34729"/>
                </a:lnTo>
                <a:lnTo>
                  <a:pt x="868552" y="34833"/>
                </a:lnTo>
                <a:lnTo>
                  <a:pt x="868127" y="34948"/>
                </a:lnTo>
                <a:lnTo>
                  <a:pt x="867714" y="35075"/>
                </a:lnTo>
                <a:lnTo>
                  <a:pt x="867311" y="35212"/>
                </a:lnTo>
                <a:lnTo>
                  <a:pt x="866919" y="35360"/>
                </a:lnTo>
                <a:lnTo>
                  <a:pt x="866538" y="35519"/>
                </a:lnTo>
                <a:lnTo>
                  <a:pt x="866168" y="35689"/>
                </a:lnTo>
                <a:lnTo>
                  <a:pt x="865809" y="35870"/>
                </a:lnTo>
                <a:lnTo>
                  <a:pt x="865461" y="36062"/>
                </a:lnTo>
                <a:lnTo>
                  <a:pt x="865125" y="36265"/>
                </a:lnTo>
                <a:lnTo>
                  <a:pt x="864799" y="36479"/>
                </a:lnTo>
                <a:lnTo>
                  <a:pt x="864484" y="36704"/>
                </a:lnTo>
                <a:lnTo>
                  <a:pt x="864179" y="36940"/>
                </a:lnTo>
                <a:lnTo>
                  <a:pt x="863886" y="37187"/>
                </a:lnTo>
                <a:lnTo>
                  <a:pt x="863604" y="37445"/>
                </a:lnTo>
                <a:lnTo>
                  <a:pt x="863334" y="37712"/>
                </a:lnTo>
                <a:lnTo>
                  <a:pt x="863074" y="37987"/>
                </a:lnTo>
                <a:lnTo>
                  <a:pt x="862827" y="38269"/>
                </a:lnTo>
                <a:lnTo>
                  <a:pt x="862591" y="38559"/>
                </a:lnTo>
                <a:lnTo>
                  <a:pt x="862366" y="38857"/>
                </a:lnTo>
                <a:lnTo>
                  <a:pt x="862153" y="39163"/>
                </a:lnTo>
                <a:lnTo>
                  <a:pt x="861951" y="39476"/>
                </a:lnTo>
                <a:lnTo>
                  <a:pt x="861761" y="39797"/>
                </a:lnTo>
                <a:lnTo>
                  <a:pt x="861583" y="40125"/>
                </a:lnTo>
                <a:lnTo>
                  <a:pt x="861416" y="40462"/>
                </a:lnTo>
                <a:lnTo>
                  <a:pt x="861260" y="40806"/>
                </a:lnTo>
                <a:lnTo>
                  <a:pt x="861116" y="41157"/>
                </a:lnTo>
                <a:lnTo>
                  <a:pt x="860984" y="41517"/>
                </a:lnTo>
                <a:lnTo>
                  <a:pt x="860863" y="41884"/>
                </a:lnTo>
                <a:lnTo>
                  <a:pt x="860753" y="42258"/>
                </a:lnTo>
                <a:lnTo>
                  <a:pt x="860656" y="42641"/>
                </a:lnTo>
                <a:lnTo>
                  <a:pt x="860569" y="43031"/>
                </a:lnTo>
                <a:lnTo>
                  <a:pt x="860494" y="43429"/>
                </a:lnTo>
                <a:lnTo>
                  <a:pt x="860431" y="43834"/>
                </a:lnTo>
                <a:lnTo>
                  <a:pt x="860379" y="44247"/>
                </a:lnTo>
                <a:lnTo>
                  <a:pt x="860339" y="44668"/>
                </a:lnTo>
                <a:lnTo>
                  <a:pt x="860310" y="45097"/>
                </a:lnTo>
                <a:lnTo>
                  <a:pt x="860293" y="45533"/>
                </a:lnTo>
                <a:lnTo>
                  <a:pt x="860287" y="45977"/>
                </a:lnTo>
                <a:lnTo>
                  <a:pt x="860293" y="46421"/>
                </a:lnTo>
                <a:lnTo>
                  <a:pt x="860310" y="46857"/>
                </a:lnTo>
                <a:lnTo>
                  <a:pt x="860339" y="47285"/>
                </a:lnTo>
                <a:lnTo>
                  <a:pt x="860379" y="47706"/>
                </a:lnTo>
                <a:lnTo>
                  <a:pt x="860431" y="48119"/>
                </a:lnTo>
                <a:lnTo>
                  <a:pt x="860494" y="48525"/>
                </a:lnTo>
                <a:lnTo>
                  <a:pt x="860569" y="48922"/>
                </a:lnTo>
                <a:lnTo>
                  <a:pt x="860656" y="49312"/>
                </a:lnTo>
                <a:lnTo>
                  <a:pt x="860753" y="49695"/>
                </a:lnTo>
                <a:lnTo>
                  <a:pt x="860863" y="50069"/>
                </a:lnTo>
                <a:lnTo>
                  <a:pt x="860984" y="50436"/>
                </a:lnTo>
                <a:lnTo>
                  <a:pt x="861116" y="50796"/>
                </a:lnTo>
                <a:lnTo>
                  <a:pt x="861260" y="51147"/>
                </a:lnTo>
                <a:lnTo>
                  <a:pt x="861416" y="51491"/>
                </a:lnTo>
                <a:lnTo>
                  <a:pt x="861583" y="51828"/>
                </a:lnTo>
                <a:lnTo>
                  <a:pt x="861761" y="52156"/>
                </a:lnTo>
                <a:lnTo>
                  <a:pt x="861951" y="52477"/>
                </a:lnTo>
                <a:lnTo>
                  <a:pt x="862153" y="52791"/>
                </a:lnTo>
                <a:lnTo>
                  <a:pt x="862366" y="53096"/>
                </a:lnTo>
                <a:lnTo>
                  <a:pt x="862591" y="53394"/>
                </a:lnTo>
                <a:lnTo>
                  <a:pt x="862827" y="53684"/>
                </a:lnTo>
                <a:lnTo>
                  <a:pt x="863074" y="53967"/>
                </a:lnTo>
                <a:lnTo>
                  <a:pt x="863334" y="54242"/>
                </a:lnTo>
                <a:lnTo>
                  <a:pt x="863604" y="54509"/>
                </a:lnTo>
                <a:lnTo>
                  <a:pt x="863886" y="54767"/>
                </a:lnTo>
                <a:lnTo>
                  <a:pt x="864179" y="55013"/>
                </a:lnTo>
                <a:lnTo>
                  <a:pt x="864484" y="55249"/>
                </a:lnTo>
                <a:lnTo>
                  <a:pt x="864799" y="55474"/>
                </a:lnTo>
                <a:lnTo>
                  <a:pt x="865125" y="55688"/>
                </a:lnTo>
                <a:lnTo>
                  <a:pt x="865461" y="55891"/>
                </a:lnTo>
                <a:lnTo>
                  <a:pt x="865809" y="56083"/>
                </a:lnTo>
                <a:lnTo>
                  <a:pt x="866168" y="56264"/>
                </a:lnTo>
                <a:lnTo>
                  <a:pt x="866538" y="56434"/>
                </a:lnTo>
                <a:lnTo>
                  <a:pt x="866919" y="56593"/>
                </a:lnTo>
                <a:lnTo>
                  <a:pt x="867311" y="56741"/>
                </a:lnTo>
                <a:lnTo>
                  <a:pt x="867714" y="56878"/>
                </a:lnTo>
                <a:lnTo>
                  <a:pt x="868127" y="57004"/>
                </a:lnTo>
                <a:lnTo>
                  <a:pt x="868552" y="57119"/>
                </a:lnTo>
                <a:lnTo>
                  <a:pt x="868988" y="57223"/>
                </a:lnTo>
                <a:lnTo>
                  <a:pt x="869434" y="57316"/>
                </a:lnTo>
                <a:lnTo>
                  <a:pt x="869892" y="57399"/>
                </a:lnTo>
                <a:lnTo>
                  <a:pt x="870360" y="57470"/>
                </a:lnTo>
                <a:lnTo>
                  <a:pt x="870840" y="57530"/>
                </a:lnTo>
                <a:lnTo>
                  <a:pt x="871330" y="57579"/>
                </a:lnTo>
                <a:lnTo>
                  <a:pt x="871832" y="57618"/>
                </a:lnTo>
                <a:lnTo>
                  <a:pt x="872344" y="57645"/>
                </a:lnTo>
                <a:lnTo>
                  <a:pt x="872868" y="57662"/>
                </a:lnTo>
                <a:lnTo>
                  <a:pt x="873402" y="57667"/>
                </a:lnTo>
                <a:lnTo>
                  <a:pt x="873936" y="57662"/>
                </a:lnTo>
                <a:lnTo>
                  <a:pt x="874460" y="57645"/>
                </a:lnTo>
                <a:lnTo>
                  <a:pt x="874972" y="57618"/>
                </a:lnTo>
                <a:lnTo>
                  <a:pt x="875473" y="57579"/>
                </a:lnTo>
                <a:close/>
                <a:moveTo>
                  <a:pt x="699821" y="109801"/>
                </a:moveTo>
                <a:lnTo>
                  <a:pt x="699410" y="109785"/>
                </a:lnTo>
                <a:lnTo>
                  <a:pt x="699007" y="109758"/>
                </a:lnTo>
                <a:lnTo>
                  <a:pt x="698610" y="109721"/>
                </a:lnTo>
                <a:lnTo>
                  <a:pt x="698221" y="109673"/>
                </a:lnTo>
                <a:lnTo>
                  <a:pt x="697839" y="109614"/>
                </a:lnTo>
                <a:lnTo>
                  <a:pt x="697464" y="109544"/>
                </a:lnTo>
                <a:lnTo>
                  <a:pt x="697096" y="109464"/>
                </a:lnTo>
                <a:lnTo>
                  <a:pt x="696735" y="109373"/>
                </a:lnTo>
                <a:lnTo>
                  <a:pt x="696382" y="109271"/>
                </a:lnTo>
                <a:lnTo>
                  <a:pt x="696035" y="109159"/>
                </a:lnTo>
                <a:lnTo>
                  <a:pt x="695696" y="109036"/>
                </a:lnTo>
                <a:lnTo>
                  <a:pt x="695364" y="108902"/>
                </a:lnTo>
                <a:lnTo>
                  <a:pt x="695038" y="108758"/>
                </a:lnTo>
                <a:lnTo>
                  <a:pt x="694720" y="108603"/>
                </a:lnTo>
                <a:lnTo>
                  <a:pt x="694410" y="108437"/>
                </a:lnTo>
                <a:lnTo>
                  <a:pt x="694106" y="108260"/>
                </a:lnTo>
                <a:lnTo>
                  <a:pt x="693809" y="108073"/>
                </a:lnTo>
                <a:lnTo>
                  <a:pt x="693520" y="107875"/>
                </a:lnTo>
                <a:lnTo>
                  <a:pt x="693237" y="107667"/>
                </a:lnTo>
                <a:lnTo>
                  <a:pt x="692962" y="107447"/>
                </a:lnTo>
                <a:lnTo>
                  <a:pt x="692694" y="107217"/>
                </a:lnTo>
                <a:lnTo>
                  <a:pt x="692433" y="106977"/>
                </a:lnTo>
                <a:lnTo>
                  <a:pt x="692179" y="106725"/>
                </a:lnTo>
                <a:lnTo>
                  <a:pt x="691934" y="106465"/>
                </a:lnTo>
                <a:lnTo>
                  <a:pt x="691700" y="106196"/>
                </a:lnTo>
                <a:lnTo>
                  <a:pt x="691475" y="105919"/>
                </a:lnTo>
                <a:lnTo>
                  <a:pt x="691262" y="105635"/>
                </a:lnTo>
                <a:lnTo>
                  <a:pt x="691059" y="105342"/>
                </a:lnTo>
                <a:lnTo>
                  <a:pt x="690866" y="105042"/>
                </a:lnTo>
                <a:lnTo>
                  <a:pt x="690683" y="104733"/>
                </a:lnTo>
                <a:lnTo>
                  <a:pt x="690511" y="104417"/>
                </a:lnTo>
                <a:lnTo>
                  <a:pt x="690350" y="104092"/>
                </a:lnTo>
                <a:lnTo>
                  <a:pt x="690199" y="103760"/>
                </a:lnTo>
                <a:lnTo>
                  <a:pt x="690058" y="103420"/>
                </a:lnTo>
                <a:lnTo>
                  <a:pt x="689928" y="103072"/>
                </a:lnTo>
                <a:lnTo>
                  <a:pt x="689808" y="102716"/>
                </a:lnTo>
                <a:lnTo>
                  <a:pt x="689699" y="102351"/>
                </a:lnTo>
                <a:lnTo>
                  <a:pt x="689600" y="101979"/>
                </a:lnTo>
                <a:lnTo>
                  <a:pt x="689511" y="101599"/>
                </a:lnTo>
                <a:lnTo>
                  <a:pt x="689433" y="101211"/>
                </a:lnTo>
                <a:lnTo>
                  <a:pt x="689365" y="100815"/>
                </a:lnTo>
                <a:lnTo>
                  <a:pt x="689308" y="100412"/>
                </a:lnTo>
                <a:lnTo>
                  <a:pt x="689261" y="100000"/>
                </a:lnTo>
                <a:lnTo>
                  <a:pt x="689224" y="99580"/>
                </a:lnTo>
                <a:lnTo>
                  <a:pt x="689198" y="99152"/>
                </a:lnTo>
                <a:lnTo>
                  <a:pt x="689183" y="98717"/>
                </a:lnTo>
                <a:lnTo>
                  <a:pt x="689177" y="98273"/>
                </a:lnTo>
                <a:lnTo>
                  <a:pt x="689177" y="7425"/>
                </a:lnTo>
                <a:lnTo>
                  <a:pt x="644939" y="7425"/>
                </a:lnTo>
                <a:lnTo>
                  <a:pt x="644939" y="20381"/>
                </a:lnTo>
                <a:lnTo>
                  <a:pt x="674958" y="20381"/>
                </a:lnTo>
                <a:lnTo>
                  <a:pt x="674958" y="98273"/>
                </a:lnTo>
                <a:lnTo>
                  <a:pt x="674964" y="98888"/>
                </a:lnTo>
                <a:lnTo>
                  <a:pt x="674980" y="99497"/>
                </a:lnTo>
                <a:lnTo>
                  <a:pt x="675008" y="100100"/>
                </a:lnTo>
                <a:lnTo>
                  <a:pt x="675046" y="100695"/>
                </a:lnTo>
                <a:lnTo>
                  <a:pt x="675095" y="101285"/>
                </a:lnTo>
                <a:lnTo>
                  <a:pt x="675156" y="101867"/>
                </a:lnTo>
                <a:lnTo>
                  <a:pt x="675227" y="102443"/>
                </a:lnTo>
                <a:lnTo>
                  <a:pt x="675309" y="103013"/>
                </a:lnTo>
                <a:lnTo>
                  <a:pt x="675402" y="103575"/>
                </a:lnTo>
                <a:lnTo>
                  <a:pt x="675507" y="104132"/>
                </a:lnTo>
                <a:lnTo>
                  <a:pt x="675622" y="104681"/>
                </a:lnTo>
                <a:lnTo>
                  <a:pt x="675748" y="105225"/>
                </a:lnTo>
                <a:lnTo>
                  <a:pt x="675885" y="105761"/>
                </a:lnTo>
                <a:lnTo>
                  <a:pt x="676033" y="106291"/>
                </a:lnTo>
                <a:lnTo>
                  <a:pt x="676192" y="106814"/>
                </a:lnTo>
                <a:lnTo>
                  <a:pt x="676362" y="107331"/>
                </a:lnTo>
                <a:lnTo>
                  <a:pt x="676543" y="107841"/>
                </a:lnTo>
                <a:lnTo>
                  <a:pt x="676735" y="108345"/>
                </a:lnTo>
                <a:lnTo>
                  <a:pt x="676938" y="108842"/>
                </a:lnTo>
                <a:lnTo>
                  <a:pt x="677152" y="109333"/>
                </a:lnTo>
                <a:lnTo>
                  <a:pt x="677376" y="109817"/>
                </a:lnTo>
                <a:lnTo>
                  <a:pt x="677612" y="110294"/>
                </a:lnTo>
                <a:lnTo>
                  <a:pt x="677859" y="110765"/>
                </a:lnTo>
                <a:lnTo>
                  <a:pt x="678117" y="111229"/>
                </a:lnTo>
                <a:lnTo>
                  <a:pt x="678384" y="111685"/>
                </a:lnTo>
                <a:lnTo>
                  <a:pt x="678661" y="112133"/>
                </a:lnTo>
                <a:lnTo>
                  <a:pt x="678946" y="112572"/>
                </a:lnTo>
                <a:lnTo>
                  <a:pt x="679240" y="113002"/>
                </a:lnTo>
                <a:lnTo>
                  <a:pt x="679543" y="113423"/>
                </a:lnTo>
                <a:lnTo>
                  <a:pt x="679855" y="113836"/>
                </a:lnTo>
                <a:lnTo>
                  <a:pt x="680175" y="114240"/>
                </a:lnTo>
                <a:lnTo>
                  <a:pt x="680504" y="114635"/>
                </a:lnTo>
                <a:lnTo>
                  <a:pt x="680842" y="115021"/>
                </a:lnTo>
                <a:lnTo>
                  <a:pt x="681189" y="115398"/>
                </a:lnTo>
                <a:lnTo>
                  <a:pt x="681545" y="115767"/>
                </a:lnTo>
                <a:lnTo>
                  <a:pt x="681909" y="116127"/>
                </a:lnTo>
                <a:lnTo>
                  <a:pt x="682282" y="116478"/>
                </a:lnTo>
                <a:lnTo>
                  <a:pt x="682664" y="116820"/>
                </a:lnTo>
                <a:lnTo>
                  <a:pt x="683054" y="117154"/>
                </a:lnTo>
                <a:lnTo>
                  <a:pt x="683454" y="117479"/>
                </a:lnTo>
                <a:lnTo>
                  <a:pt x="683862" y="117795"/>
                </a:lnTo>
                <a:lnTo>
                  <a:pt x="684279" y="118102"/>
                </a:lnTo>
                <a:lnTo>
                  <a:pt x="684704" y="118400"/>
                </a:lnTo>
                <a:lnTo>
                  <a:pt x="685139" y="118690"/>
                </a:lnTo>
                <a:lnTo>
                  <a:pt x="685582" y="118971"/>
                </a:lnTo>
                <a:lnTo>
                  <a:pt x="686034" y="119243"/>
                </a:lnTo>
                <a:lnTo>
                  <a:pt x="686495" y="119506"/>
                </a:lnTo>
                <a:lnTo>
                  <a:pt x="686964" y="119761"/>
                </a:lnTo>
                <a:lnTo>
                  <a:pt x="687442" y="120006"/>
                </a:lnTo>
                <a:lnTo>
                  <a:pt x="687926" y="120240"/>
                </a:lnTo>
                <a:lnTo>
                  <a:pt x="688416" y="120464"/>
                </a:lnTo>
                <a:lnTo>
                  <a:pt x="688913" y="120678"/>
                </a:lnTo>
                <a:lnTo>
                  <a:pt x="689417" y="120881"/>
                </a:lnTo>
                <a:lnTo>
                  <a:pt x="689928" y="121074"/>
                </a:lnTo>
                <a:lnTo>
                  <a:pt x="690444" y="121256"/>
                </a:lnTo>
                <a:lnTo>
                  <a:pt x="690968" y="121428"/>
                </a:lnTo>
                <a:lnTo>
                  <a:pt x="691498" y="121590"/>
                </a:lnTo>
                <a:lnTo>
                  <a:pt x="692035" y="121741"/>
                </a:lnTo>
                <a:lnTo>
                  <a:pt x="692578" y="121882"/>
                </a:lnTo>
                <a:lnTo>
                  <a:pt x="693128" y="122012"/>
                </a:lnTo>
                <a:lnTo>
                  <a:pt x="693684" y="122132"/>
                </a:lnTo>
                <a:lnTo>
                  <a:pt x="694247" y="122241"/>
                </a:lnTo>
                <a:lnTo>
                  <a:pt x="694816" y="122340"/>
                </a:lnTo>
                <a:lnTo>
                  <a:pt x="695393" y="122429"/>
                </a:lnTo>
                <a:lnTo>
                  <a:pt x="695975" y="122507"/>
                </a:lnTo>
                <a:lnTo>
                  <a:pt x="696565" y="122575"/>
                </a:lnTo>
                <a:lnTo>
                  <a:pt x="697160" y="122632"/>
                </a:lnTo>
                <a:lnTo>
                  <a:pt x="697763" y="122679"/>
                </a:lnTo>
                <a:lnTo>
                  <a:pt x="698372" y="122715"/>
                </a:lnTo>
                <a:lnTo>
                  <a:pt x="698987" y="122741"/>
                </a:lnTo>
                <a:lnTo>
                  <a:pt x="699610" y="122757"/>
                </a:lnTo>
                <a:lnTo>
                  <a:pt x="700238" y="122762"/>
                </a:lnTo>
                <a:lnTo>
                  <a:pt x="727098" y="122762"/>
                </a:lnTo>
                <a:lnTo>
                  <a:pt x="727098" y="109806"/>
                </a:lnTo>
                <a:lnTo>
                  <a:pt x="700238" y="109806"/>
                </a:lnTo>
                <a:lnTo>
                  <a:pt x="699821" y="109801"/>
                </a:lnTo>
                <a:close/>
                <a:moveTo>
                  <a:pt x="789784" y="109802"/>
                </a:moveTo>
                <a:lnTo>
                  <a:pt x="789437" y="109787"/>
                </a:lnTo>
                <a:lnTo>
                  <a:pt x="789096" y="109763"/>
                </a:lnTo>
                <a:lnTo>
                  <a:pt x="788761" y="109730"/>
                </a:lnTo>
                <a:lnTo>
                  <a:pt x="788432" y="109686"/>
                </a:lnTo>
                <a:lnTo>
                  <a:pt x="788108" y="109634"/>
                </a:lnTo>
                <a:lnTo>
                  <a:pt x="787790" y="109571"/>
                </a:lnTo>
                <a:lnTo>
                  <a:pt x="787478" y="109499"/>
                </a:lnTo>
                <a:lnTo>
                  <a:pt x="787171" y="109417"/>
                </a:lnTo>
                <a:lnTo>
                  <a:pt x="786870" y="109326"/>
                </a:lnTo>
                <a:lnTo>
                  <a:pt x="786575" y="109225"/>
                </a:lnTo>
                <a:lnTo>
                  <a:pt x="786286" y="109115"/>
                </a:lnTo>
                <a:lnTo>
                  <a:pt x="786003" y="108995"/>
                </a:lnTo>
                <a:lnTo>
                  <a:pt x="785725" y="108865"/>
                </a:lnTo>
                <a:lnTo>
                  <a:pt x="785453" y="108726"/>
                </a:lnTo>
                <a:lnTo>
                  <a:pt x="785187" y="108577"/>
                </a:lnTo>
                <a:lnTo>
                  <a:pt x="784926" y="108419"/>
                </a:lnTo>
                <a:lnTo>
                  <a:pt x="784671" y="108251"/>
                </a:lnTo>
                <a:lnTo>
                  <a:pt x="784422" y="108073"/>
                </a:lnTo>
                <a:lnTo>
                  <a:pt x="784179" y="107886"/>
                </a:lnTo>
                <a:lnTo>
                  <a:pt x="783941" y="107689"/>
                </a:lnTo>
                <a:lnTo>
                  <a:pt x="783710" y="107483"/>
                </a:lnTo>
                <a:lnTo>
                  <a:pt x="783484" y="107267"/>
                </a:lnTo>
                <a:lnTo>
                  <a:pt x="783263" y="107041"/>
                </a:lnTo>
                <a:lnTo>
                  <a:pt x="783051" y="106808"/>
                </a:lnTo>
                <a:lnTo>
                  <a:pt x="782847" y="106569"/>
                </a:lnTo>
                <a:lnTo>
                  <a:pt x="782653" y="106324"/>
                </a:lnTo>
                <a:lnTo>
                  <a:pt x="782467" y="106073"/>
                </a:lnTo>
                <a:lnTo>
                  <a:pt x="782291" y="105817"/>
                </a:lnTo>
                <a:lnTo>
                  <a:pt x="782123" y="105555"/>
                </a:lnTo>
                <a:lnTo>
                  <a:pt x="781965" y="105287"/>
                </a:lnTo>
                <a:lnTo>
                  <a:pt x="781816" y="105013"/>
                </a:lnTo>
                <a:lnTo>
                  <a:pt x="781675" y="104734"/>
                </a:lnTo>
                <a:lnTo>
                  <a:pt x="781544" y="104449"/>
                </a:lnTo>
                <a:lnTo>
                  <a:pt x="781422" y="104158"/>
                </a:lnTo>
                <a:lnTo>
                  <a:pt x="781309" y="103861"/>
                </a:lnTo>
                <a:lnTo>
                  <a:pt x="781205" y="103559"/>
                </a:lnTo>
                <a:lnTo>
                  <a:pt x="781110" y="103251"/>
                </a:lnTo>
                <a:lnTo>
                  <a:pt x="781024" y="102937"/>
                </a:lnTo>
                <a:lnTo>
                  <a:pt x="780947" y="102617"/>
                </a:lnTo>
                <a:lnTo>
                  <a:pt x="780879" y="102292"/>
                </a:lnTo>
                <a:lnTo>
                  <a:pt x="780820" y="101960"/>
                </a:lnTo>
                <a:lnTo>
                  <a:pt x="780770" y="101623"/>
                </a:lnTo>
                <a:lnTo>
                  <a:pt x="780730" y="101281"/>
                </a:lnTo>
                <a:lnTo>
                  <a:pt x="780698" y="100932"/>
                </a:lnTo>
                <a:lnTo>
                  <a:pt x="780675" y="100578"/>
                </a:lnTo>
                <a:lnTo>
                  <a:pt x="780662" y="100218"/>
                </a:lnTo>
                <a:lnTo>
                  <a:pt x="780657" y="99852"/>
                </a:lnTo>
                <a:lnTo>
                  <a:pt x="780657" y="48819"/>
                </a:lnTo>
                <a:lnTo>
                  <a:pt x="816208" y="48819"/>
                </a:lnTo>
                <a:lnTo>
                  <a:pt x="816208" y="35864"/>
                </a:lnTo>
                <a:lnTo>
                  <a:pt x="780657" y="35864"/>
                </a:lnTo>
                <a:lnTo>
                  <a:pt x="780657" y="11374"/>
                </a:lnTo>
                <a:lnTo>
                  <a:pt x="766438" y="11374"/>
                </a:lnTo>
                <a:lnTo>
                  <a:pt x="766438" y="35864"/>
                </a:lnTo>
                <a:lnTo>
                  <a:pt x="741474" y="35864"/>
                </a:lnTo>
                <a:lnTo>
                  <a:pt x="741474" y="48819"/>
                </a:lnTo>
                <a:lnTo>
                  <a:pt x="766438" y="48819"/>
                </a:lnTo>
                <a:lnTo>
                  <a:pt x="766438" y="99852"/>
                </a:lnTo>
                <a:lnTo>
                  <a:pt x="766449" y="100714"/>
                </a:lnTo>
                <a:lnTo>
                  <a:pt x="766483" y="101561"/>
                </a:lnTo>
                <a:lnTo>
                  <a:pt x="766539" y="102394"/>
                </a:lnTo>
                <a:lnTo>
                  <a:pt x="766618" y="103212"/>
                </a:lnTo>
                <a:lnTo>
                  <a:pt x="766719" y="104016"/>
                </a:lnTo>
                <a:lnTo>
                  <a:pt x="766843" y="104805"/>
                </a:lnTo>
                <a:lnTo>
                  <a:pt x="766989" y="105580"/>
                </a:lnTo>
                <a:lnTo>
                  <a:pt x="767158" y="106340"/>
                </a:lnTo>
                <a:lnTo>
                  <a:pt x="767349" y="107085"/>
                </a:lnTo>
                <a:lnTo>
                  <a:pt x="767563" y="107816"/>
                </a:lnTo>
                <a:lnTo>
                  <a:pt x="767799" y="108532"/>
                </a:lnTo>
                <a:lnTo>
                  <a:pt x="768058" y="109234"/>
                </a:lnTo>
                <a:lnTo>
                  <a:pt x="768339" y="109922"/>
                </a:lnTo>
                <a:lnTo>
                  <a:pt x="768643" y="110595"/>
                </a:lnTo>
                <a:lnTo>
                  <a:pt x="768969" y="111253"/>
                </a:lnTo>
                <a:lnTo>
                  <a:pt x="769317" y="111897"/>
                </a:lnTo>
                <a:lnTo>
                  <a:pt x="769688" y="112526"/>
                </a:lnTo>
                <a:lnTo>
                  <a:pt x="770082" y="113140"/>
                </a:lnTo>
                <a:lnTo>
                  <a:pt x="770498" y="113740"/>
                </a:lnTo>
                <a:lnTo>
                  <a:pt x="770937" y="114326"/>
                </a:lnTo>
                <a:lnTo>
                  <a:pt x="771398" y="114897"/>
                </a:lnTo>
                <a:lnTo>
                  <a:pt x="771881" y="115454"/>
                </a:lnTo>
                <a:lnTo>
                  <a:pt x="772388" y="115996"/>
                </a:lnTo>
                <a:lnTo>
                  <a:pt x="772916" y="116523"/>
                </a:lnTo>
                <a:lnTo>
                  <a:pt x="773463" y="117032"/>
                </a:lnTo>
                <a:lnTo>
                  <a:pt x="774025" y="117519"/>
                </a:lnTo>
                <a:lnTo>
                  <a:pt x="774602" y="117985"/>
                </a:lnTo>
                <a:lnTo>
                  <a:pt x="775194" y="118429"/>
                </a:lnTo>
                <a:lnTo>
                  <a:pt x="775800" y="118852"/>
                </a:lnTo>
                <a:lnTo>
                  <a:pt x="776422" y="119253"/>
                </a:lnTo>
                <a:lnTo>
                  <a:pt x="777058" y="119632"/>
                </a:lnTo>
                <a:lnTo>
                  <a:pt x="777709" y="119989"/>
                </a:lnTo>
                <a:lnTo>
                  <a:pt x="778374" y="120325"/>
                </a:lnTo>
                <a:lnTo>
                  <a:pt x="779055" y="120639"/>
                </a:lnTo>
                <a:lnTo>
                  <a:pt x="779750" y="120932"/>
                </a:lnTo>
                <a:lnTo>
                  <a:pt x="780460" y="121202"/>
                </a:lnTo>
                <a:lnTo>
                  <a:pt x="781185" y="121452"/>
                </a:lnTo>
                <a:lnTo>
                  <a:pt x="781925" y="121679"/>
                </a:lnTo>
                <a:lnTo>
                  <a:pt x="782679" y="121885"/>
                </a:lnTo>
                <a:lnTo>
                  <a:pt x="783449" y="122069"/>
                </a:lnTo>
                <a:lnTo>
                  <a:pt x="784233" y="122231"/>
                </a:lnTo>
                <a:lnTo>
                  <a:pt x="785032" y="122372"/>
                </a:lnTo>
                <a:lnTo>
                  <a:pt x="785846" y="122491"/>
                </a:lnTo>
                <a:lnTo>
                  <a:pt x="786674" y="122589"/>
                </a:lnTo>
                <a:lnTo>
                  <a:pt x="787518" y="122665"/>
                </a:lnTo>
                <a:lnTo>
                  <a:pt x="788376" y="122719"/>
                </a:lnTo>
                <a:lnTo>
                  <a:pt x="789249" y="122751"/>
                </a:lnTo>
                <a:lnTo>
                  <a:pt x="790137" y="122762"/>
                </a:lnTo>
                <a:lnTo>
                  <a:pt x="815417" y="122762"/>
                </a:lnTo>
                <a:lnTo>
                  <a:pt x="815417" y="109806"/>
                </a:lnTo>
                <a:lnTo>
                  <a:pt x="790137" y="109806"/>
                </a:lnTo>
                <a:lnTo>
                  <a:pt x="789784" y="109802"/>
                </a:lnTo>
                <a:close/>
                <a:moveTo>
                  <a:pt x="508329" y="123921"/>
                </a:moveTo>
                <a:lnTo>
                  <a:pt x="509460" y="123839"/>
                </a:lnTo>
                <a:lnTo>
                  <a:pt x="510569" y="123734"/>
                </a:lnTo>
                <a:lnTo>
                  <a:pt x="511655" y="123606"/>
                </a:lnTo>
                <a:lnTo>
                  <a:pt x="512718" y="123454"/>
                </a:lnTo>
                <a:lnTo>
                  <a:pt x="513759" y="123279"/>
                </a:lnTo>
                <a:lnTo>
                  <a:pt x="514776" y="123081"/>
                </a:lnTo>
                <a:lnTo>
                  <a:pt x="515771" y="122860"/>
                </a:lnTo>
                <a:lnTo>
                  <a:pt x="516743" y="122615"/>
                </a:lnTo>
                <a:lnTo>
                  <a:pt x="517693" y="122347"/>
                </a:lnTo>
                <a:lnTo>
                  <a:pt x="518619" y="122055"/>
                </a:lnTo>
                <a:lnTo>
                  <a:pt x="519523" y="121741"/>
                </a:lnTo>
                <a:lnTo>
                  <a:pt x="520404" y="121403"/>
                </a:lnTo>
                <a:lnTo>
                  <a:pt x="521263" y="121041"/>
                </a:lnTo>
                <a:lnTo>
                  <a:pt x="522098" y="120657"/>
                </a:lnTo>
                <a:lnTo>
                  <a:pt x="522911" y="120249"/>
                </a:lnTo>
                <a:lnTo>
                  <a:pt x="523701" y="119817"/>
                </a:lnTo>
                <a:lnTo>
                  <a:pt x="524468" y="119363"/>
                </a:lnTo>
                <a:lnTo>
                  <a:pt x="525213" y="118885"/>
                </a:lnTo>
                <a:lnTo>
                  <a:pt x="525935" y="118384"/>
                </a:lnTo>
                <a:lnTo>
                  <a:pt x="526633" y="117859"/>
                </a:lnTo>
                <a:lnTo>
                  <a:pt x="527310" y="117311"/>
                </a:lnTo>
                <a:lnTo>
                  <a:pt x="527961" y="116742"/>
                </a:lnTo>
                <a:lnTo>
                  <a:pt x="528584" y="116154"/>
                </a:lnTo>
                <a:lnTo>
                  <a:pt x="529180" y="115548"/>
                </a:lnTo>
                <a:lnTo>
                  <a:pt x="529748" y="114922"/>
                </a:lnTo>
                <a:lnTo>
                  <a:pt x="530288" y="114277"/>
                </a:lnTo>
                <a:lnTo>
                  <a:pt x="530801" y="113613"/>
                </a:lnTo>
                <a:lnTo>
                  <a:pt x="531286" y="112931"/>
                </a:lnTo>
                <a:lnTo>
                  <a:pt x="531743" y="112229"/>
                </a:lnTo>
                <a:lnTo>
                  <a:pt x="532172" y="111509"/>
                </a:lnTo>
                <a:lnTo>
                  <a:pt x="532574" y="110769"/>
                </a:lnTo>
                <a:lnTo>
                  <a:pt x="532948" y="110011"/>
                </a:lnTo>
                <a:lnTo>
                  <a:pt x="533295" y="109234"/>
                </a:lnTo>
                <a:lnTo>
                  <a:pt x="533613" y="108438"/>
                </a:lnTo>
                <a:lnTo>
                  <a:pt x="533904" y="107622"/>
                </a:lnTo>
                <a:lnTo>
                  <a:pt x="534167" y="106788"/>
                </a:lnTo>
                <a:lnTo>
                  <a:pt x="534403" y="105935"/>
                </a:lnTo>
                <a:lnTo>
                  <a:pt x="534611" y="105063"/>
                </a:lnTo>
                <a:lnTo>
                  <a:pt x="534791" y="104173"/>
                </a:lnTo>
                <a:lnTo>
                  <a:pt x="534943" y="103263"/>
                </a:lnTo>
                <a:lnTo>
                  <a:pt x="535068" y="102334"/>
                </a:lnTo>
                <a:lnTo>
                  <a:pt x="535165" y="101386"/>
                </a:lnTo>
                <a:lnTo>
                  <a:pt x="535234" y="100420"/>
                </a:lnTo>
                <a:lnTo>
                  <a:pt x="535276" y="99434"/>
                </a:lnTo>
                <a:lnTo>
                  <a:pt x="535289" y="98430"/>
                </a:lnTo>
                <a:lnTo>
                  <a:pt x="535280" y="97490"/>
                </a:lnTo>
                <a:lnTo>
                  <a:pt x="535251" y="96568"/>
                </a:lnTo>
                <a:lnTo>
                  <a:pt x="535203" y="95663"/>
                </a:lnTo>
                <a:lnTo>
                  <a:pt x="535136" y="94774"/>
                </a:lnTo>
                <a:lnTo>
                  <a:pt x="535049" y="93903"/>
                </a:lnTo>
                <a:lnTo>
                  <a:pt x="534944" y="93048"/>
                </a:lnTo>
                <a:lnTo>
                  <a:pt x="534819" y="92211"/>
                </a:lnTo>
                <a:lnTo>
                  <a:pt x="534675" y="91391"/>
                </a:lnTo>
                <a:lnTo>
                  <a:pt x="534512" y="90587"/>
                </a:lnTo>
                <a:lnTo>
                  <a:pt x="534329" y="89801"/>
                </a:lnTo>
                <a:lnTo>
                  <a:pt x="534128" y="89032"/>
                </a:lnTo>
                <a:lnTo>
                  <a:pt x="533907" y="88279"/>
                </a:lnTo>
                <a:lnTo>
                  <a:pt x="533667" y="87544"/>
                </a:lnTo>
                <a:lnTo>
                  <a:pt x="533408" y="86826"/>
                </a:lnTo>
                <a:lnTo>
                  <a:pt x="533129" y="86124"/>
                </a:lnTo>
                <a:lnTo>
                  <a:pt x="532832" y="85440"/>
                </a:lnTo>
                <a:lnTo>
                  <a:pt x="532515" y="84773"/>
                </a:lnTo>
                <a:lnTo>
                  <a:pt x="532179" y="84122"/>
                </a:lnTo>
                <a:lnTo>
                  <a:pt x="531823" y="83489"/>
                </a:lnTo>
                <a:lnTo>
                  <a:pt x="531449" y="82873"/>
                </a:lnTo>
                <a:lnTo>
                  <a:pt x="531055" y="82273"/>
                </a:lnTo>
                <a:lnTo>
                  <a:pt x="530642" y="81691"/>
                </a:lnTo>
                <a:lnTo>
                  <a:pt x="530210" y="81126"/>
                </a:lnTo>
                <a:lnTo>
                  <a:pt x="529759" y="80577"/>
                </a:lnTo>
                <a:lnTo>
                  <a:pt x="529289" y="80046"/>
                </a:lnTo>
                <a:lnTo>
                  <a:pt x="528799" y="79532"/>
                </a:lnTo>
                <a:lnTo>
                  <a:pt x="528291" y="79034"/>
                </a:lnTo>
                <a:lnTo>
                  <a:pt x="527763" y="78554"/>
                </a:lnTo>
                <a:lnTo>
                  <a:pt x="527216" y="78091"/>
                </a:lnTo>
                <a:lnTo>
                  <a:pt x="526649" y="77645"/>
                </a:lnTo>
                <a:lnTo>
                  <a:pt x="526064" y="77215"/>
                </a:lnTo>
                <a:lnTo>
                  <a:pt x="525459" y="76803"/>
                </a:lnTo>
                <a:lnTo>
                  <a:pt x="524835" y="76408"/>
                </a:lnTo>
                <a:lnTo>
                  <a:pt x="524192" y="76030"/>
                </a:lnTo>
                <a:lnTo>
                  <a:pt x="523529" y="75668"/>
                </a:lnTo>
                <a:lnTo>
                  <a:pt x="522848" y="75324"/>
                </a:lnTo>
                <a:lnTo>
                  <a:pt x="522147" y="74997"/>
                </a:lnTo>
                <a:lnTo>
                  <a:pt x="521427" y="74687"/>
                </a:lnTo>
                <a:lnTo>
                  <a:pt x="520688" y="74394"/>
                </a:lnTo>
                <a:lnTo>
                  <a:pt x="519929" y="74117"/>
                </a:lnTo>
                <a:lnTo>
                  <a:pt x="519152" y="73858"/>
                </a:lnTo>
                <a:lnTo>
                  <a:pt x="518355" y="73616"/>
                </a:lnTo>
                <a:lnTo>
                  <a:pt x="517539" y="73391"/>
                </a:lnTo>
                <a:lnTo>
                  <a:pt x="516703" y="73183"/>
                </a:lnTo>
                <a:lnTo>
                  <a:pt x="515849" y="72992"/>
                </a:lnTo>
                <a:lnTo>
                  <a:pt x="514975" y="72818"/>
                </a:lnTo>
                <a:lnTo>
                  <a:pt x="514082" y="72660"/>
                </a:lnTo>
                <a:lnTo>
                  <a:pt x="513170" y="72520"/>
                </a:lnTo>
                <a:lnTo>
                  <a:pt x="490735" y="69360"/>
                </a:lnTo>
                <a:lnTo>
                  <a:pt x="490396" y="69304"/>
                </a:lnTo>
                <a:lnTo>
                  <a:pt x="490064" y="69240"/>
                </a:lnTo>
                <a:lnTo>
                  <a:pt x="489739" y="69170"/>
                </a:lnTo>
                <a:lnTo>
                  <a:pt x="489420" y="69092"/>
                </a:lnTo>
                <a:lnTo>
                  <a:pt x="489109" y="69007"/>
                </a:lnTo>
                <a:lnTo>
                  <a:pt x="488804" y="68916"/>
                </a:lnTo>
                <a:lnTo>
                  <a:pt x="488506" y="68817"/>
                </a:lnTo>
                <a:lnTo>
                  <a:pt x="488216" y="68710"/>
                </a:lnTo>
                <a:lnTo>
                  <a:pt x="487931" y="68597"/>
                </a:lnTo>
                <a:lnTo>
                  <a:pt x="487654" y="68477"/>
                </a:lnTo>
                <a:lnTo>
                  <a:pt x="487384" y="68349"/>
                </a:lnTo>
                <a:lnTo>
                  <a:pt x="487120" y="68215"/>
                </a:lnTo>
                <a:lnTo>
                  <a:pt x="486864" y="68073"/>
                </a:lnTo>
                <a:lnTo>
                  <a:pt x="486614" y="67924"/>
                </a:lnTo>
                <a:lnTo>
                  <a:pt x="486371" y="67768"/>
                </a:lnTo>
                <a:lnTo>
                  <a:pt x="486135" y="67605"/>
                </a:lnTo>
                <a:lnTo>
                  <a:pt x="485906" y="67434"/>
                </a:lnTo>
                <a:lnTo>
                  <a:pt x="485683" y="67257"/>
                </a:lnTo>
                <a:lnTo>
                  <a:pt x="485468" y="67072"/>
                </a:lnTo>
                <a:lnTo>
                  <a:pt x="485259" y="66881"/>
                </a:lnTo>
                <a:lnTo>
                  <a:pt x="485057" y="66682"/>
                </a:lnTo>
                <a:lnTo>
                  <a:pt x="484862" y="66476"/>
                </a:lnTo>
                <a:lnTo>
                  <a:pt x="484674" y="66263"/>
                </a:lnTo>
                <a:lnTo>
                  <a:pt x="484493" y="66042"/>
                </a:lnTo>
                <a:lnTo>
                  <a:pt x="484319" y="65815"/>
                </a:lnTo>
                <a:lnTo>
                  <a:pt x="484152" y="65582"/>
                </a:lnTo>
                <a:lnTo>
                  <a:pt x="483993" y="65343"/>
                </a:lnTo>
                <a:lnTo>
                  <a:pt x="483841" y="65098"/>
                </a:lnTo>
                <a:lnTo>
                  <a:pt x="483697" y="64847"/>
                </a:lnTo>
                <a:lnTo>
                  <a:pt x="483560" y="64590"/>
                </a:lnTo>
                <a:lnTo>
                  <a:pt x="483430" y="64327"/>
                </a:lnTo>
                <a:lnTo>
                  <a:pt x="483308" y="64058"/>
                </a:lnTo>
                <a:lnTo>
                  <a:pt x="483193" y="63782"/>
                </a:lnTo>
                <a:lnTo>
                  <a:pt x="483086" y="63501"/>
                </a:lnTo>
                <a:lnTo>
                  <a:pt x="482986" y="63214"/>
                </a:lnTo>
                <a:lnTo>
                  <a:pt x="482893" y="62920"/>
                </a:lnTo>
                <a:lnTo>
                  <a:pt x="482808" y="62621"/>
                </a:lnTo>
                <a:lnTo>
                  <a:pt x="482730" y="62316"/>
                </a:lnTo>
                <a:lnTo>
                  <a:pt x="482660" y="62004"/>
                </a:lnTo>
                <a:lnTo>
                  <a:pt x="482597" y="61687"/>
                </a:lnTo>
                <a:lnTo>
                  <a:pt x="482541" y="61363"/>
                </a:lnTo>
                <a:lnTo>
                  <a:pt x="482493" y="61034"/>
                </a:lnTo>
                <a:lnTo>
                  <a:pt x="482452" y="60698"/>
                </a:lnTo>
                <a:lnTo>
                  <a:pt x="482419" y="60357"/>
                </a:lnTo>
                <a:lnTo>
                  <a:pt x="482393" y="60009"/>
                </a:lnTo>
                <a:lnTo>
                  <a:pt x="482374" y="59656"/>
                </a:lnTo>
                <a:lnTo>
                  <a:pt x="482363" y="59296"/>
                </a:lnTo>
                <a:lnTo>
                  <a:pt x="482360" y="58930"/>
                </a:lnTo>
                <a:lnTo>
                  <a:pt x="482367" y="58461"/>
                </a:lnTo>
                <a:lnTo>
                  <a:pt x="482388" y="57999"/>
                </a:lnTo>
                <a:lnTo>
                  <a:pt x="482424" y="57546"/>
                </a:lnTo>
                <a:lnTo>
                  <a:pt x="482474" y="57101"/>
                </a:lnTo>
                <a:lnTo>
                  <a:pt x="482538" y="56664"/>
                </a:lnTo>
                <a:lnTo>
                  <a:pt x="482616" y="56235"/>
                </a:lnTo>
                <a:lnTo>
                  <a:pt x="482709" y="55815"/>
                </a:lnTo>
                <a:lnTo>
                  <a:pt x="482816" y="55402"/>
                </a:lnTo>
                <a:lnTo>
                  <a:pt x="482937" y="54998"/>
                </a:lnTo>
                <a:lnTo>
                  <a:pt x="483073" y="54603"/>
                </a:lnTo>
                <a:lnTo>
                  <a:pt x="483223" y="54215"/>
                </a:lnTo>
                <a:lnTo>
                  <a:pt x="483387" y="53836"/>
                </a:lnTo>
                <a:lnTo>
                  <a:pt x="483565" y="53465"/>
                </a:lnTo>
                <a:lnTo>
                  <a:pt x="483757" y="53102"/>
                </a:lnTo>
                <a:lnTo>
                  <a:pt x="483964" y="52747"/>
                </a:lnTo>
                <a:lnTo>
                  <a:pt x="484185" y="52401"/>
                </a:lnTo>
                <a:lnTo>
                  <a:pt x="484421" y="52063"/>
                </a:lnTo>
                <a:lnTo>
                  <a:pt x="484670" y="51733"/>
                </a:lnTo>
                <a:lnTo>
                  <a:pt x="484934" y="51411"/>
                </a:lnTo>
                <a:lnTo>
                  <a:pt x="485212" y="51098"/>
                </a:lnTo>
                <a:lnTo>
                  <a:pt x="485505" y="50792"/>
                </a:lnTo>
                <a:lnTo>
                  <a:pt x="485811" y="50495"/>
                </a:lnTo>
                <a:lnTo>
                  <a:pt x="486132" y="50207"/>
                </a:lnTo>
                <a:lnTo>
                  <a:pt x="486468" y="49926"/>
                </a:lnTo>
                <a:lnTo>
                  <a:pt x="486815" y="49655"/>
                </a:lnTo>
                <a:lnTo>
                  <a:pt x="487174" y="49396"/>
                </a:lnTo>
                <a:lnTo>
                  <a:pt x="487544" y="49149"/>
                </a:lnTo>
                <a:lnTo>
                  <a:pt x="487925" y="48912"/>
                </a:lnTo>
                <a:lnTo>
                  <a:pt x="488317" y="48688"/>
                </a:lnTo>
                <a:lnTo>
                  <a:pt x="488719" y="48475"/>
                </a:lnTo>
                <a:lnTo>
                  <a:pt x="489133" y="48273"/>
                </a:lnTo>
                <a:lnTo>
                  <a:pt x="489558" y="48083"/>
                </a:lnTo>
                <a:lnTo>
                  <a:pt x="489993" y="47905"/>
                </a:lnTo>
                <a:lnTo>
                  <a:pt x="490440" y="47737"/>
                </a:lnTo>
                <a:lnTo>
                  <a:pt x="490897" y="47582"/>
                </a:lnTo>
                <a:lnTo>
                  <a:pt x="491366" y="47438"/>
                </a:lnTo>
                <a:lnTo>
                  <a:pt x="491845" y="47306"/>
                </a:lnTo>
                <a:lnTo>
                  <a:pt x="492336" y="47185"/>
                </a:lnTo>
                <a:lnTo>
                  <a:pt x="492837" y="47075"/>
                </a:lnTo>
                <a:lnTo>
                  <a:pt x="493350" y="46977"/>
                </a:lnTo>
                <a:lnTo>
                  <a:pt x="493873" y="46891"/>
                </a:lnTo>
                <a:lnTo>
                  <a:pt x="494408" y="46816"/>
                </a:lnTo>
                <a:lnTo>
                  <a:pt x="494953" y="46753"/>
                </a:lnTo>
                <a:lnTo>
                  <a:pt x="495509" y="46701"/>
                </a:lnTo>
                <a:lnTo>
                  <a:pt x="496077" y="46661"/>
                </a:lnTo>
                <a:lnTo>
                  <a:pt x="496655" y="46632"/>
                </a:lnTo>
                <a:lnTo>
                  <a:pt x="497244" y="46614"/>
                </a:lnTo>
                <a:lnTo>
                  <a:pt x="497844" y="46609"/>
                </a:lnTo>
                <a:lnTo>
                  <a:pt x="504797" y="46609"/>
                </a:lnTo>
                <a:lnTo>
                  <a:pt x="505333" y="46614"/>
                </a:lnTo>
                <a:lnTo>
                  <a:pt x="505860" y="46630"/>
                </a:lnTo>
                <a:lnTo>
                  <a:pt x="506378" y="46656"/>
                </a:lnTo>
                <a:lnTo>
                  <a:pt x="506888" y="46692"/>
                </a:lnTo>
                <a:lnTo>
                  <a:pt x="507390" y="46739"/>
                </a:lnTo>
                <a:lnTo>
                  <a:pt x="507883" y="46796"/>
                </a:lnTo>
                <a:lnTo>
                  <a:pt x="508368" y="46864"/>
                </a:lnTo>
                <a:lnTo>
                  <a:pt x="508844" y="46942"/>
                </a:lnTo>
                <a:lnTo>
                  <a:pt x="509311" y="47031"/>
                </a:lnTo>
                <a:lnTo>
                  <a:pt x="509770" y="47130"/>
                </a:lnTo>
                <a:lnTo>
                  <a:pt x="510221" y="47239"/>
                </a:lnTo>
                <a:lnTo>
                  <a:pt x="510663" y="47359"/>
                </a:lnTo>
                <a:lnTo>
                  <a:pt x="511096" y="47489"/>
                </a:lnTo>
                <a:lnTo>
                  <a:pt x="511521" y="47630"/>
                </a:lnTo>
                <a:lnTo>
                  <a:pt x="511938" y="47781"/>
                </a:lnTo>
                <a:lnTo>
                  <a:pt x="512346" y="47943"/>
                </a:lnTo>
                <a:lnTo>
                  <a:pt x="512745" y="48115"/>
                </a:lnTo>
                <a:lnTo>
                  <a:pt x="513136" y="48297"/>
                </a:lnTo>
                <a:lnTo>
                  <a:pt x="513519" y="48490"/>
                </a:lnTo>
                <a:lnTo>
                  <a:pt x="513893" y="48693"/>
                </a:lnTo>
                <a:lnTo>
                  <a:pt x="514258" y="48907"/>
                </a:lnTo>
                <a:lnTo>
                  <a:pt x="514615" y="49131"/>
                </a:lnTo>
                <a:lnTo>
                  <a:pt x="514964" y="49365"/>
                </a:lnTo>
                <a:lnTo>
                  <a:pt x="515304" y="49610"/>
                </a:lnTo>
                <a:lnTo>
                  <a:pt x="515633" y="49863"/>
                </a:lnTo>
                <a:lnTo>
                  <a:pt x="515949" y="50121"/>
                </a:lnTo>
                <a:lnTo>
                  <a:pt x="516253" y="50385"/>
                </a:lnTo>
                <a:lnTo>
                  <a:pt x="516543" y="50655"/>
                </a:lnTo>
                <a:lnTo>
                  <a:pt x="516821" y="50929"/>
                </a:lnTo>
                <a:lnTo>
                  <a:pt x="517086" y="51210"/>
                </a:lnTo>
                <a:lnTo>
                  <a:pt x="517338" y="51496"/>
                </a:lnTo>
                <a:lnTo>
                  <a:pt x="517577" y="51787"/>
                </a:lnTo>
                <a:lnTo>
                  <a:pt x="517803" y="52084"/>
                </a:lnTo>
                <a:lnTo>
                  <a:pt x="518016" y="52386"/>
                </a:lnTo>
                <a:lnTo>
                  <a:pt x="518217" y="52694"/>
                </a:lnTo>
                <a:lnTo>
                  <a:pt x="518404" y="53007"/>
                </a:lnTo>
                <a:lnTo>
                  <a:pt x="518579" y="53326"/>
                </a:lnTo>
                <a:lnTo>
                  <a:pt x="518740" y="53650"/>
                </a:lnTo>
                <a:lnTo>
                  <a:pt x="518889" y="53980"/>
                </a:lnTo>
                <a:lnTo>
                  <a:pt x="519025" y="54315"/>
                </a:lnTo>
                <a:lnTo>
                  <a:pt x="519148" y="54656"/>
                </a:lnTo>
                <a:lnTo>
                  <a:pt x="519258" y="55002"/>
                </a:lnTo>
                <a:lnTo>
                  <a:pt x="519355" y="55354"/>
                </a:lnTo>
                <a:lnTo>
                  <a:pt x="519440" y="55711"/>
                </a:lnTo>
                <a:lnTo>
                  <a:pt x="519511" y="56074"/>
                </a:lnTo>
                <a:lnTo>
                  <a:pt x="519570" y="56442"/>
                </a:lnTo>
                <a:lnTo>
                  <a:pt x="519615" y="56815"/>
                </a:lnTo>
                <a:lnTo>
                  <a:pt x="519648" y="57195"/>
                </a:lnTo>
                <a:lnTo>
                  <a:pt x="534026" y="57195"/>
                </a:lnTo>
                <a:lnTo>
                  <a:pt x="533961" y="56359"/>
                </a:lnTo>
                <a:lnTo>
                  <a:pt x="533870" y="55536"/>
                </a:lnTo>
                <a:lnTo>
                  <a:pt x="533753" y="54727"/>
                </a:lnTo>
                <a:lnTo>
                  <a:pt x="533612" y="53931"/>
                </a:lnTo>
                <a:lnTo>
                  <a:pt x="533444" y="53149"/>
                </a:lnTo>
                <a:lnTo>
                  <a:pt x="533251" y="52380"/>
                </a:lnTo>
                <a:lnTo>
                  <a:pt x="533033" y="51625"/>
                </a:lnTo>
                <a:lnTo>
                  <a:pt x="532789" y="50883"/>
                </a:lnTo>
                <a:lnTo>
                  <a:pt x="532519" y="50154"/>
                </a:lnTo>
                <a:lnTo>
                  <a:pt x="532224" y="49439"/>
                </a:lnTo>
                <a:lnTo>
                  <a:pt x="531904" y="48738"/>
                </a:lnTo>
                <a:lnTo>
                  <a:pt x="531558" y="48050"/>
                </a:lnTo>
                <a:lnTo>
                  <a:pt x="531186" y="47375"/>
                </a:lnTo>
                <a:lnTo>
                  <a:pt x="530789" y="46714"/>
                </a:lnTo>
                <a:lnTo>
                  <a:pt x="530366" y="46066"/>
                </a:lnTo>
                <a:lnTo>
                  <a:pt x="529918" y="45432"/>
                </a:lnTo>
                <a:lnTo>
                  <a:pt x="529445" y="44811"/>
                </a:lnTo>
                <a:lnTo>
                  <a:pt x="528945" y="44204"/>
                </a:lnTo>
                <a:lnTo>
                  <a:pt x="528421" y="43610"/>
                </a:lnTo>
                <a:lnTo>
                  <a:pt x="527871" y="43029"/>
                </a:lnTo>
                <a:lnTo>
                  <a:pt x="527295" y="42462"/>
                </a:lnTo>
                <a:lnTo>
                  <a:pt x="526694" y="41909"/>
                </a:lnTo>
                <a:lnTo>
                  <a:pt x="526067" y="41369"/>
                </a:lnTo>
                <a:lnTo>
                  <a:pt x="525415" y="40842"/>
                </a:lnTo>
                <a:lnTo>
                  <a:pt x="524742" y="40333"/>
                </a:lnTo>
                <a:lnTo>
                  <a:pt x="524052" y="39845"/>
                </a:lnTo>
                <a:lnTo>
                  <a:pt x="523347" y="39379"/>
                </a:lnTo>
                <a:lnTo>
                  <a:pt x="522625" y="38935"/>
                </a:lnTo>
                <a:lnTo>
                  <a:pt x="521888" y="38512"/>
                </a:lnTo>
                <a:lnTo>
                  <a:pt x="521134" y="38111"/>
                </a:lnTo>
                <a:lnTo>
                  <a:pt x="520364" y="37732"/>
                </a:lnTo>
                <a:lnTo>
                  <a:pt x="519577" y="37374"/>
                </a:lnTo>
                <a:lnTo>
                  <a:pt x="518775" y="37038"/>
                </a:lnTo>
                <a:lnTo>
                  <a:pt x="517956" y="36724"/>
                </a:lnTo>
                <a:lnTo>
                  <a:pt x="517121" y="36432"/>
                </a:lnTo>
                <a:lnTo>
                  <a:pt x="516270" y="36161"/>
                </a:lnTo>
                <a:lnTo>
                  <a:pt x="515403" y="35911"/>
                </a:lnTo>
                <a:lnTo>
                  <a:pt x="514520" y="35684"/>
                </a:lnTo>
                <a:lnTo>
                  <a:pt x="513620" y="35478"/>
                </a:lnTo>
                <a:lnTo>
                  <a:pt x="512705" y="35294"/>
                </a:lnTo>
                <a:lnTo>
                  <a:pt x="511773" y="35131"/>
                </a:lnTo>
                <a:lnTo>
                  <a:pt x="510825" y="34990"/>
                </a:lnTo>
                <a:lnTo>
                  <a:pt x="509861" y="34871"/>
                </a:lnTo>
                <a:lnTo>
                  <a:pt x="508880" y="34774"/>
                </a:lnTo>
                <a:lnTo>
                  <a:pt x="507884" y="34698"/>
                </a:lnTo>
                <a:lnTo>
                  <a:pt x="506871" y="34644"/>
                </a:lnTo>
                <a:lnTo>
                  <a:pt x="505842" y="34611"/>
                </a:lnTo>
                <a:lnTo>
                  <a:pt x="504797" y="34600"/>
                </a:lnTo>
                <a:lnTo>
                  <a:pt x="497844" y="34600"/>
                </a:lnTo>
                <a:lnTo>
                  <a:pt x="496709" y="34612"/>
                </a:lnTo>
                <a:lnTo>
                  <a:pt x="495594" y="34645"/>
                </a:lnTo>
                <a:lnTo>
                  <a:pt x="494500" y="34702"/>
                </a:lnTo>
                <a:lnTo>
                  <a:pt x="493427" y="34780"/>
                </a:lnTo>
                <a:lnTo>
                  <a:pt x="492374" y="34881"/>
                </a:lnTo>
                <a:lnTo>
                  <a:pt x="491341" y="35005"/>
                </a:lnTo>
                <a:lnTo>
                  <a:pt x="490330" y="35151"/>
                </a:lnTo>
                <a:lnTo>
                  <a:pt x="489338" y="35320"/>
                </a:lnTo>
                <a:lnTo>
                  <a:pt x="488368" y="35511"/>
                </a:lnTo>
                <a:lnTo>
                  <a:pt x="487418" y="35725"/>
                </a:lnTo>
                <a:lnTo>
                  <a:pt x="486488" y="35961"/>
                </a:lnTo>
                <a:lnTo>
                  <a:pt x="485579" y="36220"/>
                </a:lnTo>
                <a:lnTo>
                  <a:pt x="484691" y="36501"/>
                </a:lnTo>
                <a:lnTo>
                  <a:pt x="483823" y="36805"/>
                </a:lnTo>
                <a:lnTo>
                  <a:pt x="482976" y="37131"/>
                </a:lnTo>
                <a:lnTo>
                  <a:pt x="482149" y="37479"/>
                </a:lnTo>
                <a:lnTo>
                  <a:pt x="481343" y="37851"/>
                </a:lnTo>
                <a:lnTo>
                  <a:pt x="480558" y="38244"/>
                </a:lnTo>
                <a:lnTo>
                  <a:pt x="479793" y="38660"/>
                </a:lnTo>
                <a:lnTo>
                  <a:pt x="479049" y="39099"/>
                </a:lnTo>
                <a:lnTo>
                  <a:pt x="478325" y="39560"/>
                </a:lnTo>
                <a:lnTo>
                  <a:pt x="477622" y="40044"/>
                </a:lnTo>
                <a:lnTo>
                  <a:pt x="476939" y="40550"/>
                </a:lnTo>
                <a:lnTo>
                  <a:pt x="476277" y="41078"/>
                </a:lnTo>
                <a:lnTo>
                  <a:pt x="475639" y="41627"/>
                </a:lnTo>
                <a:lnTo>
                  <a:pt x="475028" y="42192"/>
                </a:lnTo>
                <a:lnTo>
                  <a:pt x="474444" y="42774"/>
                </a:lnTo>
                <a:lnTo>
                  <a:pt x="473887" y="43374"/>
                </a:lnTo>
                <a:lnTo>
                  <a:pt x="473358" y="43990"/>
                </a:lnTo>
                <a:lnTo>
                  <a:pt x="472855" y="44623"/>
                </a:lnTo>
                <a:lnTo>
                  <a:pt x="472380" y="45274"/>
                </a:lnTo>
                <a:lnTo>
                  <a:pt x="471932" y="45941"/>
                </a:lnTo>
                <a:lnTo>
                  <a:pt x="471511" y="46625"/>
                </a:lnTo>
                <a:lnTo>
                  <a:pt x="471118" y="47327"/>
                </a:lnTo>
                <a:lnTo>
                  <a:pt x="470751" y="48045"/>
                </a:lnTo>
                <a:lnTo>
                  <a:pt x="470411" y="48780"/>
                </a:lnTo>
                <a:lnTo>
                  <a:pt x="470099" y="49533"/>
                </a:lnTo>
                <a:lnTo>
                  <a:pt x="469814" y="50302"/>
                </a:lnTo>
                <a:lnTo>
                  <a:pt x="469556" y="51088"/>
                </a:lnTo>
                <a:lnTo>
                  <a:pt x="469325" y="51892"/>
                </a:lnTo>
                <a:lnTo>
                  <a:pt x="469122" y="52712"/>
                </a:lnTo>
                <a:lnTo>
                  <a:pt x="468945" y="53549"/>
                </a:lnTo>
                <a:lnTo>
                  <a:pt x="468796" y="54404"/>
                </a:lnTo>
                <a:lnTo>
                  <a:pt x="468674" y="55275"/>
                </a:lnTo>
                <a:lnTo>
                  <a:pt x="468578" y="56163"/>
                </a:lnTo>
                <a:lnTo>
                  <a:pt x="468511" y="57069"/>
                </a:lnTo>
                <a:lnTo>
                  <a:pt x="468470" y="57991"/>
                </a:lnTo>
                <a:lnTo>
                  <a:pt x="468456" y="58930"/>
                </a:lnTo>
                <a:lnTo>
                  <a:pt x="468465" y="59753"/>
                </a:lnTo>
                <a:lnTo>
                  <a:pt x="468490" y="60563"/>
                </a:lnTo>
                <a:lnTo>
                  <a:pt x="468533" y="61359"/>
                </a:lnTo>
                <a:lnTo>
                  <a:pt x="468592" y="62141"/>
                </a:lnTo>
                <a:lnTo>
                  <a:pt x="468669" y="62910"/>
                </a:lnTo>
                <a:lnTo>
                  <a:pt x="468762" y="63666"/>
                </a:lnTo>
                <a:lnTo>
                  <a:pt x="468873" y="64408"/>
                </a:lnTo>
                <a:lnTo>
                  <a:pt x="469001" y="65137"/>
                </a:lnTo>
                <a:lnTo>
                  <a:pt x="469145" y="65852"/>
                </a:lnTo>
                <a:lnTo>
                  <a:pt x="469307" y="66554"/>
                </a:lnTo>
                <a:lnTo>
                  <a:pt x="469485" y="67242"/>
                </a:lnTo>
                <a:lnTo>
                  <a:pt x="469681" y="67917"/>
                </a:lnTo>
                <a:lnTo>
                  <a:pt x="469894" y="68578"/>
                </a:lnTo>
                <a:lnTo>
                  <a:pt x="470123" y="69226"/>
                </a:lnTo>
                <a:lnTo>
                  <a:pt x="470370" y="69861"/>
                </a:lnTo>
                <a:lnTo>
                  <a:pt x="470634" y="70482"/>
                </a:lnTo>
                <a:lnTo>
                  <a:pt x="470914" y="71090"/>
                </a:lnTo>
                <a:lnTo>
                  <a:pt x="471212" y="71684"/>
                </a:lnTo>
                <a:lnTo>
                  <a:pt x="471527" y="72265"/>
                </a:lnTo>
                <a:lnTo>
                  <a:pt x="471858" y="72832"/>
                </a:lnTo>
                <a:lnTo>
                  <a:pt x="472207" y="73386"/>
                </a:lnTo>
                <a:lnTo>
                  <a:pt x="472573" y="73927"/>
                </a:lnTo>
                <a:lnTo>
                  <a:pt x="472955" y="74454"/>
                </a:lnTo>
                <a:lnTo>
                  <a:pt x="473355" y="74967"/>
                </a:lnTo>
                <a:lnTo>
                  <a:pt x="473770" y="75466"/>
                </a:lnTo>
                <a:lnTo>
                  <a:pt x="474199" y="75948"/>
                </a:lnTo>
                <a:lnTo>
                  <a:pt x="474642" y="76413"/>
                </a:lnTo>
                <a:lnTo>
                  <a:pt x="475098" y="76861"/>
                </a:lnTo>
                <a:lnTo>
                  <a:pt x="475568" y="77293"/>
                </a:lnTo>
                <a:lnTo>
                  <a:pt x="476051" y="77708"/>
                </a:lnTo>
                <a:lnTo>
                  <a:pt x="476549" y="78106"/>
                </a:lnTo>
                <a:lnTo>
                  <a:pt x="477060" y="78487"/>
                </a:lnTo>
                <a:lnTo>
                  <a:pt x="477585" y="78852"/>
                </a:lnTo>
                <a:lnTo>
                  <a:pt x="478123" y="79200"/>
                </a:lnTo>
                <a:lnTo>
                  <a:pt x="478675" y="79531"/>
                </a:lnTo>
                <a:lnTo>
                  <a:pt x="479241" y="79846"/>
                </a:lnTo>
                <a:lnTo>
                  <a:pt x="479821" y="80143"/>
                </a:lnTo>
                <a:lnTo>
                  <a:pt x="480414" y="80425"/>
                </a:lnTo>
                <a:lnTo>
                  <a:pt x="481021" y="80689"/>
                </a:lnTo>
                <a:lnTo>
                  <a:pt x="481642" y="80937"/>
                </a:lnTo>
                <a:lnTo>
                  <a:pt x="482276" y="81167"/>
                </a:lnTo>
                <a:lnTo>
                  <a:pt x="482925" y="81382"/>
                </a:lnTo>
                <a:lnTo>
                  <a:pt x="483587" y="81579"/>
                </a:lnTo>
                <a:lnTo>
                  <a:pt x="484262" y="81760"/>
                </a:lnTo>
                <a:lnTo>
                  <a:pt x="484951" y="81924"/>
                </a:lnTo>
                <a:lnTo>
                  <a:pt x="485654" y="82071"/>
                </a:lnTo>
                <a:lnTo>
                  <a:pt x="486371" y="82202"/>
                </a:lnTo>
                <a:lnTo>
                  <a:pt x="487102" y="82316"/>
                </a:lnTo>
                <a:lnTo>
                  <a:pt x="511116" y="85792"/>
                </a:lnTo>
                <a:lnTo>
                  <a:pt x="511546" y="85849"/>
                </a:lnTo>
                <a:lnTo>
                  <a:pt x="511966" y="85915"/>
                </a:lnTo>
                <a:lnTo>
                  <a:pt x="512378" y="85989"/>
                </a:lnTo>
                <a:lnTo>
                  <a:pt x="512780" y="86073"/>
                </a:lnTo>
                <a:lnTo>
                  <a:pt x="513172" y="86165"/>
                </a:lnTo>
                <a:lnTo>
                  <a:pt x="513555" y="86266"/>
                </a:lnTo>
                <a:lnTo>
                  <a:pt x="513929" y="86376"/>
                </a:lnTo>
                <a:lnTo>
                  <a:pt x="514294" y="86494"/>
                </a:lnTo>
                <a:lnTo>
                  <a:pt x="514649" y="86621"/>
                </a:lnTo>
                <a:lnTo>
                  <a:pt x="514995" y="86757"/>
                </a:lnTo>
                <a:lnTo>
                  <a:pt x="515331" y="86902"/>
                </a:lnTo>
                <a:lnTo>
                  <a:pt x="515659" y="87056"/>
                </a:lnTo>
                <a:lnTo>
                  <a:pt x="515977" y="87218"/>
                </a:lnTo>
                <a:lnTo>
                  <a:pt x="516285" y="87389"/>
                </a:lnTo>
                <a:lnTo>
                  <a:pt x="516584" y="87569"/>
                </a:lnTo>
                <a:lnTo>
                  <a:pt x="516874" y="87758"/>
                </a:lnTo>
                <a:lnTo>
                  <a:pt x="517155" y="87956"/>
                </a:lnTo>
                <a:lnTo>
                  <a:pt x="517426" y="88162"/>
                </a:lnTo>
                <a:lnTo>
                  <a:pt x="517688" y="88377"/>
                </a:lnTo>
                <a:lnTo>
                  <a:pt x="517940" y="88601"/>
                </a:lnTo>
                <a:lnTo>
                  <a:pt x="518184" y="88834"/>
                </a:lnTo>
                <a:lnTo>
                  <a:pt x="518417" y="89075"/>
                </a:lnTo>
                <a:lnTo>
                  <a:pt x="518642" y="89325"/>
                </a:lnTo>
                <a:lnTo>
                  <a:pt x="518857" y="89584"/>
                </a:lnTo>
                <a:lnTo>
                  <a:pt x="519064" y="89852"/>
                </a:lnTo>
                <a:lnTo>
                  <a:pt x="519261" y="90128"/>
                </a:lnTo>
                <a:lnTo>
                  <a:pt x="519450" y="90413"/>
                </a:lnTo>
                <a:lnTo>
                  <a:pt x="519630" y="90707"/>
                </a:lnTo>
                <a:lnTo>
                  <a:pt x="519801" y="91010"/>
                </a:lnTo>
                <a:lnTo>
                  <a:pt x="519964" y="91321"/>
                </a:lnTo>
                <a:lnTo>
                  <a:pt x="520117" y="91642"/>
                </a:lnTo>
                <a:lnTo>
                  <a:pt x="520262" y="91971"/>
                </a:lnTo>
                <a:lnTo>
                  <a:pt x="520398" y="92309"/>
                </a:lnTo>
                <a:lnTo>
                  <a:pt x="520526" y="92655"/>
                </a:lnTo>
                <a:lnTo>
                  <a:pt x="520644" y="93011"/>
                </a:lnTo>
                <a:lnTo>
                  <a:pt x="520754" y="93375"/>
                </a:lnTo>
                <a:lnTo>
                  <a:pt x="520855" y="93748"/>
                </a:lnTo>
                <a:lnTo>
                  <a:pt x="520947" y="94129"/>
                </a:lnTo>
                <a:lnTo>
                  <a:pt x="521031" y="94520"/>
                </a:lnTo>
                <a:lnTo>
                  <a:pt x="521105" y="94919"/>
                </a:lnTo>
                <a:lnTo>
                  <a:pt x="521171" y="95327"/>
                </a:lnTo>
                <a:lnTo>
                  <a:pt x="521228" y="95744"/>
                </a:lnTo>
                <a:lnTo>
                  <a:pt x="521276" y="96170"/>
                </a:lnTo>
                <a:lnTo>
                  <a:pt x="521316" y="96604"/>
                </a:lnTo>
                <a:lnTo>
                  <a:pt x="521347" y="97047"/>
                </a:lnTo>
                <a:lnTo>
                  <a:pt x="521369" y="97499"/>
                </a:lnTo>
                <a:lnTo>
                  <a:pt x="521382" y="97960"/>
                </a:lnTo>
                <a:lnTo>
                  <a:pt x="521386" y="98430"/>
                </a:lnTo>
                <a:lnTo>
                  <a:pt x="521379" y="98951"/>
                </a:lnTo>
                <a:lnTo>
                  <a:pt x="521356" y="99463"/>
                </a:lnTo>
                <a:lnTo>
                  <a:pt x="521318" y="99965"/>
                </a:lnTo>
                <a:lnTo>
                  <a:pt x="521265" y="100458"/>
                </a:lnTo>
                <a:lnTo>
                  <a:pt x="521198" y="100940"/>
                </a:lnTo>
                <a:lnTo>
                  <a:pt x="521115" y="101412"/>
                </a:lnTo>
                <a:lnTo>
                  <a:pt x="521016" y="101875"/>
                </a:lnTo>
                <a:lnTo>
                  <a:pt x="520903" y="102328"/>
                </a:lnTo>
                <a:lnTo>
                  <a:pt x="520775" y="102770"/>
                </a:lnTo>
                <a:lnTo>
                  <a:pt x="520632" y="103203"/>
                </a:lnTo>
                <a:lnTo>
                  <a:pt x="520473" y="103626"/>
                </a:lnTo>
                <a:lnTo>
                  <a:pt x="520300" y="104040"/>
                </a:lnTo>
                <a:lnTo>
                  <a:pt x="520111" y="104443"/>
                </a:lnTo>
                <a:lnTo>
                  <a:pt x="519907" y="104836"/>
                </a:lnTo>
                <a:lnTo>
                  <a:pt x="519688" y="105220"/>
                </a:lnTo>
                <a:lnTo>
                  <a:pt x="519454" y="105594"/>
                </a:lnTo>
                <a:lnTo>
                  <a:pt x="519205" y="105957"/>
                </a:lnTo>
                <a:lnTo>
                  <a:pt x="518941" y="106311"/>
                </a:lnTo>
                <a:lnTo>
                  <a:pt x="518662" y="106655"/>
                </a:lnTo>
                <a:lnTo>
                  <a:pt x="518368" y="106989"/>
                </a:lnTo>
                <a:lnTo>
                  <a:pt x="518058" y="107314"/>
                </a:lnTo>
                <a:lnTo>
                  <a:pt x="517734" y="107628"/>
                </a:lnTo>
                <a:lnTo>
                  <a:pt x="517394" y="107933"/>
                </a:lnTo>
                <a:lnTo>
                  <a:pt x="517039" y="108227"/>
                </a:lnTo>
                <a:lnTo>
                  <a:pt x="516671" y="108511"/>
                </a:lnTo>
                <a:lnTo>
                  <a:pt x="516291" y="108782"/>
                </a:lnTo>
                <a:lnTo>
                  <a:pt x="515898" y="109041"/>
                </a:lnTo>
                <a:lnTo>
                  <a:pt x="515493" y="109289"/>
                </a:lnTo>
                <a:lnTo>
                  <a:pt x="515075" y="109524"/>
                </a:lnTo>
                <a:lnTo>
                  <a:pt x="514645" y="109747"/>
                </a:lnTo>
                <a:lnTo>
                  <a:pt x="514203" y="109958"/>
                </a:lnTo>
                <a:lnTo>
                  <a:pt x="513748" y="110157"/>
                </a:lnTo>
                <a:lnTo>
                  <a:pt x="513281" y="110344"/>
                </a:lnTo>
                <a:lnTo>
                  <a:pt x="512802" y="110519"/>
                </a:lnTo>
                <a:lnTo>
                  <a:pt x="512311" y="110682"/>
                </a:lnTo>
                <a:lnTo>
                  <a:pt x="511807" y="110833"/>
                </a:lnTo>
                <a:lnTo>
                  <a:pt x="511290" y="110971"/>
                </a:lnTo>
                <a:lnTo>
                  <a:pt x="510762" y="111098"/>
                </a:lnTo>
                <a:lnTo>
                  <a:pt x="510221" y="111213"/>
                </a:lnTo>
                <a:lnTo>
                  <a:pt x="509668" y="111315"/>
                </a:lnTo>
                <a:lnTo>
                  <a:pt x="509102" y="111406"/>
                </a:lnTo>
                <a:lnTo>
                  <a:pt x="508524" y="111484"/>
                </a:lnTo>
                <a:lnTo>
                  <a:pt x="507934" y="111550"/>
                </a:lnTo>
                <a:lnTo>
                  <a:pt x="507331" y="111605"/>
                </a:lnTo>
                <a:lnTo>
                  <a:pt x="506716" y="111647"/>
                </a:lnTo>
                <a:lnTo>
                  <a:pt x="506089" y="111677"/>
                </a:lnTo>
                <a:lnTo>
                  <a:pt x="505449" y="111695"/>
                </a:lnTo>
                <a:lnTo>
                  <a:pt x="504797" y="111701"/>
                </a:lnTo>
                <a:lnTo>
                  <a:pt x="497844" y="111701"/>
                </a:lnTo>
                <a:lnTo>
                  <a:pt x="497205" y="111695"/>
                </a:lnTo>
                <a:lnTo>
                  <a:pt x="496578" y="111678"/>
                </a:lnTo>
                <a:lnTo>
                  <a:pt x="495963" y="111648"/>
                </a:lnTo>
                <a:lnTo>
                  <a:pt x="495360" y="111607"/>
                </a:lnTo>
                <a:lnTo>
                  <a:pt x="494770" y="111554"/>
                </a:lnTo>
                <a:lnTo>
                  <a:pt x="494191" y="111489"/>
                </a:lnTo>
                <a:lnTo>
                  <a:pt x="493624" y="111412"/>
                </a:lnTo>
                <a:lnTo>
                  <a:pt x="493070" y="111324"/>
                </a:lnTo>
                <a:lnTo>
                  <a:pt x="492527" y="111224"/>
                </a:lnTo>
                <a:lnTo>
                  <a:pt x="491997" y="111112"/>
                </a:lnTo>
                <a:lnTo>
                  <a:pt x="491478" y="110988"/>
                </a:lnTo>
                <a:lnTo>
                  <a:pt x="490972" y="110852"/>
                </a:lnTo>
                <a:lnTo>
                  <a:pt x="490477" y="110705"/>
                </a:lnTo>
                <a:lnTo>
                  <a:pt x="489995" y="110545"/>
                </a:lnTo>
                <a:lnTo>
                  <a:pt x="489525" y="110374"/>
                </a:lnTo>
                <a:lnTo>
                  <a:pt x="489067" y="110192"/>
                </a:lnTo>
                <a:lnTo>
                  <a:pt x="488621" y="109997"/>
                </a:lnTo>
                <a:lnTo>
                  <a:pt x="488187" y="109791"/>
                </a:lnTo>
                <a:lnTo>
                  <a:pt x="487765" y="109572"/>
                </a:lnTo>
                <a:lnTo>
                  <a:pt x="487355" y="109342"/>
                </a:lnTo>
                <a:lnTo>
                  <a:pt x="486957" y="109101"/>
                </a:lnTo>
                <a:lnTo>
                  <a:pt x="486571" y="108847"/>
                </a:lnTo>
                <a:lnTo>
                  <a:pt x="486198" y="108582"/>
                </a:lnTo>
                <a:lnTo>
                  <a:pt x="485836" y="108304"/>
                </a:lnTo>
                <a:lnTo>
                  <a:pt x="485488" y="108017"/>
                </a:lnTo>
                <a:lnTo>
                  <a:pt x="485155" y="107720"/>
                </a:lnTo>
                <a:lnTo>
                  <a:pt x="484836" y="107414"/>
                </a:lnTo>
                <a:lnTo>
                  <a:pt x="484533" y="107100"/>
                </a:lnTo>
                <a:lnTo>
                  <a:pt x="484244" y="106776"/>
                </a:lnTo>
                <a:lnTo>
                  <a:pt x="483970" y="106443"/>
                </a:lnTo>
                <a:lnTo>
                  <a:pt x="483711" y="106101"/>
                </a:lnTo>
                <a:lnTo>
                  <a:pt x="483467" y="105750"/>
                </a:lnTo>
                <a:lnTo>
                  <a:pt x="483237" y="105390"/>
                </a:lnTo>
                <a:lnTo>
                  <a:pt x="483022" y="105021"/>
                </a:lnTo>
                <a:lnTo>
                  <a:pt x="482823" y="104643"/>
                </a:lnTo>
                <a:lnTo>
                  <a:pt x="482637" y="104256"/>
                </a:lnTo>
                <a:lnTo>
                  <a:pt x="482467" y="103860"/>
                </a:lnTo>
                <a:lnTo>
                  <a:pt x="482312" y="103455"/>
                </a:lnTo>
                <a:lnTo>
                  <a:pt x="482171" y="103040"/>
                </a:lnTo>
                <a:lnTo>
                  <a:pt x="482045" y="102617"/>
                </a:lnTo>
                <a:lnTo>
                  <a:pt x="481934" y="102185"/>
                </a:lnTo>
                <a:lnTo>
                  <a:pt x="481838" y="101743"/>
                </a:lnTo>
                <a:lnTo>
                  <a:pt x="481756" y="101293"/>
                </a:lnTo>
                <a:lnTo>
                  <a:pt x="481690" y="100833"/>
                </a:lnTo>
                <a:lnTo>
                  <a:pt x="481638" y="100365"/>
                </a:lnTo>
                <a:lnTo>
                  <a:pt x="481601" y="99887"/>
                </a:lnTo>
                <a:lnTo>
                  <a:pt x="481579" y="99400"/>
                </a:lnTo>
                <a:lnTo>
                  <a:pt x="481571" y="98905"/>
                </a:lnTo>
                <a:lnTo>
                  <a:pt x="467352" y="98905"/>
                </a:lnTo>
                <a:lnTo>
                  <a:pt x="467358" y="99572"/>
                </a:lnTo>
                <a:lnTo>
                  <a:pt x="467377" y="100230"/>
                </a:lnTo>
                <a:lnTo>
                  <a:pt x="467408" y="100881"/>
                </a:lnTo>
                <a:lnTo>
                  <a:pt x="467451" y="101522"/>
                </a:lnTo>
                <a:lnTo>
                  <a:pt x="467506" y="102155"/>
                </a:lnTo>
                <a:lnTo>
                  <a:pt x="467574" y="102780"/>
                </a:lnTo>
                <a:lnTo>
                  <a:pt x="467654" y="103396"/>
                </a:lnTo>
                <a:lnTo>
                  <a:pt x="467747" y="104004"/>
                </a:lnTo>
                <a:lnTo>
                  <a:pt x="467852" y="104603"/>
                </a:lnTo>
                <a:lnTo>
                  <a:pt x="467969" y="105194"/>
                </a:lnTo>
                <a:lnTo>
                  <a:pt x="468099" y="105776"/>
                </a:lnTo>
                <a:lnTo>
                  <a:pt x="468241" y="106350"/>
                </a:lnTo>
                <a:lnTo>
                  <a:pt x="468395" y="106915"/>
                </a:lnTo>
                <a:lnTo>
                  <a:pt x="468561" y="107472"/>
                </a:lnTo>
                <a:lnTo>
                  <a:pt x="468740" y="108020"/>
                </a:lnTo>
                <a:lnTo>
                  <a:pt x="468931" y="108560"/>
                </a:lnTo>
                <a:lnTo>
                  <a:pt x="469135" y="109091"/>
                </a:lnTo>
                <a:lnTo>
                  <a:pt x="469351" y="109614"/>
                </a:lnTo>
                <a:lnTo>
                  <a:pt x="469579" y="110128"/>
                </a:lnTo>
                <a:lnTo>
                  <a:pt x="469820" y="110634"/>
                </a:lnTo>
                <a:lnTo>
                  <a:pt x="470073" y="111131"/>
                </a:lnTo>
                <a:lnTo>
                  <a:pt x="470338" y="111620"/>
                </a:lnTo>
                <a:lnTo>
                  <a:pt x="470616" y="112100"/>
                </a:lnTo>
                <a:lnTo>
                  <a:pt x="470906" y="112572"/>
                </a:lnTo>
                <a:lnTo>
                  <a:pt x="471208" y="113034"/>
                </a:lnTo>
                <a:lnTo>
                  <a:pt x="471521" y="113488"/>
                </a:lnTo>
                <a:lnTo>
                  <a:pt x="471846" y="113932"/>
                </a:lnTo>
                <a:lnTo>
                  <a:pt x="472183" y="114366"/>
                </a:lnTo>
                <a:lnTo>
                  <a:pt x="472531" y="114792"/>
                </a:lnTo>
                <a:lnTo>
                  <a:pt x="472891" y="115208"/>
                </a:lnTo>
                <a:lnTo>
                  <a:pt x="473262" y="115614"/>
                </a:lnTo>
                <a:lnTo>
                  <a:pt x="473645" y="116012"/>
                </a:lnTo>
                <a:lnTo>
                  <a:pt x="474039" y="116400"/>
                </a:lnTo>
                <a:lnTo>
                  <a:pt x="474445" y="116779"/>
                </a:lnTo>
                <a:lnTo>
                  <a:pt x="474862" y="117148"/>
                </a:lnTo>
                <a:lnTo>
                  <a:pt x="475290" y="117508"/>
                </a:lnTo>
                <a:lnTo>
                  <a:pt x="475731" y="117859"/>
                </a:lnTo>
                <a:lnTo>
                  <a:pt x="476182" y="118201"/>
                </a:lnTo>
                <a:lnTo>
                  <a:pt x="476646" y="118533"/>
                </a:lnTo>
                <a:lnTo>
                  <a:pt x="477120" y="118856"/>
                </a:lnTo>
                <a:lnTo>
                  <a:pt x="477607" y="119169"/>
                </a:lnTo>
                <a:lnTo>
                  <a:pt x="478104" y="119474"/>
                </a:lnTo>
                <a:lnTo>
                  <a:pt x="478614" y="119769"/>
                </a:lnTo>
                <a:lnTo>
                  <a:pt x="479134" y="120054"/>
                </a:lnTo>
                <a:lnTo>
                  <a:pt x="479667" y="120331"/>
                </a:lnTo>
                <a:lnTo>
                  <a:pt x="480210" y="120597"/>
                </a:lnTo>
                <a:lnTo>
                  <a:pt x="480766" y="120855"/>
                </a:lnTo>
                <a:lnTo>
                  <a:pt x="481333" y="121104"/>
                </a:lnTo>
                <a:lnTo>
                  <a:pt x="481910" y="121342"/>
                </a:lnTo>
                <a:lnTo>
                  <a:pt x="482497" y="121570"/>
                </a:lnTo>
                <a:lnTo>
                  <a:pt x="483094" y="121788"/>
                </a:lnTo>
                <a:lnTo>
                  <a:pt x="483700" y="121996"/>
                </a:lnTo>
                <a:lnTo>
                  <a:pt x="484316" y="122194"/>
                </a:lnTo>
                <a:lnTo>
                  <a:pt x="484942" y="122382"/>
                </a:lnTo>
                <a:lnTo>
                  <a:pt x="485577" y="122559"/>
                </a:lnTo>
                <a:lnTo>
                  <a:pt x="486222" y="122727"/>
                </a:lnTo>
                <a:lnTo>
                  <a:pt x="486876" y="122884"/>
                </a:lnTo>
                <a:lnTo>
                  <a:pt x="487540" y="123031"/>
                </a:lnTo>
                <a:lnTo>
                  <a:pt x="488214" y="123168"/>
                </a:lnTo>
                <a:lnTo>
                  <a:pt x="488897" y="123295"/>
                </a:lnTo>
                <a:lnTo>
                  <a:pt x="489590" y="123412"/>
                </a:lnTo>
                <a:lnTo>
                  <a:pt x="490292" y="123518"/>
                </a:lnTo>
                <a:lnTo>
                  <a:pt x="491004" y="123615"/>
                </a:lnTo>
                <a:lnTo>
                  <a:pt x="491726" y="123701"/>
                </a:lnTo>
                <a:lnTo>
                  <a:pt x="492457" y="123777"/>
                </a:lnTo>
                <a:lnTo>
                  <a:pt x="493198" y="123843"/>
                </a:lnTo>
                <a:lnTo>
                  <a:pt x="493948" y="123899"/>
                </a:lnTo>
                <a:lnTo>
                  <a:pt x="494708" y="123944"/>
                </a:lnTo>
                <a:lnTo>
                  <a:pt x="495478" y="123980"/>
                </a:lnTo>
                <a:lnTo>
                  <a:pt x="496257" y="124005"/>
                </a:lnTo>
                <a:lnTo>
                  <a:pt x="497046" y="124020"/>
                </a:lnTo>
                <a:lnTo>
                  <a:pt x="497844" y="124025"/>
                </a:lnTo>
                <a:lnTo>
                  <a:pt x="504797" y="124025"/>
                </a:lnTo>
                <a:lnTo>
                  <a:pt x="505997" y="124014"/>
                </a:lnTo>
                <a:lnTo>
                  <a:pt x="507174" y="123979"/>
                </a:lnTo>
                <a:lnTo>
                  <a:pt x="508329" y="123921"/>
                </a:lnTo>
                <a:close/>
                <a:moveTo>
                  <a:pt x="597482" y="124093"/>
                </a:moveTo>
                <a:lnTo>
                  <a:pt x="598642" y="123954"/>
                </a:lnTo>
                <a:lnTo>
                  <a:pt x="599781" y="123783"/>
                </a:lnTo>
                <a:lnTo>
                  <a:pt x="600900" y="123582"/>
                </a:lnTo>
                <a:lnTo>
                  <a:pt x="601998" y="123350"/>
                </a:lnTo>
                <a:lnTo>
                  <a:pt x="603077" y="123086"/>
                </a:lnTo>
                <a:lnTo>
                  <a:pt x="604135" y="122792"/>
                </a:lnTo>
                <a:lnTo>
                  <a:pt x="605172" y="122466"/>
                </a:lnTo>
                <a:lnTo>
                  <a:pt x="606190" y="122110"/>
                </a:lnTo>
                <a:lnTo>
                  <a:pt x="607187" y="121723"/>
                </a:lnTo>
                <a:lnTo>
                  <a:pt x="608164" y="121304"/>
                </a:lnTo>
                <a:lnTo>
                  <a:pt x="609120" y="120855"/>
                </a:lnTo>
                <a:lnTo>
                  <a:pt x="610056" y="120375"/>
                </a:lnTo>
                <a:lnTo>
                  <a:pt x="610972" y="119863"/>
                </a:lnTo>
                <a:lnTo>
                  <a:pt x="611868" y="119321"/>
                </a:lnTo>
                <a:lnTo>
                  <a:pt x="612743" y="118748"/>
                </a:lnTo>
                <a:lnTo>
                  <a:pt x="613598" y="118143"/>
                </a:lnTo>
                <a:lnTo>
                  <a:pt x="614433" y="117508"/>
                </a:lnTo>
                <a:lnTo>
                  <a:pt x="615247" y="116842"/>
                </a:lnTo>
                <a:lnTo>
                  <a:pt x="616041" y="116145"/>
                </a:lnTo>
                <a:lnTo>
                  <a:pt x="616815" y="115416"/>
                </a:lnTo>
                <a:lnTo>
                  <a:pt x="617563" y="114661"/>
                </a:lnTo>
                <a:lnTo>
                  <a:pt x="618278" y="113884"/>
                </a:lnTo>
                <a:lnTo>
                  <a:pt x="618963" y="113085"/>
                </a:lnTo>
                <a:lnTo>
                  <a:pt x="619615" y="112263"/>
                </a:lnTo>
                <a:lnTo>
                  <a:pt x="620235" y="111419"/>
                </a:lnTo>
                <a:lnTo>
                  <a:pt x="620824" y="110553"/>
                </a:lnTo>
                <a:lnTo>
                  <a:pt x="621381" y="109664"/>
                </a:lnTo>
                <a:lnTo>
                  <a:pt x="621906" y="108754"/>
                </a:lnTo>
                <a:lnTo>
                  <a:pt x="622399" y="107821"/>
                </a:lnTo>
                <a:lnTo>
                  <a:pt x="622860" y="106866"/>
                </a:lnTo>
                <a:lnTo>
                  <a:pt x="623290" y="105889"/>
                </a:lnTo>
                <a:lnTo>
                  <a:pt x="623688" y="104889"/>
                </a:lnTo>
                <a:lnTo>
                  <a:pt x="624053" y="103868"/>
                </a:lnTo>
                <a:lnTo>
                  <a:pt x="624388" y="102824"/>
                </a:lnTo>
                <a:lnTo>
                  <a:pt x="624690" y="101758"/>
                </a:lnTo>
                <a:lnTo>
                  <a:pt x="624960" y="100670"/>
                </a:lnTo>
                <a:lnTo>
                  <a:pt x="625199" y="99559"/>
                </a:lnTo>
                <a:lnTo>
                  <a:pt x="625406" y="98426"/>
                </a:lnTo>
                <a:lnTo>
                  <a:pt x="625581" y="97271"/>
                </a:lnTo>
                <a:lnTo>
                  <a:pt x="625724" y="96094"/>
                </a:lnTo>
                <a:lnTo>
                  <a:pt x="625835" y="94895"/>
                </a:lnTo>
                <a:lnTo>
                  <a:pt x="625915" y="93673"/>
                </a:lnTo>
                <a:lnTo>
                  <a:pt x="625963" y="92429"/>
                </a:lnTo>
                <a:lnTo>
                  <a:pt x="625978" y="91163"/>
                </a:lnTo>
                <a:lnTo>
                  <a:pt x="625978" y="35864"/>
                </a:lnTo>
                <a:lnTo>
                  <a:pt x="611759" y="35864"/>
                </a:lnTo>
                <a:lnTo>
                  <a:pt x="611759" y="91163"/>
                </a:lnTo>
                <a:lnTo>
                  <a:pt x="611750" y="91947"/>
                </a:lnTo>
                <a:lnTo>
                  <a:pt x="611724" y="92716"/>
                </a:lnTo>
                <a:lnTo>
                  <a:pt x="611679" y="93473"/>
                </a:lnTo>
                <a:lnTo>
                  <a:pt x="611617" y="94216"/>
                </a:lnTo>
                <a:lnTo>
                  <a:pt x="611536" y="94945"/>
                </a:lnTo>
                <a:lnTo>
                  <a:pt x="611438" y="95661"/>
                </a:lnTo>
                <a:lnTo>
                  <a:pt x="611323" y="96364"/>
                </a:lnTo>
                <a:lnTo>
                  <a:pt x="611189" y="97053"/>
                </a:lnTo>
                <a:lnTo>
                  <a:pt x="611037" y="97729"/>
                </a:lnTo>
                <a:lnTo>
                  <a:pt x="610868" y="98391"/>
                </a:lnTo>
                <a:lnTo>
                  <a:pt x="610681" y="99040"/>
                </a:lnTo>
                <a:lnTo>
                  <a:pt x="610476" y="99675"/>
                </a:lnTo>
                <a:lnTo>
                  <a:pt x="610253" y="100297"/>
                </a:lnTo>
                <a:lnTo>
                  <a:pt x="610012" y="100906"/>
                </a:lnTo>
                <a:lnTo>
                  <a:pt x="609753" y="101501"/>
                </a:lnTo>
                <a:lnTo>
                  <a:pt x="609477" y="102083"/>
                </a:lnTo>
                <a:lnTo>
                  <a:pt x="609183" y="102651"/>
                </a:lnTo>
                <a:lnTo>
                  <a:pt x="608871" y="103206"/>
                </a:lnTo>
                <a:lnTo>
                  <a:pt x="608541" y="103747"/>
                </a:lnTo>
                <a:lnTo>
                  <a:pt x="608193" y="104275"/>
                </a:lnTo>
                <a:lnTo>
                  <a:pt x="607828" y="104790"/>
                </a:lnTo>
                <a:lnTo>
                  <a:pt x="607444" y="105291"/>
                </a:lnTo>
                <a:lnTo>
                  <a:pt x="607043" y="105779"/>
                </a:lnTo>
                <a:lnTo>
                  <a:pt x="606624" y="106253"/>
                </a:lnTo>
                <a:lnTo>
                  <a:pt x="606190" y="106710"/>
                </a:lnTo>
                <a:lnTo>
                  <a:pt x="605743" y="107148"/>
                </a:lnTo>
                <a:lnTo>
                  <a:pt x="605282" y="107567"/>
                </a:lnTo>
                <a:lnTo>
                  <a:pt x="604809" y="107966"/>
                </a:lnTo>
                <a:lnTo>
                  <a:pt x="604324" y="108346"/>
                </a:lnTo>
                <a:lnTo>
                  <a:pt x="603825" y="108706"/>
                </a:lnTo>
                <a:lnTo>
                  <a:pt x="603313" y="109047"/>
                </a:lnTo>
                <a:lnTo>
                  <a:pt x="602788" y="109368"/>
                </a:lnTo>
                <a:lnTo>
                  <a:pt x="602251" y="109670"/>
                </a:lnTo>
                <a:lnTo>
                  <a:pt x="601700" y="109952"/>
                </a:lnTo>
                <a:lnTo>
                  <a:pt x="601137" y="110215"/>
                </a:lnTo>
                <a:lnTo>
                  <a:pt x="600561" y="110458"/>
                </a:lnTo>
                <a:lnTo>
                  <a:pt x="599972" y="110682"/>
                </a:lnTo>
                <a:lnTo>
                  <a:pt x="599370" y="110887"/>
                </a:lnTo>
                <a:lnTo>
                  <a:pt x="598755" y="111072"/>
                </a:lnTo>
                <a:lnTo>
                  <a:pt x="598127" y="111237"/>
                </a:lnTo>
                <a:lnTo>
                  <a:pt x="597487" y="111383"/>
                </a:lnTo>
                <a:lnTo>
                  <a:pt x="596833" y="111510"/>
                </a:lnTo>
                <a:lnTo>
                  <a:pt x="596167" y="111617"/>
                </a:lnTo>
                <a:lnTo>
                  <a:pt x="595488" y="111705"/>
                </a:lnTo>
                <a:lnTo>
                  <a:pt x="594795" y="111773"/>
                </a:lnTo>
                <a:lnTo>
                  <a:pt x="594090" y="111821"/>
                </a:lnTo>
                <a:lnTo>
                  <a:pt x="593372" y="111851"/>
                </a:lnTo>
                <a:lnTo>
                  <a:pt x="592641" y="111860"/>
                </a:lnTo>
                <a:lnTo>
                  <a:pt x="591924" y="111851"/>
                </a:lnTo>
                <a:lnTo>
                  <a:pt x="591219" y="111821"/>
                </a:lnTo>
                <a:lnTo>
                  <a:pt x="590526" y="111773"/>
                </a:lnTo>
                <a:lnTo>
                  <a:pt x="589846" y="111705"/>
                </a:lnTo>
                <a:lnTo>
                  <a:pt x="589179" y="111617"/>
                </a:lnTo>
                <a:lnTo>
                  <a:pt x="588524" y="111510"/>
                </a:lnTo>
                <a:lnTo>
                  <a:pt x="587882" y="111383"/>
                </a:lnTo>
                <a:lnTo>
                  <a:pt x="587252" y="111237"/>
                </a:lnTo>
                <a:lnTo>
                  <a:pt x="586635" y="111072"/>
                </a:lnTo>
                <a:lnTo>
                  <a:pt x="586031" y="110887"/>
                </a:lnTo>
                <a:lnTo>
                  <a:pt x="585440" y="110682"/>
                </a:lnTo>
                <a:lnTo>
                  <a:pt x="584860" y="110458"/>
                </a:lnTo>
                <a:lnTo>
                  <a:pt x="584294" y="110215"/>
                </a:lnTo>
                <a:lnTo>
                  <a:pt x="583740" y="109952"/>
                </a:lnTo>
                <a:lnTo>
                  <a:pt x="583199" y="109670"/>
                </a:lnTo>
                <a:lnTo>
                  <a:pt x="582670" y="109368"/>
                </a:lnTo>
                <a:lnTo>
                  <a:pt x="582154" y="109047"/>
                </a:lnTo>
                <a:lnTo>
                  <a:pt x="581651" y="108706"/>
                </a:lnTo>
                <a:lnTo>
                  <a:pt x="581160" y="108346"/>
                </a:lnTo>
                <a:lnTo>
                  <a:pt x="580682" y="107966"/>
                </a:lnTo>
                <a:lnTo>
                  <a:pt x="580216" y="107567"/>
                </a:lnTo>
                <a:lnTo>
                  <a:pt x="579763" y="107148"/>
                </a:lnTo>
                <a:lnTo>
                  <a:pt x="579323" y="106710"/>
                </a:lnTo>
                <a:lnTo>
                  <a:pt x="578895" y="106253"/>
                </a:lnTo>
                <a:lnTo>
                  <a:pt x="578482" y="105779"/>
                </a:lnTo>
                <a:lnTo>
                  <a:pt x="578087" y="105291"/>
                </a:lnTo>
                <a:lnTo>
                  <a:pt x="577710" y="104790"/>
                </a:lnTo>
                <a:lnTo>
                  <a:pt x="577350" y="104275"/>
                </a:lnTo>
                <a:lnTo>
                  <a:pt x="577008" y="103747"/>
                </a:lnTo>
                <a:lnTo>
                  <a:pt x="576683" y="103206"/>
                </a:lnTo>
                <a:lnTo>
                  <a:pt x="576376" y="102651"/>
                </a:lnTo>
                <a:lnTo>
                  <a:pt x="576086" y="102083"/>
                </a:lnTo>
                <a:lnTo>
                  <a:pt x="575814" y="101501"/>
                </a:lnTo>
                <a:lnTo>
                  <a:pt x="575560" y="100906"/>
                </a:lnTo>
                <a:lnTo>
                  <a:pt x="575323" y="100297"/>
                </a:lnTo>
                <a:lnTo>
                  <a:pt x="575103" y="99675"/>
                </a:lnTo>
                <a:lnTo>
                  <a:pt x="574901" y="99040"/>
                </a:lnTo>
                <a:lnTo>
                  <a:pt x="574717" y="98391"/>
                </a:lnTo>
                <a:lnTo>
                  <a:pt x="574550" y="97729"/>
                </a:lnTo>
                <a:lnTo>
                  <a:pt x="574401" y="97053"/>
                </a:lnTo>
                <a:lnTo>
                  <a:pt x="574269" y="96364"/>
                </a:lnTo>
                <a:lnTo>
                  <a:pt x="574155" y="95661"/>
                </a:lnTo>
                <a:lnTo>
                  <a:pt x="574059" y="94945"/>
                </a:lnTo>
                <a:lnTo>
                  <a:pt x="573980" y="94216"/>
                </a:lnTo>
                <a:lnTo>
                  <a:pt x="573918" y="93473"/>
                </a:lnTo>
                <a:lnTo>
                  <a:pt x="573874" y="92716"/>
                </a:lnTo>
                <a:lnTo>
                  <a:pt x="573848" y="91947"/>
                </a:lnTo>
                <a:lnTo>
                  <a:pt x="573839" y="91163"/>
                </a:lnTo>
                <a:lnTo>
                  <a:pt x="573839" y="35864"/>
                </a:lnTo>
                <a:lnTo>
                  <a:pt x="559620" y="35864"/>
                </a:lnTo>
                <a:lnTo>
                  <a:pt x="559620" y="91163"/>
                </a:lnTo>
                <a:lnTo>
                  <a:pt x="559636" y="92429"/>
                </a:lnTo>
                <a:lnTo>
                  <a:pt x="559683" y="93673"/>
                </a:lnTo>
                <a:lnTo>
                  <a:pt x="559761" y="94895"/>
                </a:lnTo>
                <a:lnTo>
                  <a:pt x="559870" y="96094"/>
                </a:lnTo>
                <a:lnTo>
                  <a:pt x="560011" y="97271"/>
                </a:lnTo>
                <a:lnTo>
                  <a:pt x="560183" y="98426"/>
                </a:lnTo>
                <a:lnTo>
                  <a:pt x="560386" y="99559"/>
                </a:lnTo>
                <a:lnTo>
                  <a:pt x="560621" y="100670"/>
                </a:lnTo>
                <a:lnTo>
                  <a:pt x="560886" y="101758"/>
                </a:lnTo>
                <a:lnTo>
                  <a:pt x="561183" y="102824"/>
                </a:lnTo>
                <a:lnTo>
                  <a:pt x="561512" y="103868"/>
                </a:lnTo>
                <a:lnTo>
                  <a:pt x="561871" y="104889"/>
                </a:lnTo>
                <a:lnTo>
                  <a:pt x="562262" y="105889"/>
                </a:lnTo>
                <a:lnTo>
                  <a:pt x="562684" y="106866"/>
                </a:lnTo>
                <a:lnTo>
                  <a:pt x="563138" y="107821"/>
                </a:lnTo>
                <a:lnTo>
                  <a:pt x="563622" y="108754"/>
                </a:lnTo>
                <a:lnTo>
                  <a:pt x="564138" y="109664"/>
                </a:lnTo>
                <a:lnTo>
                  <a:pt x="564685" y="110553"/>
                </a:lnTo>
                <a:lnTo>
                  <a:pt x="565264" y="111419"/>
                </a:lnTo>
                <a:lnTo>
                  <a:pt x="565873" y="112263"/>
                </a:lnTo>
                <a:lnTo>
                  <a:pt x="566514" y="113085"/>
                </a:lnTo>
                <a:lnTo>
                  <a:pt x="567186" y="113884"/>
                </a:lnTo>
                <a:lnTo>
                  <a:pt x="567890" y="114661"/>
                </a:lnTo>
                <a:lnTo>
                  <a:pt x="568625" y="115416"/>
                </a:lnTo>
                <a:lnTo>
                  <a:pt x="569386" y="116145"/>
                </a:lnTo>
                <a:lnTo>
                  <a:pt x="570167" y="116842"/>
                </a:lnTo>
                <a:lnTo>
                  <a:pt x="570970" y="117508"/>
                </a:lnTo>
                <a:lnTo>
                  <a:pt x="571794" y="118143"/>
                </a:lnTo>
                <a:lnTo>
                  <a:pt x="572638" y="118748"/>
                </a:lnTo>
                <a:lnTo>
                  <a:pt x="573503" y="119321"/>
                </a:lnTo>
                <a:lnTo>
                  <a:pt x="574389" y="119863"/>
                </a:lnTo>
                <a:lnTo>
                  <a:pt x="575296" y="120375"/>
                </a:lnTo>
                <a:lnTo>
                  <a:pt x="576224" y="120855"/>
                </a:lnTo>
                <a:lnTo>
                  <a:pt x="577173" y="121304"/>
                </a:lnTo>
                <a:lnTo>
                  <a:pt x="578142" y="121723"/>
                </a:lnTo>
                <a:lnTo>
                  <a:pt x="579132" y="122110"/>
                </a:lnTo>
                <a:lnTo>
                  <a:pt x="580143" y="122466"/>
                </a:lnTo>
                <a:lnTo>
                  <a:pt x="581175" y="122792"/>
                </a:lnTo>
                <a:lnTo>
                  <a:pt x="582228" y="123086"/>
                </a:lnTo>
                <a:lnTo>
                  <a:pt x="583302" y="123350"/>
                </a:lnTo>
                <a:lnTo>
                  <a:pt x="584396" y="123582"/>
                </a:lnTo>
                <a:lnTo>
                  <a:pt x="585512" y="123783"/>
                </a:lnTo>
                <a:lnTo>
                  <a:pt x="586648" y="123954"/>
                </a:lnTo>
                <a:lnTo>
                  <a:pt x="587805" y="124093"/>
                </a:lnTo>
                <a:lnTo>
                  <a:pt x="588983" y="124202"/>
                </a:lnTo>
                <a:lnTo>
                  <a:pt x="590181" y="124279"/>
                </a:lnTo>
                <a:lnTo>
                  <a:pt x="591401" y="124326"/>
                </a:lnTo>
                <a:lnTo>
                  <a:pt x="592641" y="124341"/>
                </a:lnTo>
                <a:lnTo>
                  <a:pt x="593882" y="124326"/>
                </a:lnTo>
                <a:lnTo>
                  <a:pt x="595102" y="124279"/>
                </a:lnTo>
                <a:lnTo>
                  <a:pt x="596303" y="124202"/>
                </a:lnTo>
                <a:lnTo>
                  <a:pt x="597482" y="124093"/>
                </a:lnTo>
                <a:close/>
                <a:moveTo>
                  <a:pt x="875473" y="124254"/>
                </a:moveTo>
                <a:lnTo>
                  <a:pt x="875964" y="124204"/>
                </a:lnTo>
                <a:lnTo>
                  <a:pt x="876443" y="124144"/>
                </a:lnTo>
                <a:lnTo>
                  <a:pt x="876912" y="124073"/>
                </a:lnTo>
                <a:lnTo>
                  <a:pt x="877369" y="123990"/>
                </a:lnTo>
                <a:lnTo>
                  <a:pt x="877816" y="123897"/>
                </a:lnTo>
                <a:lnTo>
                  <a:pt x="878251" y="123793"/>
                </a:lnTo>
                <a:lnTo>
                  <a:pt x="878676" y="123678"/>
                </a:lnTo>
                <a:lnTo>
                  <a:pt x="879090" y="123552"/>
                </a:lnTo>
                <a:lnTo>
                  <a:pt x="879492" y="123415"/>
                </a:lnTo>
                <a:lnTo>
                  <a:pt x="879884" y="123267"/>
                </a:lnTo>
                <a:lnTo>
                  <a:pt x="880265" y="123108"/>
                </a:lnTo>
                <a:lnTo>
                  <a:pt x="880634" y="122938"/>
                </a:lnTo>
                <a:lnTo>
                  <a:pt x="880993" y="122757"/>
                </a:lnTo>
                <a:lnTo>
                  <a:pt x="881341" y="122565"/>
                </a:lnTo>
                <a:lnTo>
                  <a:pt x="881678" y="122362"/>
                </a:lnTo>
                <a:lnTo>
                  <a:pt x="882004" y="122148"/>
                </a:lnTo>
                <a:lnTo>
                  <a:pt x="882318" y="121923"/>
                </a:lnTo>
                <a:lnTo>
                  <a:pt x="882622" y="121688"/>
                </a:lnTo>
                <a:lnTo>
                  <a:pt x="882915" y="121441"/>
                </a:lnTo>
                <a:lnTo>
                  <a:pt x="883197" y="121183"/>
                </a:lnTo>
                <a:lnTo>
                  <a:pt x="883468" y="120916"/>
                </a:lnTo>
                <a:lnTo>
                  <a:pt x="883727" y="120641"/>
                </a:lnTo>
                <a:lnTo>
                  <a:pt x="883975" y="120358"/>
                </a:lnTo>
                <a:lnTo>
                  <a:pt x="884211" y="120068"/>
                </a:lnTo>
                <a:lnTo>
                  <a:pt x="884435" y="119770"/>
                </a:lnTo>
                <a:lnTo>
                  <a:pt x="884648" y="119465"/>
                </a:lnTo>
                <a:lnTo>
                  <a:pt x="884850" y="119151"/>
                </a:lnTo>
                <a:lnTo>
                  <a:pt x="885040" y="118830"/>
                </a:lnTo>
                <a:lnTo>
                  <a:pt x="885219" y="118502"/>
                </a:lnTo>
                <a:lnTo>
                  <a:pt x="885386" y="118165"/>
                </a:lnTo>
                <a:lnTo>
                  <a:pt x="885541" y="117821"/>
                </a:lnTo>
                <a:lnTo>
                  <a:pt x="885685" y="117470"/>
                </a:lnTo>
                <a:lnTo>
                  <a:pt x="885818" y="117110"/>
                </a:lnTo>
                <a:lnTo>
                  <a:pt x="885938" y="116743"/>
                </a:lnTo>
                <a:lnTo>
                  <a:pt x="886048" y="116369"/>
                </a:lnTo>
                <a:lnTo>
                  <a:pt x="886146" y="115986"/>
                </a:lnTo>
                <a:lnTo>
                  <a:pt x="886232" y="115596"/>
                </a:lnTo>
                <a:lnTo>
                  <a:pt x="886307" y="115199"/>
                </a:lnTo>
                <a:lnTo>
                  <a:pt x="886370" y="114793"/>
                </a:lnTo>
                <a:lnTo>
                  <a:pt x="886422" y="114380"/>
                </a:lnTo>
                <a:lnTo>
                  <a:pt x="886463" y="113959"/>
                </a:lnTo>
                <a:lnTo>
                  <a:pt x="886491" y="113531"/>
                </a:lnTo>
                <a:lnTo>
                  <a:pt x="886509" y="113095"/>
                </a:lnTo>
                <a:lnTo>
                  <a:pt x="886514" y="112651"/>
                </a:lnTo>
                <a:lnTo>
                  <a:pt x="886509" y="112207"/>
                </a:lnTo>
                <a:lnTo>
                  <a:pt x="886491" y="111771"/>
                </a:lnTo>
                <a:lnTo>
                  <a:pt x="886463" y="111342"/>
                </a:lnTo>
                <a:lnTo>
                  <a:pt x="886422" y="110921"/>
                </a:lnTo>
                <a:lnTo>
                  <a:pt x="886370" y="110508"/>
                </a:lnTo>
                <a:lnTo>
                  <a:pt x="886307" y="110103"/>
                </a:lnTo>
                <a:lnTo>
                  <a:pt x="886232" y="109705"/>
                </a:lnTo>
                <a:lnTo>
                  <a:pt x="886146" y="109315"/>
                </a:lnTo>
                <a:lnTo>
                  <a:pt x="886048" y="108932"/>
                </a:lnTo>
                <a:lnTo>
                  <a:pt x="885938" y="108558"/>
                </a:lnTo>
                <a:lnTo>
                  <a:pt x="885818" y="108191"/>
                </a:lnTo>
                <a:lnTo>
                  <a:pt x="885685" y="107831"/>
                </a:lnTo>
                <a:lnTo>
                  <a:pt x="885541" y="107480"/>
                </a:lnTo>
                <a:lnTo>
                  <a:pt x="885386" y="107136"/>
                </a:lnTo>
                <a:lnTo>
                  <a:pt x="885219" y="106799"/>
                </a:lnTo>
                <a:lnTo>
                  <a:pt x="885040" y="106471"/>
                </a:lnTo>
                <a:lnTo>
                  <a:pt x="884850" y="106150"/>
                </a:lnTo>
                <a:lnTo>
                  <a:pt x="884648" y="105837"/>
                </a:lnTo>
                <a:lnTo>
                  <a:pt x="884435" y="105531"/>
                </a:lnTo>
                <a:lnTo>
                  <a:pt x="884211" y="105233"/>
                </a:lnTo>
                <a:lnTo>
                  <a:pt x="883975" y="104943"/>
                </a:lnTo>
                <a:lnTo>
                  <a:pt x="883727" y="104661"/>
                </a:lnTo>
                <a:lnTo>
                  <a:pt x="883468" y="104386"/>
                </a:lnTo>
                <a:lnTo>
                  <a:pt x="883197" y="104119"/>
                </a:lnTo>
                <a:lnTo>
                  <a:pt x="882915" y="103861"/>
                </a:lnTo>
                <a:lnTo>
                  <a:pt x="882622" y="103614"/>
                </a:lnTo>
                <a:lnTo>
                  <a:pt x="882318" y="103378"/>
                </a:lnTo>
                <a:lnTo>
                  <a:pt x="882004" y="103153"/>
                </a:lnTo>
                <a:lnTo>
                  <a:pt x="881678" y="102939"/>
                </a:lnTo>
                <a:lnTo>
                  <a:pt x="881341" y="102736"/>
                </a:lnTo>
                <a:lnTo>
                  <a:pt x="880993" y="102544"/>
                </a:lnTo>
                <a:lnTo>
                  <a:pt x="880634" y="102363"/>
                </a:lnTo>
                <a:lnTo>
                  <a:pt x="880265" y="102193"/>
                </a:lnTo>
                <a:lnTo>
                  <a:pt x="879884" y="102034"/>
                </a:lnTo>
                <a:lnTo>
                  <a:pt x="879492" y="101886"/>
                </a:lnTo>
                <a:lnTo>
                  <a:pt x="879090" y="101749"/>
                </a:lnTo>
                <a:lnTo>
                  <a:pt x="878676" y="101623"/>
                </a:lnTo>
                <a:lnTo>
                  <a:pt x="878251" y="101507"/>
                </a:lnTo>
                <a:lnTo>
                  <a:pt x="877816" y="101403"/>
                </a:lnTo>
                <a:lnTo>
                  <a:pt x="877369" y="101310"/>
                </a:lnTo>
                <a:lnTo>
                  <a:pt x="876912" y="101227"/>
                </a:lnTo>
                <a:lnTo>
                  <a:pt x="876443" y="101156"/>
                </a:lnTo>
                <a:lnTo>
                  <a:pt x="875964" y="101096"/>
                </a:lnTo>
                <a:lnTo>
                  <a:pt x="875473" y="101046"/>
                </a:lnTo>
                <a:lnTo>
                  <a:pt x="874972" y="101008"/>
                </a:lnTo>
                <a:lnTo>
                  <a:pt x="874460" y="100981"/>
                </a:lnTo>
                <a:lnTo>
                  <a:pt x="873936" y="100964"/>
                </a:lnTo>
                <a:lnTo>
                  <a:pt x="873402" y="100959"/>
                </a:lnTo>
                <a:lnTo>
                  <a:pt x="872868" y="100964"/>
                </a:lnTo>
                <a:lnTo>
                  <a:pt x="872344" y="100981"/>
                </a:lnTo>
                <a:lnTo>
                  <a:pt x="871832" y="101008"/>
                </a:lnTo>
                <a:lnTo>
                  <a:pt x="871330" y="101046"/>
                </a:lnTo>
                <a:lnTo>
                  <a:pt x="870840" y="101096"/>
                </a:lnTo>
                <a:lnTo>
                  <a:pt x="870360" y="101156"/>
                </a:lnTo>
                <a:lnTo>
                  <a:pt x="869892" y="101227"/>
                </a:lnTo>
                <a:lnTo>
                  <a:pt x="869434" y="101310"/>
                </a:lnTo>
                <a:lnTo>
                  <a:pt x="868988" y="101403"/>
                </a:lnTo>
                <a:lnTo>
                  <a:pt x="868552" y="101507"/>
                </a:lnTo>
                <a:lnTo>
                  <a:pt x="868127" y="101623"/>
                </a:lnTo>
                <a:lnTo>
                  <a:pt x="867714" y="101749"/>
                </a:lnTo>
                <a:lnTo>
                  <a:pt x="867311" y="101886"/>
                </a:lnTo>
                <a:lnTo>
                  <a:pt x="866919" y="102034"/>
                </a:lnTo>
                <a:lnTo>
                  <a:pt x="866538" y="102193"/>
                </a:lnTo>
                <a:lnTo>
                  <a:pt x="866168" y="102363"/>
                </a:lnTo>
                <a:lnTo>
                  <a:pt x="865809" y="102544"/>
                </a:lnTo>
                <a:lnTo>
                  <a:pt x="865461" y="102736"/>
                </a:lnTo>
                <a:lnTo>
                  <a:pt x="865125" y="102939"/>
                </a:lnTo>
                <a:lnTo>
                  <a:pt x="864799" y="103153"/>
                </a:lnTo>
                <a:lnTo>
                  <a:pt x="864484" y="103378"/>
                </a:lnTo>
                <a:lnTo>
                  <a:pt x="864179" y="103614"/>
                </a:lnTo>
                <a:lnTo>
                  <a:pt x="863886" y="103861"/>
                </a:lnTo>
                <a:lnTo>
                  <a:pt x="863604" y="104119"/>
                </a:lnTo>
                <a:lnTo>
                  <a:pt x="863334" y="104386"/>
                </a:lnTo>
                <a:lnTo>
                  <a:pt x="863074" y="104661"/>
                </a:lnTo>
                <a:lnTo>
                  <a:pt x="862827" y="104943"/>
                </a:lnTo>
                <a:lnTo>
                  <a:pt x="862591" y="105233"/>
                </a:lnTo>
                <a:lnTo>
                  <a:pt x="862366" y="105531"/>
                </a:lnTo>
                <a:lnTo>
                  <a:pt x="862153" y="105837"/>
                </a:lnTo>
                <a:lnTo>
                  <a:pt x="861951" y="106150"/>
                </a:lnTo>
                <a:lnTo>
                  <a:pt x="861761" y="106471"/>
                </a:lnTo>
                <a:lnTo>
                  <a:pt x="861583" y="106799"/>
                </a:lnTo>
                <a:lnTo>
                  <a:pt x="861416" y="107136"/>
                </a:lnTo>
                <a:lnTo>
                  <a:pt x="861260" y="107480"/>
                </a:lnTo>
                <a:lnTo>
                  <a:pt x="861116" y="107831"/>
                </a:lnTo>
                <a:lnTo>
                  <a:pt x="860984" y="108191"/>
                </a:lnTo>
                <a:lnTo>
                  <a:pt x="860863" y="108558"/>
                </a:lnTo>
                <a:lnTo>
                  <a:pt x="860753" y="108932"/>
                </a:lnTo>
                <a:lnTo>
                  <a:pt x="860656" y="109315"/>
                </a:lnTo>
                <a:lnTo>
                  <a:pt x="860569" y="109705"/>
                </a:lnTo>
                <a:lnTo>
                  <a:pt x="860494" y="110103"/>
                </a:lnTo>
                <a:lnTo>
                  <a:pt x="860431" y="110508"/>
                </a:lnTo>
                <a:lnTo>
                  <a:pt x="860379" y="110921"/>
                </a:lnTo>
                <a:lnTo>
                  <a:pt x="860339" y="111342"/>
                </a:lnTo>
                <a:lnTo>
                  <a:pt x="860310" y="111771"/>
                </a:lnTo>
                <a:lnTo>
                  <a:pt x="860293" y="112207"/>
                </a:lnTo>
                <a:lnTo>
                  <a:pt x="860287" y="112651"/>
                </a:lnTo>
                <a:lnTo>
                  <a:pt x="860293" y="113095"/>
                </a:lnTo>
                <a:lnTo>
                  <a:pt x="860310" y="113531"/>
                </a:lnTo>
                <a:lnTo>
                  <a:pt x="860339" y="113959"/>
                </a:lnTo>
                <a:lnTo>
                  <a:pt x="860379" y="114380"/>
                </a:lnTo>
                <a:lnTo>
                  <a:pt x="860431" y="114793"/>
                </a:lnTo>
                <a:lnTo>
                  <a:pt x="860494" y="115199"/>
                </a:lnTo>
                <a:lnTo>
                  <a:pt x="860569" y="115596"/>
                </a:lnTo>
                <a:lnTo>
                  <a:pt x="860656" y="115986"/>
                </a:lnTo>
                <a:lnTo>
                  <a:pt x="860753" y="116369"/>
                </a:lnTo>
                <a:lnTo>
                  <a:pt x="860863" y="116743"/>
                </a:lnTo>
                <a:lnTo>
                  <a:pt x="860984" y="117110"/>
                </a:lnTo>
                <a:lnTo>
                  <a:pt x="861116" y="117470"/>
                </a:lnTo>
                <a:lnTo>
                  <a:pt x="861260" y="117821"/>
                </a:lnTo>
                <a:lnTo>
                  <a:pt x="861416" y="118165"/>
                </a:lnTo>
                <a:lnTo>
                  <a:pt x="861583" y="118502"/>
                </a:lnTo>
                <a:lnTo>
                  <a:pt x="861761" y="118830"/>
                </a:lnTo>
                <a:lnTo>
                  <a:pt x="861951" y="119151"/>
                </a:lnTo>
                <a:lnTo>
                  <a:pt x="862153" y="119465"/>
                </a:lnTo>
                <a:lnTo>
                  <a:pt x="862366" y="119770"/>
                </a:lnTo>
                <a:lnTo>
                  <a:pt x="862591" y="120068"/>
                </a:lnTo>
                <a:lnTo>
                  <a:pt x="862827" y="120358"/>
                </a:lnTo>
                <a:lnTo>
                  <a:pt x="863074" y="120641"/>
                </a:lnTo>
                <a:lnTo>
                  <a:pt x="863334" y="120916"/>
                </a:lnTo>
                <a:lnTo>
                  <a:pt x="863604" y="121183"/>
                </a:lnTo>
                <a:lnTo>
                  <a:pt x="863886" y="121441"/>
                </a:lnTo>
                <a:lnTo>
                  <a:pt x="864179" y="121688"/>
                </a:lnTo>
                <a:lnTo>
                  <a:pt x="864484" y="121923"/>
                </a:lnTo>
                <a:lnTo>
                  <a:pt x="864799" y="122148"/>
                </a:lnTo>
                <a:lnTo>
                  <a:pt x="865125" y="122362"/>
                </a:lnTo>
                <a:lnTo>
                  <a:pt x="865461" y="122565"/>
                </a:lnTo>
                <a:lnTo>
                  <a:pt x="865809" y="122757"/>
                </a:lnTo>
                <a:lnTo>
                  <a:pt x="866168" y="122938"/>
                </a:lnTo>
                <a:lnTo>
                  <a:pt x="866538" y="123108"/>
                </a:lnTo>
                <a:lnTo>
                  <a:pt x="866919" y="123267"/>
                </a:lnTo>
                <a:lnTo>
                  <a:pt x="867311" y="123415"/>
                </a:lnTo>
                <a:lnTo>
                  <a:pt x="867714" y="123552"/>
                </a:lnTo>
                <a:lnTo>
                  <a:pt x="868127" y="123678"/>
                </a:lnTo>
                <a:lnTo>
                  <a:pt x="868552" y="123793"/>
                </a:lnTo>
                <a:lnTo>
                  <a:pt x="868988" y="123897"/>
                </a:lnTo>
                <a:lnTo>
                  <a:pt x="869434" y="123990"/>
                </a:lnTo>
                <a:lnTo>
                  <a:pt x="869892" y="124073"/>
                </a:lnTo>
                <a:lnTo>
                  <a:pt x="870360" y="124144"/>
                </a:lnTo>
                <a:lnTo>
                  <a:pt x="870840" y="124204"/>
                </a:lnTo>
                <a:lnTo>
                  <a:pt x="871330" y="124254"/>
                </a:lnTo>
                <a:lnTo>
                  <a:pt x="871832" y="124292"/>
                </a:lnTo>
                <a:lnTo>
                  <a:pt x="872344" y="124319"/>
                </a:lnTo>
                <a:lnTo>
                  <a:pt x="872868" y="124336"/>
                </a:lnTo>
                <a:lnTo>
                  <a:pt x="873402" y="124341"/>
                </a:lnTo>
                <a:lnTo>
                  <a:pt x="873936" y="124336"/>
                </a:lnTo>
                <a:lnTo>
                  <a:pt x="874460" y="124319"/>
                </a:lnTo>
                <a:lnTo>
                  <a:pt x="874972" y="124292"/>
                </a:lnTo>
                <a:lnTo>
                  <a:pt x="875473" y="124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data=result[0]">
            <a:extLst xmlns:a="http://schemas.openxmlformats.org/drawingml/2006/main">
              <a:ext uri="{FF2B5EF4-FFF2-40B4-BE49-F238E27FC236}">
                <a16:creationId xmlns:a16="http://schemas.microsoft.com/office/drawing/2014/main" id="{B3BDB74B-3622-47A5-95D9-C1C2F3C2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6538" y="2753547"/>
            <a:ext cx="1449771" cy="148517"/>
          </a:xfrm>
          <a:custGeom xmlns:a="http://schemas.openxmlformats.org/drawingml/2006/main">
            <a:pathLst>
              <a:path w="1449771" h="148517">
                <a:moveTo>
                  <a:pt x="467036" y="66358"/>
                </a:moveTo>
                <a:lnTo>
                  <a:pt x="534973" y="66358"/>
                </a:lnTo>
                <a:lnTo>
                  <a:pt x="534973" y="53718"/>
                </a:lnTo>
                <a:lnTo>
                  <a:pt x="467036" y="53718"/>
                </a:lnTo>
                <a:lnTo>
                  <a:pt x="467036" y="66358"/>
                </a:lnTo>
                <a:close/>
                <a:moveTo>
                  <a:pt x="51678" y="57356"/>
                </a:moveTo>
                <a:lnTo>
                  <a:pt x="51459" y="56670"/>
                </a:lnTo>
                <a:lnTo>
                  <a:pt x="51217" y="55998"/>
                </a:lnTo>
                <a:lnTo>
                  <a:pt x="50952" y="55340"/>
                </a:lnTo>
                <a:lnTo>
                  <a:pt x="50664" y="54695"/>
                </a:lnTo>
                <a:lnTo>
                  <a:pt x="50353" y="54064"/>
                </a:lnTo>
                <a:lnTo>
                  <a:pt x="50019" y="53446"/>
                </a:lnTo>
                <a:lnTo>
                  <a:pt x="49662" y="52842"/>
                </a:lnTo>
                <a:lnTo>
                  <a:pt x="49282" y="52252"/>
                </a:lnTo>
                <a:lnTo>
                  <a:pt x="48878" y="51676"/>
                </a:lnTo>
                <a:lnTo>
                  <a:pt x="48452" y="51113"/>
                </a:lnTo>
                <a:lnTo>
                  <a:pt x="48003" y="50564"/>
                </a:lnTo>
                <a:lnTo>
                  <a:pt x="47530" y="50029"/>
                </a:lnTo>
                <a:lnTo>
                  <a:pt x="47035" y="49508"/>
                </a:lnTo>
                <a:lnTo>
                  <a:pt x="46516" y="49000"/>
                </a:lnTo>
                <a:lnTo>
                  <a:pt x="45975" y="48506"/>
                </a:lnTo>
                <a:lnTo>
                  <a:pt x="45415" y="48029"/>
                </a:lnTo>
                <a:lnTo>
                  <a:pt x="44840" y="47572"/>
                </a:lnTo>
                <a:lnTo>
                  <a:pt x="44252" y="47136"/>
                </a:lnTo>
                <a:lnTo>
                  <a:pt x="43649" y="46720"/>
                </a:lnTo>
                <a:lnTo>
                  <a:pt x="43032" y="46324"/>
                </a:lnTo>
                <a:lnTo>
                  <a:pt x="42401" y="45948"/>
                </a:lnTo>
                <a:lnTo>
                  <a:pt x="41755" y="45593"/>
                </a:lnTo>
                <a:lnTo>
                  <a:pt x="41095" y="45258"/>
                </a:lnTo>
                <a:lnTo>
                  <a:pt x="40421" y="44943"/>
                </a:lnTo>
                <a:lnTo>
                  <a:pt x="39733" y="44649"/>
                </a:lnTo>
                <a:lnTo>
                  <a:pt x="39030" y="44375"/>
                </a:lnTo>
                <a:lnTo>
                  <a:pt x="38313" y="44121"/>
                </a:lnTo>
                <a:lnTo>
                  <a:pt x="37582" y="43888"/>
                </a:lnTo>
                <a:lnTo>
                  <a:pt x="36836" y="43675"/>
                </a:lnTo>
                <a:lnTo>
                  <a:pt x="36077" y="43482"/>
                </a:lnTo>
                <a:lnTo>
                  <a:pt x="35303" y="43309"/>
                </a:lnTo>
                <a:lnTo>
                  <a:pt x="34514" y="43157"/>
                </a:lnTo>
                <a:lnTo>
                  <a:pt x="33712" y="43025"/>
                </a:lnTo>
                <a:lnTo>
                  <a:pt x="32895" y="42913"/>
                </a:lnTo>
                <a:lnTo>
                  <a:pt x="32064" y="42822"/>
                </a:lnTo>
                <a:lnTo>
                  <a:pt x="31219" y="42751"/>
                </a:lnTo>
                <a:lnTo>
                  <a:pt x="30359" y="42700"/>
                </a:lnTo>
                <a:lnTo>
                  <a:pt x="29485" y="42670"/>
                </a:lnTo>
                <a:lnTo>
                  <a:pt x="28597" y="42660"/>
                </a:lnTo>
                <a:lnTo>
                  <a:pt x="27514" y="42675"/>
                </a:lnTo>
                <a:lnTo>
                  <a:pt x="26449" y="42720"/>
                </a:lnTo>
                <a:lnTo>
                  <a:pt x="25403" y="42796"/>
                </a:lnTo>
                <a:lnTo>
                  <a:pt x="24375" y="42901"/>
                </a:lnTo>
                <a:lnTo>
                  <a:pt x="23366" y="43037"/>
                </a:lnTo>
                <a:lnTo>
                  <a:pt x="22376" y="43203"/>
                </a:lnTo>
                <a:lnTo>
                  <a:pt x="21404" y="43399"/>
                </a:lnTo>
                <a:lnTo>
                  <a:pt x="20451" y="43625"/>
                </a:lnTo>
                <a:lnTo>
                  <a:pt x="19517" y="43882"/>
                </a:lnTo>
                <a:lnTo>
                  <a:pt x="18601" y="44169"/>
                </a:lnTo>
                <a:lnTo>
                  <a:pt x="17704" y="44485"/>
                </a:lnTo>
                <a:lnTo>
                  <a:pt x="16826" y="44833"/>
                </a:lnTo>
                <a:lnTo>
                  <a:pt x="15966" y="45210"/>
                </a:lnTo>
                <a:lnTo>
                  <a:pt x="15125" y="45617"/>
                </a:lnTo>
                <a:lnTo>
                  <a:pt x="14303" y="46055"/>
                </a:lnTo>
                <a:lnTo>
                  <a:pt x="13499" y="46522"/>
                </a:lnTo>
                <a:lnTo>
                  <a:pt x="12714" y="47020"/>
                </a:lnTo>
                <a:lnTo>
                  <a:pt x="11948" y="47548"/>
                </a:lnTo>
                <a:lnTo>
                  <a:pt x="11200" y="48107"/>
                </a:lnTo>
                <a:lnTo>
                  <a:pt x="10471" y="48695"/>
                </a:lnTo>
                <a:lnTo>
                  <a:pt x="9760" y="49314"/>
                </a:lnTo>
                <a:lnTo>
                  <a:pt x="9069" y="49963"/>
                </a:lnTo>
                <a:lnTo>
                  <a:pt x="8396" y="50642"/>
                </a:lnTo>
                <a:lnTo>
                  <a:pt x="7741" y="51351"/>
                </a:lnTo>
                <a:lnTo>
                  <a:pt x="7110" y="52086"/>
                </a:lnTo>
                <a:lnTo>
                  <a:pt x="6505" y="52843"/>
                </a:lnTo>
                <a:lnTo>
                  <a:pt x="5927" y="53622"/>
                </a:lnTo>
                <a:lnTo>
                  <a:pt x="5376" y="54423"/>
                </a:lnTo>
                <a:lnTo>
                  <a:pt x="4852" y="55245"/>
                </a:lnTo>
                <a:lnTo>
                  <a:pt x="4354" y="56090"/>
                </a:lnTo>
                <a:lnTo>
                  <a:pt x="3884" y="56957"/>
                </a:lnTo>
                <a:lnTo>
                  <a:pt x="3441" y="57846"/>
                </a:lnTo>
                <a:lnTo>
                  <a:pt x="3024" y="58756"/>
                </a:lnTo>
                <a:lnTo>
                  <a:pt x="2634" y="59689"/>
                </a:lnTo>
                <a:lnTo>
                  <a:pt x="2271" y="60643"/>
                </a:lnTo>
                <a:lnTo>
                  <a:pt x="1935" y="61620"/>
                </a:lnTo>
                <a:lnTo>
                  <a:pt x="1626" y="62618"/>
                </a:lnTo>
                <a:lnTo>
                  <a:pt x="1344" y="63639"/>
                </a:lnTo>
                <a:lnTo>
                  <a:pt x="1089" y="64681"/>
                </a:lnTo>
                <a:lnTo>
                  <a:pt x="860" y="65745"/>
                </a:lnTo>
                <a:lnTo>
                  <a:pt x="659" y="66831"/>
                </a:lnTo>
                <a:lnTo>
                  <a:pt x="484" y="67939"/>
                </a:lnTo>
                <a:lnTo>
                  <a:pt x="336" y="69070"/>
                </a:lnTo>
                <a:lnTo>
                  <a:pt x="215" y="70222"/>
                </a:lnTo>
                <a:lnTo>
                  <a:pt x="121" y="71396"/>
                </a:lnTo>
                <a:lnTo>
                  <a:pt x="54" y="72592"/>
                </a:lnTo>
                <a:lnTo>
                  <a:pt x="13" y="73809"/>
                </a:lnTo>
                <a:lnTo>
                  <a:pt x="0" y="75049"/>
                </a:lnTo>
                <a:lnTo>
                  <a:pt x="0" y="100486"/>
                </a:lnTo>
                <a:lnTo>
                  <a:pt x="14" y="101713"/>
                </a:lnTo>
                <a:lnTo>
                  <a:pt x="54" y="102918"/>
                </a:lnTo>
                <a:lnTo>
                  <a:pt x="122" y="104103"/>
                </a:lnTo>
                <a:lnTo>
                  <a:pt x="217" y="105265"/>
                </a:lnTo>
                <a:lnTo>
                  <a:pt x="339" y="106407"/>
                </a:lnTo>
                <a:lnTo>
                  <a:pt x="489" y="107526"/>
                </a:lnTo>
                <a:lnTo>
                  <a:pt x="665" y="108625"/>
                </a:lnTo>
                <a:lnTo>
                  <a:pt x="869" y="109702"/>
                </a:lnTo>
                <a:lnTo>
                  <a:pt x="1100" y="110758"/>
                </a:lnTo>
                <a:lnTo>
                  <a:pt x="1358" y="111792"/>
                </a:lnTo>
                <a:lnTo>
                  <a:pt x="1643" y="112805"/>
                </a:lnTo>
                <a:lnTo>
                  <a:pt x="1955" y="113797"/>
                </a:lnTo>
                <a:lnTo>
                  <a:pt x="2295" y="114767"/>
                </a:lnTo>
                <a:lnTo>
                  <a:pt x="2661" y="115716"/>
                </a:lnTo>
                <a:lnTo>
                  <a:pt x="3055" y="116643"/>
                </a:lnTo>
                <a:lnTo>
                  <a:pt x="3476" y="117549"/>
                </a:lnTo>
                <a:lnTo>
                  <a:pt x="3924" y="118434"/>
                </a:lnTo>
                <a:lnTo>
                  <a:pt x="4399" y="119297"/>
                </a:lnTo>
                <a:lnTo>
                  <a:pt x="4902" y="120139"/>
                </a:lnTo>
                <a:lnTo>
                  <a:pt x="5431" y="120960"/>
                </a:lnTo>
                <a:lnTo>
                  <a:pt x="5988" y="121759"/>
                </a:lnTo>
                <a:lnTo>
                  <a:pt x="6572" y="122537"/>
                </a:lnTo>
                <a:lnTo>
                  <a:pt x="7183" y="123293"/>
                </a:lnTo>
                <a:lnTo>
                  <a:pt x="7821" y="124028"/>
                </a:lnTo>
                <a:lnTo>
                  <a:pt x="8481" y="124737"/>
                </a:lnTo>
                <a:lnTo>
                  <a:pt x="9160" y="125416"/>
                </a:lnTo>
                <a:lnTo>
                  <a:pt x="9856" y="126064"/>
                </a:lnTo>
                <a:lnTo>
                  <a:pt x="10570" y="126683"/>
                </a:lnTo>
                <a:lnTo>
                  <a:pt x="11302" y="127271"/>
                </a:lnTo>
                <a:lnTo>
                  <a:pt x="12052" y="127829"/>
                </a:lnTo>
                <a:lnTo>
                  <a:pt x="12820" y="128357"/>
                </a:lnTo>
                <a:lnTo>
                  <a:pt x="13605" y="128855"/>
                </a:lnTo>
                <a:lnTo>
                  <a:pt x="14408" y="129323"/>
                </a:lnTo>
                <a:lnTo>
                  <a:pt x="15230" y="129760"/>
                </a:lnTo>
                <a:lnTo>
                  <a:pt x="16068" y="130167"/>
                </a:lnTo>
                <a:lnTo>
                  <a:pt x="16925" y="130544"/>
                </a:lnTo>
                <a:lnTo>
                  <a:pt x="17800" y="130891"/>
                </a:lnTo>
                <a:lnTo>
                  <a:pt x="18692" y="131208"/>
                </a:lnTo>
                <a:lnTo>
                  <a:pt x="19603" y="131495"/>
                </a:lnTo>
                <a:lnTo>
                  <a:pt x="20531" y="131751"/>
                </a:lnTo>
                <a:lnTo>
                  <a:pt x="21477" y="131977"/>
                </a:lnTo>
                <a:lnTo>
                  <a:pt x="22440" y="132173"/>
                </a:lnTo>
                <a:lnTo>
                  <a:pt x="23422" y="132339"/>
                </a:lnTo>
                <a:lnTo>
                  <a:pt x="24421" y="132475"/>
                </a:lnTo>
                <a:lnTo>
                  <a:pt x="25439" y="132581"/>
                </a:lnTo>
                <a:lnTo>
                  <a:pt x="26474" y="132656"/>
                </a:lnTo>
                <a:lnTo>
                  <a:pt x="27527" y="132701"/>
                </a:lnTo>
                <a:lnTo>
                  <a:pt x="28597" y="132717"/>
                </a:lnTo>
                <a:lnTo>
                  <a:pt x="29485" y="132707"/>
                </a:lnTo>
                <a:lnTo>
                  <a:pt x="30358" y="132676"/>
                </a:lnTo>
                <a:lnTo>
                  <a:pt x="31216" y="132626"/>
                </a:lnTo>
                <a:lnTo>
                  <a:pt x="32060" y="132556"/>
                </a:lnTo>
                <a:lnTo>
                  <a:pt x="32888" y="132466"/>
                </a:lnTo>
                <a:lnTo>
                  <a:pt x="33702" y="132356"/>
                </a:lnTo>
                <a:lnTo>
                  <a:pt x="34501" y="132226"/>
                </a:lnTo>
                <a:lnTo>
                  <a:pt x="35285" y="132076"/>
                </a:lnTo>
                <a:lnTo>
                  <a:pt x="36055" y="131906"/>
                </a:lnTo>
                <a:lnTo>
                  <a:pt x="36809" y="131715"/>
                </a:lnTo>
                <a:lnTo>
                  <a:pt x="37549" y="131505"/>
                </a:lnTo>
                <a:lnTo>
                  <a:pt x="38274" y="131275"/>
                </a:lnTo>
                <a:lnTo>
                  <a:pt x="38984" y="131025"/>
                </a:lnTo>
                <a:lnTo>
                  <a:pt x="39679" y="130754"/>
                </a:lnTo>
                <a:lnTo>
                  <a:pt x="40360" y="130464"/>
                </a:lnTo>
                <a:lnTo>
                  <a:pt x="41025" y="130154"/>
                </a:lnTo>
                <a:lnTo>
                  <a:pt x="41676" y="129823"/>
                </a:lnTo>
                <a:lnTo>
                  <a:pt x="42312" y="129473"/>
                </a:lnTo>
                <a:lnTo>
                  <a:pt x="42934" y="129102"/>
                </a:lnTo>
                <a:lnTo>
                  <a:pt x="43540" y="128712"/>
                </a:lnTo>
                <a:lnTo>
                  <a:pt x="44132" y="128301"/>
                </a:lnTo>
                <a:lnTo>
                  <a:pt x="44709" y="127871"/>
                </a:lnTo>
                <a:lnTo>
                  <a:pt x="45271" y="127420"/>
                </a:lnTo>
                <a:lnTo>
                  <a:pt x="45818" y="126950"/>
                </a:lnTo>
                <a:lnTo>
                  <a:pt x="46347" y="126462"/>
                </a:lnTo>
                <a:lnTo>
                  <a:pt x="46853" y="125960"/>
                </a:lnTo>
                <a:lnTo>
                  <a:pt x="47336" y="125443"/>
                </a:lnTo>
                <a:lnTo>
                  <a:pt x="47797" y="124911"/>
                </a:lnTo>
                <a:lnTo>
                  <a:pt x="48236" y="124365"/>
                </a:lnTo>
                <a:lnTo>
                  <a:pt x="48652" y="123805"/>
                </a:lnTo>
                <a:lnTo>
                  <a:pt x="49046" y="123230"/>
                </a:lnTo>
                <a:lnTo>
                  <a:pt x="49417" y="122640"/>
                </a:lnTo>
                <a:lnTo>
                  <a:pt x="49765" y="122036"/>
                </a:lnTo>
                <a:lnTo>
                  <a:pt x="50092" y="121417"/>
                </a:lnTo>
                <a:lnTo>
                  <a:pt x="50395" y="120784"/>
                </a:lnTo>
                <a:lnTo>
                  <a:pt x="50676" y="120136"/>
                </a:lnTo>
                <a:lnTo>
                  <a:pt x="50935" y="119474"/>
                </a:lnTo>
                <a:lnTo>
                  <a:pt x="51171" y="118797"/>
                </a:lnTo>
                <a:lnTo>
                  <a:pt x="51385" y="118106"/>
                </a:lnTo>
                <a:lnTo>
                  <a:pt x="51576" y="117400"/>
                </a:lnTo>
                <a:lnTo>
                  <a:pt x="51745" y="116679"/>
                </a:lnTo>
                <a:lnTo>
                  <a:pt x="51891" y="115944"/>
                </a:lnTo>
                <a:lnTo>
                  <a:pt x="52015" y="115195"/>
                </a:lnTo>
                <a:lnTo>
                  <a:pt x="52100" y="114548"/>
                </a:lnTo>
                <a:lnTo>
                  <a:pt x="52296" y="114548"/>
                </a:lnTo>
                <a:lnTo>
                  <a:pt x="52296" y="131137"/>
                </a:lnTo>
                <a:lnTo>
                  <a:pt x="66515" y="131137"/>
                </a:lnTo>
                <a:lnTo>
                  <a:pt x="66515" y="15801"/>
                </a:lnTo>
                <a:lnTo>
                  <a:pt x="52296" y="15801"/>
                </a:lnTo>
                <a:lnTo>
                  <a:pt x="52296" y="41078"/>
                </a:lnTo>
                <a:lnTo>
                  <a:pt x="52612" y="60828"/>
                </a:lnTo>
                <a:lnTo>
                  <a:pt x="52405" y="60828"/>
                </a:lnTo>
                <a:lnTo>
                  <a:pt x="52324" y="60238"/>
                </a:lnTo>
                <a:lnTo>
                  <a:pt x="52197" y="59497"/>
                </a:lnTo>
                <a:lnTo>
                  <a:pt x="52047" y="58770"/>
                </a:lnTo>
                <a:lnTo>
                  <a:pt x="51874" y="58056"/>
                </a:lnTo>
                <a:lnTo>
                  <a:pt x="51678" y="57356"/>
                </a:lnTo>
                <a:close/>
                <a:moveTo>
                  <a:pt x="29756" y="120189"/>
                </a:moveTo>
                <a:lnTo>
                  <a:pt x="29081" y="120099"/>
                </a:lnTo>
                <a:lnTo>
                  <a:pt x="28419" y="119992"/>
                </a:lnTo>
                <a:lnTo>
                  <a:pt x="27771" y="119868"/>
                </a:lnTo>
                <a:lnTo>
                  <a:pt x="27138" y="119728"/>
                </a:lnTo>
                <a:lnTo>
                  <a:pt x="26517" y="119572"/>
                </a:lnTo>
                <a:lnTo>
                  <a:pt x="25911" y="119399"/>
                </a:lnTo>
                <a:lnTo>
                  <a:pt x="25318" y="119210"/>
                </a:lnTo>
                <a:lnTo>
                  <a:pt x="24739" y="119004"/>
                </a:lnTo>
                <a:lnTo>
                  <a:pt x="24174" y="118782"/>
                </a:lnTo>
                <a:lnTo>
                  <a:pt x="23622" y="118543"/>
                </a:lnTo>
                <a:lnTo>
                  <a:pt x="23084" y="118288"/>
                </a:lnTo>
                <a:lnTo>
                  <a:pt x="22560" y="118017"/>
                </a:lnTo>
                <a:lnTo>
                  <a:pt x="22049" y="117729"/>
                </a:lnTo>
                <a:lnTo>
                  <a:pt x="21553" y="117424"/>
                </a:lnTo>
                <a:lnTo>
                  <a:pt x="21070" y="117103"/>
                </a:lnTo>
                <a:lnTo>
                  <a:pt x="20600" y="116766"/>
                </a:lnTo>
                <a:lnTo>
                  <a:pt x="20145" y="116412"/>
                </a:lnTo>
                <a:lnTo>
                  <a:pt x="19703" y="116042"/>
                </a:lnTo>
                <a:lnTo>
                  <a:pt x="19275" y="115655"/>
                </a:lnTo>
                <a:lnTo>
                  <a:pt x="18862" y="115250"/>
                </a:lnTo>
                <a:lnTo>
                  <a:pt x="18467" y="114824"/>
                </a:lnTo>
                <a:lnTo>
                  <a:pt x="18090" y="114378"/>
                </a:lnTo>
                <a:lnTo>
                  <a:pt x="17730" y="113912"/>
                </a:lnTo>
                <a:lnTo>
                  <a:pt x="17388" y="113426"/>
                </a:lnTo>
                <a:lnTo>
                  <a:pt x="17063" y="112919"/>
                </a:lnTo>
                <a:lnTo>
                  <a:pt x="16756" y="112392"/>
                </a:lnTo>
                <a:lnTo>
                  <a:pt x="16466" y="111844"/>
                </a:lnTo>
                <a:lnTo>
                  <a:pt x="16194" y="111277"/>
                </a:lnTo>
                <a:lnTo>
                  <a:pt x="15939" y="110689"/>
                </a:lnTo>
                <a:lnTo>
                  <a:pt x="15702" y="110080"/>
                </a:lnTo>
                <a:lnTo>
                  <a:pt x="15483" y="109452"/>
                </a:lnTo>
                <a:lnTo>
                  <a:pt x="15281" y="108803"/>
                </a:lnTo>
                <a:lnTo>
                  <a:pt x="15097" y="108134"/>
                </a:lnTo>
                <a:lnTo>
                  <a:pt x="14930" y="107445"/>
                </a:lnTo>
                <a:lnTo>
                  <a:pt x="14781" y="106735"/>
                </a:lnTo>
                <a:lnTo>
                  <a:pt x="14649" y="106005"/>
                </a:lnTo>
                <a:lnTo>
                  <a:pt x="14535" y="105255"/>
                </a:lnTo>
                <a:lnTo>
                  <a:pt x="14439" y="104484"/>
                </a:lnTo>
                <a:lnTo>
                  <a:pt x="14360" y="103693"/>
                </a:lnTo>
                <a:lnTo>
                  <a:pt x="14298" y="102882"/>
                </a:lnTo>
                <a:lnTo>
                  <a:pt x="14254" y="102051"/>
                </a:lnTo>
                <a:lnTo>
                  <a:pt x="14228" y="101199"/>
                </a:lnTo>
                <a:lnTo>
                  <a:pt x="14219" y="100327"/>
                </a:lnTo>
                <a:lnTo>
                  <a:pt x="14219" y="75049"/>
                </a:lnTo>
                <a:lnTo>
                  <a:pt x="14228" y="74164"/>
                </a:lnTo>
                <a:lnTo>
                  <a:pt x="14254" y="73301"/>
                </a:lnTo>
                <a:lnTo>
                  <a:pt x="14298" y="72458"/>
                </a:lnTo>
                <a:lnTo>
                  <a:pt x="14360" y="71637"/>
                </a:lnTo>
                <a:lnTo>
                  <a:pt x="14439" y="70836"/>
                </a:lnTo>
                <a:lnTo>
                  <a:pt x="14535" y="70057"/>
                </a:lnTo>
                <a:lnTo>
                  <a:pt x="14649" y="69299"/>
                </a:lnTo>
                <a:lnTo>
                  <a:pt x="14781" y="68562"/>
                </a:lnTo>
                <a:lnTo>
                  <a:pt x="14930" y="67846"/>
                </a:lnTo>
                <a:lnTo>
                  <a:pt x="15097" y="67151"/>
                </a:lnTo>
                <a:lnTo>
                  <a:pt x="15281" y="66478"/>
                </a:lnTo>
                <a:lnTo>
                  <a:pt x="15483" y="65825"/>
                </a:lnTo>
                <a:lnTo>
                  <a:pt x="15702" y="65194"/>
                </a:lnTo>
                <a:lnTo>
                  <a:pt x="15939" y="64584"/>
                </a:lnTo>
                <a:lnTo>
                  <a:pt x="16194" y="63995"/>
                </a:lnTo>
                <a:lnTo>
                  <a:pt x="16466" y="63427"/>
                </a:lnTo>
                <a:lnTo>
                  <a:pt x="16756" y="62880"/>
                </a:lnTo>
                <a:lnTo>
                  <a:pt x="17063" y="62354"/>
                </a:lnTo>
                <a:lnTo>
                  <a:pt x="17388" y="61850"/>
                </a:lnTo>
                <a:lnTo>
                  <a:pt x="17730" y="61366"/>
                </a:lnTo>
                <a:lnTo>
                  <a:pt x="18090" y="60904"/>
                </a:lnTo>
                <a:lnTo>
                  <a:pt x="18467" y="60463"/>
                </a:lnTo>
                <a:lnTo>
                  <a:pt x="18862" y="60043"/>
                </a:lnTo>
                <a:lnTo>
                  <a:pt x="19275" y="59644"/>
                </a:lnTo>
                <a:lnTo>
                  <a:pt x="19703" y="59264"/>
                </a:lnTo>
                <a:lnTo>
                  <a:pt x="20145" y="58900"/>
                </a:lnTo>
                <a:lnTo>
                  <a:pt x="20600" y="58552"/>
                </a:lnTo>
                <a:lnTo>
                  <a:pt x="21070" y="58220"/>
                </a:lnTo>
                <a:lnTo>
                  <a:pt x="21553" y="57905"/>
                </a:lnTo>
                <a:lnTo>
                  <a:pt x="22049" y="57605"/>
                </a:lnTo>
                <a:lnTo>
                  <a:pt x="22560" y="57322"/>
                </a:lnTo>
                <a:lnTo>
                  <a:pt x="23084" y="57055"/>
                </a:lnTo>
                <a:lnTo>
                  <a:pt x="23622" y="56804"/>
                </a:lnTo>
                <a:lnTo>
                  <a:pt x="24174" y="56570"/>
                </a:lnTo>
                <a:lnTo>
                  <a:pt x="24739" y="56351"/>
                </a:lnTo>
                <a:lnTo>
                  <a:pt x="25318" y="56149"/>
                </a:lnTo>
                <a:lnTo>
                  <a:pt x="25911" y="55963"/>
                </a:lnTo>
                <a:lnTo>
                  <a:pt x="26517" y="55793"/>
                </a:lnTo>
                <a:lnTo>
                  <a:pt x="27138" y="55639"/>
                </a:lnTo>
                <a:lnTo>
                  <a:pt x="27771" y="55502"/>
                </a:lnTo>
                <a:lnTo>
                  <a:pt x="28419" y="55380"/>
                </a:lnTo>
                <a:lnTo>
                  <a:pt x="29081" y="55275"/>
                </a:lnTo>
                <a:lnTo>
                  <a:pt x="29756" y="55186"/>
                </a:lnTo>
                <a:lnTo>
                  <a:pt x="30445" y="55113"/>
                </a:lnTo>
                <a:lnTo>
                  <a:pt x="31147" y="55057"/>
                </a:lnTo>
                <a:lnTo>
                  <a:pt x="31863" y="55016"/>
                </a:lnTo>
                <a:lnTo>
                  <a:pt x="32593" y="54992"/>
                </a:lnTo>
                <a:lnTo>
                  <a:pt x="33337" y="54984"/>
                </a:lnTo>
                <a:lnTo>
                  <a:pt x="34068" y="54994"/>
                </a:lnTo>
                <a:lnTo>
                  <a:pt x="34785" y="55022"/>
                </a:lnTo>
                <a:lnTo>
                  <a:pt x="35490" y="55070"/>
                </a:lnTo>
                <a:lnTo>
                  <a:pt x="36181" y="55138"/>
                </a:lnTo>
                <a:lnTo>
                  <a:pt x="36859" y="55224"/>
                </a:lnTo>
                <a:lnTo>
                  <a:pt x="37524" y="55330"/>
                </a:lnTo>
                <a:lnTo>
                  <a:pt x="38176" y="55454"/>
                </a:lnTo>
                <a:lnTo>
                  <a:pt x="38814" y="55598"/>
                </a:lnTo>
                <a:lnTo>
                  <a:pt x="39440" y="55762"/>
                </a:lnTo>
                <a:lnTo>
                  <a:pt x="40052" y="55944"/>
                </a:lnTo>
                <a:lnTo>
                  <a:pt x="40651" y="56146"/>
                </a:lnTo>
                <a:lnTo>
                  <a:pt x="41237" y="56367"/>
                </a:lnTo>
                <a:lnTo>
                  <a:pt x="41809" y="56607"/>
                </a:lnTo>
                <a:lnTo>
                  <a:pt x="42369" y="56866"/>
                </a:lnTo>
                <a:lnTo>
                  <a:pt x="42915" y="57144"/>
                </a:lnTo>
                <a:lnTo>
                  <a:pt x="43449" y="57442"/>
                </a:lnTo>
                <a:lnTo>
                  <a:pt x="43969" y="57759"/>
                </a:lnTo>
                <a:lnTo>
                  <a:pt x="44476" y="58095"/>
                </a:lnTo>
                <a:lnTo>
                  <a:pt x="44969" y="58450"/>
                </a:lnTo>
                <a:lnTo>
                  <a:pt x="45450" y="58825"/>
                </a:lnTo>
                <a:lnTo>
                  <a:pt x="45917" y="59218"/>
                </a:lnTo>
                <a:lnTo>
                  <a:pt x="46371" y="59631"/>
                </a:lnTo>
                <a:lnTo>
                  <a:pt x="46812" y="60063"/>
                </a:lnTo>
                <a:lnTo>
                  <a:pt x="47240" y="60514"/>
                </a:lnTo>
                <a:lnTo>
                  <a:pt x="47653" y="60982"/>
                </a:lnTo>
                <a:lnTo>
                  <a:pt x="48048" y="61465"/>
                </a:lnTo>
                <a:lnTo>
                  <a:pt x="48425" y="61963"/>
                </a:lnTo>
                <a:lnTo>
                  <a:pt x="48785" y="62476"/>
                </a:lnTo>
                <a:lnTo>
                  <a:pt x="49127" y="63003"/>
                </a:lnTo>
                <a:lnTo>
                  <a:pt x="49452" y="63545"/>
                </a:lnTo>
                <a:lnTo>
                  <a:pt x="49759" y="64102"/>
                </a:lnTo>
                <a:lnTo>
                  <a:pt x="50049" y="64674"/>
                </a:lnTo>
                <a:lnTo>
                  <a:pt x="50321" y="65261"/>
                </a:lnTo>
                <a:lnTo>
                  <a:pt x="50576" y="65862"/>
                </a:lnTo>
                <a:lnTo>
                  <a:pt x="50813" y="66478"/>
                </a:lnTo>
                <a:lnTo>
                  <a:pt x="51032" y="67109"/>
                </a:lnTo>
                <a:lnTo>
                  <a:pt x="51234" y="67755"/>
                </a:lnTo>
                <a:lnTo>
                  <a:pt x="51418" y="68416"/>
                </a:lnTo>
                <a:lnTo>
                  <a:pt x="51585" y="69091"/>
                </a:lnTo>
                <a:lnTo>
                  <a:pt x="51734" y="69782"/>
                </a:lnTo>
                <a:lnTo>
                  <a:pt x="51866" y="70487"/>
                </a:lnTo>
                <a:lnTo>
                  <a:pt x="51980" y="71207"/>
                </a:lnTo>
                <a:lnTo>
                  <a:pt x="52076" y="71942"/>
                </a:lnTo>
                <a:lnTo>
                  <a:pt x="52155" y="72691"/>
                </a:lnTo>
                <a:lnTo>
                  <a:pt x="52217" y="73456"/>
                </a:lnTo>
                <a:lnTo>
                  <a:pt x="52261" y="74235"/>
                </a:lnTo>
                <a:lnTo>
                  <a:pt x="52287" y="75029"/>
                </a:lnTo>
                <a:lnTo>
                  <a:pt x="52296" y="75838"/>
                </a:lnTo>
                <a:lnTo>
                  <a:pt x="52296" y="99539"/>
                </a:lnTo>
                <a:lnTo>
                  <a:pt x="52287" y="100347"/>
                </a:lnTo>
                <a:lnTo>
                  <a:pt x="52261" y="101142"/>
                </a:lnTo>
                <a:lnTo>
                  <a:pt x="52217" y="101921"/>
                </a:lnTo>
                <a:lnTo>
                  <a:pt x="52155" y="102685"/>
                </a:lnTo>
                <a:lnTo>
                  <a:pt x="52076" y="103435"/>
                </a:lnTo>
                <a:lnTo>
                  <a:pt x="51980" y="104170"/>
                </a:lnTo>
                <a:lnTo>
                  <a:pt x="51866" y="104890"/>
                </a:lnTo>
                <a:lnTo>
                  <a:pt x="51734" y="105595"/>
                </a:lnTo>
                <a:lnTo>
                  <a:pt x="51585" y="106285"/>
                </a:lnTo>
                <a:lnTo>
                  <a:pt x="51418" y="106961"/>
                </a:lnTo>
                <a:lnTo>
                  <a:pt x="51234" y="107622"/>
                </a:lnTo>
                <a:lnTo>
                  <a:pt x="51032" y="108268"/>
                </a:lnTo>
                <a:lnTo>
                  <a:pt x="50813" y="108899"/>
                </a:lnTo>
                <a:lnTo>
                  <a:pt x="50576" y="109515"/>
                </a:lnTo>
                <a:lnTo>
                  <a:pt x="50321" y="110117"/>
                </a:lnTo>
                <a:lnTo>
                  <a:pt x="50049" y="110703"/>
                </a:lnTo>
                <a:lnTo>
                  <a:pt x="49759" y="111275"/>
                </a:lnTo>
                <a:lnTo>
                  <a:pt x="49452" y="111833"/>
                </a:lnTo>
                <a:lnTo>
                  <a:pt x="49127" y="112375"/>
                </a:lnTo>
                <a:lnTo>
                  <a:pt x="48785" y="112902"/>
                </a:lnTo>
                <a:lnTo>
                  <a:pt x="48425" y="113415"/>
                </a:lnTo>
                <a:lnTo>
                  <a:pt x="48048" y="113913"/>
                </a:lnTo>
                <a:lnTo>
                  <a:pt x="47653" y="114396"/>
                </a:lnTo>
                <a:lnTo>
                  <a:pt x="47240" y="114864"/>
                </a:lnTo>
                <a:lnTo>
                  <a:pt x="46812" y="115316"/>
                </a:lnTo>
                <a:lnTo>
                  <a:pt x="46371" y="115748"/>
                </a:lnTo>
                <a:lnTo>
                  <a:pt x="45917" y="116160"/>
                </a:lnTo>
                <a:lnTo>
                  <a:pt x="45450" y="116554"/>
                </a:lnTo>
                <a:lnTo>
                  <a:pt x="44969" y="116929"/>
                </a:lnTo>
                <a:lnTo>
                  <a:pt x="44476" y="117284"/>
                </a:lnTo>
                <a:lnTo>
                  <a:pt x="43969" y="117620"/>
                </a:lnTo>
                <a:lnTo>
                  <a:pt x="43449" y="117937"/>
                </a:lnTo>
                <a:lnTo>
                  <a:pt x="42915" y="118234"/>
                </a:lnTo>
                <a:lnTo>
                  <a:pt x="42369" y="118513"/>
                </a:lnTo>
                <a:lnTo>
                  <a:pt x="41809" y="118772"/>
                </a:lnTo>
                <a:lnTo>
                  <a:pt x="41237" y="119012"/>
                </a:lnTo>
                <a:lnTo>
                  <a:pt x="40651" y="119233"/>
                </a:lnTo>
                <a:lnTo>
                  <a:pt x="40052" y="119435"/>
                </a:lnTo>
                <a:lnTo>
                  <a:pt x="39440" y="119617"/>
                </a:lnTo>
                <a:lnTo>
                  <a:pt x="38814" y="119780"/>
                </a:lnTo>
                <a:lnTo>
                  <a:pt x="38176" y="119924"/>
                </a:lnTo>
                <a:lnTo>
                  <a:pt x="37524" y="120049"/>
                </a:lnTo>
                <a:lnTo>
                  <a:pt x="36859" y="120155"/>
                </a:lnTo>
                <a:lnTo>
                  <a:pt x="36181" y="120241"/>
                </a:lnTo>
                <a:lnTo>
                  <a:pt x="35490" y="120308"/>
                </a:lnTo>
                <a:lnTo>
                  <a:pt x="34785" y="120356"/>
                </a:lnTo>
                <a:lnTo>
                  <a:pt x="34068" y="120385"/>
                </a:lnTo>
                <a:lnTo>
                  <a:pt x="33337" y="120395"/>
                </a:lnTo>
                <a:lnTo>
                  <a:pt x="32593" y="120387"/>
                </a:lnTo>
                <a:lnTo>
                  <a:pt x="31863" y="120362"/>
                </a:lnTo>
                <a:lnTo>
                  <a:pt x="31147" y="120321"/>
                </a:lnTo>
                <a:lnTo>
                  <a:pt x="30445" y="120263"/>
                </a:lnTo>
                <a:lnTo>
                  <a:pt x="29756" y="120189"/>
                </a:lnTo>
                <a:close/>
                <a:moveTo>
                  <a:pt x="227920" y="118162"/>
                </a:moveTo>
                <a:lnTo>
                  <a:pt x="227578" y="118138"/>
                </a:lnTo>
                <a:lnTo>
                  <a:pt x="227243" y="118105"/>
                </a:lnTo>
                <a:lnTo>
                  <a:pt x="226914" y="118062"/>
                </a:lnTo>
                <a:lnTo>
                  <a:pt x="226590" y="118009"/>
                </a:lnTo>
                <a:lnTo>
                  <a:pt x="226272" y="117946"/>
                </a:lnTo>
                <a:lnTo>
                  <a:pt x="225960" y="117874"/>
                </a:lnTo>
                <a:lnTo>
                  <a:pt x="225653" y="117793"/>
                </a:lnTo>
                <a:lnTo>
                  <a:pt x="225352" y="117702"/>
                </a:lnTo>
                <a:lnTo>
                  <a:pt x="225057" y="117601"/>
                </a:lnTo>
                <a:lnTo>
                  <a:pt x="224768" y="117490"/>
                </a:lnTo>
                <a:lnTo>
                  <a:pt x="224485" y="117370"/>
                </a:lnTo>
                <a:lnTo>
                  <a:pt x="224207" y="117241"/>
                </a:lnTo>
                <a:lnTo>
                  <a:pt x="223935" y="117101"/>
                </a:lnTo>
                <a:lnTo>
                  <a:pt x="223669" y="116953"/>
                </a:lnTo>
                <a:lnTo>
                  <a:pt x="223408" y="116794"/>
                </a:lnTo>
                <a:lnTo>
                  <a:pt x="223153" y="116626"/>
                </a:lnTo>
                <a:lnTo>
                  <a:pt x="222904" y="116449"/>
                </a:lnTo>
                <a:lnTo>
                  <a:pt x="222661" y="116261"/>
                </a:lnTo>
                <a:lnTo>
                  <a:pt x="222424" y="116064"/>
                </a:lnTo>
                <a:lnTo>
                  <a:pt x="222192" y="115858"/>
                </a:lnTo>
                <a:lnTo>
                  <a:pt x="221966" y="115642"/>
                </a:lnTo>
                <a:lnTo>
                  <a:pt x="221746" y="115416"/>
                </a:lnTo>
                <a:lnTo>
                  <a:pt x="221533" y="115183"/>
                </a:lnTo>
                <a:lnTo>
                  <a:pt x="221329" y="114944"/>
                </a:lnTo>
                <a:lnTo>
                  <a:pt x="221135" y="114699"/>
                </a:lnTo>
                <a:lnTo>
                  <a:pt x="220949" y="114449"/>
                </a:lnTo>
                <a:lnTo>
                  <a:pt x="220773" y="114192"/>
                </a:lnTo>
                <a:lnTo>
                  <a:pt x="220605" y="113930"/>
                </a:lnTo>
                <a:lnTo>
                  <a:pt x="220447" y="113662"/>
                </a:lnTo>
                <a:lnTo>
                  <a:pt x="220298" y="113389"/>
                </a:lnTo>
                <a:lnTo>
                  <a:pt x="220157" y="113109"/>
                </a:lnTo>
                <a:lnTo>
                  <a:pt x="220026" y="112824"/>
                </a:lnTo>
                <a:lnTo>
                  <a:pt x="219904" y="112533"/>
                </a:lnTo>
                <a:lnTo>
                  <a:pt x="219791" y="112236"/>
                </a:lnTo>
                <a:lnTo>
                  <a:pt x="219687" y="111934"/>
                </a:lnTo>
                <a:lnTo>
                  <a:pt x="219592" y="111626"/>
                </a:lnTo>
                <a:lnTo>
                  <a:pt x="219506" y="111312"/>
                </a:lnTo>
                <a:lnTo>
                  <a:pt x="219429" y="110992"/>
                </a:lnTo>
                <a:lnTo>
                  <a:pt x="219361" y="110667"/>
                </a:lnTo>
                <a:lnTo>
                  <a:pt x="219302" y="110336"/>
                </a:lnTo>
                <a:lnTo>
                  <a:pt x="219253" y="109999"/>
                </a:lnTo>
                <a:lnTo>
                  <a:pt x="219212" y="109656"/>
                </a:lnTo>
                <a:lnTo>
                  <a:pt x="219180" y="109307"/>
                </a:lnTo>
                <a:lnTo>
                  <a:pt x="219157" y="108953"/>
                </a:lnTo>
                <a:lnTo>
                  <a:pt x="219144" y="108593"/>
                </a:lnTo>
                <a:lnTo>
                  <a:pt x="219139" y="108227"/>
                </a:lnTo>
                <a:lnTo>
                  <a:pt x="219139" y="57195"/>
                </a:lnTo>
                <a:lnTo>
                  <a:pt x="254690" y="57195"/>
                </a:lnTo>
                <a:lnTo>
                  <a:pt x="254690" y="44239"/>
                </a:lnTo>
                <a:lnTo>
                  <a:pt x="219139" y="44239"/>
                </a:lnTo>
                <a:lnTo>
                  <a:pt x="219139" y="19750"/>
                </a:lnTo>
                <a:lnTo>
                  <a:pt x="204920" y="19750"/>
                </a:lnTo>
                <a:lnTo>
                  <a:pt x="204920" y="44239"/>
                </a:lnTo>
                <a:lnTo>
                  <a:pt x="179956" y="44239"/>
                </a:lnTo>
                <a:lnTo>
                  <a:pt x="179956" y="57195"/>
                </a:lnTo>
                <a:lnTo>
                  <a:pt x="204920" y="57195"/>
                </a:lnTo>
                <a:lnTo>
                  <a:pt x="204920" y="108227"/>
                </a:lnTo>
                <a:lnTo>
                  <a:pt x="204932" y="109089"/>
                </a:lnTo>
                <a:lnTo>
                  <a:pt x="204965" y="109936"/>
                </a:lnTo>
                <a:lnTo>
                  <a:pt x="205021" y="110769"/>
                </a:lnTo>
                <a:lnTo>
                  <a:pt x="205100" y="111587"/>
                </a:lnTo>
                <a:lnTo>
                  <a:pt x="205201" y="112391"/>
                </a:lnTo>
                <a:lnTo>
                  <a:pt x="205325" y="113180"/>
                </a:lnTo>
                <a:lnTo>
                  <a:pt x="205471" y="113955"/>
                </a:lnTo>
                <a:lnTo>
                  <a:pt x="205640" y="114715"/>
                </a:lnTo>
                <a:lnTo>
                  <a:pt x="205831" y="115460"/>
                </a:lnTo>
                <a:lnTo>
                  <a:pt x="206045" y="116191"/>
                </a:lnTo>
                <a:lnTo>
                  <a:pt x="206281" y="116908"/>
                </a:lnTo>
                <a:lnTo>
                  <a:pt x="206540" y="117610"/>
                </a:lnTo>
                <a:lnTo>
                  <a:pt x="206821" y="118297"/>
                </a:lnTo>
                <a:lnTo>
                  <a:pt x="207125" y="118970"/>
                </a:lnTo>
                <a:lnTo>
                  <a:pt x="207451" y="119628"/>
                </a:lnTo>
                <a:lnTo>
                  <a:pt x="207799" y="120272"/>
                </a:lnTo>
                <a:lnTo>
                  <a:pt x="208170" y="120901"/>
                </a:lnTo>
                <a:lnTo>
                  <a:pt x="208564" y="121516"/>
                </a:lnTo>
                <a:lnTo>
                  <a:pt x="208980" y="122116"/>
                </a:lnTo>
                <a:lnTo>
                  <a:pt x="209419" y="122701"/>
                </a:lnTo>
                <a:lnTo>
                  <a:pt x="209880" y="123272"/>
                </a:lnTo>
                <a:lnTo>
                  <a:pt x="210364" y="123829"/>
                </a:lnTo>
                <a:lnTo>
                  <a:pt x="210870" y="124371"/>
                </a:lnTo>
                <a:lnTo>
                  <a:pt x="211398" y="124898"/>
                </a:lnTo>
                <a:lnTo>
                  <a:pt x="211945" y="125407"/>
                </a:lnTo>
                <a:lnTo>
                  <a:pt x="212507" y="125895"/>
                </a:lnTo>
                <a:lnTo>
                  <a:pt x="213084" y="126361"/>
                </a:lnTo>
                <a:lnTo>
                  <a:pt x="213676" y="126805"/>
                </a:lnTo>
                <a:lnTo>
                  <a:pt x="214282" y="127227"/>
                </a:lnTo>
                <a:lnTo>
                  <a:pt x="214904" y="127628"/>
                </a:lnTo>
                <a:lnTo>
                  <a:pt x="215540" y="128007"/>
                </a:lnTo>
                <a:lnTo>
                  <a:pt x="216191" y="128364"/>
                </a:lnTo>
                <a:lnTo>
                  <a:pt x="216856" y="128700"/>
                </a:lnTo>
                <a:lnTo>
                  <a:pt x="217537" y="129014"/>
                </a:lnTo>
                <a:lnTo>
                  <a:pt x="218232" y="129307"/>
                </a:lnTo>
                <a:lnTo>
                  <a:pt x="218942" y="129578"/>
                </a:lnTo>
                <a:lnTo>
                  <a:pt x="219667" y="129827"/>
                </a:lnTo>
                <a:lnTo>
                  <a:pt x="220407" y="130054"/>
                </a:lnTo>
                <a:lnTo>
                  <a:pt x="221162" y="130260"/>
                </a:lnTo>
                <a:lnTo>
                  <a:pt x="221931" y="130444"/>
                </a:lnTo>
                <a:lnTo>
                  <a:pt x="222715" y="130607"/>
                </a:lnTo>
                <a:lnTo>
                  <a:pt x="223514" y="130747"/>
                </a:lnTo>
                <a:lnTo>
                  <a:pt x="224328" y="130867"/>
                </a:lnTo>
                <a:lnTo>
                  <a:pt x="225156" y="130964"/>
                </a:lnTo>
                <a:lnTo>
                  <a:pt x="226000" y="131040"/>
                </a:lnTo>
                <a:lnTo>
                  <a:pt x="226858" y="131094"/>
                </a:lnTo>
                <a:lnTo>
                  <a:pt x="227731" y="131127"/>
                </a:lnTo>
                <a:lnTo>
                  <a:pt x="228619" y="131137"/>
                </a:lnTo>
                <a:lnTo>
                  <a:pt x="253899" y="131137"/>
                </a:lnTo>
                <a:lnTo>
                  <a:pt x="253899" y="118182"/>
                </a:lnTo>
                <a:lnTo>
                  <a:pt x="228619" y="118182"/>
                </a:lnTo>
                <a:lnTo>
                  <a:pt x="228266" y="118177"/>
                </a:lnTo>
                <a:lnTo>
                  <a:pt x="227920" y="118162"/>
                </a:lnTo>
                <a:close/>
                <a:moveTo>
                  <a:pt x="161313" y="71414"/>
                </a:moveTo>
                <a:lnTo>
                  <a:pt x="161298" y="70292"/>
                </a:lnTo>
                <a:lnTo>
                  <a:pt x="161254" y="69191"/>
                </a:lnTo>
                <a:lnTo>
                  <a:pt x="161180" y="68111"/>
                </a:lnTo>
                <a:lnTo>
                  <a:pt x="161078" y="67051"/>
                </a:lnTo>
                <a:lnTo>
                  <a:pt x="160946" y="66013"/>
                </a:lnTo>
                <a:lnTo>
                  <a:pt x="160784" y="64995"/>
                </a:lnTo>
                <a:lnTo>
                  <a:pt x="160593" y="63999"/>
                </a:lnTo>
                <a:lnTo>
                  <a:pt x="160373" y="63023"/>
                </a:lnTo>
                <a:lnTo>
                  <a:pt x="160124" y="62068"/>
                </a:lnTo>
                <a:lnTo>
                  <a:pt x="159845" y="61133"/>
                </a:lnTo>
                <a:lnTo>
                  <a:pt x="159537" y="60220"/>
                </a:lnTo>
                <a:lnTo>
                  <a:pt x="159199" y="59328"/>
                </a:lnTo>
                <a:lnTo>
                  <a:pt x="158833" y="58456"/>
                </a:lnTo>
                <a:lnTo>
                  <a:pt x="158436" y="57605"/>
                </a:lnTo>
                <a:lnTo>
                  <a:pt x="158011" y="56775"/>
                </a:lnTo>
                <a:lnTo>
                  <a:pt x="157556" y="55966"/>
                </a:lnTo>
                <a:lnTo>
                  <a:pt x="157072" y="55178"/>
                </a:lnTo>
                <a:lnTo>
                  <a:pt x="156558" y="54411"/>
                </a:lnTo>
                <a:lnTo>
                  <a:pt x="156015" y="53664"/>
                </a:lnTo>
                <a:lnTo>
                  <a:pt x="155443" y="52938"/>
                </a:lnTo>
                <a:lnTo>
                  <a:pt x="154841" y="52234"/>
                </a:lnTo>
                <a:lnTo>
                  <a:pt x="154210" y="51550"/>
                </a:lnTo>
                <a:lnTo>
                  <a:pt x="153550" y="50887"/>
                </a:lnTo>
                <a:lnTo>
                  <a:pt x="152860" y="50244"/>
                </a:lnTo>
                <a:lnTo>
                  <a:pt x="152143" y="49625"/>
                </a:lnTo>
                <a:lnTo>
                  <a:pt x="151400" y="49033"/>
                </a:lnTo>
                <a:lnTo>
                  <a:pt x="150632" y="48467"/>
                </a:lnTo>
                <a:lnTo>
                  <a:pt x="149839" y="47927"/>
                </a:lnTo>
                <a:lnTo>
                  <a:pt x="149019" y="47413"/>
                </a:lnTo>
                <a:lnTo>
                  <a:pt x="148175" y="46926"/>
                </a:lnTo>
                <a:lnTo>
                  <a:pt x="147304" y="46465"/>
                </a:lnTo>
                <a:lnTo>
                  <a:pt x="146409" y="46031"/>
                </a:lnTo>
                <a:lnTo>
                  <a:pt x="145487" y="45622"/>
                </a:lnTo>
                <a:lnTo>
                  <a:pt x="144541" y="45241"/>
                </a:lnTo>
                <a:lnTo>
                  <a:pt x="143568" y="44885"/>
                </a:lnTo>
                <a:lnTo>
                  <a:pt x="142571" y="44556"/>
                </a:lnTo>
                <a:lnTo>
                  <a:pt x="141547" y="44253"/>
                </a:lnTo>
                <a:lnTo>
                  <a:pt x="140499" y="43976"/>
                </a:lnTo>
                <a:lnTo>
                  <a:pt x="139424" y="43726"/>
                </a:lnTo>
                <a:lnTo>
                  <a:pt x="138324" y="43502"/>
                </a:lnTo>
                <a:lnTo>
                  <a:pt x="137199" y="43305"/>
                </a:lnTo>
                <a:lnTo>
                  <a:pt x="136048" y="43134"/>
                </a:lnTo>
                <a:lnTo>
                  <a:pt x="134872" y="42989"/>
                </a:lnTo>
                <a:lnTo>
                  <a:pt x="133670" y="42870"/>
                </a:lnTo>
                <a:lnTo>
                  <a:pt x="132442" y="42778"/>
                </a:lnTo>
                <a:lnTo>
                  <a:pt x="131190" y="42712"/>
                </a:lnTo>
                <a:lnTo>
                  <a:pt x="129911" y="42673"/>
                </a:lnTo>
                <a:lnTo>
                  <a:pt x="128607" y="42660"/>
                </a:lnTo>
                <a:lnTo>
                  <a:pt x="127406" y="42671"/>
                </a:lnTo>
                <a:lnTo>
                  <a:pt x="126225" y="42706"/>
                </a:lnTo>
                <a:lnTo>
                  <a:pt x="125063" y="42765"/>
                </a:lnTo>
                <a:lnTo>
                  <a:pt x="123922" y="42846"/>
                </a:lnTo>
                <a:lnTo>
                  <a:pt x="122801" y="42951"/>
                </a:lnTo>
                <a:lnTo>
                  <a:pt x="121700" y="43079"/>
                </a:lnTo>
                <a:lnTo>
                  <a:pt x="120619" y="43231"/>
                </a:lnTo>
                <a:lnTo>
                  <a:pt x="119558" y="43406"/>
                </a:lnTo>
                <a:lnTo>
                  <a:pt x="118517" y="43604"/>
                </a:lnTo>
                <a:lnTo>
                  <a:pt x="117496" y="43825"/>
                </a:lnTo>
                <a:lnTo>
                  <a:pt x="116495" y="44070"/>
                </a:lnTo>
                <a:lnTo>
                  <a:pt x="115514" y="44338"/>
                </a:lnTo>
                <a:lnTo>
                  <a:pt x="114553" y="44630"/>
                </a:lnTo>
                <a:lnTo>
                  <a:pt x="113612" y="44944"/>
                </a:lnTo>
                <a:lnTo>
                  <a:pt x="112691" y="45282"/>
                </a:lnTo>
                <a:lnTo>
                  <a:pt x="111790" y="45644"/>
                </a:lnTo>
                <a:lnTo>
                  <a:pt x="110909" y="46028"/>
                </a:lnTo>
                <a:lnTo>
                  <a:pt x="110049" y="46436"/>
                </a:lnTo>
                <a:lnTo>
                  <a:pt x="109208" y="46868"/>
                </a:lnTo>
                <a:lnTo>
                  <a:pt x="108387" y="47322"/>
                </a:lnTo>
                <a:lnTo>
                  <a:pt x="107586" y="47800"/>
                </a:lnTo>
                <a:lnTo>
                  <a:pt x="106805" y="48302"/>
                </a:lnTo>
                <a:lnTo>
                  <a:pt x="106045" y="48826"/>
                </a:lnTo>
                <a:lnTo>
                  <a:pt x="105304" y="49374"/>
                </a:lnTo>
                <a:lnTo>
                  <a:pt x="104587" y="49940"/>
                </a:lnTo>
                <a:lnTo>
                  <a:pt x="103898" y="50518"/>
                </a:lnTo>
                <a:lnTo>
                  <a:pt x="103237" y="51108"/>
                </a:lnTo>
                <a:lnTo>
                  <a:pt x="102603" y="51711"/>
                </a:lnTo>
                <a:lnTo>
                  <a:pt x="101997" y="52326"/>
                </a:lnTo>
                <a:lnTo>
                  <a:pt x="101418" y="52953"/>
                </a:lnTo>
                <a:lnTo>
                  <a:pt x="100868" y="53593"/>
                </a:lnTo>
                <a:lnTo>
                  <a:pt x="100345" y="54245"/>
                </a:lnTo>
                <a:lnTo>
                  <a:pt x="99850" y="54910"/>
                </a:lnTo>
                <a:lnTo>
                  <a:pt x="99382" y="55586"/>
                </a:lnTo>
                <a:lnTo>
                  <a:pt x="98942" y="56276"/>
                </a:lnTo>
                <a:lnTo>
                  <a:pt x="98530" y="56977"/>
                </a:lnTo>
                <a:lnTo>
                  <a:pt x="98146" y="57691"/>
                </a:lnTo>
                <a:lnTo>
                  <a:pt x="97789" y="58417"/>
                </a:lnTo>
                <a:lnTo>
                  <a:pt x="97460" y="59156"/>
                </a:lnTo>
                <a:lnTo>
                  <a:pt x="97159" y="59907"/>
                </a:lnTo>
                <a:lnTo>
                  <a:pt x="96885" y="60670"/>
                </a:lnTo>
                <a:lnTo>
                  <a:pt x="96639" y="61445"/>
                </a:lnTo>
                <a:lnTo>
                  <a:pt x="96421" y="62233"/>
                </a:lnTo>
                <a:lnTo>
                  <a:pt x="96230" y="63034"/>
                </a:lnTo>
                <a:lnTo>
                  <a:pt x="96067" y="63846"/>
                </a:lnTo>
                <a:lnTo>
                  <a:pt x="95932" y="64671"/>
                </a:lnTo>
                <a:lnTo>
                  <a:pt x="95825" y="65509"/>
                </a:lnTo>
                <a:lnTo>
                  <a:pt x="95745" y="66358"/>
                </a:lnTo>
                <a:lnTo>
                  <a:pt x="109964" y="66358"/>
                </a:lnTo>
                <a:lnTo>
                  <a:pt x="109999" y="65915"/>
                </a:lnTo>
                <a:lnTo>
                  <a:pt x="110050" y="65479"/>
                </a:lnTo>
                <a:lnTo>
                  <a:pt x="110117" y="65052"/>
                </a:lnTo>
                <a:lnTo>
                  <a:pt x="110201" y="64634"/>
                </a:lnTo>
                <a:lnTo>
                  <a:pt x="110301" y="64223"/>
                </a:lnTo>
                <a:lnTo>
                  <a:pt x="110418" y="63821"/>
                </a:lnTo>
                <a:lnTo>
                  <a:pt x="110552" y="63427"/>
                </a:lnTo>
                <a:lnTo>
                  <a:pt x="110701" y="63041"/>
                </a:lnTo>
                <a:lnTo>
                  <a:pt x="110868" y="62663"/>
                </a:lnTo>
                <a:lnTo>
                  <a:pt x="111050" y="62294"/>
                </a:lnTo>
                <a:lnTo>
                  <a:pt x="111249" y="61932"/>
                </a:lnTo>
                <a:lnTo>
                  <a:pt x="111465" y="61579"/>
                </a:lnTo>
                <a:lnTo>
                  <a:pt x="111697" y="61235"/>
                </a:lnTo>
                <a:lnTo>
                  <a:pt x="111945" y="60898"/>
                </a:lnTo>
                <a:lnTo>
                  <a:pt x="112210" y="60570"/>
                </a:lnTo>
                <a:lnTo>
                  <a:pt x="112492" y="60250"/>
                </a:lnTo>
                <a:lnTo>
                  <a:pt x="112790" y="59938"/>
                </a:lnTo>
                <a:lnTo>
                  <a:pt x="113104" y="59634"/>
                </a:lnTo>
                <a:lnTo>
                  <a:pt x="113435" y="59339"/>
                </a:lnTo>
                <a:lnTo>
                  <a:pt x="113782" y="59052"/>
                </a:lnTo>
                <a:lnTo>
                  <a:pt x="114146" y="58773"/>
                </a:lnTo>
                <a:lnTo>
                  <a:pt x="114526" y="58502"/>
                </a:lnTo>
                <a:lnTo>
                  <a:pt x="114922" y="58240"/>
                </a:lnTo>
                <a:lnTo>
                  <a:pt x="115335" y="57985"/>
                </a:lnTo>
                <a:lnTo>
                  <a:pt x="115762" y="57741"/>
                </a:lnTo>
                <a:lnTo>
                  <a:pt x="116200" y="57506"/>
                </a:lnTo>
                <a:lnTo>
                  <a:pt x="116649" y="57282"/>
                </a:lnTo>
                <a:lnTo>
                  <a:pt x="117108" y="57068"/>
                </a:lnTo>
                <a:lnTo>
                  <a:pt x="117579" y="56865"/>
                </a:lnTo>
                <a:lnTo>
                  <a:pt x="118061" y="56672"/>
                </a:lnTo>
                <a:lnTo>
                  <a:pt x="118553" y="56490"/>
                </a:lnTo>
                <a:lnTo>
                  <a:pt x="119057" y="56318"/>
                </a:lnTo>
                <a:lnTo>
                  <a:pt x="119572" y="56156"/>
                </a:lnTo>
                <a:lnTo>
                  <a:pt x="120097" y="56005"/>
                </a:lnTo>
                <a:lnTo>
                  <a:pt x="120634" y="55865"/>
                </a:lnTo>
                <a:lnTo>
                  <a:pt x="121181" y="55734"/>
                </a:lnTo>
                <a:lnTo>
                  <a:pt x="121740" y="55614"/>
                </a:lnTo>
                <a:lnTo>
                  <a:pt x="122309" y="55505"/>
                </a:lnTo>
                <a:lnTo>
                  <a:pt x="122889" y="55406"/>
                </a:lnTo>
                <a:lnTo>
                  <a:pt x="123481" y="55317"/>
                </a:lnTo>
                <a:lnTo>
                  <a:pt x="124083" y="55239"/>
                </a:lnTo>
                <a:lnTo>
                  <a:pt x="124697" y="55172"/>
                </a:lnTo>
                <a:lnTo>
                  <a:pt x="125321" y="55114"/>
                </a:lnTo>
                <a:lnTo>
                  <a:pt x="125956" y="55067"/>
                </a:lnTo>
                <a:lnTo>
                  <a:pt x="126602" y="55031"/>
                </a:lnTo>
                <a:lnTo>
                  <a:pt x="127260" y="55005"/>
                </a:lnTo>
                <a:lnTo>
                  <a:pt x="127928" y="54989"/>
                </a:lnTo>
                <a:lnTo>
                  <a:pt x="128607" y="54984"/>
                </a:lnTo>
                <a:lnTo>
                  <a:pt x="129376" y="54991"/>
                </a:lnTo>
                <a:lnTo>
                  <a:pt x="130128" y="55013"/>
                </a:lnTo>
                <a:lnTo>
                  <a:pt x="130864" y="55049"/>
                </a:lnTo>
                <a:lnTo>
                  <a:pt x="131583" y="55100"/>
                </a:lnTo>
                <a:lnTo>
                  <a:pt x="132286" y="55166"/>
                </a:lnTo>
                <a:lnTo>
                  <a:pt x="132972" y="55246"/>
                </a:lnTo>
                <a:lnTo>
                  <a:pt x="133642" y="55340"/>
                </a:lnTo>
                <a:lnTo>
                  <a:pt x="134295" y="55449"/>
                </a:lnTo>
                <a:lnTo>
                  <a:pt x="134932" y="55573"/>
                </a:lnTo>
                <a:lnTo>
                  <a:pt x="135553" y="55711"/>
                </a:lnTo>
                <a:lnTo>
                  <a:pt x="136157" y="55864"/>
                </a:lnTo>
                <a:lnTo>
                  <a:pt x="136744" y="56031"/>
                </a:lnTo>
                <a:lnTo>
                  <a:pt x="137315" y="56213"/>
                </a:lnTo>
                <a:lnTo>
                  <a:pt x="137870" y="56409"/>
                </a:lnTo>
                <a:lnTo>
                  <a:pt x="138408" y="56620"/>
                </a:lnTo>
                <a:lnTo>
                  <a:pt x="138930" y="56845"/>
                </a:lnTo>
                <a:lnTo>
                  <a:pt x="139435" y="57085"/>
                </a:lnTo>
                <a:lnTo>
                  <a:pt x="139924" y="57339"/>
                </a:lnTo>
                <a:lnTo>
                  <a:pt x="140396" y="57608"/>
                </a:lnTo>
                <a:lnTo>
                  <a:pt x="140852" y="57892"/>
                </a:lnTo>
                <a:lnTo>
                  <a:pt x="141291" y="58190"/>
                </a:lnTo>
                <a:lnTo>
                  <a:pt x="141714" y="58503"/>
                </a:lnTo>
                <a:lnTo>
                  <a:pt x="142120" y="58830"/>
                </a:lnTo>
                <a:lnTo>
                  <a:pt x="142510" y="59172"/>
                </a:lnTo>
                <a:lnTo>
                  <a:pt x="142884" y="59528"/>
                </a:lnTo>
                <a:lnTo>
                  <a:pt x="143242" y="59899"/>
                </a:lnTo>
                <a:lnTo>
                  <a:pt x="143585" y="60286"/>
                </a:lnTo>
                <a:lnTo>
                  <a:pt x="143911" y="60687"/>
                </a:lnTo>
                <a:lnTo>
                  <a:pt x="144221" y="61104"/>
                </a:lnTo>
                <a:lnTo>
                  <a:pt x="144515" y="61536"/>
                </a:lnTo>
                <a:lnTo>
                  <a:pt x="144794" y="61983"/>
                </a:lnTo>
                <a:lnTo>
                  <a:pt x="145057" y="62445"/>
                </a:lnTo>
                <a:lnTo>
                  <a:pt x="145303" y="62922"/>
                </a:lnTo>
                <a:lnTo>
                  <a:pt x="145534" y="63414"/>
                </a:lnTo>
                <a:lnTo>
                  <a:pt x="145749" y="63921"/>
                </a:lnTo>
                <a:lnTo>
                  <a:pt x="145948" y="64443"/>
                </a:lnTo>
                <a:lnTo>
                  <a:pt x="146131" y="64981"/>
                </a:lnTo>
                <a:lnTo>
                  <a:pt x="146298" y="65533"/>
                </a:lnTo>
                <a:lnTo>
                  <a:pt x="146449" y="66101"/>
                </a:lnTo>
                <a:lnTo>
                  <a:pt x="146584" y="66684"/>
                </a:lnTo>
                <a:lnTo>
                  <a:pt x="146704" y="67282"/>
                </a:lnTo>
                <a:lnTo>
                  <a:pt x="146807" y="67894"/>
                </a:lnTo>
                <a:lnTo>
                  <a:pt x="146895" y="68522"/>
                </a:lnTo>
                <a:lnTo>
                  <a:pt x="146966" y="69165"/>
                </a:lnTo>
                <a:lnTo>
                  <a:pt x="147022" y="69824"/>
                </a:lnTo>
                <a:lnTo>
                  <a:pt x="147062" y="70497"/>
                </a:lnTo>
                <a:lnTo>
                  <a:pt x="147085" y="71185"/>
                </a:lnTo>
                <a:lnTo>
                  <a:pt x="147093" y="71889"/>
                </a:lnTo>
                <a:lnTo>
                  <a:pt x="147093" y="78682"/>
                </a:lnTo>
                <a:lnTo>
                  <a:pt x="120234" y="78682"/>
                </a:lnTo>
                <a:lnTo>
                  <a:pt x="119540" y="78688"/>
                </a:lnTo>
                <a:lnTo>
                  <a:pt x="118852" y="78706"/>
                </a:lnTo>
                <a:lnTo>
                  <a:pt x="118171" y="78736"/>
                </a:lnTo>
                <a:lnTo>
                  <a:pt x="117496" y="78777"/>
                </a:lnTo>
                <a:lnTo>
                  <a:pt x="116828" y="78830"/>
                </a:lnTo>
                <a:lnTo>
                  <a:pt x="116166" y="78895"/>
                </a:lnTo>
                <a:lnTo>
                  <a:pt x="115511" y="78971"/>
                </a:lnTo>
                <a:lnTo>
                  <a:pt x="114863" y="79060"/>
                </a:lnTo>
                <a:lnTo>
                  <a:pt x="114221" y="79160"/>
                </a:lnTo>
                <a:lnTo>
                  <a:pt x="113586" y="79272"/>
                </a:lnTo>
                <a:lnTo>
                  <a:pt x="112957" y="79396"/>
                </a:lnTo>
                <a:lnTo>
                  <a:pt x="112335" y="79532"/>
                </a:lnTo>
                <a:lnTo>
                  <a:pt x="111720" y="79679"/>
                </a:lnTo>
                <a:lnTo>
                  <a:pt x="111111" y="79838"/>
                </a:lnTo>
                <a:lnTo>
                  <a:pt x="110508" y="80009"/>
                </a:lnTo>
                <a:lnTo>
                  <a:pt x="109913" y="80192"/>
                </a:lnTo>
                <a:lnTo>
                  <a:pt x="109324" y="80387"/>
                </a:lnTo>
                <a:lnTo>
                  <a:pt x="108741" y="80593"/>
                </a:lnTo>
                <a:lnTo>
                  <a:pt x="108165" y="80811"/>
                </a:lnTo>
                <a:lnTo>
                  <a:pt x="107595" y="81041"/>
                </a:lnTo>
                <a:lnTo>
                  <a:pt x="107033" y="81283"/>
                </a:lnTo>
                <a:lnTo>
                  <a:pt x="106476" y="81537"/>
                </a:lnTo>
                <a:lnTo>
                  <a:pt x="105927" y="81802"/>
                </a:lnTo>
                <a:lnTo>
                  <a:pt x="105384" y="82079"/>
                </a:lnTo>
                <a:lnTo>
                  <a:pt x="104849" y="82367"/>
                </a:lnTo>
                <a:lnTo>
                  <a:pt x="104324" y="82664"/>
                </a:lnTo>
                <a:lnTo>
                  <a:pt x="103808" y="82969"/>
                </a:lnTo>
                <a:lnTo>
                  <a:pt x="103303" y="83284"/>
                </a:lnTo>
                <a:lnTo>
                  <a:pt x="102808" y="83608"/>
                </a:lnTo>
                <a:lnTo>
                  <a:pt x="102322" y="83941"/>
                </a:lnTo>
                <a:lnTo>
                  <a:pt x="101847" y="84283"/>
                </a:lnTo>
                <a:lnTo>
                  <a:pt x="101381" y="84634"/>
                </a:lnTo>
                <a:lnTo>
                  <a:pt x="100925" y="84994"/>
                </a:lnTo>
                <a:lnTo>
                  <a:pt x="100479" y="85363"/>
                </a:lnTo>
                <a:lnTo>
                  <a:pt x="100043" y="85741"/>
                </a:lnTo>
                <a:lnTo>
                  <a:pt x="99616" y="86128"/>
                </a:lnTo>
                <a:lnTo>
                  <a:pt x="99200" y="86525"/>
                </a:lnTo>
                <a:lnTo>
                  <a:pt x="98793" y="86930"/>
                </a:lnTo>
                <a:lnTo>
                  <a:pt x="98396" y="87344"/>
                </a:lnTo>
                <a:lnTo>
                  <a:pt x="98010" y="87768"/>
                </a:lnTo>
                <a:lnTo>
                  <a:pt x="97633" y="88200"/>
                </a:lnTo>
                <a:lnTo>
                  <a:pt x="97266" y="88642"/>
                </a:lnTo>
                <a:lnTo>
                  <a:pt x="96908" y="89093"/>
                </a:lnTo>
                <a:lnTo>
                  <a:pt x="96561" y="89552"/>
                </a:lnTo>
                <a:lnTo>
                  <a:pt x="96223" y="90021"/>
                </a:lnTo>
                <a:lnTo>
                  <a:pt x="95896" y="90499"/>
                </a:lnTo>
                <a:lnTo>
                  <a:pt x="95578" y="90986"/>
                </a:lnTo>
                <a:lnTo>
                  <a:pt x="95270" y="91482"/>
                </a:lnTo>
                <a:lnTo>
                  <a:pt x="94974" y="91985"/>
                </a:lnTo>
                <a:lnTo>
                  <a:pt x="94690" y="92496"/>
                </a:lnTo>
                <a:lnTo>
                  <a:pt x="94419" y="93014"/>
                </a:lnTo>
                <a:lnTo>
                  <a:pt x="94160" y="93540"/>
                </a:lnTo>
                <a:lnTo>
                  <a:pt x="93914" y="94072"/>
                </a:lnTo>
                <a:lnTo>
                  <a:pt x="93681" y="94611"/>
                </a:lnTo>
                <a:lnTo>
                  <a:pt x="93460" y="95158"/>
                </a:lnTo>
                <a:lnTo>
                  <a:pt x="93252" y="95712"/>
                </a:lnTo>
                <a:lnTo>
                  <a:pt x="93056" y="96273"/>
                </a:lnTo>
                <a:lnTo>
                  <a:pt x="92873" y="96841"/>
                </a:lnTo>
                <a:lnTo>
                  <a:pt x="92703" y="97416"/>
                </a:lnTo>
                <a:lnTo>
                  <a:pt x="92545" y="97998"/>
                </a:lnTo>
                <a:lnTo>
                  <a:pt x="92400" y="98587"/>
                </a:lnTo>
                <a:lnTo>
                  <a:pt x="92268" y="99184"/>
                </a:lnTo>
                <a:lnTo>
                  <a:pt x="92148" y="99788"/>
                </a:lnTo>
                <a:lnTo>
                  <a:pt x="92041" y="100398"/>
                </a:lnTo>
                <a:lnTo>
                  <a:pt x="91946" y="101016"/>
                </a:lnTo>
                <a:lnTo>
                  <a:pt x="91864" y="101641"/>
                </a:lnTo>
                <a:lnTo>
                  <a:pt x="91795" y="102274"/>
                </a:lnTo>
                <a:lnTo>
                  <a:pt x="91738" y="102913"/>
                </a:lnTo>
                <a:lnTo>
                  <a:pt x="91694" y="103559"/>
                </a:lnTo>
                <a:lnTo>
                  <a:pt x="91662" y="104213"/>
                </a:lnTo>
                <a:lnTo>
                  <a:pt x="91643" y="104874"/>
                </a:lnTo>
                <a:lnTo>
                  <a:pt x="91637" y="105542"/>
                </a:lnTo>
                <a:lnTo>
                  <a:pt x="91651" y="106547"/>
                </a:lnTo>
                <a:lnTo>
                  <a:pt x="91692" y="107537"/>
                </a:lnTo>
                <a:lnTo>
                  <a:pt x="91760" y="108510"/>
                </a:lnTo>
                <a:lnTo>
                  <a:pt x="91856" y="109467"/>
                </a:lnTo>
                <a:lnTo>
                  <a:pt x="91980" y="110408"/>
                </a:lnTo>
                <a:lnTo>
                  <a:pt x="92131" y="111333"/>
                </a:lnTo>
                <a:lnTo>
                  <a:pt x="92309" y="112241"/>
                </a:lnTo>
                <a:lnTo>
                  <a:pt x="92515" y="113134"/>
                </a:lnTo>
                <a:lnTo>
                  <a:pt x="92748" y="114010"/>
                </a:lnTo>
                <a:lnTo>
                  <a:pt x="93009" y="114870"/>
                </a:lnTo>
                <a:lnTo>
                  <a:pt x="93297" y="115714"/>
                </a:lnTo>
                <a:lnTo>
                  <a:pt x="93612" y="116542"/>
                </a:lnTo>
                <a:lnTo>
                  <a:pt x="93955" y="117353"/>
                </a:lnTo>
                <a:lnTo>
                  <a:pt x="94325" y="118148"/>
                </a:lnTo>
                <a:lnTo>
                  <a:pt x="94723" y="118928"/>
                </a:lnTo>
                <a:lnTo>
                  <a:pt x="95148" y="119691"/>
                </a:lnTo>
                <a:lnTo>
                  <a:pt x="95601" y="120437"/>
                </a:lnTo>
                <a:lnTo>
                  <a:pt x="96081" y="121168"/>
                </a:lnTo>
                <a:lnTo>
                  <a:pt x="96588" y="121882"/>
                </a:lnTo>
                <a:lnTo>
                  <a:pt x="97123" y="122581"/>
                </a:lnTo>
                <a:lnTo>
                  <a:pt x="97686" y="123263"/>
                </a:lnTo>
                <a:lnTo>
                  <a:pt x="98275" y="123928"/>
                </a:lnTo>
                <a:lnTo>
                  <a:pt x="98893" y="124578"/>
                </a:lnTo>
                <a:lnTo>
                  <a:pt x="99537" y="125212"/>
                </a:lnTo>
                <a:lnTo>
                  <a:pt x="100205" y="125824"/>
                </a:lnTo>
                <a:lnTo>
                  <a:pt x="100892" y="126410"/>
                </a:lnTo>
                <a:lnTo>
                  <a:pt x="101599" y="126971"/>
                </a:lnTo>
                <a:lnTo>
                  <a:pt x="102324" y="127505"/>
                </a:lnTo>
                <a:lnTo>
                  <a:pt x="103069" y="128013"/>
                </a:lnTo>
                <a:lnTo>
                  <a:pt x="103833" y="128495"/>
                </a:lnTo>
                <a:lnTo>
                  <a:pt x="104616" y="128951"/>
                </a:lnTo>
                <a:lnTo>
                  <a:pt x="105418" y="129381"/>
                </a:lnTo>
                <a:lnTo>
                  <a:pt x="106240" y="129785"/>
                </a:lnTo>
                <a:lnTo>
                  <a:pt x="107081" y="130163"/>
                </a:lnTo>
                <a:lnTo>
                  <a:pt x="107940" y="130515"/>
                </a:lnTo>
                <a:lnTo>
                  <a:pt x="108820" y="130840"/>
                </a:lnTo>
                <a:lnTo>
                  <a:pt x="109718" y="131140"/>
                </a:lnTo>
                <a:lnTo>
                  <a:pt x="110635" y="131414"/>
                </a:lnTo>
                <a:lnTo>
                  <a:pt x="111572" y="131661"/>
                </a:lnTo>
                <a:lnTo>
                  <a:pt x="112528" y="131883"/>
                </a:lnTo>
                <a:lnTo>
                  <a:pt x="113503" y="132078"/>
                </a:lnTo>
                <a:lnTo>
                  <a:pt x="114497" y="132247"/>
                </a:lnTo>
                <a:lnTo>
                  <a:pt x="115511" y="132391"/>
                </a:lnTo>
                <a:lnTo>
                  <a:pt x="116543" y="132508"/>
                </a:lnTo>
                <a:lnTo>
                  <a:pt x="117595" y="132599"/>
                </a:lnTo>
                <a:lnTo>
                  <a:pt x="118666" y="132664"/>
                </a:lnTo>
                <a:lnTo>
                  <a:pt x="119756" y="132703"/>
                </a:lnTo>
                <a:lnTo>
                  <a:pt x="120866" y="132717"/>
                </a:lnTo>
                <a:lnTo>
                  <a:pt x="121546" y="132712"/>
                </a:lnTo>
                <a:lnTo>
                  <a:pt x="122219" y="132699"/>
                </a:lnTo>
                <a:lnTo>
                  <a:pt x="122883" y="132677"/>
                </a:lnTo>
                <a:lnTo>
                  <a:pt x="123539" y="132646"/>
                </a:lnTo>
                <a:lnTo>
                  <a:pt x="124186" y="132607"/>
                </a:lnTo>
                <a:lnTo>
                  <a:pt x="124826" y="132559"/>
                </a:lnTo>
                <a:lnTo>
                  <a:pt x="125457" y="132502"/>
                </a:lnTo>
                <a:lnTo>
                  <a:pt x="126080" y="132436"/>
                </a:lnTo>
                <a:lnTo>
                  <a:pt x="126695" y="132361"/>
                </a:lnTo>
                <a:lnTo>
                  <a:pt x="127301" y="132278"/>
                </a:lnTo>
                <a:lnTo>
                  <a:pt x="127900" y="132186"/>
                </a:lnTo>
                <a:lnTo>
                  <a:pt x="128490" y="132085"/>
                </a:lnTo>
                <a:lnTo>
                  <a:pt x="129071" y="131975"/>
                </a:lnTo>
                <a:lnTo>
                  <a:pt x="129645" y="131857"/>
                </a:lnTo>
                <a:lnTo>
                  <a:pt x="130210" y="131730"/>
                </a:lnTo>
                <a:lnTo>
                  <a:pt x="130768" y="131594"/>
                </a:lnTo>
                <a:lnTo>
                  <a:pt x="131316" y="131449"/>
                </a:lnTo>
                <a:lnTo>
                  <a:pt x="131857" y="131295"/>
                </a:lnTo>
                <a:lnTo>
                  <a:pt x="132390" y="131133"/>
                </a:lnTo>
                <a:lnTo>
                  <a:pt x="132914" y="130962"/>
                </a:lnTo>
                <a:lnTo>
                  <a:pt x="133430" y="130782"/>
                </a:lnTo>
                <a:lnTo>
                  <a:pt x="133938" y="130594"/>
                </a:lnTo>
                <a:lnTo>
                  <a:pt x="134437" y="130396"/>
                </a:lnTo>
                <a:lnTo>
                  <a:pt x="134928" y="130190"/>
                </a:lnTo>
                <a:lnTo>
                  <a:pt x="135411" y="129976"/>
                </a:lnTo>
                <a:lnTo>
                  <a:pt x="135884" y="129754"/>
                </a:lnTo>
                <a:lnTo>
                  <a:pt x="136348" y="129526"/>
                </a:lnTo>
                <a:lnTo>
                  <a:pt x="136802" y="129290"/>
                </a:lnTo>
                <a:lnTo>
                  <a:pt x="137248" y="129047"/>
                </a:lnTo>
                <a:lnTo>
                  <a:pt x="137683" y="128797"/>
                </a:lnTo>
                <a:lnTo>
                  <a:pt x="138110" y="128540"/>
                </a:lnTo>
                <a:lnTo>
                  <a:pt x="138527" y="128276"/>
                </a:lnTo>
                <a:lnTo>
                  <a:pt x="138935" y="128005"/>
                </a:lnTo>
                <a:lnTo>
                  <a:pt x="139334" y="127726"/>
                </a:lnTo>
                <a:lnTo>
                  <a:pt x="139723" y="127441"/>
                </a:lnTo>
                <a:lnTo>
                  <a:pt x="140103" y="127148"/>
                </a:lnTo>
                <a:lnTo>
                  <a:pt x="140473" y="126848"/>
                </a:lnTo>
                <a:lnTo>
                  <a:pt x="140834" y="126541"/>
                </a:lnTo>
                <a:lnTo>
                  <a:pt x="141186" y="126227"/>
                </a:lnTo>
                <a:lnTo>
                  <a:pt x="141529" y="125906"/>
                </a:lnTo>
                <a:lnTo>
                  <a:pt x="141862" y="125578"/>
                </a:lnTo>
                <a:lnTo>
                  <a:pt x="142186" y="125242"/>
                </a:lnTo>
                <a:lnTo>
                  <a:pt x="142500" y="124900"/>
                </a:lnTo>
                <a:lnTo>
                  <a:pt x="142805" y="124550"/>
                </a:lnTo>
                <a:lnTo>
                  <a:pt x="143101" y="124194"/>
                </a:lnTo>
                <a:lnTo>
                  <a:pt x="143388" y="123830"/>
                </a:lnTo>
                <a:lnTo>
                  <a:pt x="143665" y="123459"/>
                </a:lnTo>
                <a:lnTo>
                  <a:pt x="143933" y="123080"/>
                </a:lnTo>
                <a:lnTo>
                  <a:pt x="144191" y="122695"/>
                </a:lnTo>
                <a:lnTo>
                  <a:pt x="144438" y="122305"/>
                </a:lnTo>
                <a:lnTo>
                  <a:pt x="144674" y="121908"/>
                </a:lnTo>
                <a:lnTo>
                  <a:pt x="144899" y="121505"/>
                </a:lnTo>
                <a:lnTo>
                  <a:pt x="145113" y="121095"/>
                </a:lnTo>
                <a:lnTo>
                  <a:pt x="145316" y="120680"/>
                </a:lnTo>
                <a:lnTo>
                  <a:pt x="145508" y="120259"/>
                </a:lnTo>
                <a:lnTo>
                  <a:pt x="145689" y="119832"/>
                </a:lnTo>
                <a:lnTo>
                  <a:pt x="145859" y="119399"/>
                </a:lnTo>
                <a:lnTo>
                  <a:pt x="146018" y="118960"/>
                </a:lnTo>
                <a:lnTo>
                  <a:pt x="146166" y="118515"/>
                </a:lnTo>
                <a:lnTo>
                  <a:pt x="146303" y="118063"/>
                </a:lnTo>
                <a:lnTo>
                  <a:pt x="146429" y="117606"/>
                </a:lnTo>
                <a:lnTo>
                  <a:pt x="146545" y="117143"/>
                </a:lnTo>
                <a:lnTo>
                  <a:pt x="146649" y="116674"/>
                </a:lnTo>
                <a:lnTo>
                  <a:pt x="146742" y="116198"/>
                </a:lnTo>
                <a:lnTo>
                  <a:pt x="146825" y="115717"/>
                </a:lnTo>
                <a:lnTo>
                  <a:pt x="146880" y="115337"/>
                </a:lnTo>
                <a:lnTo>
                  <a:pt x="147253" y="115337"/>
                </a:lnTo>
                <a:lnTo>
                  <a:pt x="147253" y="131137"/>
                </a:lnTo>
                <a:lnTo>
                  <a:pt x="161313" y="131137"/>
                </a:lnTo>
                <a:lnTo>
                  <a:pt x="161313" y="71414"/>
                </a:lnTo>
                <a:close/>
                <a:moveTo>
                  <a:pt x="121602" y="120594"/>
                </a:moveTo>
                <a:lnTo>
                  <a:pt x="120949" y="120529"/>
                </a:lnTo>
                <a:lnTo>
                  <a:pt x="120308" y="120449"/>
                </a:lnTo>
                <a:lnTo>
                  <a:pt x="119681" y="120354"/>
                </a:lnTo>
                <a:lnTo>
                  <a:pt x="119067" y="120245"/>
                </a:lnTo>
                <a:lnTo>
                  <a:pt x="118465" y="120122"/>
                </a:lnTo>
                <a:lnTo>
                  <a:pt x="117877" y="119984"/>
                </a:lnTo>
                <a:lnTo>
                  <a:pt x="117301" y="119831"/>
                </a:lnTo>
                <a:lnTo>
                  <a:pt x="116739" y="119664"/>
                </a:lnTo>
                <a:lnTo>
                  <a:pt x="116189" y="119482"/>
                </a:lnTo>
                <a:lnTo>
                  <a:pt x="115652" y="119286"/>
                </a:lnTo>
                <a:lnTo>
                  <a:pt x="115128" y="119075"/>
                </a:lnTo>
                <a:lnTo>
                  <a:pt x="114617" y="118849"/>
                </a:lnTo>
                <a:lnTo>
                  <a:pt x="114118" y="118609"/>
                </a:lnTo>
                <a:lnTo>
                  <a:pt x="113633" y="118355"/>
                </a:lnTo>
                <a:lnTo>
                  <a:pt x="113160" y="118086"/>
                </a:lnTo>
                <a:lnTo>
                  <a:pt x="112701" y="117802"/>
                </a:lnTo>
                <a:lnTo>
                  <a:pt x="112254" y="117504"/>
                </a:lnTo>
                <a:lnTo>
                  <a:pt x="111820" y="117192"/>
                </a:lnTo>
                <a:lnTo>
                  <a:pt x="111399" y="116865"/>
                </a:lnTo>
                <a:lnTo>
                  <a:pt x="110991" y="116523"/>
                </a:lnTo>
                <a:lnTo>
                  <a:pt x="110598" y="116169"/>
                </a:lnTo>
                <a:lnTo>
                  <a:pt x="110221" y="115804"/>
                </a:lnTo>
                <a:lnTo>
                  <a:pt x="109862" y="115428"/>
                </a:lnTo>
                <a:lnTo>
                  <a:pt x="109519" y="115042"/>
                </a:lnTo>
                <a:lnTo>
                  <a:pt x="109192" y="114644"/>
                </a:lnTo>
                <a:lnTo>
                  <a:pt x="108883" y="114237"/>
                </a:lnTo>
                <a:lnTo>
                  <a:pt x="108590" y="113818"/>
                </a:lnTo>
                <a:lnTo>
                  <a:pt x="108314" y="113389"/>
                </a:lnTo>
                <a:lnTo>
                  <a:pt x="108054" y="112949"/>
                </a:lnTo>
                <a:lnTo>
                  <a:pt x="107812" y="112499"/>
                </a:lnTo>
                <a:lnTo>
                  <a:pt x="107586" y="112038"/>
                </a:lnTo>
                <a:lnTo>
                  <a:pt x="107377" y="111566"/>
                </a:lnTo>
                <a:lnTo>
                  <a:pt x="107184" y="111083"/>
                </a:lnTo>
                <a:lnTo>
                  <a:pt x="107009" y="110590"/>
                </a:lnTo>
                <a:lnTo>
                  <a:pt x="106850" y="110086"/>
                </a:lnTo>
                <a:lnTo>
                  <a:pt x="106707" y="109571"/>
                </a:lnTo>
                <a:lnTo>
                  <a:pt x="106582" y="109046"/>
                </a:lnTo>
                <a:lnTo>
                  <a:pt x="106473" y="108510"/>
                </a:lnTo>
                <a:lnTo>
                  <a:pt x="106381" y="107963"/>
                </a:lnTo>
                <a:lnTo>
                  <a:pt x="106306" y="107406"/>
                </a:lnTo>
                <a:lnTo>
                  <a:pt x="106247" y="106838"/>
                </a:lnTo>
                <a:lnTo>
                  <a:pt x="106205" y="106259"/>
                </a:lnTo>
                <a:lnTo>
                  <a:pt x="106180" y="105669"/>
                </a:lnTo>
                <a:lnTo>
                  <a:pt x="106172" y="105069"/>
                </a:lnTo>
                <a:lnTo>
                  <a:pt x="106179" y="104494"/>
                </a:lnTo>
                <a:lnTo>
                  <a:pt x="106202" y="103929"/>
                </a:lnTo>
                <a:lnTo>
                  <a:pt x="106240" y="103374"/>
                </a:lnTo>
                <a:lnTo>
                  <a:pt x="106293" y="102828"/>
                </a:lnTo>
                <a:lnTo>
                  <a:pt x="106360" y="102292"/>
                </a:lnTo>
                <a:lnTo>
                  <a:pt x="106443" y="101766"/>
                </a:lnTo>
                <a:lnTo>
                  <a:pt x="106541" y="101249"/>
                </a:lnTo>
                <a:lnTo>
                  <a:pt x="106655" y="100741"/>
                </a:lnTo>
                <a:lnTo>
                  <a:pt x="106783" y="100244"/>
                </a:lnTo>
                <a:lnTo>
                  <a:pt x="106926" y="99756"/>
                </a:lnTo>
                <a:lnTo>
                  <a:pt x="107084" y="99277"/>
                </a:lnTo>
                <a:lnTo>
                  <a:pt x="107258" y="98808"/>
                </a:lnTo>
                <a:lnTo>
                  <a:pt x="107447" y="98349"/>
                </a:lnTo>
                <a:lnTo>
                  <a:pt x="107650" y="97899"/>
                </a:lnTo>
                <a:lnTo>
                  <a:pt x="107869" y="97459"/>
                </a:lnTo>
                <a:lnTo>
                  <a:pt x="108103" y="97029"/>
                </a:lnTo>
                <a:lnTo>
                  <a:pt x="108352" y="96608"/>
                </a:lnTo>
                <a:lnTo>
                  <a:pt x="108616" y="96197"/>
                </a:lnTo>
                <a:lnTo>
                  <a:pt x="108895" y="95795"/>
                </a:lnTo>
                <a:lnTo>
                  <a:pt x="109189" y="95403"/>
                </a:lnTo>
                <a:lnTo>
                  <a:pt x="109498" y="95021"/>
                </a:lnTo>
                <a:lnTo>
                  <a:pt x="109822" y="94648"/>
                </a:lnTo>
                <a:lnTo>
                  <a:pt x="110162" y="94285"/>
                </a:lnTo>
                <a:lnTo>
                  <a:pt x="110516" y="93931"/>
                </a:lnTo>
                <a:lnTo>
                  <a:pt x="110883" y="93589"/>
                </a:lnTo>
                <a:lnTo>
                  <a:pt x="111259" y="93262"/>
                </a:lnTo>
                <a:lnTo>
                  <a:pt x="111644" y="92950"/>
                </a:lnTo>
                <a:lnTo>
                  <a:pt x="112037" y="92651"/>
                </a:lnTo>
                <a:lnTo>
                  <a:pt x="112440" y="92368"/>
                </a:lnTo>
                <a:lnTo>
                  <a:pt x="112852" y="92099"/>
                </a:lnTo>
                <a:lnTo>
                  <a:pt x="113273" y="91844"/>
                </a:lnTo>
                <a:lnTo>
                  <a:pt x="113703" y="91605"/>
                </a:lnTo>
                <a:lnTo>
                  <a:pt x="114142" y="91379"/>
                </a:lnTo>
                <a:lnTo>
                  <a:pt x="114591" y="91168"/>
                </a:lnTo>
                <a:lnTo>
                  <a:pt x="115048" y="90972"/>
                </a:lnTo>
                <a:lnTo>
                  <a:pt x="115514" y="90790"/>
                </a:lnTo>
                <a:lnTo>
                  <a:pt x="115989" y="90623"/>
                </a:lnTo>
                <a:lnTo>
                  <a:pt x="116473" y="90470"/>
                </a:lnTo>
                <a:lnTo>
                  <a:pt x="116967" y="90332"/>
                </a:lnTo>
                <a:lnTo>
                  <a:pt x="117469" y="90209"/>
                </a:lnTo>
                <a:lnTo>
                  <a:pt x="117980" y="90100"/>
                </a:lnTo>
                <a:lnTo>
                  <a:pt x="118501" y="90005"/>
                </a:lnTo>
                <a:lnTo>
                  <a:pt x="119030" y="89925"/>
                </a:lnTo>
                <a:lnTo>
                  <a:pt x="119569" y="89860"/>
                </a:lnTo>
                <a:lnTo>
                  <a:pt x="120116" y="89809"/>
                </a:lnTo>
                <a:lnTo>
                  <a:pt x="120673" y="89772"/>
                </a:lnTo>
                <a:lnTo>
                  <a:pt x="121239" y="89751"/>
                </a:lnTo>
                <a:lnTo>
                  <a:pt x="121813" y="89743"/>
                </a:lnTo>
                <a:lnTo>
                  <a:pt x="147093" y="89743"/>
                </a:lnTo>
                <a:lnTo>
                  <a:pt x="147093" y="101908"/>
                </a:lnTo>
                <a:lnTo>
                  <a:pt x="147083" y="102626"/>
                </a:lnTo>
                <a:lnTo>
                  <a:pt x="147051" y="103331"/>
                </a:lnTo>
                <a:lnTo>
                  <a:pt x="146997" y="104024"/>
                </a:lnTo>
                <a:lnTo>
                  <a:pt x="146922" y="104704"/>
                </a:lnTo>
                <a:lnTo>
                  <a:pt x="146826" y="105371"/>
                </a:lnTo>
                <a:lnTo>
                  <a:pt x="146708" y="106026"/>
                </a:lnTo>
                <a:lnTo>
                  <a:pt x="146569" y="106668"/>
                </a:lnTo>
                <a:lnTo>
                  <a:pt x="146409" y="107297"/>
                </a:lnTo>
                <a:lnTo>
                  <a:pt x="146227" y="107914"/>
                </a:lnTo>
                <a:lnTo>
                  <a:pt x="146024" y="108519"/>
                </a:lnTo>
                <a:lnTo>
                  <a:pt x="145799" y="109110"/>
                </a:lnTo>
                <a:lnTo>
                  <a:pt x="145553" y="109689"/>
                </a:lnTo>
                <a:lnTo>
                  <a:pt x="145285" y="110256"/>
                </a:lnTo>
                <a:lnTo>
                  <a:pt x="144997" y="110810"/>
                </a:lnTo>
                <a:lnTo>
                  <a:pt x="144686" y="111351"/>
                </a:lnTo>
                <a:lnTo>
                  <a:pt x="144355" y="111880"/>
                </a:lnTo>
                <a:lnTo>
                  <a:pt x="144002" y="112396"/>
                </a:lnTo>
                <a:lnTo>
                  <a:pt x="143627" y="112899"/>
                </a:lnTo>
                <a:lnTo>
                  <a:pt x="143231" y="113390"/>
                </a:lnTo>
                <a:lnTo>
                  <a:pt x="142814" y="113868"/>
                </a:lnTo>
                <a:lnTo>
                  <a:pt x="142376" y="114334"/>
                </a:lnTo>
                <a:lnTo>
                  <a:pt x="141916" y="114787"/>
                </a:lnTo>
                <a:lnTo>
                  <a:pt x="141434" y="115227"/>
                </a:lnTo>
                <a:lnTo>
                  <a:pt x="140931" y="115655"/>
                </a:lnTo>
                <a:lnTo>
                  <a:pt x="140410" y="116068"/>
                </a:lnTo>
                <a:lnTo>
                  <a:pt x="139875" y="116463"/>
                </a:lnTo>
                <a:lnTo>
                  <a:pt x="139324" y="116840"/>
                </a:lnTo>
                <a:lnTo>
                  <a:pt x="138759" y="117200"/>
                </a:lnTo>
                <a:lnTo>
                  <a:pt x="138179" y="117542"/>
                </a:lnTo>
                <a:lnTo>
                  <a:pt x="137584" y="117867"/>
                </a:lnTo>
                <a:lnTo>
                  <a:pt x="136974" y="118174"/>
                </a:lnTo>
                <a:lnTo>
                  <a:pt x="136349" y="118464"/>
                </a:lnTo>
                <a:lnTo>
                  <a:pt x="135710" y="118736"/>
                </a:lnTo>
                <a:lnTo>
                  <a:pt x="135056" y="118990"/>
                </a:lnTo>
                <a:lnTo>
                  <a:pt x="134387" y="119227"/>
                </a:lnTo>
                <a:lnTo>
                  <a:pt x="133703" y="119447"/>
                </a:lnTo>
                <a:lnTo>
                  <a:pt x="133004" y="119649"/>
                </a:lnTo>
                <a:lnTo>
                  <a:pt x="132291" y="119833"/>
                </a:lnTo>
                <a:lnTo>
                  <a:pt x="131563" y="120000"/>
                </a:lnTo>
                <a:lnTo>
                  <a:pt x="130820" y="120149"/>
                </a:lnTo>
                <a:lnTo>
                  <a:pt x="130062" y="120280"/>
                </a:lnTo>
                <a:lnTo>
                  <a:pt x="129289" y="120395"/>
                </a:lnTo>
                <a:lnTo>
                  <a:pt x="128502" y="120491"/>
                </a:lnTo>
                <a:lnTo>
                  <a:pt x="127700" y="120570"/>
                </a:lnTo>
                <a:lnTo>
                  <a:pt x="126882" y="120632"/>
                </a:lnTo>
                <a:lnTo>
                  <a:pt x="126051" y="120675"/>
                </a:lnTo>
                <a:lnTo>
                  <a:pt x="125204" y="120702"/>
                </a:lnTo>
                <a:lnTo>
                  <a:pt x="124342" y="120711"/>
                </a:lnTo>
                <a:lnTo>
                  <a:pt x="123638" y="120703"/>
                </a:lnTo>
                <a:lnTo>
                  <a:pt x="122946" y="120681"/>
                </a:lnTo>
                <a:lnTo>
                  <a:pt x="122267" y="120645"/>
                </a:lnTo>
                <a:lnTo>
                  <a:pt x="121602" y="120594"/>
                </a:lnTo>
                <a:close/>
                <a:moveTo>
                  <a:pt x="347575" y="70292"/>
                </a:moveTo>
                <a:lnTo>
                  <a:pt x="347531" y="69191"/>
                </a:lnTo>
                <a:lnTo>
                  <a:pt x="347458" y="68111"/>
                </a:lnTo>
                <a:lnTo>
                  <a:pt x="347355" y="67051"/>
                </a:lnTo>
                <a:lnTo>
                  <a:pt x="347223" y="66013"/>
                </a:lnTo>
                <a:lnTo>
                  <a:pt x="347062" y="64995"/>
                </a:lnTo>
                <a:lnTo>
                  <a:pt x="346871" y="63999"/>
                </a:lnTo>
                <a:lnTo>
                  <a:pt x="346651" y="63023"/>
                </a:lnTo>
                <a:lnTo>
                  <a:pt x="346401" y="62068"/>
                </a:lnTo>
                <a:lnTo>
                  <a:pt x="346122" y="61133"/>
                </a:lnTo>
                <a:lnTo>
                  <a:pt x="345814" y="60220"/>
                </a:lnTo>
                <a:lnTo>
                  <a:pt x="345477" y="59328"/>
                </a:lnTo>
                <a:lnTo>
                  <a:pt x="345110" y="58456"/>
                </a:lnTo>
                <a:lnTo>
                  <a:pt x="344714" y="57605"/>
                </a:lnTo>
                <a:lnTo>
                  <a:pt x="344288" y="56775"/>
                </a:lnTo>
                <a:lnTo>
                  <a:pt x="343833" y="55966"/>
                </a:lnTo>
                <a:lnTo>
                  <a:pt x="343349" y="55178"/>
                </a:lnTo>
                <a:lnTo>
                  <a:pt x="342835" y="54411"/>
                </a:lnTo>
                <a:lnTo>
                  <a:pt x="342292" y="53664"/>
                </a:lnTo>
                <a:lnTo>
                  <a:pt x="341720" y="52938"/>
                </a:lnTo>
                <a:lnTo>
                  <a:pt x="341118" y="52234"/>
                </a:lnTo>
                <a:lnTo>
                  <a:pt x="340487" y="51550"/>
                </a:lnTo>
                <a:lnTo>
                  <a:pt x="339827" y="50887"/>
                </a:lnTo>
                <a:lnTo>
                  <a:pt x="339137" y="50244"/>
                </a:lnTo>
                <a:lnTo>
                  <a:pt x="338420" y="49625"/>
                </a:lnTo>
                <a:lnTo>
                  <a:pt x="337678" y="49033"/>
                </a:lnTo>
                <a:lnTo>
                  <a:pt x="336910" y="48467"/>
                </a:lnTo>
                <a:lnTo>
                  <a:pt x="336116" y="47927"/>
                </a:lnTo>
                <a:lnTo>
                  <a:pt x="335297" y="47413"/>
                </a:lnTo>
                <a:lnTo>
                  <a:pt x="334452" y="46926"/>
                </a:lnTo>
                <a:lnTo>
                  <a:pt x="333582" y="46465"/>
                </a:lnTo>
                <a:lnTo>
                  <a:pt x="332686" y="46031"/>
                </a:lnTo>
                <a:lnTo>
                  <a:pt x="331765" y="45622"/>
                </a:lnTo>
                <a:lnTo>
                  <a:pt x="330818" y="45241"/>
                </a:lnTo>
                <a:lnTo>
                  <a:pt x="329846" y="44885"/>
                </a:lnTo>
                <a:lnTo>
                  <a:pt x="328848" y="44556"/>
                </a:lnTo>
                <a:lnTo>
                  <a:pt x="327825" y="44253"/>
                </a:lnTo>
                <a:lnTo>
                  <a:pt x="326776" y="43976"/>
                </a:lnTo>
                <a:lnTo>
                  <a:pt x="325702" y="43726"/>
                </a:lnTo>
                <a:lnTo>
                  <a:pt x="324602" y="43502"/>
                </a:lnTo>
                <a:lnTo>
                  <a:pt x="323476" y="43305"/>
                </a:lnTo>
                <a:lnTo>
                  <a:pt x="322325" y="43134"/>
                </a:lnTo>
                <a:lnTo>
                  <a:pt x="321149" y="42989"/>
                </a:lnTo>
                <a:lnTo>
                  <a:pt x="319947" y="42870"/>
                </a:lnTo>
                <a:lnTo>
                  <a:pt x="318720" y="42778"/>
                </a:lnTo>
                <a:lnTo>
                  <a:pt x="317467" y="42712"/>
                </a:lnTo>
                <a:lnTo>
                  <a:pt x="316188" y="42673"/>
                </a:lnTo>
                <a:lnTo>
                  <a:pt x="314884" y="42660"/>
                </a:lnTo>
                <a:lnTo>
                  <a:pt x="313683" y="42671"/>
                </a:lnTo>
                <a:lnTo>
                  <a:pt x="312502" y="42706"/>
                </a:lnTo>
                <a:lnTo>
                  <a:pt x="311341" y="42765"/>
                </a:lnTo>
                <a:lnTo>
                  <a:pt x="310200" y="42846"/>
                </a:lnTo>
                <a:lnTo>
                  <a:pt x="309078" y="42951"/>
                </a:lnTo>
                <a:lnTo>
                  <a:pt x="307977" y="43079"/>
                </a:lnTo>
                <a:lnTo>
                  <a:pt x="306896" y="43231"/>
                </a:lnTo>
                <a:lnTo>
                  <a:pt x="305835" y="43406"/>
                </a:lnTo>
                <a:lnTo>
                  <a:pt x="304794" y="43604"/>
                </a:lnTo>
                <a:lnTo>
                  <a:pt x="303773" y="43825"/>
                </a:lnTo>
                <a:lnTo>
                  <a:pt x="302772" y="44070"/>
                </a:lnTo>
                <a:lnTo>
                  <a:pt x="301791" y="44338"/>
                </a:lnTo>
                <a:lnTo>
                  <a:pt x="300830" y="44630"/>
                </a:lnTo>
                <a:lnTo>
                  <a:pt x="299889" y="44944"/>
                </a:lnTo>
                <a:lnTo>
                  <a:pt x="298968" y="45282"/>
                </a:lnTo>
                <a:lnTo>
                  <a:pt x="298067" y="45644"/>
                </a:lnTo>
                <a:lnTo>
                  <a:pt x="297187" y="46028"/>
                </a:lnTo>
                <a:lnTo>
                  <a:pt x="296326" y="46436"/>
                </a:lnTo>
                <a:lnTo>
                  <a:pt x="295485" y="46868"/>
                </a:lnTo>
                <a:lnTo>
                  <a:pt x="294664" y="47322"/>
                </a:lnTo>
                <a:lnTo>
                  <a:pt x="293863" y="47800"/>
                </a:lnTo>
                <a:lnTo>
                  <a:pt x="293083" y="48302"/>
                </a:lnTo>
                <a:lnTo>
                  <a:pt x="292322" y="48826"/>
                </a:lnTo>
                <a:lnTo>
                  <a:pt x="291581" y="49374"/>
                </a:lnTo>
                <a:lnTo>
                  <a:pt x="290864" y="49940"/>
                </a:lnTo>
                <a:lnTo>
                  <a:pt x="290175" y="50518"/>
                </a:lnTo>
                <a:lnTo>
                  <a:pt x="289514" y="51108"/>
                </a:lnTo>
                <a:lnTo>
                  <a:pt x="288880" y="51711"/>
                </a:lnTo>
                <a:lnTo>
                  <a:pt x="288274" y="52326"/>
                </a:lnTo>
                <a:lnTo>
                  <a:pt x="287696" y="52953"/>
                </a:lnTo>
                <a:lnTo>
                  <a:pt x="287145" y="53593"/>
                </a:lnTo>
                <a:lnTo>
                  <a:pt x="286622" y="54245"/>
                </a:lnTo>
                <a:lnTo>
                  <a:pt x="286127" y="54910"/>
                </a:lnTo>
                <a:lnTo>
                  <a:pt x="285659" y="55586"/>
                </a:lnTo>
                <a:lnTo>
                  <a:pt x="285220" y="56276"/>
                </a:lnTo>
                <a:lnTo>
                  <a:pt x="284807" y="56977"/>
                </a:lnTo>
                <a:lnTo>
                  <a:pt x="284423" y="57691"/>
                </a:lnTo>
                <a:lnTo>
                  <a:pt x="284066" y="58417"/>
                </a:lnTo>
                <a:lnTo>
                  <a:pt x="283737" y="59156"/>
                </a:lnTo>
                <a:lnTo>
                  <a:pt x="283436" y="59907"/>
                </a:lnTo>
                <a:lnTo>
                  <a:pt x="283162" y="60670"/>
                </a:lnTo>
                <a:lnTo>
                  <a:pt x="282916" y="61445"/>
                </a:lnTo>
                <a:lnTo>
                  <a:pt x="282698" y="62233"/>
                </a:lnTo>
                <a:lnTo>
                  <a:pt x="282507" y="63034"/>
                </a:lnTo>
                <a:lnTo>
                  <a:pt x="282345" y="63846"/>
                </a:lnTo>
                <a:lnTo>
                  <a:pt x="282209" y="64671"/>
                </a:lnTo>
                <a:lnTo>
                  <a:pt x="282102" y="65509"/>
                </a:lnTo>
                <a:lnTo>
                  <a:pt x="282022" y="66358"/>
                </a:lnTo>
                <a:lnTo>
                  <a:pt x="296241" y="66358"/>
                </a:lnTo>
                <a:lnTo>
                  <a:pt x="296276" y="65915"/>
                </a:lnTo>
                <a:lnTo>
                  <a:pt x="296327" y="65479"/>
                </a:lnTo>
                <a:lnTo>
                  <a:pt x="296394" y="65052"/>
                </a:lnTo>
                <a:lnTo>
                  <a:pt x="296478" y="64634"/>
                </a:lnTo>
                <a:lnTo>
                  <a:pt x="296579" y="64223"/>
                </a:lnTo>
                <a:lnTo>
                  <a:pt x="296696" y="63821"/>
                </a:lnTo>
                <a:lnTo>
                  <a:pt x="296829" y="63427"/>
                </a:lnTo>
                <a:lnTo>
                  <a:pt x="296979" y="63041"/>
                </a:lnTo>
                <a:lnTo>
                  <a:pt x="297145" y="62663"/>
                </a:lnTo>
                <a:lnTo>
                  <a:pt x="297327" y="62294"/>
                </a:lnTo>
                <a:lnTo>
                  <a:pt x="297527" y="61932"/>
                </a:lnTo>
                <a:lnTo>
                  <a:pt x="297742" y="61579"/>
                </a:lnTo>
                <a:lnTo>
                  <a:pt x="297974" y="61235"/>
                </a:lnTo>
                <a:lnTo>
                  <a:pt x="298223" y="60898"/>
                </a:lnTo>
                <a:lnTo>
                  <a:pt x="298488" y="60570"/>
                </a:lnTo>
                <a:lnTo>
                  <a:pt x="298769" y="60250"/>
                </a:lnTo>
                <a:lnTo>
                  <a:pt x="299067" y="59938"/>
                </a:lnTo>
                <a:lnTo>
                  <a:pt x="299381" y="59634"/>
                </a:lnTo>
                <a:lnTo>
                  <a:pt x="299712" y="59339"/>
                </a:lnTo>
                <a:lnTo>
                  <a:pt x="300059" y="59052"/>
                </a:lnTo>
                <a:lnTo>
                  <a:pt x="300423" y="58773"/>
                </a:lnTo>
                <a:lnTo>
                  <a:pt x="300803" y="58502"/>
                </a:lnTo>
                <a:lnTo>
                  <a:pt x="301200" y="58240"/>
                </a:lnTo>
                <a:lnTo>
                  <a:pt x="301613" y="57985"/>
                </a:lnTo>
                <a:lnTo>
                  <a:pt x="302040" y="57741"/>
                </a:lnTo>
                <a:lnTo>
                  <a:pt x="302477" y="57506"/>
                </a:lnTo>
                <a:lnTo>
                  <a:pt x="302926" y="57282"/>
                </a:lnTo>
                <a:lnTo>
                  <a:pt x="303386" y="57068"/>
                </a:lnTo>
                <a:lnTo>
                  <a:pt x="303856" y="56865"/>
                </a:lnTo>
                <a:lnTo>
                  <a:pt x="304338" y="56672"/>
                </a:lnTo>
                <a:lnTo>
                  <a:pt x="304831" y="56490"/>
                </a:lnTo>
                <a:lnTo>
                  <a:pt x="305334" y="56318"/>
                </a:lnTo>
                <a:lnTo>
                  <a:pt x="305849" y="56156"/>
                </a:lnTo>
                <a:lnTo>
                  <a:pt x="306374" y="56005"/>
                </a:lnTo>
                <a:lnTo>
                  <a:pt x="306911" y="55865"/>
                </a:lnTo>
                <a:lnTo>
                  <a:pt x="307458" y="55734"/>
                </a:lnTo>
                <a:lnTo>
                  <a:pt x="308017" y="55614"/>
                </a:lnTo>
                <a:lnTo>
                  <a:pt x="308586" y="55505"/>
                </a:lnTo>
                <a:lnTo>
                  <a:pt x="309167" y="55406"/>
                </a:lnTo>
                <a:lnTo>
                  <a:pt x="309758" y="55317"/>
                </a:lnTo>
                <a:lnTo>
                  <a:pt x="310361" y="55239"/>
                </a:lnTo>
                <a:lnTo>
                  <a:pt x="310974" y="55172"/>
                </a:lnTo>
                <a:lnTo>
                  <a:pt x="311598" y="55114"/>
                </a:lnTo>
                <a:lnTo>
                  <a:pt x="312233" y="55067"/>
                </a:lnTo>
                <a:lnTo>
                  <a:pt x="312880" y="55031"/>
                </a:lnTo>
                <a:lnTo>
                  <a:pt x="313537" y="55005"/>
                </a:lnTo>
                <a:lnTo>
                  <a:pt x="314205" y="54989"/>
                </a:lnTo>
                <a:lnTo>
                  <a:pt x="314884" y="54984"/>
                </a:lnTo>
                <a:lnTo>
                  <a:pt x="315653" y="54991"/>
                </a:lnTo>
                <a:lnTo>
                  <a:pt x="316405" y="55013"/>
                </a:lnTo>
                <a:lnTo>
                  <a:pt x="317141" y="55049"/>
                </a:lnTo>
                <a:lnTo>
                  <a:pt x="317860" y="55100"/>
                </a:lnTo>
                <a:lnTo>
                  <a:pt x="318563" y="55166"/>
                </a:lnTo>
                <a:lnTo>
                  <a:pt x="319249" y="55246"/>
                </a:lnTo>
                <a:lnTo>
                  <a:pt x="319919" y="55340"/>
                </a:lnTo>
                <a:lnTo>
                  <a:pt x="320573" y="55449"/>
                </a:lnTo>
                <a:lnTo>
                  <a:pt x="321210" y="55573"/>
                </a:lnTo>
                <a:lnTo>
                  <a:pt x="321830" y="55711"/>
                </a:lnTo>
                <a:lnTo>
                  <a:pt x="322434" y="55864"/>
                </a:lnTo>
                <a:lnTo>
                  <a:pt x="323022" y="56031"/>
                </a:lnTo>
                <a:lnTo>
                  <a:pt x="323593" y="56213"/>
                </a:lnTo>
                <a:lnTo>
                  <a:pt x="324147" y="56409"/>
                </a:lnTo>
                <a:lnTo>
                  <a:pt x="324685" y="56620"/>
                </a:lnTo>
                <a:lnTo>
                  <a:pt x="325207" y="56845"/>
                </a:lnTo>
                <a:lnTo>
                  <a:pt x="325712" y="57085"/>
                </a:lnTo>
                <a:lnTo>
                  <a:pt x="326201" y="57339"/>
                </a:lnTo>
                <a:lnTo>
                  <a:pt x="326673" y="57608"/>
                </a:lnTo>
                <a:lnTo>
                  <a:pt x="327129" y="57892"/>
                </a:lnTo>
                <a:lnTo>
                  <a:pt x="327568" y="58190"/>
                </a:lnTo>
                <a:lnTo>
                  <a:pt x="327991" y="58503"/>
                </a:lnTo>
                <a:lnTo>
                  <a:pt x="328398" y="58830"/>
                </a:lnTo>
                <a:lnTo>
                  <a:pt x="328788" y="59172"/>
                </a:lnTo>
                <a:lnTo>
                  <a:pt x="329162" y="59528"/>
                </a:lnTo>
                <a:lnTo>
                  <a:pt x="329520" y="59899"/>
                </a:lnTo>
                <a:lnTo>
                  <a:pt x="329862" y="60286"/>
                </a:lnTo>
                <a:lnTo>
                  <a:pt x="330188" y="60687"/>
                </a:lnTo>
                <a:lnTo>
                  <a:pt x="330498" y="61104"/>
                </a:lnTo>
                <a:lnTo>
                  <a:pt x="330793" y="61536"/>
                </a:lnTo>
                <a:lnTo>
                  <a:pt x="331071" y="61983"/>
                </a:lnTo>
                <a:lnTo>
                  <a:pt x="331334" y="62445"/>
                </a:lnTo>
                <a:lnTo>
                  <a:pt x="331580" y="62922"/>
                </a:lnTo>
                <a:lnTo>
                  <a:pt x="331811" y="63414"/>
                </a:lnTo>
                <a:lnTo>
                  <a:pt x="332026" y="63921"/>
                </a:lnTo>
                <a:lnTo>
                  <a:pt x="332225" y="64443"/>
                </a:lnTo>
                <a:lnTo>
                  <a:pt x="332408" y="64981"/>
                </a:lnTo>
                <a:lnTo>
                  <a:pt x="332575" y="65533"/>
                </a:lnTo>
                <a:lnTo>
                  <a:pt x="332726" y="66101"/>
                </a:lnTo>
                <a:lnTo>
                  <a:pt x="332861" y="66684"/>
                </a:lnTo>
                <a:lnTo>
                  <a:pt x="332981" y="67282"/>
                </a:lnTo>
                <a:lnTo>
                  <a:pt x="333084" y="67894"/>
                </a:lnTo>
                <a:lnTo>
                  <a:pt x="333172" y="68522"/>
                </a:lnTo>
                <a:lnTo>
                  <a:pt x="333243" y="69165"/>
                </a:lnTo>
                <a:lnTo>
                  <a:pt x="333299" y="69824"/>
                </a:lnTo>
                <a:lnTo>
                  <a:pt x="333339" y="70497"/>
                </a:lnTo>
                <a:lnTo>
                  <a:pt x="333363" y="71185"/>
                </a:lnTo>
                <a:lnTo>
                  <a:pt x="333371" y="71889"/>
                </a:lnTo>
                <a:lnTo>
                  <a:pt x="333371" y="78682"/>
                </a:lnTo>
                <a:lnTo>
                  <a:pt x="306512" y="78682"/>
                </a:lnTo>
                <a:lnTo>
                  <a:pt x="305817" y="78688"/>
                </a:lnTo>
                <a:lnTo>
                  <a:pt x="305129" y="78706"/>
                </a:lnTo>
                <a:lnTo>
                  <a:pt x="304448" y="78736"/>
                </a:lnTo>
                <a:lnTo>
                  <a:pt x="303773" y="78777"/>
                </a:lnTo>
                <a:lnTo>
                  <a:pt x="303105" y="78830"/>
                </a:lnTo>
                <a:lnTo>
                  <a:pt x="302444" y="78895"/>
                </a:lnTo>
                <a:lnTo>
                  <a:pt x="301789" y="78971"/>
                </a:lnTo>
                <a:lnTo>
                  <a:pt x="301140" y="79060"/>
                </a:lnTo>
                <a:lnTo>
                  <a:pt x="300498" y="79160"/>
                </a:lnTo>
                <a:lnTo>
                  <a:pt x="299863" y="79272"/>
                </a:lnTo>
                <a:lnTo>
                  <a:pt x="299235" y="79396"/>
                </a:lnTo>
                <a:lnTo>
                  <a:pt x="298612" y="79532"/>
                </a:lnTo>
                <a:lnTo>
                  <a:pt x="297997" y="79679"/>
                </a:lnTo>
                <a:lnTo>
                  <a:pt x="297388" y="79838"/>
                </a:lnTo>
                <a:lnTo>
                  <a:pt x="296786" y="80009"/>
                </a:lnTo>
                <a:lnTo>
                  <a:pt x="296190" y="80192"/>
                </a:lnTo>
                <a:lnTo>
                  <a:pt x="295601" y="80387"/>
                </a:lnTo>
                <a:lnTo>
                  <a:pt x="295018" y="80593"/>
                </a:lnTo>
                <a:lnTo>
                  <a:pt x="294442" y="80811"/>
                </a:lnTo>
                <a:lnTo>
                  <a:pt x="293873" y="81041"/>
                </a:lnTo>
                <a:lnTo>
                  <a:pt x="293310" y="81283"/>
                </a:lnTo>
                <a:lnTo>
                  <a:pt x="292754" y="81537"/>
                </a:lnTo>
                <a:lnTo>
                  <a:pt x="292204" y="81802"/>
                </a:lnTo>
                <a:lnTo>
                  <a:pt x="291661" y="82079"/>
                </a:lnTo>
                <a:lnTo>
                  <a:pt x="291126" y="82367"/>
                </a:lnTo>
                <a:lnTo>
                  <a:pt x="290601" y="82664"/>
                </a:lnTo>
                <a:lnTo>
                  <a:pt x="290086" y="82969"/>
                </a:lnTo>
                <a:lnTo>
                  <a:pt x="289580" y="83284"/>
                </a:lnTo>
                <a:lnTo>
                  <a:pt x="289085" y="83608"/>
                </a:lnTo>
                <a:lnTo>
                  <a:pt x="288600" y="83941"/>
                </a:lnTo>
                <a:lnTo>
                  <a:pt x="288124" y="84283"/>
                </a:lnTo>
                <a:lnTo>
                  <a:pt x="287658" y="84634"/>
                </a:lnTo>
                <a:lnTo>
                  <a:pt x="287202" y="84994"/>
                </a:lnTo>
                <a:lnTo>
                  <a:pt x="286756" y="85363"/>
                </a:lnTo>
                <a:lnTo>
                  <a:pt x="286320" y="85741"/>
                </a:lnTo>
                <a:lnTo>
                  <a:pt x="285894" y="86128"/>
                </a:lnTo>
                <a:lnTo>
                  <a:pt x="285477" y="86525"/>
                </a:lnTo>
                <a:lnTo>
                  <a:pt x="285070" y="86930"/>
                </a:lnTo>
                <a:lnTo>
                  <a:pt x="284674" y="87344"/>
                </a:lnTo>
                <a:lnTo>
                  <a:pt x="284287" y="87768"/>
                </a:lnTo>
                <a:lnTo>
                  <a:pt x="283910" y="88200"/>
                </a:lnTo>
                <a:lnTo>
                  <a:pt x="283543" y="88642"/>
                </a:lnTo>
                <a:lnTo>
                  <a:pt x="283186" y="89093"/>
                </a:lnTo>
                <a:lnTo>
                  <a:pt x="282838" y="89552"/>
                </a:lnTo>
                <a:lnTo>
                  <a:pt x="282501" y="90021"/>
                </a:lnTo>
                <a:lnTo>
                  <a:pt x="282173" y="90499"/>
                </a:lnTo>
                <a:lnTo>
                  <a:pt x="281855" y="90986"/>
                </a:lnTo>
                <a:lnTo>
                  <a:pt x="281547" y="91482"/>
                </a:lnTo>
                <a:lnTo>
                  <a:pt x="281251" y="91985"/>
                </a:lnTo>
                <a:lnTo>
                  <a:pt x="280967" y="92496"/>
                </a:lnTo>
                <a:lnTo>
                  <a:pt x="280696" y="93014"/>
                </a:lnTo>
                <a:lnTo>
                  <a:pt x="280437" y="93540"/>
                </a:lnTo>
                <a:lnTo>
                  <a:pt x="280191" y="94072"/>
                </a:lnTo>
                <a:lnTo>
                  <a:pt x="279958" y="94611"/>
                </a:lnTo>
                <a:lnTo>
                  <a:pt x="279737" y="95158"/>
                </a:lnTo>
                <a:lnTo>
                  <a:pt x="279529" y="95712"/>
                </a:lnTo>
                <a:lnTo>
                  <a:pt x="279333" y="96273"/>
                </a:lnTo>
                <a:lnTo>
                  <a:pt x="279151" y="96841"/>
                </a:lnTo>
                <a:lnTo>
                  <a:pt x="278980" y="97416"/>
                </a:lnTo>
                <a:lnTo>
                  <a:pt x="278823" y="97998"/>
                </a:lnTo>
                <a:lnTo>
                  <a:pt x="278677" y="98587"/>
                </a:lnTo>
                <a:lnTo>
                  <a:pt x="278545" y="99184"/>
                </a:lnTo>
                <a:lnTo>
                  <a:pt x="278425" y="99788"/>
                </a:lnTo>
                <a:lnTo>
                  <a:pt x="278318" y="100398"/>
                </a:lnTo>
                <a:lnTo>
                  <a:pt x="278223" y="101016"/>
                </a:lnTo>
                <a:lnTo>
                  <a:pt x="278141" y="101641"/>
                </a:lnTo>
                <a:lnTo>
                  <a:pt x="278072" y="102274"/>
                </a:lnTo>
                <a:lnTo>
                  <a:pt x="278015" y="102913"/>
                </a:lnTo>
                <a:lnTo>
                  <a:pt x="277971" y="103559"/>
                </a:lnTo>
                <a:lnTo>
                  <a:pt x="277939" y="104213"/>
                </a:lnTo>
                <a:lnTo>
                  <a:pt x="277921" y="104874"/>
                </a:lnTo>
                <a:lnTo>
                  <a:pt x="277914" y="105542"/>
                </a:lnTo>
                <a:lnTo>
                  <a:pt x="277928" y="106547"/>
                </a:lnTo>
                <a:lnTo>
                  <a:pt x="277969" y="107537"/>
                </a:lnTo>
                <a:lnTo>
                  <a:pt x="278038" y="108510"/>
                </a:lnTo>
                <a:lnTo>
                  <a:pt x="278134" y="109467"/>
                </a:lnTo>
                <a:lnTo>
                  <a:pt x="278257" y="110408"/>
                </a:lnTo>
                <a:lnTo>
                  <a:pt x="278408" y="111333"/>
                </a:lnTo>
                <a:lnTo>
                  <a:pt x="278586" y="112241"/>
                </a:lnTo>
                <a:lnTo>
                  <a:pt x="278792" y="113134"/>
                </a:lnTo>
                <a:lnTo>
                  <a:pt x="279025" y="114010"/>
                </a:lnTo>
                <a:lnTo>
                  <a:pt x="279286" y="114870"/>
                </a:lnTo>
                <a:lnTo>
                  <a:pt x="279574" y="115714"/>
                </a:lnTo>
                <a:lnTo>
                  <a:pt x="279889" y="116542"/>
                </a:lnTo>
                <a:lnTo>
                  <a:pt x="280232" y="117353"/>
                </a:lnTo>
                <a:lnTo>
                  <a:pt x="280603" y="118148"/>
                </a:lnTo>
                <a:lnTo>
                  <a:pt x="281000" y="118928"/>
                </a:lnTo>
                <a:lnTo>
                  <a:pt x="281425" y="119691"/>
                </a:lnTo>
                <a:lnTo>
                  <a:pt x="281878" y="120437"/>
                </a:lnTo>
                <a:lnTo>
                  <a:pt x="282358" y="121168"/>
                </a:lnTo>
                <a:lnTo>
                  <a:pt x="282866" y="121882"/>
                </a:lnTo>
                <a:lnTo>
                  <a:pt x="283401" y="122581"/>
                </a:lnTo>
                <a:lnTo>
                  <a:pt x="283963" y="123263"/>
                </a:lnTo>
                <a:lnTo>
                  <a:pt x="284553" y="123928"/>
                </a:lnTo>
                <a:lnTo>
                  <a:pt x="285170" y="124578"/>
                </a:lnTo>
                <a:lnTo>
                  <a:pt x="285815" y="125212"/>
                </a:lnTo>
                <a:lnTo>
                  <a:pt x="286483" y="125824"/>
                </a:lnTo>
                <a:lnTo>
                  <a:pt x="287170" y="126410"/>
                </a:lnTo>
                <a:lnTo>
                  <a:pt x="287876" y="126971"/>
                </a:lnTo>
                <a:lnTo>
                  <a:pt x="288602" y="127505"/>
                </a:lnTo>
                <a:lnTo>
                  <a:pt x="289346" y="128013"/>
                </a:lnTo>
                <a:lnTo>
                  <a:pt x="290110" y="128495"/>
                </a:lnTo>
                <a:lnTo>
                  <a:pt x="290893" y="128951"/>
                </a:lnTo>
                <a:lnTo>
                  <a:pt x="291696" y="129381"/>
                </a:lnTo>
                <a:lnTo>
                  <a:pt x="292517" y="129785"/>
                </a:lnTo>
                <a:lnTo>
                  <a:pt x="293358" y="130163"/>
                </a:lnTo>
                <a:lnTo>
                  <a:pt x="294218" y="130515"/>
                </a:lnTo>
                <a:lnTo>
                  <a:pt x="295097" y="130840"/>
                </a:lnTo>
                <a:lnTo>
                  <a:pt x="295995" y="131140"/>
                </a:lnTo>
                <a:lnTo>
                  <a:pt x="296913" y="131414"/>
                </a:lnTo>
                <a:lnTo>
                  <a:pt x="297849" y="131661"/>
                </a:lnTo>
                <a:lnTo>
                  <a:pt x="298805" y="131883"/>
                </a:lnTo>
                <a:lnTo>
                  <a:pt x="299780" y="132078"/>
                </a:lnTo>
                <a:lnTo>
                  <a:pt x="300775" y="132247"/>
                </a:lnTo>
                <a:lnTo>
                  <a:pt x="301788" y="132391"/>
                </a:lnTo>
                <a:lnTo>
                  <a:pt x="302821" y="132508"/>
                </a:lnTo>
                <a:lnTo>
                  <a:pt x="303873" y="132599"/>
                </a:lnTo>
                <a:lnTo>
                  <a:pt x="304944" y="132664"/>
                </a:lnTo>
                <a:lnTo>
                  <a:pt x="306034" y="132703"/>
                </a:lnTo>
                <a:lnTo>
                  <a:pt x="307143" y="132717"/>
                </a:lnTo>
                <a:lnTo>
                  <a:pt x="307824" y="132712"/>
                </a:lnTo>
                <a:lnTo>
                  <a:pt x="308496" y="132699"/>
                </a:lnTo>
                <a:lnTo>
                  <a:pt x="309160" y="132677"/>
                </a:lnTo>
                <a:lnTo>
                  <a:pt x="309816" y="132646"/>
                </a:lnTo>
                <a:lnTo>
                  <a:pt x="310464" y="132607"/>
                </a:lnTo>
                <a:lnTo>
                  <a:pt x="311103" y="132559"/>
                </a:lnTo>
                <a:lnTo>
                  <a:pt x="311734" y="132502"/>
                </a:lnTo>
                <a:lnTo>
                  <a:pt x="312357" y="132436"/>
                </a:lnTo>
                <a:lnTo>
                  <a:pt x="312972" y="132361"/>
                </a:lnTo>
                <a:lnTo>
                  <a:pt x="313579" y="132278"/>
                </a:lnTo>
                <a:lnTo>
                  <a:pt x="314177" y="132186"/>
                </a:lnTo>
                <a:lnTo>
                  <a:pt x="314767" y="132085"/>
                </a:lnTo>
                <a:lnTo>
                  <a:pt x="315349" y="131975"/>
                </a:lnTo>
                <a:lnTo>
                  <a:pt x="315922" y="131857"/>
                </a:lnTo>
                <a:lnTo>
                  <a:pt x="316488" y="131730"/>
                </a:lnTo>
                <a:lnTo>
                  <a:pt x="317045" y="131594"/>
                </a:lnTo>
                <a:lnTo>
                  <a:pt x="317594" y="131449"/>
                </a:lnTo>
                <a:lnTo>
                  <a:pt x="318134" y="131295"/>
                </a:lnTo>
                <a:lnTo>
                  <a:pt x="318667" y="131133"/>
                </a:lnTo>
                <a:lnTo>
                  <a:pt x="319191" y="130962"/>
                </a:lnTo>
                <a:lnTo>
                  <a:pt x="319707" y="130782"/>
                </a:lnTo>
                <a:lnTo>
                  <a:pt x="320215" y="130594"/>
                </a:lnTo>
                <a:lnTo>
                  <a:pt x="320714" y="130396"/>
                </a:lnTo>
                <a:lnTo>
                  <a:pt x="321206" y="130190"/>
                </a:lnTo>
                <a:lnTo>
                  <a:pt x="321688" y="129976"/>
                </a:lnTo>
                <a:lnTo>
                  <a:pt x="322161" y="129754"/>
                </a:lnTo>
                <a:lnTo>
                  <a:pt x="322625" y="129526"/>
                </a:lnTo>
                <a:lnTo>
                  <a:pt x="323080" y="129290"/>
                </a:lnTo>
                <a:lnTo>
                  <a:pt x="323525" y="129047"/>
                </a:lnTo>
                <a:lnTo>
                  <a:pt x="323961" y="128797"/>
                </a:lnTo>
                <a:lnTo>
                  <a:pt x="324387" y="128540"/>
                </a:lnTo>
                <a:lnTo>
                  <a:pt x="324804" y="128276"/>
                </a:lnTo>
                <a:lnTo>
                  <a:pt x="325212" y="128005"/>
                </a:lnTo>
                <a:lnTo>
                  <a:pt x="325611" y="127726"/>
                </a:lnTo>
                <a:lnTo>
                  <a:pt x="326000" y="127441"/>
                </a:lnTo>
                <a:lnTo>
                  <a:pt x="326380" y="127148"/>
                </a:lnTo>
                <a:lnTo>
                  <a:pt x="326750" y="126848"/>
                </a:lnTo>
                <a:lnTo>
                  <a:pt x="327112" y="126541"/>
                </a:lnTo>
                <a:lnTo>
                  <a:pt x="327463" y="126227"/>
                </a:lnTo>
                <a:lnTo>
                  <a:pt x="327806" y="125906"/>
                </a:lnTo>
                <a:lnTo>
                  <a:pt x="328139" y="125578"/>
                </a:lnTo>
                <a:lnTo>
                  <a:pt x="328463" y="125242"/>
                </a:lnTo>
                <a:lnTo>
                  <a:pt x="328778" y="124900"/>
                </a:lnTo>
                <a:lnTo>
                  <a:pt x="329083" y="124550"/>
                </a:lnTo>
                <a:lnTo>
                  <a:pt x="329379" y="124194"/>
                </a:lnTo>
                <a:lnTo>
                  <a:pt x="329665" y="123830"/>
                </a:lnTo>
                <a:lnTo>
                  <a:pt x="329942" y="123459"/>
                </a:lnTo>
                <a:lnTo>
                  <a:pt x="330210" y="123080"/>
                </a:lnTo>
                <a:lnTo>
                  <a:pt x="330468" y="122695"/>
                </a:lnTo>
                <a:lnTo>
                  <a:pt x="330715" y="122305"/>
                </a:lnTo>
                <a:lnTo>
                  <a:pt x="330951" y="121908"/>
                </a:lnTo>
                <a:lnTo>
                  <a:pt x="331176" y="121505"/>
                </a:lnTo>
                <a:lnTo>
                  <a:pt x="331390" y="121095"/>
                </a:lnTo>
                <a:lnTo>
                  <a:pt x="331593" y="120680"/>
                </a:lnTo>
                <a:lnTo>
                  <a:pt x="331785" y="120259"/>
                </a:lnTo>
                <a:lnTo>
                  <a:pt x="331966" y="119832"/>
                </a:lnTo>
                <a:lnTo>
                  <a:pt x="332136" y="119399"/>
                </a:lnTo>
                <a:lnTo>
                  <a:pt x="332295" y="118960"/>
                </a:lnTo>
                <a:lnTo>
                  <a:pt x="332443" y="118515"/>
                </a:lnTo>
                <a:lnTo>
                  <a:pt x="332581" y="118063"/>
                </a:lnTo>
                <a:lnTo>
                  <a:pt x="332707" y="117606"/>
                </a:lnTo>
                <a:lnTo>
                  <a:pt x="332822" y="117143"/>
                </a:lnTo>
                <a:lnTo>
                  <a:pt x="332926" y="116674"/>
                </a:lnTo>
                <a:lnTo>
                  <a:pt x="333020" y="116198"/>
                </a:lnTo>
                <a:lnTo>
                  <a:pt x="333102" y="115717"/>
                </a:lnTo>
                <a:lnTo>
                  <a:pt x="333157" y="115337"/>
                </a:lnTo>
                <a:lnTo>
                  <a:pt x="333530" y="115337"/>
                </a:lnTo>
                <a:lnTo>
                  <a:pt x="333530" y="131137"/>
                </a:lnTo>
                <a:lnTo>
                  <a:pt x="347590" y="131137"/>
                </a:lnTo>
                <a:lnTo>
                  <a:pt x="347590" y="71414"/>
                </a:lnTo>
                <a:lnTo>
                  <a:pt x="347575" y="70292"/>
                </a:lnTo>
                <a:close/>
                <a:moveTo>
                  <a:pt x="307226" y="120529"/>
                </a:moveTo>
                <a:lnTo>
                  <a:pt x="306586" y="120449"/>
                </a:lnTo>
                <a:lnTo>
                  <a:pt x="305959" y="120354"/>
                </a:lnTo>
                <a:lnTo>
                  <a:pt x="305344" y="120245"/>
                </a:lnTo>
                <a:lnTo>
                  <a:pt x="304743" y="120122"/>
                </a:lnTo>
                <a:lnTo>
                  <a:pt x="304154" y="119984"/>
                </a:lnTo>
                <a:lnTo>
                  <a:pt x="303579" y="119831"/>
                </a:lnTo>
                <a:lnTo>
                  <a:pt x="303016" y="119664"/>
                </a:lnTo>
                <a:lnTo>
                  <a:pt x="302466" y="119482"/>
                </a:lnTo>
                <a:lnTo>
                  <a:pt x="301929" y="119286"/>
                </a:lnTo>
                <a:lnTo>
                  <a:pt x="301405" y="119075"/>
                </a:lnTo>
                <a:lnTo>
                  <a:pt x="300894" y="118849"/>
                </a:lnTo>
                <a:lnTo>
                  <a:pt x="300396" y="118609"/>
                </a:lnTo>
                <a:lnTo>
                  <a:pt x="299910" y="118355"/>
                </a:lnTo>
                <a:lnTo>
                  <a:pt x="299438" y="118086"/>
                </a:lnTo>
                <a:lnTo>
                  <a:pt x="298978" y="117802"/>
                </a:lnTo>
                <a:lnTo>
                  <a:pt x="298531" y="117504"/>
                </a:lnTo>
                <a:lnTo>
                  <a:pt x="298097" y="117192"/>
                </a:lnTo>
                <a:lnTo>
                  <a:pt x="297676" y="116865"/>
                </a:lnTo>
                <a:lnTo>
                  <a:pt x="297268" y="116523"/>
                </a:lnTo>
                <a:lnTo>
                  <a:pt x="296875" y="116169"/>
                </a:lnTo>
                <a:lnTo>
                  <a:pt x="296499" y="115804"/>
                </a:lnTo>
                <a:lnTo>
                  <a:pt x="296139" y="115428"/>
                </a:lnTo>
                <a:lnTo>
                  <a:pt x="295796" y="115042"/>
                </a:lnTo>
                <a:lnTo>
                  <a:pt x="295470" y="114644"/>
                </a:lnTo>
                <a:lnTo>
                  <a:pt x="295160" y="114237"/>
                </a:lnTo>
                <a:lnTo>
                  <a:pt x="294867" y="113818"/>
                </a:lnTo>
                <a:lnTo>
                  <a:pt x="294591" y="113389"/>
                </a:lnTo>
                <a:lnTo>
                  <a:pt x="294332" y="112949"/>
                </a:lnTo>
                <a:lnTo>
                  <a:pt x="294089" y="112499"/>
                </a:lnTo>
                <a:lnTo>
                  <a:pt x="293863" y="112038"/>
                </a:lnTo>
                <a:lnTo>
                  <a:pt x="293654" y="111566"/>
                </a:lnTo>
                <a:lnTo>
                  <a:pt x="293462" y="111083"/>
                </a:lnTo>
                <a:lnTo>
                  <a:pt x="293286" y="110590"/>
                </a:lnTo>
                <a:lnTo>
                  <a:pt x="293127" y="110086"/>
                </a:lnTo>
                <a:lnTo>
                  <a:pt x="292985" y="109571"/>
                </a:lnTo>
                <a:lnTo>
                  <a:pt x="292859" y="109046"/>
                </a:lnTo>
                <a:lnTo>
                  <a:pt x="292750" y="108510"/>
                </a:lnTo>
                <a:lnTo>
                  <a:pt x="292658" y="107963"/>
                </a:lnTo>
                <a:lnTo>
                  <a:pt x="292583" y="107406"/>
                </a:lnTo>
                <a:lnTo>
                  <a:pt x="292524" y="106838"/>
                </a:lnTo>
                <a:lnTo>
                  <a:pt x="292483" y="106259"/>
                </a:lnTo>
                <a:lnTo>
                  <a:pt x="292458" y="105669"/>
                </a:lnTo>
                <a:lnTo>
                  <a:pt x="292449" y="105069"/>
                </a:lnTo>
                <a:lnTo>
                  <a:pt x="292457" y="104494"/>
                </a:lnTo>
                <a:lnTo>
                  <a:pt x="292479" y="103929"/>
                </a:lnTo>
                <a:lnTo>
                  <a:pt x="292517" y="103374"/>
                </a:lnTo>
                <a:lnTo>
                  <a:pt x="292570" y="102828"/>
                </a:lnTo>
                <a:lnTo>
                  <a:pt x="292638" y="102292"/>
                </a:lnTo>
                <a:lnTo>
                  <a:pt x="292721" y="101766"/>
                </a:lnTo>
                <a:lnTo>
                  <a:pt x="292819" y="101249"/>
                </a:lnTo>
                <a:lnTo>
                  <a:pt x="292932" y="100741"/>
                </a:lnTo>
                <a:lnTo>
                  <a:pt x="293060" y="100244"/>
                </a:lnTo>
                <a:lnTo>
                  <a:pt x="293203" y="99756"/>
                </a:lnTo>
                <a:lnTo>
                  <a:pt x="293362" y="99277"/>
                </a:lnTo>
                <a:lnTo>
                  <a:pt x="293535" y="98808"/>
                </a:lnTo>
                <a:lnTo>
                  <a:pt x="293724" y="98349"/>
                </a:lnTo>
                <a:lnTo>
                  <a:pt x="293927" y="97899"/>
                </a:lnTo>
                <a:lnTo>
                  <a:pt x="294146" y="97459"/>
                </a:lnTo>
                <a:lnTo>
                  <a:pt x="294380" y="97029"/>
                </a:lnTo>
                <a:lnTo>
                  <a:pt x="294629" y="96608"/>
                </a:lnTo>
                <a:lnTo>
                  <a:pt x="294893" y="96197"/>
                </a:lnTo>
                <a:lnTo>
                  <a:pt x="295172" y="95795"/>
                </a:lnTo>
                <a:lnTo>
                  <a:pt x="295466" y="95403"/>
                </a:lnTo>
                <a:lnTo>
                  <a:pt x="295775" y="95021"/>
                </a:lnTo>
                <a:lnTo>
                  <a:pt x="296100" y="94648"/>
                </a:lnTo>
                <a:lnTo>
                  <a:pt x="296439" y="94285"/>
                </a:lnTo>
                <a:lnTo>
                  <a:pt x="296793" y="93931"/>
                </a:lnTo>
                <a:lnTo>
                  <a:pt x="297160" y="93589"/>
                </a:lnTo>
                <a:lnTo>
                  <a:pt x="297536" y="93262"/>
                </a:lnTo>
                <a:lnTo>
                  <a:pt x="297921" y="92950"/>
                </a:lnTo>
                <a:lnTo>
                  <a:pt x="298315" y="92651"/>
                </a:lnTo>
                <a:lnTo>
                  <a:pt x="298718" y="92368"/>
                </a:lnTo>
                <a:lnTo>
                  <a:pt x="299130" y="92099"/>
                </a:lnTo>
                <a:lnTo>
                  <a:pt x="299551" y="91844"/>
                </a:lnTo>
                <a:lnTo>
                  <a:pt x="299981" y="91605"/>
                </a:lnTo>
                <a:lnTo>
                  <a:pt x="300420" y="91379"/>
                </a:lnTo>
                <a:lnTo>
                  <a:pt x="300868" y="91168"/>
                </a:lnTo>
                <a:lnTo>
                  <a:pt x="301325" y="90972"/>
                </a:lnTo>
                <a:lnTo>
                  <a:pt x="301791" y="90790"/>
                </a:lnTo>
                <a:lnTo>
                  <a:pt x="302266" y="90623"/>
                </a:lnTo>
                <a:lnTo>
                  <a:pt x="302751" y="90470"/>
                </a:lnTo>
                <a:lnTo>
                  <a:pt x="303244" y="90332"/>
                </a:lnTo>
                <a:lnTo>
                  <a:pt x="303746" y="90209"/>
                </a:lnTo>
                <a:lnTo>
                  <a:pt x="304258" y="90100"/>
                </a:lnTo>
                <a:lnTo>
                  <a:pt x="304778" y="90005"/>
                </a:lnTo>
                <a:lnTo>
                  <a:pt x="305308" y="89925"/>
                </a:lnTo>
                <a:lnTo>
                  <a:pt x="305846" y="89860"/>
                </a:lnTo>
                <a:lnTo>
                  <a:pt x="306394" y="89809"/>
                </a:lnTo>
                <a:lnTo>
                  <a:pt x="306950" y="89772"/>
                </a:lnTo>
                <a:lnTo>
                  <a:pt x="307516" y="89751"/>
                </a:lnTo>
                <a:lnTo>
                  <a:pt x="308091" y="89743"/>
                </a:lnTo>
                <a:lnTo>
                  <a:pt x="333371" y="89743"/>
                </a:lnTo>
                <a:lnTo>
                  <a:pt x="333371" y="101908"/>
                </a:lnTo>
                <a:lnTo>
                  <a:pt x="333360" y="102626"/>
                </a:lnTo>
                <a:lnTo>
                  <a:pt x="333328" y="103331"/>
                </a:lnTo>
                <a:lnTo>
                  <a:pt x="333274" y="104024"/>
                </a:lnTo>
                <a:lnTo>
                  <a:pt x="333200" y="104704"/>
                </a:lnTo>
                <a:lnTo>
                  <a:pt x="333103" y="105371"/>
                </a:lnTo>
                <a:lnTo>
                  <a:pt x="332986" y="106026"/>
                </a:lnTo>
                <a:lnTo>
                  <a:pt x="332846" y="106668"/>
                </a:lnTo>
                <a:lnTo>
                  <a:pt x="332686" y="107297"/>
                </a:lnTo>
                <a:lnTo>
                  <a:pt x="332504" y="107914"/>
                </a:lnTo>
                <a:lnTo>
                  <a:pt x="332301" y="108519"/>
                </a:lnTo>
                <a:lnTo>
                  <a:pt x="332076" y="109110"/>
                </a:lnTo>
                <a:lnTo>
                  <a:pt x="331830" y="109689"/>
                </a:lnTo>
                <a:lnTo>
                  <a:pt x="331563" y="110256"/>
                </a:lnTo>
                <a:lnTo>
                  <a:pt x="331274" y="110810"/>
                </a:lnTo>
                <a:lnTo>
                  <a:pt x="330964" y="111351"/>
                </a:lnTo>
                <a:lnTo>
                  <a:pt x="330632" y="111880"/>
                </a:lnTo>
                <a:lnTo>
                  <a:pt x="330279" y="112396"/>
                </a:lnTo>
                <a:lnTo>
                  <a:pt x="329905" y="112899"/>
                </a:lnTo>
                <a:lnTo>
                  <a:pt x="329509" y="113390"/>
                </a:lnTo>
                <a:lnTo>
                  <a:pt x="329091" y="113868"/>
                </a:lnTo>
                <a:lnTo>
                  <a:pt x="328653" y="114334"/>
                </a:lnTo>
                <a:lnTo>
                  <a:pt x="328193" y="114787"/>
                </a:lnTo>
                <a:lnTo>
                  <a:pt x="327711" y="115227"/>
                </a:lnTo>
                <a:lnTo>
                  <a:pt x="327209" y="115655"/>
                </a:lnTo>
                <a:lnTo>
                  <a:pt x="326688" y="116068"/>
                </a:lnTo>
                <a:lnTo>
                  <a:pt x="326152" y="116463"/>
                </a:lnTo>
                <a:lnTo>
                  <a:pt x="325601" y="116840"/>
                </a:lnTo>
                <a:lnTo>
                  <a:pt x="325036" y="117200"/>
                </a:lnTo>
                <a:lnTo>
                  <a:pt x="324456" y="117542"/>
                </a:lnTo>
                <a:lnTo>
                  <a:pt x="323861" y="117867"/>
                </a:lnTo>
                <a:lnTo>
                  <a:pt x="323251" y="118174"/>
                </a:lnTo>
                <a:lnTo>
                  <a:pt x="322627" y="118464"/>
                </a:lnTo>
                <a:lnTo>
                  <a:pt x="321987" y="118736"/>
                </a:lnTo>
                <a:lnTo>
                  <a:pt x="321333" y="118990"/>
                </a:lnTo>
                <a:lnTo>
                  <a:pt x="320664" y="119227"/>
                </a:lnTo>
                <a:lnTo>
                  <a:pt x="319980" y="119447"/>
                </a:lnTo>
                <a:lnTo>
                  <a:pt x="319282" y="119649"/>
                </a:lnTo>
                <a:lnTo>
                  <a:pt x="318568" y="119833"/>
                </a:lnTo>
                <a:lnTo>
                  <a:pt x="317840" y="120000"/>
                </a:lnTo>
                <a:lnTo>
                  <a:pt x="317097" y="120149"/>
                </a:lnTo>
                <a:lnTo>
                  <a:pt x="316339" y="120280"/>
                </a:lnTo>
                <a:lnTo>
                  <a:pt x="315567" y="120395"/>
                </a:lnTo>
                <a:lnTo>
                  <a:pt x="314779" y="120491"/>
                </a:lnTo>
                <a:lnTo>
                  <a:pt x="313977" y="120570"/>
                </a:lnTo>
                <a:lnTo>
                  <a:pt x="313160" y="120632"/>
                </a:lnTo>
                <a:lnTo>
                  <a:pt x="312328" y="120675"/>
                </a:lnTo>
                <a:lnTo>
                  <a:pt x="311481" y="120702"/>
                </a:lnTo>
                <a:lnTo>
                  <a:pt x="310620" y="120711"/>
                </a:lnTo>
                <a:lnTo>
                  <a:pt x="309915" y="120703"/>
                </a:lnTo>
                <a:lnTo>
                  <a:pt x="309223" y="120681"/>
                </a:lnTo>
                <a:lnTo>
                  <a:pt x="308545" y="120645"/>
                </a:lnTo>
                <a:lnTo>
                  <a:pt x="307879" y="120594"/>
                </a:lnTo>
                <a:lnTo>
                  <a:pt x="307226" y="120529"/>
                </a:lnTo>
                <a:close/>
                <a:moveTo>
                  <a:pt x="534973" y="104278"/>
                </a:moveTo>
                <a:lnTo>
                  <a:pt x="534973" y="91638"/>
                </a:lnTo>
                <a:lnTo>
                  <a:pt x="467036" y="91638"/>
                </a:lnTo>
                <a:lnTo>
                  <a:pt x="467036" y="104278"/>
                </a:lnTo>
                <a:lnTo>
                  <a:pt x="534973" y="104278"/>
                </a:lnTo>
                <a:close/>
                <a:moveTo>
                  <a:pt x="1341339" y="82093"/>
                </a:moveTo>
                <a:lnTo>
                  <a:pt x="1341669" y="82056"/>
                </a:lnTo>
                <a:lnTo>
                  <a:pt x="1341992" y="82011"/>
                </a:lnTo>
                <a:lnTo>
                  <a:pt x="1342310" y="81957"/>
                </a:lnTo>
                <a:lnTo>
                  <a:pt x="1342622" y="81896"/>
                </a:lnTo>
                <a:lnTo>
                  <a:pt x="1342929" y="81826"/>
                </a:lnTo>
                <a:lnTo>
                  <a:pt x="1343230" y="81747"/>
                </a:lnTo>
                <a:lnTo>
                  <a:pt x="1343524" y="81661"/>
                </a:lnTo>
                <a:lnTo>
                  <a:pt x="1343814" y="81566"/>
                </a:lnTo>
                <a:lnTo>
                  <a:pt x="1344097" y="81464"/>
                </a:lnTo>
                <a:lnTo>
                  <a:pt x="1344375" y="81352"/>
                </a:lnTo>
                <a:lnTo>
                  <a:pt x="1344647" y="81233"/>
                </a:lnTo>
                <a:lnTo>
                  <a:pt x="1344913" y="81106"/>
                </a:lnTo>
                <a:lnTo>
                  <a:pt x="1345173" y="80970"/>
                </a:lnTo>
                <a:lnTo>
                  <a:pt x="1345428" y="80826"/>
                </a:lnTo>
                <a:lnTo>
                  <a:pt x="1345677" y="80674"/>
                </a:lnTo>
                <a:lnTo>
                  <a:pt x="1345920" y="80513"/>
                </a:lnTo>
                <a:lnTo>
                  <a:pt x="1346157" y="80344"/>
                </a:lnTo>
                <a:lnTo>
                  <a:pt x="1346389" y="80168"/>
                </a:lnTo>
                <a:lnTo>
                  <a:pt x="1346614" y="79982"/>
                </a:lnTo>
                <a:lnTo>
                  <a:pt x="1346834" y="79789"/>
                </a:lnTo>
                <a:lnTo>
                  <a:pt x="1347047" y="79588"/>
                </a:lnTo>
                <a:lnTo>
                  <a:pt x="1347251" y="79380"/>
                </a:lnTo>
                <a:lnTo>
                  <a:pt x="1347446" y="79164"/>
                </a:lnTo>
                <a:lnTo>
                  <a:pt x="1347631" y="78942"/>
                </a:lnTo>
                <a:lnTo>
                  <a:pt x="1347808" y="78712"/>
                </a:lnTo>
                <a:lnTo>
                  <a:pt x="1347976" y="78476"/>
                </a:lnTo>
                <a:lnTo>
                  <a:pt x="1348134" y="78232"/>
                </a:lnTo>
                <a:lnTo>
                  <a:pt x="1348284" y="77981"/>
                </a:lnTo>
                <a:lnTo>
                  <a:pt x="1348424" y="77723"/>
                </a:lnTo>
                <a:lnTo>
                  <a:pt x="1348555" y="77458"/>
                </a:lnTo>
                <a:lnTo>
                  <a:pt x="1348678" y="77185"/>
                </a:lnTo>
                <a:lnTo>
                  <a:pt x="1348791" y="76906"/>
                </a:lnTo>
                <a:lnTo>
                  <a:pt x="1348895" y="76619"/>
                </a:lnTo>
                <a:lnTo>
                  <a:pt x="1348990" y="76325"/>
                </a:lnTo>
                <a:lnTo>
                  <a:pt x="1349076" y="76024"/>
                </a:lnTo>
                <a:lnTo>
                  <a:pt x="1349153" y="75716"/>
                </a:lnTo>
                <a:lnTo>
                  <a:pt x="1349221" y="75401"/>
                </a:lnTo>
                <a:lnTo>
                  <a:pt x="1349280" y="75079"/>
                </a:lnTo>
                <a:lnTo>
                  <a:pt x="1349330" y="74749"/>
                </a:lnTo>
                <a:lnTo>
                  <a:pt x="1349371" y="74413"/>
                </a:lnTo>
                <a:lnTo>
                  <a:pt x="1349402" y="74069"/>
                </a:lnTo>
                <a:lnTo>
                  <a:pt x="1349425" y="73718"/>
                </a:lnTo>
                <a:lnTo>
                  <a:pt x="1349438" y="73360"/>
                </a:lnTo>
                <a:lnTo>
                  <a:pt x="1349443" y="72995"/>
                </a:lnTo>
                <a:lnTo>
                  <a:pt x="1349438" y="72643"/>
                </a:lnTo>
                <a:lnTo>
                  <a:pt x="1349425" y="72298"/>
                </a:lnTo>
                <a:lnTo>
                  <a:pt x="1349402" y="71959"/>
                </a:lnTo>
                <a:lnTo>
                  <a:pt x="1349371" y="71628"/>
                </a:lnTo>
                <a:lnTo>
                  <a:pt x="1349330" y="71303"/>
                </a:lnTo>
                <a:lnTo>
                  <a:pt x="1349280" y="70985"/>
                </a:lnTo>
                <a:lnTo>
                  <a:pt x="1349221" y="70674"/>
                </a:lnTo>
                <a:lnTo>
                  <a:pt x="1349153" y="70370"/>
                </a:lnTo>
                <a:lnTo>
                  <a:pt x="1349076" y="70073"/>
                </a:lnTo>
                <a:lnTo>
                  <a:pt x="1348990" y="69783"/>
                </a:lnTo>
                <a:lnTo>
                  <a:pt x="1348895" y="69499"/>
                </a:lnTo>
                <a:lnTo>
                  <a:pt x="1348791" y="69222"/>
                </a:lnTo>
                <a:lnTo>
                  <a:pt x="1348678" y="68953"/>
                </a:lnTo>
                <a:lnTo>
                  <a:pt x="1348555" y="68690"/>
                </a:lnTo>
                <a:lnTo>
                  <a:pt x="1348424" y="68434"/>
                </a:lnTo>
                <a:lnTo>
                  <a:pt x="1348284" y="68184"/>
                </a:lnTo>
                <a:lnTo>
                  <a:pt x="1348134" y="67942"/>
                </a:lnTo>
                <a:lnTo>
                  <a:pt x="1347976" y="67707"/>
                </a:lnTo>
                <a:lnTo>
                  <a:pt x="1347808" y="67478"/>
                </a:lnTo>
                <a:lnTo>
                  <a:pt x="1347631" y="67256"/>
                </a:lnTo>
                <a:lnTo>
                  <a:pt x="1347446" y="67041"/>
                </a:lnTo>
                <a:lnTo>
                  <a:pt x="1347251" y="66833"/>
                </a:lnTo>
                <a:lnTo>
                  <a:pt x="1347047" y="66632"/>
                </a:lnTo>
                <a:lnTo>
                  <a:pt x="1346834" y="66438"/>
                </a:lnTo>
                <a:lnTo>
                  <a:pt x="1346614" y="66251"/>
                </a:lnTo>
                <a:lnTo>
                  <a:pt x="1346389" y="66072"/>
                </a:lnTo>
                <a:lnTo>
                  <a:pt x="1346157" y="65901"/>
                </a:lnTo>
                <a:lnTo>
                  <a:pt x="1345920" y="65738"/>
                </a:lnTo>
                <a:lnTo>
                  <a:pt x="1345677" y="65583"/>
                </a:lnTo>
                <a:lnTo>
                  <a:pt x="1345428" y="65436"/>
                </a:lnTo>
                <a:lnTo>
                  <a:pt x="1345173" y="65297"/>
                </a:lnTo>
                <a:lnTo>
                  <a:pt x="1344913" y="65165"/>
                </a:lnTo>
                <a:lnTo>
                  <a:pt x="1344647" y="65042"/>
                </a:lnTo>
                <a:lnTo>
                  <a:pt x="1344375" y="64927"/>
                </a:lnTo>
                <a:lnTo>
                  <a:pt x="1344097" y="64820"/>
                </a:lnTo>
                <a:lnTo>
                  <a:pt x="1343814" y="64720"/>
                </a:lnTo>
                <a:lnTo>
                  <a:pt x="1343524" y="64629"/>
                </a:lnTo>
                <a:lnTo>
                  <a:pt x="1343230" y="64545"/>
                </a:lnTo>
                <a:lnTo>
                  <a:pt x="1342929" y="64470"/>
                </a:lnTo>
                <a:lnTo>
                  <a:pt x="1342622" y="64402"/>
                </a:lnTo>
                <a:lnTo>
                  <a:pt x="1342310" y="64342"/>
                </a:lnTo>
                <a:lnTo>
                  <a:pt x="1341992" y="64291"/>
                </a:lnTo>
                <a:lnTo>
                  <a:pt x="1341669" y="64247"/>
                </a:lnTo>
                <a:lnTo>
                  <a:pt x="1341339" y="64211"/>
                </a:lnTo>
                <a:lnTo>
                  <a:pt x="1341004" y="64183"/>
                </a:lnTo>
                <a:lnTo>
                  <a:pt x="1340663" y="64163"/>
                </a:lnTo>
                <a:lnTo>
                  <a:pt x="1340316" y="64152"/>
                </a:lnTo>
                <a:lnTo>
                  <a:pt x="1339964" y="64148"/>
                </a:lnTo>
                <a:lnTo>
                  <a:pt x="1339611" y="64152"/>
                </a:lnTo>
                <a:lnTo>
                  <a:pt x="1339264" y="64163"/>
                </a:lnTo>
                <a:lnTo>
                  <a:pt x="1338923" y="64183"/>
                </a:lnTo>
                <a:lnTo>
                  <a:pt x="1338587" y="64211"/>
                </a:lnTo>
                <a:lnTo>
                  <a:pt x="1338258" y="64247"/>
                </a:lnTo>
                <a:lnTo>
                  <a:pt x="1337934" y="64291"/>
                </a:lnTo>
                <a:lnTo>
                  <a:pt x="1337616" y="64342"/>
                </a:lnTo>
                <a:lnTo>
                  <a:pt x="1337303" y="64402"/>
                </a:lnTo>
                <a:lnTo>
                  <a:pt x="1336997" y="64470"/>
                </a:lnTo>
                <a:lnTo>
                  <a:pt x="1336696" y="64545"/>
                </a:lnTo>
                <a:lnTo>
                  <a:pt x="1336401" y="64629"/>
                </a:lnTo>
                <a:lnTo>
                  <a:pt x="1336112" y="64720"/>
                </a:lnTo>
                <a:lnTo>
                  <a:pt x="1335828" y="64820"/>
                </a:lnTo>
                <a:lnTo>
                  <a:pt x="1335550" y="64927"/>
                </a:lnTo>
                <a:lnTo>
                  <a:pt x="1335278" y="65042"/>
                </a:lnTo>
                <a:lnTo>
                  <a:pt x="1335012" y="65165"/>
                </a:lnTo>
                <a:lnTo>
                  <a:pt x="1334752" y="65297"/>
                </a:lnTo>
                <a:lnTo>
                  <a:pt x="1334497" y="65436"/>
                </a:lnTo>
                <a:lnTo>
                  <a:pt x="1334248" y="65583"/>
                </a:lnTo>
                <a:lnTo>
                  <a:pt x="1334005" y="65738"/>
                </a:lnTo>
                <a:lnTo>
                  <a:pt x="1333768" y="65901"/>
                </a:lnTo>
                <a:lnTo>
                  <a:pt x="1333536" y="66072"/>
                </a:lnTo>
                <a:lnTo>
                  <a:pt x="1333310" y="66251"/>
                </a:lnTo>
                <a:lnTo>
                  <a:pt x="1333090" y="66438"/>
                </a:lnTo>
                <a:lnTo>
                  <a:pt x="1332878" y="66632"/>
                </a:lnTo>
                <a:lnTo>
                  <a:pt x="1332674" y="66833"/>
                </a:lnTo>
                <a:lnTo>
                  <a:pt x="1332479" y="67041"/>
                </a:lnTo>
                <a:lnTo>
                  <a:pt x="1332294" y="67256"/>
                </a:lnTo>
                <a:lnTo>
                  <a:pt x="1332117" y="67478"/>
                </a:lnTo>
                <a:lnTo>
                  <a:pt x="1331950" y="67707"/>
                </a:lnTo>
                <a:lnTo>
                  <a:pt x="1331792" y="67942"/>
                </a:lnTo>
                <a:lnTo>
                  <a:pt x="1331642" y="68184"/>
                </a:lnTo>
                <a:lnTo>
                  <a:pt x="1331502" y="68434"/>
                </a:lnTo>
                <a:lnTo>
                  <a:pt x="1331371" y="68690"/>
                </a:lnTo>
                <a:lnTo>
                  <a:pt x="1331249" y="68953"/>
                </a:lnTo>
                <a:lnTo>
                  <a:pt x="1331136" y="69222"/>
                </a:lnTo>
                <a:lnTo>
                  <a:pt x="1331032" y="69499"/>
                </a:lnTo>
                <a:lnTo>
                  <a:pt x="1330937" y="69783"/>
                </a:lnTo>
                <a:lnTo>
                  <a:pt x="1330851" y="70073"/>
                </a:lnTo>
                <a:lnTo>
                  <a:pt x="1330774" y="70370"/>
                </a:lnTo>
                <a:lnTo>
                  <a:pt x="1330706" y="70674"/>
                </a:lnTo>
                <a:lnTo>
                  <a:pt x="1330647" y="70985"/>
                </a:lnTo>
                <a:lnTo>
                  <a:pt x="1330597" y="71303"/>
                </a:lnTo>
                <a:lnTo>
                  <a:pt x="1330557" y="71628"/>
                </a:lnTo>
                <a:lnTo>
                  <a:pt x="1330525" y="71959"/>
                </a:lnTo>
                <a:lnTo>
                  <a:pt x="1330502" y="72298"/>
                </a:lnTo>
                <a:lnTo>
                  <a:pt x="1330489" y="72643"/>
                </a:lnTo>
                <a:lnTo>
                  <a:pt x="1330484" y="72995"/>
                </a:lnTo>
                <a:lnTo>
                  <a:pt x="1330489" y="73360"/>
                </a:lnTo>
                <a:lnTo>
                  <a:pt x="1330502" y="73718"/>
                </a:lnTo>
                <a:lnTo>
                  <a:pt x="1330525" y="74069"/>
                </a:lnTo>
                <a:lnTo>
                  <a:pt x="1330557" y="74413"/>
                </a:lnTo>
                <a:lnTo>
                  <a:pt x="1330597" y="74749"/>
                </a:lnTo>
                <a:lnTo>
                  <a:pt x="1330647" y="75079"/>
                </a:lnTo>
                <a:lnTo>
                  <a:pt x="1330706" y="75401"/>
                </a:lnTo>
                <a:lnTo>
                  <a:pt x="1330774" y="75716"/>
                </a:lnTo>
                <a:lnTo>
                  <a:pt x="1330851" y="76024"/>
                </a:lnTo>
                <a:lnTo>
                  <a:pt x="1330937" y="76325"/>
                </a:lnTo>
                <a:lnTo>
                  <a:pt x="1331032" y="76619"/>
                </a:lnTo>
                <a:lnTo>
                  <a:pt x="1331136" y="76906"/>
                </a:lnTo>
                <a:lnTo>
                  <a:pt x="1331249" y="77185"/>
                </a:lnTo>
                <a:lnTo>
                  <a:pt x="1331371" y="77458"/>
                </a:lnTo>
                <a:lnTo>
                  <a:pt x="1331502" y="77723"/>
                </a:lnTo>
                <a:lnTo>
                  <a:pt x="1331642" y="77981"/>
                </a:lnTo>
                <a:lnTo>
                  <a:pt x="1331792" y="78232"/>
                </a:lnTo>
                <a:lnTo>
                  <a:pt x="1331950" y="78476"/>
                </a:lnTo>
                <a:lnTo>
                  <a:pt x="1332117" y="78712"/>
                </a:lnTo>
                <a:lnTo>
                  <a:pt x="1332294" y="78942"/>
                </a:lnTo>
                <a:lnTo>
                  <a:pt x="1332479" y="79164"/>
                </a:lnTo>
                <a:lnTo>
                  <a:pt x="1332674" y="79380"/>
                </a:lnTo>
                <a:lnTo>
                  <a:pt x="1332878" y="79588"/>
                </a:lnTo>
                <a:lnTo>
                  <a:pt x="1333090" y="79789"/>
                </a:lnTo>
                <a:lnTo>
                  <a:pt x="1333310" y="79982"/>
                </a:lnTo>
                <a:lnTo>
                  <a:pt x="1333536" y="80168"/>
                </a:lnTo>
                <a:lnTo>
                  <a:pt x="1333768" y="80344"/>
                </a:lnTo>
                <a:lnTo>
                  <a:pt x="1334005" y="80513"/>
                </a:lnTo>
                <a:lnTo>
                  <a:pt x="1334248" y="80674"/>
                </a:lnTo>
                <a:lnTo>
                  <a:pt x="1334497" y="80826"/>
                </a:lnTo>
                <a:lnTo>
                  <a:pt x="1334752" y="80970"/>
                </a:lnTo>
                <a:lnTo>
                  <a:pt x="1335012" y="81106"/>
                </a:lnTo>
                <a:lnTo>
                  <a:pt x="1335278" y="81233"/>
                </a:lnTo>
                <a:lnTo>
                  <a:pt x="1335550" y="81352"/>
                </a:lnTo>
                <a:lnTo>
                  <a:pt x="1335828" y="81464"/>
                </a:lnTo>
                <a:lnTo>
                  <a:pt x="1336112" y="81566"/>
                </a:lnTo>
                <a:lnTo>
                  <a:pt x="1336401" y="81661"/>
                </a:lnTo>
                <a:lnTo>
                  <a:pt x="1336696" y="81747"/>
                </a:lnTo>
                <a:lnTo>
                  <a:pt x="1336997" y="81826"/>
                </a:lnTo>
                <a:lnTo>
                  <a:pt x="1337303" y="81896"/>
                </a:lnTo>
                <a:lnTo>
                  <a:pt x="1337616" y="81957"/>
                </a:lnTo>
                <a:lnTo>
                  <a:pt x="1337934" y="82011"/>
                </a:lnTo>
                <a:lnTo>
                  <a:pt x="1338258" y="82056"/>
                </a:lnTo>
                <a:lnTo>
                  <a:pt x="1338587" y="82093"/>
                </a:lnTo>
                <a:lnTo>
                  <a:pt x="1338923" y="82122"/>
                </a:lnTo>
                <a:lnTo>
                  <a:pt x="1339264" y="82142"/>
                </a:lnTo>
                <a:lnTo>
                  <a:pt x="1339611" y="82155"/>
                </a:lnTo>
                <a:lnTo>
                  <a:pt x="1339964" y="82159"/>
                </a:lnTo>
                <a:lnTo>
                  <a:pt x="1340316" y="82155"/>
                </a:lnTo>
                <a:lnTo>
                  <a:pt x="1340663" y="82142"/>
                </a:lnTo>
                <a:lnTo>
                  <a:pt x="1341004" y="82122"/>
                </a:lnTo>
                <a:lnTo>
                  <a:pt x="1341339" y="82093"/>
                </a:lnTo>
                <a:close/>
                <a:moveTo>
                  <a:pt x="1343415" y="132600"/>
                </a:moveTo>
                <a:lnTo>
                  <a:pt x="1344254" y="132535"/>
                </a:lnTo>
                <a:lnTo>
                  <a:pt x="1345084" y="132455"/>
                </a:lnTo>
                <a:lnTo>
                  <a:pt x="1345903" y="132360"/>
                </a:lnTo>
                <a:lnTo>
                  <a:pt x="1346714" y="132252"/>
                </a:lnTo>
                <a:lnTo>
                  <a:pt x="1347514" y="132128"/>
                </a:lnTo>
                <a:lnTo>
                  <a:pt x="1348305" y="131990"/>
                </a:lnTo>
                <a:lnTo>
                  <a:pt x="1349086" y="131837"/>
                </a:lnTo>
                <a:lnTo>
                  <a:pt x="1349858" y="131670"/>
                </a:lnTo>
                <a:lnTo>
                  <a:pt x="1350620" y="131489"/>
                </a:lnTo>
                <a:lnTo>
                  <a:pt x="1351373" y="131292"/>
                </a:lnTo>
                <a:lnTo>
                  <a:pt x="1352116" y="131082"/>
                </a:lnTo>
                <a:lnTo>
                  <a:pt x="1352849" y="130856"/>
                </a:lnTo>
                <a:lnTo>
                  <a:pt x="1353573" y="130617"/>
                </a:lnTo>
                <a:lnTo>
                  <a:pt x="1354287" y="130362"/>
                </a:lnTo>
                <a:lnTo>
                  <a:pt x="1354992" y="130094"/>
                </a:lnTo>
                <a:lnTo>
                  <a:pt x="1355687" y="129810"/>
                </a:lnTo>
                <a:lnTo>
                  <a:pt x="1356372" y="129512"/>
                </a:lnTo>
                <a:lnTo>
                  <a:pt x="1357048" y="129200"/>
                </a:lnTo>
                <a:lnTo>
                  <a:pt x="1357714" y="128873"/>
                </a:lnTo>
                <a:lnTo>
                  <a:pt x="1358370" y="128531"/>
                </a:lnTo>
                <a:lnTo>
                  <a:pt x="1359016" y="128176"/>
                </a:lnTo>
                <a:lnTo>
                  <a:pt x="1359649" y="127809"/>
                </a:lnTo>
                <a:lnTo>
                  <a:pt x="1360270" y="127430"/>
                </a:lnTo>
                <a:lnTo>
                  <a:pt x="1360878" y="127039"/>
                </a:lnTo>
                <a:lnTo>
                  <a:pt x="1361475" y="126636"/>
                </a:lnTo>
                <a:lnTo>
                  <a:pt x="1362058" y="126220"/>
                </a:lnTo>
                <a:lnTo>
                  <a:pt x="1362630" y="125793"/>
                </a:lnTo>
                <a:lnTo>
                  <a:pt x="1363189" y="125354"/>
                </a:lnTo>
                <a:lnTo>
                  <a:pt x="1363736" y="124902"/>
                </a:lnTo>
                <a:lnTo>
                  <a:pt x="1364270" y="124439"/>
                </a:lnTo>
                <a:lnTo>
                  <a:pt x="1364792" y="123963"/>
                </a:lnTo>
                <a:lnTo>
                  <a:pt x="1365302" y="123475"/>
                </a:lnTo>
                <a:lnTo>
                  <a:pt x="1365799" y="122975"/>
                </a:lnTo>
                <a:lnTo>
                  <a:pt x="1366284" y="122464"/>
                </a:lnTo>
                <a:lnTo>
                  <a:pt x="1366757" y="121940"/>
                </a:lnTo>
                <a:lnTo>
                  <a:pt x="1367218" y="121404"/>
                </a:lnTo>
                <a:lnTo>
                  <a:pt x="1367666" y="120856"/>
                </a:lnTo>
                <a:lnTo>
                  <a:pt x="1368101" y="120296"/>
                </a:lnTo>
                <a:lnTo>
                  <a:pt x="1368524" y="119724"/>
                </a:lnTo>
                <a:lnTo>
                  <a:pt x="1368935" y="119139"/>
                </a:lnTo>
                <a:lnTo>
                  <a:pt x="1369334" y="118543"/>
                </a:lnTo>
                <a:lnTo>
                  <a:pt x="1369720" y="117935"/>
                </a:lnTo>
                <a:lnTo>
                  <a:pt x="1370094" y="117314"/>
                </a:lnTo>
                <a:lnTo>
                  <a:pt x="1370456" y="116682"/>
                </a:lnTo>
                <a:lnTo>
                  <a:pt x="1370804" y="116039"/>
                </a:lnTo>
                <a:lnTo>
                  <a:pt x="1371137" y="115387"/>
                </a:lnTo>
                <a:lnTo>
                  <a:pt x="1371456" y="114725"/>
                </a:lnTo>
                <a:lnTo>
                  <a:pt x="1371760" y="114055"/>
                </a:lnTo>
                <a:lnTo>
                  <a:pt x="1372049" y="113376"/>
                </a:lnTo>
                <a:lnTo>
                  <a:pt x="1372323" y="112687"/>
                </a:lnTo>
                <a:lnTo>
                  <a:pt x="1372582" y="111990"/>
                </a:lnTo>
                <a:lnTo>
                  <a:pt x="1372826" y="111283"/>
                </a:lnTo>
                <a:lnTo>
                  <a:pt x="1373056" y="110568"/>
                </a:lnTo>
                <a:lnTo>
                  <a:pt x="1373271" y="109843"/>
                </a:lnTo>
                <a:lnTo>
                  <a:pt x="1373471" y="109109"/>
                </a:lnTo>
                <a:lnTo>
                  <a:pt x="1373656" y="108366"/>
                </a:lnTo>
                <a:lnTo>
                  <a:pt x="1373827" y="107615"/>
                </a:lnTo>
                <a:lnTo>
                  <a:pt x="1373982" y="106854"/>
                </a:lnTo>
                <a:lnTo>
                  <a:pt x="1374123" y="106084"/>
                </a:lnTo>
                <a:lnTo>
                  <a:pt x="1374249" y="105305"/>
                </a:lnTo>
                <a:lnTo>
                  <a:pt x="1374360" y="104517"/>
                </a:lnTo>
                <a:lnTo>
                  <a:pt x="1374456" y="103720"/>
                </a:lnTo>
                <a:lnTo>
                  <a:pt x="1374538" y="102914"/>
                </a:lnTo>
                <a:lnTo>
                  <a:pt x="1374604" y="102099"/>
                </a:lnTo>
                <a:lnTo>
                  <a:pt x="1374656" y="101275"/>
                </a:lnTo>
                <a:lnTo>
                  <a:pt x="1374693" y="100441"/>
                </a:lnTo>
                <a:lnTo>
                  <a:pt x="1374716" y="99599"/>
                </a:lnTo>
                <a:lnTo>
                  <a:pt x="1374723" y="98748"/>
                </a:lnTo>
                <a:lnTo>
                  <a:pt x="1374723" y="48190"/>
                </a:lnTo>
                <a:lnTo>
                  <a:pt x="1374716" y="47326"/>
                </a:lnTo>
                <a:lnTo>
                  <a:pt x="1374693" y="46472"/>
                </a:lnTo>
                <a:lnTo>
                  <a:pt x="1374656" y="45627"/>
                </a:lnTo>
                <a:lnTo>
                  <a:pt x="1374604" y="44793"/>
                </a:lnTo>
                <a:lnTo>
                  <a:pt x="1374538" y="43968"/>
                </a:lnTo>
                <a:lnTo>
                  <a:pt x="1374456" y="43154"/>
                </a:lnTo>
                <a:lnTo>
                  <a:pt x="1374360" y="42349"/>
                </a:lnTo>
                <a:lnTo>
                  <a:pt x="1374249" y="41554"/>
                </a:lnTo>
                <a:lnTo>
                  <a:pt x="1374123" y="40769"/>
                </a:lnTo>
                <a:lnTo>
                  <a:pt x="1373982" y="39993"/>
                </a:lnTo>
                <a:lnTo>
                  <a:pt x="1373827" y="39228"/>
                </a:lnTo>
                <a:lnTo>
                  <a:pt x="1373656" y="38473"/>
                </a:lnTo>
                <a:lnTo>
                  <a:pt x="1373471" y="37727"/>
                </a:lnTo>
                <a:lnTo>
                  <a:pt x="1373271" y="36992"/>
                </a:lnTo>
                <a:lnTo>
                  <a:pt x="1373056" y="36266"/>
                </a:lnTo>
                <a:lnTo>
                  <a:pt x="1372826" y="35550"/>
                </a:lnTo>
                <a:lnTo>
                  <a:pt x="1372582" y="34844"/>
                </a:lnTo>
                <a:lnTo>
                  <a:pt x="1372323" y="34148"/>
                </a:lnTo>
                <a:lnTo>
                  <a:pt x="1372049" y="33462"/>
                </a:lnTo>
                <a:lnTo>
                  <a:pt x="1371760" y="32785"/>
                </a:lnTo>
                <a:lnTo>
                  <a:pt x="1371456" y="32119"/>
                </a:lnTo>
                <a:lnTo>
                  <a:pt x="1371137" y="31462"/>
                </a:lnTo>
                <a:lnTo>
                  <a:pt x="1370804" y="30816"/>
                </a:lnTo>
                <a:lnTo>
                  <a:pt x="1370456" y="30179"/>
                </a:lnTo>
                <a:lnTo>
                  <a:pt x="1370094" y="29553"/>
                </a:lnTo>
                <a:lnTo>
                  <a:pt x="1369721" y="28938"/>
                </a:lnTo>
                <a:lnTo>
                  <a:pt x="1369335" y="28336"/>
                </a:lnTo>
                <a:lnTo>
                  <a:pt x="1368938" y="27745"/>
                </a:lnTo>
                <a:lnTo>
                  <a:pt x="1368528" y="27166"/>
                </a:lnTo>
                <a:lnTo>
                  <a:pt x="1368106" y="26599"/>
                </a:lnTo>
                <a:lnTo>
                  <a:pt x="1367672" y="26044"/>
                </a:lnTo>
                <a:lnTo>
                  <a:pt x="1367226" y="25500"/>
                </a:lnTo>
                <a:lnTo>
                  <a:pt x="1366768" y="24968"/>
                </a:lnTo>
                <a:lnTo>
                  <a:pt x="1366298" y="24448"/>
                </a:lnTo>
                <a:lnTo>
                  <a:pt x="1365816" y="23940"/>
                </a:lnTo>
                <a:lnTo>
                  <a:pt x="1365321" y="23444"/>
                </a:lnTo>
                <a:lnTo>
                  <a:pt x="1364815" y="22959"/>
                </a:lnTo>
                <a:lnTo>
                  <a:pt x="1364296" y="22486"/>
                </a:lnTo>
                <a:lnTo>
                  <a:pt x="1363766" y="22025"/>
                </a:lnTo>
                <a:lnTo>
                  <a:pt x="1363223" y="21576"/>
                </a:lnTo>
                <a:lnTo>
                  <a:pt x="1362669" y="21138"/>
                </a:lnTo>
                <a:lnTo>
                  <a:pt x="1362102" y="20713"/>
                </a:lnTo>
                <a:lnTo>
                  <a:pt x="1361523" y="20299"/>
                </a:lnTo>
                <a:lnTo>
                  <a:pt x="1360932" y="19897"/>
                </a:lnTo>
                <a:lnTo>
                  <a:pt x="1360329" y="19507"/>
                </a:lnTo>
                <a:lnTo>
                  <a:pt x="1359714" y="19128"/>
                </a:lnTo>
                <a:lnTo>
                  <a:pt x="1359087" y="18762"/>
                </a:lnTo>
                <a:lnTo>
                  <a:pt x="1358447" y="18407"/>
                </a:lnTo>
                <a:lnTo>
                  <a:pt x="1357797" y="18065"/>
                </a:lnTo>
                <a:lnTo>
                  <a:pt x="1357136" y="17738"/>
                </a:lnTo>
                <a:lnTo>
                  <a:pt x="1356465" y="17425"/>
                </a:lnTo>
                <a:lnTo>
                  <a:pt x="1355784" y="17127"/>
                </a:lnTo>
                <a:lnTo>
                  <a:pt x="1355092" y="16844"/>
                </a:lnTo>
                <a:lnTo>
                  <a:pt x="1354389" y="16575"/>
                </a:lnTo>
                <a:lnTo>
                  <a:pt x="1353676" y="16320"/>
                </a:lnTo>
                <a:lnTo>
                  <a:pt x="1352953" y="16080"/>
                </a:lnTo>
                <a:lnTo>
                  <a:pt x="1352219" y="15855"/>
                </a:lnTo>
                <a:lnTo>
                  <a:pt x="1351475" y="15644"/>
                </a:lnTo>
                <a:lnTo>
                  <a:pt x="1350721" y="15448"/>
                </a:lnTo>
                <a:lnTo>
                  <a:pt x="1349956" y="15266"/>
                </a:lnTo>
                <a:lnTo>
                  <a:pt x="1349180" y="15099"/>
                </a:lnTo>
                <a:lnTo>
                  <a:pt x="1348395" y="14946"/>
                </a:lnTo>
                <a:lnTo>
                  <a:pt x="1347598" y="14808"/>
                </a:lnTo>
                <a:lnTo>
                  <a:pt x="1346792" y="14684"/>
                </a:lnTo>
                <a:lnTo>
                  <a:pt x="1345975" y="14575"/>
                </a:lnTo>
                <a:lnTo>
                  <a:pt x="1345147" y="14481"/>
                </a:lnTo>
                <a:lnTo>
                  <a:pt x="1344309" y="14401"/>
                </a:lnTo>
                <a:lnTo>
                  <a:pt x="1343461" y="14335"/>
                </a:lnTo>
                <a:lnTo>
                  <a:pt x="1342602" y="14285"/>
                </a:lnTo>
                <a:lnTo>
                  <a:pt x="1341733" y="14248"/>
                </a:lnTo>
                <a:lnTo>
                  <a:pt x="1340854" y="14226"/>
                </a:lnTo>
                <a:lnTo>
                  <a:pt x="1339964" y="14219"/>
                </a:lnTo>
                <a:lnTo>
                  <a:pt x="1339086" y="14226"/>
                </a:lnTo>
                <a:lnTo>
                  <a:pt x="1338218" y="14248"/>
                </a:lnTo>
                <a:lnTo>
                  <a:pt x="1337360" y="14285"/>
                </a:lnTo>
                <a:lnTo>
                  <a:pt x="1336512" y="14335"/>
                </a:lnTo>
                <a:lnTo>
                  <a:pt x="1335673" y="14401"/>
                </a:lnTo>
                <a:lnTo>
                  <a:pt x="1334843" y="14481"/>
                </a:lnTo>
                <a:lnTo>
                  <a:pt x="1334024" y="14575"/>
                </a:lnTo>
                <a:lnTo>
                  <a:pt x="1333213" y="14684"/>
                </a:lnTo>
                <a:lnTo>
                  <a:pt x="1332413" y="14808"/>
                </a:lnTo>
                <a:lnTo>
                  <a:pt x="1331622" y="14946"/>
                </a:lnTo>
                <a:lnTo>
                  <a:pt x="1330841" y="15099"/>
                </a:lnTo>
                <a:lnTo>
                  <a:pt x="1330069" y="15266"/>
                </a:lnTo>
                <a:lnTo>
                  <a:pt x="1329307" y="15448"/>
                </a:lnTo>
                <a:lnTo>
                  <a:pt x="1328554" y="15644"/>
                </a:lnTo>
                <a:lnTo>
                  <a:pt x="1327811" y="15855"/>
                </a:lnTo>
                <a:lnTo>
                  <a:pt x="1327078" y="16080"/>
                </a:lnTo>
                <a:lnTo>
                  <a:pt x="1326354" y="16320"/>
                </a:lnTo>
                <a:lnTo>
                  <a:pt x="1325640" y="16575"/>
                </a:lnTo>
                <a:lnTo>
                  <a:pt x="1324935" y="16844"/>
                </a:lnTo>
                <a:lnTo>
                  <a:pt x="1324241" y="17127"/>
                </a:lnTo>
                <a:lnTo>
                  <a:pt x="1323555" y="17425"/>
                </a:lnTo>
                <a:lnTo>
                  <a:pt x="1322879" y="17738"/>
                </a:lnTo>
                <a:lnTo>
                  <a:pt x="1322213" y="18065"/>
                </a:lnTo>
                <a:lnTo>
                  <a:pt x="1321557" y="18407"/>
                </a:lnTo>
                <a:lnTo>
                  <a:pt x="1320911" y="18762"/>
                </a:lnTo>
                <a:lnTo>
                  <a:pt x="1320278" y="19128"/>
                </a:lnTo>
                <a:lnTo>
                  <a:pt x="1319657" y="19507"/>
                </a:lnTo>
                <a:lnTo>
                  <a:pt x="1319049" y="19897"/>
                </a:lnTo>
                <a:lnTo>
                  <a:pt x="1318452" y="20299"/>
                </a:lnTo>
                <a:lnTo>
                  <a:pt x="1317869" y="20713"/>
                </a:lnTo>
                <a:lnTo>
                  <a:pt x="1317297" y="21138"/>
                </a:lnTo>
                <a:lnTo>
                  <a:pt x="1316738" y="21576"/>
                </a:lnTo>
                <a:lnTo>
                  <a:pt x="1316191" y="22025"/>
                </a:lnTo>
                <a:lnTo>
                  <a:pt x="1315656" y="22486"/>
                </a:lnTo>
                <a:lnTo>
                  <a:pt x="1315134" y="22959"/>
                </a:lnTo>
                <a:lnTo>
                  <a:pt x="1314624" y="23444"/>
                </a:lnTo>
                <a:lnTo>
                  <a:pt x="1314127" y="23940"/>
                </a:lnTo>
                <a:lnTo>
                  <a:pt x="1313642" y="24448"/>
                </a:lnTo>
                <a:lnTo>
                  <a:pt x="1313169" y="24968"/>
                </a:lnTo>
                <a:lnTo>
                  <a:pt x="1312709" y="25500"/>
                </a:lnTo>
                <a:lnTo>
                  <a:pt x="1312260" y="26044"/>
                </a:lnTo>
                <a:lnTo>
                  <a:pt x="1311825" y="26599"/>
                </a:lnTo>
                <a:lnTo>
                  <a:pt x="1311401" y="27166"/>
                </a:lnTo>
                <a:lnTo>
                  <a:pt x="1310990" y="27745"/>
                </a:lnTo>
                <a:lnTo>
                  <a:pt x="1310591" y="28336"/>
                </a:lnTo>
                <a:lnTo>
                  <a:pt x="1310205" y="28938"/>
                </a:lnTo>
                <a:lnTo>
                  <a:pt x="1309831" y="29553"/>
                </a:lnTo>
                <a:lnTo>
                  <a:pt x="1309469" y="30179"/>
                </a:lnTo>
                <a:lnTo>
                  <a:pt x="1309121" y="30816"/>
                </a:lnTo>
                <a:lnTo>
                  <a:pt x="1308788" y="31462"/>
                </a:lnTo>
                <a:lnTo>
                  <a:pt x="1308469" y="32119"/>
                </a:lnTo>
                <a:lnTo>
                  <a:pt x="1308166" y="32785"/>
                </a:lnTo>
                <a:lnTo>
                  <a:pt x="1307877" y="33462"/>
                </a:lnTo>
                <a:lnTo>
                  <a:pt x="1307603" y="34148"/>
                </a:lnTo>
                <a:lnTo>
                  <a:pt x="1307344" y="34844"/>
                </a:lnTo>
                <a:lnTo>
                  <a:pt x="1307100" y="35550"/>
                </a:lnTo>
                <a:lnTo>
                  <a:pt x="1306870" y="36266"/>
                </a:lnTo>
                <a:lnTo>
                  <a:pt x="1306655" y="36992"/>
                </a:lnTo>
                <a:lnTo>
                  <a:pt x="1306455" y="37727"/>
                </a:lnTo>
                <a:lnTo>
                  <a:pt x="1306270" y="38473"/>
                </a:lnTo>
                <a:lnTo>
                  <a:pt x="1306100" y="39228"/>
                </a:lnTo>
                <a:lnTo>
                  <a:pt x="1305945" y="39993"/>
                </a:lnTo>
                <a:lnTo>
                  <a:pt x="1305804" y="40769"/>
                </a:lnTo>
                <a:lnTo>
                  <a:pt x="1305678" y="41554"/>
                </a:lnTo>
                <a:lnTo>
                  <a:pt x="1305567" y="42349"/>
                </a:lnTo>
                <a:lnTo>
                  <a:pt x="1305471" y="43154"/>
                </a:lnTo>
                <a:lnTo>
                  <a:pt x="1305389" y="43968"/>
                </a:lnTo>
                <a:lnTo>
                  <a:pt x="1305323" y="44793"/>
                </a:lnTo>
                <a:lnTo>
                  <a:pt x="1305271" y="45627"/>
                </a:lnTo>
                <a:lnTo>
                  <a:pt x="1305234" y="46472"/>
                </a:lnTo>
                <a:lnTo>
                  <a:pt x="1305212" y="47326"/>
                </a:lnTo>
                <a:lnTo>
                  <a:pt x="1305204" y="48190"/>
                </a:lnTo>
                <a:lnTo>
                  <a:pt x="1305204" y="98748"/>
                </a:lnTo>
                <a:lnTo>
                  <a:pt x="1305212" y="99599"/>
                </a:lnTo>
                <a:lnTo>
                  <a:pt x="1305234" y="100441"/>
                </a:lnTo>
                <a:lnTo>
                  <a:pt x="1305271" y="101275"/>
                </a:lnTo>
                <a:lnTo>
                  <a:pt x="1305323" y="102099"/>
                </a:lnTo>
                <a:lnTo>
                  <a:pt x="1305389" y="102914"/>
                </a:lnTo>
                <a:lnTo>
                  <a:pt x="1305471" y="103720"/>
                </a:lnTo>
                <a:lnTo>
                  <a:pt x="1305567" y="104517"/>
                </a:lnTo>
                <a:lnTo>
                  <a:pt x="1305678" y="105305"/>
                </a:lnTo>
                <a:lnTo>
                  <a:pt x="1305804" y="106084"/>
                </a:lnTo>
                <a:lnTo>
                  <a:pt x="1305945" y="106854"/>
                </a:lnTo>
                <a:lnTo>
                  <a:pt x="1306100" y="107615"/>
                </a:lnTo>
                <a:lnTo>
                  <a:pt x="1306270" y="108366"/>
                </a:lnTo>
                <a:lnTo>
                  <a:pt x="1306455" y="109109"/>
                </a:lnTo>
                <a:lnTo>
                  <a:pt x="1306655" y="109843"/>
                </a:lnTo>
                <a:lnTo>
                  <a:pt x="1306870" y="110568"/>
                </a:lnTo>
                <a:lnTo>
                  <a:pt x="1307100" y="111283"/>
                </a:lnTo>
                <a:lnTo>
                  <a:pt x="1307344" y="111990"/>
                </a:lnTo>
                <a:lnTo>
                  <a:pt x="1307603" y="112687"/>
                </a:lnTo>
                <a:lnTo>
                  <a:pt x="1307877" y="113376"/>
                </a:lnTo>
                <a:lnTo>
                  <a:pt x="1308166" y="114055"/>
                </a:lnTo>
                <a:lnTo>
                  <a:pt x="1308469" y="114725"/>
                </a:lnTo>
                <a:lnTo>
                  <a:pt x="1308788" y="115387"/>
                </a:lnTo>
                <a:lnTo>
                  <a:pt x="1309121" y="116039"/>
                </a:lnTo>
                <a:lnTo>
                  <a:pt x="1309469" y="116682"/>
                </a:lnTo>
                <a:lnTo>
                  <a:pt x="1309831" y="117314"/>
                </a:lnTo>
                <a:lnTo>
                  <a:pt x="1310205" y="117935"/>
                </a:lnTo>
                <a:lnTo>
                  <a:pt x="1310591" y="118543"/>
                </a:lnTo>
                <a:lnTo>
                  <a:pt x="1310990" y="119139"/>
                </a:lnTo>
                <a:lnTo>
                  <a:pt x="1311401" y="119724"/>
                </a:lnTo>
                <a:lnTo>
                  <a:pt x="1311825" y="120296"/>
                </a:lnTo>
                <a:lnTo>
                  <a:pt x="1312260" y="120856"/>
                </a:lnTo>
                <a:lnTo>
                  <a:pt x="1312709" y="121404"/>
                </a:lnTo>
                <a:lnTo>
                  <a:pt x="1313169" y="121940"/>
                </a:lnTo>
                <a:lnTo>
                  <a:pt x="1313642" y="122464"/>
                </a:lnTo>
                <a:lnTo>
                  <a:pt x="1314127" y="122975"/>
                </a:lnTo>
                <a:lnTo>
                  <a:pt x="1314624" y="123475"/>
                </a:lnTo>
                <a:lnTo>
                  <a:pt x="1315134" y="123963"/>
                </a:lnTo>
                <a:lnTo>
                  <a:pt x="1315656" y="124439"/>
                </a:lnTo>
                <a:lnTo>
                  <a:pt x="1316191" y="124902"/>
                </a:lnTo>
                <a:lnTo>
                  <a:pt x="1316738" y="125354"/>
                </a:lnTo>
                <a:lnTo>
                  <a:pt x="1317297" y="125793"/>
                </a:lnTo>
                <a:lnTo>
                  <a:pt x="1317869" y="126220"/>
                </a:lnTo>
                <a:lnTo>
                  <a:pt x="1318452" y="126636"/>
                </a:lnTo>
                <a:lnTo>
                  <a:pt x="1319049" y="127039"/>
                </a:lnTo>
                <a:lnTo>
                  <a:pt x="1319657" y="127430"/>
                </a:lnTo>
                <a:lnTo>
                  <a:pt x="1320278" y="127809"/>
                </a:lnTo>
                <a:lnTo>
                  <a:pt x="1320911" y="128176"/>
                </a:lnTo>
                <a:lnTo>
                  <a:pt x="1321557" y="128531"/>
                </a:lnTo>
                <a:lnTo>
                  <a:pt x="1322213" y="128873"/>
                </a:lnTo>
                <a:lnTo>
                  <a:pt x="1322879" y="129200"/>
                </a:lnTo>
                <a:lnTo>
                  <a:pt x="1323555" y="129512"/>
                </a:lnTo>
                <a:lnTo>
                  <a:pt x="1324241" y="129810"/>
                </a:lnTo>
                <a:lnTo>
                  <a:pt x="1324935" y="130094"/>
                </a:lnTo>
                <a:lnTo>
                  <a:pt x="1325640" y="130362"/>
                </a:lnTo>
                <a:lnTo>
                  <a:pt x="1326354" y="130617"/>
                </a:lnTo>
                <a:lnTo>
                  <a:pt x="1327078" y="130856"/>
                </a:lnTo>
                <a:lnTo>
                  <a:pt x="1327811" y="131082"/>
                </a:lnTo>
                <a:lnTo>
                  <a:pt x="1328554" y="131292"/>
                </a:lnTo>
                <a:lnTo>
                  <a:pt x="1329307" y="131489"/>
                </a:lnTo>
                <a:lnTo>
                  <a:pt x="1330069" y="131670"/>
                </a:lnTo>
                <a:lnTo>
                  <a:pt x="1330841" y="131837"/>
                </a:lnTo>
                <a:lnTo>
                  <a:pt x="1331622" y="131990"/>
                </a:lnTo>
                <a:lnTo>
                  <a:pt x="1332413" y="132128"/>
                </a:lnTo>
                <a:lnTo>
                  <a:pt x="1333213" y="132252"/>
                </a:lnTo>
                <a:lnTo>
                  <a:pt x="1334024" y="132360"/>
                </a:lnTo>
                <a:lnTo>
                  <a:pt x="1334843" y="132455"/>
                </a:lnTo>
                <a:lnTo>
                  <a:pt x="1335673" y="132535"/>
                </a:lnTo>
                <a:lnTo>
                  <a:pt x="1336512" y="132600"/>
                </a:lnTo>
                <a:lnTo>
                  <a:pt x="1337360" y="132651"/>
                </a:lnTo>
                <a:lnTo>
                  <a:pt x="1338218" y="132687"/>
                </a:lnTo>
                <a:lnTo>
                  <a:pt x="1339086" y="132709"/>
                </a:lnTo>
                <a:lnTo>
                  <a:pt x="1339964" y="132717"/>
                </a:lnTo>
                <a:lnTo>
                  <a:pt x="1340841" y="132709"/>
                </a:lnTo>
                <a:lnTo>
                  <a:pt x="1341709" y="132687"/>
                </a:lnTo>
                <a:lnTo>
                  <a:pt x="1342567" y="132651"/>
                </a:lnTo>
                <a:lnTo>
                  <a:pt x="1343415" y="132600"/>
                </a:lnTo>
                <a:close/>
                <a:moveTo>
                  <a:pt x="1336907" y="120382"/>
                </a:moveTo>
                <a:lnTo>
                  <a:pt x="1336175" y="120287"/>
                </a:lnTo>
                <a:lnTo>
                  <a:pt x="1335456" y="120171"/>
                </a:lnTo>
                <a:lnTo>
                  <a:pt x="1334750" y="120034"/>
                </a:lnTo>
                <a:lnTo>
                  <a:pt x="1334056" y="119876"/>
                </a:lnTo>
                <a:lnTo>
                  <a:pt x="1333376" y="119696"/>
                </a:lnTo>
                <a:lnTo>
                  <a:pt x="1332709" y="119495"/>
                </a:lnTo>
                <a:lnTo>
                  <a:pt x="1332054" y="119274"/>
                </a:lnTo>
                <a:lnTo>
                  <a:pt x="1331412" y="119031"/>
                </a:lnTo>
                <a:lnTo>
                  <a:pt x="1330784" y="118767"/>
                </a:lnTo>
                <a:lnTo>
                  <a:pt x="1330168" y="118482"/>
                </a:lnTo>
                <a:lnTo>
                  <a:pt x="1329565" y="118175"/>
                </a:lnTo>
                <a:lnTo>
                  <a:pt x="1328974" y="117848"/>
                </a:lnTo>
                <a:lnTo>
                  <a:pt x="1328397" y="117500"/>
                </a:lnTo>
                <a:lnTo>
                  <a:pt x="1327833" y="117130"/>
                </a:lnTo>
                <a:lnTo>
                  <a:pt x="1327281" y="116739"/>
                </a:lnTo>
                <a:lnTo>
                  <a:pt x="1326743" y="116327"/>
                </a:lnTo>
                <a:lnTo>
                  <a:pt x="1326217" y="115895"/>
                </a:lnTo>
                <a:lnTo>
                  <a:pt x="1325704" y="115440"/>
                </a:lnTo>
                <a:lnTo>
                  <a:pt x="1325204" y="114965"/>
                </a:lnTo>
                <a:lnTo>
                  <a:pt x="1324717" y="114469"/>
                </a:lnTo>
                <a:lnTo>
                  <a:pt x="1324247" y="113956"/>
                </a:lnTo>
                <a:lnTo>
                  <a:pt x="1323796" y="113430"/>
                </a:lnTo>
                <a:lnTo>
                  <a:pt x="1323366" y="112893"/>
                </a:lnTo>
                <a:lnTo>
                  <a:pt x="1322955" y="112343"/>
                </a:lnTo>
                <a:lnTo>
                  <a:pt x="1322565" y="111780"/>
                </a:lnTo>
                <a:lnTo>
                  <a:pt x="1322194" y="111205"/>
                </a:lnTo>
                <a:lnTo>
                  <a:pt x="1321844" y="110618"/>
                </a:lnTo>
                <a:lnTo>
                  <a:pt x="1321514" y="110019"/>
                </a:lnTo>
                <a:lnTo>
                  <a:pt x="1321203" y="109407"/>
                </a:lnTo>
                <a:lnTo>
                  <a:pt x="1320913" y="108783"/>
                </a:lnTo>
                <a:lnTo>
                  <a:pt x="1320643" y="108146"/>
                </a:lnTo>
                <a:lnTo>
                  <a:pt x="1320392" y="107497"/>
                </a:lnTo>
                <a:lnTo>
                  <a:pt x="1320162" y="106836"/>
                </a:lnTo>
                <a:lnTo>
                  <a:pt x="1319952" y="106163"/>
                </a:lnTo>
                <a:lnTo>
                  <a:pt x="1319762" y="105477"/>
                </a:lnTo>
                <a:lnTo>
                  <a:pt x="1319591" y="104778"/>
                </a:lnTo>
                <a:lnTo>
                  <a:pt x="1319441" y="104068"/>
                </a:lnTo>
                <a:lnTo>
                  <a:pt x="1319311" y="103345"/>
                </a:lnTo>
                <a:lnTo>
                  <a:pt x="1319201" y="102610"/>
                </a:lnTo>
                <a:lnTo>
                  <a:pt x="1319111" y="101862"/>
                </a:lnTo>
                <a:lnTo>
                  <a:pt x="1319041" y="101102"/>
                </a:lnTo>
                <a:lnTo>
                  <a:pt x="1318991" y="100330"/>
                </a:lnTo>
                <a:lnTo>
                  <a:pt x="1318961" y="99545"/>
                </a:lnTo>
                <a:lnTo>
                  <a:pt x="1318951" y="98748"/>
                </a:lnTo>
                <a:lnTo>
                  <a:pt x="1318951" y="48190"/>
                </a:lnTo>
                <a:lnTo>
                  <a:pt x="1318961" y="47393"/>
                </a:lnTo>
                <a:lnTo>
                  <a:pt x="1318991" y="46608"/>
                </a:lnTo>
                <a:lnTo>
                  <a:pt x="1319041" y="45836"/>
                </a:lnTo>
                <a:lnTo>
                  <a:pt x="1319111" y="45076"/>
                </a:lnTo>
                <a:lnTo>
                  <a:pt x="1319201" y="44328"/>
                </a:lnTo>
                <a:lnTo>
                  <a:pt x="1319311" y="43593"/>
                </a:lnTo>
                <a:lnTo>
                  <a:pt x="1319441" y="42870"/>
                </a:lnTo>
                <a:lnTo>
                  <a:pt x="1319591" y="42160"/>
                </a:lnTo>
                <a:lnTo>
                  <a:pt x="1319762" y="41461"/>
                </a:lnTo>
                <a:lnTo>
                  <a:pt x="1319952" y="40775"/>
                </a:lnTo>
                <a:lnTo>
                  <a:pt x="1320162" y="40102"/>
                </a:lnTo>
                <a:lnTo>
                  <a:pt x="1320392" y="39441"/>
                </a:lnTo>
                <a:lnTo>
                  <a:pt x="1320643" y="38792"/>
                </a:lnTo>
                <a:lnTo>
                  <a:pt x="1320913" y="38155"/>
                </a:lnTo>
                <a:lnTo>
                  <a:pt x="1321203" y="37531"/>
                </a:lnTo>
                <a:lnTo>
                  <a:pt x="1321514" y="36919"/>
                </a:lnTo>
                <a:lnTo>
                  <a:pt x="1321844" y="36320"/>
                </a:lnTo>
                <a:lnTo>
                  <a:pt x="1322194" y="35733"/>
                </a:lnTo>
                <a:lnTo>
                  <a:pt x="1322565" y="35158"/>
                </a:lnTo>
                <a:lnTo>
                  <a:pt x="1322955" y="34595"/>
                </a:lnTo>
                <a:lnTo>
                  <a:pt x="1323366" y="34045"/>
                </a:lnTo>
                <a:lnTo>
                  <a:pt x="1323796" y="33508"/>
                </a:lnTo>
                <a:lnTo>
                  <a:pt x="1324247" y="32982"/>
                </a:lnTo>
                <a:lnTo>
                  <a:pt x="1324717" y="32469"/>
                </a:lnTo>
                <a:lnTo>
                  <a:pt x="1325204" y="31973"/>
                </a:lnTo>
                <a:lnTo>
                  <a:pt x="1325704" y="31498"/>
                </a:lnTo>
                <a:lnTo>
                  <a:pt x="1326217" y="31044"/>
                </a:lnTo>
                <a:lnTo>
                  <a:pt x="1326743" y="30611"/>
                </a:lnTo>
                <a:lnTo>
                  <a:pt x="1327281" y="30199"/>
                </a:lnTo>
                <a:lnTo>
                  <a:pt x="1327833" y="29808"/>
                </a:lnTo>
                <a:lnTo>
                  <a:pt x="1328397" y="29438"/>
                </a:lnTo>
                <a:lnTo>
                  <a:pt x="1328974" y="29090"/>
                </a:lnTo>
                <a:lnTo>
                  <a:pt x="1329565" y="28763"/>
                </a:lnTo>
                <a:lnTo>
                  <a:pt x="1330168" y="28456"/>
                </a:lnTo>
                <a:lnTo>
                  <a:pt x="1330784" y="28171"/>
                </a:lnTo>
                <a:lnTo>
                  <a:pt x="1331412" y="27907"/>
                </a:lnTo>
                <a:lnTo>
                  <a:pt x="1332054" y="27664"/>
                </a:lnTo>
                <a:lnTo>
                  <a:pt x="1332709" y="27443"/>
                </a:lnTo>
                <a:lnTo>
                  <a:pt x="1333376" y="27242"/>
                </a:lnTo>
                <a:lnTo>
                  <a:pt x="1334056" y="27062"/>
                </a:lnTo>
                <a:lnTo>
                  <a:pt x="1334750" y="26904"/>
                </a:lnTo>
                <a:lnTo>
                  <a:pt x="1335456" y="26767"/>
                </a:lnTo>
                <a:lnTo>
                  <a:pt x="1336175" y="26651"/>
                </a:lnTo>
                <a:lnTo>
                  <a:pt x="1336907" y="26556"/>
                </a:lnTo>
                <a:lnTo>
                  <a:pt x="1337652" y="26482"/>
                </a:lnTo>
                <a:lnTo>
                  <a:pt x="1338409" y="26429"/>
                </a:lnTo>
                <a:lnTo>
                  <a:pt x="1339180" y="26397"/>
                </a:lnTo>
                <a:lnTo>
                  <a:pt x="1339964" y="26387"/>
                </a:lnTo>
                <a:lnTo>
                  <a:pt x="1340747" y="26397"/>
                </a:lnTo>
                <a:lnTo>
                  <a:pt x="1341518" y="26429"/>
                </a:lnTo>
                <a:lnTo>
                  <a:pt x="1342275" y="26482"/>
                </a:lnTo>
                <a:lnTo>
                  <a:pt x="1343020" y="26556"/>
                </a:lnTo>
                <a:lnTo>
                  <a:pt x="1343752" y="26651"/>
                </a:lnTo>
                <a:lnTo>
                  <a:pt x="1344471" y="26767"/>
                </a:lnTo>
                <a:lnTo>
                  <a:pt x="1345177" y="26904"/>
                </a:lnTo>
                <a:lnTo>
                  <a:pt x="1345871" y="27062"/>
                </a:lnTo>
                <a:lnTo>
                  <a:pt x="1346551" y="27242"/>
                </a:lnTo>
                <a:lnTo>
                  <a:pt x="1347219" y="27443"/>
                </a:lnTo>
                <a:lnTo>
                  <a:pt x="1347873" y="27664"/>
                </a:lnTo>
                <a:lnTo>
                  <a:pt x="1348515" y="27907"/>
                </a:lnTo>
                <a:lnTo>
                  <a:pt x="1349144" y="28171"/>
                </a:lnTo>
                <a:lnTo>
                  <a:pt x="1349760" y="28456"/>
                </a:lnTo>
                <a:lnTo>
                  <a:pt x="1350363" y="28763"/>
                </a:lnTo>
                <a:lnTo>
                  <a:pt x="1350953" y="29090"/>
                </a:lnTo>
                <a:lnTo>
                  <a:pt x="1351530" y="29438"/>
                </a:lnTo>
                <a:lnTo>
                  <a:pt x="1352094" y="29808"/>
                </a:lnTo>
                <a:lnTo>
                  <a:pt x="1352646" y="30199"/>
                </a:lnTo>
                <a:lnTo>
                  <a:pt x="1353184" y="30611"/>
                </a:lnTo>
                <a:lnTo>
                  <a:pt x="1353710" y="31044"/>
                </a:lnTo>
                <a:lnTo>
                  <a:pt x="1354223" y="31498"/>
                </a:lnTo>
                <a:lnTo>
                  <a:pt x="1354723" y="31973"/>
                </a:lnTo>
                <a:lnTo>
                  <a:pt x="1355210" y="32469"/>
                </a:lnTo>
                <a:lnTo>
                  <a:pt x="1355680" y="32982"/>
                </a:lnTo>
                <a:lnTo>
                  <a:pt x="1356131" y="33508"/>
                </a:lnTo>
                <a:lnTo>
                  <a:pt x="1356561" y="34045"/>
                </a:lnTo>
                <a:lnTo>
                  <a:pt x="1356972" y="34595"/>
                </a:lnTo>
                <a:lnTo>
                  <a:pt x="1357362" y="35158"/>
                </a:lnTo>
                <a:lnTo>
                  <a:pt x="1357733" y="35733"/>
                </a:lnTo>
                <a:lnTo>
                  <a:pt x="1358083" y="36320"/>
                </a:lnTo>
                <a:lnTo>
                  <a:pt x="1358413" y="36919"/>
                </a:lnTo>
                <a:lnTo>
                  <a:pt x="1358724" y="37531"/>
                </a:lnTo>
                <a:lnTo>
                  <a:pt x="1359014" y="38155"/>
                </a:lnTo>
                <a:lnTo>
                  <a:pt x="1359284" y="38792"/>
                </a:lnTo>
                <a:lnTo>
                  <a:pt x="1359535" y="39441"/>
                </a:lnTo>
                <a:lnTo>
                  <a:pt x="1359765" y="40102"/>
                </a:lnTo>
                <a:lnTo>
                  <a:pt x="1359975" y="40775"/>
                </a:lnTo>
                <a:lnTo>
                  <a:pt x="1360165" y="41461"/>
                </a:lnTo>
                <a:lnTo>
                  <a:pt x="1360336" y="42160"/>
                </a:lnTo>
                <a:lnTo>
                  <a:pt x="1360486" y="42870"/>
                </a:lnTo>
                <a:lnTo>
                  <a:pt x="1360616" y="43593"/>
                </a:lnTo>
                <a:lnTo>
                  <a:pt x="1360726" y="44328"/>
                </a:lnTo>
                <a:lnTo>
                  <a:pt x="1360816" y="45076"/>
                </a:lnTo>
                <a:lnTo>
                  <a:pt x="1360886" y="45836"/>
                </a:lnTo>
                <a:lnTo>
                  <a:pt x="1360936" y="46608"/>
                </a:lnTo>
                <a:lnTo>
                  <a:pt x="1360966" y="47393"/>
                </a:lnTo>
                <a:lnTo>
                  <a:pt x="1360976" y="48190"/>
                </a:lnTo>
                <a:lnTo>
                  <a:pt x="1360976" y="98748"/>
                </a:lnTo>
                <a:lnTo>
                  <a:pt x="1360966" y="99545"/>
                </a:lnTo>
                <a:lnTo>
                  <a:pt x="1360936" y="100330"/>
                </a:lnTo>
                <a:lnTo>
                  <a:pt x="1360886" y="101102"/>
                </a:lnTo>
                <a:lnTo>
                  <a:pt x="1360816" y="101862"/>
                </a:lnTo>
                <a:lnTo>
                  <a:pt x="1360726" y="102610"/>
                </a:lnTo>
                <a:lnTo>
                  <a:pt x="1360616" y="103345"/>
                </a:lnTo>
                <a:lnTo>
                  <a:pt x="1360486" y="104068"/>
                </a:lnTo>
                <a:lnTo>
                  <a:pt x="1360336" y="104778"/>
                </a:lnTo>
                <a:lnTo>
                  <a:pt x="1360165" y="105477"/>
                </a:lnTo>
                <a:lnTo>
                  <a:pt x="1359975" y="106163"/>
                </a:lnTo>
                <a:lnTo>
                  <a:pt x="1359765" y="106836"/>
                </a:lnTo>
                <a:lnTo>
                  <a:pt x="1359535" y="107497"/>
                </a:lnTo>
                <a:lnTo>
                  <a:pt x="1359284" y="108146"/>
                </a:lnTo>
                <a:lnTo>
                  <a:pt x="1359014" y="108783"/>
                </a:lnTo>
                <a:lnTo>
                  <a:pt x="1358724" y="109407"/>
                </a:lnTo>
                <a:lnTo>
                  <a:pt x="1358413" y="110019"/>
                </a:lnTo>
                <a:lnTo>
                  <a:pt x="1358083" y="110618"/>
                </a:lnTo>
                <a:lnTo>
                  <a:pt x="1357733" y="111205"/>
                </a:lnTo>
                <a:lnTo>
                  <a:pt x="1357362" y="111780"/>
                </a:lnTo>
                <a:lnTo>
                  <a:pt x="1356972" y="112343"/>
                </a:lnTo>
                <a:lnTo>
                  <a:pt x="1356561" y="112893"/>
                </a:lnTo>
                <a:lnTo>
                  <a:pt x="1356131" y="113430"/>
                </a:lnTo>
                <a:lnTo>
                  <a:pt x="1355680" y="113956"/>
                </a:lnTo>
                <a:lnTo>
                  <a:pt x="1355210" y="114469"/>
                </a:lnTo>
                <a:lnTo>
                  <a:pt x="1354723" y="114965"/>
                </a:lnTo>
                <a:lnTo>
                  <a:pt x="1354223" y="115440"/>
                </a:lnTo>
                <a:lnTo>
                  <a:pt x="1353710" y="115895"/>
                </a:lnTo>
                <a:lnTo>
                  <a:pt x="1353184" y="116327"/>
                </a:lnTo>
                <a:lnTo>
                  <a:pt x="1352646" y="116739"/>
                </a:lnTo>
                <a:lnTo>
                  <a:pt x="1352094" y="117130"/>
                </a:lnTo>
                <a:lnTo>
                  <a:pt x="1351530" y="117500"/>
                </a:lnTo>
                <a:lnTo>
                  <a:pt x="1350953" y="117848"/>
                </a:lnTo>
                <a:lnTo>
                  <a:pt x="1350363" y="118175"/>
                </a:lnTo>
                <a:lnTo>
                  <a:pt x="1349760" y="118482"/>
                </a:lnTo>
                <a:lnTo>
                  <a:pt x="1349144" y="118767"/>
                </a:lnTo>
                <a:lnTo>
                  <a:pt x="1348515" y="119031"/>
                </a:lnTo>
                <a:lnTo>
                  <a:pt x="1347873" y="119274"/>
                </a:lnTo>
                <a:lnTo>
                  <a:pt x="1347219" y="119495"/>
                </a:lnTo>
                <a:lnTo>
                  <a:pt x="1346551" y="119696"/>
                </a:lnTo>
                <a:lnTo>
                  <a:pt x="1345871" y="119876"/>
                </a:lnTo>
                <a:lnTo>
                  <a:pt x="1345177" y="120034"/>
                </a:lnTo>
                <a:lnTo>
                  <a:pt x="1344471" y="120171"/>
                </a:lnTo>
                <a:lnTo>
                  <a:pt x="1343752" y="120287"/>
                </a:lnTo>
                <a:lnTo>
                  <a:pt x="1343020" y="120382"/>
                </a:lnTo>
                <a:lnTo>
                  <a:pt x="1342275" y="120456"/>
                </a:lnTo>
                <a:lnTo>
                  <a:pt x="1341518" y="120509"/>
                </a:lnTo>
                <a:lnTo>
                  <a:pt x="1340747" y="120541"/>
                </a:lnTo>
                <a:lnTo>
                  <a:pt x="1339964" y="120551"/>
                </a:lnTo>
                <a:lnTo>
                  <a:pt x="1339180" y="120541"/>
                </a:lnTo>
                <a:lnTo>
                  <a:pt x="1338409" y="120509"/>
                </a:lnTo>
                <a:lnTo>
                  <a:pt x="1337652" y="120456"/>
                </a:lnTo>
                <a:lnTo>
                  <a:pt x="1336907" y="120382"/>
                </a:lnTo>
                <a:close/>
                <a:moveTo>
                  <a:pt x="1071585" y="118176"/>
                </a:moveTo>
                <a:lnTo>
                  <a:pt x="1071174" y="118160"/>
                </a:lnTo>
                <a:lnTo>
                  <a:pt x="1070771" y="118133"/>
                </a:lnTo>
                <a:lnTo>
                  <a:pt x="1070374" y="118096"/>
                </a:lnTo>
                <a:lnTo>
                  <a:pt x="1069985" y="118048"/>
                </a:lnTo>
                <a:lnTo>
                  <a:pt x="1069603" y="117989"/>
                </a:lnTo>
                <a:lnTo>
                  <a:pt x="1069228" y="117919"/>
                </a:lnTo>
                <a:lnTo>
                  <a:pt x="1068860" y="117839"/>
                </a:lnTo>
                <a:lnTo>
                  <a:pt x="1068499" y="117748"/>
                </a:lnTo>
                <a:lnTo>
                  <a:pt x="1068146" y="117647"/>
                </a:lnTo>
                <a:lnTo>
                  <a:pt x="1067799" y="117534"/>
                </a:lnTo>
                <a:lnTo>
                  <a:pt x="1067460" y="117411"/>
                </a:lnTo>
                <a:lnTo>
                  <a:pt x="1067128" y="117278"/>
                </a:lnTo>
                <a:lnTo>
                  <a:pt x="1066803" y="117133"/>
                </a:lnTo>
                <a:lnTo>
                  <a:pt x="1066485" y="116978"/>
                </a:lnTo>
                <a:lnTo>
                  <a:pt x="1066174" y="116812"/>
                </a:lnTo>
                <a:lnTo>
                  <a:pt x="1065870" y="116636"/>
                </a:lnTo>
                <a:lnTo>
                  <a:pt x="1065573" y="116449"/>
                </a:lnTo>
                <a:lnTo>
                  <a:pt x="1065284" y="116251"/>
                </a:lnTo>
                <a:lnTo>
                  <a:pt x="1065001" y="116042"/>
                </a:lnTo>
                <a:lnTo>
                  <a:pt x="1064726" y="115823"/>
                </a:lnTo>
                <a:lnTo>
                  <a:pt x="1064458" y="115593"/>
                </a:lnTo>
                <a:lnTo>
                  <a:pt x="1064197" y="115352"/>
                </a:lnTo>
                <a:lnTo>
                  <a:pt x="1063943" y="115101"/>
                </a:lnTo>
                <a:lnTo>
                  <a:pt x="1063698" y="114840"/>
                </a:lnTo>
                <a:lnTo>
                  <a:pt x="1063464" y="114571"/>
                </a:lnTo>
                <a:lnTo>
                  <a:pt x="1063240" y="114294"/>
                </a:lnTo>
                <a:lnTo>
                  <a:pt x="1063026" y="114010"/>
                </a:lnTo>
                <a:lnTo>
                  <a:pt x="1062823" y="113717"/>
                </a:lnTo>
                <a:lnTo>
                  <a:pt x="1062630" y="113417"/>
                </a:lnTo>
                <a:lnTo>
                  <a:pt x="1062448" y="113108"/>
                </a:lnTo>
                <a:lnTo>
                  <a:pt x="1062276" y="112792"/>
                </a:lnTo>
                <a:lnTo>
                  <a:pt x="1062114" y="112468"/>
                </a:lnTo>
                <a:lnTo>
                  <a:pt x="1061963" y="112135"/>
                </a:lnTo>
                <a:lnTo>
                  <a:pt x="1061822" y="111795"/>
                </a:lnTo>
                <a:lnTo>
                  <a:pt x="1061692" y="111447"/>
                </a:lnTo>
                <a:lnTo>
                  <a:pt x="1061572" y="111091"/>
                </a:lnTo>
                <a:lnTo>
                  <a:pt x="1061463" y="110727"/>
                </a:lnTo>
                <a:lnTo>
                  <a:pt x="1061364" y="110355"/>
                </a:lnTo>
                <a:lnTo>
                  <a:pt x="1061275" y="109975"/>
                </a:lnTo>
                <a:lnTo>
                  <a:pt x="1061197" y="109587"/>
                </a:lnTo>
                <a:lnTo>
                  <a:pt x="1061129" y="109191"/>
                </a:lnTo>
                <a:lnTo>
                  <a:pt x="1061072" y="108787"/>
                </a:lnTo>
                <a:lnTo>
                  <a:pt x="1061025" y="108375"/>
                </a:lnTo>
                <a:lnTo>
                  <a:pt x="1060988" y="107955"/>
                </a:lnTo>
                <a:lnTo>
                  <a:pt x="1060962" y="107527"/>
                </a:lnTo>
                <a:lnTo>
                  <a:pt x="1060947" y="107092"/>
                </a:lnTo>
                <a:lnTo>
                  <a:pt x="1060942" y="106648"/>
                </a:lnTo>
                <a:lnTo>
                  <a:pt x="1060942" y="15801"/>
                </a:lnTo>
                <a:lnTo>
                  <a:pt x="1016703" y="15801"/>
                </a:lnTo>
                <a:lnTo>
                  <a:pt x="1016703" y="28756"/>
                </a:lnTo>
                <a:lnTo>
                  <a:pt x="1046722" y="28756"/>
                </a:lnTo>
                <a:lnTo>
                  <a:pt x="1046722" y="106648"/>
                </a:lnTo>
                <a:lnTo>
                  <a:pt x="1046728" y="107264"/>
                </a:lnTo>
                <a:lnTo>
                  <a:pt x="1046744" y="107873"/>
                </a:lnTo>
                <a:lnTo>
                  <a:pt x="1046772" y="108475"/>
                </a:lnTo>
                <a:lnTo>
                  <a:pt x="1046810" y="109071"/>
                </a:lnTo>
                <a:lnTo>
                  <a:pt x="1046860" y="109660"/>
                </a:lnTo>
                <a:lnTo>
                  <a:pt x="1046920" y="110242"/>
                </a:lnTo>
                <a:lnTo>
                  <a:pt x="1046991" y="110818"/>
                </a:lnTo>
                <a:lnTo>
                  <a:pt x="1047073" y="111388"/>
                </a:lnTo>
                <a:lnTo>
                  <a:pt x="1047167" y="111951"/>
                </a:lnTo>
                <a:lnTo>
                  <a:pt x="1047271" y="112507"/>
                </a:lnTo>
                <a:lnTo>
                  <a:pt x="1047386" y="113057"/>
                </a:lnTo>
                <a:lnTo>
                  <a:pt x="1047512" y="113600"/>
                </a:lnTo>
                <a:lnTo>
                  <a:pt x="1047649" y="114136"/>
                </a:lnTo>
                <a:lnTo>
                  <a:pt x="1047797" y="114666"/>
                </a:lnTo>
                <a:lnTo>
                  <a:pt x="1047956" y="115190"/>
                </a:lnTo>
                <a:lnTo>
                  <a:pt x="1048126" y="115706"/>
                </a:lnTo>
                <a:lnTo>
                  <a:pt x="1048307" y="116217"/>
                </a:lnTo>
                <a:lnTo>
                  <a:pt x="1048499" y="116720"/>
                </a:lnTo>
                <a:lnTo>
                  <a:pt x="1048702" y="117217"/>
                </a:lnTo>
                <a:lnTo>
                  <a:pt x="1048916" y="117708"/>
                </a:lnTo>
                <a:lnTo>
                  <a:pt x="1049140" y="118192"/>
                </a:lnTo>
                <a:lnTo>
                  <a:pt x="1049376" y="118669"/>
                </a:lnTo>
                <a:lnTo>
                  <a:pt x="1049623" y="119140"/>
                </a:lnTo>
                <a:lnTo>
                  <a:pt x="1049881" y="119604"/>
                </a:lnTo>
                <a:lnTo>
                  <a:pt x="1050148" y="120060"/>
                </a:lnTo>
                <a:lnTo>
                  <a:pt x="1050425" y="120508"/>
                </a:lnTo>
                <a:lnTo>
                  <a:pt x="1050710" y="120947"/>
                </a:lnTo>
                <a:lnTo>
                  <a:pt x="1051004" y="121377"/>
                </a:lnTo>
                <a:lnTo>
                  <a:pt x="1051307" y="121799"/>
                </a:lnTo>
                <a:lnTo>
                  <a:pt x="1051619" y="122211"/>
                </a:lnTo>
                <a:lnTo>
                  <a:pt x="1051939" y="122615"/>
                </a:lnTo>
                <a:lnTo>
                  <a:pt x="1052268" y="123010"/>
                </a:lnTo>
                <a:lnTo>
                  <a:pt x="1052606" y="123396"/>
                </a:lnTo>
                <a:lnTo>
                  <a:pt x="1052953" y="123774"/>
                </a:lnTo>
                <a:lnTo>
                  <a:pt x="1053309" y="124142"/>
                </a:lnTo>
                <a:lnTo>
                  <a:pt x="1053673" y="124502"/>
                </a:lnTo>
                <a:lnTo>
                  <a:pt x="1054046" y="124853"/>
                </a:lnTo>
                <a:lnTo>
                  <a:pt x="1054428" y="125196"/>
                </a:lnTo>
                <a:lnTo>
                  <a:pt x="1054818" y="125529"/>
                </a:lnTo>
                <a:lnTo>
                  <a:pt x="1055218" y="125854"/>
                </a:lnTo>
                <a:lnTo>
                  <a:pt x="1055626" y="126170"/>
                </a:lnTo>
                <a:lnTo>
                  <a:pt x="1056043" y="126477"/>
                </a:lnTo>
                <a:lnTo>
                  <a:pt x="1056468" y="126776"/>
                </a:lnTo>
                <a:lnTo>
                  <a:pt x="1056903" y="127065"/>
                </a:lnTo>
                <a:lnTo>
                  <a:pt x="1057346" y="127346"/>
                </a:lnTo>
                <a:lnTo>
                  <a:pt x="1057798" y="127618"/>
                </a:lnTo>
                <a:lnTo>
                  <a:pt x="1058259" y="127881"/>
                </a:lnTo>
                <a:lnTo>
                  <a:pt x="1058728" y="128136"/>
                </a:lnTo>
                <a:lnTo>
                  <a:pt x="1059206" y="128381"/>
                </a:lnTo>
                <a:lnTo>
                  <a:pt x="1059690" y="128615"/>
                </a:lnTo>
                <a:lnTo>
                  <a:pt x="1060180" y="128839"/>
                </a:lnTo>
                <a:lnTo>
                  <a:pt x="1060678" y="129053"/>
                </a:lnTo>
                <a:lnTo>
                  <a:pt x="1061181" y="129256"/>
                </a:lnTo>
                <a:lnTo>
                  <a:pt x="1061692" y="129449"/>
                </a:lnTo>
                <a:lnTo>
                  <a:pt x="1062209" y="129631"/>
                </a:lnTo>
                <a:lnTo>
                  <a:pt x="1062732" y="129803"/>
                </a:lnTo>
                <a:lnTo>
                  <a:pt x="1063262" y="129965"/>
                </a:lnTo>
                <a:lnTo>
                  <a:pt x="1063799" y="130116"/>
                </a:lnTo>
                <a:lnTo>
                  <a:pt x="1064342" y="130257"/>
                </a:lnTo>
                <a:lnTo>
                  <a:pt x="1064892" y="130387"/>
                </a:lnTo>
                <a:lnTo>
                  <a:pt x="1065448" y="130507"/>
                </a:lnTo>
                <a:lnTo>
                  <a:pt x="1066011" y="130616"/>
                </a:lnTo>
                <a:lnTo>
                  <a:pt x="1066581" y="130715"/>
                </a:lnTo>
                <a:lnTo>
                  <a:pt x="1067157" y="130804"/>
                </a:lnTo>
                <a:lnTo>
                  <a:pt x="1067739" y="130882"/>
                </a:lnTo>
                <a:lnTo>
                  <a:pt x="1068329" y="130950"/>
                </a:lnTo>
                <a:lnTo>
                  <a:pt x="1068925" y="131007"/>
                </a:lnTo>
                <a:lnTo>
                  <a:pt x="1069527" y="131054"/>
                </a:lnTo>
                <a:lnTo>
                  <a:pt x="1070136" y="131091"/>
                </a:lnTo>
                <a:lnTo>
                  <a:pt x="1070752" y="131117"/>
                </a:lnTo>
                <a:lnTo>
                  <a:pt x="1071374" y="131132"/>
                </a:lnTo>
                <a:lnTo>
                  <a:pt x="1072002" y="131137"/>
                </a:lnTo>
                <a:lnTo>
                  <a:pt x="1098862" y="131137"/>
                </a:lnTo>
                <a:lnTo>
                  <a:pt x="1098862" y="118182"/>
                </a:lnTo>
                <a:lnTo>
                  <a:pt x="1072002" y="118182"/>
                </a:lnTo>
                <a:lnTo>
                  <a:pt x="1071585" y="118176"/>
                </a:lnTo>
                <a:close/>
                <a:moveTo>
                  <a:pt x="1271709" y="12640"/>
                </a:moveTo>
                <a:lnTo>
                  <a:pt x="1271709" y="0"/>
                </a:lnTo>
                <a:lnTo>
                  <a:pt x="1233001" y="0"/>
                </a:lnTo>
                <a:lnTo>
                  <a:pt x="1233001" y="148517"/>
                </a:lnTo>
                <a:lnTo>
                  <a:pt x="1271709" y="148517"/>
                </a:lnTo>
                <a:lnTo>
                  <a:pt x="1271709" y="135877"/>
                </a:lnTo>
                <a:lnTo>
                  <a:pt x="1247220" y="135877"/>
                </a:lnTo>
                <a:lnTo>
                  <a:pt x="1247220" y="12640"/>
                </a:lnTo>
                <a:lnTo>
                  <a:pt x="1271709" y="12640"/>
                </a:lnTo>
                <a:close/>
                <a:moveTo>
                  <a:pt x="1435549" y="12640"/>
                </a:moveTo>
                <a:lnTo>
                  <a:pt x="1435549" y="135877"/>
                </a:lnTo>
                <a:lnTo>
                  <a:pt x="1411060" y="135877"/>
                </a:lnTo>
                <a:lnTo>
                  <a:pt x="1411060" y="148517"/>
                </a:lnTo>
                <a:lnTo>
                  <a:pt x="1449771" y="148517"/>
                </a:lnTo>
                <a:lnTo>
                  <a:pt x="1449771" y="0"/>
                </a:lnTo>
                <a:lnTo>
                  <a:pt x="1411060" y="0"/>
                </a:lnTo>
                <a:lnTo>
                  <a:pt x="1411060" y="12640"/>
                </a:lnTo>
                <a:lnTo>
                  <a:pt x="1435549" y="12640"/>
                </a:lnTo>
                <a:close/>
                <a:moveTo>
                  <a:pt x="1162496" y="118177"/>
                </a:moveTo>
                <a:lnTo>
                  <a:pt x="1162150" y="118162"/>
                </a:lnTo>
                <a:lnTo>
                  <a:pt x="1161809" y="118138"/>
                </a:lnTo>
                <a:lnTo>
                  <a:pt x="1161473" y="118105"/>
                </a:lnTo>
                <a:lnTo>
                  <a:pt x="1161144" y="118062"/>
                </a:lnTo>
                <a:lnTo>
                  <a:pt x="1160820" y="118009"/>
                </a:lnTo>
                <a:lnTo>
                  <a:pt x="1160502" y="117946"/>
                </a:lnTo>
                <a:lnTo>
                  <a:pt x="1160190" y="117874"/>
                </a:lnTo>
                <a:lnTo>
                  <a:pt x="1159883" y="117793"/>
                </a:lnTo>
                <a:lnTo>
                  <a:pt x="1159583" y="117702"/>
                </a:lnTo>
                <a:lnTo>
                  <a:pt x="1159288" y="117601"/>
                </a:lnTo>
                <a:lnTo>
                  <a:pt x="1158998" y="117490"/>
                </a:lnTo>
                <a:lnTo>
                  <a:pt x="1158715" y="117370"/>
                </a:lnTo>
                <a:lnTo>
                  <a:pt x="1158437" y="117241"/>
                </a:lnTo>
                <a:lnTo>
                  <a:pt x="1158165" y="117101"/>
                </a:lnTo>
                <a:lnTo>
                  <a:pt x="1157899" y="116953"/>
                </a:lnTo>
                <a:lnTo>
                  <a:pt x="1157638" y="116794"/>
                </a:lnTo>
                <a:lnTo>
                  <a:pt x="1157383" y="116626"/>
                </a:lnTo>
                <a:lnTo>
                  <a:pt x="1157134" y="116449"/>
                </a:lnTo>
                <a:lnTo>
                  <a:pt x="1156891" y="116261"/>
                </a:lnTo>
                <a:lnTo>
                  <a:pt x="1156654" y="116064"/>
                </a:lnTo>
                <a:lnTo>
                  <a:pt x="1156422" y="115858"/>
                </a:lnTo>
                <a:lnTo>
                  <a:pt x="1156196" y="115642"/>
                </a:lnTo>
                <a:lnTo>
                  <a:pt x="1155976" y="115416"/>
                </a:lnTo>
                <a:lnTo>
                  <a:pt x="1155763" y="115183"/>
                </a:lnTo>
                <a:lnTo>
                  <a:pt x="1155559" y="114944"/>
                </a:lnTo>
                <a:lnTo>
                  <a:pt x="1155365" y="114699"/>
                </a:lnTo>
                <a:lnTo>
                  <a:pt x="1155179" y="114449"/>
                </a:lnTo>
                <a:lnTo>
                  <a:pt x="1155003" y="114192"/>
                </a:lnTo>
                <a:lnTo>
                  <a:pt x="1154836" y="113930"/>
                </a:lnTo>
                <a:lnTo>
                  <a:pt x="1154677" y="113662"/>
                </a:lnTo>
                <a:lnTo>
                  <a:pt x="1154528" y="113389"/>
                </a:lnTo>
                <a:lnTo>
                  <a:pt x="1154388" y="113109"/>
                </a:lnTo>
                <a:lnTo>
                  <a:pt x="1154256" y="112824"/>
                </a:lnTo>
                <a:lnTo>
                  <a:pt x="1154134" y="112533"/>
                </a:lnTo>
                <a:lnTo>
                  <a:pt x="1154021" y="112236"/>
                </a:lnTo>
                <a:lnTo>
                  <a:pt x="1153917" y="111934"/>
                </a:lnTo>
                <a:lnTo>
                  <a:pt x="1153822" y="111626"/>
                </a:lnTo>
                <a:lnTo>
                  <a:pt x="1153736" y="111312"/>
                </a:lnTo>
                <a:lnTo>
                  <a:pt x="1153659" y="110992"/>
                </a:lnTo>
                <a:lnTo>
                  <a:pt x="1153591" y="110667"/>
                </a:lnTo>
                <a:lnTo>
                  <a:pt x="1153532" y="110336"/>
                </a:lnTo>
                <a:lnTo>
                  <a:pt x="1153483" y="109999"/>
                </a:lnTo>
                <a:lnTo>
                  <a:pt x="1153442" y="109656"/>
                </a:lnTo>
                <a:lnTo>
                  <a:pt x="1153410" y="109307"/>
                </a:lnTo>
                <a:lnTo>
                  <a:pt x="1153388" y="108953"/>
                </a:lnTo>
                <a:lnTo>
                  <a:pt x="1153374" y="108593"/>
                </a:lnTo>
                <a:lnTo>
                  <a:pt x="1153370" y="108227"/>
                </a:lnTo>
                <a:lnTo>
                  <a:pt x="1153370" y="57195"/>
                </a:lnTo>
                <a:lnTo>
                  <a:pt x="1188920" y="57195"/>
                </a:lnTo>
                <a:lnTo>
                  <a:pt x="1188920" y="44239"/>
                </a:lnTo>
                <a:lnTo>
                  <a:pt x="1153370" y="44239"/>
                </a:lnTo>
                <a:lnTo>
                  <a:pt x="1153370" y="19750"/>
                </a:lnTo>
                <a:lnTo>
                  <a:pt x="1139150" y="19750"/>
                </a:lnTo>
                <a:lnTo>
                  <a:pt x="1139150" y="44239"/>
                </a:lnTo>
                <a:lnTo>
                  <a:pt x="1114186" y="44239"/>
                </a:lnTo>
                <a:lnTo>
                  <a:pt x="1114186" y="57195"/>
                </a:lnTo>
                <a:lnTo>
                  <a:pt x="1139150" y="57195"/>
                </a:lnTo>
                <a:lnTo>
                  <a:pt x="1139150" y="108227"/>
                </a:lnTo>
                <a:lnTo>
                  <a:pt x="1139162" y="109089"/>
                </a:lnTo>
                <a:lnTo>
                  <a:pt x="1139195" y="109936"/>
                </a:lnTo>
                <a:lnTo>
                  <a:pt x="1139252" y="110769"/>
                </a:lnTo>
                <a:lnTo>
                  <a:pt x="1139330" y="111587"/>
                </a:lnTo>
                <a:lnTo>
                  <a:pt x="1139432" y="112391"/>
                </a:lnTo>
                <a:lnTo>
                  <a:pt x="1139555" y="113180"/>
                </a:lnTo>
                <a:lnTo>
                  <a:pt x="1139702" y="113955"/>
                </a:lnTo>
                <a:lnTo>
                  <a:pt x="1139870" y="114715"/>
                </a:lnTo>
                <a:lnTo>
                  <a:pt x="1140061" y="115460"/>
                </a:lnTo>
                <a:lnTo>
                  <a:pt x="1140275" y="116191"/>
                </a:lnTo>
                <a:lnTo>
                  <a:pt x="1140511" y="116908"/>
                </a:lnTo>
                <a:lnTo>
                  <a:pt x="1140770" y="117610"/>
                </a:lnTo>
                <a:lnTo>
                  <a:pt x="1141051" y="118297"/>
                </a:lnTo>
                <a:lnTo>
                  <a:pt x="1141355" y="118970"/>
                </a:lnTo>
                <a:lnTo>
                  <a:pt x="1141681" y="119628"/>
                </a:lnTo>
                <a:lnTo>
                  <a:pt x="1142030" y="120272"/>
                </a:lnTo>
                <a:lnTo>
                  <a:pt x="1142401" y="120901"/>
                </a:lnTo>
                <a:lnTo>
                  <a:pt x="1142794" y="121516"/>
                </a:lnTo>
                <a:lnTo>
                  <a:pt x="1143210" y="122116"/>
                </a:lnTo>
                <a:lnTo>
                  <a:pt x="1143649" y="122701"/>
                </a:lnTo>
                <a:lnTo>
                  <a:pt x="1144110" y="123272"/>
                </a:lnTo>
                <a:lnTo>
                  <a:pt x="1144594" y="123829"/>
                </a:lnTo>
                <a:lnTo>
                  <a:pt x="1145100" y="124371"/>
                </a:lnTo>
                <a:lnTo>
                  <a:pt x="1145628" y="124898"/>
                </a:lnTo>
                <a:lnTo>
                  <a:pt x="1146176" y="125407"/>
                </a:lnTo>
                <a:lnTo>
                  <a:pt x="1146738" y="125895"/>
                </a:lnTo>
                <a:lnTo>
                  <a:pt x="1147315" y="126361"/>
                </a:lnTo>
                <a:lnTo>
                  <a:pt x="1147906" y="126805"/>
                </a:lnTo>
                <a:lnTo>
                  <a:pt x="1148513" y="127227"/>
                </a:lnTo>
                <a:lnTo>
                  <a:pt x="1149134" y="127628"/>
                </a:lnTo>
                <a:lnTo>
                  <a:pt x="1149770" y="128007"/>
                </a:lnTo>
                <a:lnTo>
                  <a:pt x="1150421" y="128364"/>
                </a:lnTo>
                <a:lnTo>
                  <a:pt x="1151087" y="128700"/>
                </a:lnTo>
                <a:lnTo>
                  <a:pt x="1151767" y="129014"/>
                </a:lnTo>
                <a:lnTo>
                  <a:pt x="1152462" y="129307"/>
                </a:lnTo>
                <a:lnTo>
                  <a:pt x="1153172" y="129578"/>
                </a:lnTo>
                <a:lnTo>
                  <a:pt x="1153897" y="129827"/>
                </a:lnTo>
                <a:lnTo>
                  <a:pt x="1154637" y="130054"/>
                </a:lnTo>
                <a:lnTo>
                  <a:pt x="1155392" y="130260"/>
                </a:lnTo>
                <a:lnTo>
                  <a:pt x="1156161" y="130444"/>
                </a:lnTo>
                <a:lnTo>
                  <a:pt x="1156945" y="130607"/>
                </a:lnTo>
                <a:lnTo>
                  <a:pt x="1157744" y="130747"/>
                </a:lnTo>
                <a:lnTo>
                  <a:pt x="1158558" y="130867"/>
                </a:lnTo>
                <a:lnTo>
                  <a:pt x="1159387" y="130964"/>
                </a:lnTo>
                <a:lnTo>
                  <a:pt x="1160230" y="131040"/>
                </a:lnTo>
                <a:lnTo>
                  <a:pt x="1161088" y="131094"/>
                </a:lnTo>
                <a:lnTo>
                  <a:pt x="1161961" y="131127"/>
                </a:lnTo>
                <a:lnTo>
                  <a:pt x="1162849" y="131137"/>
                </a:lnTo>
                <a:lnTo>
                  <a:pt x="1188129" y="131137"/>
                </a:lnTo>
                <a:lnTo>
                  <a:pt x="1188129" y="118182"/>
                </a:lnTo>
                <a:lnTo>
                  <a:pt x="1162849" y="118182"/>
                </a:lnTo>
                <a:lnTo>
                  <a:pt x="1162496" y="118177"/>
                </a:lnTo>
                <a:close/>
                <a:moveTo>
                  <a:pt x="671323" y="131137"/>
                </a:moveTo>
                <a:lnTo>
                  <a:pt x="671323" y="75838"/>
                </a:lnTo>
                <a:lnTo>
                  <a:pt x="671331" y="75003"/>
                </a:lnTo>
                <a:lnTo>
                  <a:pt x="671357" y="74185"/>
                </a:lnTo>
                <a:lnTo>
                  <a:pt x="671399" y="73384"/>
                </a:lnTo>
                <a:lnTo>
                  <a:pt x="671459" y="72599"/>
                </a:lnTo>
                <a:lnTo>
                  <a:pt x="671535" y="71830"/>
                </a:lnTo>
                <a:lnTo>
                  <a:pt x="671629" y="71078"/>
                </a:lnTo>
                <a:lnTo>
                  <a:pt x="671740" y="70343"/>
                </a:lnTo>
                <a:lnTo>
                  <a:pt x="671867" y="69624"/>
                </a:lnTo>
                <a:lnTo>
                  <a:pt x="672012" y="68921"/>
                </a:lnTo>
                <a:lnTo>
                  <a:pt x="672173" y="68235"/>
                </a:lnTo>
                <a:lnTo>
                  <a:pt x="672352" y="67565"/>
                </a:lnTo>
                <a:lnTo>
                  <a:pt x="672548" y="66912"/>
                </a:lnTo>
                <a:lnTo>
                  <a:pt x="672760" y="66275"/>
                </a:lnTo>
                <a:lnTo>
                  <a:pt x="672990" y="65654"/>
                </a:lnTo>
                <a:lnTo>
                  <a:pt x="673236" y="65050"/>
                </a:lnTo>
                <a:lnTo>
                  <a:pt x="673500" y="64463"/>
                </a:lnTo>
                <a:lnTo>
                  <a:pt x="673781" y="63892"/>
                </a:lnTo>
                <a:lnTo>
                  <a:pt x="674078" y="63337"/>
                </a:lnTo>
                <a:lnTo>
                  <a:pt x="674393" y="62799"/>
                </a:lnTo>
                <a:lnTo>
                  <a:pt x="674725" y="62277"/>
                </a:lnTo>
                <a:lnTo>
                  <a:pt x="675073" y="61772"/>
                </a:lnTo>
                <a:lnTo>
                  <a:pt x="675439" y="61283"/>
                </a:lnTo>
                <a:lnTo>
                  <a:pt x="675822" y="60811"/>
                </a:lnTo>
                <a:lnTo>
                  <a:pt x="676222" y="60355"/>
                </a:lnTo>
                <a:lnTo>
                  <a:pt x="676638" y="59917"/>
                </a:lnTo>
                <a:lnTo>
                  <a:pt x="677069" y="59497"/>
                </a:lnTo>
                <a:lnTo>
                  <a:pt x="677515" y="59096"/>
                </a:lnTo>
                <a:lnTo>
                  <a:pt x="677977" y="58714"/>
                </a:lnTo>
                <a:lnTo>
                  <a:pt x="678455" y="58350"/>
                </a:lnTo>
                <a:lnTo>
                  <a:pt x="678947" y="58005"/>
                </a:lnTo>
                <a:lnTo>
                  <a:pt x="679455" y="57679"/>
                </a:lnTo>
                <a:lnTo>
                  <a:pt x="679979" y="57371"/>
                </a:lnTo>
                <a:lnTo>
                  <a:pt x="680518" y="57082"/>
                </a:lnTo>
                <a:lnTo>
                  <a:pt x="681072" y="56812"/>
                </a:lnTo>
                <a:lnTo>
                  <a:pt x="681641" y="56560"/>
                </a:lnTo>
                <a:lnTo>
                  <a:pt x="682226" y="56327"/>
                </a:lnTo>
                <a:lnTo>
                  <a:pt x="682826" y="56112"/>
                </a:lnTo>
                <a:lnTo>
                  <a:pt x="683441" y="55916"/>
                </a:lnTo>
                <a:lnTo>
                  <a:pt x="684072" y="55739"/>
                </a:lnTo>
                <a:lnTo>
                  <a:pt x="684719" y="55581"/>
                </a:lnTo>
                <a:lnTo>
                  <a:pt x="685380" y="55441"/>
                </a:lnTo>
                <a:lnTo>
                  <a:pt x="686057" y="55320"/>
                </a:lnTo>
                <a:lnTo>
                  <a:pt x="686749" y="55217"/>
                </a:lnTo>
                <a:lnTo>
                  <a:pt x="687457" y="55133"/>
                </a:lnTo>
                <a:lnTo>
                  <a:pt x="688180" y="55068"/>
                </a:lnTo>
                <a:lnTo>
                  <a:pt x="688918" y="55021"/>
                </a:lnTo>
                <a:lnTo>
                  <a:pt x="689672" y="54993"/>
                </a:lnTo>
                <a:lnTo>
                  <a:pt x="690441" y="54984"/>
                </a:lnTo>
                <a:lnTo>
                  <a:pt x="691184" y="54992"/>
                </a:lnTo>
                <a:lnTo>
                  <a:pt x="691912" y="55016"/>
                </a:lnTo>
                <a:lnTo>
                  <a:pt x="692626" y="55057"/>
                </a:lnTo>
                <a:lnTo>
                  <a:pt x="693325" y="55113"/>
                </a:lnTo>
                <a:lnTo>
                  <a:pt x="694008" y="55186"/>
                </a:lnTo>
                <a:lnTo>
                  <a:pt x="694678" y="55275"/>
                </a:lnTo>
                <a:lnTo>
                  <a:pt x="695332" y="55380"/>
                </a:lnTo>
                <a:lnTo>
                  <a:pt x="695971" y="55502"/>
                </a:lnTo>
                <a:lnTo>
                  <a:pt x="696596" y="55639"/>
                </a:lnTo>
                <a:lnTo>
                  <a:pt x="697206" y="55793"/>
                </a:lnTo>
                <a:lnTo>
                  <a:pt x="697801" y="55963"/>
                </a:lnTo>
                <a:lnTo>
                  <a:pt x="698381" y="56149"/>
                </a:lnTo>
                <a:lnTo>
                  <a:pt x="698946" y="56351"/>
                </a:lnTo>
                <a:lnTo>
                  <a:pt x="699497" y="56570"/>
                </a:lnTo>
                <a:lnTo>
                  <a:pt x="700033" y="56804"/>
                </a:lnTo>
                <a:lnTo>
                  <a:pt x="700553" y="57055"/>
                </a:lnTo>
                <a:lnTo>
                  <a:pt x="701060" y="57322"/>
                </a:lnTo>
                <a:lnTo>
                  <a:pt x="701551" y="57605"/>
                </a:lnTo>
                <a:lnTo>
                  <a:pt x="702027" y="57905"/>
                </a:lnTo>
                <a:lnTo>
                  <a:pt x="702489" y="58220"/>
                </a:lnTo>
                <a:lnTo>
                  <a:pt x="702936" y="58552"/>
                </a:lnTo>
                <a:lnTo>
                  <a:pt x="703368" y="58900"/>
                </a:lnTo>
                <a:lnTo>
                  <a:pt x="703785" y="59264"/>
                </a:lnTo>
                <a:lnTo>
                  <a:pt x="704187" y="59644"/>
                </a:lnTo>
                <a:lnTo>
                  <a:pt x="704574" y="60041"/>
                </a:lnTo>
                <a:lnTo>
                  <a:pt x="704944" y="60455"/>
                </a:lnTo>
                <a:lnTo>
                  <a:pt x="705298" y="60887"/>
                </a:lnTo>
                <a:lnTo>
                  <a:pt x="705636" y="61336"/>
                </a:lnTo>
                <a:lnTo>
                  <a:pt x="705957" y="61802"/>
                </a:lnTo>
                <a:lnTo>
                  <a:pt x="706261" y="62285"/>
                </a:lnTo>
                <a:lnTo>
                  <a:pt x="706549" y="62786"/>
                </a:lnTo>
                <a:lnTo>
                  <a:pt x="706821" y="63304"/>
                </a:lnTo>
                <a:lnTo>
                  <a:pt x="707076" y="63839"/>
                </a:lnTo>
                <a:lnTo>
                  <a:pt x="707314" y="64392"/>
                </a:lnTo>
                <a:lnTo>
                  <a:pt x="707536" y="64962"/>
                </a:lnTo>
                <a:lnTo>
                  <a:pt x="707742" y="65549"/>
                </a:lnTo>
                <a:lnTo>
                  <a:pt x="707931" y="66153"/>
                </a:lnTo>
                <a:lnTo>
                  <a:pt x="708104" y="66775"/>
                </a:lnTo>
                <a:lnTo>
                  <a:pt x="708261" y="67414"/>
                </a:lnTo>
                <a:lnTo>
                  <a:pt x="708400" y="68070"/>
                </a:lnTo>
                <a:lnTo>
                  <a:pt x="708524" y="68744"/>
                </a:lnTo>
                <a:lnTo>
                  <a:pt x="708631" y="69435"/>
                </a:lnTo>
                <a:lnTo>
                  <a:pt x="708721" y="70143"/>
                </a:lnTo>
                <a:lnTo>
                  <a:pt x="708795" y="70868"/>
                </a:lnTo>
                <a:lnTo>
                  <a:pt x="708853" y="71611"/>
                </a:lnTo>
                <a:lnTo>
                  <a:pt x="708894" y="72371"/>
                </a:lnTo>
                <a:lnTo>
                  <a:pt x="708919" y="73148"/>
                </a:lnTo>
                <a:lnTo>
                  <a:pt x="708927" y="73943"/>
                </a:lnTo>
                <a:lnTo>
                  <a:pt x="708927" y="81368"/>
                </a:lnTo>
                <a:lnTo>
                  <a:pt x="723146" y="81368"/>
                </a:lnTo>
                <a:lnTo>
                  <a:pt x="723146" y="73943"/>
                </a:lnTo>
                <a:lnTo>
                  <a:pt x="723133" y="72704"/>
                </a:lnTo>
                <a:lnTo>
                  <a:pt x="723095" y="71489"/>
                </a:lnTo>
                <a:lnTo>
                  <a:pt x="723031" y="70298"/>
                </a:lnTo>
                <a:lnTo>
                  <a:pt x="722942" y="69130"/>
                </a:lnTo>
                <a:lnTo>
                  <a:pt x="722827" y="67987"/>
                </a:lnTo>
                <a:lnTo>
                  <a:pt x="722687" y="66867"/>
                </a:lnTo>
                <a:lnTo>
                  <a:pt x="722521" y="65772"/>
                </a:lnTo>
                <a:lnTo>
                  <a:pt x="722330" y="64700"/>
                </a:lnTo>
                <a:lnTo>
                  <a:pt x="722113" y="63652"/>
                </a:lnTo>
                <a:lnTo>
                  <a:pt x="721870" y="62628"/>
                </a:lnTo>
                <a:lnTo>
                  <a:pt x="721603" y="61628"/>
                </a:lnTo>
                <a:lnTo>
                  <a:pt x="721309" y="60651"/>
                </a:lnTo>
                <a:lnTo>
                  <a:pt x="720990" y="59699"/>
                </a:lnTo>
                <a:lnTo>
                  <a:pt x="720646" y="58770"/>
                </a:lnTo>
                <a:lnTo>
                  <a:pt x="720276" y="57865"/>
                </a:lnTo>
                <a:lnTo>
                  <a:pt x="719880" y="56984"/>
                </a:lnTo>
                <a:lnTo>
                  <a:pt x="719459" y="56127"/>
                </a:lnTo>
                <a:lnTo>
                  <a:pt x="719013" y="55294"/>
                </a:lnTo>
                <a:lnTo>
                  <a:pt x="718541" y="54485"/>
                </a:lnTo>
                <a:lnTo>
                  <a:pt x="718043" y="53699"/>
                </a:lnTo>
                <a:lnTo>
                  <a:pt x="717520" y="52938"/>
                </a:lnTo>
                <a:lnTo>
                  <a:pt x="716972" y="52200"/>
                </a:lnTo>
                <a:lnTo>
                  <a:pt x="716398" y="51486"/>
                </a:lnTo>
                <a:lnTo>
                  <a:pt x="715798" y="50796"/>
                </a:lnTo>
                <a:lnTo>
                  <a:pt x="715175" y="50132"/>
                </a:lnTo>
                <a:lnTo>
                  <a:pt x="714530" y="49497"/>
                </a:lnTo>
                <a:lnTo>
                  <a:pt x="713864" y="48889"/>
                </a:lnTo>
                <a:lnTo>
                  <a:pt x="713176" y="48310"/>
                </a:lnTo>
                <a:lnTo>
                  <a:pt x="712466" y="47759"/>
                </a:lnTo>
                <a:lnTo>
                  <a:pt x="711735" y="47237"/>
                </a:lnTo>
                <a:lnTo>
                  <a:pt x="710982" y="46742"/>
                </a:lnTo>
                <a:lnTo>
                  <a:pt x="710207" y="46276"/>
                </a:lnTo>
                <a:lnTo>
                  <a:pt x="709411" y="45838"/>
                </a:lnTo>
                <a:lnTo>
                  <a:pt x="708593" y="45428"/>
                </a:lnTo>
                <a:lnTo>
                  <a:pt x="707753" y="45047"/>
                </a:lnTo>
                <a:lnTo>
                  <a:pt x="706892" y="44694"/>
                </a:lnTo>
                <a:lnTo>
                  <a:pt x="706009" y="44369"/>
                </a:lnTo>
                <a:lnTo>
                  <a:pt x="705104" y="44072"/>
                </a:lnTo>
                <a:lnTo>
                  <a:pt x="704178" y="43804"/>
                </a:lnTo>
                <a:lnTo>
                  <a:pt x="703229" y="43564"/>
                </a:lnTo>
                <a:lnTo>
                  <a:pt x="702260" y="43352"/>
                </a:lnTo>
                <a:lnTo>
                  <a:pt x="701268" y="43168"/>
                </a:lnTo>
                <a:lnTo>
                  <a:pt x="700255" y="43013"/>
                </a:lnTo>
                <a:lnTo>
                  <a:pt x="699220" y="42886"/>
                </a:lnTo>
                <a:lnTo>
                  <a:pt x="698164" y="42787"/>
                </a:lnTo>
                <a:lnTo>
                  <a:pt x="697086" y="42716"/>
                </a:lnTo>
                <a:lnTo>
                  <a:pt x="695986" y="42674"/>
                </a:lnTo>
                <a:lnTo>
                  <a:pt x="694865" y="42660"/>
                </a:lnTo>
                <a:lnTo>
                  <a:pt x="693951" y="42670"/>
                </a:lnTo>
                <a:lnTo>
                  <a:pt x="693055" y="42701"/>
                </a:lnTo>
                <a:lnTo>
                  <a:pt x="692175" y="42752"/>
                </a:lnTo>
                <a:lnTo>
                  <a:pt x="691312" y="42824"/>
                </a:lnTo>
                <a:lnTo>
                  <a:pt x="690466" y="42917"/>
                </a:lnTo>
                <a:lnTo>
                  <a:pt x="689636" y="43030"/>
                </a:lnTo>
                <a:lnTo>
                  <a:pt x="688824" y="43164"/>
                </a:lnTo>
                <a:lnTo>
                  <a:pt x="688028" y="43318"/>
                </a:lnTo>
                <a:lnTo>
                  <a:pt x="687248" y="43493"/>
                </a:lnTo>
                <a:lnTo>
                  <a:pt x="686485" y="43689"/>
                </a:lnTo>
                <a:lnTo>
                  <a:pt x="685740" y="43905"/>
                </a:lnTo>
                <a:lnTo>
                  <a:pt x="685010" y="44141"/>
                </a:lnTo>
                <a:lnTo>
                  <a:pt x="684298" y="44398"/>
                </a:lnTo>
                <a:lnTo>
                  <a:pt x="683602" y="44676"/>
                </a:lnTo>
                <a:lnTo>
                  <a:pt x="682923" y="44975"/>
                </a:lnTo>
                <a:lnTo>
                  <a:pt x="682261" y="45293"/>
                </a:lnTo>
                <a:lnTo>
                  <a:pt x="681615" y="45633"/>
                </a:lnTo>
                <a:lnTo>
                  <a:pt x="680986" y="45993"/>
                </a:lnTo>
                <a:lnTo>
                  <a:pt x="680374" y="46374"/>
                </a:lnTo>
                <a:lnTo>
                  <a:pt x="679779" y="46775"/>
                </a:lnTo>
                <a:lnTo>
                  <a:pt x="679200" y="47197"/>
                </a:lnTo>
                <a:lnTo>
                  <a:pt x="678638" y="47639"/>
                </a:lnTo>
                <a:lnTo>
                  <a:pt x="678093" y="48102"/>
                </a:lnTo>
                <a:lnTo>
                  <a:pt x="677564" y="48586"/>
                </a:lnTo>
                <a:lnTo>
                  <a:pt x="677055" y="49086"/>
                </a:lnTo>
                <a:lnTo>
                  <a:pt x="676568" y="49602"/>
                </a:lnTo>
                <a:lnTo>
                  <a:pt x="676102" y="50132"/>
                </a:lnTo>
                <a:lnTo>
                  <a:pt x="675657" y="50676"/>
                </a:lnTo>
                <a:lnTo>
                  <a:pt x="675235" y="51235"/>
                </a:lnTo>
                <a:lnTo>
                  <a:pt x="674834" y="51809"/>
                </a:lnTo>
                <a:lnTo>
                  <a:pt x="674455" y="52397"/>
                </a:lnTo>
                <a:lnTo>
                  <a:pt x="674097" y="53000"/>
                </a:lnTo>
                <a:lnTo>
                  <a:pt x="673761" y="53617"/>
                </a:lnTo>
                <a:lnTo>
                  <a:pt x="673447" y="54249"/>
                </a:lnTo>
                <a:lnTo>
                  <a:pt x="673154" y="54895"/>
                </a:lnTo>
                <a:lnTo>
                  <a:pt x="672883" y="55556"/>
                </a:lnTo>
                <a:lnTo>
                  <a:pt x="672634" y="56231"/>
                </a:lnTo>
                <a:lnTo>
                  <a:pt x="672406" y="56921"/>
                </a:lnTo>
                <a:lnTo>
                  <a:pt x="672201" y="57626"/>
                </a:lnTo>
                <a:lnTo>
                  <a:pt x="672016" y="58345"/>
                </a:lnTo>
                <a:lnTo>
                  <a:pt x="671854" y="59078"/>
                </a:lnTo>
                <a:lnTo>
                  <a:pt x="671713" y="59826"/>
                </a:lnTo>
                <a:lnTo>
                  <a:pt x="671594" y="60589"/>
                </a:lnTo>
                <a:lnTo>
                  <a:pt x="671564" y="60828"/>
                </a:lnTo>
                <a:lnTo>
                  <a:pt x="671323" y="60828"/>
                </a:lnTo>
                <a:lnTo>
                  <a:pt x="671323" y="44239"/>
                </a:lnTo>
                <a:lnTo>
                  <a:pt x="657104" y="44239"/>
                </a:lnTo>
                <a:lnTo>
                  <a:pt x="657104" y="131137"/>
                </a:lnTo>
                <a:lnTo>
                  <a:pt x="671323" y="131137"/>
                </a:lnTo>
                <a:close/>
                <a:moveTo>
                  <a:pt x="880094" y="132296"/>
                </a:moveTo>
                <a:lnTo>
                  <a:pt x="881225" y="132214"/>
                </a:lnTo>
                <a:lnTo>
                  <a:pt x="882334" y="132109"/>
                </a:lnTo>
                <a:lnTo>
                  <a:pt x="883420" y="131981"/>
                </a:lnTo>
                <a:lnTo>
                  <a:pt x="884483" y="131830"/>
                </a:lnTo>
                <a:lnTo>
                  <a:pt x="885524" y="131655"/>
                </a:lnTo>
                <a:lnTo>
                  <a:pt x="886542" y="131457"/>
                </a:lnTo>
                <a:lnTo>
                  <a:pt x="887536" y="131235"/>
                </a:lnTo>
                <a:lnTo>
                  <a:pt x="888509" y="130990"/>
                </a:lnTo>
                <a:lnTo>
                  <a:pt x="889458" y="130722"/>
                </a:lnTo>
                <a:lnTo>
                  <a:pt x="890385" y="130431"/>
                </a:lnTo>
                <a:lnTo>
                  <a:pt x="891289" y="130116"/>
                </a:lnTo>
                <a:lnTo>
                  <a:pt x="892170" y="129778"/>
                </a:lnTo>
                <a:lnTo>
                  <a:pt x="893028" y="129417"/>
                </a:lnTo>
                <a:lnTo>
                  <a:pt x="893864" y="129032"/>
                </a:lnTo>
                <a:lnTo>
                  <a:pt x="894676" y="128624"/>
                </a:lnTo>
                <a:lnTo>
                  <a:pt x="895466" y="128193"/>
                </a:lnTo>
                <a:lnTo>
                  <a:pt x="896234" y="127738"/>
                </a:lnTo>
                <a:lnTo>
                  <a:pt x="896978" y="127260"/>
                </a:lnTo>
                <a:lnTo>
                  <a:pt x="897700" y="126759"/>
                </a:lnTo>
                <a:lnTo>
                  <a:pt x="898399" y="126234"/>
                </a:lnTo>
                <a:lnTo>
                  <a:pt x="899075" y="125687"/>
                </a:lnTo>
                <a:lnTo>
                  <a:pt x="899726" y="125118"/>
                </a:lnTo>
                <a:lnTo>
                  <a:pt x="900349" y="124530"/>
                </a:lnTo>
                <a:lnTo>
                  <a:pt x="900945" y="123923"/>
                </a:lnTo>
                <a:lnTo>
                  <a:pt x="901513" y="123297"/>
                </a:lnTo>
                <a:lnTo>
                  <a:pt x="902053" y="122652"/>
                </a:lnTo>
                <a:lnTo>
                  <a:pt x="902566" y="121989"/>
                </a:lnTo>
                <a:lnTo>
                  <a:pt x="903051" y="121306"/>
                </a:lnTo>
                <a:lnTo>
                  <a:pt x="903508" y="120604"/>
                </a:lnTo>
                <a:lnTo>
                  <a:pt x="903938" y="119884"/>
                </a:lnTo>
                <a:lnTo>
                  <a:pt x="904339" y="119145"/>
                </a:lnTo>
                <a:lnTo>
                  <a:pt x="904713" y="118386"/>
                </a:lnTo>
                <a:lnTo>
                  <a:pt x="905060" y="117609"/>
                </a:lnTo>
                <a:lnTo>
                  <a:pt x="905378" y="116813"/>
                </a:lnTo>
                <a:lnTo>
                  <a:pt x="905669" y="115998"/>
                </a:lnTo>
                <a:lnTo>
                  <a:pt x="905933" y="115164"/>
                </a:lnTo>
                <a:lnTo>
                  <a:pt x="906168" y="114311"/>
                </a:lnTo>
                <a:lnTo>
                  <a:pt x="906376" y="113439"/>
                </a:lnTo>
                <a:lnTo>
                  <a:pt x="906556" y="112548"/>
                </a:lnTo>
                <a:lnTo>
                  <a:pt x="906708" y="111638"/>
                </a:lnTo>
                <a:lnTo>
                  <a:pt x="906833" y="110709"/>
                </a:lnTo>
                <a:lnTo>
                  <a:pt x="906930" y="109762"/>
                </a:lnTo>
                <a:lnTo>
                  <a:pt x="906999" y="108795"/>
                </a:lnTo>
                <a:lnTo>
                  <a:pt x="907041" y="107809"/>
                </a:lnTo>
                <a:lnTo>
                  <a:pt x="907055" y="106805"/>
                </a:lnTo>
                <a:lnTo>
                  <a:pt x="907045" y="105866"/>
                </a:lnTo>
                <a:lnTo>
                  <a:pt x="907016" y="104943"/>
                </a:lnTo>
                <a:lnTo>
                  <a:pt x="906968" y="104038"/>
                </a:lnTo>
                <a:lnTo>
                  <a:pt x="906901" y="103149"/>
                </a:lnTo>
                <a:lnTo>
                  <a:pt x="906815" y="102278"/>
                </a:lnTo>
                <a:lnTo>
                  <a:pt x="906709" y="101424"/>
                </a:lnTo>
                <a:lnTo>
                  <a:pt x="906584" y="100586"/>
                </a:lnTo>
                <a:lnTo>
                  <a:pt x="906440" y="99766"/>
                </a:lnTo>
                <a:lnTo>
                  <a:pt x="906277" y="98963"/>
                </a:lnTo>
                <a:lnTo>
                  <a:pt x="906095" y="98176"/>
                </a:lnTo>
                <a:lnTo>
                  <a:pt x="905893" y="97407"/>
                </a:lnTo>
                <a:lnTo>
                  <a:pt x="905672" y="96655"/>
                </a:lnTo>
                <a:lnTo>
                  <a:pt x="905432" y="95919"/>
                </a:lnTo>
                <a:lnTo>
                  <a:pt x="905173" y="95201"/>
                </a:lnTo>
                <a:lnTo>
                  <a:pt x="904894" y="94500"/>
                </a:lnTo>
                <a:lnTo>
                  <a:pt x="904597" y="93815"/>
                </a:lnTo>
                <a:lnTo>
                  <a:pt x="904280" y="93148"/>
                </a:lnTo>
                <a:lnTo>
                  <a:pt x="903944" y="92498"/>
                </a:lnTo>
                <a:lnTo>
                  <a:pt x="903589" y="91864"/>
                </a:lnTo>
                <a:lnTo>
                  <a:pt x="903214" y="91248"/>
                </a:lnTo>
                <a:lnTo>
                  <a:pt x="902820" y="90649"/>
                </a:lnTo>
                <a:lnTo>
                  <a:pt x="902408" y="90066"/>
                </a:lnTo>
                <a:lnTo>
                  <a:pt x="901976" y="89501"/>
                </a:lnTo>
                <a:lnTo>
                  <a:pt x="901524" y="88953"/>
                </a:lnTo>
                <a:lnTo>
                  <a:pt x="901054" y="88421"/>
                </a:lnTo>
                <a:lnTo>
                  <a:pt x="900565" y="87907"/>
                </a:lnTo>
                <a:lnTo>
                  <a:pt x="900056" y="87410"/>
                </a:lnTo>
                <a:lnTo>
                  <a:pt x="899528" y="86929"/>
                </a:lnTo>
                <a:lnTo>
                  <a:pt x="898981" y="86466"/>
                </a:lnTo>
                <a:lnTo>
                  <a:pt x="898414" y="86020"/>
                </a:lnTo>
                <a:lnTo>
                  <a:pt x="897829" y="85591"/>
                </a:lnTo>
                <a:lnTo>
                  <a:pt x="897224" y="85178"/>
                </a:lnTo>
                <a:lnTo>
                  <a:pt x="896600" y="84783"/>
                </a:lnTo>
                <a:lnTo>
                  <a:pt x="895957" y="84405"/>
                </a:lnTo>
                <a:lnTo>
                  <a:pt x="895295" y="84044"/>
                </a:lnTo>
                <a:lnTo>
                  <a:pt x="894613" y="83699"/>
                </a:lnTo>
                <a:lnTo>
                  <a:pt x="893912" y="83372"/>
                </a:lnTo>
                <a:lnTo>
                  <a:pt x="893192" y="83062"/>
                </a:lnTo>
                <a:lnTo>
                  <a:pt x="892453" y="82769"/>
                </a:lnTo>
                <a:lnTo>
                  <a:pt x="891695" y="82493"/>
                </a:lnTo>
                <a:lnTo>
                  <a:pt x="890917" y="82233"/>
                </a:lnTo>
                <a:lnTo>
                  <a:pt x="890120" y="81991"/>
                </a:lnTo>
                <a:lnTo>
                  <a:pt x="889304" y="81766"/>
                </a:lnTo>
                <a:lnTo>
                  <a:pt x="888469" y="81558"/>
                </a:lnTo>
                <a:lnTo>
                  <a:pt x="887614" y="81367"/>
                </a:lnTo>
                <a:lnTo>
                  <a:pt x="886740" y="81193"/>
                </a:lnTo>
                <a:lnTo>
                  <a:pt x="885847" y="81036"/>
                </a:lnTo>
                <a:lnTo>
                  <a:pt x="884935" y="80896"/>
                </a:lnTo>
                <a:lnTo>
                  <a:pt x="862500" y="77735"/>
                </a:lnTo>
                <a:lnTo>
                  <a:pt x="862161" y="77679"/>
                </a:lnTo>
                <a:lnTo>
                  <a:pt x="861829" y="77615"/>
                </a:lnTo>
                <a:lnTo>
                  <a:pt x="861504" y="77545"/>
                </a:lnTo>
                <a:lnTo>
                  <a:pt x="861186" y="77467"/>
                </a:lnTo>
                <a:lnTo>
                  <a:pt x="860874" y="77383"/>
                </a:lnTo>
                <a:lnTo>
                  <a:pt x="860569" y="77291"/>
                </a:lnTo>
                <a:lnTo>
                  <a:pt x="860272" y="77192"/>
                </a:lnTo>
                <a:lnTo>
                  <a:pt x="859981" y="77086"/>
                </a:lnTo>
                <a:lnTo>
                  <a:pt x="859697" y="76972"/>
                </a:lnTo>
                <a:lnTo>
                  <a:pt x="859419" y="76852"/>
                </a:lnTo>
                <a:lnTo>
                  <a:pt x="859149" y="76725"/>
                </a:lnTo>
                <a:lnTo>
                  <a:pt x="858886" y="76590"/>
                </a:lnTo>
                <a:lnTo>
                  <a:pt x="858629" y="76448"/>
                </a:lnTo>
                <a:lnTo>
                  <a:pt x="858379" y="76299"/>
                </a:lnTo>
                <a:lnTo>
                  <a:pt x="858136" y="76143"/>
                </a:lnTo>
                <a:lnTo>
                  <a:pt x="857900" y="75980"/>
                </a:lnTo>
                <a:lnTo>
                  <a:pt x="857671" y="75810"/>
                </a:lnTo>
                <a:lnTo>
                  <a:pt x="857449" y="75632"/>
                </a:lnTo>
                <a:lnTo>
                  <a:pt x="857233" y="75448"/>
                </a:lnTo>
                <a:lnTo>
                  <a:pt x="857024" y="75256"/>
                </a:lnTo>
                <a:lnTo>
                  <a:pt x="856823" y="75057"/>
                </a:lnTo>
                <a:lnTo>
                  <a:pt x="856628" y="74851"/>
                </a:lnTo>
                <a:lnTo>
                  <a:pt x="856440" y="74638"/>
                </a:lnTo>
                <a:lnTo>
                  <a:pt x="856258" y="74418"/>
                </a:lnTo>
                <a:lnTo>
                  <a:pt x="856084" y="74191"/>
                </a:lnTo>
                <a:lnTo>
                  <a:pt x="855918" y="73958"/>
                </a:lnTo>
                <a:lnTo>
                  <a:pt x="855758" y="73719"/>
                </a:lnTo>
                <a:lnTo>
                  <a:pt x="855606" y="73473"/>
                </a:lnTo>
                <a:lnTo>
                  <a:pt x="855462" y="73222"/>
                </a:lnTo>
                <a:lnTo>
                  <a:pt x="855325" y="72965"/>
                </a:lnTo>
                <a:lnTo>
                  <a:pt x="855195" y="72702"/>
                </a:lnTo>
                <a:lnTo>
                  <a:pt x="855073" y="72433"/>
                </a:lnTo>
                <a:lnTo>
                  <a:pt x="854958" y="72158"/>
                </a:lnTo>
                <a:lnTo>
                  <a:pt x="854851" y="71876"/>
                </a:lnTo>
                <a:lnTo>
                  <a:pt x="854751" y="71589"/>
                </a:lnTo>
                <a:lnTo>
                  <a:pt x="854658" y="71296"/>
                </a:lnTo>
                <a:lnTo>
                  <a:pt x="854573" y="70996"/>
                </a:lnTo>
                <a:lnTo>
                  <a:pt x="854495" y="70691"/>
                </a:lnTo>
                <a:lnTo>
                  <a:pt x="854425" y="70380"/>
                </a:lnTo>
                <a:lnTo>
                  <a:pt x="854362" y="70062"/>
                </a:lnTo>
                <a:lnTo>
                  <a:pt x="854306" y="69739"/>
                </a:lnTo>
                <a:lnTo>
                  <a:pt x="854258" y="69409"/>
                </a:lnTo>
                <a:lnTo>
                  <a:pt x="854217" y="69074"/>
                </a:lnTo>
                <a:lnTo>
                  <a:pt x="854184" y="68732"/>
                </a:lnTo>
                <a:lnTo>
                  <a:pt x="854158" y="68385"/>
                </a:lnTo>
                <a:lnTo>
                  <a:pt x="854140" y="68031"/>
                </a:lnTo>
                <a:lnTo>
                  <a:pt x="854129" y="67671"/>
                </a:lnTo>
                <a:lnTo>
                  <a:pt x="854125" y="67306"/>
                </a:lnTo>
                <a:lnTo>
                  <a:pt x="854132" y="66836"/>
                </a:lnTo>
                <a:lnTo>
                  <a:pt x="854153" y="66374"/>
                </a:lnTo>
                <a:lnTo>
                  <a:pt x="854189" y="65921"/>
                </a:lnTo>
                <a:lnTo>
                  <a:pt x="854239" y="65476"/>
                </a:lnTo>
                <a:lnTo>
                  <a:pt x="854303" y="65039"/>
                </a:lnTo>
                <a:lnTo>
                  <a:pt x="854382" y="64610"/>
                </a:lnTo>
                <a:lnTo>
                  <a:pt x="854474" y="64190"/>
                </a:lnTo>
                <a:lnTo>
                  <a:pt x="854581" y="63778"/>
                </a:lnTo>
                <a:lnTo>
                  <a:pt x="854703" y="63374"/>
                </a:lnTo>
                <a:lnTo>
                  <a:pt x="854838" y="62978"/>
                </a:lnTo>
                <a:lnTo>
                  <a:pt x="854988" y="62590"/>
                </a:lnTo>
                <a:lnTo>
                  <a:pt x="855152" y="62211"/>
                </a:lnTo>
                <a:lnTo>
                  <a:pt x="855330" y="61840"/>
                </a:lnTo>
                <a:lnTo>
                  <a:pt x="855523" y="61477"/>
                </a:lnTo>
                <a:lnTo>
                  <a:pt x="855730" y="61122"/>
                </a:lnTo>
                <a:lnTo>
                  <a:pt x="855951" y="60776"/>
                </a:lnTo>
                <a:lnTo>
                  <a:pt x="856186" y="60438"/>
                </a:lnTo>
                <a:lnTo>
                  <a:pt x="856436" y="60108"/>
                </a:lnTo>
                <a:lnTo>
                  <a:pt x="856700" y="59786"/>
                </a:lnTo>
                <a:lnTo>
                  <a:pt x="856978" y="59473"/>
                </a:lnTo>
                <a:lnTo>
                  <a:pt x="857270" y="59168"/>
                </a:lnTo>
                <a:lnTo>
                  <a:pt x="857577" y="58871"/>
                </a:lnTo>
                <a:lnTo>
                  <a:pt x="857898" y="58582"/>
                </a:lnTo>
                <a:lnTo>
                  <a:pt x="858233" y="58301"/>
                </a:lnTo>
                <a:lnTo>
                  <a:pt x="858581" y="58031"/>
                </a:lnTo>
                <a:lnTo>
                  <a:pt x="858940" y="57771"/>
                </a:lnTo>
                <a:lnTo>
                  <a:pt x="859309" y="57524"/>
                </a:lnTo>
                <a:lnTo>
                  <a:pt x="859690" y="57288"/>
                </a:lnTo>
                <a:lnTo>
                  <a:pt x="860082" y="57063"/>
                </a:lnTo>
                <a:lnTo>
                  <a:pt x="860484" y="56850"/>
                </a:lnTo>
                <a:lnTo>
                  <a:pt x="860898" y="56648"/>
                </a:lnTo>
                <a:lnTo>
                  <a:pt x="861323" y="56458"/>
                </a:lnTo>
                <a:lnTo>
                  <a:pt x="861758" y="56280"/>
                </a:lnTo>
                <a:lnTo>
                  <a:pt x="862205" y="56113"/>
                </a:lnTo>
                <a:lnTo>
                  <a:pt x="862663" y="55957"/>
                </a:lnTo>
                <a:lnTo>
                  <a:pt x="863131" y="55813"/>
                </a:lnTo>
                <a:lnTo>
                  <a:pt x="863611" y="55681"/>
                </a:lnTo>
                <a:lnTo>
                  <a:pt x="864101" y="55560"/>
                </a:lnTo>
                <a:lnTo>
                  <a:pt x="864603" y="55450"/>
                </a:lnTo>
                <a:lnTo>
                  <a:pt x="865115" y="55353"/>
                </a:lnTo>
                <a:lnTo>
                  <a:pt x="865638" y="55266"/>
                </a:lnTo>
                <a:lnTo>
                  <a:pt x="866173" y="55191"/>
                </a:lnTo>
                <a:lnTo>
                  <a:pt x="866718" y="55128"/>
                </a:lnTo>
                <a:lnTo>
                  <a:pt x="867275" y="55076"/>
                </a:lnTo>
                <a:lnTo>
                  <a:pt x="867842" y="55036"/>
                </a:lnTo>
                <a:lnTo>
                  <a:pt x="868420" y="55007"/>
                </a:lnTo>
                <a:lnTo>
                  <a:pt x="869009" y="54990"/>
                </a:lnTo>
                <a:lnTo>
                  <a:pt x="869610" y="54984"/>
                </a:lnTo>
                <a:lnTo>
                  <a:pt x="876562" y="54984"/>
                </a:lnTo>
                <a:lnTo>
                  <a:pt x="877098" y="54989"/>
                </a:lnTo>
                <a:lnTo>
                  <a:pt x="877625" y="55005"/>
                </a:lnTo>
                <a:lnTo>
                  <a:pt x="878144" y="55031"/>
                </a:lnTo>
                <a:lnTo>
                  <a:pt x="878654" y="55067"/>
                </a:lnTo>
                <a:lnTo>
                  <a:pt x="879155" y="55114"/>
                </a:lnTo>
                <a:lnTo>
                  <a:pt x="879648" y="55172"/>
                </a:lnTo>
                <a:lnTo>
                  <a:pt x="880133" y="55239"/>
                </a:lnTo>
                <a:lnTo>
                  <a:pt x="880609" y="55317"/>
                </a:lnTo>
                <a:lnTo>
                  <a:pt x="881076" y="55406"/>
                </a:lnTo>
                <a:lnTo>
                  <a:pt x="881536" y="55505"/>
                </a:lnTo>
                <a:lnTo>
                  <a:pt x="881986" y="55614"/>
                </a:lnTo>
                <a:lnTo>
                  <a:pt x="882428" y="55734"/>
                </a:lnTo>
                <a:lnTo>
                  <a:pt x="882862" y="55865"/>
                </a:lnTo>
                <a:lnTo>
                  <a:pt x="883287" y="56005"/>
                </a:lnTo>
                <a:lnTo>
                  <a:pt x="883703" y="56156"/>
                </a:lnTo>
                <a:lnTo>
                  <a:pt x="884111" y="56318"/>
                </a:lnTo>
                <a:lnTo>
                  <a:pt x="884511" y="56490"/>
                </a:lnTo>
                <a:lnTo>
                  <a:pt x="884902" y="56672"/>
                </a:lnTo>
                <a:lnTo>
                  <a:pt x="885284" y="56865"/>
                </a:lnTo>
                <a:lnTo>
                  <a:pt x="885658" y="57068"/>
                </a:lnTo>
                <a:lnTo>
                  <a:pt x="886024" y="57282"/>
                </a:lnTo>
                <a:lnTo>
                  <a:pt x="886380" y="57506"/>
                </a:lnTo>
                <a:lnTo>
                  <a:pt x="886729" y="57741"/>
                </a:lnTo>
                <a:lnTo>
                  <a:pt x="887069" y="57985"/>
                </a:lnTo>
                <a:lnTo>
                  <a:pt x="887398" y="58238"/>
                </a:lnTo>
                <a:lnTo>
                  <a:pt x="887715" y="58497"/>
                </a:lnTo>
                <a:lnTo>
                  <a:pt x="888018" y="58761"/>
                </a:lnTo>
                <a:lnTo>
                  <a:pt x="888309" y="59030"/>
                </a:lnTo>
                <a:lnTo>
                  <a:pt x="888586" y="59305"/>
                </a:lnTo>
                <a:lnTo>
                  <a:pt x="888851" y="59585"/>
                </a:lnTo>
                <a:lnTo>
                  <a:pt x="889103" y="59871"/>
                </a:lnTo>
                <a:lnTo>
                  <a:pt x="889342" y="60162"/>
                </a:lnTo>
                <a:lnTo>
                  <a:pt x="889568" y="60459"/>
                </a:lnTo>
                <a:lnTo>
                  <a:pt x="889781" y="60761"/>
                </a:lnTo>
                <a:lnTo>
                  <a:pt x="889982" y="61069"/>
                </a:lnTo>
                <a:lnTo>
                  <a:pt x="890169" y="61382"/>
                </a:lnTo>
                <a:lnTo>
                  <a:pt x="890344" y="61701"/>
                </a:lnTo>
                <a:lnTo>
                  <a:pt x="890505" y="62025"/>
                </a:lnTo>
                <a:lnTo>
                  <a:pt x="890654" y="62355"/>
                </a:lnTo>
                <a:lnTo>
                  <a:pt x="890790" y="62690"/>
                </a:lnTo>
                <a:lnTo>
                  <a:pt x="890913" y="63031"/>
                </a:lnTo>
                <a:lnTo>
                  <a:pt x="891023" y="63377"/>
                </a:lnTo>
                <a:lnTo>
                  <a:pt x="891121" y="63729"/>
                </a:lnTo>
                <a:lnTo>
                  <a:pt x="891205" y="64086"/>
                </a:lnTo>
                <a:lnTo>
                  <a:pt x="891276" y="64449"/>
                </a:lnTo>
                <a:lnTo>
                  <a:pt x="891335" y="64817"/>
                </a:lnTo>
                <a:lnTo>
                  <a:pt x="891380" y="65191"/>
                </a:lnTo>
                <a:lnTo>
                  <a:pt x="891413" y="65570"/>
                </a:lnTo>
                <a:lnTo>
                  <a:pt x="905791" y="65570"/>
                </a:lnTo>
                <a:lnTo>
                  <a:pt x="905726" y="64734"/>
                </a:lnTo>
                <a:lnTo>
                  <a:pt x="905635" y="63911"/>
                </a:lnTo>
                <a:lnTo>
                  <a:pt x="905519" y="63102"/>
                </a:lnTo>
                <a:lnTo>
                  <a:pt x="905377" y="62306"/>
                </a:lnTo>
                <a:lnTo>
                  <a:pt x="905209" y="61524"/>
                </a:lnTo>
                <a:lnTo>
                  <a:pt x="905016" y="60755"/>
                </a:lnTo>
                <a:lnTo>
                  <a:pt x="904798" y="60000"/>
                </a:lnTo>
                <a:lnTo>
                  <a:pt x="904554" y="59258"/>
                </a:lnTo>
                <a:lnTo>
                  <a:pt x="904284" y="58530"/>
                </a:lnTo>
                <a:lnTo>
                  <a:pt x="903989" y="57815"/>
                </a:lnTo>
                <a:lnTo>
                  <a:pt x="903669" y="57113"/>
                </a:lnTo>
                <a:lnTo>
                  <a:pt x="903323" y="56425"/>
                </a:lnTo>
                <a:lnTo>
                  <a:pt x="902951" y="55750"/>
                </a:lnTo>
                <a:lnTo>
                  <a:pt x="902554" y="55089"/>
                </a:lnTo>
                <a:lnTo>
                  <a:pt x="902132" y="54441"/>
                </a:lnTo>
                <a:lnTo>
                  <a:pt x="901683" y="53807"/>
                </a:lnTo>
                <a:lnTo>
                  <a:pt x="901210" y="53186"/>
                </a:lnTo>
                <a:lnTo>
                  <a:pt x="900711" y="52579"/>
                </a:lnTo>
                <a:lnTo>
                  <a:pt x="900186" y="51985"/>
                </a:lnTo>
                <a:lnTo>
                  <a:pt x="899636" y="51405"/>
                </a:lnTo>
                <a:lnTo>
                  <a:pt x="899060" y="50838"/>
                </a:lnTo>
                <a:lnTo>
                  <a:pt x="898459" y="50284"/>
                </a:lnTo>
                <a:lnTo>
                  <a:pt x="897832" y="49744"/>
                </a:lnTo>
                <a:lnTo>
                  <a:pt x="897180" y="49217"/>
                </a:lnTo>
                <a:lnTo>
                  <a:pt x="896507" y="48708"/>
                </a:lnTo>
                <a:lnTo>
                  <a:pt x="895818" y="48220"/>
                </a:lnTo>
                <a:lnTo>
                  <a:pt x="895112" y="47754"/>
                </a:lnTo>
                <a:lnTo>
                  <a:pt x="894391" y="47310"/>
                </a:lnTo>
                <a:lnTo>
                  <a:pt x="893653" y="46887"/>
                </a:lnTo>
                <a:lnTo>
                  <a:pt x="892899" y="46486"/>
                </a:lnTo>
                <a:lnTo>
                  <a:pt x="892129" y="46107"/>
                </a:lnTo>
                <a:lnTo>
                  <a:pt x="891343" y="45750"/>
                </a:lnTo>
                <a:lnTo>
                  <a:pt x="890540" y="45414"/>
                </a:lnTo>
                <a:lnTo>
                  <a:pt x="889721" y="45099"/>
                </a:lnTo>
                <a:lnTo>
                  <a:pt x="888887" y="44807"/>
                </a:lnTo>
                <a:lnTo>
                  <a:pt x="888036" y="44536"/>
                </a:lnTo>
                <a:lnTo>
                  <a:pt x="887169" y="44287"/>
                </a:lnTo>
                <a:lnTo>
                  <a:pt x="886285" y="44059"/>
                </a:lnTo>
                <a:lnTo>
                  <a:pt x="885386" y="43853"/>
                </a:lnTo>
                <a:lnTo>
                  <a:pt x="884470" y="43669"/>
                </a:lnTo>
                <a:lnTo>
                  <a:pt x="883538" y="43507"/>
                </a:lnTo>
                <a:lnTo>
                  <a:pt x="882590" y="43366"/>
                </a:lnTo>
                <a:lnTo>
                  <a:pt x="881626" y="43246"/>
                </a:lnTo>
                <a:lnTo>
                  <a:pt x="880646" y="43149"/>
                </a:lnTo>
                <a:lnTo>
                  <a:pt x="879649" y="43073"/>
                </a:lnTo>
                <a:lnTo>
                  <a:pt x="878636" y="43019"/>
                </a:lnTo>
                <a:lnTo>
                  <a:pt x="877608" y="42986"/>
                </a:lnTo>
                <a:lnTo>
                  <a:pt x="876562" y="42976"/>
                </a:lnTo>
                <a:lnTo>
                  <a:pt x="869610" y="42976"/>
                </a:lnTo>
                <a:lnTo>
                  <a:pt x="868474" y="42987"/>
                </a:lnTo>
                <a:lnTo>
                  <a:pt x="867360" y="43021"/>
                </a:lnTo>
                <a:lnTo>
                  <a:pt x="866266" y="43077"/>
                </a:lnTo>
                <a:lnTo>
                  <a:pt x="865192" y="43156"/>
                </a:lnTo>
                <a:lnTo>
                  <a:pt x="864139" y="43257"/>
                </a:lnTo>
                <a:lnTo>
                  <a:pt x="863107" y="43380"/>
                </a:lnTo>
                <a:lnTo>
                  <a:pt x="862095" y="43527"/>
                </a:lnTo>
                <a:lnTo>
                  <a:pt x="861104" y="43695"/>
                </a:lnTo>
                <a:lnTo>
                  <a:pt x="860133" y="43887"/>
                </a:lnTo>
                <a:lnTo>
                  <a:pt x="859183" y="44100"/>
                </a:lnTo>
                <a:lnTo>
                  <a:pt x="858253" y="44336"/>
                </a:lnTo>
                <a:lnTo>
                  <a:pt x="857345" y="44595"/>
                </a:lnTo>
                <a:lnTo>
                  <a:pt x="856456" y="44876"/>
                </a:lnTo>
                <a:lnTo>
                  <a:pt x="855588" y="45180"/>
                </a:lnTo>
                <a:lnTo>
                  <a:pt x="854741" y="45506"/>
                </a:lnTo>
                <a:lnTo>
                  <a:pt x="853915" y="45855"/>
                </a:lnTo>
                <a:lnTo>
                  <a:pt x="853109" y="46226"/>
                </a:lnTo>
                <a:lnTo>
                  <a:pt x="852323" y="46619"/>
                </a:lnTo>
                <a:lnTo>
                  <a:pt x="851558" y="47036"/>
                </a:lnTo>
                <a:lnTo>
                  <a:pt x="850814" y="47474"/>
                </a:lnTo>
                <a:lnTo>
                  <a:pt x="850090" y="47935"/>
                </a:lnTo>
                <a:lnTo>
                  <a:pt x="849387" y="48419"/>
                </a:lnTo>
                <a:lnTo>
                  <a:pt x="848704" y="48925"/>
                </a:lnTo>
                <a:lnTo>
                  <a:pt x="848042" y="49453"/>
                </a:lnTo>
                <a:lnTo>
                  <a:pt x="847404" y="50002"/>
                </a:lnTo>
                <a:lnTo>
                  <a:pt x="846793" y="50567"/>
                </a:lnTo>
                <a:lnTo>
                  <a:pt x="846209" y="51149"/>
                </a:lnTo>
                <a:lnTo>
                  <a:pt x="845653" y="51749"/>
                </a:lnTo>
                <a:lnTo>
                  <a:pt x="845123" y="52365"/>
                </a:lnTo>
                <a:lnTo>
                  <a:pt x="844621" y="52998"/>
                </a:lnTo>
                <a:lnTo>
                  <a:pt x="844145" y="53649"/>
                </a:lnTo>
                <a:lnTo>
                  <a:pt x="843697" y="54316"/>
                </a:lnTo>
                <a:lnTo>
                  <a:pt x="843277" y="55000"/>
                </a:lnTo>
                <a:lnTo>
                  <a:pt x="842883" y="55702"/>
                </a:lnTo>
                <a:lnTo>
                  <a:pt x="842516" y="56420"/>
                </a:lnTo>
                <a:lnTo>
                  <a:pt x="842177" y="57156"/>
                </a:lnTo>
                <a:lnTo>
                  <a:pt x="841864" y="57908"/>
                </a:lnTo>
                <a:lnTo>
                  <a:pt x="841579" y="58677"/>
                </a:lnTo>
                <a:lnTo>
                  <a:pt x="841321" y="59464"/>
                </a:lnTo>
                <a:lnTo>
                  <a:pt x="841091" y="60267"/>
                </a:lnTo>
                <a:lnTo>
                  <a:pt x="840887" y="61087"/>
                </a:lnTo>
                <a:lnTo>
                  <a:pt x="840710" y="61925"/>
                </a:lnTo>
                <a:lnTo>
                  <a:pt x="840561" y="62779"/>
                </a:lnTo>
                <a:lnTo>
                  <a:pt x="840439" y="63650"/>
                </a:lnTo>
                <a:lnTo>
                  <a:pt x="840344" y="64539"/>
                </a:lnTo>
                <a:lnTo>
                  <a:pt x="840276" y="65444"/>
                </a:lnTo>
                <a:lnTo>
                  <a:pt x="840235" y="66366"/>
                </a:lnTo>
                <a:lnTo>
                  <a:pt x="840222" y="67306"/>
                </a:lnTo>
                <a:lnTo>
                  <a:pt x="840230" y="68129"/>
                </a:lnTo>
                <a:lnTo>
                  <a:pt x="840256" y="68938"/>
                </a:lnTo>
                <a:lnTo>
                  <a:pt x="840298" y="69734"/>
                </a:lnTo>
                <a:lnTo>
                  <a:pt x="840358" y="70516"/>
                </a:lnTo>
                <a:lnTo>
                  <a:pt x="840434" y="71285"/>
                </a:lnTo>
                <a:lnTo>
                  <a:pt x="840528" y="72041"/>
                </a:lnTo>
                <a:lnTo>
                  <a:pt x="840638" y="72783"/>
                </a:lnTo>
                <a:lnTo>
                  <a:pt x="840766" y="73512"/>
                </a:lnTo>
                <a:lnTo>
                  <a:pt x="840910" y="74227"/>
                </a:lnTo>
                <a:lnTo>
                  <a:pt x="841072" y="74929"/>
                </a:lnTo>
                <a:lnTo>
                  <a:pt x="841251" y="75617"/>
                </a:lnTo>
                <a:lnTo>
                  <a:pt x="841446" y="76292"/>
                </a:lnTo>
                <a:lnTo>
                  <a:pt x="841659" y="76954"/>
                </a:lnTo>
                <a:lnTo>
                  <a:pt x="841889" y="77602"/>
                </a:lnTo>
                <a:lnTo>
                  <a:pt x="842135" y="78236"/>
                </a:lnTo>
                <a:lnTo>
                  <a:pt x="842399" y="78857"/>
                </a:lnTo>
                <a:lnTo>
                  <a:pt x="842679" y="79465"/>
                </a:lnTo>
                <a:lnTo>
                  <a:pt x="842977" y="80059"/>
                </a:lnTo>
                <a:lnTo>
                  <a:pt x="843292" y="80640"/>
                </a:lnTo>
                <a:lnTo>
                  <a:pt x="843624" y="81208"/>
                </a:lnTo>
                <a:lnTo>
                  <a:pt x="843972" y="81761"/>
                </a:lnTo>
                <a:lnTo>
                  <a:pt x="844338" y="82302"/>
                </a:lnTo>
                <a:lnTo>
                  <a:pt x="844721" y="82829"/>
                </a:lnTo>
                <a:lnTo>
                  <a:pt x="845120" y="83343"/>
                </a:lnTo>
                <a:lnTo>
                  <a:pt x="845535" y="83841"/>
                </a:lnTo>
                <a:lnTo>
                  <a:pt x="845964" y="84323"/>
                </a:lnTo>
                <a:lnTo>
                  <a:pt x="846407" y="84788"/>
                </a:lnTo>
                <a:lnTo>
                  <a:pt x="846863" y="85236"/>
                </a:lnTo>
                <a:lnTo>
                  <a:pt x="847333" y="85668"/>
                </a:lnTo>
                <a:lnTo>
                  <a:pt x="847817" y="86083"/>
                </a:lnTo>
                <a:lnTo>
                  <a:pt x="848314" y="86481"/>
                </a:lnTo>
                <a:lnTo>
                  <a:pt x="848825" y="86862"/>
                </a:lnTo>
                <a:lnTo>
                  <a:pt x="849350" y="87227"/>
                </a:lnTo>
                <a:lnTo>
                  <a:pt x="849888" y="87575"/>
                </a:lnTo>
                <a:lnTo>
                  <a:pt x="850441" y="87906"/>
                </a:lnTo>
                <a:lnTo>
                  <a:pt x="851006" y="88221"/>
                </a:lnTo>
                <a:lnTo>
                  <a:pt x="851586" y="88519"/>
                </a:lnTo>
                <a:lnTo>
                  <a:pt x="852179" y="88800"/>
                </a:lnTo>
                <a:lnTo>
                  <a:pt x="852786" y="89064"/>
                </a:lnTo>
                <a:lnTo>
                  <a:pt x="853407" y="89312"/>
                </a:lnTo>
                <a:lnTo>
                  <a:pt x="854042" y="89543"/>
                </a:lnTo>
                <a:lnTo>
                  <a:pt x="854690" y="89757"/>
                </a:lnTo>
                <a:lnTo>
                  <a:pt x="855352" y="89954"/>
                </a:lnTo>
                <a:lnTo>
                  <a:pt x="856027" y="90135"/>
                </a:lnTo>
                <a:lnTo>
                  <a:pt x="856717" y="90299"/>
                </a:lnTo>
                <a:lnTo>
                  <a:pt x="857420" y="90446"/>
                </a:lnTo>
                <a:lnTo>
                  <a:pt x="858136" y="90577"/>
                </a:lnTo>
                <a:lnTo>
                  <a:pt x="858867" y="90691"/>
                </a:lnTo>
                <a:lnTo>
                  <a:pt x="882881" y="94167"/>
                </a:lnTo>
                <a:lnTo>
                  <a:pt x="883311" y="94224"/>
                </a:lnTo>
                <a:lnTo>
                  <a:pt x="883732" y="94290"/>
                </a:lnTo>
                <a:lnTo>
                  <a:pt x="884143" y="94365"/>
                </a:lnTo>
                <a:lnTo>
                  <a:pt x="884545" y="94448"/>
                </a:lnTo>
                <a:lnTo>
                  <a:pt x="884937" y="94540"/>
                </a:lnTo>
                <a:lnTo>
                  <a:pt x="885321" y="94641"/>
                </a:lnTo>
                <a:lnTo>
                  <a:pt x="885694" y="94751"/>
                </a:lnTo>
                <a:lnTo>
                  <a:pt x="886059" y="94869"/>
                </a:lnTo>
                <a:lnTo>
                  <a:pt x="886414" y="94997"/>
                </a:lnTo>
                <a:lnTo>
                  <a:pt x="886760" y="95133"/>
                </a:lnTo>
                <a:lnTo>
                  <a:pt x="887097" y="95278"/>
                </a:lnTo>
                <a:lnTo>
                  <a:pt x="887424" y="95431"/>
                </a:lnTo>
                <a:lnTo>
                  <a:pt x="887742" y="95594"/>
                </a:lnTo>
                <a:lnTo>
                  <a:pt x="888050" y="95765"/>
                </a:lnTo>
                <a:lnTo>
                  <a:pt x="888350" y="95945"/>
                </a:lnTo>
                <a:lnTo>
                  <a:pt x="888639" y="96133"/>
                </a:lnTo>
                <a:lnTo>
                  <a:pt x="888920" y="96331"/>
                </a:lnTo>
                <a:lnTo>
                  <a:pt x="889191" y="96537"/>
                </a:lnTo>
                <a:lnTo>
                  <a:pt x="889453" y="96752"/>
                </a:lnTo>
                <a:lnTo>
                  <a:pt x="889706" y="96976"/>
                </a:lnTo>
                <a:lnTo>
                  <a:pt x="889949" y="97209"/>
                </a:lnTo>
                <a:lnTo>
                  <a:pt x="890183" y="97450"/>
                </a:lnTo>
                <a:lnTo>
                  <a:pt x="890407" y="97701"/>
                </a:lnTo>
                <a:lnTo>
                  <a:pt x="890622" y="97960"/>
                </a:lnTo>
                <a:lnTo>
                  <a:pt x="890829" y="98227"/>
                </a:lnTo>
                <a:lnTo>
                  <a:pt x="891026" y="98503"/>
                </a:lnTo>
                <a:lnTo>
                  <a:pt x="891215" y="98789"/>
                </a:lnTo>
                <a:lnTo>
                  <a:pt x="891395" y="99082"/>
                </a:lnTo>
                <a:lnTo>
                  <a:pt x="891566" y="99385"/>
                </a:lnTo>
                <a:lnTo>
                  <a:pt x="891729" y="99697"/>
                </a:lnTo>
                <a:lnTo>
                  <a:pt x="891883" y="100017"/>
                </a:lnTo>
                <a:lnTo>
                  <a:pt x="892027" y="100346"/>
                </a:lnTo>
                <a:lnTo>
                  <a:pt x="892164" y="100684"/>
                </a:lnTo>
                <a:lnTo>
                  <a:pt x="892291" y="101030"/>
                </a:lnTo>
                <a:lnTo>
                  <a:pt x="892409" y="101386"/>
                </a:lnTo>
                <a:lnTo>
                  <a:pt x="892519" y="101750"/>
                </a:lnTo>
                <a:lnTo>
                  <a:pt x="892620" y="102123"/>
                </a:lnTo>
                <a:lnTo>
                  <a:pt x="892712" y="102505"/>
                </a:lnTo>
                <a:lnTo>
                  <a:pt x="892796" y="102895"/>
                </a:lnTo>
                <a:lnTo>
                  <a:pt x="892870" y="103294"/>
                </a:lnTo>
                <a:lnTo>
                  <a:pt x="892936" y="103702"/>
                </a:lnTo>
                <a:lnTo>
                  <a:pt x="892993" y="104119"/>
                </a:lnTo>
                <a:lnTo>
                  <a:pt x="893042" y="104545"/>
                </a:lnTo>
                <a:lnTo>
                  <a:pt x="893081" y="104979"/>
                </a:lnTo>
                <a:lnTo>
                  <a:pt x="893112" y="105423"/>
                </a:lnTo>
                <a:lnTo>
                  <a:pt x="893134" y="105875"/>
                </a:lnTo>
                <a:lnTo>
                  <a:pt x="893147" y="106335"/>
                </a:lnTo>
                <a:lnTo>
                  <a:pt x="893151" y="106805"/>
                </a:lnTo>
                <a:lnTo>
                  <a:pt x="893144" y="107327"/>
                </a:lnTo>
                <a:lnTo>
                  <a:pt x="893121" y="107839"/>
                </a:lnTo>
                <a:lnTo>
                  <a:pt x="893084" y="108341"/>
                </a:lnTo>
                <a:lnTo>
                  <a:pt x="893031" y="108833"/>
                </a:lnTo>
                <a:lnTo>
                  <a:pt x="892963" y="109315"/>
                </a:lnTo>
                <a:lnTo>
                  <a:pt x="892880" y="109788"/>
                </a:lnTo>
                <a:lnTo>
                  <a:pt x="892782" y="110250"/>
                </a:lnTo>
                <a:lnTo>
                  <a:pt x="892668" y="110703"/>
                </a:lnTo>
                <a:lnTo>
                  <a:pt x="892540" y="111146"/>
                </a:lnTo>
                <a:lnTo>
                  <a:pt x="892397" y="111579"/>
                </a:lnTo>
                <a:lnTo>
                  <a:pt x="892238" y="112002"/>
                </a:lnTo>
                <a:lnTo>
                  <a:pt x="892065" y="112415"/>
                </a:lnTo>
                <a:lnTo>
                  <a:pt x="891876" y="112818"/>
                </a:lnTo>
                <a:lnTo>
                  <a:pt x="891672" y="113212"/>
                </a:lnTo>
                <a:lnTo>
                  <a:pt x="891454" y="113595"/>
                </a:lnTo>
                <a:lnTo>
                  <a:pt x="891220" y="113969"/>
                </a:lnTo>
                <a:lnTo>
                  <a:pt x="890971" y="114333"/>
                </a:lnTo>
                <a:lnTo>
                  <a:pt x="890706" y="114686"/>
                </a:lnTo>
                <a:lnTo>
                  <a:pt x="890427" y="115031"/>
                </a:lnTo>
                <a:lnTo>
                  <a:pt x="890133" y="115365"/>
                </a:lnTo>
                <a:lnTo>
                  <a:pt x="889823" y="115689"/>
                </a:lnTo>
                <a:lnTo>
                  <a:pt x="889499" y="116003"/>
                </a:lnTo>
                <a:lnTo>
                  <a:pt x="889159" y="116308"/>
                </a:lnTo>
                <a:lnTo>
                  <a:pt x="888805" y="116602"/>
                </a:lnTo>
                <a:lnTo>
                  <a:pt x="888437" y="116886"/>
                </a:lnTo>
                <a:lnTo>
                  <a:pt x="888056" y="117157"/>
                </a:lnTo>
                <a:lnTo>
                  <a:pt x="887663" y="117417"/>
                </a:lnTo>
                <a:lnTo>
                  <a:pt x="887258" y="117664"/>
                </a:lnTo>
                <a:lnTo>
                  <a:pt x="886840" y="117899"/>
                </a:lnTo>
                <a:lnTo>
                  <a:pt x="886410" y="118122"/>
                </a:lnTo>
                <a:lnTo>
                  <a:pt x="885968" y="118333"/>
                </a:lnTo>
                <a:lnTo>
                  <a:pt x="885514" y="118533"/>
                </a:lnTo>
                <a:lnTo>
                  <a:pt x="885047" y="118719"/>
                </a:lnTo>
                <a:lnTo>
                  <a:pt x="884568" y="118894"/>
                </a:lnTo>
                <a:lnTo>
                  <a:pt x="884076" y="119057"/>
                </a:lnTo>
                <a:lnTo>
                  <a:pt x="883572" y="119208"/>
                </a:lnTo>
                <a:lnTo>
                  <a:pt x="883056" y="119347"/>
                </a:lnTo>
                <a:lnTo>
                  <a:pt x="882527" y="119473"/>
                </a:lnTo>
                <a:lnTo>
                  <a:pt x="881986" y="119588"/>
                </a:lnTo>
                <a:lnTo>
                  <a:pt x="881433" y="119691"/>
                </a:lnTo>
                <a:lnTo>
                  <a:pt x="880867" y="119781"/>
                </a:lnTo>
                <a:lnTo>
                  <a:pt x="880289" y="119859"/>
                </a:lnTo>
                <a:lnTo>
                  <a:pt x="879699" y="119926"/>
                </a:lnTo>
                <a:lnTo>
                  <a:pt x="879096" y="119980"/>
                </a:lnTo>
                <a:lnTo>
                  <a:pt x="878481" y="120022"/>
                </a:lnTo>
                <a:lnTo>
                  <a:pt x="877854" y="120052"/>
                </a:lnTo>
                <a:lnTo>
                  <a:pt x="877214" y="120070"/>
                </a:lnTo>
                <a:lnTo>
                  <a:pt x="876562" y="120077"/>
                </a:lnTo>
                <a:lnTo>
                  <a:pt x="869610" y="120077"/>
                </a:lnTo>
                <a:lnTo>
                  <a:pt x="868971" y="120071"/>
                </a:lnTo>
                <a:lnTo>
                  <a:pt x="868344" y="120053"/>
                </a:lnTo>
                <a:lnTo>
                  <a:pt x="867729" y="120023"/>
                </a:lnTo>
                <a:lnTo>
                  <a:pt x="867126" y="119982"/>
                </a:lnTo>
                <a:lnTo>
                  <a:pt x="866535" y="119929"/>
                </a:lnTo>
                <a:lnTo>
                  <a:pt x="865956" y="119864"/>
                </a:lnTo>
                <a:lnTo>
                  <a:pt x="865389" y="119788"/>
                </a:lnTo>
                <a:lnTo>
                  <a:pt x="864835" y="119699"/>
                </a:lnTo>
                <a:lnTo>
                  <a:pt x="864292" y="119599"/>
                </a:lnTo>
                <a:lnTo>
                  <a:pt x="863762" y="119487"/>
                </a:lnTo>
                <a:lnTo>
                  <a:pt x="863243" y="119363"/>
                </a:lnTo>
                <a:lnTo>
                  <a:pt x="862737" y="119227"/>
                </a:lnTo>
                <a:lnTo>
                  <a:pt x="862243" y="119080"/>
                </a:lnTo>
                <a:lnTo>
                  <a:pt x="861760" y="118921"/>
                </a:lnTo>
                <a:lnTo>
                  <a:pt x="861290" y="118750"/>
                </a:lnTo>
                <a:lnTo>
                  <a:pt x="860832" y="118567"/>
                </a:lnTo>
                <a:lnTo>
                  <a:pt x="860386" y="118372"/>
                </a:lnTo>
                <a:lnTo>
                  <a:pt x="859952" y="118166"/>
                </a:lnTo>
                <a:lnTo>
                  <a:pt x="859530" y="117948"/>
                </a:lnTo>
                <a:lnTo>
                  <a:pt x="859120" y="117718"/>
                </a:lnTo>
                <a:lnTo>
                  <a:pt x="858722" y="117476"/>
                </a:lnTo>
                <a:lnTo>
                  <a:pt x="858337" y="117222"/>
                </a:lnTo>
                <a:lnTo>
                  <a:pt x="857963" y="116957"/>
                </a:lnTo>
                <a:lnTo>
                  <a:pt x="857601" y="116680"/>
                </a:lnTo>
                <a:lnTo>
                  <a:pt x="857253" y="116392"/>
                </a:lnTo>
                <a:lnTo>
                  <a:pt x="856920" y="116095"/>
                </a:lnTo>
                <a:lnTo>
                  <a:pt x="856602" y="115790"/>
                </a:lnTo>
                <a:lnTo>
                  <a:pt x="856298" y="115475"/>
                </a:lnTo>
                <a:lnTo>
                  <a:pt x="856009" y="115151"/>
                </a:lnTo>
                <a:lnTo>
                  <a:pt x="855735" y="114818"/>
                </a:lnTo>
                <a:lnTo>
                  <a:pt x="855476" y="114476"/>
                </a:lnTo>
                <a:lnTo>
                  <a:pt x="855232" y="114125"/>
                </a:lnTo>
                <a:lnTo>
                  <a:pt x="855002" y="113766"/>
                </a:lnTo>
                <a:lnTo>
                  <a:pt x="854788" y="113396"/>
                </a:lnTo>
                <a:lnTo>
                  <a:pt x="854588" y="113018"/>
                </a:lnTo>
                <a:lnTo>
                  <a:pt x="854403" y="112631"/>
                </a:lnTo>
                <a:lnTo>
                  <a:pt x="854232" y="112235"/>
                </a:lnTo>
                <a:lnTo>
                  <a:pt x="854077" y="111830"/>
                </a:lnTo>
                <a:lnTo>
                  <a:pt x="853936" y="111416"/>
                </a:lnTo>
                <a:lnTo>
                  <a:pt x="853810" y="110992"/>
                </a:lnTo>
                <a:lnTo>
                  <a:pt x="853699" y="110560"/>
                </a:lnTo>
                <a:lnTo>
                  <a:pt x="853603" y="110118"/>
                </a:lnTo>
                <a:lnTo>
                  <a:pt x="853522" y="109668"/>
                </a:lnTo>
                <a:lnTo>
                  <a:pt x="853455" y="109208"/>
                </a:lnTo>
                <a:lnTo>
                  <a:pt x="853403" y="108740"/>
                </a:lnTo>
                <a:lnTo>
                  <a:pt x="853366" y="108262"/>
                </a:lnTo>
                <a:lnTo>
                  <a:pt x="853344" y="107776"/>
                </a:lnTo>
                <a:lnTo>
                  <a:pt x="853336" y="107280"/>
                </a:lnTo>
                <a:lnTo>
                  <a:pt x="839117" y="107280"/>
                </a:lnTo>
                <a:lnTo>
                  <a:pt x="839124" y="107947"/>
                </a:lnTo>
                <a:lnTo>
                  <a:pt x="839142" y="108606"/>
                </a:lnTo>
                <a:lnTo>
                  <a:pt x="839173" y="109256"/>
                </a:lnTo>
                <a:lnTo>
                  <a:pt x="839216" y="109897"/>
                </a:lnTo>
                <a:lnTo>
                  <a:pt x="839272" y="110531"/>
                </a:lnTo>
                <a:lnTo>
                  <a:pt x="839339" y="111155"/>
                </a:lnTo>
                <a:lnTo>
                  <a:pt x="839420" y="111772"/>
                </a:lnTo>
                <a:lnTo>
                  <a:pt x="839512" y="112379"/>
                </a:lnTo>
                <a:lnTo>
                  <a:pt x="839617" y="112978"/>
                </a:lnTo>
                <a:lnTo>
                  <a:pt x="839734" y="113569"/>
                </a:lnTo>
                <a:lnTo>
                  <a:pt x="839864" y="114151"/>
                </a:lnTo>
                <a:lnTo>
                  <a:pt x="840006" y="114725"/>
                </a:lnTo>
                <a:lnTo>
                  <a:pt x="840160" y="115290"/>
                </a:lnTo>
                <a:lnTo>
                  <a:pt x="840327" y="115847"/>
                </a:lnTo>
                <a:lnTo>
                  <a:pt x="840505" y="116395"/>
                </a:lnTo>
                <a:lnTo>
                  <a:pt x="840697" y="116935"/>
                </a:lnTo>
                <a:lnTo>
                  <a:pt x="840900" y="117466"/>
                </a:lnTo>
                <a:lnTo>
                  <a:pt x="841116" y="117989"/>
                </a:lnTo>
                <a:lnTo>
                  <a:pt x="841345" y="118503"/>
                </a:lnTo>
                <a:lnTo>
                  <a:pt x="841585" y="119009"/>
                </a:lnTo>
                <a:lnTo>
                  <a:pt x="841838" y="119506"/>
                </a:lnTo>
                <a:lnTo>
                  <a:pt x="842103" y="119995"/>
                </a:lnTo>
                <a:lnTo>
                  <a:pt x="842381" y="120475"/>
                </a:lnTo>
                <a:lnTo>
                  <a:pt x="842671" y="120947"/>
                </a:lnTo>
                <a:lnTo>
                  <a:pt x="842973" y="121409"/>
                </a:lnTo>
                <a:lnTo>
                  <a:pt x="843287" y="121863"/>
                </a:lnTo>
                <a:lnTo>
                  <a:pt x="843612" y="122307"/>
                </a:lnTo>
                <a:lnTo>
                  <a:pt x="843948" y="122741"/>
                </a:lnTo>
                <a:lnTo>
                  <a:pt x="844296" y="123167"/>
                </a:lnTo>
                <a:lnTo>
                  <a:pt x="844656" y="123583"/>
                </a:lnTo>
                <a:lnTo>
                  <a:pt x="845027" y="123990"/>
                </a:lnTo>
                <a:lnTo>
                  <a:pt x="845410" y="124387"/>
                </a:lnTo>
                <a:lnTo>
                  <a:pt x="845804" y="124775"/>
                </a:lnTo>
                <a:lnTo>
                  <a:pt x="846210" y="125154"/>
                </a:lnTo>
                <a:lnTo>
                  <a:pt x="846627" y="125523"/>
                </a:lnTo>
                <a:lnTo>
                  <a:pt x="847056" y="125884"/>
                </a:lnTo>
                <a:lnTo>
                  <a:pt x="847496" y="126234"/>
                </a:lnTo>
                <a:lnTo>
                  <a:pt x="847948" y="126576"/>
                </a:lnTo>
                <a:lnTo>
                  <a:pt x="848411" y="126908"/>
                </a:lnTo>
                <a:lnTo>
                  <a:pt x="848886" y="127231"/>
                </a:lnTo>
                <a:lnTo>
                  <a:pt x="849372" y="127545"/>
                </a:lnTo>
                <a:lnTo>
                  <a:pt x="849870" y="127849"/>
                </a:lnTo>
                <a:lnTo>
                  <a:pt x="850379" y="128144"/>
                </a:lnTo>
                <a:lnTo>
                  <a:pt x="850900" y="128429"/>
                </a:lnTo>
                <a:lnTo>
                  <a:pt x="851432" y="128706"/>
                </a:lnTo>
                <a:lnTo>
                  <a:pt x="851976" y="128973"/>
                </a:lnTo>
                <a:lnTo>
                  <a:pt x="852531" y="129230"/>
                </a:lnTo>
                <a:lnTo>
                  <a:pt x="853098" y="129479"/>
                </a:lnTo>
                <a:lnTo>
                  <a:pt x="853675" y="129717"/>
                </a:lnTo>
                <a:lnTo>
                  <a:pt x="854263" y="129945"/>
                </a:lnTo>
                <a:lnTo>
                  <a:pt x="854859" y="130164"/>
                </a:lnTo>
                <a:lnTo>
                  <a:pt x="855466" y="130372"/>
                </a:lnTo>
                <a:lnTo>
                  <a:pt x="856082" y="130569"/>
                </a:lnTo>
                <a:lnTo>
                  <a:pt x="856707" y="130757"/>
                </a:lnTo>
                <a:lnTo>
                  <a:pt x="857342" y="130935"/>
                </a:lnTo>
                <a:lnTo>
                  <a:pt x="857987" y="131102"/>
                </a:lnTo>
                <a:lnTo>
                  <a:pt x="858642" y="131259"/>
                </a:lnTo>
                <a:lnTo>
                  <a:pt x="859306" y="131406"/>
                </a:lnTo>
                <a:lnTo>
                  <a:pt x="859979" y="131543"/>
                </a:lnTo>
                <a:lnTo>
                  <a:pt x="860662" y="131670"/>
                </a:lnTo>
                <a:lnTo>
                  <a:pt x="861355" y="131787"/>
                </a:lnTo>
                <a:lnTo>
                  <a:pt x="862058" y="131893"/>
                </a:lnTo>
                <a:lnTo>
                  <a:pt x="862770" y="131990"/>
                </a:lnTo>
                <a:lnTo>
                  <a:pt x="863491" y="132076"/>
                </a:lnTo>
                <a:lnTo>
                  <a:pt x="864222" y="132152"/>
                </a:lnTo>
                <a:lnTo>
                  <a:pt x="864963" y="132218"/>
                </a:lnTo>
                <a:lnTo>
                  <a:pt x="865714" y="132274"/>
                </a:lnTo>
                <a:lnTo>
                  <a:pt x="866474" y="132320"/>
                </a:lnTo>
                <a:lnTo>
                  <a:pt x="867243" y="132355"/>
                </a:lnTo>
                <a:lnTo>
                  <a:pt x="868022" y="132380"/>
                </a:lnTo>
                <a:lnTo>
                  <a:pt x="868811" y="132396"/>
                </a:lnTo>
                <a:lnTo>
                  <a:pt x="869610" y="132401"/>
                </a:lnTo>
                <a:lnTo>
                  <a:pt x="876562" y="132401"/>
                </a:lnTo>
                <a:lnTo>
                  <a:pt x="877762" y="132389"/>
                </a:lnTo>
                <a:lnTo>
                  <a:pt x="878939" y="132354"/>
                </a:lnTo>
                <a:lnTo>
                  <a:pt x="880094" y="132296"/>
                </a:lnTo>
                <a:close/>
                <a:moveTo>
                  <a:pt x="787133" y="132439"/>
                </a:moveTo>
                <a:lnTo>
                  <a:pt x="788191" y="132317"/>
                </a:lnTo>
                <a:lnTo>
                  <a:pt x="789233" y="132172"/>
                </a:lnTo>
                <a:lnTo>
                  <a:pt x="790259" y="132006"/>
                </a:lnTo>
                <a:lnTo>
                  <a:pt x="791269" y="131817"/>
                </a:lnTo>
                <a:lnTo>
                  <a:pt x="792263" y="131606"/>
                </a:lnTo>
                <a:lnTo>
                  <a:pt x="793242" y="131372"/>
                </a:lnTo>
                <a:lnTo>
                  <a:pt x="794204" y="131117"/>
                </a:lnTo>
                <a:lnTo>
                  <a:pt x="795151" y="130839"/>
                </a:lnTo>
                <a:lnTo>
                  <a:pt x="796081" y="130539"/>
                </a:lnTo>
                <a:lnTo>
                  <a:pt x="796996" y="130217"/>
                </a:lnTo>
                <a:lnTo>
                  <a:pt x="797895" y="129873"/>
                </a:lnTo>
                <a:lnTo>
                  <a:pt x="798778" y="129506"/>
                </a:lnTo>
                <a:lnTo>
                  <a:pt x="799645" y="129117"/>
                </a:lnTo>
                <a:lnTo>
                  <a:pt x="800496" y="128706"/>
                </a:lnTo>
                <a:lnTo>
                  <a:pt x="801331" y="128273"/>
                </a:lnTo>
                <a:lnTo>
                  <a:pt x="802150" y="127818"/>
                </a:lnTo>
                <a:lnTo>
                  <a:pt x="802954" y="127340"/>
                </a:lnTo>
                <a:lnTo>
                  <a:pt x="803741" y="126840"/>
                </a:lnTo>
                <a:lnTo>
                  <a:pt x="804513" y="126318"/>
                </a:lnTo>
                <a:lnTo>
                  <a:pt x="805263" y="125777"/>
                </a:lnTo>
                <a:lnTo>
                  <a:pt x="805987" y="125220"/>
                </a:lnTo>
                <a:lnTo>
                  <a:pt x="806683" y="124648"/>
                </a:lnTo>
                <a:lnTo>
                  <a:pt x="807353" y="124060"/>
                </a:lnTo>
                <a:lnTo>
                  <a:pt x="807996" y="123457"/>
                </a:lnTo>
                <a:lnTo>
                  <a:pt x="808612" y="122838"/>
                </a:lnTo>
                <a:lnTo>
                  <a:pt x="809201" y="122203"/>
                </a:lnTo>
                <a:lnTo>
                  <a:pt x="809763" y="121552"/>
                </a:lnTo>
                <a:lnTo>
                  <a:pt x="810298" y="120886"/>
                </a:lnTo>
                <a:lnTo>
                  <a:pt x="810806" y="120204"/>
                </a:lnTo>
                <a:lnTo>
                  <a:pt x="811288" y="119507"/>
                </a:lnTo>
                <a:lnTo>
                  <a:pt x="811742" y="118794"/>
                </a:lnTo>
                <a:lnTo>
                  <a:pt x="812170" y="118065"/>
                </a:lnTo>
                <a:lnTo>
                  <a:pt x="812571" y="117321"/>
                </a:lnTo>
                <a:lnTo>
                  <a:pt x="812945" y="116561"/>
                </a:lnTo>
                <a:lnTo>
                  <a:pt x="813292" y="115785"/>
                </a:lnTo>
                <a:lnTo>
                  <a:pt x="813612" y="114994"/>
                </a:lnTo>
                <a:lnTo>
                  <a:pt x="813905" y="114187"/>
                </a:lnTo>
                <a:lnTo>
                  <a:pt x="814171" y="113365"/>
                </a:lnTo>
                <a:lnTo>
                  <a:pt x="814410" y="112527"/>
                </a:lnTo>
                <a:lnTo>
                  <a:pt x="814623" y="111673"/>
                </a:lnTo>
                <a:lnTo>
                  <a:pt x="814808" y="110804"/>
                </a:lnTo>
                <a:lnTo>
                  <a:pt x="814967" y="109919"/>
                </a:lnTo>
                <a:lnTo>
                  <a:pt x="815099" y="109018"/>
                </a:lnTo>
                <a:lnTo>
                  <a:pt x="800880" y="109018"/>
                </a:lnTo>
                <a:lnTo>
                  <a:pt x="800781" y="109449"/>
                </a:lnTo>
                <a:lnTo>
                  <a:pt x="800667" y="109872"/>
                </a:lnTo>
                <a:lnTo>
                  <a:pt x="800540" y="110288"/>
                </a:lnTo>
                <a:lnTo>
                  <a:pt x="800399" y="110697"/>
                </a:lnTo>
                <a:lnTo>
                  <a:pt x="800244" y="111098"/>
                </a:lnTo>
                <a:lnTo>
                  <a:pt x="800075" y="111492"/>
                </a:lnTo>
                <a:lnTo>
                  <a:pt x="799892" y="111878"/>
                </a:lnTo>
                <a:lnTo>
                  <a:pt x="799695" y="112257"/>
                </a:lnTo>
                <a:lnTo>
                  <a:pt x="799483" y="112629"/>
                </a:lnTo>
                <a:lnTo>
                  <a:pt x="799258" y="112993"/>
                </a:lnTo>
                <a:lnTo>
                  <a:pt x="799019" y="113350"/>
                </a:lnTo>
                <a:lnTo>
                  <a:pt x="798766" y="113699"/>
                </a:lnTo>
                <a:lnTo>
                  <a:pt x="798499" y="114041"/>
                </a:lnTo>
                <a:lnTo>
                  <a:pt x="798218" y="114376"/>
                </a:lnTo>
                <a:lnTo>
                  <a:pt x="797923" y="114703"/>
                </a:lnTo>
                <a:lnTo>
                  <a:pt x="797614" y="115023"/>
                </a:lnTo>
                <a:lnTo>
                  <a:pt x="797291" y="115335"/>
                </a:lnTo>
                <a:lnTo>
                  <a:pt x="796954" y="115640"/>
                </a:lnTo>
                <a:lnTo>
                  <a:pt x="796603" y="115937"/>
                </a:lnTo>
                <a:lnTo>
                  <a:pt x="796238" y="116227"/>
                </a:lnTo>
                <a:lnTo>
                  <a:pt x="795859" y="116510"/>
                </a:lnTo>
                <a:lnTo>
                  <a:pt x="795466" y="116785"/>
                </a:lnTo>
                <a:lnTo>
                  <a:pt x="795059" y="117053"/>
                </a:lnTo>
                <a:lnTo>
                  <a:pt x="794638" y="117314"/>
                </a:lnTo>
                <a:lnTo>
                  <a:pt x="794206" y="117565"/>
                </a:lnTo>
                <a:lnTo>
                  <a:pt x="793764" y="117806"/>
                </a:lnTo>
                <a:lnTo>
                  <a:pt x="793312" y="118036"/>
                </a:lnTo>
                <a:lnTo>
                  <a:pt x="792850" y="118255"/>
                </a:lnTo>
                <a:lnTo>
                  <a:pt x="792379" y="118464"/>
                </a:lnTo>
                <a:lnTo>
                  <a:pt x="791899" y="118662"/>
                </a:lnTo>
                <a:lnTo>
                  <a:pt x="791409" y="118849"/>
                </a:lnTo>
                <a:lnTo>
                  <a:pt x="790909" y="119025"/>
                </a:lnTo>
                <a:lnTo>
                  <a:pt x="790399" y="119191"/>
                </a:lnTo>
                <a:lnTo>
                  <a:pt x="789880" y="119346"/>
                </a:lnTo>
                <a:lnTo>
                  <a:pt x="789352" y="119491"/>
                </a:lnTo>
                <a:lnTo>
                  <a:pt x="788814" y="119624"/>
                </a:lnTo>
                <a:lnTo>
                  <a:pt x="788266" y="119748"/>
                </a:lnTo>
                <a:lnTo>
                  <a:pt x="787708" y="119860"/>
                </a:lnTo>
                <a:lnTo>
                  <a:pt x="787141" y="119961"/>
                </a:lnTo>
                <a:lnTo>
                  <a:pt x="786565" y="120052"/>
                </a:lnTo>
                <a:lnTo>
                  <a:pt x="785978" y="120133"/>
                </a:lnTo>
                <a:lnTo>
                  <a:pt x="785382" y="120202"/>
                </a:lnTo>
                <a:lnTo>
                  <a:pt x="784777" y="120261"/>
                </a:lnTo>
                <a:lnTo>
                  <a:pt x="784162" y="120309"/>
                </a:lnTo>
                <a:lnTo>
                  <a:pt x="783537" y="120347"/>
                </a:lnTo>
                <a:lnTo>
                  <a:pt x="782903" y="120373"/>
                </a:lnTo>
                <a:lnTo>
                  <a:pt x="782259" y="120389"/>
                </a:lnTo>
                <a:lnTo>
                  <a:pt x="781605" y="120395"/>
                </a:lnTo>
                <a:lnTo>
                  <a:pt x="780848" y="120385"/>
                </a:lnTo>
                <a:lnTo>
                  <a:pt x="780103" y="120356"/>
                </a:lnTo>
                <a:lnTo>
                  <a:pt x="779371" y="120307"/>
                </a:lnTo>
                <a:lnTo>
                  <a:pt x="778652" y="120239"/>
                </a:lnTo>
                <a:lnTo>
                  <a:pt x="777945" y="120151"/>
                </a:lnTo>
                <a:lnTo>
                  <a:pt x="777250" y="120044"/>
                </a:lnTo>
                <a:lnTo>
                  <a:pt x="776569" y="119918"/>
                </a:lnTo>
                <a:lnTo>
                  <a:pt x="775900" y="119771"/>
                </a:lnTo>
                <a:lnTo>
                  <a:pt x="775243" y="119606"/>
                </a:lnTo>
                <a:lnTo>
                  <a:pt x="774600" y="119421"/>
                </a:lnTo>
                <a:lnTo>
                  <a:pt x="773968" y="119216"/>
                </a:lnTo>
                <a:lnTo>
                  <a:pt x="773350" y="118992"/>
                </a:lnTo>
                <a:lnTo>
                  <a:pt x="772744" y="118749"/>
                </a:lnTo>
                <a:lnTo>
                  <a:pt x="772151" y="118486"/>
                </a:lnTo>
                <a:lnTo>
                  <a:pt x="771570" y="118203"/>
                </a:lnTo>
                <a:lnTo>
                  <a:pt x="771002" y="117901"/>
                </a:lnTo>
                <a:lnTo>
                  <a:pt x="770446" y="117580"/>
                </a:lnTo>
                <a:lnTo>
                  <a:pt x="769903" y="117239"/>
                </a:lnTo>
                <a:lnTo>
                  <a:pt x="769373" y="116879"/>
                </a:lnTo>
                <a:lnTo>
                  <a:pt x="768856" y="116499"/>
                </a:lnTo>
                <a:lnTo>
                  <a:pt x="768351" y="116100"/>
                </a:lnTo>
                <a:lnTo>
                  <a:pt x="767858" y="115681"/>
                </a:lnTo>
                <a:lnTo>
                  <a:pt x="767378" y="115242"/>
                </a:lnTo>
                <a:lnTo>
                  <a:pt x="766911" y="114785"/>
                </a:lnTo>
                <a:lnTo>
                  <a:pt x="766460" y="114310"/>
                </a:lnTo>
                <a:lnTo>
                  <a:pt x="766028" y="113822"/>
                </a:lnTo>
                <a:lnTo>
                  <a:pt x="765615" y="113319"/>
                </a:lnTo>
                <a:lnTo>
                  <a:pt x="765221" y="112803"/>
                </a:lnTo>
                <a:lnTo>
                  <a:pt x="764847" y="112272"/>
                </a:lnTo>
                <a:lnTo>
                  <a:pt x="764492" y="111728"/>
                </a:lnTo>
                <a:lnTo>
                  <a:pt x="764156" y="111170"/>
                </a:lnTo>
                <a:lnTo>
                  <a:pt x="763839" y="110597"/>
                </a:lnTo>
                <a:lnTo>
                  <a:pt x="763541" y="110011"/>
                </a:lnTo>
                <a:lnTo>
                  <a:pt x="763263" y="109411"/>
                </a:lnTo>
                <a:lnTo>
                  <a:pt x="763003" y="108796"/>
                </a:lnTo>
                <a:lnTo>
                  <a:pt x="762763" y="108168"/>
                </a:lnTo>
                <a:lnTo>
                  <a:pt x="762542" y="107526"/>
                </a:lnTo>
                <a:lnTo>
                  <a:pt x="762341" y="106870"/>
                </a:lnTo>
                <a:lnTo>
                  <a:pt x="762158" y="106200"/>
                </a:lnTo>
                <a:lnTo>
                  <a:pt x="761995" y="105515"/>
                </a:lnTo>
                <a:lnTo>
                  <a:pt x="761851" y="104817"/>
                </a:lnTo>
                <a:lnTo>
                  <a:pt x="761726" y="104105"/>
                </a:lnTo>
                <a:lnTo>
                  <a:pt x="761621" y="103379"/>
                </a:lnTo>
                <a:lnTo>
                  <a:pt x="761534" y="102639"/>
                </a:lnTo>
                <a:lnTo>
                  <a:pt x="761467" y="101885"/>
                </a:lnTo>
                <a:lnTo>
                  <a:pt x="761419" y="101117"/>
                </a:lnTo>
                <a:lnTo>
                  <a:pt x="761390" y="100335"/>
                </a:lnTo>
                <a:lnTo>
                  <a:pt x="761381" y="99539"/>
                </a:lnTo>
                <a:lnTo>
                  <a:pt x="761381" y="91322"/>
                </a:lnTo>
                <a:lnTo>
                  <a:pt x="815733" y="91322"/>
                </a:lnTo>
                <a:lnTo>
                  <a:pt x="815733" y="75838"/>
                </a:lnTo>
                <a:lnTo>
                  <a:pt x="815726" y="75000"/>
                </a:lnTo>
                <a:lnTo>
                  <a:pt x="815703" y="74171"/>
                </a:lnTo>
                <a:lnTo>
                  <a:pt x="815666" y="73352"/>
                </a:lnTo>
                <a:lnTo>
                  <a:pt x="815614" y="72542"/>
                </a:lnTo>
                <a:lnTo>
                  <a:pt x="815548" y="71741"/>
                </a:lnTo>
                <a:lnTo>
                  <a:pt x="815466" y="70950"/>
                </a:lnTo>
                <a:lnTo>
                  <a:pt x="815370" y="70168"/>
                </a:lnTo>
                <a:lnTo>
                  <a:pt x="815259" y="69395"/>
                </a:lnTo>
                <a:lnTo>
                  <a:pt x="815133" y="68632"/>
                </a:lnTo>
                <a:lnTo>
                  <a:pt x="814992" y="67878"/>
                </a:lnTo>
                <a:lnTo>
                  <a:pt x="814837" y="67133"/>
                </a:lnTo>
                <a:lnTo>
                  <a:pt x="814666" y="66398"/>
                </a:lnTo>
                <a:lnTo>
                  <a:pt x="814481" y="65672"/>
                </a:lnTo>
                <a:lnTo>
                  <a:pt x="814281" y="64955"/>
                </a:lnTo>
                <a:lnTo>
                  <a:pt x="814066" y="64248"/>
                </a:lnTo>
                <a:lnTo>
                  <a:pt x="813836" y="63550"/>
                </a:lnTo>
                <a:lnTo>
                  <a:pt x="813592" y="62861"/>
                </a:lnTo>
                <a:lnTo>
                  <a:pt x="813333" y="62182"/>
                </a:lnTo>
                <a:lnTo>
                  <a:pt x="813059" y="61512"/>
                </a:lnTo>
                <a:lnTo>
                  <a:pt x="812770" y="60851"/>
                </a:lnTo>
                <a:lnTo>
                  <a:pt x="812466" y="60200"/>
                </a:lnTo>
                <a:lnTo>
                  <a:pt x="812147" y="59557"/>
                </a:lnTo>
                <a:lnTo>
                  <a:pt x="811814" y="58925"/>
                </a:lnTo>
                <a:lnTo>
                  <a:pt x="811466" y="58301"/>
                </a:lnTo>
                <a:lnTo>
                  <a:pt x="811105" y="57688"/>
                </a:lnTo>
                <a:lnTo>
                  <a:pt x="810731" y="57087"/>
                </a:lnTo>
                <a:lnTo>
                  <a:pt x="810347" y="56497"/>
                </a:lnTo>
                <a:lnTo>
                  <a:pt x="809950" y="55918"/>
                </a:lnTo>
                <a:lnTo>
                  <a:pt x="809541" y="55351"/>
                </a:lnTo>
                <a:lnTo>
                  <a:pt x="809121" y="54796"/>
                </a:lnTo>
                <a:lnTo>
                  <a:pt x="808689" y="54252"/>
                </a:lnTo>
                <a:lnTo>
                  <a:pt x="808245" y="53720"/>
                </a:lnTo>
                <a:lnTo>
                  <a:pt x="807789" y="53199"/>
                </a:lnTo>
                <a:lnTo>
                  <a:pt x="807322" y="52689"/>
                </a:lnTo>
                <a:lnTo>
                  <a:pt x="806842" y="52192"/>
                </a:lnTo>
                <a:lnTo>
                  <a:pt x="806351" y="51705"/>
                </a:lnTo>
                <a:lnTo>
                  <a:pt x="805848" y="51230"/>
                </a:lnTo>
                <a:lnTo>
                  <a:pt x="805334" y="50767"/>
                </a:lnTo>
                <a:lnTo>
                  <a:pt x="804807" y="50315"/>
                </a:lnTo>
                <a:lnTo>
                  <a:pt x="804269" y="49875"/>
                </a:lnTo>
                <a:lnTo>
                  <a:pt x="803719" y="49446"/>
                </a:lnTo>
                <a:lnTo>
                  <a:pt x="803157" y="49029"/>
                </a:lnTo>
                <a:lnTo>
                  <a:pt x="802583" y="48623"/>
                </a:lnTo>
                <a:lnTo>
                  <a:pt x="801997" y="48229"/>
                </a:lnTo>
                <a:lnTo>
                  <a:pt x="801400" y="47847"/>
                </a:lnTo>
                <a:lnTo>
                  <a:pt x="800791" y="47476"/>
                </a:lnTo>
                <a:lnTo>
                  <a:pt x="800170" y="47116"/>
                </a:lnTo>
                <a:lnTo>
                  <a:pt x="799537" y="46768"/>
                </a:lnTo>
                <a:lnTo>
                  <a:pt x="798894" y="46433"/>
                </a:lnTo>
                <a:lnTo>
                  <a:pt x="798242" y="46112"/>
                </a:lnTo>
                <a:lnTo>
                  <a:pt x="797581" y="45805"/>
                </a:lnTo>
                <a:lnTo>
                  <a:pt x="796911" y="45513"/>
                </a:lnTo>
                <a:lnTo>
                  <a:pt x="796231" y="45234"/>
                </a:lnTo>
                <a:lnTo>
                  <a:pt x="795543" y="44971"/>
                </a:lnTo>
                <a:lnTo>
                  <a:pt x="794846" y="44721"/>
                </a:lnTo>
                <a:lnTo>
                  <a:pt x="794139" y="44486"/>
                </a:lnTo>
                <a:lnTo>
                  <a:pt x="793424" y="44264"/>
                </a:lnTo>
                <a:lnTo>
                  <a:pt x="792699" y="44058"/>
                </a:lnTo>
                <a:lnTo>
                  <a:pt x="791966" y="43865"/>
                </a:lnTo>
                <a:lnTo>
                  <a:pt x="791223" y="43687"/>
                </a:lnTo>
                <a:lnTo>
                  <a:pt x="790472" y="43523"/>
                </a:lnTo>
                <a:lnTo>
                  <a:pt x="789711" y="43373"/>
                </a:lnTo>
                <a:lnTo>
                  <a:pt x="788941" y="43237"/>
                </a:lnTo>
                <a:lnTo>
                  <a:pt x="788162" y="43116"/>
                </a:lnTo>
                <a:lnTo>
                  <a:pt x="787374" y="43009"/>
                </a:lnTo>
                <a:lnTo>
                  <a:pt x="786577" y="42916"/>
                </a:lnTo>
                <a:lnTo>
                  <a:pt x="785771" y="42838"/>
                </a:lnTo>
                <a:lnTo>
                  <a:pt x="784956" y="42774"/>
                </a:lnTo>
                <a:lnTo>
                  <a:pt x="784132" y="42724"/>
                </a:lnTo>
                <a:lnTo>
                  <a:pt x="783299" y="42688"/>
                </a:lnTo>
                <a:lnTo>
                  <a:pt x="782457" y="42667"/>
                </a:lnTo>
                <a:lnTo>
                  <a:pt x="781605" y="42660"/>
                </a:lnTo>
                <a:lnTo>
                  <a:pt x="780754" y="42667"/>
                </a:lnTo>
                <a:lnTo>
                  <a:pt x="779912" y="42689"/>
                </a:lnTo>
                <a:lnTo>
                  <a:pt x="779078" y="42725"/>
                </a:lnTo>
                <a:lnTo>
                  <a:pt x="778254" y="42776"/>
                </a:lnTo>
                <a:lnTo>
                  <a:pt x="777439" y="42841"/>
                </a:lnTo>
                <a:lnTo>
                  <a:pt x="776633" y="42921"/>
                </a:lnTo>
                <a:lnTo>
                  <a:pt x="775836" y="43016"/>
                </a:lnTo>
                <a:lnTo>
                  <a:pt x="775048" y="43125"/>
                </a:lnTo>
                <a:lnTo>
                  <a:pt x="774269" y="43249"/>
                </a:lnTo>
                <a:lnTo>
                  <a:pt x="773499" y="43387"/>
                </a:lnTo>
                <a:lnTo>
                  <a:pt x="772738" y="43539"/>
                </a:lnTo>
                <a:lnTo>
                  <a:pt x="771987" y="43707"/>
                </a:lnTo>
                <a:lnTo>
                  <a:pt x="771244" y="43888"/>
                </a:lnTo>
                <a:lnTo>
                  <a:pt x="770510" y="44085"/>
                </a:lnTo>
                <a:lnTo>
                  <a:pt x="769786" y="44296"/>
                </a:lnTo>
                <a:lnTo>
                  <a:pt x="769070" y="44521"/>
                </a:lnTo>
                <a:lnTo>
                  <a:pt x="768363" y="44761"/>
                </a:lnTo>
                <a:lnTo>
                  <a:pt x="767666" y="45015"/>
                </a:lnTo>
                <a:lnTo>
                  <a:pt x="766977" y="45284"/>
                </a:lnTo>
                <a:lnTo>
                  <a:pt x="766298" y="45568"/>
                </a:lnTo>
                <a:lnTo>
                  <a:pt x="765628" y="45866"/>
                </a:lnTo>
                <a:lnTo>
                  <a:pt x="764966" y="46179"/>
                </a:lnTo>
                <a:lnTo>
                  <a:pt x="764314" y="46506"/>
                </a:lnTo>
                <a:lnTo>
                  <a:pt x="763671" y="46847"/>
                </a:lnTo>
                <a:lnTo>
                  <a:pt x="763038" y="47202"/>
                </a:lnTo>
                <a:lnTo>
                  <a:pt x="762418" y="47570"/>
                </a:lnTo>
                <a:lnTo>
                  <a:pt x="761809" y="47949"/>
                </a:lnTo>
                <a:lnTo>
                  <a:pt x="761211" y="48341"/>
                </a:lnTo>
                <a:lnTo>
                  <a:pt x="760626" y="48746"/>
                </a:lnTo>
                <a:lnTo>
                  <a:pt x="760052" y="49162"/>
                </a:lnTo>
                <a:lnTo>
                  <a:pt x="759490" y="49591"/>
                </a:lnTo>
                <a:lnTo>
                  <a:pt x="758940" y="50033"/>
                </a:lnTo>
                <a:lnTo>
                  <a:pt x="758402" y="50487"/>
                </a:lnTo>
                <a:lnTo>
                  <a:pt x="757876" y="50953"/>
                </a:lnTo>
                <a:lnTo>
                  <a:pt x="757361" y="51431"/>
                </a:lnTo>
                <a:lnTo>
                  <a:pt x="756858" y="51922"/>
                </a:lnTo>
                <a:lnTo>
                  <a:pt x="756367" y="52425"/>
                </a:lnTo>
                <a:lnTo>
                  <a:pt x="755887" y="52941"/>
                </a:lnTo>
                <a:lnTo>
                  <a:pt x="755420" y="53469"/>
                </a:lnTo>
                <a:lnTo>
                  <a:pt x="754964" y="54009"/>
                </a:lnTo>
                <a:lnTo>
                  <a:pt x="754520" y="54562"/>
                </a:lnTo>
                <a:lnTo>
                  <a:pt x="754088" y="55127"/>
                </a:lnTo>
                <a:lnTo>
                  <a:pt x="753667" y="55704"/>
                </a:lnTo>
                <a:lnTo>
                  <a:pt x="753259" y="56294"/>
                </a:lnTo>
                <a:lnTo>
                  <a:pt x="752862" y="56896"/>
                </a:lnTo>
                <a:lnTo>
                  <a:pt x="752477" y="57510"/>
                </a:lnTo>
                <a:lnTo>
                  <a:pt x="752104" y="58137"/>
                </a:lnTo>
                <a:lnTo>
                  <a:pt x="751742" y="58776"/>
                </a:lnTo>
                <a:lnTo>
                  <a:pt x="751394" y="59427"/>
                </a:lnTo>
                <a:lnTo>
                  <a:pt x="751061" y="60088"/>
                </a:lnTo>
                <a:lnTo>
                  <a:pt x="750743" y="60761"/>
                </a:lnTo>
                <a:lnTo>
                  <a:pt x="750439" y="61444"/>
                </a:lnTo>
                <a:lnTo>
                  <a:pt x="750150" y="62139"/>
                </a:lnTo>
                <a:lnTo>
                  <a:pt x="749876" y="62844"/>
                </a:lnTo>
                <a:lnTo>
                  <a:pt x="749617" y="63561"/>
                </a:lnTo>
                <a:lnTo>
                  <a:pt x="749373" y="64288"/>
                </a:lnTo>
                <a:lnTo>
                  <a:pt x="749143" y="65027"/>
                </a:lnTo>
                <a:lnTo>
                  <a:pt x="748929" y="65776"/>
                </a:lnTo>
                <a:lnTo>
                  <a:pt x="748729" y="66536"/>
                </a:lnTo>
                <a:lnTo>
                  <a:pt x="748544" y="67308"/>
                </a:lnTo>
                <a:lnTo>
                  <a:pt x="748373" y="68090"/>
                </a:lnTo>
                <a:lnTo>
                  <a:pt x="748218" y="68883"/>
                </a:lnTo>
                <a:lnTo>
                  <a:pt x="748077" y="69687"/>
                </a:lnTo>
                <a:lnTo>
                  <a:pt x="747951" y="70502"/>
                </a:lnTo>
                <a:lnTo>
                  <a:pt x="747840" y="71329"/>
                </a:lnTo>
                <a:lnTo>
                  <a:pt x="747744" y="72166"/>
                </a:lnTo>
                <a:lnTo>
                  <a:pt x="747663" y="73014"/>
                </a:lnTo>
                <a:lnTo>
                  <a:pt x="747596" y="73873"/>
                </a:lnTo>
                <a:lnTo>
                  <a:pt x="747544" y="74743"/>
                </a:lnTo>
                <a:lnTo>
                  <a:pt x="747507" y="75624"/>
                </a:lnTo>
                <a:lnTo>
                  <a:pt x="747485" y="76516"/>
                </a:lnTo>
                <a:lnTo>
                  <a:pt x="747477" y="77419"/>
                </a:lnTo>
                <a:lnTo>
                  <a:pt x="747477" y="97957"/>
                </a:lnTo>
                <a:lnTo>
                  <a:pt x="747485" y="98847"/>
                </a:lnTo>
                <a:lnTo>
                  <a:pt x="747507" y="99728"/>
                </a:lnTo>
                <a:lnTo>
                  <a:pt x="747544" y="100598"/>
                </a:lnTo>
                <a:lnTo>
                  <a:pt x="747596" y="101458"/>
                </a:lnTo>
                <a:lnTo>
                  <a:pt x="747663" y="102307"/>
                </a:lnTo>
                <a:lnTo>
                  <a:pt x="747744" y="103147"/>
                </a:lnTo>
                <a:lnTo>
                  <a:pt x="747840" y="103976"/>
                </a:lnTo>
                <a:lnTo>
                  <a:pt x="747951" y="104796"/>
                </a:lnTo>
                <a:lnTo>
                  <a:pt x="748077" y="105605"/>
                </a:lnTo>
                <a:lnTo>
                  <a:pt x="748218" y="106404"/>
                </a:lnTo>
                <a:lnTo>
                  <a:pt x="748373" y="107192"/>
                </a:lnTo>
                <a:lnTo>
                  <a:pt x="748544" y="107971"/>
                </a:lnTo>
                <a:lnTo>
                  <a:pt x="748729" y="108740"/>
                </a:lnTo>
                <a:lnTo>
                  <a:pt x="748929" y="109498"/>
                </a:lnTo>
                <a:lnTo>
                  <a:pt x="749143" y="110246"/>
                </a:lnTo>
                <a:lnTo>
                  <a:pt x="749373" y="110984"/>
                </a:lnTo>
                <a:lnTo>
                  <a:pt x="749617" y="111712"/>
                </a:lnTo>
                <a:lnTo>
                  <a:pt x="749876" y="112430"/>
                </a:lnTo>
                <a:lnTo>
                  <a:pt x="750150" y="113137"/>
                </a:lnTo>
                <a:lnTo>
                  <a:pt x="750439" y="113835"/>
                </a:lnTo>
                <a:lnTo>
                  <a:pt x="750743" y="114522"/>
                </a:lnTo>
                <a:lnTo>
                  <a:pt x="751061" y="115199"/>
                </a:lnTo>
                <a:lnTo>
                  <a:pt x="751394" y="115866"/>
                </a:lnTo>
                <a:lnTo>
                  <a:pt x="751742" y="116523"/>
                </a:lnTo>
                <a:lnTo>
                  <a:pt x="752104" y="117168"/>
                </a:lnTo>
                <a:lnTo>
                  <a:pt x="752477" y="117801"/>
                </a:lnTo>
                <a:lnTo>
                  <a:pt x="752862" y="118421"/>
                </a:lnTo>
                <a:lnTo>
                  <a:pt x="753259" y="119029"/>
                </a:lnTo>
                <a:lnTo>
                  <a:pt x="753667" y="119624"/>
                </a:lnTo>
                <a:lnTo>
                  <a:pt x="754088" y="120206"/>
                </a:lnTo>
                <a:lnTo>
                  <a:pt x="754520" y="120776"/>
                </a:lnTo>
                <a:lnTo>
                  <a:pt x="754964" y="121333"/>
                </a:lnTo>
                <a:lnTo>
                  <a:pt x="755420" y="121878"/>
                </a:lnTo>
                <a:lnTo>
                  <a:pt x="755887" y="122409"/>
                </a:lnTo>
                <a:lnTo>
                  <a:pt x="756367" y="122929"/>
                </a:lnTo>
                <a:lnTo>
                  <a:pt x="756858" y="123435"/>
                </a:lnTo>
                <a:lnTo>
                  <a:pt x="757361" y="123929"/>
                </a:lnTo>
                <a:lnTo>
                  <a:pt x="757876" y="124411"/>
                </a:lnTo>
                <a:lnTo>
                  <a:pt x="758402" y="124880"/>
                </a:lnTo>
                <a:lnTo>
                  <a:pt x="758940" y="125336"/>
                </a:lnTo>
                <a:lnTo>
                  <a:pt x="759490" y="125779"/>
                </a:lnTo>
                <a:lnTo>
                  <a:pt x="760052" y="126210"/>
                </a:lnTo>
                <a:lnTo>
                  <a:pt x="760626" y="126629"/>
                </a:lnTo>
                <a:lnTo>
                  <a:pt x="761211" y="127035"/>
                </a:lnTo>
                <a:lnTo>
                  <a:pt x="761809" y="127428"/>
                </a:lnTo>
                <a:lnTo>
                  <a:pt x="762418" y="127808"/>
                </a:lnTo>
                <a:lnTo>
                  <a:pt x="763038" y="128176"/>
                </a:lnTo>
                <a:lnTo>
                  <a:pt x="763671" y="128531"/>
                </a:lnTo>
                <a:lnTo>
                  <a:pt x="764314" y="128873"/>
                </a:lnTo>
                <a:lnTo>
                  <a:pt x="764966" y="129200"/>
                </a:lnTo>
                <a:lnTo>
                  <a:pt x="765628" y="129512"/>
                </a:lnTo>
                <a:lnTo>
                  <a:pt x="766298" y="129810"/>
                </a:lnTo>
                <a:lnTo>
                  <a:pt x="766977" y="130094"/>
                </a:lnTo>
                <a:lnTo>
                  <a:pt x="767666" y="130362"/>
                </a:lnTo>
                <a:lnTo>
                  <a:pt x="768363" y="130617"/>
                </a:lnTo>
                <a:lnTo>
                  <a:pt x="769070" y="130856"/>
                </a:lnTo>
                <a:lnTo>
                  <a:pt x="769786" y="131082"/>
                </a:lnTo>
                <a:lnTo>
                  <a:pt x="770510" y="131292"/>
                </a:lnTo>
                <a:lnTo>
                  <a:pt x="771244" y="131489"/>
                </a:lnTo>
                <a:lnTo>
                  <a:pt x="771987" y="131670"/>
                </a:lnTo>
                <a:lnTo>
                  <a:pt x="772738" y="131837"/>
                </a:lnTo>
                <a:lnTo>
                  <a:pt x="773499" y="131990"/>
                </a:lnTo>
                <a:lnTo>
                  <a:pt x="774269" y="132128"/>
                </a:lnTo>
                <a:lnTo>
                  <a:pt x="775048" y="132252"/>
                </a:lnTo>
                <a:lnTo>
                  <a:pt x="775836" y="132360"/>
                </a:lnTo>
                <a:lnTo>
                  <a:pt x="776633" y="132455"/>
                </a:lnTo>
                <a:lnTo>
                  <a:pt x="777439" y="132535"/>
                </a:lnTo>
                <a:lnTo>
                  <a:pt x="778254" y="132600"/>
                </a:lnTo>
                <a:lnTo>
                  <a:pt x="779078" y="132651"/>
                </a:lnTo>
                <a:lnTo>
                  <a:pt x="779912" y="132687"/>
                </a:lnTo>
                <a:lnTo>
                  <a:pt x="780754" y="132709"/>
                </a:lnTo>
                <a:lnTo>
                  <a:pt x="781605" y="132717"/>
                </a:lnTo>
                <a:lnTo>
                  <a:pt x="782743" y="132705"/>
                </a:lnTo>
                <a:lnTo>
                  <a:pt x="783864" y="132672"/>
                </a:lnTo>
                <a:lnTo>
                  <a:pt x="784970" y="132617"/>
                </a:lnTo>
                <a:lnTo>
                  <a:pt x="786059" y="132539"/>
                </a:lnTo>
                <a:lnTo>
                  <a:pt x="787133" y="132439"/>
                </a:lnTo>
                <a:close/>
                <a:moveTo>
                  <a:pt x="761417" y="74159"/>
                </a:moveTo>
                <a:lnTo>
                  <a:pt x="761463" y="73344"/>
                </a:lnTo>
                <a:lnTo>
                  <a:pt x="761528" y="72545"/>
                </a:lnTo>
                <a:lnTo>
                  <a:pt x="761610" y="71762"/>
                </a:lnTo>
                <a:lnTo>
                  <a:pt x="761711" y="70995"/>
                </a:lnTo>
                <a:lnTo>
                  <a:pt x="761831" y="70245"/>
                </a:lnTo>
                <a:lnTo>
                  <a:pt x="761969" y="69510"/>
                </a:lnTo>
                <a:lnTo>
                  <a:pt x="762125" y="68792"/>
                </a:lnTo>
                <a:lnTo>
                  <a:pt x="762299" y="68090"/>
                </a:lnTo>
                <a:lnTo>
                  <a:pt x="762492" y="67405"/>
                </a:lnTo>
                <a:lnTo>
                  <a:pt x="762704" y="66735"/>
                </a:lnTo>
                <a:lnTo>
                  <a:pt x="762933" y="66082"/>
                </a:lnTo>
                <a:lnTo>
                  <a:pt x="763181" y="65444"/>
                </a:lnTo>
                <a:lnTo>
                  <a:pt x="763448" y="64823"/>
                </a:lnTo>
                <a:lnTo>
                  <a:pt x="763733" y="64219"/>
                </a:lnTo>
                <a:lnTo>
                  <a:pt x="764036" y="63630"/>
                </a:lnTo>
                <a:lnTo>
                  <a:pt x="764357" y="63057"/>
                </a:lnTo>
                <a:lnTo>
                  <a:pt x="764697" y="62501"/>
                </a:lnTo>
                <a:lnTo>
                  <a:pt x="765056" y="61961"/>
                </a:lnTo>
                <a:lnTo>
                  <a:pt x="765432" y="61437"/>
                </a:lnTo>
                <a:lnTo>
                  <a:pt x="765827" y="60929"/>
                </a:lnTo>
                <a:lnTo>
                  <a:pt x="766241" y="60438"/>
                </a:lnTo>
                <a:lnTo>
                  <a:pt x="766672" y="59962"/>
                </a:lnTo>
                <a:lnTo>
                  <a:pt x="767121" y="59505"/>
                </a:lnTo>
                <a:lnTo>
                  <a:pt x="767585" y="59066"/>
                </a:lnTo>
                <a:lnTo>
                  <a:pt x="768064" y="58647"/>
                </a:lnTo>
                <a:lnTo>
                  <a:pt x="768558" y="58248"/>
                </a:lnTo>
                <a:lnTo>
                  <a:pt x="769067" y="57868"/>
                </a:lnTo>
                <a:lnTo>
                  <a:pt x="769591" y="57508"/>
                </a:lnTo>
                <a:lnTo>
                  <a:pt x="770130" y="57167"/>
                </a:lnTo>
                <a:lnTo>
                  <a:pt x="770685" y="56846"/>
                </a:lnTo>
                <a:lnTo>
                  <a:pt x="771254" y="56544"/>
                </a:lnTo>
                <a:lnTo>
                  <a:pt x="771839" y="56261"/>
                </a:lnTo>
                <a:lnTo>
                  <a:pt x="772438" y="55998"/>
                </a:lnTo>
                <a:lnTo>
                  <a:pt x="773053" y="55755"/>
                </a:lnTo>
                <a:lnTo>
                  <a:pt x="773682" y="55531"/>
                </a:lnTo>
                <a:lnTo>
                  <a:pt x="774327" y="55326"/>
                </a:lnTo>
                <a:lnTo>
                  <a:pt x="774987" y="55141"/>
                </a:lnTo>
                <a:lnTo>
                  <a:pt x="775662" y="54976"/>
                </a:lnTo>
                <a:lnTo>
                  <a:pt x="776352" y="54830"/>
                </a:lnTo>
                <a:lnTo>
                  <a:pt x="777057" y="54703"/>
                </a:lnTo>
                <a:lnTo>
                  <a:pt x="777778" y="54596"/>
                </a:lnTo>
                <a:lnTo>
                  <a:pt x="778513" y="54508"/>
                </a:lnTo>
                <a:lnTo>
                  <a:pt x="779263" y="54440"/>
                </a:lnTo>
                <a:lnTo>
                  <a:pt x="780029" y="54391"/>
                </a:lnTo>
                <a:lnTo>
                  <a:pt x="780810" y="54362"/>
                </a:lnTo>
                <a:lnTo>
                  <a:pt x="781605" y="54352"/>
                </a:lnTo>
                <a:lnTo>
                  <a:pt x="782401" y="54362"/>
                </a:lnTo>
                <a:lnTo>
                  <a:pt x="783181" y="54391"/>
                </a:lnTo>
                <a:lnTo>
                  <a:pt x="783946" y="54440"/>
                </a:lnTo>
                <a:lnTo>
                  <a:pt x="784697" y="54508"/>
                </a:lnTo>
                <a:lnTo>
                  <a:pt x="785432" y="54596"/>
                </a:lnTo>
                <a:lnTo>
                  <a:pt x="786152" y="54703"/>
                </a:lnTo>
                <a:lnTo>
                  <a:pt x="786857" y="54830"/>
                </a:lnTo>
                <a:lnTo>
                  <a:pt x="787547" y="54976"/>
                </a:lnTo>
                <a:lnTo>
                  <a:pt x="788221" y="55141"/>
                </a:lnTo>
                <a:lnTo>
                  <a:pt x="788881" y="55326"/>
                </a:lnTo>
                <a:lnTo>
                  <a:pt x="789526" y="55531"/>
                </a:lnTo>
                <a:lnTo>
                  <a:pt x="790155" y="55755"/>
                </a:lnTo>
                <a:lnTo>
                  <a:pt x="790770" y="55998"/>
                </a:lnTo>
                <a:lnTo>
                  <a:pt x="791369" y="56261"/>
                </a:lnTo>
                <a:lnTo>
                  <a:pt x="791953" y="56544"/>
                </a:lnTo>
                <a:lnTo>
                  <a:pt x="792523" y="56846"/>
                </a:lnTo>
                <a:lnTo>
                  <a:pt x="793077" y="57167"/>
                </a:lnTo>
                <a:lnTo>
                  <a:pt x="793616" y="57508"/>
                </a:lnTo>
                <a:lnTo>
                  <a:pt x="794140" y="57868"/>
                </a:lnTo>
                <a:lnTo>
                  <a:pt x="794648" y="58248"/>
                </a:lnTo>
                <a:lnTo>
                  <a:pt x="795142" y="58647"/>
                </a:lnTo>
                <a:lnTo>
                  <a:pt x="795621" y="59066"/>
                </a:lnTo>
                <a:lnTo>
                  <a:pt x="796085" y="59505"/>
                </a:lnTo>
                <a:lnTo>
                  <a:pt x="796533" y="59962"/>
                </a:lnTo>
                <a:lnTo>
                  <a:pt x="796965" y="60438"/>
                </a:lnTo>
                <a:lnTo>
                  <a:pt x="797379" y="60929"/>
                </a:lnTo>
                <a:lnTo>
                  <a:pt x="797774" y="61437"/>
                </a:lnTo>
                <a:lnTo>
                  <a:pt x="798151" y="61961"/>
                </a:lnTo>
                <a:lnTo>
                  <a:pt x="798509" y="62501"/>
                </a:lnTo>
                <a:lnTo>
                  <a:pt x="798849" y="63057"/>
                </a:lnTo>
                <a:lnTo>
                  <a:pt x="799171" y="63630"/>
                </a:lnTo>
                <a:lnTo>
                  <a:pt x="799474" y="64219"/>
                </a:lnTo>
                <a:lnTo>
                  <a:pt x="799759" y="64823"/>
                </a:lnTo>
                <a:lnTo>
                  <a:pt x="800026" y="65444"/>
                </a:lnTo>
                <a:lnTo>
                  <a:pt x="800274" y="66082"/>
                </a:lnTo>
                <a:lnTo>
                  <a:pt x="800504" y="66735"/>
                </a:lnTo>
                <a:lnTo>
                  <a:pt x="800715" y="67405"/>
                </a:lnTo>
                <a:lnTo>
                  <a:pt x="800908" y="68090"/>
                </a:lnTo>
                <a:lnTo>
                  <a:pt x="801083" y="68792"/>
                </a:lnTo>
                <a:lnTo>
                  <a:pt x="801239" y="69510"/>
                </a:lnTo>
                <a:lnTo>
                  <a:pt x="801377" y="70245"/>
                </a:lnTo>
                <a:lnTo>
                  <a:pt x="801496" y="70995"/>
                </a:lnTo>
                <a:lnTo>
                  <a:pt x="801598" y="71762"/>
                </a:lnTo>
                <a:lnTo>
                  <a:pt x="801680" y="72545"/>
                </a:lnTo>
                <a:lnTo>
                  <a:pt x="801745" y="73344"/>
                </a:lnTo>
                <a:lnTo>
                  <a:pt x="801791" y="74159"/>
                </a:lnTo>
                <a:lnTo>
                  <a:pt x="801818" y="74990"/>
                </a:lnTo>
                <a:lnTo>
                  <a:pt x="801827" y="75838"/>
                </a:lnTo>
                <a:lnTo>
                  <a:pt x="801827" y="80262"/>
                </a:lnTo>
                <a:lnTo>
                  <a:pt x="761381" y="80262"/>
                </a:lnTo>
                <a:lnTo>
                  <a:pt x="761381" y="75838"/>
                </a:lnTo>
                <a:lnTo>
                  <a:pt x="761390" y="74990"/>
                </a:lnTo>
                <a:lnTo>
                  <a:pt x="761417" y="74159"/>
                </a:lnTo>
                <a:close/>
                <a:moveTo>
                  <a:pt x="973725" y="132329"/>
                </a:moveTo>
                <a:lnTo>
                  <a:pt x="974864" y="132159"/>
                </a:lnTo>
                <a:lnTo>
                  <a:pt x="975983" y="131957"/>
                </a:lnTo>
                <a:lnTo>
                  <a:pt x="977082" y="131725"/>
                </a:lnTo>
                <a:lnTo>
                  <a:pt x="978160" y="131461"/>
                </a:lnTo>
                <a:lnTo>
                  <a:pt x="979218" y="131167"/>
                </a:lnTo>
                <a:lnTo>
                  <a:pt x="980256" y="130842"/>
                </a:lnTo>
                <a:lnTo>
                  <a:pt x="981273" y="130485"/>
                </a:lnTo>
                <a:lnTo>
                  <a:pt x="982270" y="130098"/>
                </a:lnTo>
                <a:lnTo>
                  <a:pt x="983247" y="129680"/>
                </a:lnTo>
                <a:lnTo>
                  <a:pt x="984203" y="129230"/>
                </a:lnTo>
                <a:lnTo>
                  <a:pt x="985140" y="128750"/>
                </a:lnTo>
                <a:lnTo>
                  <a:pt x="986055" y="128239"/>
                </a:lnTo>
                <a:lnTo>
                  <a:pt x="986951" y="127696"/>
                </a:lnTo>
                <a:lnTo>
                  <a:pt x="987826" y="127123"/>
                </a:lnTo>
                <a:lnTo>
                  <a:pt x="988681" y="126519"/>
                </a:lnTo>
                <a:lnTo>
                  <a:pt x="989516" y="125883"/>
                </a:lnTo>
                <a:lnTo>
                  <a:pt x="990330" y="125217"/>
                </a:lnTo>
                <a:lnTo>
                  <a:pt x="991124" y="124520"/>
                </a:lnTo>
                <a:lnTo>
                  <a:pt x="991898" y="123792"/>
                </a:lnTo>
                <a:lnTo>
                  <a:pt x="992646" y="123037"/>
                </a:lnTo>
                <a:lnTo>
                  <a:pt x="993362" y="122259"/>
                </a:lnTo>
                <a:lnTo>
                  <a:pt x="994046" y="121460"/>
                </a:lnTo>
                <a:lnTo>
                  <a:pt x="994698" y="120638"/>
                </a:lnTo>
                <a:lnTo>
                  <a:pt x="995319" y="119794"/>
                </a:lnTo>
                <a:lnTo>
                  <a:pt x="995907" y="118928"/>
                </a:lnTo>
                <a:lnTo>
                  <a:pt x="996464" y="118040"/>
                </a:lnTo>
                <a:lnTo>
                  <a:pt x="996989" y="117129"/>
                </a:lnTo>
                <a:lnTo>
                  <a:pt x="997482" y="116196"/>
                </a:lnTo>
                <a:lnTo>
                  <a:pt x="997944" y="115241"/>
                </a:lnTo>
                <a:lnTo>
                  <a:pt x="998373" y="114264"/>
                </a:lnTo>
                <a:lnTo>
                  <a:pt x="998771" y="113265"/>
                </a:lnTo>
                <a:lnTo>
                  <a:pt x="999137" y="112243"/>
                </a:lnTo>
                <a:lnTo>
                  <a:pt x="999471" y="111199"/>
                </a:lnTo>
                <a:lnTo>
                  <a:pt x="999773" y="110133"/>
                </a:lnTo>
                <a:lnTo>
                  <a:pt x="1000044" y="109045"/>
                </a:lnTo>
                <a:lnTo>
                  <a:pt x="1000282" y="107934"/>
                </a:lnTo>
                <a:lnTo>
                  <a:pt x="1000489" y="106802"/>
                </a:lnTo>
                <a:lnTo>
                  <a:pt x="1000664" y="105647"/>
                </a:lnTo>
                <a:lnTo>
                  <a:pt x="1000807" y="104469"/>
                </a:lnTo>
                <a:lnTo>
                  <a:pt x="1000919" y="103270"/>
                </a:lnTo>
                <a:lnTo>
                  <a:pt x="1000998" y="102048"/>
                </a:lnTo>
                <a:lnTo>
                  <a:pt x="1001046" y="100805"/>
                </a:lnTo>
                <a:lnTo>
                  <a:pt x="1001062" y="99539"/>
                </a:lnTo>
                <a:lnTo>
                  <a:pt x="1001062" y="44239"/>
                </a:lnTo>
                <a:lnTo>
                  <a:pt x="986843" y="44239"/>
                </a:lnTo>
                <a:lnTo>
                  <a:pt x="986843" y="99539"/>
                </a:lnTo>
                <a:lnTo>
                  <a:pt x="986834" y="100322"/>
                </a:lnTo>
                <a:lnTo>
                  <a:pt x="986807" y="101092"/>
                </a:lnTo>
                <a:lnTo>
                  <a:pt x="986762" y="101848"/>
                </a:lnTo>
                <a:lnTo>
                  <a:pt x="986700" y="102591"/>
                </a:lnTo>
                <a:lnTo>
                  <a:pt x="986620" y="103320"/>
                </a:lnTo>
                <a:lnTo>
                  <a:pt x="986522" y="104036"/>
                </a:lnTo>
                <a:lnTo>
                  <a:pt x="986406" y="104739"/>
                </a:lnTo>
                <a:lnTo>
                  <a:pt x="986272" y="105428"/>
                </a:lnTo>
                <a:lnTo>
                  <a:pt x="986121" y="106104"/>
                </a:lnTo>
                <a:lnTo>
                  <a:pt x="985951" y="106766"/>
                </a:lnTo>
                <a:lnTo>
                  <a:pt x="985764" y="107415"/>
                </a:lnTo>
                <a:lnTo>
                  <a:pt x="985559" y="108051"/>
                </a:lnTo>
                <a:lnTo>
                  <a:pt x="985336" y="108673"/>
                </a:lnTo>
                <a:lnTo>
                  <a:pt x="985095" y="109281"/>
                </a:lnTo>
                <a:lnTo>
                  <a:pt x="984837" y="109876"/>
                </a:lnTo>
                <a:lnTo>
                  <a:pt x="984560" y="110458"/>
                </a:lnTo>
                <a:lnTo>
                  <a:pt x="984266" y="111026"/>
                </a:lnTo>
                <a:lnTo>
                  <a:pt x="983954" y="111581"/>
                </a:lnTo>
                <a:lnTo>
                  <a:pt x="983624" y="112123"/>
                </a:lnTo>
                <a:lnTo>
                  <a:pt x="983277" y="112651"/>
                </a:lnTo>
                <a:lnTo>
                  <a:pt x="982911" y="113165"/>
                </a:lnTo>
                <a:lnTo>
                  <a:pt x="982528" y="113666"/>
                </a:lnTo>
                <a:lnTo>
                  <a:pt x="982127" y="114154"/>
                </a:lnTo>
                <a:lnTo>
                  <a:pt x="981708" y="114628"/>
                </a:lnTo>
                <a:lnTo>
                  <a:pt x="981273" y="115086"/>
                </a:lnTo>
                <a:lnTo>
                  <a:pt x="980826" y="115524"/>
                </a:lnTo>
                <a:lnTo>
                  <a:pt x="980366" y="115942"/>
                </a:lnTo>
                <a:lnTo>
                  <a:pt x="979893" y="116341"/>
                </a:lnTo>
                <a:lnTo>
                  <a:pt x="979407" y="116721"/>
                </a:lnTo>
                <a:lnTo>
                  <a:pt x="978908" y="117081"/>
                </a:lnTo>
                <a:lnTo>
                  <a:pt x="978396" y="117422"/>
                </a:lnTo>
                <a:lnTo>
                  <a:pt x="977872" y="117743"/>
                </a:lnTo>
                <a:lnTo>
                  <a:pt x="977334" y="118045"/>
                </a:lnTo>
                <a:lnTo>
                  <a:pt x="976784" y="118327"/>
                </a:lnTo>
                <a:lnTo>
                  <a:pt x="976221" y="118590"/>
                </a:lnTo>
                <a:lnTo>
                  <a:pt x="975644" y="118834"/>
                </a:lnTo>
                <a:lnTo>
                  <a:pt x="975055" y="119058"/>
                </a:lnTo>
                <a:lnTo>
                  <a:pt x="974453" y="119262"/>
                </a:lnTo>
                <a:lnTo>
                  <a:pt x="973839" y="119447"/>
                </a:lnTo>
                <a:lnTo>
                  <a:pt x="973211" y="119613"/>
                </a:lnTo>
                <a:lnTo>
                  <a:pt x="972570" y="119759"/>
                </a:lnTo>
                <a:lnTo>
                  <a:pt x="971917" y="119885"/>
                </a:lnTo>
                <a:lnTo>
                  <a:pt x="971250" y="119992"/>
                </a:lnTo>
                <a:lnTo>
                  <a:pt x="970571" y="120080"/>
                </a:lnTo>
                <a:lnTo>
                  <a:pt x="969879" y="120148"/>
                </a:lnTo>
                <a:lnTo>
                  <a:pt x="969174" y="120197"/>
                </a:lnTo>
                <a:lnTo>
                  <a:pt x="968456" y="120226"/>
                </a:lnTo>
                <a:lnTo>
                  <a:pt x="967725" y="120236"/>
                </a:lnTo>
                <a:lnTo>
                  <a:pt x="967007" y="120226"/>
                </a:lnTo>
                <a:lnTo>
                  <a:pt x="966302" y="120197"/>
                </a:lnTo>
                <a:lnTo>
                  <a:pt x="965609" y="120148"/>
                </a:lnTo>
                <a:lnTo>
                  <a:pt x="964929" y="120080"/>
                </a:lnTo>
                <a:lnTo>
                  <a:pt x="964262" y="119992"/>
                </a:lnTo>
                <a:lnTo>
                  <a:pt x="963607" y="119885"/>
                </a:lnTo>
                <a:lnTo>
                  <a:pt x="962965" y="119759"/>
                </a:lnTo>
                <a:lnTo>
                  <a:pt x="962336" y="119613"/>
                </a:lnTo>
                <a:lnTo>
                  <a:pt x="961719" y="119447"/>
                </a:lnTo>
                <a:lnTo>
                  <a:pt x="961115" y="119262"/>
                </a:lnTo>
                <a:lnTo>
                  <a:pt x="960523" y="119058"/>
                </a:lnTo>
                <a:lnTo>
                  <a:pt x="959944" y="118834"/>
                </a:lnTo>
                <a:lnTo>
                  <a:pt x="959377" y="118590"/>
                </a:lnTo>
                <a:lnTo>
                  <a:pt x="958823" y="118327"/>
                </a:lnTo>
                <a:lnTo>
                  <a:pt x="958282" y="118045"/>
                </a:lnTo>
                <a:lnTo>
                  <a:pt x="957754" y="117743"/>
                </a:lnTo>
                <a:lnTo>
                  <a:pt x="957238" y="117422"/>
                </a:lnTo>
                <a:lnTo>
                  <a:pt x="956734" y="117081"/>
                </a:lnTo>
                <a:lnTo>
                  <a:pt x="956243" y="116721"/>
                </a:lnTo>
                <a:lnTo>
                  <a:pt x="955765" y="116341"/>
                </a:lnTo>
                <a:lnTo>
                  <a:pt x="955299" y="115942"/>
                </a:lnTo>
                <a:lnTo>
                  <a:pt x="954846" y="115524"/>
                </a:lnTo>
                <a:lnTo>
                  <a:pt x="954406" y="115086"/>
                </a:lnTo>
                <a:lnTo>
                  <a:pt x="953978" y="114628"/>
                </a:lnTo>
                <a:lnTo>
                  <a:pt x="953566" y="114154"/>
                </a:lnTo>
                <a:lnTo>
                  <a:pt x="953171" y="113666"/>
                </a:lnTo>
                <a:lnTo>
                  <a:pt x="952793" y="113165"/>
                </a:lnTo>
                <a:lnTo>
                  <a:pt x="952433" y="112651"/>
                </a:lnTo>
                <a:lnTo>
                  <a:pt x="952091" y="112123"/>
                </a:lnTo>
                <a:lnTo>
                  <a:pt x="951766" y="111581"/>
                </a:lnTo>
                <a:lnTo>
                  <a:pt x="951459" y="111026"/>
                </a:lnTo>
                <a:lnTo>
                  <a:pt x="951170" y="110458"/>
                </a:lnTo>
                <a:lnTo>
                  <a:pt x="950897" y="109876"/>
                </a:lnTo>
                <a:lnTo>
                  <a:pt x="950643" y="109281"/>
                </a:lnTo>
                <a:lnTo>
                  <a:pt x="950406" y="108673"/>
                </a:lnTo>
                <a:lnTo>
                  <a:pt x="950187" y="108051"/>
                </a:lnTo>
                <a:lnTo>
                  <a:pt x="949985" y="107415"/>
                </a:lnTo>
                <a:lnTo>
                  <a:pt x="949800" y="106766"/>
                </a:lnTo>
                <a:lnTo>
                  <a:pt x="949634" y="106104"/>
                </a:lnTo>
                <a:lnTo>
                  <a:pt x="949484" y="105428"/>
                </a:lnTo>
                <a:lnTo>
                  <a:pt x="949353" y="104739"/>
                </a:lnTo>
                <a:lnTo>
                  <a:pt x="949239" y="104036"/>
                </a:lnTo>
                <a:lnTo>
                  <a:pt x="949142" y="103320"/>
                </a:lnTo>
                <a:lnTo>
                  <a:pt x="949063" y="102591"/>
                </a:lnTo>
                <a:lnTo>
                  <a:pt x="949002" y="101848"/>
                </a:lnTo>
                <a:lnTo>
                  <a:pt x="948958" y="101092"/>
                </a:lnTo>
                <a:lnTo>
                  <a:pt x="948931" y="100322"/>
                </a:lnTo>
                <a:lnTo>
                  <a:pt x="948923" y="99539"/>
                </a:lnTo>
                <a:lnTo>
                  <a:pt x="948923" y="44239"/>
                </a:lnTo>
                <a:lnTo>
                  <a:pt x="934704" y="44239"/>
                </a:lnTo>
                <a:lnTo>
                  <a:pt x="934704" y="99539"/>
                </a:lnTo>
                <a:lnTo>
                  <a:pt x="934719" y="100805"/>
                </a:lnTo>
                <a:lnTo>
                  <a:pt x="934766" y="102048"/>
                </a:lnTo>
                <a:lnTo>
                  <a:pt x="934844" y="103270"/>
                </a:lnTo>
                <a:lnTo>
                  <a:pt x="934954" y="104469"/>
                </a:lnTo>
                <a:lnTo>
                  <a:pt x="935094" y="105647"/>
                </a:lnTo>
                <a:lnTo>
                  <a:pt x="935266" y="106802"/>
                </a:lnTo>
                <a:lnTo>
                  <a:pt x="935470" y="107934"/>
                </a:lnTo>
                <a:lnTo>
                  <a:pt x="935704" y="109045"/>
                </a:lnTo>
                <a:lnTo>
                  <a:pt x="935970" y="110133"/>
                </a:lnTo>
                <a:lnTo>
                  <a:pt x="936267" y="111199"/>
                </a:lnTo>
                <a:lnTo>
                  <a:pt x="936595" y="112243"/>
                </a:lnTo>
                <a:lnTo>
                  <a:pt x="936955" y="113265"/>
                </a:lnTo>
                <a:lnTo>
                  <a:pt x="937346" y="114264"/>
                </a:lnTo>
                <a:lnTo>
                  <a:pt x="937768" y="115241"/>
                </a:lnTo>
                <a:lnTo>
                  <a:pt x="938221" y="116196"/>
                </a:lnTo>
                <a:lnTo>
                  <a:pt x="938706" y="117129"/>
                </a:lnTo>
                <a:lnTo>
                  <a:pt x="939221" y="118040"/>
                </a:lnTo>
                <a:lnTo>
                  <a:pt x="939769" y="118928"/>
                </a:lnTo>
                <a:lnTo>
                  <a:pt x="940347" y="119794"/>
                </a:lnTo>
                <a:lnTo>
                  <a:pt x="940957" y="120638"/>
                </a:lnTo>
                <a:lnTo>
                  <a:pt x="941598" y="121460"/>
                </a:lnTo>
                <a:lnTo>
                  <a:pt x="942270" y="122259"/>
                </a:lnTo>
                <a:lnTo>
                  <a:pt x="942973" y="123037"/>
                </a:lnTo>
                <a:lnTo>
                  <a:pt x="943708" y="123792"/>
                </a:lnTo>
                <a:lnTo>
                  <a:pt x="944469" y="124520"/>
                </a:lnTo>
                <a:lnTo>
                  <a:pt x="945251" y="125217"/>
                </a:lnTo>
                <a:lnTo>
                  <a:pt x="946054" y="125883"/>
                </a:lnTo>
                <a:lnTo>
                  <a:pt x="946877" y="126519"/>
                </a:lnTo>
                <a:lnTo>
                  <a:pt x="947721" y="127123"/>
                </a:lnTo>
                <a:lnTo>
                  <a:pt x="948587" y="127696"/>
                </a:lnTo>
                <a:lnTo>
                  <a:pt x="949473" y="128239"/>
                </a:lnTo>
                <a:lnTo>
                  <a:pt x="950380" y="128750"/>
                </a:lnTo>
                <a:lnTo>
                  <a:pt x="951307" y="129230"/>
                </a:lnTo>
                <a:lnTo>
                  <a:pt x="952256" y="129680"/>
                </a:lnTo>
                <a:lnTo>
                  <a:pt x="953225" y="130098"/>
                </a:lnTo>
                <a:lnTo>
                  <a:pt x="954216" y="130485"/>
                </a:lnTo>
                <a:lnTo>
                  <a:pt x="955227" y="130842"/>
                </a:lnTo>
                <a:lnTo>
                  <a:pt x="956259" y="131167"/>
                </a:lnTo>
                <a:lnTo>
                  <a:pt x="957312" y="131461"/>
                </a:lnTo>
                <a:lnTo>
                  <a:pt x="958385" y="131725"/>
                </a:lnTo>
                <a:lnTo>
                  <a:pt x="959480" y="131957"/>
                </a:lnTo>
                <a:lnTo>
                  <a:pt x="960595" y="132159"/>
                </a:lnTo>
                <a:lnTo>
                  <a:pt x="961731" y="132329"/>
                </a:lnTo>
                <a:lnTo>
                  <a:pt x="962888" y="132469"/>
                </a:lnTo>
                <a:lnTo>
                  <a:pt x="964066" y="132577"/>
                </a:lnTo>
                <a:lnTo>
                  <a:pt x="965265" y="132655"/>
                </a:lnTo>
                <a:lnTo>
                  <a:pt x="966484" y="132701"/>
                </a:lnTo>
                <a:lnTo>
                  <a:pt x="967725" y="132717"/>
                </a:lnTo>
                <a:lnTo>
                  <a:pt x="968965" y="132701"/>
                </a:lnTo>
                <a:lnTo>
                  <a:pt x="970186" y="132655"/>
                </a:lnTo>
                <a:lnTo>
                  <a:pt x="971386" y="132577"/>
                </a:lnTo>
                <a:lnTo>
                  <a:pt x="972566" y="132469"/>
                </a:lnTo>
                <a:lnTo>
                  <a:pt x="973725" y="1323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else:">
            <a:extLst xmlns:a="http://schemas.openxmlformats.org/drawingml/2006/main">
              <a:ext uri="{FF2B5EF4-FFF2-40B4-BE49-F238E27FC236}">
                <a16:creationId xmlns:a16="http://schemas.microsoft.com/office/drawing/2014/main" id="{ECA4C1FC-B5E9-411B-BE3A-10B9FE1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9769" y="2958000"/>
            <a:ext cx="419795" cy="116916"/>
          </a:xfrm>
          <a:custGeom xmlns:a="http://schemas.openxmlformats.org/drawingml/2006/main">
            <a:pathLst>
              <a:path w="419795" h="116916">
                <a:moveTo>
                  <a:pt x="408252" y="50192"/>
                </a:moveTo>
                <a:lnTo>
                  <a:pt x="408754" y="50154"/>
                </a:lnTo>
                <a:lnTo>
                  <a:pt x="409244" y="50105"/>
                </a:lnTo>
                <a:lnTo>
                  <a:pt x="409724" y="50044"/>
                </a:lnTo>
                <a:lnTo>
                  <a:pt x="410192" y="49973"/>
                </a:lnTo>
                <a:lnTo>
                  <a:pt x="410650" y="49891"/>
                </a:lnTo>
                <a:lnTo>
                  <a:pt x="411096" y="49798"/>
                </a:lnTo>
                <a:lnTo>
                  <a:pt x="411532" y="49694"/>
                </a:lnTo>
                <a:lnTo>
                  <a:pt x="411957" y="49578"/>
                </a:lnTo>
                <a:lnTo>
                  <a:pt x="412370" y="49452"/>
                </a:lnTo>
                <a:lnTo>
                  <a:pt x="412773" y="49315"/>
                </a:lnTo>
                <a:lnTo>
                  <a:pt x="413164" y="49167"/>
                </a:lnTo>
                <a:lnTo>
                  <a:pt x="413545" y="49008"/>
                </a:lnTo>
                <a:lnTo>
                  <a:pt x="413915" y="48838"/>
                </a:lnTo>
                <a:lnTo>
                  <a:pt x="414274" y="48657"/>
                </a:lnTo>
                <a:lnTo>
                  <a:pt x="414621" y="48465"/>
                </a:lnTo>
                <a:lnTo>
                  <a:pt x="414958" y="48262"/>
                </a:lnTo>
                <a:lnTo>
                  <a:pt x="415284" y="48049"/>
                </a:lnTo>
                <a:lnTo>
                  <a:pt x="415599" y="47824"/>
                </a:lnTo>
                <a:lnTo>
                  <a:pt x="415903" y="47588"/>
                </a:lnTo>
                <a:lnTo>
                  <a:pt x="416196" y="47341"/>
                </a:lnTo>
                <a:lnTo>
                  <a:pt x="416478" y="47084"/>
                </a:lnTo>
                <a:lnTo>
                  <a:pt x="416748" y="46816"/>
                </a:lnTo>
                <a:lnTo>
                  <a:pt x="417007" y="46542"/>
                </a:lnTo>
                <a:lnTo>
                  <a:pt x="417255" y="46259"/>
                </a:lnTo>
                <a:lnTo>
                  <a:pt x="417491" y="45969"/>
                </a:lnTo>
                <a:lnTo>
                  <a:pt x="417716" y="45671"/>
                </a:lnTo>
                <a:lnTo>
                  <a:pt x="417929" y="45365"/>
                </a:lnTo>
                <a:lnTo>
                  <a:pt x="418130" y="45052"/>
                </a:lnTo>
                <a:lnTo>
                  <a:pt x="418321" y="44731"/>
                </a:lnTo>
                <a:lnTo>
                  <a:pt x="418499" y="44402"/>
                </a:lnTo>
                <a:lnTo>
                  <a:pt x="418666" y="44066"/>
                </a:lnTo>
                <a:lnTo>
                  <a:pt x="418822" y="43722"/>
                </a:lnTo>
                <a:lnTo>
                  <a:pt x="418966" y="43370"/>
                </a:lnTo>
                <a:lnTo>
                  <a:pt x="419098" y="43011"/>
                </a:lnTo>
                <a:lnTo>
                  <a:pt x="419219" y="42644"/>
                </a:lnTo>
                <a:lnTo>
                  <a:pt x="419328" y="42269"/>
                </a:lnTo>
                <a:lnTo>
                  <a:pt x="419426" y="41887"/>
                </a:lnTo>
                <a:lnTo>
                  <a:pt x="419513" y="41497"/>
                </a:lnTo>
                <a:lnTo>
                  <a:pt x="419588" y="41099"/>
                </a:lnTo>
                <a:lnTo>
                  <a:pt x="419651" y="40694"/>
                </a:lnTo>
                <a:lnTo>
                  <a:pt x="419703" y="40281"/>
                </a:lnTo>
                <a:lnTo>
                  <a:pt x="419743" y="39860"/>
                </a:lnTo>
                <a:lnTo>
                  <a:pt x="419772" y="39432"/>
                </a:lnTo>
                <a:lnTo>
                  <a:pt x="419789" y="38995"/>
                </a:lnTo>
                <a:lnTo>
                  <a:pt x="419795" y="38552"/>
                </a:lnTo>
                <a:lnTo>
                  <a:pt x="419789" y="38108"/>
                </a:lnTo>
                <a:lnTo>
                  <a:pt x="419772" y="37671"/>
                </a:lnTo>
                <a:lnTo>
                  <a:pt x="419743" y="37243"/>
                </a:lnTo>
                <a:lnTo>
                  <a:pt x="419703" y="36822"/>
                </a:lnTo>
                <a:lnTo>
                  <a:pt x="419651" y="36409"/>
                </a:lnTo>
                <a:lnTo>
                  <a:pt x="419588" y="36003"/>
                </a:lnTo>
                <a:lnTo>
                  <a:pt x="419513" y="35605"/>
                </a:lnTo>
                <a:lnTo>
                  <a:pt x="419426" y="35215"/>
                </a:lnTo>
                <a:lnTo>
                  <a:pt x="419328" y="34833"/>
                </a:lnTo>
                <a:lnTo>
                  <a:pt x="419219" y="34458"/>
                </a:lnTo>
                <a:lnTo>
                  <a:pt x="419098" y="34091"/>
                </a:lnTo>
                <a:lnTo>
                  <a:pt x="418966" y="33732"/>
                </a:lnTo>
                <a:lnTo>
                  <a:pt x="418822" y="33380"/>
                </a:lnTo>
                <a:lnTo>
                  <a:pt x="418666" y="33036"/>
                </a:lnTo>
                <a:lnTo>
                  <a:pt x="418499" y="32700"/>
                </a:lnTo>
                <a:lnTo>
                  <a:pt x="418321" y="32371"/>
                </a:lnTo>
                <a:lnTo>
                  <a:pt x="418130" y="32050"/>
                </a:lnTo>
                <a:lnTo>
                  <a:pt x="417929" y="31737"/>
                </a:lnTo>
                <a:lnTo>
                  <a:pt x="417716" y="31432"/>
                </a:lnTo>
                <a:lnTo>
                  <a:pt x="417491" y="31134"/>
                </a:lnTo>
                <a:lnTo>
                  <a:pt x="417255" y="30844"/>
                </a:lnTo>
                <a:lnTo>
                  <a:pt x="417007" y="30561"/>
                </a:lnTo>
                <a:lnTo>
                  <a:pt x="416748" y="30287"/>
                </a:lnTo>
                <a:lnTo>
                  <a:pt x="416478" y="30020"/>
                </a:lnTo>
                <a:lnTo>
                  <a:pt x="416196" y="29762"/>
                </a:lnTo>
                <a:lnTo>
                  <a:pt x="415903" y="29515"/>
                </a:lnTo>
                <a:lnTo>
                  <a:pt x="415599" y="29279"/>
                </a:lnTo>
                <a:lnTo>
                  <a:pt x="415284" y="29054"/>
                </a:lnTo>
                <a:lnTo>
                  <a:pt x="414958" y="28840"/>
                </a:lnTo>
                <a:lnTo>
                  <a:pt x="414621" y="28637"/>
                </a:lnTo>
                <a:lnTo>
                  <a:pt x="414274" y="28445"/>
                </a:lnTo>
                <a:lnTo>
                  <a:pt x="413915" y="28264"/>
                </a:lnTo>
                <a:lnTo>
                  <a:pt x="413545" y="28094"/>
                </a:lnTo>
                <a:lnTo>
                  <a:pt x="413164" y="27935"/>
                </a:lnTo>
                <a:lnTo>
                  <a:pt x="412773" y="27786"/>
                </a:lnTo>
                <a:lnTo>
                  <a:pt x="412370" y="27649"/>
                </a:lnTo>
                <a:lnTo>
                  <a:pt x="411957" y="27523"/>
                </a:lnTo>
                <a:lnTo>
                  <a:pt x="411532" y="27408"/>
                </a:lnTo>
                <a:lnTo>
                  <a:pt x="411096" y="27304"/>
                </a:lnTo>
                <a:lnTo>
                  <a:pt x="410650" y="27210"/>
                </a:lnTo>
                <a:lnTo>
                  <a:pt x="410192" y="27128"/>
                </a:lnTo>
                <a:lnTo>
                  <a:pt x="409724" y="27057"/>
                </a:lnTo>
                <a:lnTo>
                  <a:pt x="409244" y="26996"/>
                </a:lnTo>
                <a:lnTo>
                  <a:pt x="408754" y="26947"/>
                </a:lnTo>
                <a:lnTo>
                  <a:pt x="408252" y="26909"/>
                </a:lnTo>
                <a:lnTo>
                  <a:pt x="407740" y="26881"/>
                </a:lnTo>
                <a:lnTo>
                  <a:pt x="407217" y="26865"/>
                </a:lnTo>
                <a:lnTo>
                  <a:pt x="406682" y="26859"/>
                </a:lnTo>
                <a:lnTo>
                  <a:pt x="406148" y="26865"/>
                </a:lnTo>
                <a:lnTo>
                  <a:pt x="405625" y="26881"/>
                </a:lnTo>
                <a:lnTo>
                  <a:pt x="405112" y="26909"/>
                </a:lnTo>
                <a:lnTo>
                  <a:pt x="404611" y="26947"/>
                </a:lnTo>
                <a:lnTo>
                  <a:pt x="404120" y="26996"/>
                </a:lnTo>
                <a:lnTo>
                  <a:pt x="403641" y="27057"/>
                </a:lnTo>
                <a:lnTo>
                  <a:pt x="403172" y="27128"/>
                </a:lnTo>
                <a:lnTo>
                  <a:pt x="402715" y="27210"/>
                </a:lnTo>
                <a:lnTo>
                  <a:pt x="402268" y="27304"/>
                </a:lnTo>
                <a:lnTo>
                  <a:pt x="401832" y="27408"/>
                </a:lnTo>
                <a:lnTo>
                  <a:pt x="401408" y="27523"/>
                </a:lnTo>
                <a:lnTo>
                  <a:pt x="400994" y="27649"/>
                </a:lnTo>
                <a:lnTo>
                  <a:pt x="400591" y="27786"/>
                </a:lnTo>
                <a:lnTo>
                  <a:pt x="400199" y="27935"/>
                </a:lnTo>
                <a:lnTo>
                  <a:pt x="399819" y="28094"/>
                </a:lnTo>
                <a:lnTo>
                  <a:pt x="399449" y="28264"/>
                </a:lnTo>
                <a:lnTo>
                  <a:pt x="399090" y="28445"/>
                </a:lnTo>
                <a:lnTo>
                  <a:pt x="398742" y="28637"/>
                </a:lnTo>
                <a:lnTo>
                  <a:pt x="398405" y="28840"/>
                </a:lnTo>
                <a:lnTo>
                  <a:pt x="398079" y="29054"/>
                </a:lnTo>
                <a:lnTo>
                  <a:pt x="397764" y="29279"/>
                </a:lnTo>
                <a:lnTo>
                  <a:pt x="397460" y="29515"/>
                </a:lnTo>
                <a:lnTo>
                  <a:pt x="397167" y="29762"/>
                </a:lnTo>
                <a:lnTo>
                  <a:pt x="396885" y="30020"/>
                </a:lnTo>
                <a:lnTo>
                  <a:pt x="396614" y="30287"/>
                </a:lnTo>
                <a:lnTo>
                  <a:pt x="396355" y="30561"/>
                </a:lnTo>
                <a:lnTo>
                  <a:pt x="396107" y="30844"/>
                </a:lnTo>
                <a:lnTo>
                  <a:pt x="395871" y="31134"/>
                </a:lnTo>
                <a:lnTo>
                  <a:pt x="395646" y="31432"/>
                </a:lnTo>
                <a:lnTo>
                  <a:pt x="395433" y="31737"/>
                </a:lnTo>
                <a:lnTo>
                  <a:pt x="395232" y="32050"/>
                </a:lnTo>
                <a:lnTo>
                  <a:pt x="395042" y="32371"/>
                </a:lnTo>
                <a:lnTo>
                  <a:pt x="394863" y="32700"/>
                </a:lnTo>
                <a:lnTo>
                  <a:pt x="394696" y="33036"/>
                </a:lnTo>
                <a:lnTo>
                  <a:pt x="394541" y="33380"/>
                </a:lnTo>
                <a:lnTo>
                  <a:pt x="394397" y="33732"/>
                </a:lnTo>
                <a:lnTo>
                  <a:pt x="394264" y="34091"/>
                </a:lnTo>
                <a:lnTo>
                  <a:pt x="394143" y="34458"/>
                </a:lnTo>
                <a:lnTo>
                  <a:pt x="394034" y="34833"/>
                </a:lnTo>
                <a:lnTo>
                  <a:pt x="393936" y="35215"/>
                </a:lnTo>
                <a:lnTo>
                  <a:pt x="393850" y="35605"/>
                </a:lnTo>
                <a:lnTo>
                  <a:pt x="393775" y="36003"/>
                </a:lnTo>
                <a:lnTo>
                  <a:pt x="393711" y="36409"/>
                </a:lnTo>
                <a:lnTo>
                  <a:pt x="393660" y="36822"/>
                </a:lnTo>
                <a:lnTo>
                  <a:pt x="393619" y="37243"/>
                </a:lnTo>
                <a:lnTo>
                  <a:pt x="393590" y="37671"/>
                </a:lnTo>
                <a:lnTo>
                  <a:pt x="393573" y="38108"/>
                </a:lnTo>
                <a:lnTo>
                  <a:pt x="393567" y="38552"/>
                </a:lnTo>
                <a:lnTo>
                  <a:pt x="393573" y="38995"/>
                </a:lnTo>
                <a:lnTo>
                  <a:pt x="393590" y="39432"/>
                </a:lnTo>
                <a:lnTo>
                  <a:pt x="393619" y="39860"/>
                </a:lnTo>
                <a:lnTo>
                  <a:pt x="393660" y="40281"/>
                </a:lnTo>
                <a:lnTo>
                  <a:pt x="393711" y="40694"/>
                </a:lnTo>
                <a:lnTo>
                  <a:pt x="393775" y="41099"/>
                </a:lnTo>
                <a:lnTo>
                  <a:pt x="393850" y="41497"/>
                </a:lnTo>
                <a:lnTo>
                  <a:pt x="393936" y="41887"/>
                </a:lnTo>
                <a:lnTo>
                  <a:pt x="394034" y="42269"/>
                </a:lnTo>
                <a:lnTo>
                  <a:pt x="394143" y="42644"/>
                </a:lnTo>
                <a:lnTo>
                  <a:pt x="394264" y="43011"/>
                </a:lnTo>
                <a:lnTo>
                  <a:pt x="394397" y="43370"/>
                </a:lnTo>
                <a:lnTo>
                  <a:pt x="394541" y="43722"/>
                </a:lnTo>
                <a:lnTo>
                  <a:pt x="394696" y="44066"/>
                </a:lnTo>
                <a:lnTo>
                  <a:pt x="394863" y="44402"/>
                </a:lnTo>
                <a:lnTo>
                  <a:pt x="395042" y="44731"/>
                </a:lnTo>
                <a:lnTo>
                  <a:pt x="395232" y="45052"/>
                </a:lnTo>
                <a:lnTo>
                  <a:pt x="395433" y="45365"/>
                </a:lnTo>
                <a:lnTo>
                  <a:pt x="395646" y="45671"/>
                </a:lnTo>
                <a:lnTo>
                  <a:pt x="395871" y="45969"/>
                </a:lnTo>
                <a:lnTo>
                  <a:pt x="396107" y="46259"/>
                </a:lnTo>
                <a:lnTo>
                  <a:pt x="396355" y="46542"/>
                </a:lnTo>
                <a:lnTo>
                  <a:pt x="396614" y="46816"/>
                </a:lnTo>
                <a:lnTo>
                  <a:pt x="396885" y="47084"/>
                </a:lnTo>
                <a:lnTo>
                  <a:pt x="397167" y="47341"/>
                </a:lnTo>
                <a:lnTo>
                  <a:pt x="397460" y="47588"/>
                </a:lnTo>
                <a:lnTo>
                  <a:pt x="397764" y="47824"/>
                </a:lnTo>
                <a:lnTo>
                  <a:pt x="398079" y="48049"/>
                </a:lnTo>
                <a:lnTo>
                  <a:pt x="398405" y="48262"/>
                </a:lnTo>
                <a:lnTo>
                  <a:pt x="398742" y="48465"/>
                </a:lnTo>
                <a:lnTo>
                  <a:pt x="399090" y="48657"/>
                </a:lnTo>
                <a:lnTo>
                  <a:pt x="399449" y="48838"/>
                </a:lnTo>
                <a:lnTo>
                  <a:pt x="399819" y="49008"/>
                </a:lnTo>
                <a:lnTo>
                  <a:pt x="400199" y="49167"/>
                </a:lnTo>
                <a:lnTo>
                  <a:pt x="400591" y="49315"/>
                </a:lnTo>
                <a:lnTo>
                  <a:pt x="400994" y="49452"/>
                </a:lnTo>
                <a:lnTo>
                  <a:pt x="401408" y="49578"/>
                </a:lnTo>
                <a:lnTo>
                  <a:pt x="401832" y="49694"/>
                </a:lnTo>
                <a:lnTo>
                  <a:pt x="402268" y="49798"/>
                </a:lnTo>
                <a:lnTo>
                  <a:pt x="402715" y="49891"/>
                </a:lnTo>
                <a:lnTo>
                  <a:pt x="403172" y="49973"/>
                </a:lnTo>
                <a:lnTo>
                  <a:pt x="403641" y="50044"/>
                </a:lnTo>
                <a:lnTo>
                  <a:pt x="404120" y="50105"/>
                </a:lnTo>
                <a:lnTo>
                  <a:pt x="404611" y="50154"/>
                </a:lnTo>
                <a:lnTo>
                  <a:pt x="405112" y="50192"/>
                </a:lnTo>
                <a:lnTo>
                  <a:pt x="405625" y="50220"/>
                </a:lnTo>
                <a:lnTo>
                  <a:pt x="406148" y="50236"/>
                </a:lnTo>
                <a:lnTo>
                  <a:pt x="406682" y="50242"/>
                </a:lnTo>
                <a:lnTo>
                  <a:pt x="407217" y="50236"/>
                </a:lnTo>
                <a:lnTo>
                  <a:pt x="407740" y="50220"/>
                </a:lnTo>
                <a:lnTo>
                  <a:pt x="408252" y="50192"/>
                </a:lnTo>
                <a:close/>
                <a:moveTo>
                  <a:pt x="138722" y="102381"/>
                </a:moveTo>
                <a:lnTo>
                  <a:pt x="138304" y="102376"/>
                </a:lnTo>
                <a:lnTo>
                  <a:pt x="137894" y="102360"/>
                </a:lnTo>
                <a:lnTo>
                  <a:pt x="137490" y="102333"/>
                </a:lnTo>
                <a:lnTo>
                  <a:pt x="137094" y="102295"/>
                </a:lnTo>
                <a:lnTo>
                  <a:pt x="136704" y="102247"/>
                </a:lnTo>
                <a:lnTo>
                  <a:pt x="136322" y="102188"/>
                </a:lnTo>
                <a:lnTo>
                  <a:pt x="135947" y="102119"/>
                </a:lnTo>
                <a:lnTo>
                  <a:pt x="135579" y="102039"/>
                </a:lnTo>
                <a:lnTo>
                  <a:pt x="135219" y="101948"/>
                </a:lnTo>
                <a:lnTo>
                  <a:pt x="134865" y="101846"/>
                </a:lnTo>
                <a:lnTo>
                  <a:pt x="134519" y="101734"/>
                </a:lnTo>
                <a:lnTo>
                  <a:pt x="134179" y="101611"/>
                </a:lnTo>
                <a:lnTo>
                  <a:pt x="133847" y="101477"/>
                </a:lnTo>
                <a:lnTo>
                  <a:pt x="133522" y="101333"/>
                </a:lnTo>
                <a:lnTo>
                  <a:pt x="133204" y="101177"/>
                </a:lnTo>
                <a:lnTo>
                  <a:pt x="132893" y="101012"/>
                </a:lnTo>
                <a:lnTo>
                  <a:pt x="132589" y="100835"/>
                </a:lnTo>
                <a:lnTo>
                  <a:pt x="132293" y="100648"/>
                </a:lnTo>
                <a:lnTo>
                  <a:pt x="132003" y="100450"/>
                </a:lnTo>
                <a:lnTo>
                  <a:pt x="131721" y="100241"/>
                </a:lnTo>
                <a:lnTo>
                  <a:pt x="131445" y="100022"/>
                </a:lnTo>
                <a:lnTo>
                  <a:pt x="131177" y="99792"/>
                </a:lnTo>
                <a:lnTo>
                  <a:pt x="130916" y="99551"/>
                </a:lnTo>
                <a:lnTo>
                  <a:pt x="130662" y="99300"/>
                </a:lnTo>
                <a:lnTo>
                  <a:pt x="130418" y="99039"/>
                </a:lnTo>
                <a:lnTo>
                  <a:pt x="130183" y="98771"/>
                </a:lnTo>
                <a:lnTo>
                  <a:pt x="129959" y="98494"/>
                </a:lnTo>
                <a:lnTo>
                  <a:pt x="129745" y="98209"/>
                </a:lnTo>
                <a:lnTo>
                  <a:pt x="129542" y="97917"/>
                </a:lnTo>
                <a:lnTo>
                  <a:pt x="129349" y="97616"/>
                </a:lnTo>
                <a:lnTo>
                  <a:pt x="129167" y="97308"/>
                </a:lnTo>
                <a:lnTo>
                  <a:pt x="128995" y="96991"/>
                </a:lnTo>
                <a:lnTo>
                  <a:pt x="128833" y="96667"/>
                </a:lnTo>
                <a:lnTo>
                  <a:pt x="128682" y="96335"/>
                </a:lnTo>
                <a:lnTo>
                  <a:pt x="128542" y="95995"/>
                </a:lnTo>
                <a:lnTo>
                  <a:pt x="128411" y="95646"/>
                </a:lnTo>
                <a:lnTo>
                  <a:pt x="128291" y="95290"/>
                </a:lnTo>
                <a:lnTo>
                  <a:pt x="128182" y="94926"/>
                </a:lnTo>
                <a:lnTo>
                  <a:pt x="128083" y="94554"/>
                </a:lnTo>
                <a:lnTo>
                  <a:pt x="127994" y="94174"/>
                </a:lnTo>
                <a:lnTo>
                  <a:pt x="127916" y="93786"/>
                </a:lnTo>
                <a:lnTo>
                  <a:pt x="127849" y="93390"/>
                </a:lnTo>
                <a:lnTo>
                  <a:pt x="127791" y="92986"/>
                </a:lnTo>
                <a:lnTo>
                  <a:pt x="127744" y="92574"/>
                </a:lnTo>
                <a:lnTo>
                  <a:pt x="127708" y="92155"/>
                </a:lnTo>
                <a:lnTo>
                  <a:pt x="127682" y="91727"/>
                </a:lnTo>
                <a:lnTo>
                  <a:pt x="127666" y="91291"/>
                </a:lnTo>
                <a:lnTo>
                  <a:pt x="127661" y="90848"/>
                </a:lnTo>
                <a:lnTo>
                  <a:pt x="127661" y="0"/>
                </a:lnTo>
                <a:lnTo>
                  <a:pt x="83422" y="0"/>
                </a:lnTo>
                <a:lnTo>
                  <a:pt x="83422" y="12956"/>
                </a:lnTo>
                <a:lnTo>
                  <a:pt x="113442" y="12956"/>
                </a:lnTo>
                <a:lnTo>
                  <a:pt x="113442" y="90848"/>
                </a:lnTo>
                <a:lnTo>
                  <a:pt x="113447" y="91463"/>
                </a:lnTo>
                <a:lnTo>
                  <a:pt x="113464" y="92072"/>
                </a:lnTo>
                <a:lnTo>
                  <a:pt x="113491" y="92674"/>
                </a:lnTo>
                <a:lnTo>
                  <a:pt x="113530" y="93270"/>
                </a:lnTo>
                <a:lnTo>
                  <a:pt x="113579" y="93859"/>
                </a:lnTo>
                <a:lnTo>
                  <a:pt x="113639" y="94442"/>
                </a:lnTo>
                <a:lnTo>
                  <a:pt x="113711" y="95018"/>
                </a:lnTo>
                <a:lnTo>
                  <a:pt x="113793" y="95587"/>
                </a:lnTo>
                <a:lnTo>
                  <a:pt x="113886" y="96150"/>
                </a:lnTo>
                <a:lnTo>
                  <a:pt x="113990" y="96706"/>
                </a:lnTo>
                <a:lnTo>
                  <a:pt x="114105" y="97256"/>
                </a:lnTo>
                <a:lnTo>
                  <a:pt x="114231" y="97799"/>
                </a:lnTo>
                <a:lnTo>
                  <a:pt x="114368" y="98336"/>
                </a:lnTo>
                <a:lnTo>
                  <a:pt x="114517" y="98866"/>
                </a:lnTo>
                <a:lnTo>
                  <a:pt x="114676" y="99389"/>
                </a:lnTo>
                <a:lnTo>
                  <a:pt x="114845" y="99906"/>
                </a:lnTo>
                <a:lnTo>
                  <a:pt x="115026" y="100416"/>
                </a:lnTo>
                <a:lnTo>
                  <a:pt x="115218" y="100920"/>
                </a:lnTo>
                <a:lnTo>
                  <a:pt x="115421" y="101417"/>
                </a:lnTo>
                <a:lnTo>
                  <a:pt x="115635" y="101907"/>
                </a:lnTo>
                <a:lnTo>
                  <a:pt x="115860" y="102391"/>
                </a:lnTo>
                <a:lnTo>
                  <a:pt x="116096" y="102868"/>
                </a:lnTo>
                <a:lnTo>
                  <a:pt x="116342" y="103339"/>
                </a:lnTo>
                <a:lnTo>
                  <a:pt x="116600" y="103803"/>
                </a:lnTo>
                <a:lnTo>
                  <a:pt x="116868" y="104260"/>
                </a:lnTo>
                <a:lnTo>
                  <a:pt x="117144" y="104708"/>
                </a:lnTo>
                <a:lnTo>
                  <a:pt x="117430" y="105146"/>
                </a:lnTo>
                <a:lnTo>
                  <a:pt x="117724" y="105577"/>
                </a:lnTo>
                <a:lnTo>
                  <a:pt x="118027" y="105998"/>
                </a:lnTo>
                <a:lnTo>
                  <a:pt x="118338" y="106411"/>
                </a:lnTo>
                <a:lnTo>
                  <a:pt x="118659" y="106814"/>
                </a:lnTo>
                <a:lnTo>
                  <a:pt x="118988" y="107209"/>
                </a:lnTo>
                <a:lnTo>
                  <a:pt x="119326" y="107596"/>
                </a:lnTo>
                <a:lnTo>
                  <a:pt x="119673" y="107973"/>
                </a:lnTo>
                <a:lnTo>
                  <a:pt x="120028" y="108342"/>
                </a:lnTo>
                <a:lnTo>
                  <a:pt x="120392" y="108702"/>
                </a:lnTo>
                <a:lnTo>
                  <a:pt x="120765" y="109053"/>
                </a:lnTo>
                <a:lnTo>
                  <a:pt x="121147" y="109395"/>
                </a:lnTo>
                <a:lnTo>
                  <a:pt x="121538" y="109729"/>
                </a:lnTo>
                <a:lnTo>
                  <a:pt x="121937" y="110053"/>
                </a:lnTo>
                <a:lnTo>
                  <a:pt x="122345" y="110369"/>
                </a:lnTo>
                <a:lnTo>
                  <a:pt x="122762" y="110677"/>
                </a:lnTo>
                <a:lnTo>
                  <a:pt x="123188" y="110975"/>
                </a:lnTo>
                <a:lnTo>
                  <a:pt x="123622" y="111265"/>
                </a:lnTo>
                <a:lnTo>
                  <a:pt x="124065" y="111545"/>
                </a:lnTo>
                <a:lnTo>
                  <a:pt x="124517" y="111817"/>
                </a:lnTo>
                <a:lnTo>
                  <a:pt x="124978" y="112081"/>
                </a:lnTo>
                <a:lnTo>
                  <a:pt x="125448" y="112335"/>
                </a:lnTo>
                <a:lnTo>
                  <a:pt x="125925" y="112580"/>
                </a:lnTo>
                <a:lnTo>
                  <a:pt x="126409" y="112815"/>
                </a:lnTo>
                <a:lnTo>
                  <a:pt x="126900" y="113039"/>
                </a:lnTo>
                <a:lnTo>
                  <a:pt x="127397" y="113252"/>
                </a:lnTo>
                <a:lnTo>
                  <a:pt x="127901" y="113456"/>
                </a:lnTo>
                <a:lnTo>
                  <a:pt x="128411" y="113648"/>
                </a:lnTo>
                <a:lnTo>
                  <a:pt x="128928" y="113831"/>
                </a:lnTo>
                <a:lnTo>
                  <a:pt x="129451" y="114003"/>
                </a:lnTo>
                <a:lnTo>
                  <a:pt x="129981" y="114164"/>
                </a:lnTo>
                <a:lnTo>
                  <a:pt x="130518" y="114315"/>
                </a:lnTo>
                <a:lnTo>
                  <a:pt x="131061" y="114456"/>
                </a:lnTo>
                <a:lnTo>
                  <a:pt x="131611" y="114586"/>
                </a:lnTo>
                <a:lnTo>
                  <a:pt x="132167" y="114706"/>
                </a:lnTo>
                <a:lnTo>
                  <a:pt x="132730" y="114816"/>
                </a:lnTo>
                <a:lnTo>
                  <a:pt x="133300" y="114915"/>
                </a:lnTo>
                <a:lnTo>
                  <a:pt x="133876" y="115003"/>
                </a:lnTo>
                <a:lnTo>
                  <a:pt x="134459" y="115081"/>
                </a:lnTo>
                <a:lnTo>
                  <a:pt x="135048" y="115149"/>
                </a:lnTo>
                <a:lnTo>
                  <a:pt x="135644" y="115207"/>
                </a:lnTo>
                <a:lnTo>
                  <a:pt x="136246" y="115253"/>
                </a:lnTo>
                <a:lnTo>
                  <a:pt x="136855" y="115290"/>
                </a:lnTo>
                <a:lnTo>
                  <a:pt x="137471" y="115316"/>
                </a:lnTo>
                <a:lnTo>
                  <a:pt x="138093" y="115332"/>
                </a:lnTo>
                <a:lnTo>
                  <a:pt x="138722" y="115337"/>
                </a:lnTo>
                <a:lnTo>
                  <a:pt x="165581" y="115337"/>
                </a:lnTo>
                <a:lnTo>
                  <a:pt x="165581" y="102381"/>
                </a:lnTo>
                <a:lnTo>
                  <a:pt x="138722" y="102381"/>
                </a:lnTo>
                <a:close/>
                <a:moveTo>
                  <a:pt x="226732" y="116553"/>
                </a:moveTo>
                <a:lnTo>
                  <a:pt x="227886" y="116495"/>
                </a:lnTo>
                <a:lnTo>
                  <a:pt x="229018" y="116414"/>
                </a:lnTo>
                <a:lnTo>
                  <a:pt x="230127" y="116309"/>
                </a:lnTo>
                <a:lnTo>
                  <a:pt x="231213" y="116180"/>
                </a:lnTo>
                <a:lnTo>
                  <a:pt x="232276" y="116029"/>
                </a:lnTo>
                <a:lnTo>
                  <a:pt x="233316" y="115854"/>
                </a:lnTo>
                <a:lnTo>
                  <a:pt x="234334" y="115656"/>
                </a:lnTo>
                <a:lnTo>
                  <a:pt x="235329" y="115434"/>
                </a:lnTo>
                <a:lnTo>
                  <a:pt x="236301" y="115190"/>
                </a:lnTo>
                <a:lnTo>
                  <a:pt x="237251" y="114922"/>
                </a:lnTo>
                <a:lnTo>
                  <a:pt x="238177" y="114630"/>
                </a:lnTo>
                <a:lnTo>
                  <a:pt x="239081" y="114315"/>
                </a:lnTo>
                <a:lnTo>
                  <a:pt x="239962" y="113977"/>
                </a:lnTo>
                <a:lnTo>
                  <a:pt x="240820" y="113616"/>
                </a:lnTo>
                <a:lnTo>
                  <a:pt x="241656" y="113231"/>
                </a:lnTo>
                <a:lnTo>
                  <a:pt x="242469" y="112823"/>
                </a:lnTo>
                <a:lnTo>
                  <a:pt x="243259" y="112392"/>
                </a:lnTo>
                <a:lnTo>
                  <a:pt x="244026" y="111937"/>
                </a:lnTo>
                <a:lnTo>
                  <a:pt x="244771" y="111460"/>
                </a:lnTo>
                <a:lnTo>
                  <a:pt x="245492" y="110958"/>
                </a:lnTo>
                <a:lnTo>
                  <a:pt x="246191" y="110434"/>
                </a:lnTo>
                <a:lnTo>
                  <a:pt x="246867" y="109886"/>
                </a:lnTo>
                <a:lnTo>
                  <a:pt x="247519" y="109317"/>
                </a:lnTo>
                <a:lnTo>
                  <a:pt x="248142" y="108729"/>
                </a:lnTo>
                <a:lnTo>
                  <a:pt x="248738" y="108122"/>
                </a:lnTo>
                <a:lnTo>
                  <a:pt x="249306" y="107496"/>
                </a:lnTo>
                <a:lnTo>
                  <a:pt x="249846" y="106852"/>
                </a:lnTo>
                <a:lnTo>
                  <a:pt x="250359" y="106188"/>
                </a:lnTo>
                <a:lnTo>
                  <a:pt x="250843" y="105505"/>
                </a:lnTo>
                <a:lnTo>
                  <a:pt x="251301" y="104804"/>
                </a:lnTo>
                <a:lnTo>
                  <a:pt x="251730" y="104083"/>
                </a:lnTo>
                <a:lnTo>
                  <a:pt x="252132" y="103344"/>
                </a:lnTo>
                <a:lnTo>
                  <a:pt x="252506" y="102586"/>
                </a:lnTo>
                <a:lnTo>
                  <a:pt x="252852" y="101808"/>
                </a:lnTo>
                <a:lnTo>
                  <a:pt x="253171" y="101012"/>
                </a:lnTo>
                <a:lnTo>
                  <a:pt x="253462" y="100197"/>
                </a:lnTo>
                <a:lnTo>
                  <a:pt x="253725" y="99363"/>
                </a:lnTo>
                <a:lnTo>
                  <a:pt x="253961" y="98510"/>
                </a:lnTo>
                <a:lnTo>
                  <a:pt x="254168" y="97638"/>
                </a:lnTo>
                <a:lnTo>
                  <a:pt x="254349" y="96747"/>
                </a:lnTo>
                <a:lnTo>
                  <a:pt x="254501" y="95837"/>
                </a:lnTo>
                <a:lnTo>
                  <a:pt x="254626" y="94909"/>
                </a:lnTo>
                <a:lnTo>
                  <a:pt x="254723" y="93961"/>
                </a:lnTo>
                <a:lnTo>
                  <a:pt x="254792" y="92994"/>
                </a:lnTo>
                <a:lnTo>
                  <a:pt x="254833" y="92009"/>
                </a:lnTo>
                <a:lnTo>
                  <a:pt x="254847" y="91004"/>
                </a:lnTo>
                <a:lnTo>
                  <a:pt x="254838" y="90065"/>
                </a:lnTo>
                <a:lnTo>
                  <a:pt x="254809" y="89143"/>
                </a:lnTo>
                <a:lnTo>
                  <a:pt x="254761" y="88237"/>
                </a:lnTo>
                <a:lnTo>
                  <a:pt x="254694" y="87349"/>
                </a:lnTo>
                <a:lnTo>
                  <a:pt x="254607" y="86477"/>
                </a:lnTo>
                <a:lnTo>
                  <a:pt x="254502" y="85623"/>
                </a:lnTo>
                <a:lnTo>
                  <a:pt x="254377" y="84786"/>
                </a:lnTo>
                <a:lnTo>
                  <a:pt x="254233" y="83965"/>
                </a:lnTo>
                <a:lnTo>
                  <a:pt x="254070" y="83162"/>
                </a:lnTo>
                <a:lnTo>
                  <a:pt x="253887" y="82376"/>
                </a:lnTo>
                <a:lnTo>
                  <a:pt x="253685" y="81606"/>
                </a:lnTo>
                <a:lnTo>
                  <a:pt x="253465" y="80854"/>
                </a:lnTo>
                <a:lnTo>
                  <a:pt x="253225" y="80119"/>
                </a:lnTo>
                <a:lnTo>
                  <a:pt x="252965" y="79400"/>
                </a:lnTo>
                <a:lnTo>
                  <a:pt x="252687" y="78699"/>
                </a:lnTo>
                <a:lnTo>
                  <a:pt x="252389" y="78015"/>
                </a:lnTo>
                <a:lnTo>
                  <a:pt x="252072" y="77347"/>
                </a:lnTo>
                <a:lnTo>
                  <a:pt x="251736" y="76697"/>
                </a:lnTo>
                <a:lnTo>
                  <a:pt x="251381" y="76064"/>
                </a:lnTo>
                <a:lnTo>
                  <a:pt x="251007" y="75447"/>
                </a:lnTo>
                <a:lnTo>
                  <a:pt x="250613" y="74848"/>
                </a:lnTo>
                <a:lnTo>
                  <a:pt x="250200" y="74266"/>
                </a:lnTo>
                <a:lnTo>
                  <a:pt x="249768" y="73700"/>
                </a:lnTo>
                <a:lnTo>
                  <a:pt x="249317" y="73152"/>
                </a:lnTo>
                <a:lnTo>
                  <a:pt x="248847" y="72621"/>
                </a:lnTo>
                <a:lnTo>
                  <a:pt x="248357" y="72106"/>
                </a:lnTo>
                <a:lnTo>
                  <a:pt x="247848" y="71609"/>
                </a:lnTo>
                <a:lnTo>
                  <a:pt x="247320" y="71129"/>
                </a:lnTo>
                <a:lnTo>
                  <a:pt x="246773" y="70665"/>
                </a:lnTo>
                <a:lnTo>
                  <a:pt x="246207" y="70219"/>
                </a:lnTo>
                <a:lnTo>
                  <a:pt x="245621" y="69790"/>
                </a:lnTo>
                <a:lnTo>
                  <a:pt x="245017" y="69378"/>
                </a:lnTo>
                <a:lnTo>
                  <a:pt x="244393" y="68982"/>
                </a:lnTo>
                <a:lnTo>
                  <a:pt x="243750" y="68604"/>
                </a:lnTo>
                <a:lnTo>
                  <a:pt x="243087" y="68243"/>
                </a:lnTo>
                <a:lnTo>
                  <a:pt x="242406" y="67899"/>
                </a:lnTo>
                <a:lnTo>
                  <a:pt x="241705" y="67572"/>
                </a:lnTo>
                <a:lnTo>
                  <a:pt x="240985" y="67261"/>
                </a:lnTo>
                <a:lnTo>
                  <a:pt x="240245" y="66968"/>
                </a:lnTo>
                <a:lnTo>
                  <a:pt x="239487" y="66692"/>
                </a:lnTo>
                <a:lnTo>
                  <a:pt x="238709" y="66433"/>
                </a:lnTo>
                <a:lnTo>
                  <a:pt x="237912" y="66191"/>
                </a:lnTo>
                <a:lnTo>
                  <a:pt x="237096" y="65966"/>
                </a:lnTo>
                <a:lnTo>
                  <a:pt x="236261" y="65757"/>
                </a:lnTo>
                <a:lnTo>
                  <a:pt x="235407" y="65566"/>
                </a:lnTo>
                <a:lnTo>
                  <a:pt x="234533" y="65392"/>
                </a:lnTo>
                <a:lnTo>
                  <a:pt x="233640" y="65235"/>
                </a:lnTo>
                <a:lnTo>
                  <a:pt x="232728" y="65095"/>
                </a:lnTo>
                <a:lnTo>
                  <a:pt x="210293" y="61934"/>
                </a:lnTo>
                <a:lnTo>
                  <a:pt x="209954" y="61878"/>
                </a:lnTo>
                <a:lnTo>
                  <a:pt x="209622" y="61815"/>
                </a:lnTo>
                <a:lnTo>
                  <a:pt x="209296" y="61744"/>
                </a:lnTo>
                <a:lnTo>
                  <a:pt x="208978" y="61667"/>
                </a:lnTo>
                <a:lnTo>
                  <a:pt x="208667" y="61582"/>
                </a:lnTo>
                <a:lnTo>
                  <a:pt x="208362" y="61490"/>
                </a:lnTo>
                <a:lnTo>
                  <a:pt x="208064" y="61391"/>
                </a:lnTo>
                <a:lnTo>
                  <a:pt x="207773" y="61285"/>
                </a:lnTo>
                <a:lnTo>
                  <a:pt x="207489" y="61172"/>
                </a:lnTo>
                <a:lnTo>
                  <a:pt x="207212" y="61051"/>
                </a:lnTo>
                <a:lnTo>
                  <a:pt x="206942" y="60924"/>
                </a:lnTo>
                <a:lnTo>
                  <a:pt x="206678" y="60789"/>
                </a:lnTo>
                <a:lnTo>
                  <a:pt x="206421" y="60647"/>
                </a:lnTo>
                <a:lnTo>
                  <a:pt x="206172" y="60499"/>
                </a:lnTo>
                <a:lnTo>
                  <a:pt x="205929" y="60342"/>
                </a:lnTo>
                <a:lnTo>
                  <a:pt x="205693" y="60179"/>
                </a:lnTo>
                <a:lnTo>
                  <a:pt x="205463" y="60009"/>
                </a:lnTo>
                <a:lnTo>
                  <a:pt x="205241" y="59832"/>
                </a:lnTo>
                <a:lnTo>
                  <a:pt x="205026" y="59647"/>
                </a:lnTo>
                <a:lnTo>
                  <a:pt x="204817" y="59455"/>
                </a:lnTo>
                <a:lnTo>
                  <a:pt x="204615" y="59256"/>
                </a:lnTo>
                <a:lnTo>
                  <a:pt x="204420" y="59050"/>
                </a:lnTo>
                <a:lnTo>
                  <a:pt x="204232" y="58837"/>
                </a:lnTo>
                <a:lnTo>
                  <a:pt x="204051" y="58617"/>
                </a:lnTo>
                <a:lnTo>
                  <a:pt x="203877" y="58390"/>
                </a:lnTo>
                <a:lnTo>
                  <a:pt x="203710" y="58157"/>
                </a:lnTo>
                <a:lnTo>
                  <a:pt x="203551" y="57918"/>
                </a:lnTo>
                <a:lnTo>
                  <a:pt x="203399" y="57673"/>
                </a:lnTo>
                <a:lnTo>
                  <a:pt x="203255" y="57422"/>
                </a:lnTo>
                <a:lnTo>
                  <a:pt x="203117" y="57165"/>
                </a:lnTo>
                <a:lnTo>
                  <a:pt x="202988" y="56901"/>
                </a:lnTo>
                <a:lnTo>
                  <a:pt x="202866" y="56632"/>
                </a:lnTo>
                <a:lnTo>
                  <a:pt x="202751" y="56357"/>
                </a:lnTo>
                <a:lnTo>
                  <a:pt x="202643" y="56076"/>
                </a:lnTo>
                <a:lnTo>
                  <a:pt x="202543" y="55788"/>
                </a:lnTo>
                <a:lnTo>
                  <a:pt x="202451" y="55495"/>
                </a:lnTo>
                <a:lnTo>
                  <a:pt x="202366" y="55196"/>
                </a:lnTo>
                <a:lnTo>
                  <a:pt x="202288" y="54890"/>
                </a:lnTo>
                <a:lnTo>
                  <a:pt x="202217" y="54579"/>
                </a:lnTo>
                <a:lnTo>
                  <a:pt x="202154" y="54261"/>
                </a:lnTo>
                <a:lnTo>
                  <a:pt x="202099" y="53938"/>
                </a:lnTo>
                <a:lnTo>
                  <a:pt x="202051" y="53609"/>
                </a:lnTo>
                <a:lnTo>
                  <a:pt x="202010" y="53273"/>
                </a:lnTo>
                <a:lnTo>
                  <a:pt x="201977" y="52932"/>
                </a:lnTo>
                <a:lnTo>
                  <a:pt x="201951" y="52584"/>
                </a:lnTo>
                <a:lnTo>
                  <a:pt x="201932" y="52230"/>
                </a:lnTo>
                <a:lnTo>
                  <a:pt x="201921" y="51871"/>
                </a:lnTo>
                <a:lnTo>
                  <a:pt x="201917" y="51505"/>
                </a:lnTo>
                <a:lnTo>
                  <a:pt x="201924" y="51035"/>
                </a:lnTo>
                <a:lnTo>
                  <a:pt x="201946" y="50574"/>
                </a:lnTo>
                <a:lnTo>
                  <a:pt x="201982" y="50120"/>
                </a:lnTo>
                <a:lnTo>
                  <a:pt x="202031" y="49675"/>
                </a:lnTo>
                <a:lnTo>
                  <a:pt x="202096" y="49238"/>
                </a:lnTo>
                <a:lnTo>
                  <a:pt x="202174" y="48810"/>
                </a:lnTo>
                <a:lnTo>
                  <a:pt x="202267" y="48389"/>
                </a:lnTo>
                <a:lnTo>
                  <a:pt x="202374" y="47977"/>
                </a:lnTo>
                <a:lnTo>
                  <a:pt x="202495" y="47573"/>
                </a:lnTo>
                <a:lnTo>
                  <a:pt x="202631" y="47177"/>
                </a:lnTo>
                <a:lnTo>
                  <a:pt x="202780" y="46790"/>
                </a:lnTo>
                <a:lnTo>
                  <a:pt x="202944" y="46410"/>
                </a:lnTo>
                <a:lnTo>
                  <a:pt x="203123" y="46039"/>
                </a:lnTo>
                <a:lnTo>
                  <a:pt x="203315" y="45676"/>
                </a:lnTo>
                <a:lnTo>
                  <a:pt x="203522" y="45322"/>
                </a:lnTo>
                <a:lnTo>
                  <a:pt x="203743" y="44975"/>
                </a:lnTo>
                <a:lnTo>
                  <a:pt x="203979" y="44637"/>
                </a:lnTo>
                <a:lnTo>
                  <a:pt x="204228" y="44307"/>
                </a:lnTo>
                <a:lnTo>
                  <a:pt x="204492" y="43986"/>
                </a:lnTo>
                <a:lnTo>
                  <a:pt x="204770" y="43672"/>
                </a:lnTo>
                <a:lnTo>
                  <a:pt x="205063" y="43367"/>
                </a:lnTo>
                <a:lnTo>
                  <a:pt x="205369" y="43070"/>
                </a:lnTo>
                <a:lnTo>
                  <a:pt x="205690" y="42781"/>
                </a:lnTo>
                <a:lnTo>
                  <a:pt x="206025" y="42501"/>
                </a:lnTo>
                <a:lnTo>
                  <a:pt x="206373" y="42230"/>
                </a:lnTo>
                <a:lnTo>
                  <a:pt x="206732" y="41971"/>
                </a:lnTo>
                <a:lnTo>
                  <a:pt x="207102" y="41723"/>
                </a:lnTo>
                <a:lnTo>
                  <a:pt x="207483" y="41487"/>
                </a:lnTo>
                <a:lnTo>
                  <a:pt x="207874" y="41262"/>
                </a:lnTo>
                <a:lnTo>
                  <a:pt x="208277" y="41049"/>
                </a:lnTo>
                <a:lnTo>
                  <a:pt x="208691" y="40848"/>
                </a:lnTo>
                <a:lnTo>
                  <a:pt x="209115" y="40658"/>
                </a:lnTo>
                <a:lnTo>
                  <a:pt x="209551" y="40479"/>
                </a:lnTo>
                <a:lnTo>
                  <a:pt x="209998" y="40312"/>
                </a:lnTo>
                <a:lnTo>
                  <a:pt x="210455" y="40157"/>
                </a:lnTo>
                <a:lnTo>
                  <a:pt x="210924" y="40013"/>
                </a:lnTo>
                <a:lnTo>
                  <a:pt x="211403" y="39880"/>
                </a:lnTo>
                <a:lnTo>
                  <a:pt x="211894" y="39759"/>
                </a:lnTo>
                <a:lnTo>
                  <a:pt x="212395" y="39650"/>
                </a:lnTo>
                <a:lnTo>
                  <a:pt x="212908" y="39552"/>
                </a:lnTo>
                <a:lnTo>
                  <a:pt x="213431" y="39466"/>
                </a:lnTo>
                <a:lnTo>
                  <a:pt x="213965" y="39391"/>
                </a:lnTo>
                <a:lnTo>
                  <a:pt x="214511" y="39327"/>
                </a:lnTo>
                <a:lnTo>
                  <a:pt x="215067" y="39275"/>
                </a:lnTo>
                <a:lnTo>
                  <a:pt x="215634" y="39235"/>
                </a:lnTo>
                <a:lnTo>
                  <a:pt x="216213" y="39206"/>
                </a:lnTo>
                <a:lnTo>
                  <a:pt x="216802" y="39189"/>
                </a:lnTo>
                <a:lnTo>
                  <a:pt x="217402" y="39183"/>
                </a:lnTo>
                <a:lnTo>
                  <a:pt x="224355" y="39183"/>
                </a:lnTo>
                <a:lnTo>
                  <a:pt x="224891" y="39189"/>
                </a:lnTo>
                <a:lnTo>
                  <a:pt x="225418" y="39204"/>
                </a:lnTo>
                <a:lnTo>
                  <a:pt x="225936" y="39230"/>
                </a:lnTo>
                <a:lnTo>
                  <a:pt x="226446" y="39267"/>
                </a:lnTo>
                <a:lnTo>
                  <a:pt x="226948" y="39314"/>
                </a:lnTo>
                <a:lnTo>
                  <a:pt x="227441" y="39371"/>
                </a:lnTo>
                <a:lnTo>
                  <a:pt x="227925" y="39439"/>
                </a:lnTo>
                <a:lnTo>
                  <a:pt x="228401" y="39517"/>
                </a:lnTo>
                <a:lnTo>
                  <a:pt x="228869" y="39605"/>
                </a:lnTo>
                <a:lnTo>
                  <a:pt x="229328" y="39704"/>
                </a:lnTo>
                <a:lnTo>
                  <a:pt x="229779" y="39814"/>
                </a:lnTo>
                <a:lnTo>
                  <a:pt x="230221" y="39934"/>
                </a:lnTo>
                <a:lnTo>
                  <a:pt x="230654" y="40064"/>
                </a:lnTo>
                <a:lnTo>
                  <a:pt x="231079" y="40205"/>
                </a:lnTo>
                <a:lnTo>
                  <a:pt x="231496" y="40356"/>
                </a:lnTo>
                <a:lnTo>
                  <a:pt x="231904" y="40517"/>
                </a:lnTo>
                <a:lnTo>
                  <a:pt x="232303" y="40689"/>
                </a:lnTo>
                <a:lnTo>
                  <a:pt x="232694" y="40872"/>
                </a:lnTo>
                <a:lnTo>
                  <a:pt x="233077" y="41064"/>
                </a:lnTo>
                <a:lnTo>
                  <a:pt x="233451" y="41268"/>
                </a:lnTo>
                <a:lnTo>
                  <a:pt x="233816" y="41481"/>
                </a:lnTo>
                <a:lnTo>
                  <a:pt x="234173" y="41705"/>
                </a:lnTo>
                <a:lnTo>
                  <a:pt x="234521" y="41940"/>
                </a:lnTo>
                <a:lnTo>
                  <a:pt x="234861" y="42185"/>
                </a:lnTo>
                <a:lnTo>
                  <a:pt x="235191" y="42438"/>
                </a:lnTo>
                <a:lnTo>
                  <a:pt x="235507" y="42696"/>
                </a:lnTo>
                <a:lnTo>
                  <a:pt x="235811" y="42960"/>
                </a:lnTo>
                <a:lnTo>
                  <a:pt x="236101" y="43229"/>
                </a:lnTo>
                <a:lnTo>
                  <a:pt x="236379" y="43504"/>
                </a:lnTo>
                <a:lnTo>
                  <a:pt x="236644" y="43784"/>
                </a:lnTo>
                <a:lnTo>
                  <a:pt x="236896" y="44070"/>
                </a:lnTo>
                <a:lnTo>
                  <a:pt x="237135" y="44362"/>
                </a:lnTo>
                <a:lnTo>
                  <a:pt x="237361" y="44658"/>
                </a:lnTo>
                <a:lnTo>
                  <a:pt x="237574" y="44961"/>
                </a:lnTo>
                <a:lnTo>
                  <a:pt x="237774" y="45268"/>
                </a:lnTo>
                <a:lnTo>
                  <a:pt x="237962" y="45582"/>
                </a:lnTo>
                <a:lnTo>
                  <a:pt x="238136" y="45900"/>
                </a:lnTo>
                <a:lnTo>
                  <a:pt x="238298" y="46225"/>
                </a:lnTo>
                <a:lnTo>
                  <a:pt x="238447" y="46554"/>
                </a:lnTo>
                <a:lnTo>
                  <a:pt x="238583" y="46890"/>
                </a:lnTo>
                <a:lnTo>
                  <a:pt x="238706" y="47230"/>
                </a:lnTo>
                <a:lnTo>
                  <a:pt x="238816" y="47577"/>
                </a:lnTo>
                <a:lnTo>
                  <a:pt x="238913" y="47928"/>
                </a:lnTo>
                <a:lnTo>
                  <a:pt x="238997" y="48286"/>
                </a:lnTo>
                <a:lnTo>
                  <a:pt x="239069" y="48648"/>
                </a:lnTo>
                <a:lnTo>
                  <a:pt x="239127" y="49016"/>
                </a:lnTo>
                <a:lnTo>
                  <a:pt x="239173" y="49390"/>
                </a:lnTo>
                <a:lnTo>
                  <a:pt x="239206" y="49769"/>
                </a:lnTo>
                <a:lnTo>
                  <a:pt x="253584" y="49769"/>
                </a:lnTo>
                <a:lnTo>
                  <a:pt x="253519" y="48933"/>
                </a:lnTo>
                <a:lnTo>
                  <a:pt x="253428" y="48111"/>
                </a:lnTo>
                <a:lnTo>
                  <a:pt x="253311" y="47301"/>
                </a:lnTo>
                <a:lnTo>
                  <a:pt x="253169" y="46506"/>
                </a:lnTo>
                <a:lnTo>
                  <a:pt x="253002" y="45724"/>
                </a:lnTo>
                <a:lnTo>
                  <a:pt x="252809" y="44955"/>
                </a:lnTo>
                <a:lnTo>
                  <a:pt x="252590" y="44199"/>
                </a:lnTo>
                <a:lnTo>
                  <a:pt x="252346" y="43457"/>
                </a:lnTo>
                <a:lnTo>
                  <a:pt x="252077" y="42729"/>
                </a:lnTo>
                <a:lnTo>
                  <a:pt x="251782" y="42014"/>
                </a:lnTo>
                <a:lnTo>
                  <a:pt x="251461" y="41312"/>
                </a:lnTo>
                <a:lnTo>
                  <a:pt x="251115" y="40624"/>
                </a:lnTo>
                <a:lnTo>
                  <a:pt x="250744" y="39950"/>
                </a:lnTo>
                <a:lnTo>
                  <a:pt x="250347" y="39289"/>
                </a:lnTo>
                <a:lnTo>
                  <a:pt x="249924" y="38641"/>
                </a:lnTo>
                <a:lnTo>
                  <a:pt x="249476" y="38007"/>
                </a:lnTo>
                <a:lnTo>
                  <a:pt x="249002" y="37386"/>
                </a:lnTo>
                <a:lnTo>
                  <a:pt x="248503" y="36778"/>
                </a:lnTo>
                <a:lnTo>
                  <a:pt x="247978" y="36184"/>
                </a:lnTo>
                <a:lnTo>
                  <a:pt x="247428" y="35604"/>
                </a:lnTo>
                <a:lnTo>
                  <a:pt x="246853" y="35037"/>
                </a:lnTo>
                <a:lnTo>
                  <a:pt x="246251" y="34483"/>
                </a:lnTo>
                <a:lnTo>
                  <a:pt x="245625" y="33943"/>
                </a:lnTo>
                <a:lnTo>
                  <a:pt x="244972" y="33417"/>
                </a:lnTo>
                <a:lnTo>
                  <a:pt x="244299" y="32907"/>
                </a:lnTo>
                <a:lnTo>
                  <a:pt x="243610" y="32420"/>
                </a:lnTo>
                <a:lnTo>
                  <a:pt x="242905" y="31954"/>
                </a:lnTo>
                <a:lnTo>
                  <a:pt x="242183" y="31509"/>
                </a:lnTo>
                <a:lnTo>
                  <a:pt x="241445" y="31087"/>
                </a:lnTo>
                <a:lnTo>
                  <a:pt x="240691" y="30686"/>
                </a:lnTo>
                <a:lnTo>
                  <a:pt x="239921" y="30307"/>
                </a:lnTo>
                <a:lnTo>
                  <a:pt x="239135" y="29949"/>
                </a:lnTo>
                <a:lnTo>
                  <a:pt x="238333" y="29613"/>
                </a:lnTo>
                <a:lnTo>
                  <a:pt x="237514" y="29299"/>
                </a:lnTo>
                <a:lnTo>
                  <a:pt x="236679" y="29006"/>
                </a:lnTo>
                <a:lnTo>
                  <a:pt x="235828" y="28735"/>
                </a:lnTo>
                <a:lnTo>
                  <a:pt x="234961" y="28486"/>
                </a:lnTo>
                <a:lnTo>
                  <a:pt x="234078" y="28259"/>
                </a:lnTo>
                <a:lnTo>
                  <a:pt x="233178" y="28053"/>
                </a:lnTo>
                <a:lnTo>
                  <a:pt x="232263" y="27868"/>
                </a:lnTo>
                <a:lnTo>
                  <a:pt x="231331" y="27706"/>
                </a:lnTo>
                <a:lnTo>
                  <a:pt x="230383" y="27565"/>
                </a:lnTo>
                <a:lnTo>
                  <a:pt x="229418" y="27446"/>
                </a:lnTo>
                <a:lnTo>
                  <a:pt x="228438" y="27348"/>
                </a:lnTo>
                <a:lnTo>
                  <a:pt x="227442" y="27272"/>
                </a:lnTo>
                <a:lnTo>
                  <a:pt x="226429" y="27218"/>
                </a:lnTo>
                <a:lnTo>
                  <a:pt x="225400" y="27186"/>
                </a:lnTo>
                <a:lnTo>
                  <a:pt x="224355" y="27175"/>
                </a:lnTo>
                <a:lnTo>
                  <a:pt x="217402" y="27175"/>
                </a:lnTo>
                <a:lnTo>
                  <a:pt x="216267" y="27186"/>
                </a:lnTo>
                <a:lnTo>
                  <a:pt x="215152" y="27220"/>
                </a:lnTo>
                <a:lnTo>
                  <a:pt x="214058" y="27276"/>
                </a:lnTo>
                <a:lnTo>
                  <a:pt x="212985" y="27355"/>
                </a:lnTo>
                <a:lnTo>
                  <a:pt x="211932" y="27456"/>
                </a:lnTo>
                <a:lnTo>
                  <a:pt x="210899" y="27580"/>
                </a:lnTo>
                <a:lnTo>
                  <a:pt x="209887" y="27726"/>
                </a:lnTo>
                <a:lnTo>
                  <a:pt x="208896" y="27895"/>
                </a:lnTo>
                <a:lnTo>
                  <a:pt x="207926" y="28086"/>
                </a:lnTo>
                <a:lnTo>
                  <a:pt x="206975" y="28300"/>
                </a:lnTo>
                <a:lnTo>
                  <a:pt x="206046" y="28536"/>
                </a:lnTo>
                <a:lnTo>
                  <a:pt x="205137" y="28794"/>
                </a:lnTo>
                <a:lnTo>
                  <a:pt x="204249" y="29076"/>
                </a:lnTo>
                <a:lnTo>
                  <a:pt x="203381" y="29379"/>
                </a:lnTo>
                <a:lnTo>
                  <a:pt x="202534" y="29705"/>
                </a:lnTo>
                <a:lnTo>
                  <a:pt x="201707" y="30054"/>
                </a:lnTo>
                <a:lnTo>
                  <a:pt x="200901" y="30425"/>
                </a:lnTo>
                <a:lnTo>
                  <a:pt x="200116" y="30819"/>
                </a:lnTo>
                <a:lnTo>
                  <a:pt x="199351" y="31235"/>
                </a:lnTo>
                <a:lnTo>
                  <a:pt x="198606" y="31673"/>
                </a:lnTo>
                <a:lnTo>
                  <a:pt x="197883" y="32135"/>
                </a:lnTo>
                <a:lnTo>
                  <a:pt x="197179" y="32618"/>
                </a:lnTo>
                <a:lnTo>
                  <a:pt x="196497" y="33124"/>
                </a:lnTo>
                <a:lnTo>
                  <a:pt x="195835" y="33653"/>
                </a:lnTo>
                <a:lnTo>
                  <a:pt x="195197" y="34201"/>
                </a:lnTo>
                <a:lnTo>
                  <a:pt x="194586" y="34767"/>
                </a:lnTo>
                <a:lnTo>
                  <a:pt x="194002" y="35349"/>
                </a:lnTo>
                <a:lnTo>
                  <a:pt x="193445" y="35948"/>
                </a:lnTo>
                <a:lnTo>
                  <a:pt x="192916" y="36565"/>
                </a:lnTo>
                <a:lnTo>
                  <a:pt x="192413" y="37198"/>
                </a:lnTo>
                <a:lnTo>
                  <a:pt x="191938" y="37848"/>
                </a:lnTo>
                <a:lnTo>
                  <a:pt x="191490" y="38516"/>
                </a:lnTo>
                <a:lnTo>
                  <a:pt x="191069" y="39200"/>
                </a:lnTo>
                <a:lnTo>
                  <a:pt x="190675" y="39901"/>
                </a:lnTo>
                <a:lnTo>
                  <a:pt x="190309" y="40620"/>
                </a:lnTo>
                <a:lnTo>
                  <a:pt x="189969" y="41355"/>
                </a:lnTo>
                <a:lnTo>
                  <a:pt x="189657" y="42107"/>
                </a:lnTo>
                <a:lnTo>
                  <a:pt x="189372" y="42877"/>
                </a:lnTo>
                <a:lnTo>
                  <a:pt x="189114" y="43663"/>
                </a:lnTo>
                <a:lnTo>
                  <a:pt x="188883" y="44466"/>
                </a:lnTo>
                <a:lnTo>
                  <a:pt x="188679" y="45287"/>
                </a:lnTo>
                <a:lnTo>
                  <a:pt x="188503" y="46124"/>
                </a:lnTo>
                <a:lnTo>
                  <a:pt x="188353" y="46978"/>
                </a:lnTo>
                <a:lnTo>
                  <a:pt x="188231" y="47850"/>
                </a:lnTo>
                <a:lnTo>
                  <a:pt x="188136" y="48738"/>
                </a:lnTo>
                <a:lnTo>
                  <a:pt x="188068" y="49643"/>
                </a:lnTo>
                <a:lnTo>
                  <a:pt x="188028" y="50566"/>
                </a:lnTo>
                <a:lnTo>
                  <a:pt x="188014" y="51505"/>
                </a:lnTo>
                <a:lnTo>
                  <a:pt x="188023" y="52328"/>
                </a:lnTo>
                <a:lnTo>
                  <a:pt x="188048" y="53137"/>
                </a:lnTo>
                <a:lnTo>
                  <a:pt x="188091" y="53933"/>
                </a:lnTo>
                <a:lnTo>
                  <a:pt x="188150" y="54716"/>
                </a:lnTo>
                <a:lnTo>
                  <a:pt x="188227" y="55485"/>
                </a:lnTo>
                <a:lnTo>
                  <a:pt x="188320" y="56240"/>
                </a:lnTo>
                <a:lnTo>
                  <a:pt x="188431" y="56982"/>
                </a:lnTo>
                <a:lnTo>
                  <a:pt x="188558" y="57711"/>
                </a:lnTo>
                <a:lnTo>
                  <a:pt x="188703" y="58426"/>
                </a:lnTo>
                <a:lnTo>
                  <a:pt x="188865" y="59128"/>
                </a:lnTo>
                <a:lnTo>
                  <a:pt x="189043" y="59817"/>
                </a:lnTo>
                <a:lnTo>
                  <a:pt x="189239" y="60491"/>
                </a:lnTo>
                <a:lnTo>
                  <a:pt x="189451" y="61153"/>
                </a:lnTo>
                <a:lnTo>
                  <a:pt x="189681" y="61801"/>
                </a:lnTo>
                <a:lnTo>
                  <a:pt x="189928" y="62436"/>
                </a:lnTo>
                <a:lnTo>
                  <a:pt x="190191" y="63057"/>
                </a:lnTo>
                <a:lnTo>
                  <a:pt x="190472" y="63664"/>
                </a:lnTo>
                <a:lnTo>
                  <a:pt x="190770" y="64259"/>
                </a:lnTo>
                <a:lnTo>
                  <a:pt x="191084" y="64840"/>
                </a:lnTo>
                <a:lnTo>
                  <a:pt x="191416" y="65407"/>
                </a:lnTo>
                <a:lnTo>
                  <a:pt x="191765" y="65961"/>
                </a:lnTo>
                <a:lnTo>
                  <a:pt x="192130" y="66501"/>
                </a:lnTo>
                <a:lnTo>
                  <a:pt x="192513" y="67028"/>
                </a:lnTo>
                <a:lnTo>
                  <a:pt x="192913" y="67542"/>
                </a:lnTo>
                <a:lnTo>
                  <a:pt x="193328" y="68040"/>
                </a:lnTo>
                <a:lnTo>
                  <a:pt x="193757" y="68522"/>
                </a:lnTo>
                <a:lnTo>
                  <a:pt x="194199" y="68987"/>
                </a:lnTo>
                <a:lnTo>
                  <a:pt x="194655" y="69436"/>
                </a:lnTo>
                <a:lnTo>
                  <a:pt x="195125" y="69867"/>
                </a:lnTo>
                <a:lnTo>
                  <a:pt x="195609" y="70282"/>
                </a:lnTo>
                <a:lnTo>
                  <a:pt x="196106" y="70680"/>
                </a:lnTo>
                <a:lnTo>
                  <a:pt x="196618" y="71062"/>
                </a:lnTo>
                <a:lnTo>
                  <a:pt x="197142" y="71427"/>
                </a:lnTo>
                <a:lnTo>
                  <a:pt x="197681" y="71775"/>
                </a:lnTo>
                <a:lnTo>
                  <a:pt x="198233" y="72106"/>
                </a:lnTo>
                <a:lnTo>
                  <a:pt x="198799" y="72420"/>
                </a:lnTo>
                <a:lnTo>
                  <a:pt x="199379" y="72718"/>
                </a:lnTo>
                <a:lnTo>
                  <a:pt x="199972" y="72999"/>
                </a:lnTo>
                <a:lnTo>
                  <a:pt x="200579" y="73264"/>
                </a:lnTo>
                <a:lnTo>
                  <a:pt x="201200" y="73511"/>
                </a:lnTo>
                <a:lnTo>
                  <a:pt x="201834" y="73742"/>
                </a:lnTo>
                <a:lnTo>
                  <a:pt x="202482" y="73956"/>
                </a:lnTo>
                <a:lnTo>
                  <a:pt x="203144" y="74154"/>
                </a:lnTo>
                <a:lnTo>
                  <a:pt x="203820" y="74335"/>
                </a:lnTo>
                <a:lnTo>
                  <a:pt x="204509" y="74499"/>
                </a:lnTo>
                <a:lnTo>
                  <a:pt x="205212" y="74646"/>
                </a:lnTo>
                <a:lnTo>
                  <a:pt x="205929" y="74776"/>
                </a:lnTo>
                <a:lnTo>
                  <a:pt x="206659" y="74890"/>
                </a:lnTo>
                <a:lnTo>
                  <a:pt x="230674" y="78367"/>
                </a:lnTo>
                <a:lnTo>
                  <a:pt x="231104" y="78424"/>
                </a:lnTo>
                <a:lnTo>
                  <a:pt x="231524" y="78489"/>
                </a:lnTo>
                <a:lnTo>
                  <a:pt x="231935" y="78564"/>
                </a:lnTo>
                <a:lnTo>
                  <a:pt x="232337" y="78647"/>
                </a:lnTo>
                <a:lnTo>
                  <a:pt x="232730" y="78740"/>
                </a:lnTo>
                <a:lnTo>
                  <a:pt x="233113" y="78841"/>
                </a:lnTo>
                <a:lnTo>
                  <a:pt x="233487" y="78950"/>
                </a:lnTo>
                <a:lnTo>
                  <a:pt x="233852" y="79069"/>
                </a:lnTo>
                <a:lnTo>
                  <a:pt x="234207" y="79196"/>
                </a:lnTo>
                <a:lnTo>
                  <a:pt x="234553" y="79332"/>
                </a:lnTo>
                <a:lnTo>
                  <a:pt x="234889" y="79477"/>
                </a:lnTo>
                <a:lnTo>
                  <a:pt x="235216" y="79631"/>
                </a:lnTo>
                <a:lnTo>
                  <a:pt x="235534" y="79793"/>
                </a:lnTo>
                <a:lnTo>
                  <a:pt x="235843" y="79964"/>
                </a:lnTo>
                <a:lnTo>
                  <a:pt x="236142" y="80144"/>
                </a:lnTo>
                <a:lnTo>
                  <a:pt x="236432" y="80333"/>
                </a:lnTo>
                <a:lnTo>
                  <a:pt x="236712" y="80530"/>
                </a:lnTo>
                <a:lnTo>
                  <a:pt x="236984" y="80737"/>
                </a:lnTo>
                <a:lnTo>
                  <a:pt x="237246" y="80952"/>
                </a:lnTo>
                <a:lnTo>
                  <a:pt x="237498" y="81176"/>
                </a:lnTo>
                <a:lnTo>
                  <a:pt x="237741" y="81408"/>
                </a:lnTo>
                <a:lnTo>
                  <a:pt x="237975" y="81650"/>
                </a:lnTo>
                <a:lnTo>
                  <a:pt x="238200" y="81900"/>
                </a:lnTo>
                <a:lnTo>
                  <a:pt x="238415" y="82159"/>
                </a:lnTo>
                <a:lnTo>
                  <a:pt x="238621" y="82426"/>
                </a:lnTo>
                <a:lnTo>
                  <a:pt x="238819" y="82703"/>
                </a:lnTo>
                <a:lnTo>
                  <a:pt x="239008" y="82988"/>
                </a:lnTo>
                <a:lnTo>
                  <a:pt x="239188" y="83282"/>
                </a:lnTo>
                <a:lnTo>
                  <a:pt x="239359" y="83585"/>
                </a:lnTo>
                <a:lnTo>
                  <a:pt x="239521" y="83896"/>
                </a:lnTo>
                <a:lnTo>
                  <a:pt x="239675" y="84216"/>
                </a:lnTo>
                <a:lnTo>
                  <a:pt x="239820" y="84545"/>
                </a:lnTo>
                <a:lnTo>
                  <a:pt x="239956" y="84883"/>
                </a:lnTo>
                <a:lnTo>
                  <a:pt x="240083" y="85230"/>
                </a:lnTo>
                <a:lnTo>
                  <a:pt x="240202" y="85585"/>
                </a:lnTo>
                <a:lnTo>
                  <a:pt x="240312" y="85949"/>
                </a:lnTo>
                <a:lnTo>
                  <a:pt x="240413" y="86322"/>
                </a:lnTo>
                <a:lnTo>
                  <a:pt x="240505" y="86704"/>
                </a:lnTo>
                <a:lnTo>
                  <a:pt x="240588" y="87094"/>
                </a:lnTo>
                <a:lnTo>
                  <a:pt x="240663" y="87494"/>
                </a:lnTo>
                <a:lnTo>
                  <a:pt x="240729" y="87902"/>
                </a:lnTo>
                <a:lnTo>
                  <a:pt x="240786" y="88319"/>
                </a:lnTo>
                <a:lnTo>
                  <a:pt x="240834" y="88744"/>
                </a:lnTo>
                <a:lnTo>
                  <a:pt x="240874" y="89179"/>
                </a:lnTo>
                <a:lnTo>
                  <a:pt x="240904" y="89622"/>
                </a:lnTo>
                <a:lnTo>
                  <a:pt x="240926" y="90074"/>
                </a:lnTo>
                <a:lnTo>
                  <a:pt x="240940" y="90535"/>
                </a:lnTo>
                <a:lnTo>
                  <a:pt x="240944" y="91004"/>
                </a:lnTo>
                <a:lnTo>
                  <a:pt x="240936" y="91526"/>
                </a:lnTo>
                <a:lnTo>
                  <a:pt x="240914" y="92038"/>
                </a:lnTo>
                <a:lnTo>
                  <a:pt x="240876" y="92540"/>
                </a:lnTo>
                <a:lnTo>
                  <a:pt x="240823" y="93032"/>
                </a:lnTo>
                <a:lnTo>
                  <a:pt x="240755" y="93515"/>
                </a:lnTo>
                <a:lnTo>
                  <a:pt x="240672" y="93987"/>
                </a:lnTo>
                <a:lnTo>
                  <a:pt x="240574" y="94450"/>
                </a:lnTo>
                <a:lnTo>
                  <a:pt x="240461" y="94902"/>
                </a:lnTo>
                <a:lnTo>
                  <a:pt x="240333" y="95345"/>
                </a:lnTo>
                <a:lnTo>
                  <a:pt x="240189" y="95778"/>
                </a:lnTo>
                <a:lnTo>
                  <a:pt x="240031" y="96201"/>
                </a:lnTo>
                <a:lnTo>
                  <a:pt x="239857" y="96614"/>
                </a:lnTo>
                <a:lnTo>
                  <a:pt x="239669" y="97018"/>
                </a:lnTo>
                <a:lnTo>
                  <a:pt x="239465" y="97411"/>
                </a:lnTo>
                <a:lnTo>
                  <a:pt x="239246" y="97795"/>
                </a:lnTo>
                <a:lnTo>
                  <a:pt x="239012" y="98168"/>
                </a:lnTo>
                <a:lnTo>
                  <a:pt x="238763" y="98532"/>
                </a:lnTo>
                <a:lnTo>
                  <a:pt x="238499" y="98886"/>
                </a:lnTo>
                <a:lnTo>
                  <a:pt x="238220" y="99230"/>
                </a:lnTo>
                <a:lnTo>
                  <a:pt x="237925" y="99564"/>
                </a:lnTo>
                <a:lnTo>
                  <a:pt x="237616" y="99888"/>
                </a:lnTo>
                <a:lnTo>
                  <a:pt x="237291" y="100203"/>
                </a:lnTo>
                <a:lnTo>
                  <a:pt x="236952" y="100507"/>
                </a:lnTo>
                <a:lnTo>
                  <a:pt x="236597" y="100802"/>
                </a:lnTo>
                <a:lnTo>
                  <a:pt x="236229" y="101085"/>
                </a:lnTo>
                <a:lnTo>
                  <a:pt x="235848" y="101357"/>
                </a:lnTo>
                <a:lnTo>
                  <a:pt x="235456" y="101616"/>
                </a:lnTo>
                <a:lnTo>
                  <a:pt x="235050" y="101863"/>
                </a:lnTo>
                <a:lnTo>
                  <a:pt x="234633" y="102099"/>
                </a:lnTo>
                <a:lnTo>
                  <a:pt x="234203" y="102322"/>
                </a:lnTo>
                <a:lnTo>
                  <a:pt x="233761" y="102533"/>
                </a:lnTo>
                <a:lnTo>
                  <a:pt x="233306" y="102732"/>
                </a:lnTo>
                <a:lnTo>
                  <a:pt x="232839" y="102919"/>
                </a:lnTo>
                <a:lnTo>
                  <a:pt x="232360" y="103094"/>
                </a:lnTo>
                <a:lnTo>
                  <a:pt x="231868" y="103257"/>
                </a:lnTo>
                <a:lnTo>
                  <a:pt x="231364" y="103407"/>
                </a:lnTo>
                <a:lnTo>
                  <a:pt x="230848" y="103546"/>
                </a:lnTo>
                <a:lnTo>
                  <a:pt x="230320" y="103673"/>
                </a:lnTo>
                <a:lnTo>
                  <a:pt x="229779" y="103787"/>
                </a:lnTo>
                <a:lnTo>
                  <a:pt x="229225" y="103890"/>
                </a:lnTo>
                <a:lnTo>
                  <a:pt x="228660" y="103980"/>
                </a:lnTo>
                <a:lnTo>
                  <a:pt x="228082" y="104059"/>
                </a:lnTo>
                <a:lnTo>
                  <a:pt x="227492" y="104125"/>
                </a:lnTo>
                <a:lnTo>
                  <a:pt x="226889" y="104179"/>
                </a:lnTo>
                <a:lnTo>
                  <a:pt x="226274" y="104222"/>
                </a:lnTo>
                <a:lnTo>
                  <a:pt x="225647" y="104252"/>
                </a:lnTo>
                <a:lnTo>
                  <a:pt x="225007" y="104270"/>
                </a:lnTo>
                <a:lnTo>
                  <a:pt x="224355" y="104276"/>
                </a:lnTo>
                <a:lnTo>
                  <a:pt x="217402" y="104276"/>
                </a:lnTo>
                <a:lnTo>
                  <a:pt x="216763" y="104270"/>
                </a:lnTo>
                <a:lnTo>
                  <a:pt x="216136" y="104252"/>
                </a:lnTo>
                <a:lnTo>
                  <a:pt x="215521" y="104223"/>
                </a:lnTo>
                <a:lnTo>
                  <a:pt x="214918" y="104182"/>
                </a:lnTo>
                <a:lnTo>
                  <a:pt x="214327" y="104128"/>
                </a:lnTo>
                <a:lnTo>
                  <a:pt x="213749" y="104064"/>
                </a:lnTo>
                <a:lnTo>
                  <a:pt x="213182" y="103987"/>
                </a:lnTo>
                <a:lnTo>
                  <a:pt x="212627" y="103898"/>
                </a:lnTo>
                <a:lnTo>
                  <a:pt x="212085" y="103798"/>
                </a:lnTo>
                <a:lnTo>
                  <a:pt x="211554" y="103686"/>
                </a:lnTo>
                <a:lnTo>
                  <a:pt x="211036" y="103562"/>
                </a:lnTo>
                <a:lnTo>
                  <a:pt x="210529" y="103427"/>
                </a:lnTo>
                <a:lnTo>
                  <a:pt x="210035" y="103279"/>
                </a:lnTo>
                <a:lnTo>
                  <a:pt x="209553" y="103120"/>
                </a:lnTo>
                <a:lnTo>
                  <a:pt x="209083" y="102949"/>
                </a:lnTo>
                <a:lnTo>
                  <a:pt x="208625" y="102766"/>
                </a:lnTo>
                <a:lnTo>
                  <a:pt x="208178" y="102572"/>
                </a:lnTo>
                <a:lnTo>
                  <a:pt x="207744" y="102365"/>
                </a:lnTo>
                <a:lnTo>
                  <a:pt x="207323" y="102147"/>
                </a:lnTo>
                <a:lnTo>
                  <a:pt x="206913" y="101917"/>
                </a:lnTo>
                <a:lnTo>
                  <a:pt x="206515" y="101675"/>
                </a:lnTo>
                <a:lnTo>
                  <a:pt x="206129" y="101422"/>
                </a:lnTo>
                <a:lnTo>
                  <a:pt x="205755" y="101156"/>
                </a:lnTo>
                <a:lnTo>
                  <a:pt x="205394" y="100879"/>
                </a:lnTo>
                <a:lnTo>
                  <a:pt x="205046" y="100591"/>
                </a:lnTo>
                <a:lnTo>
                  <a:pt x="204713" y="100295"/>
                </a:lnTo>
                <a:lnTo>
                  <a:pt x="204394" y="99989"/>
                </a:lnTo>
                <a:lnTo>
                  <a:pt x="204091" y="99674"/>
                </a:lnTo>
                <a:lnTo>
                  <a:pt x="203802" y="99351"/>
                </a:lnTo>
                <a:lnTo>
                  <a:pt x="203528" y="99018"/>
                </a:lnTo>
                <a:lnTo>
                  <a:pt x="203269" y="98676"/>
                </a:lnTo>
                <a:lnTo>
                  <a:pt x="203024" y="98325"/>
                </a:lnTo>
                <a:lnTo>
                  <a:pt x="202795" y="97965"/>
                </a:lnTo>
                <a:lnTo>
                  <a:pt x="202580" y="97596"/>
                </a:lnTo>
                <a:lnTo>
                  <a:pt x="202380" y="97218"/>
                </a:lnTo>
                <a:lnTo>
                  <a:pt x="202195" y="96831"/>
                </a:lnTo>
                <a:lnTo>
                  <a:pt x="202025" y="96434"/>
                </a:lnTo>
                <a:lnTo>
                  <a:pt x="201869" y="96029"/>
                </a:lnTo>
                <a:lnTo>
                  <a:pt x="201729" y="95615"/>
                </a:lnTo>
                <a:lnTo>
                  <a:pt x="201603" y="95192"/>
                </a:lnTo>
                <a:lnTo>
                  <a:pt x="201492" y="94759"/>
                </a:lnTo>
                <a:lnTo>
                  <a:pt x="201396" y="94318"/>
                </a:lnTo>
                <a:lnTo>
                  <a:pt x="201314" y="93867"/>
                </a:lnTo>
                <a:lnTo>
                  <a:pt x="201247" y="93408"/>
                </a:lnTo>
                <a:lnTo>
                  <a:pt x="201196" y="92939"/>
                </a:lnTo>
                <a:lnTo>
                  <a:pt x="201159" y="92462"/>
                </a:lnTo>
                <a:lnTo>
                  <a:pt x="201136" y="91975"/>
                </a:lnTo>
                <a:lnTo>
                  <a:pt x="201129" y="91479"/>
                </a:lnTo>
                <a:lnTo>
                  <a:pt x="186910" y="91479"/>
                </a:lnTo>
                <a:lnTo>
                  <a:pt x="186916" y="92146"/>
                </a:lnTo>
                <a:lnTo>
                  <a:pt x="186935" y="92805"/>
                </a:lnTo>
                <a:lnTo>
                  <a:pt x="186965" y="93455"/>
                </a:lnTo>
                <a:lnTo>
                  <a:pt x="187009" y="94097"/>
                </a:lnTo>
                <a:lnTo>
                  <a:pt x="187064" y="94730"/>
                </a:lnTo>
                <a:lnTo>
                  <a:pt x="187132" y="95355"/>
                </a:lnTo>
                <a:lnTo>
                  <a:pt x="187212" y="95971"/>
                </a:lnTo>
                <a:lnTo>
                  <a:pt x="187305" y="96579"/>
                </a:lnTo>
                <a:lnTo>
                  <a:pt x="187410" y="97178"/>
                </a:lnTo>
                <a:lnTo>
                  <a:pt x="187527" y="97769"/>
                </a:lnTo>
                <a:lnTo>
                  <a:pt x="187656" y="98351"/>
                </a:lnTo>
                <a:lnTo>
                  <a:pt x="187798" y="98924"/>
                </a:lnTo>
                <a:lnTo>
                  <a:pt x="187953" y="99490"/>
                </a:lnTo>
                <a:lnTo>
                  <a:pt x="188119" y="100046"/>
                </a:lnTo>
                <a:lnTo>
                  <a:pt x="188298" y="100595"/>
                </a:lnTo>
                <a:lnTo>
                  <a:pt x="188489" y="101134"/>
                </a:lnTo>
                <a:lnTo>
                  <a:pt x="188693" y="101666"/>
                </a:lnTo>
                <a:lnTo>
                  <a:pt x="188909" y="102188"/>
                </a:lnTo>
                <a:lnTo>
                  <a:pt x="189137" y="102702"/>
                </a:lnTo>
                <a:lnTo>
                  <a:pt x="189378" y="103208"/>
                </a:lnTo>
                <a:lnTo>
                  <a:pt x="189631" y="103705"/>
                </a:lnTo>
                <a:lnTo>
                  <a:pt x="189896" y="104194"/>
                </a:lnTo>
                <a:lnTo>
                  <a:pt x="190173" y="104674"/>
                </a:lnTo>
                <a:lnTo>
                  <a:pt x="190463" y="105146"/>
                </a:lnTo>
                <a:lnTo>
                  <a:pt x="190766" y="105609"/>
                </a:lnTo>
                <a:lnTo>
                  <a:pt x="191079" y="106062"/>
                </a:lnTo>
                <a:lnTo>
                  <a:pt x="191404" y="106506"/>
                </a:lnTo>
                <a:lnTo>
                  <a:pt x="191741" y="106941"/>
                </a:lnTo>
                <a:lnTo>
                  <a:pt x="192089" y="107366"/>
                </a:lnTo>
                <a:lnTo>
                  <a:pt x="192449" y="107782"/>
                </a:lnTo>
                <a:lnTo>
                  <a:pt x="192820" y="108189"/>
                </a:lnTo>
                <a:lnTo>
                  <a:pt x="193202" y="108586"/>
                </a:lnTo>
                <a:lnTo>
                  <a:pt x="193597" y="108975"/>
                </a:lnTo>
                <a:lnTo>
                  <a:pt x="194002" y="109353"/>
                </a:lnTo>
                <a:lnTo>
                  <a:pt x="194419" y="109723"/>
                </a:lnTo>
                <a:lnTo>
                  <a:pt x="194848" y="110083"/>
                </a:lnTo>
                <a:lnTo>
                  <a:pt x="195288" y="110434"/>
                </a:lnTo>
                <a:lnTo>
                  <a:pt x="195740" y="110775"/>
                </a:lnTo>
                <a:lnTo>
                  <a:pt x="196203" y="111108"/>
                </a:lnTo>
                <a:lnTo>
                  <a:pt x="196678" y="111430"/>
                </a:lnTo>
                <a:lnTo>
                  <a:pt x="197164" y="111744"/>
                </a:lnTo>
                <a:lnTo>
                  <a:pt x="197662" y="112048"/>
                </a:lnTo>
                <a:lnTo>
                  <a:pt x="198171" y="112343"/>
                </a:lnTo>
                <a:lnTo>
                  <a:pt x="198692" y="112629"/>
                </a:lnTo>
                <a:lnTo>
                  <a:pt x="199224" y="112905"/>
                </a:lnTo>
                <a:lnTo>
                  <a:pt x="199768" y="113172"/>
                </a:lnTo>
                <a:lnTo>
                  <a:pt x="200324" y="113430"/>
                </a:lnTo>
                <a:lnTo>
                  <a:pt x="200890" y="113678"/>
                </a:lnTo>
                <a:lnTo>
                  <a:pt x="201468" y="113917"/>
                </a:lnTo>
                <a:lnTo>
                  <a:pt x="202055" y="114145"/>
                </a:lnTo>
                <a:lnTo>
                  <a:pt x="202652" y="114363"/>
                </a:lnTo>
                <a:lnTo>
                  <a:pt x="203258" y="114571"/>
                </a:lnTo>
                <a:lnTo>
                  <a:pt x="203874" y="114769"/>
                </a:lnTo>
                <a:lnTo>
                  <a:pt x="204500" y="114956"/>
                </a:lnTo>
                <a:lnTo>
                  <a:pt x="205135" y="115134"/>
                </a:lnTo>
                <a:lnTo>
                  <a:pt x="205780" y="115301"/>
                </a:lnTo>
                <a:lnTo>
                  <a:pt x="206434" y="115459"/>
                </a:lnTo>
                <a:lnTo>
                  <a:pt x="207098" y="115606"/>
                </a:lnTo>
                <a:lnTo>
                  <a:pt x="207772" y="115743"/>
                </a:lnTo>
                <a:lnTo>
                  <a:pt x="208455" y="115870"/>
                </a:lnTo>
                <a:lnTo>
                  <a:pt x="209148" y="115986"/>
                </a:lnTo>
                <a:lnTo>
                  <a:pt x="209850" y="116093"/>
                </a:lnTo>
                <a:lnTo>
                  <a:pt x="210562" y="116189"/>
                </a:lnTo>
                <a:lnTo>
                  <a:pt x="211284" y="116275"/>
                </a:lnTo>
                <a:lnTo>
                  <a:pt x="212015" y="116352"/>
                </a:lnTo>
                <a:lnTo>
                  <a:pt x="212756" y="116417"/>
                </a:lnTo>
                <a:lnTo>
                  <a:pt x="213506" y="116473"/>
                </a:lnTo>
                <a:lnTo>
                  <a:pt x="214266" y="116519"/>
                </a:lnTo>
                <a:lnTo>
                  <a:pt x="215036" y="116554"/>
                </a:lnTo>
                <a:lnTo>
                  <a:pt x="215815" y="116580"/>
                </a:lnTo>
                <a:lnTo>
                  <a:pt x="216604" y="116595"/>
                </a:lnTo>
                <a:lnTo>
                  <a:pt x="217402" y="116600"/>
                </a:lnTo>
                <a:lnTo>
                  <a:pt x="224355" y="116600"/>
                </a:lnTo>
                <a:lnTo>
                  <a:pt x="225555" y="116588"/>
                </a:lnTo>
                <a:lnTo>
                  <a:pt x="226732" y="116553"/>
                </a:lnTo>
                <a:close/>
                <a:moveTo>
                  <a:pt x="37492" y="116816"/>
                </a:moveTo>
                <a:lnTo>
                  <a:pt x="38582" y="116738"/>
                </a:lnTo>
                <a:lnTo>
                  <a:pt x="39656" y="116638"/>
                </a:lnTo>
                <a:lnTo>
                  <a:pt x="40714" y="116516"/>
                </a:lnTo>
                <a:lnTo>
                  <a:pt x="41756" y="116372"/>
                </a:lnTo>
                <a:lnTo>
                  <a:pt x="42782" y="116205"/>
                </a:lnTo>
                <a:lnTo>
                  <a:pt x="43792" y="116016"/>
                </a:lnTo>
                <a:lnTo>
                  <a:pt x="44786" y="115805"/>
                </a:lnTo>
                <a:lnTo>
                  <a:pt x="45764" y="115572"/>
                </a:lnTo>
                <a:lnTo>
                  <a:pt x="46727" y="115316"/>
                </a:lnTo>
                <a:lnTo>
                  <a:pt x="47673" y="115039"/>
                </a:lnTo>
                <a:lnTo>
                  <a:pt x="48604" y="114739"/>
                </a:lnTo>
                <a:lnTo>
                  <a:pt x="49519" y="114417"/>
                </a:lnTo>
                <a:lnTo>
                  <a:pt x="50418" y="114072"/>
                </a:lnTo>
                <a:lnTo>
                  <a:pt x="51300" y="113706"/>
                </a:lnTo>
                <a:lnTo>
                  <a:pt x="52167" y="113317"/>
                </a:lnTo>
                <a:lnTo>
                  <a:pt x="53019" y="112906"/>
                </a:lnTo>
                <a:lnTo>
                  <a:pt x="53854" y="112473"/>
                </a:lnTo>
                <a:lnTo>
                  <a:pt x="54673" y="112017"/>
                </a:lnTo>
                <a:lnTo>
                  <a:pt x="55476" y="111539"/>
                </a:lnTo>
                <a:lnTo>
                  <a:pt x="56264" y="111040"/>
                </a:lnTo>
                <a:lnTo>
                  <a:pt x="57036" y="110518"/>
                </a:lnTo>
                <a:lnTo>
                  <a:pt x="57786" y="109977"/>
                </a:lnTo>
                <a:lnTo>
                  <a:pt x="58509" y="109420"/>
                </a:lnTo>
                <a:lnTo>
                  <a:pt x="59206" y="108848"/>
                </a:lnTo>
                <a:lnTo>
                  <a:pt x="59876" y="108260"/>
                </a:lnTo>
                <a:lnTo>
                  <a:pt x="60519" y="107656"/>
                </a:lnTo>
                <a:lnTo>
                  <a:pt x="61134" y="107037"/>
                </a:lnTo>
                <a:lnTo>
                  <a:pt x="61723" y="106402"/>
                </a:lnTo>
                <a:lnTo>
                  <a:pt x="62286" y="105752"/>
                </a:lnTo>
                <a:lnTo>
                  <a:pt x="62821" y="105085"/>
                </a:lnTo>
                <a:lnTo>
                  <a:pt x="63329" y="104404"/>
                </a:lnTo>
                <a:lnTo>
                  <a:pt x="63811" y="103706"/>
                </a:lnTo>
                <a:lnTo>
                  <a:pt x="64265" y="102993"/>
                </a:lnTo>
                <a:lnTo>
                  <a:pt x="64693" y="102265"/>
                </a:lnTo>
                <a:lnTo>
                  <a:pt x="65093" y="101520"/>
                </a:lnTo>
                <a:lnTo>
                  <a:pt x="65467" y="100760"/>
                </a:lnTo>
                <a:lnTo>
                  <a:pt x="65814" y="99985"/>
                </a:lnTo>
                <a:lnTo>
                  <a:pt x="66134" y="99194"/>
                </a:lnTo>
                <a:lnTo>
                  <a:pt x="66427" y="98387"/>
                </a:lnTo>
                <a:lnTo>
                  <a:pt x="66694" y="97564"/>
                </a:lnTo>
                <a:lnTo>
                  <a:pt x="66933" y="96726"/>
                </a:lnTo>
                <a:lnTo>
                  <a:pt x="67146" y="95872"/>
                </a:lnTo>
                <a:lnTo>
                  <a:pt x="67331" y="95003"/>
                </a:lnTo>
                <a:lnTo>
                  <a:pt x="67490" y="94118"/>
                </a:lnTo>
                <a:lnTo>
                  <a:pt x="67622" y="93217"/>
                </a:lnTo>
                <a:lnTo>
                  <a:pt x="53402" y="93217"/>
                </a:lnTo>
                <a:lnTo>
                  <a:pt x="53303" y="93648"/>
                </a:lnTo>
                <a:lnTo>
                  <a:pt x="53190" y="94072"/>
                </a:lnTo>
                <a:lnTo>
                  <a:pt x="53063" y="94488"/>
                </a:lnTo>
                <a:lnTo>
                  <a:pt x="52922" y="94896"/>
                </a:lnTo>
                <a:lnTo>
                  <a:pt x="52767" y="95298"/>
                </a:lnTo>
                <a:lnTo>
                  <a:pt x="52597" y="95691"/>
                </a:lnTo>
                <a:lnTo>
                  <a:pt x="52414" y="96078"/>
                </a:lnTo>
                <a:lnTo>
                  <a:pt x="52217" y="96457"/>
                </a:lnTo>
                <a:lnTo>
                  <a:pt x="52006" y="96828"/>
                </a:lnTo>
                <a:lnTo>
                  <a:pt x="51781" y="97192"/>
                </a:lnTo>
                <a:lnTo>
                  <a:pt x="51542" y="97549"/>
                </a:lnTo>
                <a:lnTo>
                  <a:pt x="51289" y="97899"/>
                </a:lnTo>
                <a:lnTo>
                  <a:pt x="51022" y="98241"/>
                </a:lnTo>
                <a:lnTo>
                  <a:pt x="50741" y="98575"/>
                </a:lnTo>
                <a:lnTo>
                  <a:pt x="50446" y="98902"/>
                </a:lnTo>
                <a:lnTo>
                  <a:pt x="50137" y="99222"/>
                </a:lnTo>
                <a:lnTo>
                  <a:pt x="49814" y="99534"/>
                </a:lnTo>
                <a:lnTo>
                  <a:pt x="49477" y="99839"/>
                </a:lnTo>
                <a:lnTo>
                  <a:pt x="49126" y="100137"/>
                </a:lnTo>
                <a:lnTo>
                  <a:pt x="48761" y="100427"/>
                </a:lnTo>
                <a:lnTo>
                  <a:pt x="48382" y="100709"/>
                </a:lnTo>
                <a:lnTo>
                  <a:pt x="47989" y="100985"/>
                </a:lnTo>
                <a:lnTo>
                  <a:pt x="47582" y="101253"/>
                </a:lnTo>
                <a:lnTo>
                  <a:pt x="47161" y="101513"/>
                </a:lnTo>
                <a:lnTo>
                  <a:pt x="46728" y="101764"/>
                </a:lnTo>
                <a:lnTo>
                  <a:pt x="46286" y="102005"/>
                </a:lnTo>
                <a:lnTo>
                  <a:pt x="45834" y="102235"/>
                </a:lnTo>
                <a:lnTo>
                  <a:pt x="45373" y="102454"/>
                </a:lnTo>
                <a:lnTo>
                  <a:pt x="44902" y="102663"/>
                </a:lnTo>
                <a:lnTo>
                  <a:pt x="44421" y="102861"/>
                </a:lnTo>
                <a:lnTo>
                  <a:pt x="43931" y="103048"/>
                </a:lnTo>
                <a:lnTo>
                  <a:pt x="43431" y="103225"/>
                </a:lnTo>
                <a:lnTo>
                  <a:pt x="42922" y="103391"/>
                </a:lnTo>
                <a:lnTo>
                  <a:pt x="42403" y="103546"/>
                </a:lnTo>
                <a:lnTo>
                  <a:pt x="41874" y="103690"/>
                </a:lnTo>
                <a:lnTo>
                  <a:pt x="41336" y="103824"/>
                </a:lnTo>
                <a:lnTo>
                  <a:pt x="40788" y="103947"/>
                </a:lnTo>
                <a:lnTo>
                  <a:pt x="40231" y="104059"/>
                </a:lnTo>
                <a:lnTo>
                  <a:pt x="39664" y="104161"/>
                </a:lnTo>
                <a:lnTo>
                  <a:pt x="39087" y="104252"/>
                </a:lnTo>
                <a:lnTo>
                  <a:pt x="38501" y="104332"/>
                </a:lnTo>
                <a:lnTo>
                  <a:pt x="37905" y="104402"/>
                </a:lnTo>
                <a:lnTo>
                  <a:pt x="37299" y="104460"/>
                </a:lnTo>
                <a:lnTo>
                  <a:pt x="36684" y="104509"/>
                </a:lnTo>
                <a:lnTo>
                  <a:pt x="36060" y="104546"/>
                </a:lnTo>
                <a:lnTo>
                  <a:pt x="35425" y="104573"/>
                </a:lnTo>
                <a:lnTo>
                  <a:pt x="34781" y="104589"/>
                </a:lnTo>
                <a:lnTo>
                  <a:pt x="34128" y="104594"/>
                </a:lnTo>
                <a:lnTo>
                  <a:pt x="33370" y="104584"/>
                </a:lnTo>
                <a:lnTo>
                  <a:pt x="32626" y="104555"/>
                </a:lnTo>
                <a:lnTo>
                  <a:pt x="31894" y="104506"/>
                </a:lnTo>
                <a:lnTo>
                  <a:pt x="31174" y="104438"/>
                </a:lnTo>
                <a:lnTo>
                  <a:pt x="30467" y="104351"/>
                </a:lnTo>
                <a:lnTo>
                  <a:pt x="29773" y="104243"/>
                </a:lnTo>
                <a:lnTo>
                  <a:pt x="29091" y="104117"/>
                </a:lnTo>
                <a:lnTo>
                  <a:pt x="28422" y="103971"/>
                </a:lnTo>
                <a:lnTo>
                  <a:pt x="27766" y="103805"/>
                </a:lnTo>
                <a:lnTo>
                  <a:pt x="27122" y="103620"/>
                </a:lnTo>
                <a:lnTo>
                  <a:pt x="26491" y="103416"/>
                </a:lnTo>
                <a:lnTo>
                  <a:pt x="25872" y="103192"/>
                </a:lnTo>
                <a:lnTo>
                  <a:pt x="25267" y="102948"/>
                </a:lnTo>
                <a:lnTo>
                  <a:pt x="24673" y="102685"/>
                </a:lnTo>
                <a:lnTo>
                  <a:pt x="24093" y="102403"/>
                </a:lnTo>
                <a:lnTo>
                  <a:pt x="23524" y="102101"/>
                </a:lnTo>
                <a:lnTo>
                  <a:pt x="22969" y="101779"/>
                </a:lnTo>
                <a:lnTo>
                  <a:pt x="22426" y="101438"/>
                </a:lnTo>
                <a:lnTo>
                  <a:pt x="21896" y="101078"/>
                </a:lnTo>
                <a:lnTo>
                  <a:pt x="21378" y="100698"/>
                </a:lnTo>
                <a:lnTo>
                  <a:pt x="20873" y="100299"/>
                </a:lnTo>
                <a:lnTo>
                  <a:pt x="20381" y="99880"/>
                </a:lnTo>
                <a:lnTo>
                  <a:pt x="19901" y="99442"/>
                </a:lnTo>
                <a:lnTo>
                  <a:pt x="19434" y="98984"/>
                </a:lnTo>
                <a:lnTo>
                  <a:pt x="18982" y="98510"/>
                </a:lnTo>
                <a:lnTo>
                  <a:pt x="18550" y="98021"/>
                </a:lnTo>
                <a:lnTo>
                  <a:pt x="18138" y="97519"/>
                </a:lnTo>
                <a:lnTo>
                  <a:pt x="17744" y="97002"/>
                </a:lnTo>
                <a:lnTo>
                  <a:pt x="17369" y="96472"/>
                </a:lnTo>
                <a:lnTo>
                  <a:pt x="17014" y="95927"/>
                </a:lnTo>
                <a:lnTo>
                  <a:pt x="16678" y="95369"/>
                </a:lnTo>
                <a:lnTo>
                  <a:pt x="16361" y="94797"/>
                </a:lnTo>
                <a:lnTo>
                  <a:pt x="16064" y="94210"/>
                </a:lnTo>
                <a:lnTo>
                  <a:pt x="15785" y="93610"/>
                </a:lnTo>
                <a:lnTo>
                  <a:pt x="15526" y="92996"/>
                </a:lnTo>
                <a:lnTo>
                  <a:pt x="15286" y="92368"/>
                </a:lnTo>
                <a:lnTo>
                  <a:pt x="15065" y="91725"/>
                </a:lnTo>
                <a:lnTo>
                  <a:pt x="14863" y="91069"/>
                </a:lnTo>
                <a:lnTo>
                  <a:pt x="14681" y="90399"/>
                </a:lnTo>
                <a:lnTo>
                  <a:pt x="14518" y="89715"/>
                </a:lnTo>
                <a:lnTo>
                  <a:pt x="14374" y="89017"/>
                </a:lnTo>
                <a:lnTo>
                  <a:pt x="14249" y="88304"/>
                </a:lnTo>
                <a:lnTo>
                  <a:pt x="14143" y="87578"/>
                </a:lnTo>
                <a:lnTo>
                  <a:pt x="14057" y="86838"/>
                </a:lnTo>
                <a:lnTo>
                  <a:pt x="13990" y="86084"/>
                </a:lnTo>
                <a:lnTo>
                  <a:pt x="13942" y="85316"/>
                </a:lnTo>
                <a:lnTo>
                  <a:pt x="13913" y="84534"/>
                </a:lnTo>
                <a:lnTo>
                  <a:pt x="13903" y="83738"/>
                </a:lnTo>
                <a:lnTo>
                  <a:pt x="13903" y="75522"/>
                </a:lnTo>
                <a:lnTo>
                  <a:pt x="68256" y="75522"/>
                </a:lnTo>
                <a:lnTo>
                  <a:pt x="68256" y="60037"/>
                </a:lnTo>
                <a:lnTo>
                  <a:pt x="68248" y="59199"/>
                </a:lnTo>
                <a:lnTo>
                  <a:pt x="68226" y="58371"/>
                </a:lnTo>
                <a:lnTo>
                  <a:pt x="68189" y="57551"/>
                </a:lnTo>
                <a:lnTo>
                  <a:pt x="68137" y="56741"/>
                </a:lnTo>
                <a:lnTo>
                  <a:pt x="68070" y="55941"/>
                </a:lnTo>
                <a:lnTo>
                  <a:pt x="67989" y="55149"/>
                </a:lnTo>
                <a:lnTo>
                  <a:pt x="67893" y="54367"/>
                </a:lnTo>
                <a:lnTo>
                  <a:pt x="67781" y="53595"/>
                </a:lnTo>
                <a:lnTo>
                  <a:pt x="67656" y="52831"/>
                </a:lnTo>
                <a:lnTo>
                  <a:pt x="67515" y="52077"/>
                </a:lnTo>
                <a:lnTo>
                  <a:pt x="67359" y="51333"/>
                </a:lnTo>
                <a:lnTo>
                  <a:pt x="67189" y="50597"/>
                </a:lnTo>
                <a:lnTo>
                  <a:pt x="67004" y="49871"/>
                </a:lnTo>
                <a:lnTo>
                  <a:pt x="66804" y="49155"/>
                </a:lnTo>
                <a:lnTo>
                  <a:pt x="66589" y="48447"/>
                </a:lnTo>
                <a:lnTo>
                  <a:pt x="66359" y="47749"/>
                </a:lnTo>
                <a:lnTo>
                  <a:pt x="66115" y="47061"/>
                </a:lnTo>
                <a:lnTo>
                  <a:pt x="65855" y="46381"/>
                </a:lnTo>
                <a:lnTo>
                  <a:pt x="65581" y="45711"/>
                </a:lnTo>
                <a:lnTo>
                  <a:pt x="65292" y="45050"/>
                </a:lnTo>
                <a:lnTo>
                  <a:pt x="64989" y="44399"/>
                </a:lnTo>
                <a:lnTo>
                  <a:pt x="64670" y="43757"/>
                </a:lnTo>
                <a:lnTo>
                  <a:pt x="64337" y="43124"/>
                </a:lnTo>
                <a:lnTo>
                  <a:pt x="63988" y="42501"/>
                </a:lnTo>
                <a:lnTo>
                  <a:pt x="63627" y="41888"/>
                </a:lnTo>
                <a:lnTo>
                  <a:pt x="63254" y="41286"/>
                </a:lnTo>
                <a:lnTo>
                  <a:pt x="62869" y="40696"/>
                </a:lnTo>
                <a:lnTo>
                  <a:pt x="62472" y="40118"/>
                </a:lnTo>
                <a:lnTo>
                  <a:pt x="62064" y="39551"/>
                </a:lnTo>
                <a:lnTo>
                  <a:pt x="61644" y="38995"/>
                </a:lnTo>
                <a:lnTo>
                  <a:pt x="61211" y="38451"/>
                </a:lnTo>
                <a:lnTo>
                  <a:pt x="60768" y="37919"/>
                </a:lnTo>
                <a:lnTo>
                  <a:pt x="60312" y="37398"/>
                </a:lnTo>
                <a:lnTo>
                  <a:pt x="59844" y="36889"/>
                </a:lnTo>
                <a:lnTo>
                  <a:pt x="59365" y="36391"/>
                </a:lnTo>
                <a:lnTo>
                  <a:pt x="58874" y="35905"/>
                </a:lnTo>
                <a:lnTo>
                  <a:pt x="58371" y="35430"/>
                </a:lnTo>
                <a:lnTo>
                  <a:pt x="57856" y="34966"/>
                </a:lnTo>
                <a:lnTo>
                  <a:pt x="57330" y="34515"/>
                </a:lnTo>
                <a:lnTo>
                  <a:pt x="56791" y="34074"/>
                </a:lnTo>
                <a:lnTo>
                  <a:pt x="56241" y="33646"/>
                </a:lnTo>
                <a:lnTo>
                  <a:pt x="55679" y="33229"/>
                </a:lnTo>
                <a:lnTo>
                  <a:pt x="55105" y="32823"/>
                </a:lnTo>
                <a:lnTo>
                  <a:pt x="54520" y="32429"/>
                </a:lnTo>
                <a:lnTo>
                  <a:pt x="53922" y="32046"/>
                </a:lnTo>
                <a:lnTo>
                  <a:pt x="53313" y="31675"/>
                </a:lnTo>
                <a:lnTo>
                  <a:pt x="52692" y="31315"/>
                </a:lnTo>
                <a:lnTo>
                  <a:pt x="52060" y="30967"/>
                </a:lnTo>
                <a:lnTo>
                  <a:pt x="51417" y="30632"/>
                </a:lnTo>
                <a:lnTo>
                  <a:pt x="50765" y="30311"/>
                </a:lnTo>
                <a:lnTo>
                  <a:pt x="50103" y="30004"/>
                </a:lnTo>
                <a:lnTo>
                  <a:pt x="49433" y="29712"/>
                </a:lnTo>
                <a:lnTo>
                  <a:pt x="48754" y="29434"/>
                </a:lnTo>
                <a:lnTo>
                  <a:pt x="48066" y="29170"/>
                </a:lnTo>
                <a:lnTo>
                  <a:pt x="47368" y="28920"/>
                </a:lnTo>
                <a:lnTo>
                  <a:pt x="46662" y="28685"/>
                </a:lnTo>
                <a:lnTo>
                  <a:pt x="45947" y="28464"/>
                </a:lnTo>
                <a:lnTo>
                  <a:pt x="45222" y="28257"/>
                </a:lnTo>
                <a:lnTo>
                  <a:pt x="44488" y="28064"/>
                </a:lnTo>
                <a:lnTo>
                  <a:pt x="43746" y="27886"/>
                </a:lnTo>
                <a:lnTo>
                  <a:pt x="42994" y="27722"/>
                </a:lnTo>
                <a:lnTo>
                  <a:pt x="42233" y="27572"/>
                </a:lnTo>
                <a:lnTo>
                  <a:pt x="41464" y="27437"/>
                </a:lnTo>
                <a:lnTo>
                  <a:pt x="40685" y="27316"/>
                </a:lnTo>
                <a:lnTo>
                  <a:pt x="39897" y="27209"/>
                </a:lnTo>
                <a:lnTo>
                  <a:pt x="39100" y="27116"/>
                </a:lnTo>
                <a:lnTo>
                  <a:pt x="38294" y="27037"/>
                </a:lnTo>
                <a:lnTo>
                  <a:pt x="37479" y="26973"/>
                </a:lnTo>
                <a:lnTo>
                  <a:pt x="36655" y="26923"/>
                </a:lnTo>
                <a:lnTo>
                  <a:pt x="35821" y="26888"/>
                </a:lnTo>
                <a:lnTo>
                  <a:pt x="34979" y="26866"/>
                </a:lnTo>
                <a:lnTo>
                  <a:pt x="34128" y="26859"/>
                </a:lnTo>
                <a:lnTo>
                  <a:pt x="33276" y="26866"/>
                </a:lnTo>
                <a:lnTo>
                  <a:pt x="32434" y="26888"/>
                </a:lnTo>
                <a:lnTo>
                  <a:pt x="31601" y="26925"/>
                </a:lnTo>
                <a:lnTo>
                  <a:pt x="30777" y="26975"/>
                </a:lnTo>
                <a:lnTo>
                  <a:pt x="29962" y="27041"/>
                </a:lnTo>
                <a:lnTo>
                  <a:pt x="29156" y="27121"/>
                </a:lnTo>
                <a:lnTo>
                  <a:pt x="28359" y="27215"/>
                </a:lnTo>
                <a:lnTo>
                  <a:pt x="27571" y="27324"/>
                </a:lnTo>
                <a:lnTo>
                  <a:pt x="26792" y="27448"/>
                </a:lnTo>
                <a:lnTo>
                  <a:pt x="26022" y="27586"/>
                </a:lnTo>
                <a:lnTo>
                  <a:pt x="25261" y="27739"/>
                </a:lnTo>
                <a:lnTo>
                  <a:pt x="24509" y="27906"/>
                </a:lnTo>
                <a:lnTo>
                  <a:pt x="23766" y="28088"/>
                </a:lnTo>
                <a:lnTo>
                  <a:pt x="23033" y="28284"/>
                </a:lnTo>
                <a:lnTo>
                  <a:pt x="22308" y="28495"/>
                </a:lnTo>
                <a:lnTo>
                  <a:pt x="21593" y="28720"/>
                </a:lnTo>
                <a:lnTo>
                  <a:pt x="20886" y="28960"/>
                </a:lnTo>
                <a:lnTo>
                  <a:pt x="20188" y="29215"/>
                </a:lnTo>
                <a:lnTo>
                  <a:pt x="19500" y="29484"/>
                </a:lnTo>
                <a:lnTo>
                  <a:pt x="18821" y="29767"/>
                </a:lnTo>
                <a:lnTo>
                  <a:pt x="18150" y="30065"/>
                </a:lnTo>
                <a:lnTo>
                  <a:pt x="17489" y="30378"/>
                </a:lnTo>
                <a:lnTo>
                  <a:pt x="16837" y="30705"/>
                </a:lnTo>
                <a:lnTo>
                  <a:pt x="16194" y="31047"/>
                </a:lnTo>
                <a:lnTo>
                  <a:pt x="15561" y="31402"/>
                </a:lnTo>
                <a:lnTo>
                  <a:pt x="14940" y="31769"/>
                </a:lnTo>
                <a:lnTo>
                  <a:pt x="14331" y="32149"/>
                </a:lnTo>
                <a:lnTo>
                  <a:pt x="13734" y="32541"/>
                </a:lnTo>
                <a:lnTo>
                  <a:pt x="13149" y="32945"/>
                </a:lnTo>
                <a:lnTo>
                  <a:pt x="12575" y="33362"/>
                </a:lnTo>
                <a:lnTo>
                  <a:pt x="12013" y="33791"/>
                </a:lnTo>
                <a:lnTo>
                  <a:pt x="11463" y="34232"/>
                </a:lnTo>
                <a:lnTo>
                  <a:pt x="10925" y="34686"/>
                </a:lnTo>
                <a:lnTo>
                  <a:pt x="10398" y="35152"/>
                </a:lnTo>
                <a:lnTo>
                  <a:pt x="9883" y="35631"/>
                </a:lnTo>
                <a:lnTo>
                  <a:pt x="9381" y="36122"/>
                </a:lnTo>
                <a:lnTo>
                  <a:pt x="8889" y="36625"/>
                </a:lnTo>
                <a:lnTo>
                  <a:pt x="8410" y="37140"/>
                </a:lnTo>
                <a:lnTo>
                  <a:pt x="7942" y="37668"/>
                </a:lnTo>
                <a:lnTo>
                  <a:pt x="7487" y="38209"/>
                </a:lnTo>
                <a:lnTo>
                  <a:pt x="7043" y="38761"/>
                </a:lnTo>
                <a:lnTo>
                  <a:pt x="6611" y="39326"/>
                </a:lnTo>
                <a:lnTo>
                  <a:pt x="6190" y="39903"/>
                </a:lnTo>
                <a:lnTo>
                  <a:pt x="5781" y="40493"/>
                </a:lnTo>
                <a:lnTo>
                  <a:pt x="5385" y="41095"/>
                </a:lnTo>
                <a:lnTo>
                  <a:pt x="5000" y="41710"/>
                </a:lnTo>
                <a:lnTo>
                  <a:pt x="4626" y="42336"/>
                </a:lnTo>
                <a:lnTo>
                  <a:pt x="4265" y="42976"/>
                </a:lnTo>
                <a:lnTo>
                  <a:pt x="3917" y="43626"/>
                </a:lnTo>
                <a:lnTo>
                  <a:pt x="3584" y="44288"/>
                </a:lnTo>
                <a:lnTo>
                  <a:pt x="3265" y="44960"/>
                </a:lnTo>
                <a:lnTo>
                  <a:pt x="2962" y="45644"/>
                </a:lnTo>
                <a:lnTo>
                  <a:pt x="2673" y="46338"/>
                </a:lnTo>
                <a:lnTo>
                  <a:pt x="2399" y="47044"/>
                </a:lnTo>
                <a:lnTo>
                  <a:pt x="2140" y="47760"/>
                </a:lnTo>
                <a:lnTo>
                  <a:pt x="1895" y="48488"/>
                </a:lnTo>
                <a:lnTo>
                  <a:pt x="1666" y="49226"/>
                </a:lnTo>
                <a:lnTo>
                  <a:pt x="1451" y="49975"/>
                </a:lnTo>
                <a:lnTo>
                  <a:pt x="1251" y="50736"/>
                </a:lnTo>
                <a:lnTo>
                  <a:pt x="1066" y="51507"/>
                </a:lnTo>
                <a:lnTo>
                  <a:pt x="896" y="52289"/>
                </a:lnTo>
                <a:lnTo>
                  <a:pt x="740" y="53082"/>
                </a:lnTo>
                <a:lnTo>
                  <a:pt x="600" y="53887"/>
                </a:lnTo>
                <a:lnTo>
                  <a:pt x="474" y="54702"/>
                </a:lnTo>
                <a:lnTo>
                  <a:pt x="363" y="55528"/>
                </a:lnTo>
                <a:lnTo>
                  <a:pt x="267" y="56365"/>
                </a:lnTo>
                <a:lnTo>
                  <a:pt x="185" y="57213"/>
                </a:lnTo>
                <a:lnTo>
                  <a:pt x="118" y="58072"/>
                </a:lnTo>
                <a:lnTo>
                  <a:pt x="67" y="58942"/>
                </a:lnTo>
                <a:lnTo>
                  <a:pt x="30" y="59824"/>
                </a:lnTo>
                <a:lnTo>
                  <a:pt x="7" y="60716"/>
                </a:lnTo>
                <a:lnTo>
                  <a:pt x="0" y="61619"/>
                </a:lnTo>
                <a:lnTo>
                  <a:pt x="0" y="82156"/>
                </a:lnTo>
                <a:lnTo>
                  <a:pt x="7" y="83047"/>
                </a:lnTo>
                <a:lnTo>
                  <a:pt x="30" y="83927"/>
                </a:lnTo>
                <a:lnTo>
                  <a:pt x="67" y="84797"/>
                </a:lnTo>
                <a:lnTo>
                  <a:pt x="118" y="85657"/>
                </a:lnTo>
                <a:lnTo>
                  <a:pt x="185" y="86507"/>
                </a:lnTo>
                <a:lnTo>
                  <a:pt x="267" y="87346"/>
                </a:lnTo>
                <a:lnTo>
                  <a:pt x="363" y="88176"/>
                </a:lnTo>
                <a:lnTo>
                  <a:pt x="474" y="88995"/>
                </a:lnTo>
                <a:lnTo>
                  <a:pt x="600" y="89804"/>
                </a:lnTo>
                <a:lnTo>
                  <a:pt x="740" y="90603"/>
                </a:lnTo>
                <a:lnTo>
                  <a:pt x="896" y="91392"/>
                </a:lnTo>
                <a:lnTo>
                  <a:pt x="1066" y="92170"/>
                </a:lnTo>
                <a:lnTo>
                  <a:pt x="1251" y="92939"/>
                </a:lnTo>
                <a:lnTo>
                  <a:pt x="1451" y="93697"/>
                </a:lnTo>
                <a:lnTo>
                  <a:pt x="1666" y="94446"/>
                </a:lnTo>
                <a:lnTo>
                  <a:pt x="1895" y="95184"/>
                </a:lnTo>
                <a:lnTo>
                  <a:pt x="2140" y="95911"/>
                </a:lnTo>
                <a:lnTo>
                  <a:pt x="2399" y="96629"/>
                </a:lnTo>
                <a:lnTo>
                  <a:pt x="2673" y="97337"/>
                </a:lnTo>
                <a:lnTo>
                  <a:pt x="2962" y="98034"/>
                </a:lnTo>
                <a:lnTo>
                  <a:pt x="3265" y="98721"/>
                </a:lnTo>
                <a:lnTo>
                  <a:pt x="3584" y="99399"/>
                </a:lnTo>
                <a:lnTo>
                  <a:pt x="3917" y="100066"/>
                </a:lnTo>
                <a:lnTo>
                  <a:pt x="4265" y="100722"/>
                </a:lnTo>
                <a:lnTo>
                  <a:pt x="4626" y="101368"/>
                </a:lnTo>
                <a:lnTo>
                  <a:pt x="5000" y="102001"/>
                </a:lnTo>
                <a:lnTo>
                  <a:pt x="5385" y="102621"/>
                </a:lnTo>
                <a:lnTo>
                  <a:pt x="5781" y="103228"/>
                </a:lnTo>
                <a:lnTo>
                  <a:pt x="6190" y="103823"/>
                </a:lnTo>
                <a:lnTo>
                  <a:pt x="6611" y="104406"/>
                </a:lnTo>
                <a:lnTo>
                  <a:pt x="7043" y="104975"/>
                </a:lnTo>
                <a:lnTo>
                  <a:pt x="7487" y="105532"/>
                </a:lnTo>
                <a:lnTo>
                  <a:pt x="7942" y="106077"/>
                </a:lnTo>
                <a:lnTo>
                  <a:pt x="8410" y="106609"/>
                </a:lnTo>
                <a:lnTo>
                  <a:pt x="8889" y="107128"/>
                </a:lnTo>
                <a:lnTo>
                  <a:pt x="9381" y="107635"/>
                </a:lnTo>
                <a:lnTo>
                  <a:pt x="9883" y="108129"/>
                </a:lnTo>
                <a:lnTo>
                  <a:pt x="10398" y="108610"/>
                </a:lnTo>
                <a:lnTo>
                  <a:pt x="10925" y="109079"/>
                </a:lnTo>
                <a:lnTo>
                  <a:pt x="11463" y="109535"/>
                </a:lnTo>
                <a:lnTo>
                  <a:pt x="12013" y="109979"/>
                </a:lnTo>
                <a:lnTo>
                  <a:pt x="12575" y="110410"/>
                </a:lnTo>
                <a:lnTo>
                  <a:pt x="13149" y="110828"/>
                </a:lnTo>
                <a:lnTo>
                  <a:pt x="13734" y="111234"/>
                </a:lnTo>
                <a:lnTo>
                  <a:pt x="14331" y="111627"/>
                </a:lnTo>
                <a:lnTo>
                  <a:pt x="14940" y="112008"/>
                </a:lnTo>
                <a:lnTo>
                  <a:pt x="15561" y="112375"/>
                </a:lnTo>
                <a:lnTo>
                  <a:pt x="16194" y="112731"/>
                </a:lnTo>
                <a:lnTo>
                  <a:pt x="16837" y="113072"/>
                </a:lnTo>
                <a:lnTo>
                  <a:pt x="17489" y="113399"/>
                </a:lnTo>
                <a:lnTo>
                  <a:pt x="18150" y="113712"/>
                </a:lnTo>
                <a:lnTo>
                  <a:pt x="18821" y="114010"/>
                </a:lnTo>
                <a:lnTo>
                  <a:pt x="19500" y="114293"/>
                </a:lnTo>
                <a:lnTo>
                  <a:pt x="20188" y="114562"/>
                </a:lnTo>
                <a:lnTo>
                  <a:pt x="20886" y="114816"/>
                </a:lnTo>
                <a:lnTo>
                  <a:pt x="21593" y="115056"/>
                </a:lnTo>
                <a:lnTo>
                  <a:pt x="22308" y="115281"/>
                </a:lnTo>
                <a:lnTo>
                  <a:pt x="23033" y="115492"/>
                </a:lnTo>
                <a:lnTo>
                  <a:pt x="23766" y="115688"/>
                </a:lnTo>
                <a:lnTo>
                  <a:pt x="24509" y="115870"/>
                </a:lnTo>
                <a:lnTo>
                  <a:pt x="25261" y="116037"/>
                </a:lnTo>
                <a:lnTo>
                  <a:pt x="26022" y="116189"/>
                </a:lnTo>
                <a:lnTo>
                  <a:pt x="26792" y="116327"/>
                </a:lnTo>
                <a:lnTo>
                  <a:pt x="27571" y="116451"/>
                </a:lnTo>
                <a:lnTo>
                  <a:pt x="28359" y="116560"/>
                </a:lnTo>
                <a:lnTo>
                  <a:pt x="29156" y="116654"/>
                </a:lnTo>
                <a:lnTo>
                  <a:pt x="29962" y="116734"/>
                </a:lnTo>
                <a:lnTo>
                  <a:pt x="30777" y="116800"/>
                </a:lnTo>
                <a:lnTo>
                  <a:pt x="31601" y="116851"/>
                </a:lnTo>
                <a:lnTo>
                  <a:pt x="32434" y="116887"/>
                </a:lnTo>
                <a:lnTo>
                  <a:pt x="33276" y="116909"/>
                </a:lnTo>
                <a:lnTo>
                  <a:pt x="34128" y="116916"/>
                </a:lnTo>
                <a:lnTo>
                  <a:pt x="35265" y="116905"/>
                </a:lnTo>
                <a:lnTo>
                  <a:pt x="36387" y="116871"/>
                </a:lnTo>
                <a:lnTo>
                  <a:pt x="37492" y="116816"/>
                </a:lnTo>
                <a:close/>
                <a:moveTo>
                  <a:pt x="13903" y="60037"/>
                </a:moveTo>
                <a:lnTo>
                  <a:pt x="13912" y="59189"/>
                </a:lnTo>
                <a:lnTo>
                  <a:pt x="13940" y="58358"/>
                </a:lnTo>
                <a:lnTo>
                  <a:pt x="13986" y="57543"/>
                </a:lnTo>
                <a:lnTo>
                  <a:pt x="14050" y="56744"/>
                </a:lnTo>
                <a:lnTo>
                  <a:pt x="14133" y="55961"/>
                </a:lnTo>
                <a:lnTo>
                  <a:pt x="14234" y="55194"/>
                </a:lnTo>
                <a:lnTo>
                  <a:pt x="14353" y="54444"/>
                </a:lnTo>
                <a:lnTo>
                  <a:pt x="14491" y="53710"/>
                </a:lnTo>
                <a:lnTo>
                  <a:pt x="14647" y="52992"/>
                </a:lnTo>
                <a:lnTo>
                  <a:pt x="14822" y="52290"/>
                </a:lnTo>
                <a:lnTo>
                  <a:pt x="15015" y="51604"/>
                </a:lnTo>
                <a:lnTo>
                  <a:pt x="15226" y="50934"/>
                </a:lnTo>
                <a:lnTo>
                  <a:pt x="15456" y="50281"/>
                </a:lnTo>
                <a:lnTo>
                  <a:pt x="15704" y="49644"/>
                </a:lnTo>
                <a:lnTo>
                  <a:pt x="15970" y="49023"/>
                </a:lnTo>
                <a:lnTo>
                  <a:pt x="16255" y="48418"/>
                </a:lnTo>
                <a:lnTo>
                  <a:pt x="16558" y="47829"/>
                </a:lnTo>
                <a:lnTo>
                  <a:pt x="16880" y="47257"/>
                </a:lnTo>
                <a:lnTo>
                  <a:pt x="17220" y="46700"/>
                </a:lnTo>
                <a:lnTo>
                  <a:pt x="17578" y="46160"/>
                </a:lnTo>
                <a:lnTo>
                  <a:pt x="17955" y="45636"/>
                </a:lnTo>
                <a:lnTo>
                  <a:pt x="18350" y="45129"/>
                </a:lnTo>
                <a:lnTo>
                  <a:pt x="18763" y="44637"/>
                </a:lnTo>
                <a:lnTo>
                  <a:pt x="19195" y="44162"/>
                </a:lnTo>
                <a:lnTo>
                  <a:pt x="19644" y="43704"/>
                </a:lnTo>
                <a:lnTo>
                  <a:pt x="20108" y="43266"/>
                </a:lnTo>
                <a:lnTo>
                  <a:pt x="20587" y="42847"/>
                </a:lnTo>
                <a:lnTo>
                  <a:pt x="21080" y="42448"/>
                </a:lnTo>
                <a:lnTo>
                  <a:pt x="21590" y="42068"/>
                </a:lnTo>
                <a:lnTo>
                  <a:pt x="22114" y="41707"/>
                </a:lnTo>
                <a:lnTo>
                  <a:pt x="22653" y="41366"/>
                </a:lnTo>
                <a:lnTo>
                  <a:pt x="23207" y="41045"/>
                </a:lnTo>
                <a:lnTo>
                  <a:pt x="23777" y="40743"/>
                </a:lnTo>
                <a:lnTo>
                  <a:pt x="24361" y="40461"/>
                </a:lnTo>
                <a:lnTo>
                  <a:pt x="24961" y="40198"/>
                </a:lnTo>
                <a:lnTo>
                  <a:pt x="25575" y="39954"/>
                </a:lnTo>
                <a:lnTo>
                  <a:pt x="26205" y="39730"/>
                </a:lnTo>
                <a:lnTo>
                  <a:pt x="26850" y="39526"/>
                </a:lnTo>
                <a:lnTo>
                  <a:pt x="27510" y="39341"/>
                </a:lnTo>
                <a:lnTo>
                  <a:pt x="28185" y="39175"/>
                </a:lnTo>
                <a:lnTo>
                  <a:pt x="28875" y="39029"/>
                </a:lnTo>
                <a:lnTo>
                  <a:pt x="29580" y="38902"/>
                </a:lnTo>
                <a:lnTo>
                  <a:pt x="30300" y="38795"/>
                </a:lnTo>
                <a:lnTo>
                  <a:pt x="31036" y="38708"/>
                </a:lnTo>
                <a:lnTo>
                  <a:pt x="31786" y="38639"/>
                </a:lnTo>
                <a:lnTo>
                  <a:pt x="32552" y="38591"/>
                </a:lnTo>
                <a:lnTo>
                  <a:pt x="33332" y="38561"/>
                </a:lnTo>
                <a:lnTo>
                  <a:pt x="34128" y="38552"/>
                </a:lnTo>
                <a:lnTo>
                  <a:pt x="34923" y="38561"/>
                </a:lnTo>
                <a:lnTo>
                  <a:pt x="35704" y="38591"/>
                </a:lnTo>
                <a:lnTo>
                  <a:pt x="36469" y="38639"/>
                </a:lnTo>
                <a:lnTo>
                  <a:pt x="37219" y="38708"/>
                </a:lnTo>
                <a:lnTo>
                  <a:pt x="37954" y="38795"/>
                </a:lnTo>
                <a:lnTo>
                  <a:pt x="38674" y="38902"/>
                </a:lnTo>
                <a:lnTo>
                  <a:pt x="39379" y="39029"/>
                </a:lnTo>
                <a:lnTo>
                  <a:pt x="40069" y="39175"/>
                </a:lnTo>
                <a:lnTo>
                  <a:pt x="40744" y="39341"/>
                </a:lnTo>
                <a:lnTo>
                  <a:pt x="41404" y="39526"/>
                </a:lnTo>
                <a:lnTo>
                  <a:pt x="42048" y="39730"/>
                </a:lnTo>
                <a:lnTo>
                  <a:pt x="42678" y="39954"/>
                </a:lnTo>
                <a:lnTo>
                  <a:pt x="43292" y="40198"/>
                </a:lnTo>
                <a:lnTo>
                  <a:pt x="43892" y="40461"/>
                </a:lnTo>
                <a:lnTo>
                  <a:pt x="44476" y="40743"/>
                </a:lnTo>
                <a:lnTo>
                  <a:pt x="45045" y="41045"/>
                </a:lnTo>
                <a:lnTo>
                  <a:pt x="45599" y="41366"/>
                </a:lnTo>
                <a:lnTo>
                  <a:pt x="46138" y="41707"/>
                </a:lnTo>
                <a:lnTo>
                  <a:pt x="46662" y="42068"/>
                </a:lnTo>
                <a:lnTo>
                  <a:pt x="47171" y="42448"/>
                </a:lnTo>
                <a:lnTo>
                  <a:pt x="47665" y="42847"/>
                </a:lnTo>
                <a:lnTo>
                  <a:pt x="48144" y="43266"/>
                </a:lnTo>
                <a:lnTo>
                  <a:pt x="48607" y="43704"/>
                </a:lnTo>
                <a:lnTo>
                  <a:pt x="49056" y="44162"/>
                </a:lnTo>
                <a:lnTo>
                  <a:pt x="49488" y="44637"/>
                </a:lnTo>
                <a:lnTo>
                  <a:pt x="49901" y="45129"/>
                </a:lnTo>
                <a:lnTo>
                  <a:pt x="50297" y="45636"/>
                </a:lnTo>
                <a:lnTo>
                  <a:pt x="50673" y="46160"/>
                </a:lnTo>
                <a:lnTo>
                  <a:pt x="51032" y="46700"/>
                </a:lnTo>
                <a:lnTo>
                  <a:pt x="51372" y="47257"/>
                </a:lnTo>
                <a:lnTo>
                  <a:pt x="51694" y="47829"/>
                </a:lnTo>
                <a:lnTo>
                  <a:pt x="51997" y="48418"/>
                </a:lnTo>
                <a:lnTo>
                  <a:pt x="52282" y="49023"/>
                </a:lnTo>
                <a:lnTo>
                  <a:pt x="52548" y="49644"/>
                </a:lnTo>
                <a:lnTo>
                  <a:pt x="52797" y="50281"/>
                </a:lnTo>
                <a:lnTo>
                  <a:pt x="53026" y="50934"/>
                </a:lnTo>
                <a:lnTo>
                  <a:pt x="53238" y="51604"/>
                </a:lnTo>
                <a:lnTo>
                  <a:pt x="53431" y="52290"/>
                </a:lnTo>
                <a:lnTo>
                  <a:pt x="53605" y="52992"/>
                </a:lnTo>
                <a:lnTo>
                  <a:pt x="53762" y="53710"/>
                </a:lnTo>
                <a:lnTo>
                  <a:pt x="53900" y="54444"/>
                </a:lnTo>
                <a:lnTo>
                  <a:pt x="54019" y="55194"/>
                </a:lnTo>
                <a:lnTo>
                  <a:pt x="54120" y="55961"/>
                </a:lnTo>
                <a:lnTo>
                  <a:pt x="54203" y="56744"/>
                </a:lnTo>
                <a:lnTo>
                  <a:pt x="54267" y="57543"/>
                </a:lnTo>
                <a:lnTo>
                  <a:pt x="54313" y="58358"/>
                </a:lnTo>
                <a:lnTo>
                  <a:pt x="54341" y="59189"/>
                </a:lnTo>
                <a:lnTo>
                  <a:pt x="54350" y="60037"/>
                </a:lnTo>
                <a:lnTo>
                  <a:pt x="54350" y="64461"/>
                </a:lnTo>
                <a:lnTo>
                  <a:pt x="13903" y="64461"/>
                </a:lnTo>
                <a:lnTo>
                  <a:pt x="13903" y="60037"/>
                </a:lnTo>
                <a:close/>
                <a:moveTo>
                  <a:pt x="318093" y="116816"/>
                </a:moveTo>
                <a:lnTo>
                  <a:pt x="319182" y="116738"/>
                </a:lnTo>
                <a:lnTo>
                  <a:pt x="320256" y="116638"/>
                </a:lnTo>
                <a:lnTo>
                  <a:pt x="321314" y="116516"/>
                </a:lnTo>
                <a:lnTo>
                  <a:pt x="322356" y="116372"/>
                </a:lnTo>
                <a:lnTo>
                  <a:pt x="323382" y="116205"/>
                </a:lnTo>
                <a:lnTo>
                  <a:pt x="324392" y="116016"/>
                </a:lnTo>
                <a:lnTo>
                  <a:pt x="325387" y="115805"/>
                </a:lnTo>
                <a:lnTo>
                  <a:pt x="326365" y="115572"/>
                </a:lnTo>
                <a:lnTo>
                  <a:pt x="327327" y="115316"/>
                </a:lnTo>
                <a:lnTo>
                  <a:pt x="328274" y="115039"/>
                </a:lnTo>
                <a:lnTo>
                  <a:pt x="329204" y="114739"/>
                </a:lnTo>
                <a:lnTo>
                  <a:pt x="330119" y="114417"/>
                </a:lnTo>
                <a:lnTo>
                  <a:pt x="331018" y="114072"/>
                </a:lnTo>
                <a:lnTo>
                  <a:pt x="331901" y="113706"/>
                </a:lnTo>
                <a:lnTo>
                  <a:pt x="332768" y="113317"/>
                </a:lnTo>
                <a:lnTo>
                  <a:pt x="333619" y="112906"/>
                </a:lnTo>
                <a:lnTo>
                  <a:pt x="334454" y="112473"/>
                </a:lnTo>
                <a:lnTo>
                  <a:pt x="335274" y="112017"/>
                </a:lnTo>
                <a:lnTo>
                  <a:pt x="336077" y="111539"/>
                </a:lnTo>
                <a:lnTo>
                  <a:pt x="336864" y="111040"/>
                </a:lnTo>
                <a:lnTo>
                  <a:pt x="337636" y="110518"/>
                </a:lnTo>
                <a:lnTo>
                  <a:pt x="338386" y="109977"/>
                </a:lnTo>
                <a:lnTo>
                  <a:pt x="339110" y="109420"/>
                </a:lnTo>
                <a:lnTo>
                  <a:pt x="339807" y="108848"/>
                </a:lnTo>
                <a:lnTo>
                  <a:pt x="340476" y="108260"/>
                </a:lnTo>
                <a:lnTo>
                  <a:pt x="341119" y="107656"/>
                </a:lnTo>
                <a:lnTo>
                  <a:pt x="341735" y="107037"/>
                </a:lnTo>
                <a:lnTo>
                  <a:pt x="342324" y="106402"/>
                </a:lnTo>
                <a:lnTo>
                  <a:pt x="342886" y="105752"/>
                </a:lnTo>
                <a:lnTo>
                  <a:pt x="343421" y="105085"/>
                </a:lnTo>
                <a:lnTo>
                  <a:pt x="343930" y="104404"/>
                </a:lnTo>
                <a:lnTo>
                  <a:pt x="344411" y="103706"/>
                </a:lnTo>
                <a:lnTo>
                  <a:pt x="344866" y="102993"/>
                </a:lnTo>
                <a:lnTo>
                  <a:pt x="345293" y="102265"/>
                </a:lnTo>
                <a:lnTo>
                  <a:pt x="345694" y="101520"/>
                </a:lnTo>
                <a:lnTo>
                  <a:pt x="346068" y="100760"/>
                </a:lnTo>
                <a:lnTo>
                  <a:pt x="346415" y="99985"/>
                </a:lnTo>
                <a:lnTo>
                  <a:pt x="346735" y="99194"/>
                </a:lnTo>
                <a:lnTo>
                  <a:pt x="347028" y="98387"/>
                </a:lnTo>
                <a:lnTo>
                  <a:pt x="347294" y="97564"/>
                </a:lnTo>
                <a:lnTo>
                  <a:pt x="347534" y="96726"/>
                </a:lnTo>
                <a:lnTo>
                  <a:pt x="347746" y="95872"/>
                </a:lnTo>
                <a:lnTo>
                  <a:pt x="347932" y="95003"/>
                </a:lnTo>
                <a:lnTo>
                  <a:pt x="348090" y="94118"/>
                </a:lnTo>
                <a:lnTo>
                  <a:pt x="348222" y="93217"/>
                </a:lnTo>
                <a:lnTo>
                  <a:pt x="334003" y="93217"/>
                </a:lnTo>
                <a:lnTo>
                  <a:pt x="333904" y="93648"/>
                </a:lnTo>
                <a:lnTo>
                  <a:pt x="333791" y="94072"/>
                </a:lnTo>
                <a:lnTo>
                  <a:pt x="333663" y="94488"/>
                </a:lnTo>
                <a:lnTo>
                  <a:pt x="333522" y="94896"/>
                </a:lnTo>
                <a:lnTo>
                  <a:pt x="333367" y="95298"/>
                </a:lnTo>
                <a:lnTo>
                  <a:pt x="333198" y="95691"/>
                </a:lnTo>
                <a:lnTo>
                  <a:pt x="333015" y="96078"/>
                </a:lnTo>
                <a:lnTo>
                  <a:pt x="332818" y="96457"/>
                </a:lnTo>
                <a:lnTo>
                  <a:pt x="332606" y="96828"/>
                </a:lnTo>
                <a:lnTo>
                  <a:pt x="332381" y="97192"/>
                </a:lnTo>
                <a:lnTo>
                  <a:pt x="332142" y="97549"/>
                </a:lnTo>
                <a:lnTo>
                  <a:pt x="331889" y="97899"/>
                </a:lnTo>
                <a:lnTo>
                  <a:pt x="331622" y="98241"/>
                </a:lnTo>
                <a:lnTo>
                  <a:pt x="331341" y="98575"/>
                </a:lnTo>
                <a:lnTo>
                  <a:pt x="331046" y="98902"/>
                </a:lnTo>
                <a:lnTo>
                  <a:pt x="330737" y="99222"/>
                </a:lnTo>
                <a:lnTo>
                  <a:pt x="330414" y="99534"/>
                </a:lnTo>
                <a:lnTo>
                  <a:pt x="330077" y="99839"/>
                </a:lnTo>
                <a:lnTo>
                  <a:pt x="329726" y="100137"/>
                </a:lnTo>
                <a:lnTo>
                  <a:pt x="329361" y="100427"/>
                </a:lnTo>
                <a:lnTo>
                  <a:pt x="328982" y="100709"/>
                </a:lnTo>
                <a:lnTo>
                  <a:pt x="328589" y="100985"/>
                </a:lnTo>
                <a:lnTo>
                  <a:pt x="328182" y="101253"/>
                </a:lnTo>
                <a:lnTo>
                  <a:pt x="327761" y="101513"/>
                </a:lnTo>
                <a:lnTo>
                  <a:pt x="327329" y="101764"/>
                </a:lnTo>
                <a:lnTo>
                  <a:pt x="326887" y="102005"/>
                </a:lnTo>
                <a:lnTo>
                  <a:pt x="326435" y="102235"/>
                </a:lnTo>
                <a:lnTo>
                  <a:pt x="325974" y="102454"/>
                </a:lnTo>
                <a:lnTo>
                  <a:pt x="325503" y="102663"/>
                </a:lnTo>
                <a:lnTo>
                  <a:pt x="325022" y="102861"/>
                </a:lnTo>
                <a:lnTo>
                  <a:pt x="324532" y="103048"/>
                </a:lnTo>
                <a:lnTo>
                  <a:pt x="324032" y="103225"/>
                </a:lnTo>
                <a:lnTo>
                  <a:pt x="323523" y="103391"/>
                </a:lnTo>
                <a:lnTo>
                  <a:pt x="323004" y="103546"/>
                </a:lnTo>
                <a:lnTo>
                  <a:pt x="322475" y="103690"/>
                </a:lnTo>
                <a:lnTo>
                  <a:pt x="321937" y="103824"/>
                </a:lnTo>
                <a:lnTo>
                  <a:pt x="321389" y="103947"/>
                </a:lnTo>
                <a:lnTo>
                  <a:pt x="320831" y="104059"/>
                </a:lnTo>
                <a:lnTo>
                  <a:pt x="320264" y="104161"/>
                </a:lnTo>
                <a:lnTo>
                  <a:pt x="319688" y="104252"/>
                </a:lnTo>
                <a:lnTo>
                  <a:pt x="319101" y="104332"/>
                </a:lnTo>
                <a:lnTo>
                  <a:pt x="318505" y="104402"/>
                </a:lnTo>
                <a:lnTo>
                  <a:pt x="317900" y="104460"/>
                </a:lnTo>
                <a:lnTo>
                  <a:pt x="317285" y="104509"/>
                </a:lnTo>
                <a:lnTo>
                  <a:pt x="316660" y="104546"/>
                </a:lnTo>
                <a:lnTo>
                  <a:pt x="316026" y="104573"/>
                </a:lnTo>
                <a:lnTo>
                  <a:pt x="315382" y="104589"/>
                </a:lnTo>
                <a:lnTo>
                  <a:pt x="314728" y="104594"/>
                </a:lnTo>
                <a:lnTo>
                  <a:pt x="313971" y="104584"/>
                </a:lnTo>
                <a:lnTo>
                  <a:pt x="313226" y="104555"/>
                </a:lnTo>
                <a:lnTo>
                  <a:pt x="312494" y="104506"/>
                </a:lnTo>
                <a:lnTo>
                  <a:pt x="311775" y="104438"/>
                </a:lnTo>
                <a:lnTo>
                  <a:pt x="311068" y="104351"/>
                </a:lnTo>
                <a:lnTo>
                  <a:pt x="310374" y="104243"/>
                </a:lnTo>
                <a:lnTo>
                  <a:pt x="309692" y="104117"/>
                </a:lnTo>
                <a:lnTo>
                  <a:pt x="309023" y="103971"/>
                </a:lnTo>
                <a:lnTo>
                  <a:pt x="308367" y="103805"/>
                </a:lnTo>
                <a:lnTo>
                  <a:pt x="307723" y="103620"/>
                </a:lnTo>
                <a:lnTo>
                  <a:pt x="307092" y="103416"/>
                </a:lnTo>
                <a:lnTo>
                  <a:pt x="306473" y="103192"/>
                </a:lnTo>
                <a:lnTo>
                  <a:pt x="305867" y="102948"/>
                </a:lnTo>
                <a:lnTo>
                  <a:pt x="305274" y="102685"/>
                </a:lnTo>
                <a:lnTo>
                  <a:pt x="304693" y="102403"/>
                </a:lnTo>
                <a:lnTo>
                  <a:pt x="304125" y="102101"/>
                </a:lnTo>
                <a:lnTo>
                  <a:pt x="303569" y="101779"/>
                </a:lnTo>
                <a:lnTo>
                  <a:pt x="303027" y="101438"/>
                </a:lnTo>
                <a:lnTo>
                  <a:pt x="302496" y="101078"/>
                </a:lnTo>
                <a:lnTo>
                  <a:pt x="301979" y="100698"/>
                </a:lnTo>
                <a:lnTo>
                  <a:pt x="301474" y="100299"/>
                </a:lnTo>
                <a:lnTo>
                  <a:pt x="300981" y="99880"/>
                </a:lnTo>
                <a:lnTo>
                  <a:pt x="300501" y="99442"/>
                </a:lnTo>
                <a:lnTo>
                  <a:pt x="300034" y="98984"/>
                </a:lnTo>
                <a:lnTo>
                  <a:pt x="299583" y="98510"/>
                </a:lnTo>
                <a:lnTo>
                  <a:pt x="299151" y="98021"/>
                </a:lnTo>
                <a:lnTo>
                  <a:pt x="298738" y="97519"/>
                </a:lnTo>
                <a:lnTo>
                  <a:pt x="298344" y="97002"/>
                </a:lnTo>
                <a:lnTo>
                  <a:pt x="297970" y="96472"/>
                </a:lnTo>
                <a:lnTo>
                  <a:pt x="297615" y="95927"/>
                </a:lnTo>
                <a:lnTo>
                  <a:pt x="297279" y="95369"/>
                </a:lnTo>
                <a:lnTo>
                  <a:pt x="296962" y="94797"/>
                </a:lnTo>
                <a:lnTo>
                  <a:pt x="296664" y="94210"/>
                </a:lnTo>
                <a:lnTo>
                  <a:pt x="296386" y="93610"/>
                </a:lnTo>
                <a:lnTo>
                  <a:pt x="296126" y="92996"/>
                </a:lnTo>
                <a:lnTo>
                  <a:pt x="295886" y="92368"/>
                </a:lnTo>
                <a:lnTo>
                  <a:pt x="295666" y="91725"/>
                </a:lnTo>
                <a:lnTo>
                  <a:pt x="295464" y="91069"/>
                </a:lnTo>
                <a:lnTo>
                  <a:pt x="295282" y="90399"/>
                </a:lnTo>
                <a:lnTo>
                  <a:pt x="295118" y="89715"/>
                </a:lnTo>
                <a:lnTo>
                  <a:pt x="294974" y="89017"/>
                </a:lnTo>
                <a:lnTo>
                  <a:pt x="294849" y="88304"/>
                </a:lnTo>
                <a:lnTo>
                  <a:pt x="294744" y="87578"/>
                </a:lnTo>
                <a:lnTo>
                  <a:pt x="294657" y="86838"/>
                </a:lnTo>
                <a:lnTo>
                  <a:pt x="294590" y="86084"/>
                </a:lnTo>
                <a:lnTo>
                  <a:pt x="294542" y="85316"/>
                </a:lnTo>
                <a:lnTo>
                  <a:pt x="294513" y="84534"/>
                </a:lnTo>
                <a:lnTo>
                  <a:pt x="294504" y="83738"/>
                </a:lnTo>
                <a:lnTo>
                  <a:pt x="294504" y="75522"/>
                </a:lnTo>
                <a:lnTo>
                  <a:pt x="348856" y="75522"/>
                </a:lnTo>
                <a:lnTo>
                  <a:pt x="348856" y="60037"/>
                </a:lnTo>
                <a:lnTo>
                  <a:pt x="348849" y="59199"/>
                </a:lnTo>
                <a:lnTo>
                  <a:pt x="348826" y="58371"/>
                </a:lnTo>
                <a:lnTo>
                  <a:pt x="348789" y="57551"/>
                </a:lnTo>
                <a:lnTo>
                  <a:pt x="348738" y="56741"/>
                </a:lnTo>
                <a:lnTo>
                  <a:pt x="348671" y="55941"/>
                </a:lnTo>
                <a:lnTo>
                  <a:pt x="348589" y="55149"/>
                </a:lnTo>
                <a:lnTo>
                  <a:pt x="348493" y="54367"/>
                </a:lnTo>
                <a:lnTo>
                  <a:pt x="348382" y="53595"/>
                </a:lnTo>
                <a:lnTo>
                  <a:pt x="348256" y="52831"/>
                </a:lnTo>
                <a:lnTo>
                  <a:pt x="348115" y="52077"/>
                </a:lnTo>
                <a:lnTo>
                  <a:pt x="347960" y="51333"/>
                </a:lnTo>
                <a:lnTo>
                  <a:pt x="347789" y="50597"/>
                </a:lnTo>
                <a:lnTo>
                  <a:pt x="347604" y="49871"/>
                </a:lnTo>
                <a:lnTo>
                  <a:pt x="347404" y="49155"/>
                </a:lnTo>
                <a:lnTo>
                  <a:pt x="347189" y="48447"/>
                </a:lnTo>
                <a:lnTo>
                  <a:pt x="346960" y="47749"/>
                </a:lnTo>
                <a:lnTo>
                  <a:pt x="346715" y="47061"/>
                </a:lnTo>
                <a:lnTo>
                  <a:pt x="346456" y="46381"/>
                </a:lnTo>
                <a:lnTo>
                  <a:pt x="346182" y="45711"/>
                </a:lnTo>
                <a:lnTo>
                  <a:pt x="345893" y="45050"/>
                </a:lnTo>
                <a:lnTo>
                  <a:pt x="345589" y="44399"/>
                </a:lnTo>
                <a:lnTo>
                  <a:pt x="345270" y="43757"/>
                </a:lnTo>
                <a:lnTo>
                  <a:pt x="344937" y="43124"/>
                </a:lnTo>
                <a:lnTo>
                  <a:pt x="344589" y="42501"/>
                </a:lnTo>
                <a:lnTo>
                  <a:pt x="344228" y="41888"/>
                </a:lnTo>
                <a:lnTo>
                  <a:pt x="343855" y="41286"/>
                </a:lnTo>
                <a:lnTo>
                  <a:pt x="343470" y="40696"/>
                </a:lnTo>
                <a:lnTo>
                  <a:pt x="343073" y="40118"/>
                </a:lnTo>
                <a:lnTo>
                  <a:pt x="342664" y="39551"/>
                </a:lnTo>
                <a:lnTo>
                  <a:pt x="342244" y="38995"/>
                </a:lnTo>
                <a:lnTo>
                  <a:pt x="341812" y="38451"/>
                </a:lnTo>
                <a:lnTo>
                  <a:pt x="341368" y="37919"/>
                </a:lnTo>
                <a:lnTo>
                  <a:pt x="340912" y="37398"/>
                </a:lnTo>
                <a:lnTo>
                  <a:pt x="340445" y="36889"/>
                </a:lnTo>
                <a:lnTo>
                  <a:pt x="339965" y="36391"/>
                </a:lnTo>
                <a:lnTo>
                  <a:pt x="339474" y="35905"/>
                </a:lnTo>
                <a:lnTo>
                  <a:pt x="338971" y="35430"/>
                </a:lnTo>
                <a:lnTo>
                  <a:pt x="338457" y="34966"/>
                </a:lnTo>
                <a:lnTo>
                  <a:pt x="337930" y="34515"/>
                </a:lnTo>
                <a:lnTo>
                  <a:pt x="337392" y="34074"/>
                </a:lnTo>
                <a:lnTo>
                  <a:pt x="336842" y="33646"/>
                </a:lnTo>
                <a:lnTo>
                  <a:pt x="336280" y="33229"/>
                </a:lnTo>
                <a:lnTo>
                  <a:pt x="335706" y="32823"/>
                </a:lnTo>
                <a:lnTo>
                  <a:pt x="335120" y="32429"/>
                </a:lnTo>
                <a:lnTo>
                  <a:pt x="334523" y="32046"/>
                </a:lnTo>
                <a:lnTo>
                  <a:pt x="333914" y="31675"/>
                </a:lnTo>
                <a:lnTo>
                  <a:pt x="333293" y="31315"/>
                </a:lnTo>
                <a:lnTo>
                  <a:pt x="332660" y="30967"/>
                </a:lnTo>
                <a:lnTo>
                  <a:pt x="332017" y="30632"/>
                </a:lnTo>
                <a:lnTo>
                  <a:pt x="331365" y="30311"/>
                </a:lnTo>
                <a:lnTo>
                  <a:pt x="330704" y="30004"/>
                </a:lnTo>
                <a:lnTo>
                  <a:pt x="330034" y="29712"/>
                </a:lnTo>
                <a:lnTo>
                  <a:pt x="329355" y="29434"/>
                </a:lnTo>
                <a:lnTo>
                  <a:pt x="328666" y="29170"/>
                </a:lnTo>
                <a:lnTo>
                  <a:pt x="327969" y="28920"/>
                </a:lnTo>
                <a:lnTo>
                  <a:pt x="327262" y="28685"/>
                </a:lnTo>
                <a:lnTo>
                  <a:pt x="326547" y="28464"/>
                </a:lnTo>
                <a:lnTo>
                  <a:pt x="325823" y="28257"/>
                </a:lnTo>
                <a:lnTo>
                  <a:pt x="325089" y="28064"/>
                </a:lnTo>
                <a:lnTo>
                  <a:pt x="324346" y="27886"/>
                </a:lnTo>
                <a:lnTo>
                  <a:pt x="323595" y="27722"/>
                </a:lnTo>
                <a:lnTo>
                  <a:pt x="322834" y="27572"/>
                </a:lnTo>
                <a:lnTo>
                  <a:pt x="322064" y="27437"/>
                </a:lnTo>
                <a:lnTo>
                  <a:pt x="321285" y="27316"/>
                </a:lnTo>
                <a:lnTo>
                  <a:pt x="320497" y="27209"/>
                </a:lnTo>
                <a:lnTo>
                  <a:pt x="319700" y="27116"/>
                </a:lnTo>
                <a:lnTo>
                  <a:pt x="318894" y="27037"/>
                </a:lnTo>
                <a:lnTo>
                  <a:pt x="318079" y="26973"/>
                </a:lnTo>
                <a:lnTo>
                  <a:pt x="317255" y="26923"/>
                </a:lnTo>
                <a:lnTo>
                  <a:pt x="316422" y="26888"/>
                </a:lnTo>
                <a:lnTo>
                  <a:pt x="315580" y="26866"/>
                </a:lnTo>
                <a:lnTo>
                  <a:pt x="314728" y="26859"/>
                </a:lnTo>
                <a:lnTo>
                  <a:pt x="313877" y="26866"/>
                </a:lnTo>
                <a:lnTo>
                  <a:pt x="313035" y="26888"/>
                </a:lnTo>
                <a:lnTo>
                  <a:pt x="312201" y="26925"/>
                </a:lnTo>
                <a:lnTo>
                  <a:pt x="311377" y="26975"/>
                </a:lnTo>
                <a:lnTo>
                  <a:pt x="310562" y="27041"/>
                </a:lnTo>
                <a:lnTo>
                  <a:pt x="309756" y="27121"/>
                </a:lnTo>
                <a:lnTo>
                  <a:pt x="308959" y="27215"/>
                </a:lnTo>
                <a:lnTo>
                  <a:pt x="308171" y="27324"/>
                </a:lnTo>
                <a:lnTo>
                  <a:pt x="307392" y="27448"/>
                </a:lnTo>
                <a:lnTo>
                  <a:pt x="306622" y="27586"/>
                </a:lnTo>
                <a:lnTo>
                  <a:pt x="305861" y="27739"/>
                </a:lnTo>
                <a:lnTo>
                  <a:pt x="305110" y="27906"/>
                </a:lnTo>
                <a:lnTo>
                  <a:pt x="304367" y="28088"/>
                </a:lnTo>
                <a:lnTo>
                  <a:pt x="303633" y="28284"/>
                </a:lnTo>
                <a:lnTo>
                  <a:pt x="302909" y="28495"/>
                </a:lnTo>
                <a:lnTo>
                  <a:pt x="302193" y="28720"/>
                </a:lnTo>
                <a:lnTo>
                  <a:pt x="301486" y="28960"/>
                </a:lnTo>
                <a:lnTo>
                  <a:pt x="300789" y="29215"/>
                </a:lnTo>
                <a:lnTo>
                  <a:pt x="300101" y="29484"/>
                </a:lnTo>
                <a:lnTo>
                  <a:pt x="299421" y="29767"/>
                </a:lnTo>
                <a:lnTo>
                  <a:pt x="298751" y="30065"/>
                </a:lnTo>
                <a:lnTo>
                  <a:pt x="298090" y="30378"/>
                </a:lnTo>
                <a:lnTo>
                  <a:pt x="297437" y="30705"/>
                </a:lnTo>
                <a:lnTo>
                  <a:pt x="296794" y="31047"/>
                </a:lnTo>
                <a:lnTo>
                  <a:pt x="296162" y="31402"/>
                </a:lnTo>
                <a:lnTo>
                  <a:pt x="295541" y="31769"/>
                </a:lnTo>
                <a:lnTo>
                  <a:pt x="294932" y="32149"/>
                </a:lnTo>
                <a:lnTo>
                  <a:pt x="294334" y="32541"/>
                </a:lnTo>
                <a:lnTo>
                  <a:pt x="293749" y="32945"/>
                </a:lnTo>
                <a:lnTo>
                  <a:pt x="293175" y="33362"/>
                </a:lnTo>
                <a:lnTo>
                  <a:pt x="292614" y="33791"/>
                </a:lnTo>
                <a:lnTo>
                  <a:pt x="292063" y="34232"/>
                </a:lnTo>
                <a:lnTo>
                  <a:pt x="291525" y="34686"/>
                </a:lnTo>
                <a:lnTo>
                  <a:pt x="290999" y="35152"/>
                </a:lnTo>
                <a:lnTo>
                  <a:pt x="290484" y="35631"/>
                </a:lnTo>
                <a:lnTo>
                  <a:pt x="289981" y="36122"/>
                </a:lnTo>
                <a:lnTo>
                  <a:pt x="289490" y="36625"/>
                </a:lnTo>
                <a:lnTo>
                  <a:pt x="289011" y="37140"/>
                </a:lnTo>
                <a:lnTo>
                  <a:pt x="288543" y="37668"/>
                </a:lnTo>
                <a:lnTo>
                  <a:pt x="288087" y="38209"/>
                </a:lnTo>
                <a:lnTo>
                  <a:pt x="287643" y="38761"/>
                </a:lnTo>
                <a:lnTo>
                  <a:pt x="287211" y="39326"/>
                </a:lnTo>
                <a:lnTo>
                  <a:pt x="286791" y="39903"/>
                </a:lnTo>
                <a:lnTo>
                  <a:pt x="286382" y="40493"/>
                </a:lnTo>
                <a:lnTo>
                  <a:pt x="285985" y="41095"/>
                </a:lnTo>
                <a:lnTo>
                  <a:pt x="285600" y="41710"/>
                </a:lnTo>
                <a:lnTo>
                  <a:pt x="285227" y="42336"/>
                </a:lnTo>
                <a:lnTo>
                  <a:pt x="284865" y="42976"/>
                </a:lnTo>
                <a:lnTo>
                  <a:pt x="284517" y="43626"/>
                </a:lnTo>
                <a:lnTo>
                  <a:pt x="284184" y="44288"/>
                </a:lnTo>
                <a:lnTo>
                  <a:pt x="283866" y="44960"/>
                </a:lnTo>
                <a:lnTo>
                  <a:pt x="283562" y="45644"/>
                </a:lnTo>
                <a:lnTo>
                  <a:pt x="283273" y="46338"/>
                </a:lnTo>
                <a:lnTo>
                  <a:pt x="282999" y="47044"/>
                </a:lnTo>
                <a:lnTo>
                  <a:pt x="282740" y="47760"/>
                </a:lnTo>
                <a:lnTo>
                  <a:pt x="282496" y="48488"/>
                </a:lnTo>
                <a:lnTo>
                  <a:pt x="282266" y="49226"/>
                </a:lnTo>
                <a:lnTo>
                  <a:pt x="282052" y="49975"/>
                </a:lnTo>
                <a:lnTo>
                  <a:pt x="281852" y="50736"/>
                </a:lnTo>
                <a:lnTo>
                  <a:pt x="281667" y="51507"/>
                </a:lnTo>
                <a:lnTo>
                  <a:pt x="281496" y="52289"/>
                </a:lnTo>
                <a:lnTo>
                  <a:pt x="281341" y="53082"/>
                </a:lnTo>
                <a:lnTo>
                  <a:pt x="281200" y="53887"/>
                </a:lnTo>
                <a:lnTo>
                  <a:pt x="281074" y="54702"/>
                </a:lnTo>
                <a:lnTo>
                  <a:pt x="280963" y="55528"/>
                </a:lnTo>
                <a:lnTo>
                  <a:pt x="280867" y="56365"/>
                </a:lnTo>
                <a:lnTo>
                  <a:pt x="280786" y="57213"/>
                </a:lnTo>
                <a:lnTo>
                  <a:pt x="280719" y="58072"/>
                </a:lnTo>
                <a:lnTo>
                  <a:pt x="280667" y="58942"/>
                </a:lnTo>
                <a:lnTo>
                  <a:pt x="280630" y="59824"/>
                </a:lnTo>
                <a:lnTo>
                  <a:pt x="280608" y="60716"/>
                </a:lnTo>
                <a:lnTo>
                  <a:pt x="280600" y="61619"/>
                </a:lnTo>
                <a:lnTo>
                  <a:pt x="280600" y="82156"/>
                </a:lnTo>
                <a:lnTo>
                  <a:pt x="280608" y="83047"/>
                </a:lnTo>
                <a:lnTo>
                  <a:pt x="280630" y="83927"/>
                </a:lnTo>
                <a:lnTo>
                  <a:pt x="280667" y="84797"/>
                </a:lnTo>
                <a:lnTo>
                  <a:pt x="280719" y="85657"/>
                </a:lnTo>
                <a:lnTo>
                  <a:pt x="280786" y="86507"/>
                </a:lnTo>
                <a:lnTo>
                  <a:pt x="280867" y="87346"/>
                </a:lnTo>
                <a:lnTo>
                  <a:pt x="280963" y="88176"/>
                </a:lnTo>
                <a:lnTo>
                  <a:pt x="281074" y="88995"/>
                </a:lnTo>
                <a:lnTo>
                  <a:pt x="281200" y="89804"/>
                </a:lnTo>
                <a:lnTo>
                  <a:pt x="281341" y="90603"/>
                </a:lnTo>
                <a:lnTo>
                  <a:pt x="281496" y="91392"/>
                </a:lnTo>
                <a:lnTo>
                  <a:pt x="281667" y="92170"/>
                </a:lnTo>
                <a:lnTo>
                  <a:pt x="281852" y="92939"/>
                </a:lnTo>
                <a:lnTo>
                  <a:pt x="282052" y="93697"/>
                </a:lnTo>
                <a:lnTo>
                  <a:pt x="282266" y="94446"/>
                </a:lnTo>
                <a:lnTo>
                  <a:pt x="282496" y="95184"/>
                </a:lnTo>
                <a:lnTo>
                  <a:pt x="282740" y="95911"/>
                </a:lnTo>
                <a:lnTo>
                  <a:pt x="282999" y="96629"/>
                </a:lnTo>
                <a:lnTo>
                  <a:pt x="283273" y="97337"/>
                </a:lnTo>
                <a:lnTo>
                  <a:pt x="283562" y="98034"/>
                </a:lnTo>
                <a:lnTo>
                  <a:pt x="283866" y="98721"/>
                </a:lnTo>
                <a:lnTo>
                  <a:pt x="284184" y="99399"/>
                </a:lnTo>
                <a:lnTo>
                  <a:pt x="284517" y="100066"/>
                </a:lnTo>
                <a:lnTo>
                  <a:pt x="284865" y="100722"/>
                </a:lnTo>
                <a:lnTo>
                  <a:pt x="285227" y="101368"/>
                </a:lnTo>
                <a:lnTo>
                  <a:pt x="285600" y="102001"/>
                </a:lnTo>
                <a:lnTo>
                  <a:pt x="285985" y="102621"/>
                </a:lnTo>
                <a:lnTo>
                  <a:pt x="286382" y="103228"/>
                </a:lnTo>
                <a:lnTo>
                  <a:pt x="286791" y="103823"/>
                </a:lnTo>
                <a:lnTo>
                  <a:pt x="287211" y="104406"/>
                </a:lnTo>
                <a:lnTo>
                  <a:pt x="287643" y="104975"/>
                </a:lnTo>
                <a:lnTo>
                  <a:pt x="288087" y="105532"/>
                </a:lnTo>
                <a:lnTo>
                  <a:pt x="288543" y="106077"/>
                </a:lnTo>
                <a:lnTo>
                  <a:pt x="289011" y="106609"/>
                </a:lnTo>
                <a:lnTo>
                  <a:pt x="289490" y="107128"/>
                </a:lnTo>
                <a:lnTo>
                  <a:pt x="289981" y="107635"/>
                </a:lnTo>
                <a:lnTo>
                  <a:pt x="290484" y="108129"/>
                </a:lnTo>
                <a:lnTo>
                  <a:pt x="290999" y="108610"/>
                </a:lnTo>
                <a:lnTo>
                  <a:pt x="291525" y="109079"/>
                </a:lnTo>
                <a:lnTo>
                  <a:pt x="292063" y="109535"/>
                </a:lnTo>
                <a:lnTo>
                  <a:pt x="292614" y="109979"/>
                </a:lnTo>
                <a:lnTo>
                  <a:pt x="293175" y="110410"/>
                </a:lnTo>
                <a:lnTo>
                  <a:pt x="293749" y="110828"/>
                </a:lnTo>
                <a:lnTo>
                  <a:pt x="294334" y="111234"/>
                </a:lnTo>
                <a:lnTo>
                  <a:pt x="294932" y="111627"/>
                </a:lnTo>
                <a:lnTo>
                  <a:pt x="295541" y="112008"/>
                </a:lnTo>
                <a:lnTo>
                  <a:pt x="296162" y="112375"/>
                </a:lnTo>
                <a:lnTo>
                  <a:pt x="296794" y="112731"/>
                </a:lnTo>
                <a:lnTo>
                  <a:pt x="297437" y="113072"/>
                </a:lnTo>
                <a:lnTo>
                  <a:pt x="298090" y="113399"/>
                </a:lnTo>
                <a:lnTo>
                  <a:pt x="298751" y="113712"/>
                </a:lnTo>
                <a:lnTo>
                  <a:pt x="299421" y="114010"/>
                </a:lnTo>
                <a:lnTo>
                  <a:pt x="300101" y="114293"/>
                </a:lnTo>
                <a:lnTo>
                  <a:pt x="300789" y="114562"/>
                </a:lnTo>
                <a:lnTo>
                  <a:pt x="301486" y="114816"/>
                </a:lnTo>
                <a:lnTo>
                  <a:pt x="302193" y="115056"/>
                </a:lnTo>
                <a:lnTo>
                  <a:pt x="302909" y="115281"/>
                </a:lnTo>
                <a:lnTo>
                  <a:pt x="303633" y="115492"/>
                </a:lnTo>
                <a:lnTo>
                  <a:pt x="304367" y="115688"/>
                </a:lnTo>
                <a:lnTo>
                  <a:pt x="305110" y="115870"/>
                </a:lnTo>
                <a:lnTo>
                  <a:pt x="305861" y="116037"/>
                </a:lnTo>
                <a:lnTo>
                  <a:pt x="306622" y="116189"/>
                </a:lnTo>
                <a:lnTo>
                  <a:pt x="307392" y="116327"/>
                </a:lnTo>
                <a:lnTo>
                  <a:pt x="308171" y="116451"/>
                </a:lnTo>
                <a:lnTo>
                  <a:pt x="308959" y="116560"/>
                </a:lnTo>
                <a:lnTo>
                  <a:pt x="309756" y="116654"/>
                </a:lnTo>
                <a:lnTo>
                  <a:pt x="310562" y="116734"/>
                </a:lnTo>
                <a:lnTo>
                  <a:pt x="311377" y="116800"/>
                </a:lnTo>
                <a:lnTo>
                  <a:pt x="312201" y="116851"/>
                </a:lnTo>
                <a:lnTo>
                  <a:pt x="313035" y="116887"/>
                </a:lnTo>
                <a:lnTo>
                  <a:pt x="313877" y="116909"/>
                </a:lnTo>
                <a:lnTo>
                  <a:pt x="314728" y="116916"/>
                </a:lnTo>
                <a:lnTo>
                  <a:pt x="315866" y="116905"/>
                </a:lnTo>
                <a:lnTo>
                  <a:pt x="316987" y="116871"/>
                </a:lnTo>
                <a:lnTo>
                  <a:pt x="318093" y="116816"/>
                </a:lnTo>
                <a:close/>
                <a:moveTo>
                  <a:pt x="294504" y="60037"/>
                </a:moveTo>
                <a:lnTo>
                  <a:pt x="294513" y="59189"/>
                </a:lnTo>
                <a:lnTo>
                  <a:pt x="294541" y="58358"/>
                </a:lnTo>
                <a:lnTo>
                  <a:pt x="294586" y="57543"/>
                </a:lnTo>
                <a:lnTo>
                  <a:pt x="294651" y="56744"/>
                </a:lnTo>
                <a:lnTo>
                  <a:pt x="294733" y="55961"/>
                </a:lnTo>
                <a:lnTo>
                  <a:pt x="294835" y="55194"/>
                </a:lnTo>
                <a:lnTo>
                  <a:pt x="294954" y="54444"/>
                </a:lnTo>
                <a:lnTo>
                  <a:pt x="295092" y="53710"/>
                </a:lnTo>
                <a:lnTo>
                  <a:pt x="295248" y="52992"/>
                </a:lnTo>
                <a:lnTo>
                  <a:pt x="295423" y="52290"/>
                </a:lnTo>
                <a:lnTo>
                  <a:pt x="295615" y="51604"/>
                </a:lnTo>
                <a:lnTo>
                  <a:pt x="295827" y="50934"/>
                </a:lnTo>
                <a:lnTo>
                  <a:pt x="296056" y="50281"/>
                </a:lnTo>
                <a:lnTo>
                  <a:pt x="296304" y="49644"/>
                </a:lnTo>
                <a:lnTo>
                  <a:pt x="296571" y="49023"/>
                </a:lnTo>
                <a:lnTo>
                  <a:pt x="296856" y="48418"/>
                </a:lnTo>
                <a:lnTo>
                  <a:pt x="297159" y="47829"/>
                </a:lnTo>
                <a:lnTo>
                  <a:pt x="297480" y="47257"/>
                </a:lnTo>
                <a:lnTo>
                  <a:pt x="297820" y="46700"/>
                </a:lnTo>
                <a:lnTo>
                  <a:pt x="298179" y="46160"/>
                </a:lnTo>
                <a:lnTo>
                  <a:pt x="298555" y="45636"/>
                </a:lnTo>
                <a:lnTo>
                  <a:pt x="298950" y="45129"/>
                </a:lnTo>
                <a:lnTo>
                  <a:pt x="299364" y="44637"/>
                </a:lnTo>
                <a:lnTo>
                  <a:pt x="299796" y="44162"/>
                </a:lnTo>
                <a:lnTo>
                  <a:pt x="300244" y="43704"/>
                </a:lnTo>
                <a:lnTo>
                  <a:pt x="300708" y="43266"/>
                </a:lnTo>
                <a:lnTo>
                  <a:pt x="301187" y="42847"/>
                </a:lnTo>
                <a:lnTo>
                  <a:pt x="301681" y="42448"/>
                </a:lnTo>
                <a:lnTo>
                  <a:pt x="302190" y="42068"/>
                </a:lnTo>
                <a:lnTo>
                  <a:pt x="302714" y="41707"/>
                </a:lnTo>
                <a:lnTo>
                  <a:pt x="303253" y="41366"/>
                </a:lnTo>
                <a:lnTo>
                  <a:pt x="303808" y="41045"/>
                </a:lnTo>
                <a:lnTo>
                  <a:pt x="304377" y="40743"/>
                </a:lnTo>
                <a:lnTo>
                  <a:pt x="304962" y="40461"/>
                </a:lnTo>
                <a:lnTo>
                  <a:pt x="305561" y="40198"/>
                </a:lnTo>
                <a:lnTo>
                  <a:pt x="306176" y="39954"/>
                </a:lnTo>
                <a:lnTo>
                  <a:pt x="306806" y="39730"/>
                </a:lnTo>
                <a:lnTo>
                  <a:pt x="307450" y="39526"/>
                </a:lnTo>
                <a:lnTo>
                  <a:pt x="308110" y="39341"/>
                </a:lnTo>
                <a:lnTo>
                  <a:pt x="308785" y="39175"/>
                </a:lnTo>
                <a:lnTo>
                  <a:pt x="309475" y="39029"/>
                </a:lnTo>
                <a:lnTo>
                  <a:pt x="310181" y="38902"/>
                </a:lnTo>
                <a:lnTo>
                  <a:pt x="310901" y="38795"/>
                </a:lnTo>
                <a:lnTo>
                  <a:pt x="311636" y="38708"/>
                </a:lnTo>
                <a:lnTo>
                  <a:pt x="312387" y="38639"/>
                </a:lnTo>
                <a:lnTo>
                  <a:pt x="313152" y="38591"/>
                </a:lnTo>
                <a:lnTo>
                  <a:pt x="313933" y="38561"/>
                </a:lnTo>
                <a:lnTo>
                  <a:pt x="314728" y="38552"/>
                </a:lnTo>
                <a:lnTo>
                  <a:pt x="315524" y="38561"/>
                </a:lnTo>
                <a:lnTo>
                  <a:pt x="316304" y="38591"/>
                </a:lnTo>
                <a:lnTo>
                  <a:pt x="317069" y="38639"/>
                </a:lnTo>
                <a:lnTo>
                  <a:pt x="317820" y="38708"/>
                </a:lnTo>
                <a:lnTo>
                  <a:pt x="318555" y="38795"/>
                </a:lnTo>
                <a:lnTo>
                  <a:pt x="319275" y="38902"/>
                </a:lnTo>
                <a:lnTo>
                  <a:pt x="319980" y="39029"/>
                </a:lnTo>
                <a:lnTo>
                  <a:pt x="320670" y="39175"/>
                </a:lnTo>
                <a:lnTo>
                  <a:pt x="321344" y="39341"/>
                </a:lnTo>
                <a:lnTo>
                  <a:pt x="322004" y="39526"/>
                </a:lnTo>
                <a:lnTo>
                  <a:pt x="322649" y="39730"/>
                </a:lnTo>
                <a:lnTo>
                  <a:pt x="323278" y="39954"/>
                </a:lnTo>
                <a:lnTo>
                  <a:pt x="323893" y="40198"/>
                </a:lnTo>
                <a:lnTo>
                  <a:pt x="324492" y="40461"/>
                </a:lnTo>
                <a:lnTo>
                  <a:pt x="325076" y="40743"/>
                </a:lnTo>
                <a:lnTo>
                  <a:pt x="325646" y="41045"/>
                </a:lnTo>
                <a:lnTo>
                  <a:pt x="326200" y="41366"/>
                </a:lnTo>
                <a:lnTo>
                  <a:pt x="326739" y="41707"/>
                </a:lnTo>
                <a:lnTo>
                  <a:pt x="327263" y="42068"/>
                </a:lnTo>
                <a:lnTo>
                  <a:pt x="327772" y="42448"/>
                </a:lnTo>
                <a:lnTo>
                  <a:pt x="328265" y="42847"/>
                </a:lnTo>
                <a:lnTo>
                  <a:pt x="328744" y="43266"/>
                </a:lnTo>
                <a:lnTo>
                  <a:pt x="329208" y="43704"/>
                </a:lnTo>
                <a:lnTo>
                  <a:pt x="329656" y="44162"/>
                </a:lnTo>
                <a:lnTo>
                  <a:pt x="330088" y="44637"/>
                </a:lnTo>
                <a:lnTo>
                  <a:pt x="330502" y="45129"/>
                </a:lnTo>
                <a:lnTo>
                  <a:pt x="330897" y="45636"/>
                </a:lnTo>
                <a:lnTo>
                  <a:pt x="331274" y="46160"/>
                </a:lnTo>
                <a:lnTo>
                  <a:pt x="331632" y="46700"/>
                </a:lnTo>
                <a:lnTo>
                  <a:pt x="331972" y="47257"/>
                </a:lnTo>
                <a:lnTo>
                  <a:pt x="332294" y="47829"/>
                </a:lnTo>
                <a:lnTo>
                  <a:pt x="332597" y="48418"/>
                </a:lnTo>
                <a:lnTo>
                  <a:pt x="332882" y="49023"/>
                </a:lnTo>
                <a:lnTo>
                  <a:pt x="333149" y="49644"/>
                </a:lnTo>
                <a:lnTo>
                  <a:pt x="333397" y="50281"/>
                </a:lnTo>
                <a:lnTo>
                  <a:pt x="333627" y="50934"/>
                </a:lnTo>
                <a:lnTo>
                  <a:pt x="333838" y="51604"/>
                </a:lnTo>
                <a:lnTo>
                  <a:pt x="334031" y="52290"/>
                </a:lnTo>
                <a:lnTo>
                  <a:pt x="334206" y="52992"/>
                </a:lnTo>
                <a:lnTo>
                  <a:pt x="334362" y="53710"/>
                </a:lnTo>
                <a:lnTo>
                  <a:pt x="334500" y="54444"/>
                </a:lnTo>
                <a:lnTo>
                  <a:pt x="334619" y="55194"/>
                </a:lnTo>
                <a:lnTo>
                  <a:pt x="334721" y="55961"/>
                </a:lnTo>
                <a:lnTo>
                  <a:pt x="334803" y="56744"/>
                </a:lnTo>
                <a:lnTo>
                  <a:pt x="334868" y="57543"/>
                </a:lnTo>
                <a:lnTo>
                  <a:pt x="334914" y="58358"/>
                </a:lnTo>
                <a:lnTo>
                  <a:pt x="334941" y="59189"/>
                </a:lnTo>
                <a:lnTo>
                  <a:pt x="334950" y="60037"/>
                </a:lnTo>
                <a:lnTo>
                  <a:pt x="334950" y="64461"/>
                </a:lnTo>
                <a:lnTo>
                  <a:pt x="294504" y="64461"/>
                </a:lnTo>
                <a:lnTo>
                  <a:pt x="294504" y="60037"/>
                </a:lnTo>
                <a:close/>
                <a:moveTo>
                  <a:pt x="408252" y="116867"/>
                </a:moveTo>
                <a:lnTo>
                  <a:pt x="408754" y="116828"/>
                </a:lnTo>
                <a:lnTo>
                  <a:pt x="409244" y="116779"/>
                </a:lnTo>
                <a:lnTo>
                  <a:pt x="409724" y="116719"/>
                </a:lnTo>
                <a:lnTo>
                  <a:pt x="410192" y="116647"/>
                </a:lnTo>
                <a:lnTo>
                  <a:pt x="410650" y="116565"/>
                </a:lnTo>
                <a:lnTo>
                  <a:pt x="411096" y="116472"/>
                </a:lnTo>
                <a:lnTo>
                  <a:pt x="411532" y="116368"/>
                </a:lnTo>
                <a:lnTo>
                  <a:pt x="411957" y="116252"/>
                </a:lnTo>
                <a:lnTo>
                  <a:pt x="412370" y="116126"/>
                </a:lnTo>
                <a:lnTo>
                  <a:pt x="412773" y="115989"/>
                </a:lnTo>
                <a:lnTo>
                  <a:pt x="413164" y="115841"/>
                </a:lnTo>
                <a:lnTo>
                  <a:pt x="413545" y="115682"/>
                </a:lnTo>
                <a:lnTo>
                  <a:pt x="413915" y="115512"/>
                </a:lnTo>
                <a:lnTo>
                  <a:pt x="414274" y="115331"/>
                </a:lnTo>
                <a:lnTo>
                  <a:pt x="414621" y="115139"/>
                </a:lnTo>
                <a:lnTo>
                  <a:pt x="414958" y="114937"/>
                </a:lnTo>
                <a:lnTo>
                  <a:pt x="415284" y="114723"/>
                </a:lnTo>
                <a:lnTo>
                  <a:pt x="415599" y="114498"/>
                </a:lnTo>
                <a:lnTo>
                  <a:pt x="415903" y="114262"/>
                </a:lnTo>
                <a:lnTo>
                  <a:pt x="416196" y="114015"/>
                </a:lnTo>
                <a:lnTo>
                  <a:pt x="416478" y="113758"/>
                </a:lnTo>
                <a:lnTo>
                  <a:pt x="416748" y="113490"/>
                </a:lnTo>
                <a:lnTo>
                  <a:pt x="417007" y="113216"/>
                </a:lnTo>
                <a:lnTo>
                  <a:pt x="417255" y="112933"/>
                </a:lnTo>
                <a:lnTo>
                  <a:pt x="417491" y="112643"/>
                </a:lnTo>
                <a:lnTo>
                  <a:pt x="417716" y="112345"/>
                </a:lnTo>
                <a:lnTo>
                  <a:pt x="417929" y="112039"/>
                </a:lnTo>
                <a:lnTo>
                  <a:pt x="418130" y="111726"/>
                </a:lnTo>
                <a:lnTo>
                  <a:pt x="418321" y="111405"/>
                </a:lnTo>
                <a:lnTo>
                  <a:pt x="418499" y="111076"/>
                </a:lnTo>
                <a:lnTo>
                  <a:pt x="418666" y="110740"/>
                </a:lnTo>
                <a:lnTo>
                  <a:pt x="418822" y="110396"/>
                </a:lnTo>
                <a:lnTo>
                  <a:pt x="418966" y="110044"/>
                </a:lnTo>
                <a:lnTo>
                  <a:pt x="419098" y="109685"/>
                </a:lnTo>
                <a:lnTo>
                  <a:pt x="419219" y="109318"/>
                </a:lnTo>
                <a:lnTo>
                  <a:pt x="419328" y="108943"/>
                </a:lnTo>
                <a:lnTo>
                  <a:pt x="419426" y="108561"/>
                </a:lnTo>
                <a:lnTo>
                  <a:pt x="419513" y="108171"/>
                </a:lnTo>
                <a:lnTo>
                  <a:pt x="419588" y="107773"/>
                </a:lnTo>
                <a:lnTo>
                  <a:pt x="419651" y="107368"/>
                </a:lnTo>
                <a:lnTo>
                  <a:pt x="419703" y="106955"/>
                </a:lnTo>
                <a:lnTo>
                  <a:pt x="419743" y="106534"/>
                </a:lnTo>
                <a:lnTo>
                  <a:pt x="419772" y="106106"/>
                </a:lnTo>
                <a:lnTo>
                  <a:pt x="419789" y="105670"/>
                </a:lnTo>
                <a:lnTo>
                  <a:pt x="419795" y="105226"/>
                </a:lnTo>
                <a:lnTo>
                  <a:pt x="419789" y="104782"/>
                </a:lnTo>
                <a:lnTo>
                  <a:pt x="419772" y="104346"/>
                </a:lnTo>
                <a:lnTo>
                  <a:pt x="419743" y="103917"/>
                </a:lnTo>
                <a:lnTo>
                  <a:pt x="419703" y="103496"/>
                </a:lnTo>
                <a:lnTo>
                  <a:pt x="419651" y="103083"/>
                </a:lnTo>
                <a:lnTo>
                  <a:pt x="419588" y="102677"/>
                </a:lnTo>
                <a:lnTo>
                  <a:pt x="419513" y="102280"/>
                </a:lnTo>
                <a:lnTo>
                  <a:pt x="419426" y="101889"/>
                </a:lnTo>
                <a:lnTo>
                  <a:pt x="419328" y="101507"/>
                </a:lnTo>
                <a:lnTo>
                  <a:pt x="419219" y="101132"/>
                </a:lnTo>
                <a:lnTo>
                  <a:pt x="419098" y="100765"/>
                </a:lnTo>
                <a:lnTo>
                  <a:pt x="418966" y="100406"/>
                </a:lnTo>
                <a:lnTo>
                  <a:pt x="418822" y="100054"/>
                </a:lnTo>
                <a:lnTo>
                  <a:pt x="418666" y="99710"/>
                </a:lnTo>
                <a:lnTo>
                  <a:pt x="418499" y="99374"/>
                </a:lnTo>
                <a:lnTo>
                  <a:pt x="418321" y="99045"/>
                </a:lnTo>
                <a:lnTo>
                  <a:pt x="418130" y="98725"/>
                </a:lnTo>
                <a:lnTo>
                  <a:pt x="417929" y="98411"/>
                </a:lnTo>
                <a:lnTo>
                  <a:pt x="417716" y="98106"/>
                </a:lnTo>
                <a:lnTo>
                  <a:pt x="417491" y="97808"/>
                </a:lnTo>
                <a:lnTo>
                  <a:pt x="417255" y="97518"/>
                </a:lnTo>
                <a:lnTo>
                  <a:pt x="417007" y="97236"/>
                </a:lnTo>
                <a:lnTo>
                  <a:pt x="416748" y="96961"/>
                </a:lnTo>
                <a:lnTo>
                  <a:pt x="416478" y="96694"/>
                </a:lnTo>
                <a:lnTo>
                  <a:pt x="416196" y="96436"/>
                </a:lnTo>
                <a:lnTo>
                  <a:pt x="415903" y="96189"/>
                </a:lnTo>
                <a:lnTo>
                  <a:pt x="415599" y="95953"/>
                </a:lnTo>
                <a:lnTo>
                  <a:pt x="415284" y="95728"/>
                </a:lnTo>
                <a:lnTo>
                  <a:pt x="414958" y="95514"/>
                </a:lnTo>
                <a:lnTo>
                  <a:pt x="414621" y="95311"/>
                </a:lnTo>
                <a:lnTo>
                  <a:pt x="414274" y="95119"/>
                </a:lnTo>
                <a:lnTo>
                  <a:pt x="413915" y="94938"/>
                </a:lnTo>
                <a:lnTo>
                  <a:pt x="413545" y="94768"/>
                </a:lnTo>
                <a:lnTo>
                  <a:pt x="413164" y="94609"/>
                </a:lnTo>
                <a:lnTo>
                  <a:pt x="412773" y="94461"/>
                </a:lnTo>
                <a:lnTo>
                  <a:pt x="412370" y="94323"/>
                </a:lnTo>
                <a:lnTo>
                  <a:pt x="411957" y="94197"/>
                </a:lnTo>
                <a:lnTo>
                  <a:pt x="411532" y="94082"/>
                </a:lnTo>
                <a:lnTo>
                  <a:pt x="411096" y="93978"/>
                </a:lnTo>
                <a:lnTo>
                  <a:pt x="410650" y="93884"/>
                </a:lnTo>
                <a:lnTo>
                  <a:pt x="410192" y="93802"/>
                </a:lnTo>
                <a:lnTo>
                  <a:pt x="409724" y="93731"/>
                </a:lnTo>
                <a:lnTo>
                  <a:pt x="409244" y="93670"/>
                </a:lnTo>
                <a:lnTo>
                  <a:pt x="408754" y="93621"/>
                </a:lnTo>
                <a:lnTo>
                  <a:pt x="408252" y="93583"/>
                </a:lnTo>
                <a:lnTo>
                  <a:pt x="407740" y="93555"/>
                </a:lnTo>
                <a:lnTo>
                  <a:pt x="407217" y="93539"/>
                </a:lnTo>
                <a:lnTo>
                  <a:pt x="406682" y="93533"/>
                </a:lnTo>
                <a:lnTo>
                  <a:pt x="406148" y="93539"/>
                </a:lnTo>
                <a:lnTo>
                  <a:pt x="405625" y="93555"/>
                </a:lnTo>
                <a:lnTo>
                  <a:pt x="405112" y="93583"/>
                </a:lnTo>
                <a:lnTo>
                  <a:pt x="404611" y="93621"/>
                </a:lnTo>
                <a:lnTo>
                  <a:pt x="404120" y="93670"/>
                </a:lnTo>
                <a:lnTo>
                  <a:pt x="403641" y="93731"/>
                </a:lnTo>
                <a:lnTo>
                  <a:pt x="403172" y="93802"/>
                </a:lnTo>
                <a:lnTo>
                  <a:pt x="402715" y="93884"/>
                </a:lnTo>
                <a:lnTo>
                  <a:pt x="402268" y="93978"/>
                </a:lnTo>
                <a:lnTo>
                  <a:pt x="401832" y="94082"/>
                </a:lnTo>
                <a:lnTo>
                  <a:pt x="401408" y="94197"/>
                </a:lnTo>
                <a:lnTo>
                  <a:pt x="400994" y="94323"/>
                </a:lnTo>
                <a:lnTo>
                  <a:pt x="400591" y="94461"/>
                </a:lnTo>
                <a:lnTo>
                  <a:pt x="400199" y="94609"/>
                </a:lnTo>
                <a:lnTo>
                  <a:pt x="399819" y="94768"/>
                </a:lnTo>
                <a:lnTo>
                  <a:pt x="399449" y="94938"/>
                </a:lnTo>
                <a:lnTo>
                  <a:pt x="399090" y="95119"/>
                </a:lnTo>
                <a:lnTo>
                  <a:pt x="398742" y="95311"/>
                </a:lnTo>
                <a:lnTo>
                  <a:pt x="398405" y="95514"/>
                </a:lnTo>
                <a:lnTo>
                  <a:pt x="398079" y="95728"/>
                </a:lnTo>
                <a:lnTo>
                  <a:pt x="397764" y="95953"/>
                </a:lnTo>
                <a:lnTo>
                  <a:pt x="397460" y="96189"/>
                </a:lnTo>
                <a:lnTo>
                  <a:pt x="397167" y="96436"/>
                </a:lnTo>
                <a:lnTo>
                  <a:pt x="396885" y="96694"/>
                </a:lnTo>
                <a:lnTo>
                  <a:pt x="396614" y="96961"/>
                </a:lnTo>
                <a:lnTo>
                  <a:pt x="396355" y="97236"/>
                </a:lnTo>
                <a:lnTo>
                  <a:pt x="396107" y="97518"/>
                </a:lnTo>
                <a:lnTo>
                  <a:pt x="395871" y="97808"/>
                </a:lnTo>
                <a:lnTo>
                  <a:pt x="395646" y="98106"/>
                </a:lnTo>
                <a:lnTo>
                  <a:pt x="395433" y="98411"/>
                </a:lnTo>
                <a:lnTo>
                  <a:pt x="395232" y="98725"/>
                </a:lnTo>
                <a:lnTo>
                  <a:pt x="395042" y="99045"/>
                </a:lnTo>
                <a:lnTo>
                  <a:pt x="394863" y="99374"/>
                </a:lnTo>
                <a:lnTo>
                  <a:pt x="394696" y="99710"/>
                </a:lnTo>
                <a:lnTo>
                  <a:pt x="394541" y="100054"/>
                </a:lnTo>
                <a:lnTo>
                  <a:pt x="394397" y="100406"/>
                </a:lnTo>
                <a:lnTo>
                  <a:pt x="394264" y="100765"/>
                </a:lnTo>
                <a:lnTo>
                  <a:pt x="394143" y="101132"/>
                </a:lnTo>
                <a:lnTo>
                  <a:pt x="394034" y="101507"/>
                </a:lnTo>
                <a:lnTo>
                  <a:pt x="393936" y="101889"/>
                </a:lnTo>
                <a:lnTo>
                  <a:pt x="393850" y="102280"/>
                </a:lnTo>
                <a:lnTo>
                  <a:pt x="393775" y="102677"/>
                </a:lnTo>
                <a:lnTo>
                  <a:pt x="393711" y="103083"/>
                </a:lnTo>
                <a:lnTo>
                  <a:pt x="393660" y="103496"/>
                </a:lnTo>
                <a:lnTo>
                  <a:pt x="393619" y="103917"/>
                </a:lnTo>
                <a:lnTo>
                  <a:pt x="393590" y="104346"/>
                </a:lnTo>
                <a:lnTo>
                  <a:pt x="393573" y="104782"/>
                </a:lnTo>
                <a:lnTo>
                  <a:pt x="393567" y="105226"/>
                </a:lnTo>
                <a:lnTo>
                  <a:pt x="393573" y="105670"/>
                </a:lnTo>
                <a:lnTo>
                  <a:pt x="393590" y="106106"/>
                </a:lnTo>
                <a:lnTo>
                  <a:pt x="393619" y="106534"/>
                </a:lnTo>
                <a:lnTo>
                  <a:pt x="393660" y="106955"/>
                </a:lnTo>
                <a:lnTo>
                  <a:pt x="393711" y="107368"/>
                </a:lnTo>
                <a:lnTo>
                  <a:pt x="393775" y="107773"/>
                </a:lnTo>
                <a:lnTo>
                  <a:pt x="393850" y="108171"/>
                </a:lnTo>
                <a:lnTo>
                  <a:pt x="393936" y="108561"/>
                </a:lnTo>
                <a:lnTo>
                  <a:pt x="394034" y="108943"/>
                </a:lnTo>
                <a:lnTo>
                  <a:pt x="394143" y="109318"/>
                </a:lnTo>
                <a:lnTo>
                  <a:pt x="394264" y="109685"/>
                </a:lnTo>
                <a:lnTo>
                  <a:pt x="394397" y="110044"/>
                </a:lnTo>
                <a:lnTo>
                  <a:pt x="394541" y="110396"/>
                </a:lnTo>
                <a:lnTo>
                  <a:pt x="394696" y="110740"/>
                </a:lnTo>
                <a:lnTo>
                  <a:pt x="394863" y="111076"/>
                </a:lnTo>
                <a:lnTo>
                  <a:pt x="395042" y="111405"/>
                </a:lnTo>
                <a:lnTo>
                  <a:pt x="395232" y="111726"/>
                </a:lnTo>
                <a:lnTo>
                  <a:pt x="395433" y="112039"/>
                </a:lnTo>
                <a:lnTo>
                  <a:pt x="395646" y="112345"/>
                </a:lnTo>
                <a:lnTo>
                  <a:pt x="395871" y="112643"/>
                </a:lnTo>
                <a:lnTo>
                  <a:pt x="396107" y="112933"/>
                </a:lnTo>
                <a:lnTo>
                  <a:pt x="396355" y="113216"/>
                </a:lnTo>
                <a:lnTo>
                  <a:pt x="396614" y="113490"/>
                </a:lnTo>
                <a:lnTo>
                  <a:pt x="396885" y="113758"/>
                </a:lnTo>
                <a:lnTo>
                  <a:pt x="397167" y="114015"/>
                </a:lnTo>
                <a:lnTo>
                  <a:pt x="397460" y="114262"/>
                </a:lnTo>
                <a:lnTo>
                  <a:pt x="397764" y="114498"/>
                </a:lnTo>
                <a:lnTo>
                  <a:pt x="398079" y="114723"/>
                </a:lnTo>
                <a:lnTo>
                  <a:pt x="398405" y="114937"/>
                </a:lnTo>
                <a:lnTo>
                  <a:pt x="398742" y="115139"/>
                </a:lnTo>
                <a:lnTo>
                  <a:pt x="399090" y="115331"/>
                </a:lnTo>
                <a:lnTo>
                  <a:pt x="399449" y="115512"/>
                </a:lnTo>
                <a:lnTo>
                  <a:pt x="399819" y="115682"/>
                </a:lnTo>
                <a:lnTo>
                  <a:pt x="400199" y="115841"/>
                </a:lnTo>
                <a:lnTo>
                  <a:pt x="400591" y="115989"/>
                </a:lnTo>
                <a:lnTo>
                  <a:pt x="400994" y="116126"/>
                </a:lnTo>
                <a:lnTo>
                  <a:pt x="401408" y="116252"/>
                </a:lnTo>
                <a:lnTo>
                  <a:pt x="401832" y="116368"/>
                </a:lnTo>
                <a:lnTo>
                  <a:pt x="402268" y="116472"/>
                </a:lnTo>
                <a:lnTo>
                  <a:pt x="402715" y="116565"/>
                </a:lnTo>
                <a:lnTo>
                  <a:pt x="403172" y="116647"/>
                </a:lnTo>
                <a:lnTo>
                  <a:pt x="403641" y="116719"/>
                </a:lnTo>
                <a:lnTo>
                  <a:pt x="404120" y="116779"/>
                </a:lnTo>
                <a:lnTo>
                  <a:pt x="404611" y="116828"/>
                </a:lnTo>
                <a:lnTo>
                  <a:pt x="405112" y="116867"/>
                </a:lnTo>
                <a:lnTo>
                  <a:pt x="405625" y="116894"/>
                </a:lnTo>
                <a:lnTo>
                  <a:pt x="406148" y="116910"/>
                </a:lnTo>
                <a:lnTo>
                  <a:pt x="406682" y="116916"/>
                </a:lnTo>
                <a:lnTo>
                  <a:pt x="407217" y="116910"/>
                </a:lnTo>
                <a:lnTo>
                  <a:pt x="407740" y="116894"/>
                </a:lnTo>
                <a:lnTo>
                  <a:pt x="408252" y="116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returnNone">
            <a:extLst xmlns:a="http://schemas.openxmlformats.org/drawingml/2006/main">
              <a:ext uri="{FF2B5EF4-FFF2-40B4-BE49-F238E27FC236}">
                <a16:creationId xmlns:a16="http://schemas.microsoft.com/office/drawing/2014/main" id="{7A717EDB-37C9-4ED7-8C6C-159E2C88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539" y="3146309"/>
            <a:ext cx="997720" cy="117265"/>
          </a:xfrm>
          <a:custGeom xmlns:a="http://schemas.openxmlformats.org/drawingml/2006/main">
            <a:pathLst>
              <a:path w="997720" h="117265">
                <a:moveTo>
                  <a:pt x="224353" y="102682"/>
                </a:moveTo>
                <a:lnTo>
                  <a:pt x="224005" y="102667"/>
                </a:lnTo>
                <a:lnTo>
                  <a:pt x="223663" y="102643"/>
                </a:lnTo>
                <a:lnTo>
                  <a:pt x="223327" y="102610"/>
                </a:lnTo>
                <a:lnTo>
                  <a:pt x="222996" y="102566"/>
                </a:lnTo>
                <a:lnTo>
                  <a:pt x="222672" y="102513"/>
                </a:lnTo>
                <a:lnTo>
                  <a:pt x="222353" y="102451"/>
                </a:lnTo>
                <a:lnTo>
                  <a:pt x="222039" y="102378"/>
                </a:lnTo>
                <a:lnTo>
                  <a:pt x="221732" y="102297"/>
                </a:lnTo>
                <a:lnTo>
                  <a:pt x="221430" y="102205"/>
                </a:lnTo>
                <a:lnTo>
                  <a:pt x="221134" y="102104"/>
                </a:lnTo>
                <a:lnTo>
                  <a:pt x="220844" y="101993"/>
                </a:lnTo>
                <a:lnTo>
                  <a:pt x="220560" y="101873"/>
                </a:lnTo>
                <a:lnTo>
                  <a:pt x="220281" y="101743"/>
                </a:lnTo>
                <a:lnTo>
                  <a:pt x="220008" y="101603"/>
                </a:lnTo>
                <a:lnTo>
                  <a:pt x="219741" y="101454"/>
                </a:lnTo>
                <a:lnTo>
                  <a:pt x="219480" y="101295"/>
                </a:lnTo>
                <a:lnTo>
                  <a:pt x="219225" y="101127"/>
                </a:lnTo>
                <a:lnTo>
                  <a:pt x="218975" y="100948"/>
                </a:lnTo>
                <a:lnTo>
                  <a:pt x="218731" y="100761"/>
                </a:lnTo>
                <a:lnTo>
                  <a:pt x="218493" y="100563"/>
                </a:lnTo>
                <a:lnTo>
                  <a:pt x="218260" y="100356"/>
                </a:lnTo>
                <a:lnTo>
                  <a:pt x="218034" y="100139"/>
                </a:lnTo>
                <a:lnTo>
                  <a:pt x="217813" y="99913"/>
                </a:lnTo>
                <a:lnTo>
                  <a:pt x="217599" y="99679"/>
                </a:lnTo>
                <a:lnTo>
                  <a:pt x="217395" y="99439"/>
                </a:lnTo>
                <a:lnTo>
                  <a:pt x="217200" y="99194"/>
                </a:lnTo>
                <a:lnTo>
                  <a:pt x="217014" y="98942"/>
                </a:lnTo>
                <a:lnTo>
                  <a:pt x="216837" y="98685"/>
                </a:lnTo>
                <a:lnTo>
                  <a:pt x="216669" y="98422"/>
                </a:lnTo>
                <a:lnTo>
                  <a:pt x="216510" y="98154"/>
                </a:lnTo>
                <a:lnTo>
                  <a:pt x="216360" y="97879"/>
                </a:lnTo>
                <a:lnTo>
                  <a:pt x="216220" y="97599"/>
                </a:lnTo>
                <a:lnTo>
                  <a:pt x="216088" y="97313"/>
                </a:lnTo>
                <a:lnTo>
                  <a:pt x="215966" y="97021"/>
                </a:lnTo>
                <a:lnTo>
                  <a:pt x="215852" y="96724"/>
                </a:lnTo>
                <a:lnTo>
                  <a:pt x="215748" y="96420"/>
                </a:lnTo>
                <a:lnTo>
                  <a:pt x="215653" y="96111"/>
                </a:lnTo>
                <a:lnTo>
                  <a:pt x="215566" y="95796"/>
                </a:lnTo>
                <a:lnTo>
                  <a:pt x="215489" y="95476"/>
                </a:lnTo>
                <a:lnTo>
                  <a:pt x="215421" y="95149"/>
                </a:lnTo>
                <a:lnTo>
                  <a:pt x="215362" y="94817"/>
                </a:lnTo>
                <a:lnTo>
                  <a:pt x="215312" y="94479"/>
                </a:lnTo>
                <a:lnTo>
                  <a:pt x="215271" y="94135"/>
                </a:lnTo>
                <a:lnTo>
                  <a:pt x="215240" y="93786"/>
                </a:lnTo>
                <a:lnTo>
                  <a:pt x="215217" y="93430"/>
                </a:lnTo>
                <a:lnTo>
                  <a:pt x="215203" y="93069"/>
                </a:lnTo>
                <a:lnTo>
                  <a:pt x="215199" y="92703"/>
                </a:lnTo>
                <a:lnTo>
                  <a:pt x="215199" y="41518"/>
                </a:lnTo>
                <a:lnTo>
                  <a:pt x="250855" y="41518"/>
                </a:lnTo>
                <a:lnTo>
                  <a:pt x="250855" y="28523"/>
                </a:lnTo>
                <a:lnTo>
                  <a:pt x="215199" y="28523"/>
                </a:lnTo>
                <a:lnTo>
                  <a:pt x="215199" y="3961"/>
                </a:lnTo>
                <a:lnTo>
                  <a:pt x="200937" y="3961"/>
                </a:lnTo>
                <a:lnTo>
                  <a:pt x="200937" y="28523"/>
                </a:lnTo>
                <a:lnTo>
                  <a:pt x="175898" y="28523"/>
                </a:lnTo>
                <a:lnTo>
                  <a:pt x="175898" y="41518"/>
                </a:lnTo>
                <a:lnTo>
                  <a:pt x="200937" y="41518"/>
                </a:lnTo>
                <a:lnTo>
                  <a:pt x="200937" y="92703"/>
                </a:lnTo>
                <a:lnTo>
                  <a:pt x="200948" y="93567"/>
                </a:lnTo>
                <a:lnTo>
                  <a:pt x="200982" y="94417"/>
                </a:lnTo>
                <a:lnTo>
                  <a:pt x="201039" y="95252"/>
                </a:lnTo>
                <a:lnTo>
                  <a:pt x="201118" y="96073"/>
                </a:lnTo>
                <a:lnTo>
                  <a:pt x="201219" y="96879"/>
                </a:lnTo>
                <a:lnTo>
                  <a:pt x="201343" y="97670"/>
                </a:lnTo>
                <a:lnTo>
                  <a:pt x="201490" y="98447"/>
                </a:lnTo>
                <a:lnTo>
                  <a:pt x="201659" y="99209"/>
                </a:lnTo>
                <a:lnTo>
                  <a:pt x="201851" y="99957"/>
                </a:lnTo>
                <a:lnTo>
                  <a:pt x="202065" y="100690"/>
                </a:lnTo>
                <a:lnTo>
                  <a:pt x="202302" y="101409"/>
                </a:lnTo>
                <a:lnTo>
                  <a:pt x="202561" y="102113"/>
                </a:lnTo>
                <a:lnTo>
                  <a:pt x="202843" y="102802"/>
                </a:lnTo>
                <a:lnTo>
                  <a:pt x="203148" y="103477"/>
                </a:lnTo>
                <a:lnTo>
                  <a:pt x="203475" y="104137"/>
                </a:lnTo>
                <a:lnTo>
                  <a:pt x="203825" y="104783"/>
                </a:lnTo>
                <a:lnTo>
                  <a:pt x="204197" y="105414"/>
                </a:lnTo>
                <a:lnTo>
                  <a:pt x="204592" y="106031"/>
                </a:lnTo>
                <a:lnTo>
                  <a:pt x="205009" y="106632"/>
                </a:lnTo>
                <a:lnTo>
                  <a:pt x="205449" y="107220"/>
                </a:lnTo>
                <a:lnTo>
                  <a:pt x="205912" y="107793"/>
                </a:lnTo>
                <a:lnTo>
                  <a:pt x="206397" y="108351"/>
                </a:lnTo>
                <a:lnTo>
                  <a:pt x="206904" y="108894"/>
                </a:lnTo>
                <a:lnTo>
                  <a:pt x="207434" y="109423"/>
                </a:lnTo>
                <a:lnTo>
                  <a:pt x="207983" y="109934"/>
                </a:lnTo>
                <a:lnTo>
                  <a:pt x="208547" y="110423"/>
                </a:lnTo>
                <a:lnTo>
                  <a:pt x="209126" y="110890"/>
                </a:lnTo>
                <a:lnTo>
                  <a:pt x="209719" y="111335"/>
                </a:lnTo>
                <a:lnTo>
                  <a:pt x="210327" y="111759"/>
                </a:lnTo>
                <a:lnTo>
                  <a:pt x="210950" y="112161"/>
                </a:lnTo>
                <a:lnTo>
                  <a:pt x="211588" y="112541"/>
                </a:lnTo>
                <a:lnTo>
                  <a:pt x="212241" y="112900"/>
                </a:lnTo>
                <a:lnTo>
                  <a:pt x="212909" y="113237"/>
                </a:lnTo>
                <a:lnTo>
                  <a:pt x="213591" y="113552"/>
                </a:lnTo>
                <a:lnTo>
                  <a:pt x="214289" y="113845"/>
                </a:lnTo>
                <a:lnTo>
                  <a:pt x="215001" y="114117"/>
                </a:lnTo>
                <a:lnTo>
                  <a:pt x="215728" y="114367"/>
                </a:lnTo>
                <a:lnTo>
                  <a:pt x="216470" y="114595"/>
                </a:lnTo>
                <a:lnTo>
                  <a:pt x="217227" y="114801"/>
                </a:lnTo>
                <a:lnTo>
                  <a:pt x="217999" y="114986"/>
                </a:lnTo>
                <a:lnTo>
                  <a:pt x="218785" y="115149"/>
                </a:lnTo>
                <a:lnTo>
                  <a:pt x="219586" y="115290"/>
                </a:lnTo>
                <a:lnTo>
                  <a:pt x="220403" y="115409"/>
                </a:lnTo>
                <a:lnTo>
                  <a:pt x="221234" y="115507"/>
                </a:lnTo>
                <a:lnTo>
                  <a:pt x="222080" y="115583"/>
                </a:lnTo>
                <a:lnTo>
                  <a:pt x="222940" y="115638"/>
                </a:lnTo>
                <a:lnTo>
                  <a:pt x="223816" y="115670"/>
                </a:lnTo>
                <a:lnTo>
                  <a:pt x="224706" y="115681"/>
                </a:lnTo>
                <a:lnTo>
                  <a:pt x="250062" y="115681"/>
                </a:lnTo>
                <a:lnTo>
                  <a:pt x="250062" y="102687"/>
                </a:lnTo>
                <a:lnTo>
                  <a:pt x="224706" y="102687"/>
                </a:lnTo>
                <a:lnTo>
                  <a:pt x="224353" y="102682"/>
                </a:lnTo>
                <a:close/>
                <a:moveTo>
                  <a:pt x="0" y="115681"/>
                </a:moveTo>
                <a:lnTo>
                  <a:pt x="14262" y="115681"/>
                </a:lnTo>
                <a:lnTo>
                  <a:pt x="14262" y="60216"/>
                </a:lnTo>
                <a:lnTo>
                  <a:pt x="14270" y="59379"/>
                </a:lnTo>
                <a:lnTo>
                  <a:pt x="14296" y="58559"/>
                </a:lnTo>
                <a:lnTo>
                  <a:pt x="14338" y="57755"/>
                </a:lnTo>
                <a:lnTo>
                  <a:pt x="14398" y="56968"/>
                </a:lnTo>
                <a:lnTo>
                  <a:pt x="14475" y="56197"/>
                </a:lnTo>
                <a:lnTo>
                  <a:pt x="14569" y="55443"/>
                </a:lnTo>
                <a:lnTo>
                  <a:pt x="14680" y="54705"/>
                </a:lnTo>
                <a:lnTo>
                  <a:pt x="14807" y="53984"/>
                </a:lnTo>
                <a:lnTo>
                  <a:pt x="14953" y="53279"/>
                </a:lnTo>
                <a:lnTo>
                  <a:pt x="15115" y="52591"/>
                </a:lnTo>
                <a:lnTo>
                  <a:pt x="15294" y="51919"/>
                </a:lnTo>
                <a:lnTo>
                  <a:pt x="15490" y="51263"/>
                </a:lnTo>
                <a:lnTo>
                  <a:pt x="15703" y="50625"/>
                </a:lnTo>
                <a:lnTo>
                  <a:pt x="15933" y="50002"/>
                </a:lnTo>
                <a:lnTo>
                  <a:pt x="16181" y="49397"/>
                </a:lnTo>
                <a:lnTo>
                  <a:pt x="16445" y="48807"/>
                </a:lnTo>
                <a:lnTo>
                  <a:pt x="16727" y="48235"/>
                </a:lnTo>
                <a:lnTo>
                  <a:pt x="17025" y="47678"/>
                </a:lnTo>
                <a:lnTo>
                  <a:pt x="17341" y="47139"/>
                </a:lnTo>
                <a:lnTo>
                  <a:pt x="17674" y="46616"/>
                </a:lnTo>
                <a:lnTo>
                  <a:pt x="18023" y="46109"/>
                </a:lnTo>
                <a:lnTo>
                  <a:pt x="18390" y="45619"/>
                </a:lnTo>
                <a:lnTo>
                  <a:pt x="18774" y="45145"/>
                </a:lnTo>
                <a:lnTo>
                  <a:pt x="19175" y="44688"/>
                </a:lnTo>
                <a:lnTo>
                  <a:pt x="19592" y="44248"/>
                </a:lnTo>
                <a:lnTo>
                  <a:pt x="20025" y="43827"/>
                </a:lnTo>
                <a:lnTo>
                  <a:pt x="20473" y="43425"/>
                </a:lnTo>
                <a:lnTo>
                  <a:pt x="20936" y="43042"/>
                </a:lnTo>
                <a:lnTo>
                  <a:pt x="21415" y="42677"/>
                </a:lnTo>
                <a:lnTo>
                  <a:pt x="21909" y="42331"/>
                </a:lnTo>
                <a:lnTo>
                  <a:pt x="22418" y="42003"/>
                </a:lnTo>
                <a:lnTo>
                  <a:pt x="22943" y="41695"/>
                </a:lnTo>
                <a:lnTo>
                  <a:pt x="23484" y="41405"/>
                </a:lnTo>
                <a:lnTo>
                  <a:pt x="24039" y="41133"/>
                </a:lnTo>
                <a:lnTo>
                  <a:pt x="24611" y="40881"/>
                </a:lnTo>
                <a:lnTo>
                  <a:pt x="25197" y="40647"/>
                </a:lnTo>
                <a:lnTo>
                  <a:pt x="25799" y="40432"/>
                </a:lnTo>
                <a:lnTo>
                  <a:pt x="26416" y="40236"/>
                </a:lnTo>
                <a:lnTo>
                  <a:pt x="27049" y="40058"/>
                </a:lnTo>
                <a:lnTo>
                  <a:pt x="27697" y="39899"/>
                </a:lnTo>
                <a:lnTo>
                  <a:pt x="28361" y="39759"/>
                </a:lnTo>
                <a:lnTo>
                  <a:pt x="29040" y="39637"/>
                </a:lnTo>
                <a:lnTo>
                  <a:pt x="29734" y="39534"/>
                </a:lnTo>
                <a:lnTo>
                  <a:pt x="30444" y="39450"/>
                </a:lnTo>
                <a:lnTo>
                  <a:pt x="31169" y="39384"/>
                </a:lnTo>
                <a:lnTo>
                  <a:pt x="31909" y="39338"/>
                </a:lnTo>
                <a:lnTo>
                  <a:pt x="32665" y="39310"/>
                </a:lnTo>
                <a:lnTo>
                  <a:pt x="33437" y="39300"/>
                </a:lnTo>
                <a:lnTo>
                  <a:pt x="34182" y="39308"/>
                </a:lnTo>
                <a:lnTo>
                  <a:pt x="34912" y="39333"/>
                </a:lnTo>
                <a:lnTo>
                  <a:pt x="35628" y="39373"/>
                </a:lnTo>
                <a:lnTo>
                  <a:pt x="36329" y="39430"/>
                </a:lnTo>
                <a:lnTo>
                  <a:pt x="37015" y="39503"/>
                </a:lnTo>
                <a:lnTo>
                  <a:pt x="37686" y="39592"/>
                </a:lnTo>
                <a:lnTo>
                  <a:pt x="38342" y="39698"/>
                </a:lnTo>
                <a:lnTo>
                  <a:pt x="38984" y="39820"/>
                </a:lnTo>
                <a:lnTo>
                  <a:pt x="39610" y="39958"/>
                </a:lnTo>
                <a:lnTo>
                  <a:pt x="40222" y="40112"/>
                </a:lnTo>
                <a:lnTo>
                  <a:pt x="40818" y="40282"/>
                </a:lnTo>
                <a:lnTo>
                  <a:pt x="41400" y="40469"/>
                </a:lnTo>
                <a:lnTo>
                  <a:pt x="41967" y="40672"/>
                </a:lnTo>
                <a:lnTo>
                  <a:pt x="42520" y="40891"/>
                </a:lnTo>
                <a:lnTo>
                  <a:pt x="43057" y="41126"/>
                </a:lnTo>
                <a:lnTo>
                  <a:pt x="43579" y="41378"/>
                </a:lnTo>
                <a:lnTo>
                  <a:pt x="44087" y="41645"/>
                </a:lnTo>
                <a:lnTo>
                  <a:pt x="44580" y="41929"/>
                </a:lnTo>
                <a:lnTo>
                  <a:pt x="45058" y="42230"/>
                </a:lnTo>
                <a:lnTo>
                  <a:pt x="45521" y="42546"/>
                </a:lnTo>
                <a:lnTo>
                  <a:pt x="45969" y="42879"/>
                </a:lnTo>
                <a:lnTo>
                  <a:pt x="46402" y="43228"/>
                </a:lnTo>
                <a:lnTo>
                  <a:pt x="46821" y="43593"/>
                </a:lnTo>
                <a:lnTo>
                  <a:pt x="47224" y="43974"/>
                </a:lnTo>
                <a:lnTo>
                  <a:pt x="47612" y="44373"/>
                </a:lnTo>
                <a:lnTo>
                  <a:pt x="47983" y="44788"/>
                </a:lnTo>
                <a:lnTo>
                  <a:pt x="48338" y="45221"/>
                </a:lnTo>
                <a:lnTo>
                  <a:pt x="48677" y="45671"/>
                </a:lnTo>
                <a:lnTo>
                  <a:pt x="48999" y="46139"/>
                </a:lnTo>
                <a:lnTo>
                  <a:pt x="49304" y="46623"/>
                </a:lnTo>
                <a:lnTo>
                  <a:pt x="49593" y="47126"/>
                </a:lnTo>
                <a:lnTo>
                  <a:pt x="49865" y="47645"/>
                </a:lnTo>
                <a:lnTo>
                  <a:pt x="50121" y="48182"/>
                </a:lnTo>
                <a:lnTo>
                  <a:pt x="50360" y="48736"/>
                </a:lnTo>
                <a:lnTo>
                  <a:pt x="50583" y="49308"/>
                </a:lnTo>
                <a:lnTo>
                  <a:pt x="50790" y="49897"/>
                </a:lnTo>
                <a:lnTo>
                  <a:pt x="50979" y="50503"/>
                </a:lnTo>
                <a:lnTo>
                  <a:pt x="51153" y="51126"/>
                </a:lnTo>
                <a:lnTo>
                  <a:pt x="51310" y="51767"/>
                </a:lnTo>
                <a:lnTo>
                  <a:pt x="51450" y="52426"/>
                </a:lnTo>
                <a:lnTo>
                  <a:pt x="51574" y="53101"/>
                </a:lnTo>
                <a:lnTo>
                  <a:pt x="51681" y="53794"/>
                </a:lnTo>
                <a:lnTo>
                  <a:pt x="51772" y="54504"/>
                </a:lnTo>
                <a:lnTo>
                  <a:pt x="51846" y="55232"/>
                </a:lnTo>
                <a:lnTo>
                  <a:pt x="51904" y="55977"/>
                </a:lnTo>
                <a:lnTo>
                  <a:pt x="51945" y="56739"/>
                </a:lnTo>
                <a:lnTo>
                  <a:pt x="51970" y="57519"/>
                </a:lnTo>
                <a:lnTo>
                  <a:pt x="51978" y="58316"/>
                </a:lnTo>
                <a:lnTo>
                  <a:pt x="51978" y="65763"/>
                </a:lnTo>
                <a:lnTo>
                  <a:pt x="66240" y="65763"/>
                </a:lnTo>
                <a:lnTo>
                  <a:pt x="66240" y="58316"/>
                </a:lnTo>
                <a:lnTo>
                  <a:pt x="66227" y="57073"/>
                </a:lnTo>
                <a:lnTo>
                  <a:pt x="66188" y="55854"/>
                </a:lnTo>
                <a:lnTo>
                  <a:pt x="66124" y="54660"/>
                </a:lnTo>
                <a:lnTo>
                  <a:pt x="66035" y="53489"/>
                </a:lnTo>
                <a:lnTo>
                  <a:pt x="65920" y="52342"/>
                </a:lnTo>
                <a:lnTo>
                  <a:pt x="65779" y="51219"/>
                </a:lnTo>
                <a:lnTo>
                  <a:pt x="65613" y="50120"/>
                </a:lnTo>
                <a:lnTo>
                  <a:pt x="65421" y="49045"/>
                </a:lnTo>
                <a:lnTo>
                  <a:pt x="65203" y="47994"/>
                </a:lnTo>
                <a:lnTo>
                  <a:pt x="64960" y="46967"/>
                </a:lnTo>
                <a:lnTo>
                  <a:pt x="64691" y="45964"/>
                </a:lnTo>
                <a:lnTo>
                  <a:pt x="64397" y="44984"/>
                </a:lnTo>
                <a:lnTo>
                  <a:pt x="64077" y="44029"/>
                </a:lnTo>
                <a:lnTo>
                  <a:pt x="63732" y="43098"/>
                </a:lnTo>
                <a:lnTo>
                  <a:pt x="63361" y="42190"/>
                </a:lnTo>
                <a:lnTo>
                  <a:pt x="62964" y="41307"/>
                </a:lnTo>
                <a:lnTo>
                  <a:pt x="62542" y="40447"/>
                </a:lnTo>
                <a:lnTo>
                  <a:pt x="62094" y="39611"/>
                </a:lnTo>
                <a:lnTo>
                  <a:pt x="61620" y="38800"/>
                </a:lnTo>
                <a:lnTo>
                  <a:pt x="61121" y="38012"/>
                </a:lnTo>
                <a:lnTo>
                  <a:pt x="60597" y="37248"/>
                </a:lnTo>
                <a:lnTo>
                  <a:pt x="60047" y="36508"/>
                </a:lnTo>
                <a:lnTo>
                  <a:pt x="59471" y="35792"/>
                </a:lnTo>
                <a:lnTo>
                  <a:pt x="58869" y="35100"/>
                </a:lnTo>
                <a:lnTo>
                  <a:pt x="58245" y="34434"/>
                </a:lnTo>
                <a:lnTo>
                  <a:pt x="57598" y="33797"/>
                </a:lnTo>
                <a:lnTo>
                  <a:pt x="56930" y="33187"/>
                </a:lnTo>
                <a:lnTo>
                  <a:pt x="56240" y="32607"/>
                </a:lnTo>
                <a:lnTo>
                  <a:pt x="55528" y="32054"/>
                </a:lnTo>
                <a:lnTo>
                  <a:pt x="54794" y="31530"/>
                </a:lnTo>
                <a:lnTo>
                  <a:pt x="54039" y="31034"/>
                </a:lnTo>
                <a:lnTo>
                  <a:pt x="53262" y="30566"/>
                </a:lnTo>
                <a:lnTo>
                  <a:pt x="52463" y="30127"/>
                </a:lnTo>
                <a:lnTo>
                  <a:pt x="51643" y="29716"/>
                </a:lnTo>
                <a:lnTo>
                  <a:pt x="50801" y="29334"/>
                </a:lnTo>
                <a:lnTo>
                  <a:pt x="49937" y="28980"/>
                </a:lnTo>
                <a:lnTo>
                  <a:pt x="49051" y="28654"/>
                </a:lnTo>
                <a:lnTo>
                  <a:pt x="48143" y="28356"/>
                </a:lnTo>
                <a:lnTo>
                  <a:pt x="47214" y="28087"/>
                </a:lnTo>
                <a:lnTo>
                  <a:pt x="46263" y="27846"/>
                </a:lnTo>
                <a:lnTo>
                  <a:pt x="45291" y="27634"/>
                </a:lnTo>
                <a:lnTo>
                  <a:pt x="44296" y="27449"/>
                </a:lnTo>
                <a:lnTo>
                  <a:pt x="43280" y="27293"/>
                </a:lnTo>
                <a:lnTo>
                  <a:pt x="42242" y="27166"/>
                </a:lnTo>
                <a:lnTo>
                  <a:pt x="41183" y="27067"/>
                </a:lnTo>
                <a:lnTo>
                  <a:pt x="40102" y="26996"/>
                </a:lnTo>
                <a:lnTo>
                  <a:pt x="38998" y="26953"/>
                </a:lnTo>
                <a:lnTo>
                  <a:pt x="37874" y="26939"/>
                </a:lnTo>
                <a:lnTo>
                  <a:pt x="36958" y="26950"/>
                </a:lnTo>
                <a:lnTo>
                  <a:pt x="36059" y="26981"/>
                </a:lnTo>
                <a:lnTo>
                  <a:pt x="35176" y="27032"/>
                </a:lnTo>
                <a:lnTo>
                  <a:pt x="34311" y="27104"/>
                </a:lnTo>
                <a:lnTo>
                  <a:pt x="33462" y="27197"/>
                </a:lnTo>
                <a:lnTo>
                  <a:pt x="32630" y="27311"/>
                </a:lnTo>
                <a:lnTo>
                  <a:pt x="31815" y="27445"/>
                </a:lnTo>
                <a:lnTo>
                  <a:pt x="31016" y="27600"/>
                </a:lnTo>
                <a:lnTo>
                  <a:pt x="30234" y="27775"/>
                </a:lnTo>
                <a:lnTo>
                  <a:pt x="29469" y="27971"/>
                </a:lnTo>
                <a:lnTo>
                  <a:pt x="28721" y="28188"/>
                </a:lnTo>
                <a:lnTo>
                  <a:pt x="27990" y="28425"/>
                </a:lnTo>
                <a:lnTo>
                  <a:pt x="27275" y="28683"/>
                </a:lnTo>
                <a:lnTo>
                  <a:pt x="26578" y="28962"/>
                </a:lnTo>
                <a:lnTo>
                  <a:pt x="25896" y="29261"/>
                </a:lnTo>
                <a:lnTo>
                  <a:pt x="25232" y="29581"/>
                </a:lnTo>
                <a:lnTo>
                  <a:pt x="24585" y="29921"/>
                </a:lnTo>
                <a:lnTo>
                  <a:pt x="23954" y="30283"/>
                </a:lnTo>
                <a:lnTo>
                  <a:pt x="23340" y="30664"/>
                </a:lnTo>
                <a:lnTo>
                  <a:pt x="22743" y="31067"/>
                </a:lnTo>
                <a:lnTo>
                  <a:pt x="22162" y="31490"/>
                </a:lnTo>
                <a:lnTo>
                  <a:pt x="21599" y="31934"/>
                </a:lnTo>
                <a:lnTo>
                  <a:pt x="21052" y="32398"/>
                </a:lnTo>
                <a:lnTo>
                  <a:pt x="20522" y="32883"/>
                </a:lnTo>
                <a:lnTo>
                  <a:pt x="20011" y="33385"/>
                </a:lnTo>
                <a:lnTo>
                  <a:pt x="19522" y="33902"/>
                </a:lnTo>
                <a:lnTo>
                  <a:pt x="19055" y="34434"/>
                </a:lnTo>
                <a:lnTo>
                  <a:pt x="18609" y="34980"/>
                </a:lnTo>
                <a:lnTo>
                  <a:pt x="18185" y="35541"/>
                </a:lnTo>
                <a:lnTo>
                  <a:pt x="17783" y="36116"/>
                </a:lnTo>
                <a:lnTo>
                  <a:pt x="17403" y="36706"/>
                </a:lnTo>
                <a:lnTo>
                  <a:pt x="17044" y="37310"/>
                </a:lnTo>
                <a:lnTo>
                  <a:pt x="16707" y="37929"/>
                </a:lnTo>
                <a:lnTo>
                  <a:pt x="16392" y="38563"/>
                </a:lnTo>
                <a:lnTo>
                  <a:pt x="16098" y="39211"/>
                </a:lnTo>
                <a:lnTo>
                  <a:pt x="15827" y="39874"/>
                </a:lnTo>
                <a:lnTo>
                  <a:pt x="15577" y="40551"/>
                </a:lnTo>
                <a:lnTo>
                  <a:pt x="15348" y="41243"/>
                </a:lnTo>
                <a:lnTo>
                  <a:pt x="15142" y="41950"/>
                </a:lnTo>
                <a:lnTo>
                  <a:pt x="14957" y="42671"/>
                </a:lnTo>
                <a:lnTo>
                  <a:pt x="14794" y="43407"/>
                </a:lnTo>
                <a:lnTo>
                  <a:pt x="14653" y="44157"/>
                </a:lnTo>
                <a:lnTo>
                  <a:pt x="14533" y="44922"/>
                </a:lnTo>
                <a:lnTo>
                  <a:pt x="14503" y="45162"/>
                </a:lnTo>
                <a:lnTo>
                  <a:pt x="14262" y="45162"/>
                </a:lnTo>
                <a:lnTo>
                  <a:pt x="14262" y="28523"/>
                </a:lnTo>
                <a:lnTo>
                  <a:pt x="0" y="28523"/>
                </a:lnTo>
                <a:lnTo>
                  <a:pt x="0" y="115681"/>
                </a:lnTo>
                <a:close/>
                <a:moveTo>
                  <a:pt x="372399" y="115681"/>
                </a:moveTo>
                <a:lnTo>
                  <a:pt x="386660" y="115681"/>
                </a:lnTo>
                <a:lnTo>
                  <a:pt x="386660" y="60216"/>
                </a:lnTo>
                <a:lnTo>
                  <a:pt x="386669" y="59379"/>
                </a:lnTo>
                <a:lnTo>
                  <a:pt x="386694" y="58559"/>
                </a:lnTo>
                <a:lnTo>
                  <a:pt x="386737" y="57755"/>
                </a:lnTo>
                <a:lnTo>
                  <a:pt x="386797" y="56968"/>
                </a:lnTo>
                <a:lnTo>
                  <a:pt x="386873" y="56197"/>
                </a:lnTo>
                <a:lnTo>
                  <a:pt x="386967" y="55443"/>
                </a:lnTo>
                <a:lnTo>
                  <a:pt x="387078" y="54705"/>
                </a:lnTo>
                <a:lnTo>
                  <a:pt x="387206" y="53984"/>
                </a:lnTo>
                <a:lnTo>
                  <a:pt x="387351" y="53279"/>
                </a:lnTo>
                <a:lnTo>
                  <a:pt x="387513" y="52591"/>
                </a:lnTo>
                <a:lnTo>
                  <a:pt x="387692" y="51919"/>
                </a:lnTo>
                <a:lnTo>
                  <a:pt x="387888" y="51263"/>
                </a:lnTo>
                <a:lnTo>
                  <a:pt x="388102" y="50625"/>
                </a:lnTo>
                <a:lnTo>
                  <a:pt x="388332" y="50002"/>
                </a:lnTo>
                <a:lnTo>
                  <a:pt x="388579" y="49397"/>
                </a:lnTo>
                <a:lnTo>
                  <a:pt x="388844" y="48807"/>
                </a:lnTo>
                <a:lnTo>
                  <a:pt x="389125" y="48235"/>
                </a:lnTo>
                <a:lnTo>
                  <a:pt x="389424" y="47678"/>
                </a:lnTo>
                <a:lnTo>
                  <a:pt x="389740" y="47139"/>
                </a:lnTo>
                <a:lnTo>
                  <a:pt x="390072" y="46616"/>
                </a:lnTo>
                <a:lnTo>
                  <a:pt x="390422" y="46109"/>
                </a:lnTo>
                <a:lnTo>
                  <a:pt x="390789" y="45619"/>
                </a:lnTo>
                <a:lnTo>
                  <a:pt x="391173" y="45145"/>
                </a:lnTo>
                <a:lnTo>
                  <a:pt x="391574" y="44688"/>
                </a:lnTo>
                <a:lnTo>
                  <a:pt x="391991" y="44248"/>
                </a:lnTo>
                <a:lnTo>
                  <a:pt x="392423" y="43827"/>
                </a:lnTo>
                <a:lnTo>
                  <a:pt x="392871" y="43425"/>
                </a:lnTo>
                <a:lnTo>
                  <a:pt x="393335" y="43042"/>
                </a:lnTo>
                <a:lnTo>
                  <a:pt x="393813" y="42677"/>
                </a:lnTo>
                <a:lnTo>
                  <a:pt x="394307" y="42331"/>
                </a:lnTo>
                <a:lnTo>
                  <a:pt x="394817" y="42003"/>
                </a:lnTo>
                <a:lnTo>
                  <a:pt x="395342" y="41695"/>
                </a:lnTo>
                <a:lnTo>
                  <a:pt x="395882" y="41405"/>
                </a:lnTo>
                <a:lnTo>
                  <a:pt x="396438" y="41133"/>
                </a:lnTo>
                <a:lnTo>
                  <a:pt x="397009" y="40881"/>
                </a:lnTo>
                <a:lnTo>
                  <a:pt x="397596" y="40647"/>
                </a:lnTo>
                <a:lnTo>
                  <a:pt x="398198" y="40432"/>
                </a:lnTo>
                <a:lnTo>
                  <a:pt x="398815" y="40236"/>
                </a:lnTo>
                <a:lnTo>
                  <a:pt x="399448" y="40058"/>
                </a:lnTo>
                <a:lnTo>
                  <a:pt x="400096" y="39899"/>
                </a:lnTo>
                <a:lnTo>
                  <a:pt x="400759" y="39759"/>
                </a:lnTo>
                <a:lnTo>
                  <a:pt x="401438" y="39637"/>
                </a:lnTo>
                <a:lnTo>
                  <a:pt x="402133" y="39534"/>
                </a:lnTo>
                <a:lnTo>
                  <a:pt x="402842" y="39450"/>
                </a:lnTo>
                <a:lnTo>
                  <a:pt x="403567" y="39384"/>
                </a:lnTo>
                <a:lnTo>
                  <a:pt x="404308" y="39338"/>
                </a:lnTo>
                <a:lnTo>
                  <a:pt x="405064" y="39310"/>
                </a:lnTo>
                <a:lnTo>
                  <a:pt x="405835" y="39300"/>
                </a:lnTo>
                <a:lnTo>
                  <a:pt x="406580" y="39308"/>
                </a:lnTo>
                <a:lnTo>
                  <a:pt x="407311" y="39333"/>
                </a:lnTo>
                <a:lnTo>
                  <a:pt x="408027" y="39373"/>
                </a:lnTo>
                <a:lnTo>
                  <a:pt x="408727" y="39430"/>
                </a:lnTo>
                <a:lnTo>
                  <a:pt x="409413" y="39503"/>
                </a:lnTo>
                <a:lnTo>
                  <a:pt x="410084" y="39592"/>
                </a:lnTo>
                <a:lnTo>
                  <a:pt x="410741" y="39698"/>
                </a:lnTo>
                <a:lnTo>
                  <a:pt x="411382" y="39820"/>
                </a:lnTo>
                <a:lnTo>
                  <a:pt x="412009" y="39958"/>
                </a:lnTo>
                <a:lnTo>
                  <a:pt x="412620" y="40112"/>
                </a:lnTo>
                <a:lnTo>
                  <a:pt x="413217" y="40282"/>
                </a:lnTo>
                <a:lnTo>
                  <a:pt x="413799" y="40469"/>
                </a:lnTo>
                <a:lnTo>
                  <a:pt x="414366" y="40672"/>
                </a:lnTo>
                <a:lnTo>
                  <a:pt x="414918" y="40891"/>
                </a:lnTo>
                <a:lnTo>
                  <a:pt x="415455" y="41126"/>
                </a:lnTo>
                <a:lnTo>
                  <a:pt x="415978" y="41378"/>
                </a:lnTo>
                <a:lnTo>
                  <a:pt x="416486" y="41645"/>
                </a:lnTo>
                <a:lnTo>
                  <a:pt x="416978" y="41929"/>
                </a:lnTo>
                <a:lnTo>
                  <a:pt x="417456" y="42230"/>
                </a:lnTo>
                <a:lnTo>
                  <a:pt x="417919" y="42546"/>
                </a:lnTo>
                <a:lnTo>
                  <a:pt x="418367" y="42879"/>
                </a:lnTo>
                <a:lnTo>
                  <a:pt x="418801" y="43228"/>
                </a:lnTo>
                <a:lnTo>
                  <a:pt x="419219" y="43593"/>
                </a:lnTo>
                <a:lnTo>
                  <a:pt x="419623" y="43974"/>
                </a:lnTo>
                <a:lnTo>
                  <a:pt x="420011" y="44373"/>
                </a:lnTo>
                <a:lnTo>
                  <a:pt x="420382" y="44788"/>
                </a:lnTo>
                <a:lnTo>
                  <a:pt x="420737" y="45221"/>
                </a:lnTo>
                <a:lnTo>
                  <a:pt x="421075" y="45671"/>
                </a:lnTo>
                <a:lnTo>
                  <a:pt x="421397" y="46139"/>
                </a:lnTo>
                <a:lnTo>
                  <a:pt x="421703" y="46623"/>
                </a:lnTo>
                <a:lnTo>
                  <a:pt x="421991" y="47126"/>
                </a:lnTo>
                <a:lnTo>
                  <a:pt x="422264" y="47645"/>
                </a:lnTo>
                <a:lnTo>
                  <a:pt x="422520" y="48182"/>
                </a:lnTo>
                <a:lnTo>
                  <a:pt x="422759" y="48736"/>
                </a:lnTo>
                <a:lnTo>
                  <a:pt x="422982" y="49308"/>
                </a:lnTo>
                <a:lnTo>
                  <a:pt x="423188" y="49897"/>
                </a:lnTo>
                <a:lnTo>
                  <a:pt x="423378" y="50503"/>
                </a:lnTo>
                <a:lnTo>
                  <a:pt x="423551" y="51126"/>
                </a:lnTo>
                <a:lnTo>
                  <a:pt x="423708" y="51767"/>
                </a:lnTo>
                <a:lnTo>
                  <a:pt x="423848" y="52426"/>
                </a:lnTo>
                <a:lnTo>
                  <a:pt x="423972" y="53101"/>
                </a:lnTo>
                <a:lnTo>
                  <a:pt x="424079" y="53794"/>
                </a:lnTo>
                <a:lnTo>
                  <a:pt x="424170" y="54504"/>
                </a:lnTo>
                <a:lnTo>
                  <a:pt x="424245" y="55232"/>
                </a:lnTo>
                <a:lnTo>
                  <a:pt x="424302" y="55977"/>
                </a:lnTo>
                <a:lnTo>
                  <a:pt x="424344" y="56739"/>
                </a:lnTo>
                <a:lnTo>
                  <a:pt x="424368" y="57519"/>
                </a:lnTo>
                <a:lnTo>
                  <a:pt x="424377" y="58316"/>
                </a:lnTo>
                <a:lnTo>
                  <a:pt x="424377" y="65763"/>
                </a:lnTo>
                <a:lnTo>
                  <a:pt x="438638" y="65763"/>
                </a:lnTo>
                <a:lnTo>
                  <a:pt x="438638" y="58316"/>
                </a:lnTo>
                <a:lnTo>
                  <a:pt x="438625" y="57073"/>
                </a:lnTo>
                <a:lnTo>
                  <a:pt x="438587" y="55854"/>
                </a:lnTo>
                <a:lnTo>
                  <a:pt x="438523" y="54660"/>
                </a:lnTo>
                <a:lnTo>
                  <a:pt x="438433" y="53489"/>
                </a:lnTo>
                <a:lnTo>
                  <a:pt x="438318" y="52342"/>
                </a:lnTo>
                <a:lnTo>
                  <a:pt x="438178" y="51219"/>
                </a:lnTo>
                <a:lnTo>
                  <a:pt x="438011" y="50120"/>
                </a:lnTo>
                <a:lnTo>
                  <a:pt x="437819" y="49045"/>
                </a:lnTo>
                <a:lnTo>
                  <a:pt x="437602" y="47994"/>
                </a:lnTo>
                <a:lnTo>
                  <a:pt x="437359" y="46967"/>
                </a:lnTo>
                <a:lnTo>
                  <a:pt x="437090" y="45964"/>
                </a:lnTo>
                <a:lnTo>
                  <a:pt x="436796" y="44984"/>
                </a:lnTo>
                <a:lnTo>
                  <a:pt x="436476" y="44029"/>
                </a:lnTo>
                <a:lnTo>
                  <a:pt x="436130" y="43098"/>
                </a:lnTo>
                <a:lnTo>
                  <a:pt x="435759" y="42190"/>
                </a:lnTo>
                <a:lnTo>
                  <a:pt x="435363" y="41307"/>
                </a:lnTo>
                <a:lnTo>
                  <a:pt x="434940" y="40447"/>
                </a:lnTo>
                <a:lnTo>
                  <a:pt x="434492" y="39611"/>
                </a:lnTo>
                <a:lnTo>
                  <a:pt x="434019" y="38800"/>
                </a:lnTo>
                <a:lnTo>
                  <a:pt x="433520" y="38012"/>
                </a:lnTo>
                <a:lnTo>
                  <a:pt x="432995" y="37248"/>
                </a:lnTo>
                <a:lnTo>
                  <a:pt x="432445" y="36508"/>
                </a:lnTo>
                <a:lnTo>
                  <a:pt x="431869" y="35792"/>
                </a:lnTo>
                <a:lnTo>
                  <a:pt x="431268" y="35100"/>
                </a:lnTo>
                <a:lnTo>
                  <a:pt x="430643" y="34434"/>
                </a:lnTo>
                <a:lnTo>
                  <a:pt x="429997" y="33797"/>
                </a:lnTo>
                <a:lnTo>
                  <a:pt x="429328" y="33187"/>
                </a:lnTo>
                <a:lnTo>
                  <a:pt x="428638" y="32607"/>
                </a:lnTo>
                <a:lnTo>
                  <a:pt x="427926" y="32054"/>
                </a:lnTo>
                <a:lnTo>
                  <a:pt x="427193" y="31530"/>
                </a:lnTo>
                <a:lnTo>
                  <a:pt x="426438" y="31034"/>
                </a:lnTo>
                <a:lnTo>
                  <a:pt x="425661" y="30566"/>
                </a:lnTo>
                <a:lnTo>
                  <a:pt x="424862" y="30127"/>
                </a:lnTo>
                <a:lnTo>
                  <a:pt x="424041" y="29716"/>
                </a:lnTo>
                <a:lnTo>
                  <a:pt x="423199" y="29334"/>
                </a:lnTo>
                <a:lnTo>
                  <a:pt x="422335" y="28980"/>
                </a:lnTo>
                <a:lnTo>
                  <a:pt x="421449" y="28654"/>
                </a:lnTo>
                <a:lnTo>
                  <a:pt x="420542" y="28356"/>
                </a:lnTo>
                <a:lnTo>
                  <a:pt x="419613" y="28087"/>
                </a:lnTo>
                <a:lnTo>
                  <a:pt x="418662" y="27846"/>
                </a:lnTo>
                <a:lnTo>
                  <a:pt x="417689" y="27634"/>
                </a:lnTo>
                <a:lnTo>
                  <a:pt x="416695" y="27449"/>
                </a:lnTo>
                <a:lnTo>
                  <a:pt x="415679" y="27293"/>
                </a:lnTo>
                <a:lnTo>
                  <a:pt x="414641" y="27166"/>
                </a:lnTo>
                <a:lnTo>
                  <a:pt x="413581" y="27067"/>
                </a:lnTo>
                <a:lnTo>
                  <a:pt x="412500" y="26996"/>
                </a:lnTo>
                <a:lnTo>
                  <a:pt x="411397" y="26953"/>
                </a:lnTo>
                <a:lnTo>
                  <a:pt x="410272" y="26939"/>
                </a:lnTo>
                <a:lnTo>
                  <a:pt x="409356" y="26950"/>
                </a:lnTo>
                <a:lnTo>
                  <a:pt x="408457" y="26981"/>
                </a:lnTo>
                <a:lnTo>
                  <a:pt x="407575" y="27032"/>
                </a:lnTo>
                <a:lnTo>
                  <a:pt x="406709" y="27104"/>
                </a:lnTo>
                <a:lnTo>
                  <a:pt x="405860" y="27197"/>
                </a:lnTo>
                <a:lnTo>
                  <a:pt x="405028" y="27311"/>
                </a:lnTo>
                <a:lnTo>
                  <a:pt x="404213" y="27445"/>
                </a:lnTo>
                <a:lnTo>
                  <a:pt x="403415" y="27600"/>
                </a:lnTo>
                <a:lnTo>
                  <a:pt x="402633" y="27775"/>
                </a:lnTo>
                <a:lnTo>
                  <a:pt x="401868" y="27971"/>
                </a:lnTo>
                <a:lnTo>
                  <a:pt x="401120" y="28188"/>
                </a:lnTo>
                <a:lnTo>
                  <a:pt x="400388" y="28425"/>
                </a:lnTo>
                <a:lnTo>
                  <a:pt x="399674" y="28683"/>
                </a:lnTo>
                <a:lnTo>
                  <a:pt x="398976" y="28962"/>
                </a:lnTo>
                <a:lnTo>
                  <a:pt x="398295" y="29261"/>
                </a:lnTo>
                <a:lnTo>
                  <a:pt x="397631" y="29581"/>
                </a:lnTo>
                <a:lnTo>
                  <a:pt x="396983" y="29921"/>
                </a:lnTo>
                <a:lnTo>
                  <a:pt x="396352" y="30283"/>
                </a:lnTo>
                <a:lnTo>
                  <a:pt x="395739" y="30664"/>
                </a:lnTo>
                <a:lnTo>
                  <a:pt x="395141" y="31067"/>
                </a:lnTo>
                <a:lnTo>
                  <a:pt x="394561" y="31490"/>
                </a:lnTo>
                <a:lnTo>
                  <a:pt x="393997" y="31934"/>
                </a:lnTo>
                <a:lnTo>
                  <a:pt x="393450" y="32398"/>
                </a:lnTo>
                <a:lnTo>
                  <a:pt x="392920" y="32883"/>
                </a:lnTo>
                <a:lnTo>
                  <a:pt x="392410" y="33385"/>
                </a:lnTo>
                <a:lnTo>
                  <a:pt x="391920" y="33902"/>
                </a:lnTo>
                <a:lnTo>
                  <a:pt x="391453" y="34434"/>
                </a:lnTo>
                <a:lnTo>
                  <a:pt x="391008" y="34980"/>
                </a:lnTo>
                <a:lnTo>
                  <a:pt x="390584" y="35541"/>
                </a:lnTo>
                <a:lnTo>
                  <a:pt x="390182" y="36116"/>
                </a:lnTo>
                <a:lnTo>
                  <a:pt x="389801" y="36706"/>
                </a:lnTo>
                <a:lnTo>
                  <a:pt x="389442" y="37310"/>
                </a:lnTo>
                <a:lnTo>
                  <a:pt x="389106" y="37929"/>
                </a:lnTo>
                <a:lnTo>
                  <a:pt x="388790" y="38563"/>
                </a:lnTo>
                <a:lnTo>
                  <a:pt x="388497" y="39211"/>
                </a:lnTo>
                <a:lnTo>
                  <a:pt x="388225" y="39874"/>
                </a:lnTo>
                <a:lnTo>
                  <a:pt x="387975" y="40551"/>
                </a:lnTo>
                <a:lnTo>
                  <a:pt x="387747" y="41243"/>
                </a:lnTo>
                <a:lnTo>
                  <a:pt x="387540" y="41950"/>
                </a:lnTo>
                <a:lnTo>
                  <a:pt x="387356" y="42671"/>
                </a:lnTo>
                <a:lnTo>
                  <a:pt x="387193" y="43407"/>
                </a:lnTo>
                <a:lnTo>
                  <a:pt x="387051" y="44157"/>
                </a:lnTo>
                <a:lnTo>
                  <a:pt x="386932" y="44922"/>
                </a:lnTo>
                <a:lnTo>
                  <a:pt x="386902" y="45162"/>
                </a:lnTo>
                <a:lnTo>
                  <a:pt x="386660" y="45162"/>
                </a:lnTo>
                <a:lnTo>
                  <a:pt x="386660" y="28523"/>
                </a:lnTo>
                <a:lnTo>
                  <a:pt x="372399" y="28523"/>
                </a:lnTo>
                <a:lnTo>
                  <a:pt x="372399" y="115681"/>
                </a:lnTo>
                <a:close/>
                <a:moveTo>
                  <a:pt x="128548" y="117087"/>
                </a:moveTo>
                <a:lnTo>
                  <a:pt x="129625" y="116986"/>
                </a:lnTo>
                <a:lnTo>
                  <a:pt x="130686" y="116864"/>
                </a:lnTo>
                <a:lnTo>
                  <a:pt x="131731" y="116719"/>
                </a:lnTo>
                <a:lnTo>
                  <a:pt x="132760" y="116552"/>
                </a:lnTo>
                <a:lnTo>
                  <a:pt x="133773" y="116362"/>
                </a:lnTo>
                <a:lnTo>
                  <a:pt x="134770" y="116151"/>
                </a:lnTo>
                <a:lnTo>
                  <a:pt x="135751" y="115917"/>
                </a:lnTo>
                <a:lnTo>
                  <a:pt x="136717" y="115661"/>
                </a:lnTo>
                <a:lnTo>
                  <a:pt x="137666" y="115382"/>
                </a:lnTo>
                <a:lnTo>
                  <a:pt x="138599" y="115081"/>
                </a:lnTo>
                <a:lnTo>
                  <a:pt x="139517" y="114758"/>
                </a:lnTo>
                <a:lnTo>
                  <a:pt x="140418" y="114413"/>
                </a:lnTo>
                <a:lnTo>
                  <a:pt x="141304" y="114045"/>
                </a:lnTo>
                <a:lnTo>
                  <a:pt x="142174" y="113655"/>
                </a:lnTo>
                <a:lnTo>
                  <a:pt x="143027" y="113243"/>
                </a:lnTo>
                <a:lnTo>
                  <a:pt x="143865" y="112808"/>
                </a:lnTo>
                <a:lnTo>
                  <a:pt x="144687" y="112352"/>
                </a:lnTo>
                <a:lnTo>
                  <a:pt x="145493" y="111872"/>
                </a:lnTo>
                <a:lnTo>
                  <a:pt x="146282" y="111371"/>
                </a:lnTo>
                <a:lnTo>
                  <a:pt x="147056" y="110847"/>
                </a:lnTo>
                <a:lnTo>
                  <a:pt x="147809" y="110305"/>
                </a:lnTo>
                <a:lnTo>
                  <a:pt x="148535" y="109747"/>
                </a:lnTo>
                <a:lnTo>
                  <a:pt x="149233" y="109173"/>
                </a:lnTo>
                <a:lnTo>
                  <a:pt x="149905" y="108583"/>
                </a:lnTo>
                <a:lnTo>
                  <a:pt x="150550" y="107977"/>
                </a:lnTo>
                <a:lnTo>
                  <a:pt x="151167" y="107356"/>
                </a:lnTo>
                <a:lnTo>
                  <a:pt x="151758" y="106720"/>
                </a:lnTo>
                <a:lnTo>
                  <a:pt x="152322" y="106067"/>
                </a:lnTo>
                <a:lnTo>
                  <a:pt x="152859" y="105399"/>
                </a:lnTo>
                <a:lnTo>
                  <a:pt x="153369" y="104715"/>
                </a:lnTo>
                <a:lnTo>
                  <a:pt x="153851" y="104016"/>
                </a:lnTo>
                <a:lnTo>
                  <a:pt x="154307" y="103301"/>
                </a:lnTo>
                <a:lnTo>
                  <a:pt x="154736" y="102570"/>
                </a:lnTo>
                <a:lnTo>
                  <a:pt x="155138" y="101823"/>
                </a:lnTo>
                <a:lnTo>
                  <a:pt x="155513" y="101061"/>
                </a:lnTo>
                <a:lnTo>
                  <a:pt x="155861" y="100283"/>
                </a:lnTo>
                <a:lnTo>
                  <a:pt x="156182" y="99490"/>
                </a:lnTo>
                <a:lnTo>
                  <a:pt x="156476" y="98681"/>
                </a:lnTo>
                <a:lnTo>
                  <a:pt x="156743" y="97856"/>
                </a:lnTo>
                <a:lnTo>
                  <a:pt x="156983" y="97015"/>
                </a:lnTo>
                <a:lnTo>
                  <a:pt x="157196" y="96159"/>
                </a:lnTo>
                <a:lnTo>
                  <a:pt x="157382" y="95287"/>
                </a:lnTo>
                <a:lnTo>
                  <a:pt x="157542" y="94399"/>
                </a:lnTo>
                <a:lnTo>
                  <a:pt x="157674" y="93496"/>
                </a:lnTo>
                <a:lnTo>
                  <a:pt x="143412" y="93496"/>
                </a:lnTo>
                <a:lnTo>
                  <a:pt x="143313" y="93928"/>
                </a:lnTo>
                <a:lnTo>
                  <a:pt x="143199" y="94352"/>
                </a:lnTo>
                <a:lnTo>
                  <a:pt x="143072" y="94770"/>
                </a:lnTo>
                <a:lnTo>
                  <a:pt x="142930" y="95180"/>
                </a:lnTo>
                <a:lnTo>
                  <a:pt x="142774" y="95582"/>
                </a:lnTo>
                <a:lnTo>
                  <a:pt x="142605" y="95977"/>
                </a:lnTo>
                <a:lnTo>
                  <a:pt x="142421" y="96365"/>
                </a:lnTo>
                <a:lnTo>
                  <a:pt x="142223" y="96745"/>
                </a:lnTo>
                <a:lnTo>
                  <a:pt x="142012" y="97117"/>
                </a:lnTo>
                <a:lnTo>
                  <a:pt x="141786" y="97483"/>
                </a:lnTo>
                <a:lnTo>
                  <a:pt x="141546" y="97840"/>
                </a:lnTo>
                <a:lnTo>
                  <a:pt x="141292" y="98191"/>
                </a:lnTo>
                <a:lnTo>
                  <a:pt x="141024" y="98534"/>
                </a:lnTo>
                <a:lnTo>
                  <a:pt x="140742" y="98869"/>
                </a:lnTo>
                <a:lnTo>
                  <a:pt x="140447" y="99197"/>
                </a:lnTo>
                <a:lnTo>
                  <a:pt x="140137" y="99518"/>
                </a:lnTo>
                <a:lnTo>
                  <a:pt x="139813" y="99831"/>
                </a:lnTo>
                <a:lnTo>
                  <a:pt x="139475" y="100137"/>
                </a:lnTo>
                <a:lnTo>
                  <a:pt x="139123" y="100436"/>
                </a:lnTo>
                <a:lnTo>
                  <a:pt x="138757" y="100727"/>
                </a:lnTo>
                <a:lnTo>
                  <a:pt x="138376" y="101010"/>
                </a:lnTo>
                <a:lnTo>
                  <a:pt x="137982" y="101286"/>
                </a:lnTo>
                <a:lnTo>
                  <a:pt x="137574" y="101555"/>
                </a:lnTo>
                <a:lnTo>
                  <a:pt x="137152" y="101816"/>
                </a:lnTo>
                <a:lnTo>
                  <a:pt x="136718" y="102068"/>
                </a:lnTo>
                <a:lnTo>
                  <a:pt x="136275" y="102310"/>
                </a:lnTo>
                <a:lnTo>
                  <a:pt x="135822" y="102540"/>
                </a:lnTo>
                <a:lnTo>
                  <a:pt x="135359" y="102760"/>
                </a:lnTo>
                <a:lnTo>
                  <a:pt x="134886" y="102970"/>
                </a:lnTo>
                <a:lnTo>
                  <a:pt x="134404" y="103168"/>
                </a:lnTo>
                <a:lnTo>
                  <a:pt x="133913" y="103356"/>
                </a:lnTo>
                <a:lnTo>
                  <a:pt x="133412" y="103533"/>
                </a:lnTo>
                <a:lnTo>
                  <a:pt x="132901" y="103699"/>
                </a:lnTo>
                <a:lnTo>
                  <a:pt x="132380" y="103855"/>
                </a:lnTo>
                <a:lnTo>
                  <a:pt x="131850" y="104000"/>
                </a:lnTo>
                <a:lnTo>
                  <a:pt x="131310" y="104134"/>
                </a:lnTo>
                <a:lnTo>
                  <a:pt x="130761" y="104257"/>
                </a:lnTo>
                <a:lnTo>
                  <a:pt x="130201" y="104370"/>
                </a:lnTo>
                <a:lnTo>
                  <a:pt x="129633" y="104472"/>
                </a:lnTo>
                <a:lnTo>
                  <a:pt x="129054" y="104563"/>
                </a:lnTo>
                <a:lnTo>
                  <a:pt x="128466" y="104643"/>
                </a:lnTo>
                <a:lnTo>
                  <a:pt x="127869" y="104713"/>
                </a:lnTo>
                <a:lnTo>
                  <a:pt x="127261" y="104772"/>
                </a:lnTo>
                <a:lnTo>
                  <a:pt x="126644" y="104821"/>
                </a:lnTo>
                <a:lnTo>
                  <a:pt x="126018" y="104858"/>
                </a:lnTo>
                <a:lnTo>
                  <a:pt x="125381" y="104885"/>
                </a:lnTo>
                <a:lnTo>
                  <a:pt x="124736" y="104901"/>
                </a:lnTo>
                <a:lnTo>
                  <a:pt x="124080" y="104906"/>
                </a:lnTo>
                <a:lnTo>
                  <a:pt x="123320" y="104897"/>
                </a:lnTo>
                <a:lnTo>
                  <a:pt x="122574" y="104867"/>
                </a:lnTo>
                <a:lnTo>
                  <a:pt x="121839" y="104818"/>
                </a:lnTo>
                <a:lnTo>
                  <a:pt x="121118" y="104750"/>
                </a:lnTo>
                <a:lnTo>
                  <a:pt x="120409" y="104662"/>
                </a:lnTo>
                <a:lnTo>
                  <a:pt x="119712" y="104555"/>
                </a:lnTo>
                <a:lnTo>
                  <a:pt x="119029" y="104428"/>
                </a:lnTo>
                <a:lnTo>
                  <a:pt x="118358" y="104281"/>
                </a:lnTo>
                <a:lnTo>
                  <a:pt x="117699" y="104115"/>
                </a:lnTo>
                <a:lnTo>
                  <a:pt x="117054" y="103929"/>
                </a:lnTo>
                <a:lnTo>
                  <a:pt x="116421" y="103724"/>
                </a:lnTo>
                <a:lnTo>
                  <a:pt x="115800" y="103500"/>
                </a:lnTo>
                <a:lnTo>
                  <a:pt x="115192" y="103255"/>
                </a:lnTo>
                <a:lnTo>
                  <a:pt x="114597" y="102992"/>
                </a:lnTo>
                <a:lnTo>
                  <a:pt x="114015" y="102708"/>
                </a:lnTo>
                <a:lnTo>
                  <a:pt x="113445" y="102406"/>
                </a:lnTo>
                <a:lnTo>
                  <a:pt x="112888" y="102083"/>
                </a:lnTo>
                <a:lnTo>
                  <a:pt x="112343" y="101741"/>
                </a:lnTo>
                <a:lnTo>
                  <a:pt x="111812" y="101380"/>
                </a:lnTo>
                <a:lnTo>
                  <a:pt x="111292" y="100999"/>
                </a:lnTo>
                <a:lnTo>
                  <a:pt x="110786" y="100598"/>
                </a:lnTo>
                <a:lnTo>
                  <a:pt x="110292" y="100178"/>
                </a:lnTo>
                <a:lnTo>
                  <a:pt x="109811" y="99739"/>
                </a:lnTo>
                <a:lnTo>
                  <a:pt x="109342" y="99280"/>
                </a:lnTo>
                <a:lnTo>
                  <a:pt x="108890" y="98804"/>
                </a:lnTo>
                <a:lnTo>
                  <a:pt x="108456" y="98314"/>
                </a:lnTo>
                <a:lnTo>
                  <a:pt x="108042" y="97810"/>
                </a:lnTo>
                <a:lnTo>
                  <a:pt x="107647" y="97292"/>
                </a:lnTo>
                <a:lnTo>
                  <a:pt x="107272" y="96760"/>
                </a:lnTo>
                <a:lnTo>
                  <a:pt x="106915" y="96214"/>
                </a:lnTo>
                <a:lnTo>
                  <a:pt x="106578" y="95654"/>
                </a:lnTo>
                <a:lnTo>
                  <a:pt x="106261" y="95080"/>
                </a:lnTo>
                <a:lnTo>
                  <a:pt x="105962" y="94492"/>
                </a:lnTo>
                <a:lnTo>
                  <a:pt x="105683" y="93890"/>
                </a:lnTo>
                <a:lnTo>
                  <a:pt x="105423" y="93273"/>
                </a:lnTo>
                <a:lnTo>
                  <a:pt x="105182" y="92643"/>
                </a:lnTo>
                <a:lnTo>
                  <a:pt x="104960" y="91999"/>
                </a:lnTo>
                <a:lnTo>
                  <a:pt x="104758" y="91341"/>
                </a:lnTo>
                <a:lnTo>
                  <a:pt x="104575" y="90669"/>
                </a:lnTo>
                <a:lnTo>
                  <a:pt x="104412" y="89983"/>
                </a:lnTo>
                <a:lnTo>
                  <a:pt x="104267" y="89282"/>
                </a:lnTo>
                <a:lnTo>
                  <a:pt x="104142" y="88568"/>
                </a:lnTo>
                <a:lnTo>
                  <a:pt x="104036" y="87840"/>
                </a:lnTo>
                <a:lnTo>
                  <a:pt x="103949" y="87097"/>
                </a:lnTo>
                <a:lnTo>
                  <a:pt x="103882" y="86341"/>
                </a:lnTo>
                <a:lnTo>
                  <a:pt x="103834" y="85571"/>
                </a:lnTo>
                <a:lnTo>
                  <a:pt x="103805" y="84786"/>
                </a:lnTo>
                <a:lnTo>
                  <a:pt x="103795" y="83988"/>
                </a:lnTo>
                <a:lnTo>
                  <a:pt x="103795" y="75747"/>
                </a:lnTo>
                <a:lnTo>
                  <a:pt x="158310" y="75747"/>
                </a:lnTo>
                <a:lnTo>
                  <a:pt x="158310" y="60216"/>
                </a:lnTo>
                <a:lnTo>
                  <a:pt x="158302" y="59376"/>
                </a:lnTo>
                <a:lnTo>
                  <a:pt x="158280" y="58545"/>
                </a:lnTo>
                <a:lnTo>
                  <a:pt x="158243" y="57723"/>
                </a:lnTo>
                <a:lnTo>
                  <a:pt x="158191" y="56911"/>
                </a:lnTo>
                <a:lnTo>
                  <a:pt x="158124" y="56108"/>
                </a:lnTo>
                <a:lnTo>
                  <a:pt x="158042" y="55314"/>
                </a:lnTo>
                <a:lnTo>
                  <a:pt x="157946" y="54530"/>
                </a:lnTo>
                <a:lnTo>
                  <a:pt x="157834" y="53755"/>
                </a:lnTo>
                <a:lnTo>
                  <a:pt x="157708" y="52989"/>
                </a:lnTo>
                <a:lnTo>
                  <a:pt x="157567" y="52233"/>
                </a:lnTo>
                <a:lnTo>
                  <a:pt x="157411" y="51486"/>
                </a:lnTo>
                <a:lnTo>
                  <a:pt x="157240" y="50748"/>
                </a:lnTo>
                <a:lnTo>
                  <a:pt x="157054" y="50020"/>
                </a:lnTo>
                <a:lnTo>
                  <a:pt x="156853" y="49301"/>
                </a:lnTo>
                <a:lnTo>
                  <a:pt x="156638" y="48592"/>
                </a:lnTo>
                <a:lnTo>
                  <a:pt x="156408" y="47892"/>
                </a:lnTo>
                <a:lnTo>
                  <a:pt x="156162" y="47201"/>
                </a:lnTo>
                <a:lnTo>
                  <a:pt x="155902" y="46520"/>
                </a:lnTo>
                <a:lnTo>
                  <a:pt x="155627" y="45848"/>
                </a:lnTo>
                <a:lnTo>
                  <a:pt x="155338" y="45185"/>
                </a:lnTo>
                <a:lnTo>
                  <a:pt x="155033" y="44531"/>
                </a:lnTo>
                <a:lnTo>
                  <a:pt x="154713" y="43887"/>
                </a:lnTo>
                <a:lnTo>
                  <a:pt x="154379" y="43253"/>
                </a:lnTo>
                <a:lnTo>
                  <a:pt x="154030" y="42627"/>
                </a:lnTo>
                <a:lnTo>
                  <a:pt x="153667" y="42013"/>
                </a:lnTo>
                <a:lnTo>
                  <a:pt x="153293" y="41409"/>
                </a:lnTo>
                <a:lnTo>
                  <a:pt x="152907" y="40818"/>
                </a:lnTo>
                <a:lnTo>
                  <a:pt x="152509" y="40237"/>
                </a:lnTo>
                <a:lnTo>
                  <a:pt x="152100" y="39669"/>
                </a:lnTo>
                <a:lnTo>
                  <a:pt x="151678" y="39112"/>
                </a:lnTo>
                <a:lnTo>
                  <a:pt x="151245" y="38566"/>
                </a:lnTo>
                <a:lnTo>
                  <a:pt x="150799" y="38032"/>
                </a:lnTo>
                <a:lnTo>
                  <a:pt x="150342" y="37510"/>
                </a:lnTo>
                <a:lnTo>
                  <a:pt x="149873" y="36999"/>
                </a:lnTo>
                <a:lnTo>
                  <a:pt x="149393" y="36500"/>
                </a:lnTo>
                <a:lnTo>
                  <a:pt x="148900" y="36012"/>
                </a:lnTo>
                <a:lnTo>
                  <a:pt x="148396" y="35536"/>
                </a:lnTo>
                <a:lnTo>
                  <a:pt x="147879" y="35071"/>
                </a:lnTo>
                <a:lnTo>
                  <a:pt x="147351" y="34618"/>
                </a:lnTo>
                <a:lnTo>
                  <a:pt x="146811" y="34176"/>
                </a:lnTo>
                <a:lnTo>
                  <a:pt x="146259" y="33746"/>
                </a:lnTo>
                <a:lnTo>
                  <a:pt x="145696" y="33328"/>
                </a:lnTo>
                <a:lnTo>
                  <a:pt x="145120" y="32921"/>
                </a:lnTo>
                <a:lnTo>
                  <a:pt x="144533" y="32525"/>
                </a:lnTo>
                <a:lnTo>
                  <a:pt x="143934" y="32142"/>
                </a:lnTo>
                <a:lnTo>
                  <a:pt x="143323" y="31769"/>
                </a:lnTo>
                <a:lnTo>
                  <a:pt x="142700" y="31409"/>
                </a:lnTo>
                <a:lnTo>
                  <a:pt x="142065" y="31060"/>
                </a:lnTo>
                <a:lnTo>
                  <a:pt x="141420" y="30723"/>
                </a:lnTo>
                <a:lnTo>
                  <a:pt x="140766" y="30402"/>
                </a:lnTo>
                <a:lnTo>
                  <a:pt x="140103" y="30094"/>
                </a:lnTo>
                <a:lnTo>
                  <a:pt x="139431" y="29801"/>
                </a:lnTo>
                <a:lnTo>
                  <a:pt x="138750" y="29522"/>
                </a:lnTo>
                <a:lnTo>
                  <a:pt x="138060" y="29257"/>
                </a:lnTo>
                <a:lnTo>
                  <a:pt x="137360" y="29007"/>
                </a:lnTo>
                <a:lnTo>
                  <a:pt x="136652" y="28771"/>
                </a:lnTo>
                <a:lnTo>
                  <a:pt x="135934" y="28549"/>
                </a:lnTo>
                <a:lnTo>
                  <a:pt x="135207" y="28341"/>
                </a:lnTo>
                <a:lnTo>
                  <a:pt x="134472" y="28148"/>
                </a:lnTo>
                <a:lnTo>
                  <a:pt x="133727" y="27969"/>
                </a:lnTo>
                <a:lnTo>
                  <a:pt x="132973" y="27805"/>
                </a:lnTo>
                <a:lnTo>
                  <a:pt x="132210" y="27655"/>
                </a:lnTo>
                <a:lnTo>
                  <a:pt x="131438" y="27519"/>
                </a:lnTo>
                <a:lnTo>
                  <a:pt x="130657" y="27397"/>
                </a:lnTo>
                <a:lnTo>
                  <a:pt x="129866" y="27290"/>
                </a:lnTo>
                <a:lnTo>
                  <a:pt x="129067" y="27197"/>
                </a:lnTo>
                <a:lnTo>
                  <a:pt x="128259" y="27118"/>
                </a:lnTo>
                <a:lnTo>
                  <a:pt x="127441" y="27054"/>
                </a:lnTo>
                <a:lnTo>
                  <a:pt x="126614" y="27004"/>
                </a:lnTo>
                <a:lnTo>
                  <a:pt x="125779" y="26968"/>
                </a:lnTo>
                <a:lnTo>
                  <a:pt x="124934" y="26946"/>
                </a:lnTo>
                <a:lnTo>
                  <a:pt x="124080" y="26939"/>
                </a:lnTo>
                <a:lnTo>
                  <a:pt x="123226" y="26947"/>
                </a:lnTo>
                <a:lnTo>
                  <a:pt x="122381" y="26968"/>
                </a:lnTo>
                <a:lnTo>
                  <a:pt x="121546" y="27005"/>
                </a:lnTo>
                <a:lnTo>
                  <a:pt x="120719" y="27056"/>
                </a:lnTo>
                <a:lnTo>
                  <a:pt x="119902" y="27122"/>
                </a:lnTo>
                <a:lnTo>
                  <a:pt x="119093" y="27202"/>
                </a:lnTo>
                <a:lnTo>
                  <a:pt x="118294" y="27297"/>
                </a:lnTo>
                <a:lnTo>
                  <a:pt x="117503" y="27406"/>
                </a:lnTo>
                <a:lnTo>
                  <a:pt x="116722" y="27530"/>
                </a:lnTo>
                <a:lnTo>
                  <a:pt x="115950" y="27668"/>
                </a:lnTo>
                <a:lnTo>
                  <a:pt x="115187" y="27822"/>
                </a:lnTo>
                <a:lnTo>
                  <a:pt x="114433" y="27989"/>
                </a:lnTo>
                <a:lnTo>
                  <a:pt x="113688" y="28172"/>
                </a:lnTo>
                <a:lnTo>
                  <a:pt x="112952" y="28369"/>
                </a:lnTo>
                <a:lnTo>
                  <a:pt x="112225" y="28580"/>
                </a:lnTo>
                <a:lnTo>
                  <a:pt x="111507" y="28806"/>
                </a:lnTo>
                <a:lnTo>
                  <a:pt x="110799" y="29047"/>
                </a:lnTo>
                <a:lnTo>
                  <a:pt x="110099" y="29302"/>
                </a:lnTo>
                <a:lnTo>
                  <a:pt x="109409" y="29572"/>
                </a:lnTo>
                <a:lnTo>
                  <a:pt x="108727" y="29856"/>
                </a:lnTo>
                <a:lnTo>
                  <a:pt x="108055" y="30155"/>
                </a:lnTo>
                <a:lnTo>
                  <a:pt x="107392" y="30469"/>
                </a:lnTo>
                <a:lnTo>
                  <a:pt x="106737" y="30797"/>
                </a:lnTo>
                <a:lnTo>
                  <a:pt x="106092" y="31139"/>
                </a:lnTo>
                <a:lnTo>
                  <a:pt x="105458" y="31495"/>
                </a:lnTo>
                <a:lnTo>
                  <a:pt x="104835" y="31864"/>
                </a:lnTo>
                <a:lnTo>
                  <a:pt x="104224" y="32245"/>
                </a:lnTo>
                <a:lnTo>
                  <a:pt x="103625" y="32638"/>
                </a:lnTo>
                <a:lnTo>
                  <a:pt x="103038" y="33043"/>
                </a:lnTo>
                <a:lnTo>
                  <a:pt x="102463" y="33461"/>
                </a:lnTo>
                <a:lnTo>
                  <a:pt x="101899" y="33892"/>
                </a:lnTo>
                <a:lnTo>
                  <a:pt x="101348" y="34334"/>
                </a:lnTo>
                <a:lnTo>
                  <a:pt x="100808" y="34790"/>
                </a:lnTo>
                <a:lnTo>
                  <a:pt x="100280" y="35257"/>
                </a:lnTo>
                <a:lnTo>
                  <a:pt x="99763" y="35737"/>
                </a:lnTo>
                <a:lnTo>
                  <a:pt x="99259" y="36229"/>
                </a:lnTo>
                <a:lnTo>
                  <a:pt x="98766" y="36734"/>
                </a:lnTo>
                <a:lnTo>
                  <a:pt x="98286" y="37251"/>
                </a:lnTo>
                <a:lnTo>
                  <a:pt x="97817" y="37781"/>
                </a:lnTo>
                <a:lnTo>
                  <a:pt x="97359" y="38323"/>
                </a:lnTo>
                <a:lnTo>
                  <a:pt x="96914" y="38877"/>
                </a:lnTo>
                <a:lnTo>
                  <a:pt x="96481" y="39444"/>
                </a:lnTo>
                <a:lnTo>
                  <a:pt x="96059" y="40023"/>
                </a:lnTo>
                <a:lnTo>
                  <a:pt x="95649" y="40614"/>
                </a:lnTo>
                <a:lnTo>
                  <a:pt x="95251" y="41218"/>
                </a:lnTo>
                <a:lnTo>
                  <a:pt x="94865" y="41834"/>
                </a:lnTo>
                <a:lnTo>
                  <a:pt x="94490" y="42463"/>
                </a:lnTo>
                <a:lnTo>
                  <a:pt x="94128" y="43104"/>
                </a:lnTo>
                <a:lnTo>
                  <a:pt x="93779" y="43756"/>
                </a:lnTo>
                <a:lnTo>
                  <a:pt x="93445" y="44420"/>
                </a:lnTo>
                <a:lnTo>
                  <a:pt x="93125" y="45094"/>
                </a:lnTo>
                <a:lnTo>
                  <a:pt x="92821" y="45780"/>
                </a:lnTo>
                <a:lnTo>
                  <a:pt x="92531" y="46477"/>
                </a:lnTo>
                <a:lnTo>
                  <a:pt x="92257" y="47184"/>
                </a:lnTo>
                <a:lnTo>
                  <a:pt x="91997" y="47903"/>
                </a:lnTo>
                <a:lnTo>
                  <a:pt x="91752" y="48632"/>
                </a:lnTo>
                <a:lnTo>
                  <a:pt x="91521" y="49373"/>
                </a:lnTo>
                <a:lnTo>
                  <a:pt x="91306" y="50124"/>
                </a:lnTo>
                <a:lnTo>
                  <a:pt x="91105" y="50887"/>
                </a:lnTo>
                <a:lnTo>
                  <a:pt x="90920" y="51661"/>
                </a:lnTo>
                <a:lnTo>
                  <a:pt x="90749" y="52445"/>
                </a:lnTo>
                <a:lnTo>
                  <a:pt x="90593" y="53241"/>
                </a:lnTo>
                <a:lnTo>
                  <a:pt x="90452" y="54048"/>
                </a:lnTo>
                <a:lnTo>
                  <a:pt x="90326" y="54865"/>
                </a:lnTo>
                <a:lnTo>
                  <a:pt x="90214" y="55694"/>
                </a:lnTo>
                <a:lnTo>
                  <a:pt x="90118" y="56533"/>
                </a:lnTo>
                <a:lnTo>
                  <a:pt x="90036" y="57384"/>
                </a:lnTo>
                <a:lnTo>
                  <a:pt x="89969" y="58246"/>
                </a:lnTo>
                <a:lnTo>
                  <a:pt x="89917" y="59118"/>
                </a:lnTo>
                <a:lnTo>
                  <a:pt x="89880" y="60002"/>
                </a:lnTo>
                <a:lnTo>
                  <a:pt x="89858" y="60897"/>
                </a:lnTo>
                <a:lnTo>
                  <a:pt x="89850" y="61802"/>
                </a:lnTo>
                <a:lnTo>
                  <a:pt x="89850" y="82402"/>
                </a:lnTo>
                <a:lnTo>
                  <a:pt x="89858" y="83295"/>
                </a:lnTo>
                <a:lnTo>
                  <a:pt x="89880" y="84178"/>
                </a:lnTo>
                <a:lnTo>
                  <a:pt x="89917" y="85050"/>
                </a:lnTo>
                <a:lnTo>
                  <a:pt x="89969" y="85913"/>
                </a:lnTo>
                <a:lnTo>
                  <a:pt x="90036" y="86765"/>
                </a:lnTo>
                <a:lnTo>
                  <a:pt x="90118" y="87607"/>
                </a:lnTo>
                <a:lnTo>
                  <a:pt x="90214" y="88439"/>
                </a:lnTo>
                <a:lnTo>
                  <a:pt x="90326" y="89261"/>
                </a:lnTo>
                <a:lnTo>
                  <a:pt x="90452" y="90072"/>
                </a:lnTo>
                <a:lnTo>
                  <a:pt x="90593" y="90873"/>
                </a:lnTo>
                <a:lnTo>
                  <a:pt x="90749" y="91665"/>
                </a:lnTo>
                <a:lnTo>
                  <a:pt x="90920" y="92446"/>
                </a:lnTo>
                <a:lnTo>
                  <a:pt x="91105" y="93216"/>
                </a:lnTo>
                <a:lnTo>
                  <a:pt x="91306" y="93977"/>
                </a:lnTo>
                <a:lnTo>
                  <a:pt x="91521" y="94727"/>
                </a:lnTo>
                <a:lnTo>
                  <a:pt x="91752" y="95468"/>
                </a:lnTo>
                <a:lnTo>
                  <a:pt x="91997" y="96198"/>
                </a:lnTo>
                <a:lnTo>
                  <a:pt x="92257" y="96918"/>
                </a:lnTo>
                <a:lnTo>
                  <a:pt x="92531" y="97627"/>
                </a:lnTo>
                <a:lnTo>
                  <a:pt x="92821" y="98327"/>
                </a:lnTo>
                <a:lnTo>
                  <a:pt x="93125" y="99016"/>
                </a:lnTo>
                <a:lnTo>
                  <a:pt x="93445" y="99695"/>
                </a:lnTo>
                <a:lnTo>
                  <a:pt x="93779" y="100364"/>
                </a:lnTo>
                <a:lnTo>
                  <a:pt x="94128" y="101023"/>
                </a:lnTo>
                <a:lnTo>
                  <a:pt x="94490" y="101670"/>
                </a:lnTo>
                <a:lnTo>
                  <a:pt x="94865" y="102305"/>
                </a:lnTo>
                <a:lnTo>
                  <a:pt x="95251" y="102927"/>
                </a:lnTo>
                <a:lnTo>
                  <a:pt x="95649" y="103536"/>
                </a:lnTo>
                <a:lnTo>
                  <a:pt x="96059" y="104133"/>
                </a:lnTo>
                <a:lnTo>
                  <a:pt x="96481" y="104717"/>
                </a:lnTo>
                <a:lnTo>
                  <a:pt x="96914" y="105289"/>
                </a:lnTo>
                <a:lnTo>
                  <a:pt x="97359" y="105847"/>
                </a:lnTo>
                <a:lnTo>
                  <a:pt x="97817" y="106394"/>
                </a:lnTo>
                <a:lnTo>
                  <a:pt x="98286" y="106927"/>
                </a:lnTo>
                <a:lnTo>
                  <a:pt x="98766" y="107448"/>
                </a:lnTo>
                <a:lnTo>
                  <a:pt x="99259" y="107956"/>
                </a:lnTo>
                <a:lnTo>
                  <a:pt x="99763" y="108452"/>
                </a:lnTo>
                <a:lnTo>
                  <a:pt x="100280" y="108934"/>
                </a:lnTo>
                <a:lnTo>
                  <a:pt x="100808" y="109405"/>
                </a:lnTo>
                <a:lnTo>
                  <a:pt x="101348" y="109862"/>
                </a:lnTo>
                <a:lnTo>
                  <a:pt x="101899" y="110307"/>
                </a:lnTo>
                <a:lnTo>
                  <a:pt x="102463" y="110739"/>
                </a:lnTo>
                <a:lnTo>
                  <a:pt x="103038" y="111159"/>
                </a:lnTo>
                <a:lnTo>
                  <a:pt x="103625" y="111566"/>
                </a:lnTo>
                <a:lnTo>
                  <a:pt x="104224" y="111960"/>
                </a:lnTo>
                <a:lnTo>
                  <a:pt x="104835" y="112342"/>
                </a:lnTo>
                <a:lnTo>
                  <a:pt x="105458" y="112711"/>
                </a:lnTo>
                <a:lnTo>
                  <a:pt x="106092" y="113067"/>
                </a:lnTo>
                <a:lnTo>
                  <a:pt x="106737" y="113410"/>
                </a:lnTo>
                <a:lnTo>
                  <a:pt x="107392" y="113738"/>
                </a:lnTo>
                <a:lnTo>
                  <a:pt x="108055" y="114051"/>
                </a:lnTo>
                <a:lnTo>
                  <a:pt x="108727" y="114350"/>
                </a:lnTo>
                <a:lnTo>
                  <a:pt x="109409" y="114634"/>
                </a:lnTo>
                <a:lnTo>
                  <a:pt x="110099" y="114904"/>
                </a:lnTo>
                <a:lnTo>
                  <a:pt x="110799" y="115159"/>
                </a:lnTo>
                <a:lnTo>
                  <a:pt x="111507" y="115399"/>
                </a:lnTo>
                <a:lnTo>
                  <a:pt x="112225" y="115625"/>
                </a:lnTo>
                <a:lnTo>
                  <a:pt x="112952" y="115837"/>
                </a:lnTo>
                <a:lnTo>
                  <a:pt x="113688" y="116033"/>
                </a:lnTo>
                <a:lnTo>
                  <a:pt x="114433" y="116215"/>
                </a:lnTo>
                <a:lnTo>
                  <a:pt x="115187" y="116383"/>
                </a:lnTo>
                <a:lnTo>
                  <a:pt x="115950" y="116536"/>
                </a:lnTo>
                <a:lnTo>
                  <a:pt x="116722" y="116675"/>
                </a:lnTo>
                <a:lnTo>
                  <a:pt x="117503" y="116799"/>
                </a:lnTo>
                <a:lnTo>
                  <a:pt x="118294" y="116908"/>
                </a:lnTo>
                <a:lnTo>
                  <a:pt x="119093" y="117003"/>
                </a:lnTo>
                <a:lnTo>
                  <a:pt x="119902" y="117083"/>
                </a:lnTo>
                <a:lnTo>
                  <a:pt x="120719" y="117148"/>
                </a:lnTo>
                <a:lnTo>
                  <a:pt x="121546" y="117199"/>
                </a:lnTo>
                <a:lnTo>
                  <a:pt x="122381" y="117236"/>
                </a:lnTo>
                <a:lnTo>
                  <a:pt x="123226" y="117258"/>
                </a:lnTo>
                <a:lnTo>
                  <a:pt x="124080" y="117265"/>
                </a:lnTo>
                <a:lnTo>
                  <a:pt x="125221" y="117254"/>
                </a:lnTo>
                <a:lnTo>
                  <a:pt x="126346" y="117220"/>
                </a:lnTo>
                <a:lnTo>
                  <a:pt x="127455" y="117165"/>
                </a:lnTo>
                <a:lnTo>
                  <a:pt x="128548" y="117087"/>
                </a:lnTo>
                <a:close/>
                <a:moveTo>
                  <a:pt x="103804" y="59366"/>
                </a:moveTo>
                <a:lnTo>
                  <a:pt x="103832" y="58532"/>
                </a:lnTo>
                <a:lnTo>
                  <a:pt x="103878" y="57715"/>
                </a:lnTo>
                <a:lnTo>
                  <a:pt x="103943" y="56913"/>
                </a:lnTo>
                <a:lnTo>
                  <a:pt x="104026" y="56128"/>
                </a:lnTo>
                <a:lnTo>
                  <a:pt x="104127" y="55359"/>
                </a:lnTo>
                <a:lnTo>
                  <a:pt x="104247" y="54606"/>
                </a:lnTo>
                <a:lnTo>
                  <a:pt x="104385" y="53870"/>
                </a:lnTo>
                <a:lnTo>
                  <a:pt x="104542" y="53150"/>
                </a:lnTo>
                <a:lnTo>
                  <a:pt x="104717" y="52446"/>
                </a:lnTo>
                <a:lnTo>
                  <a:pt x="104910" y="51758"/>
                </a:lnTo>
                <a:lnTo>
                  <a:pt x="105122" y="51086"/>
                </a:lnTo>
                <a:lnTo>
                  <a:pt x="105352" y="50431"/>
                </a:lnTo>
                <a:lnTo>
                  <a:pt x="105601" y="49792"/>
                </a:lnTo>
                <a:lnTo>
                  <a:pt x="105868" y="49169"/>
                </a:lnTo>
                <a:lnTo>
                  <a:pt x="106154" y="48562"/>
                </a:lnTo>
                <a:lnTo>
                  <a:pt x="106458" y="47972"/>
                </a:lnTo>
                <a:lnTo>
                  <a:pt x="106781" y="47398"/>
                </a:lnTo>
                <a:lnTo>
                  <a:pt x="107122" y="46840"/>
                </a:lnTo>
                <a:lnTo>
                  <a:pt x="107481" y="46298"/>
                </a:lnTo>
                <a:lnTo>
                  <a:pt x="107859" y="45773"/>
                </a:lnTo>
                <a:lnTo>
                  <a:pt x="108255" y="45263"/>
                </a:lnTo>
                <a:lnTo>
                  <a:pt x="108670" y="44770"/>
                </a:lnTo>
                <a:lnTo>
                  <a:pt x="109103" y="44294"/>
                </a:lnTo>
                <a:lnTo>
                  <a:pt x="109553" y="43834"/>
                </a:lnTo>
                <a:lnTo>
                  <a:pt x="110018" y="43395"/>
                </a:lnTo>
                <a:lnTo>
                  <a:pt x="110498" y="42975"/>
                </a:lnTo>
                <a:lnTo>
                  <a:pt x="110994" y="42574"/>
                </a:lnTo>
                <a:lnTo>
                  <a:pt x="111504" y="42193"/>
                </a:lnTo>
                <a:lnTo>
                  <a:pt x="112030" y="41832"/>
                </a:lnTo>
                <a:lnTo>
                  <a:pt x="112571" y="41490"/>
                </a:lnTo>
                <a:lnTo>
                  <a:pt x="113127" y="41168"/>
                </a:lnTo>
                <a:lnTo>
                  <a:pt x="113698" y="40865"/>
                </a:lnTo>
                <a:lnTo>
                  <a:pt x="114284" y="40581"/>
                </a:lnTo>
                <a:lnTo>
                  <a:pt x="114886" y="40318"/>
                </a:lnTo>
                <a:lnTo>
                  <a:pt x="115502" y="40073"/>
                </a:lnTo>
                <a:lnTo>
                  <a:pt x="116134" y="39849"/>
                </a:lnTo>
                <a:lnTo>
                  <a:pt x="116780" y="39644"/>
                </a:lnTo>
                <a:lnTo>
                  <a:pt x="117442" y="39458"/>
                </a:lnTo>
                <a:lnTo>
                  <a:pt x="118119" y="39292"/>
                </a:lnTo>
                <a:lnTo>
                  <a:pt x="118811" y="39145"/>
                </a:lnTo>
                <a:lnTo>
                  <a:pt x="119519" y="39018"/>
                </a:lnTo>
                <a:lnTo>
                  <a:pt x="120241" y="38911"/>
                </a:lnTo>
                <a:lnTo>
                  <a:pt x="120979" y="38823"/>
                </a:lnTo>
                <a:lnTo>
                  <a:pt x="121731" y="38755"/>
                </a:lnTo>
                <a:lnTo>
                  <a:pt x="122499" y="38706"/>
                </a:lnTo>
                <a:lnTo>
                  <a:pt x="123282" y="38677"/>
                </a:lnTo>
                <a:lnTo>
                  <a:pt x="124080" y="38667"/>
                </a:lnTo>
                <a:lnTo>
                  <a:pt x="124878" y="38677"/>
                </a:lnTo>
                <a:lnTo>
                  <a:pt x="125661" y="38706"/>
                </a:lnTo>
                <a:lnTo>
                  <a:pt x="126428" y="38755"/>
                </a:lnTo>
                <a:lnTo>
                  <a:pt x="127181" y="38823"/>
                </a:lnTo>
                <a:lnTo>
                  <a:pt x="127918" y="38911"/>
                </a:lnTo>
                <a:lnTo>
                  <a:pt x="128640" y="39018"/>
                </a:lnTo>
                <a:lnTo>
                  <a:pt x="129347" y="39145"/>
                </a:lnTo>
                <a:lnTo>
                  <a:pt x="130039" y="39292"/>
                </a:lnTo>
                <a:lnTo>
                  <a:pt x="130716" y="39458"/>
                </a:lnTo>
                <a:lnTo>
                  <a:pt x="131378" y="39644"/>
                </a:lnTo>
                <a:lnTo>
                  <a:pt x="132024" y="39849"/>
                </a:lnTo>
                <a:lnTo>
                  <a:pt x="132656" y="40073"/>
                </a:lnTo>
                <a:lnTo>
                  <a:pt x="133272" y="40318"/>
                </a:lnTo>
                <a:lnTo>
                  <a:pt x="133873" y="40581"/>
                </a:lnTo>
                <a:lnTo>
                  <a:pt x="134459" y="40865"/>
                </a:lnTo>
                <a:lnTo>
                  <a:pt x="135030" y="41168"/>
                </a:lnTo>
                <a:lnTo>
                  <a:pt x="135586" y="41490"/>
                </a:lnTo>
                <a:lnTo>
                  <a:pt x="136126" y="41832"/>
                </a:lnTo>
                <a:lnTo>
                  <a:pt x="136652" y="42193"/>
                </a:lnTo>
                <a:lnTo>
                  <a:pt x="137162" y="42574"/>
                </a:lnTo>
                <a:lnTo>
                  <a:pt x="137658" y="42975"/>
                </a:lnTo>
                <a:lnTo>
                  <a:pt x="138138" y="43395"/>
                </a:lnTo>
                <a:lnTo>
                  <a:pt x="138603" y="43834"/>
                </a:lnTo>
                <a:lnTo>
                  <a:pt x="139053" y="44294"/>
                </a:lnTo>
                <a:lnTo>
                  <a:pt x="139486" y="44770"/>
                </a:lnTo>
                <a:lnTo>
                  <a:pt x="139901" y="45263"/>
                </a:lnTo>
                <a:lnTo>
                  <a:pt x="140297" y="45773"/>
                </a:lnTo>
                <a:lnTo>
                  <a:pt x="140675" y="46298"/>
                </a:lnTo>
                <a:lnTo>
                  <a:pt x="141035" y="46840"/>
                </a:lnTo>
                <a:lnTo>
                  <a:pt x="141376" y="47398"/>
                </a:lnTo>
                <a:lnTo>
                  <a:pt x="141698" y="47972"/>
                </a:lnTo>
                <a:lnTo>
                  <a:pt x="142003" y="48562"/>
                </a:lnTo>
                <a:lnTo>
                  <a:pt x="142288" y="49169"/>
                </a:lnTo>
                <a:lnTo>
                  <a:pt x="142556" y="49792"/>
                </a:lnTo>
                <a:lnTo>
                  <a:pt x="142805" y="50431"/>
                </a:lnTo>
                <a:lnTo>
                  <a:pt x="143035" y="51086"/>
                </a:lnTo>
                <a:lnTo>
                  <a:pt x="143247" y="51758"/>
                </a:lnTo>
                <a:lnTo>
                  <a:pt x="143441" y="52446"/>
                </a:lnTo>
                <a:lnTo>
                  <a:pt x="143616" y="53150"/>
                </a:lnTo>
                <a:lnTo>
                  <a:pt x="143773" y="53870"/>
                </a:lnTo>
                <a:lnTo>
                  <a:pt x="143911" y="54606"/>
                </a:lnTo>
                <a:lnTo>
                  <a:pt x="144031" y="55359"/>
                </a:lnTo>
                <a:lnTo>
                  <a:pt x="144132" y="56128"/>
                </a:lnTo>
                <a:lnTo>
                  <a:pt x="144215" y="56913"/>
                </a:lnTo>
                <a:lnTo>
                  <a:pt x="144280" y="57715"/>
                </a:lnTo>
                <a:lnTo>
                  <a:pt x="144326" y="58532"/>
                </a:lnTo>
                <a:lnTo>
                  <a:pt x="144353" y="59366"/>
                </a:lnTo>
                <a:lnTo>
                  <a:pt x="144363" y="60216"/>
                </a:lnTo>
                <a:lnTo>
                  <a:pt x="144363" y="64653"/>
                </a:lnTo>
                <a:lnTo>
                  <a:pt x="103795" y="64653"/>
                </a:lnTo>
                <a:lnTo>
                  <a:pt x="103795" y="60216"/>
                </a:lnTo>
                <a:lnTo>
                  <a:pt x="103804" y="59366"/>
                </a:lnTo>
                <a:close/>
                <a:moveTo>
                  <a:pt x="314976" y="117016"/>
                </a:moveTo>
                <a:lnTo>
                  <a:pt x="316139" y="116876"/>
                </a:lnTo>
                <a:lnTo>
                  <a:pt x="317281" y="116705"/>
                </a:lnTo>
                <a:lnTo>
                  <a:pt x="318403" y="116503"/>
                </a:lnTo>
                <a:lnTo>
                  <a:pt x="319505" y="116270"/>
                </a:lnTo>
                <a:lnTo>
                  <a:pt x="320587" y="116006"/>
                </a:lnTo>
                <a:lnTo>
                  <a:pt x="321648" y="115711"/>
                </a:lnTo>
                <a:lnTo>
                  <a:pt x="322689" y="115384"/>
                </a:lnTo>
                <a:lnTo>
                  <a:pt x="323709" y="115027"/>
                </a:lnTo>
                <a:lnTo>
                  <a:pt x="324709" y="114639"/>
                </a:lnTo>
                <a:lnTo>
                  <a:pt x="325689" y="114219"/>
                </a:lnTo>
                <a:lnTo>
                  <a:pt x="326648" y="113768"/>
                </a:lnTo>
                <a:lnTo>
                  <a:pt x="327587" y="113286"/>
                </a:lnTo>
                <a:lnTo>
                  <a:pt x="328506" y="112774"/>
                </a:lnTo>
                <a:lnTo>
                  <a:pt x="329404" y="112230"/>
                </a:lnTo>
                <a:lnTo>
                  <a:pt x="330282" y="111655"/>
                </a:lnTo>
                <a:lnTo>
                  <a:pt x="331139" y="111049"/>
                </a:lnTo>
                <a:lnTo>
                  <a:pt x="331977" y="110411"/>
                </a:lnTo>
                <a:lnTo>
                  <a:pt x="332793" y="109743"/>
                </a:lnTo>
                <a:lnTo>
                  <a:pt x="333590" y="109044"/>
                </a:lnTo>
                <a:lnTo>
                  <a:pt x="334366" y="108313"/>
                </a:lnTo>
                <a:lnTo>
                  <a:pt x="335116" y="107556"/>
                </a:lnTo>
                <a:lnTo>
                  <a:pt x="335834" y="106776"/>
                </a:lnTo>
                <a:lnTo>
                  <a:pt x="336520" y="105975"/>
                </a:lnTo>
                <a:lnTo>
                  <a:pt x="337174" y="105150"/>
                </a:lnTo>
                <a:lnTo>
                  <a:pt x="337797" y="104304"/>
                </a:lnTo>
                <a:lnTo>
                  <a:pt x="338387" y="103435"/>
                </a:lnTo>
                <a:lnTo>
                  <a:pt x="338945" y="102544"/>
                </a:lnTo>
                <a:lnTo>
                  <a:pt x="339472" y="101631"/>
                </a:lnTo>
                <a:lnTo>
                  <a:pt x="339967" y="100695"/>
                </a:lnTo>
                <a:lnTo>
                  <a:pt x="340429" y="99738"/>
                </a:lnTo>
                <a:lnTo>
                  <a:pt x="340860" y="98757"/>
                </a:lnTo>
                <a:lnTo>
                  <a:pt x="341259" y="97755"/>
                </a:lnTo>
                <a:lnTo>
                  <a:pt x="341626" y="96730"/>
                </a:lnTo>
                <a:lnTo>
                  <a:pt x="341961" y="95683"/>
                </a:lnTo>
                <a:lnTo>
                  <a:pt x="342264" y="94614"/>
                </a:lnTo>
                <a:lnTo>
                  <a:pt x="342536" y="93523"/>
                </a:lnTo>
                <a:lnTo>
                  <a:pt x="342775" y="92409"/>
                </a:lnTo>
                <a:lnTo>
                  <a:pt x="342982" y="91273"/>
                </a:lnTo>
                <a:lnTo>
                  <a:pt x="343158" y="90114"/>
                </a:lnTo>
                <a:lnTo>
                  <a:pt x="343302" y="88933"/>
                </a:lnTo>
                <a:lnTo>
                  <a:pt x="343413" y="87731"/>
                </a:lnTo>
                <a:lnTo>
                  <a:pt x="343493" y="86505"/>
                </a:lnTo>
                <a:lnTo>
                  <a:pt x="343541" y="85258"/>
                </a:lnTo>
                <a:lnTo>
                  <a:pt x="343557" y="83988"/>
                </a:lnTo>
                <a:lnTo>
                  <a:pt x="343557" y="28523"/>
                </a:lnTo>
                <a:lnTo>
                  <a:pt x="329295" y="28523"/>
                </a:lnTo>
                <a:lnTo>
                  <a:pt x="329295" y="83988"/>
                </a:lnTo>
                <a:lnTo>
                  <a:pt x="329286" y="84774"/>
                </a:lnTo>
                <a:lnTo>
                  <a:pt x="329260" y="85546"/>
                </a:lnTo>
                <a:lnTo>
                  <a:pt x="329215" y="86304"/>
                </a:lnTo>
                <a:lnTo>
                  <a:pt x="329152" y="87049"/>
                </a:lnTo>
                <a:lnTo>
                  <a:pt x="329072" y="87781"/>
                </a:lnTo>
                <a:lnTo>
                  <a:pt x="328973" y="88499"/>
                </a:lnTo>
                <a:lnTo>
                  <a:pt x="328857" y="89204"/>
                </a:lnTo>
                <a:lnTo>
                  <a:pt x="328723" y="89895"/>
                </a:lnTo>
                <a:lnTo>
                  <a:pt x="328571" y="90573"/>
                </a:lnTo>
                <a:lnTo>
                  <a:pt x="328401" y="91237"/>
                </a:lnTo>
                <a:lnTo>
                  <a:pt x="328213" y="91888"/>
                </a:lnTo>
                <a:lnTo>
                  <a:pt x="328008" y="92525"/>
                </a:lnTo>
                <a:lnTo>
                  <a:pt x="327784" y="93149"/>
                </a:lnTo>
                <a:lnTo>
                  <a:pt x="327543" y="93760"/>
                </a:lnTo>
                <a:lnTo>
                  <a:pt x="327283" y="94357"/>
                </a:lnTo>
                <a:lnTo>
                  <a:pt x="327006" y="94940"/>
                </a:lnTo>
                <a:lnTo>
                  <a:pt x="326711" y="95510"/>
                </a:lnTo>
                <a:lnTo>
                  <a:pt x="326398" y="96066"/>
                </a:lnTo>
                <a:lnTo>
                  <a:pt x="326067" y="96609"/>
                </a:lnTo>
                <a:lnTo>
                  <a:pt x="325719" y="97139"/>
                </a:lnTo>
                <a:lnTo>
                  <a:pt x="325352" y="97655"/>
                </a:lnTo>
                <a:lnTo>
                  <a:pt x="324968" y="98158"/>
                </a:lnTo>
                <a:lnTo>
                  <a:pt x="324565" y="98647"/>
                </a:lnTo>
                <a:lnTo>
                  <a:pt x="324145" y="99122"/>
                </a:lnTo>
                <a:lnTo>
                  <a:pt x="323709" y="99581"/>
                </a:lnTo>
                <a:lnTo>
                  <a:pt x="323261" y="100021"/>
                </a:lnTo>
                <a:lnTo>
                  <a:pt x="322799" y="100441"/>
                </a:lnTo>
                <a:lnTo>
                  <a:pt x="322325" y="100841"/>
                </a:lnTo>
                <a:lnTo>
                  <a:pt x="321837" y="101222"/>
                </a:lnTo>
                <a:lnTo>
                  <a:pt x="321337" y="101583"/>
                </a:lnTo>
                <a:lnTo>
                  <a:pt x="320824" y="101925"/>
                </a:lnTo>
                <a:lnTo>
                  <a:pt x="320298" y="102247"/>
                </a:lnTo>
                <a:lnTo>
                  <a:pt x="319758" y="102550"/>
                </a:lnTo>
                <a:lnTo>
                  <a:pt x="319206" y="102833"/>
                </a:lnTo>
                <a:lnTo>
                  <a:pt x="318641" y="103097"/>
                </a:lnTo>
                <a:lnTo>
                  <a:pt x="318064" y="103341"/>
                </a:lnTo>
                <a:lnTo>
                  <a:pt x="317473" y="103565"/>
                </a:lnTo>
                <a:lnTo>
                  <a:pt x="316869" y="103770"/>
                </a:lnTo>
                <a:lnTo>
                  <a:pt x="316252" y="103956"/>
                </a:lnTo>
                <a:lnTo>
                  <a:pt x="315623" y="104122"/>
                </a:lnTo>
                <a:lnTo>
                  <a:pt x="314980" y="104268"/>
                </a:lnTo>
                <a:lnTo>
                  <a:pt x="314325" y="104395"/>
                </a:lnTo>
                <a:lnTo>
                  <a:pt x="313656" y="104503"/>
                </a:lnTo>
                <a:lnTo>
                  <a:pt x="312975" y="104591"/>
                </a:lnTo>
                <a:lnTo>
                  <a:pt x="312281" y="104659"/>
                </a:lnTo>
                <a:lnTo>
                  <a:pt x="311574" y="104708"/>
                </a:lnTo>
                <a:lnTo>
                  <a:pt x="310853" y="104737"/>
                </a:lnTo>
                <a:lnTo>
                  <a:pt x="310120" y="104747"/>
                </a:lnTo>
                <a:lnTo>
                  <a:pt x="309400" y="104737"/>
                </a:lnTo>
                <a:lnTo>
                  <a:pt x="308693" y="104708"/>
                </a:lnTo>
                <a:lnTo>
                  <a:pt x="307999" y="104659"/>
                </a:lnTo>
                <a:lnTo>
                  <a:pt x="307317" y="104591"/>
                </a:lnTo>
                <a:lnTo>
                  <a:pt x="306647" y="104503"/>
                </a:lnTo>
                <a:lnTo>
                  <a:pt x="305991" y="104395"/>
                </a:lnTo>
                <a:lnTo>
                  <a:pt x="305347" y="104268"/>
                </a:lnTo>
                <a:lnTo>
                  <a:pt x="304715" y="104122"/>
                </a:lnTo>
                <a:lnTo>
                  <a:pt x="304096" y="103956"/>
                </a:lnTo>
                <a:lnTo>
                  <a:pt x="303490" y="103770"/>
                </a:lnTo>
                <a:lnTo>
                  <a:pt x="302897" y="103565"/>
                </a:lnTo>
                <a:lnTo>
                  <a:pt x="302316" y="103341"/>
                </a:lnTo>
                <a:lnTo>
                  <a:pt x="301748" y="103097"/>
                </a:lnTo>
                <a:lnTo>
                  <a:pt x="301192" y="102833"/>
                </a:lnTo>
                <a:lnTo>
                  <a:pt x="300650" y="102550"/>
                </a:lnTo>
                <a:lnTo>
                  <a:pt x="300119" y="102247"/>
                </a:lnTo>
                <a:lnTo>
                  <a:pt x="299602" y="101925"/>
                </a:lnTo>
                <a:lnTo>
                  <a:pt x="299097" y="101583"/>
                </a:lnTo>
                <a:lnTo>
                  <a:pt x="298605" y="101222"/>
                </a:lnTo>
                <a:lnTo>
                  <a:pt x="298125" y="100841"/>
                </a:lnTo>
                <a:lnTo>
                  <a:pt x="297658" y="100441"/>
                </a:lnTo>
                <a:lnTo>
                  <a:pt x="297204" y="100021"/>
                </a:lnTo>
                <a:lnTo>
                  <a:pt x="296762" y="99581"/>
                </a:lnTo>
                <a:lnTo>
                  <a:pt x="296333" y="99122"/>
                </a:lnTo>
                <a:lnTo>
                  <a:pt x="295919" y="98647"/>
                </a:lnTo>
                <a:lnTo>
                  <a:pt x="295523" y="98158"/>
                </a:lnTo>
                <a:lnTo>
                  <a:pt x="295144" y="97655"/>
                </a:lnTo>
                <a:lnTo>
                  <a:pt x="294783" y="97139"/>
                </a:lnTo>
                <a:lnTo>
                  <a:pt x="294440" y="96609"/>
                </a:lnTo>
                <a:lnTo>
                  <a:pt x="294114" y="96066"/>
                </a:lnTo>
                <a:lnTo>
                  <a:pt x="293806" y="95510"/>
                </a:lnTo>
                <a:lnTo>
                  <a:pt x="293516" y="94940"/>
                </a:lnTo>
                <a:lnTo>
                  <a:pt x="293243" y="94357"/>
                </a:lnTo>
                <a:lnTo>
                  <a:pt x="292988" y="93760"/>
                </a:lnTo>
                <a:lnTo>
                  <a:pt x="292750" y="93149"/>
                </a:lnTo>
                <a:lnTo>
                  <a:pt x="292530" y="92525"/>
                </a:lnTo>
                <a:lnTo>
                  <a:pt x="292327" y="91888"/>
                </a:lnTo>
                <a:lnTo>
                  <a:pt x="292142" y="91237"/>
                </a:lnTo>
                <a:lnTo>
                  <a:pt x="291975" y="90573"/>
                </a:lnTo>
                <a:lnTo>
                  <a:pt x="291825" y="89895"/>
                </a:lnTo>
                <a:lnTo>
                  <a:pt x="291693" y="89204"/>
                </a:lnTo>
                <a:lnTo>
                  <a:pt x="291579" y="88499"/>
                </a:lnTo>
                <a:lnTo>
                  <a:pt x="291482" y="87781"/>
                </a:lnTo>
                <a:lnTo>
                  <a:pt x="291403" y="87049"/>
                </a:lnTo>
                <a:lnTo>
                  <a:pt x="291341" y="86304"/>
                </a:lnTo>
                <a:lnTo>
                  <a:pt x="291297" y="85546"/>
                </a:lnTo>
                <a:lnTo>
                  <a:pt x="291271" y="84774"/>
                </a:lnTo>
                <a:lnTo>
                  <a:pt x="291262" y="83988"/>
                </a:lnTo>
                <a:lnTo>
                  <a:pt x="291262" y="28523"/>
                </a:lnTo>
                <a:lnTo>
                  <a:pt x="277001" y="28523"/>
                </a:lnTo>
                <a:lnTo>
                  <a:pt x="277001" y="83988"/>
                </a:lnTo>
                <a:lnTo>
                  <a:pt x="277016" y="85258"/>
                </a:lnTo>
                <a:lnTo>
                  <a:pt x="277063" y="86505"/>
                </a:lnTo>
                <a:lnTo>
                  <a:pt x="277142" y="87731"/>
                </a:lnTo>
                <a:lnTo>
                  <a:pt x="277251" y="88933"/>
                </a:lnTo>
                <a:lnTo>
                  <a:pt x="277393" y="90114"/>
                </a:lnTo>
                <a:lnTo>
                  <a:pt x="277565" y="91273"/>
                </a:lnTo>
                <a:lnTo>
                  <a:pt x="277769" y="92409"/>
                </a:lnTo>
                <a:lnTo>
                  <a:pt x="278004" y="93523"/>
                </a:lnTo>
                <a:lnTo>
                  <a:pt x="278271" y="94614"/>
                </a:lnTo>
                <a:lnTo>
                  <a:pt x="278568" y="95683"/>
                </a:lnTo>
                <a:lnTo>
                  <a:pt x="278898" y="96730"/>
                </a:lnTo>
                <a:lnTo>
                  <a:pt x="279258" y="97755"/>
                </a:lnTo>
                <a:lnTo>
                  <a:pt x="279650" y="98757"/>
                </a:lnTo>
                <a:lnTo>
                  <a:pt x="280074" y="99738"/>
                </a:lnTo>
                <a:lnTo>
                  <a:pt x="280528" y="100695"/>
                </a:lnTo>
                <a:lnTo>
                  <a:pt x="281014" y="101631"/>
                </a:lnTo>
                <a:lnTo>
                  <a:pt x="281532" y="102544"/>
                </a:lnTo>
                <a:lnTo>
                  <a:pt x="282081" y="103435"/>
                </a:lnTo>
                <a:lnTo>
                  <a:pt x="282661" y="104304"/>
                </a:lnTo>
                <a:lnTo>
                  <a:pt x="283272" y="105150"/>
                </a:lnTo>
                <a:lnTo>
                  <a:pt x="283915" y="105975"/>
                </a:lnTo>
                <a:lnTo>
                  <a:pt x="284589" y="106776"/>
                </a:lnTo>
                <a:lnTo>
                  <a:pt x="285295" y="107556"/>
                </a:lnTo>
                <a:lnTo>
                  <a:pt x="286032" y="108313"/>
                </a:lnTo>
                <a:lnTo>
                  <a:pt x="286795" y="109044"/>
                </a:lnTo>
                <a:lnTo>
                  <a:pt x="287579" y="109743"/>
                </a:lnTo>
                <a:lnTo>
                  <a:pt x="288384" y="110411"/>
                </a:lnTo>
                <a:lnTo>
                  <a:pt x="289210" y="111049"/>
                </a:lnTo>
                <a:lnTo>
                  <a:pt x="290057" y="111655"/>
                </a:lnTo>
                <a:lnTo>
                  <a:pt x="290925" y="112230"/>
                </a:lnTo>
                <a:lnTo>
                  <a:pt x="291814" y="112774"/>
                </a:lnTo>
                <a:lnTo>
                  <a:pt x="292723" y="113286"/>
                </a:lnTo>
                <a:lnTo>
                  <a:pt x="293654" y="113768"/>
                </a:lnTo>
                <a:lnTo>
                  <a:pt x="294605" y="114219"/>
                </a:lnTo>
                <a:lnTo>
                  <a:pt x="295578" y="114639"/>
                </a:lnTo>
                <a:lnTo>
                  <a:pt x="296571" y="115027"/>
                </a:lnTo>
                <a:lnTo>
                  <a:pt x="297585" y="115384"/>
                </a:lnTo>
                <a:lnTo>
                  <a:pt x="298620" y="115711"/>
                </a:lnTo>
                <a:lnTo>
                  <a:pt x="299676" y="116006"/>
                </a:lnTo>
                <a:lnTo>
                  <a:pt x="300753" y="116270"/>
                </a:lnTo>
                <a:lnTo>
                  <a:pt x="301851" y="116503"/>
                </a:lnTo>
                <a:lnTo>
                  <a:pt x="302969" y="116705"/>
                </a:lnTo>
                <a:lnTo>
                  <a:pt x="304109" y="116876"/>
                </a:lnTo>
                <a:lnTo>
                  <a:pt x="305269" y="117016"/>
                </a:lnTo>
                <a:lnTo>
                  <a:pt x="306451" y="117125"/>
                </a:lnTo>
                <a:lnTo>
                  <a:pt x="307653" y="117203"/>
                </a:lnTo>
                <a:lnTo>
                  <a:pt x="308876" y="117249"/>
                </a:lnTo>
                <a:lnTo>
                  <a:pt x="310120" y="117265"/>
                </a:lnTo>
                <a:lnTo>
                  <a:pt x="311365" y="117249"/>
                </a:lnTo>
                <a:lnTo>
                  <a:pt x="312589" y="117203"/>
                </a:lnTo>
                <a:lnTo>
                  <a:pt x="313792" y="117125"/>
                </a:lnTo>
                <a:lnTo>
                  <a:pt x="314976" y="117016"/>
                </a:lnTo>
                <a:close/>
                <a:moveTo>
                  <a:pt x="663508" y="49727"/>
                </a:moveTo>
                <a:lnTo>
                  <a:pt x="663506" y="49234"/>
                </a:lnTo>
                <a:lnTo>
                  <a:pt x="663503" y="48739"/>
                </a:lnTo>
                <a:lnTo>
                  <a:pt x="663500" y="48241"/>
                </a:lnTo>
                <a:lnTo>
                  <a:pt x="663495" y="47742"/>
                </a:lnTo>
                <a:lnTo>
                  <a:pt x="663490" y="47241"/>
                </a:lnTo>
                <a:lnTo>
                  <a:pt x="663483" y="46738"/>
                </a:lnTo>
                <a:lnTo>
                  <a:pt x="663476" y="46233"/>
                </a:lnTo>
                <a:lnTo>
                  <a:pt x="663468" y="45726"/>
                </a:lnTo>
                <a:lnTo>
                  <a:pt x="663460" y="45217"/>
                </a:lnTo>
                <a:lnTo>
                  <a:pt x="663450" y="44706"/>
                </a:lnTo>
                <a:lnTo>
                  <a:pt x="663440" y="44194"/>
                </a:lnTo>
                <a:lnTo>
                  <a:pt x="663428" y="43679"/>
                </a:lnTo>
                <a:lnTo>
                  <a:pt x="663416" y="43163"/>
                </a:lnTo>
                <a:lnTo>
                  <a:pt x="663403" y="42644"/>
                </a:lnTo>
                <a:lnTo>
                  <a:pt x="663390" y="42124"/>
                </a:lnTo>
                <a:lnTo>
                  <a:pt x="663375" y="41601"/>
                </a:lnTo>
                <a:lnTo>
                  <a:pt x="663360" y="41077"/>
                </a:lnTo>
                <a:lnTo>
                  <a:pt x="663344" y="40551"/>
                </a:lnTo>
                <a:lnTo>
                  <a:pt x="663327" y="40023"/>
                </a:lnTo>
                <a:lnTo>
                  <a:pt x="663309" y="39493"/>
                </a:lnTo>
                <a:lnTo>
                  <a:pt x="663290" y="38961"/>
                </a:lnTo>
                <a:lnTo>
                  <a:pt x="663271" y="38427"/>
                </a:lnTo>
                <a:lnTo>
                  <a:pt x="663251" y="37894"/>
                </a:lnTo>
                <a:lnTo>
                  <a:pt x="663230" y="37362"/>
                </a:lnTo>
                <a:lnTo>
                  <a:pt x="663210" y="36833"/>
                </a:lnTo>
                <a:lnTo>
                  <a:pt x="663189" y="36306"/>
                </a:lnTo>
                <a:lnTo>
                  <a:pt x="663168" y="35781"/>
                </a:lnTo>
                <a:lnTo>
                  <a:pt x="663147" y="35258"/>
                </a:lnTo>
                <a:lnTo>
                  <a:pt x="663125" y="34738"/>
                </a:lnTo>
                <a:lnTo>
                  <a:pt x="663104" y="34219"/>
                </a:lnTo>
                <a:lnTo>
                  <a:pt x="663082" y="33703"/>
                </a:lnTo>
                <a:lnTo>
                  <a:pt x="663059" y="33189"/>
                </a:lnTo>
                <a:lnTo>
                  <a:pt x="663037" y="32678"/>
                </a:lnTo>
                <a:lnTo>
                  <a:pt x="663014" y="32168"/>
                </a:lnTo>
                <a:lnTo>
                  <a:pt x="662990" y="31661"/>
                </a:lnTo>
                <a:lnTo>
                  <a:pt x="662967" y="31156"/>
                </a:lnTo>
                <a:lnTo>
                  <a:pt x="662943" y="30653"/>
                </a:lnTo>
                <a:lnTo>
                  <a:pt x="662919" y="30152"/>
                </a:lnTo>
                <a:lnTo>
                  <a:pt x="662895" y="29654"/>
                </a:lnTo>
                <a:lnTo>
                  <a:pt x="662870" y="29158"/>
                </a:lnTo>
                <a:lnTo>
                  <a:pt x="662845" y="28663"/>
                </a:lnTo>
                <a:lnTo>
                  <a:pt x="662820" y="28172"/>
                </a:lnTo>
                <a:lnTo>
                  <a:pt x="662795" y="27682"/>
                </a:lnTo>
                <a:lnTo>
                  <a:pt x="662769" y="27194"/>
                </a:lnTo>
                <a:lnTo>
                  <a:pt x="662743" y="26709"/>
                </a:lnTo>
                <a:lnTo>
                  <a:pt x="662717" y="26226"/>
                </a:lnTo>
                <a:lnTo>
                  <a:pt x="662690" y="25747"/>
                </a:lnTo>
                <a:lnTo>
                  <a:pt x="662664" y="25276"/>
                </a:lnTo>
                <a:lnTo>
                  <a:pt x="662638" y="24811"/>
                </a:lnTo>
                <a:lnTo>
                  <a:pt x="662611" y="24353"/>
                </a:lnTo>
                <a:lnTo>
                  <a:pt x="662585" y="23902"/>
                </a:lnTo>
                <a:lnTo>
                  <a:pt x="662558" y="23458"/>
                </a:lnTo>
                <a:lnTo>
                  <a:pt x="662532" y="23020"/>
                </a:lnTo>
                <a:lnTo>
                  <a:pt x="662506" y="22590"/>
                </a:lnTo>
                <a:lnTo>
                  <a:pt x="662479" y="22167"/>
                </a:lnTo>
                <a:lnTo>
                  <a:pt x="662453" y="21750"/>
                </a:lnTo>
                <a:lnTo>
                  <a:pt x="662426" y="21340"/>
                </a:lnTo>
                <a:lnTo>
                  <a:pt x="662400" y="20937"/>
                </a:lnTo>
                <a:lnTo>
                  <a:pt x="662374" y="20541"/>
                </a:lnTo>
                <a:lnTo>
                  <a:pt x="662347" y="20152"/>
                </a:lnTo>
                <a:lnTo>
                  <a:pt x="662321" y="19770"/>
                </a:lnTo>
                <a:lnTo>
                  <a:pt x="662294" y="19394"/>
                </a:lnTo>
                <a:lnTo>
                  <a:pt x="662268" y="19026"/>
                </a:lnTo>
                <a:lnTo>
                  <a:pt x="662242" y="18664"/>
                </a:lnTo>
                <a:lnTo>
                  <a:pt x="662215" y="18309"/>
                </a:lnTo>
                <a:lnTo>
                  <a:pt x="662189" y="17961"/>
                </a:lnTo>
                <a:lnTo>
                  <a:pt x="662162" y="17620"/>
                </a:lnTo>
                <a:lnTo>
                  <a:pt x="662136" y="17286"/>
                </a:lnTo>
                <a:lnTo>
                  <a:pt x="662110" y="16959"/>
                </a:lnTo>
                <a:lnTo>
                  <a:pt x="662083" y="16638"/>
                </a:lnTo>
                <a:lnTo>
                  <a:pt x="697263" y="115681"/>
                </a:lnTo>
                <a:lnTo>
                  <a:pt x="716279" y="115681"/>
                </a:lnTo>
                <a:lnTo>
                  <a:pt x="716279" y="0"/>
                </a:lnTo>
                <a:lnTo>
                  <a:pt x="702493" y="0"/>
                </a:lnTo>
                <a:lnTo>
                  <a:pt x="702493" y="64970"/>
                </a:lnTo>
                <a:lnTo>
                  <a:pt x="702494" y="65447"/>
                </a:lnTo>
                <a:lnTo>
                  <a:pt x="702495" y="65926"/>
                </a:lnTo>
                <a:lnTo>
                  <a:pt x="702497" y="66408"/>
                </a:lnTo>
                <a:lnTo>
                  <a:pt x="702500" y="66892"/>
                </a:lnTo>
                <a:lnTo>
                  <a:pt x="702504" y="67379"/>
                </a:lnTo>
                <a:lnTo>
                  <a:pt x="702508" y="67868"/>
                </a:lnTo>
                <a:lnTo>
                  <a:pt x="702514" y="68359"/>
                </a:lnTo>
                <a:lnTo>
                  <a:pt x="702520" y="68853"/>
                </a:lnTo>
                <a:lnTo>
                  <a:pt x="702527" y="69350"/>
                </a:lnTo>
                <a:lnTo>
                  <a:pt x="702535" y="69849"/>
                </a:lnTo>
                <a:lnTo>
                  <a:pt x="702543" y="70350"/>
                </a:lnTo>
                <a:lnTo>
                  <a:pt x="702553" y="70854"/>
                </a:lnTo>
                <a:lnTo>
                  <a:pt x="702563" y="71361"/>
                </a:lnTo>
                <a:lnTo>
                  <a:pt x="702574" y="71870"/>
                </a:lnTo>
                <a:lnTo>
                  <a:pt x="702586" y="72381"/>
                </a:lnTo>
                <a:lnTo>
                  <a:pt x="702599" y="72895"/>
                </a:lnTo>
                <a:lnTo>
                  <a:pt x="702612" y="73411"/>
                </a:lnTo>
                <a:lnTo>
                  <a:pt x="702627" y="73930"/>
                </a:lnTo>
                <a:lnTo>
                  <a:pt x="702642" y="74451"/>
                </a:lnTo>
                <a:lnTo>
                  <a:pt x="702658" y="74975"/>
                </a:lnTo>
                <a:lnTo>
                  <a:pt x="702675" y="75501"/>
                </a:lnTo>
                <a:lnTo>
                  <a:pt x="702693" y="76029"/>
                </a:lnTo>
                <a:lnTo>
                  <a:pt x="702711" y="76561"/>
                </a:lnTo>
                <a:lnTo>
                  <a:pt x="702730" y="77094"/>
                </a:lnTo>
                <a:lnTo>
                  <a:pt x="702750" y="77628"/>
                </a:lnTo>
                <a:lnTo>
                  <a:pt x="702771" y="78159"/>
                </a:lnTo>
                <a:lnTo>
                  <a:pt x="702792" y="78689"/>
                </a:lnTo>
                <a:lnTo>
                  <a:pt x="702814" y="79216"/>
                </a:lnTo>
                <a:lnTo>
                  <a:pt x="702836" y="79741"/>
                </a:lnTo>
                <a:lnTo>
                  <a:pt x="702859" y="80263"/>
                </a:lnTo>
                <a:lnTo>
                  <a:pt x="702882" y="80784"/>
                </a:lnTo>
                <a:lnTo>
                  <a:pt x="702906" y="81302"/>
                </a:lnTo>
                <a:lnTo>
                  <a:pt x="702931" y="81818"/>
                </a:lnTo>
                <a:lnTo>
                  <a:pt x="702956" y="82332"/>
                </a:lnTo>
                <a:lnTo>
                  <a:pt x="702981" y="82844"/>
                </a:lnTo>
                <a:lnTo>
                  <a:pt x="703007" y="83353"/>
                </a:lnTo>
                <a:lnTo>
                  <a:pt x="703034" y="83861"/>
                </a:lnTo>
                <a:lnTo>
                  <a:pt x="703061" y="84366"/>
                </a:lnTo>
                <a:lnTo>
                  <a:pt x="703089" y="84868"/>
                </a:lnTo>
                <a:lnTo>
                  <a:pt x="703117" y="85369"/>
                </a:lnTo>
                <a:lnTo>
                  <a:pt x="703146" y="85868"/>
                </a:lnTo>
                <a:lnTo>
                  <a:pt x="703176" y="86364"/>
                </a:lnTo>
                <a:lnTo>
                  <a:pt x="703206" y="86858"/>
                </a:lnTo>
                <a:lnTo>
                  <a:pt x="703236" y="87350"/>
                </a:lnTo>
                <a:lnTo>
                  <a:pt x="703267" y="87840"/>
                </a:lnTo>
                <a:lnTo>
                  <a:pt x="703299" y="88327"/>
                </a:lnTo>
                <a:lnTo>
                  <a:pt x="703331" y="88812"/>
                </a:lnTo>
                <a:lnTo>
                  <a:pt x="703364" y="89296"/>
                </a:lnTo>
                <a:lnTo>
                  <a:pt x="703397" y="89774"/>
                </a:lnTo>
                <a:lnTo>
                  <a:pt x="703429" y="90247"/>
                </a:lnTo>
                <a:lnTo>
                  <a:pt x="703462" y="90713"/>
                </a:lnTo>
                <a:lnTo>
                  <a:pt x="703494" y="91173"/>
                </a:lnTo>
                <a:lnTo>
                  <a:pt x="703526" y="91626"/>
                </a:lnTo>
                <a:lnTo>
                  <a:pt x="703557" y="92074"/>
                </a:lnTo>
                <a:lnTo>
                  <a:pt x="703588" y="92515"/>
                </a:lnTo>
                <a:lnTo>
                  <a:pt x="703619" y="92949"/>
                </a:lnTo>
                <a:lnTo>
                  <a:pt x="703650" y="93377"/>
                </a:lnTo>
                <a:lnTo>
                  <a:pt x="703681" y="93799"/>
                </a:lnTo>
                <a:lnTo>
                  <a:pt x="703711" y="94215"/>
                </a:lnTo>
                <a:lnTo>
                  <a:pt x="703741" y="94624"/>
                </a:lnTo>
                <a:lnTo>
                  <a:pt x="703770" y="95027"/>
                </a:lnTo>
                <a:lnTo>
                  <a:pt x="703799" y="95424"/>
                </a:lnTo>
                <a:lnTo>
                  <a:pt x="703828" y="95814"/>
                </a:lnTo>
                <a:lnTo>
                  <a:pt x="703857" y="96198"/>
                </a:lnTo>
                <a:lnTo>
                  <a:pt x="703886" y="96576"/>
                </a:lnTo>
                <a:lnTo>
                  <a:pt x="703914" y="96947"/>
                </a:lnTo>
                <a:lnTo>
                  <a:pt x="703942" y="97312"/>
                </a:lnTo>
                <a:lnTo>
                  <a:pt x="703969" y="97671"/>
                </a:lnTo>
                <a:lnTo>
                  <a:pt x="703997" y="98023"/>
                </a:lnTo>
                <a:lnTo>
                  <a:pt x="704024" y="98369"/>
                </a:lnTo>
                <a:lnTo>
                  <a:pt x="704051" y="98709"/>
                </a:lnTo>
                <a:lnTo>
                  <a:pt x="704077" y="99043"/>
                </a:lnTo>
                <a:lnTo>
                  <a:pt x="668740" y="0"/>
                </a:lnTo>
                <a:lnTo>
                  <a:pt x="649722" y="0"/>
                </a:lnTo>
                <a:lnTo>
                  <a:pt x="649722" y="115681"/>
                </a:lnTo>
                <a:lnTo>
                  <a:pt x="663510" y="115681"/>
                </a:lnTo>
                <a:lnTo>
                  <a:pt x="663510" y="50709"/>
                </a:lnTo>
                <a:lnTo>
                  <a:pt x="663509" y="50219"/>
                </a:lnTo>
                <a:lnTo>
                  <a:pt x="663508" y="49727"/>
                </a:lnTo>
                <a:close/>
                <a:moveTo>
                  <a:pt x="463517" y="115681"/>
                </a:moveTo>
                <a:lnTo>
                  <a:pt x="477781" y="115681"/>
                </a:lnTo>
                <a:lnTo>
                  <a:pt x="477781" y="60216"/>
                </a:lnTo>
                <a:lnTo>
                  <a:pt x="477790" y="59379"/>
                </a:lnTo>
                <a:lnTo>
                  <a:pt x="477817" y="58558"/>
                </a:lnTo>
                <a:lnTo>
                  <a:pt x="477861" y="57753"/>
                </a:lnTo>
                <a:lnTo>
                  <a:pt x="477924" y="56964"/>
                </a:lnTo>
                <a:lnTo>
                  <a:pt x="478004" y="56190"/>
                </a:lnTo>
                <a:lnTo>
                  <a:pt x="478103" y="55433"/>
                </a:lnTo>
                <a:lnTo>
                  <a:pt x="478219" y="54692"/>
                </a:lnTo>
                <a:lnTo>
                  <a:pt x="478353" y="53966"/>
                </a:lnTo>
                <a:lnTo>
                  <a:pt x="478505" y="53257"/>
                </a:lnTo>
                <a:lnTo>
                  <a:pt x="478675" y="52563"/>
                </a:lnTo>
                <a:lnTo>
                  <a:pt x="478862" y="51886"/>
                </a:lnTo>
                <a:lnTo>
                  <a:pt x="479068" y="51224"/>
                </a:lnTo>
                <a:lnTo>
                  <a:pt x="479291" y="50579"/>
                </a:lnTo>
                <a:lnTo>
                  <a:pt x="479533" y="49949"/>
                </a:lnTo>
                <a:lnTo>
                  <a:pt x="479792" y="49335"/>
                </a:lnTo>
                <a:lnTo>
                  <a:pt x="480069" y="48738"/>
                </a:lnTo>
                <a:lnTo>
                  <a:pt x="480364" y="48156"/>
                </a:lnTo>
                <a:lnTo>
                  <a:pt x="480677" y="47590"/>
                </a:lnTo>
                <a:lnTo>
                  <a:pt x="481007" y="47040"/>
                </a:lnTo>
                <a:lnTo>
                  <a:pt x="481356" y="46506"/>
                </a:lnTo>
                <a:lnTo>
                  <a:pt x="481722" y="45988"/>
                </a:lnTo>
                <a:lnTo>
                  <a:pt x="482107" y="45486"/>
                </a:lnTo>
                <a:lnTo>
                  <a:pt x="482509" y="45001"/>
                </a:lnTo>
                <a:lnTo>
                  <a:pt x="482929" y="44530"/>
                </a:lnTo>
                <a:lnTo>
                  <a:pt x="483364" y="44078"/>
                </a:lnTo>
                <a:lnTo>
                  <a:pt x="483813" y="43645"/>
                </a:lnTo>
                <a:lnTo>
                  <a:pt x="484275" y="43230"/>
                </a:lnTo>
                <a:lnTo>
                  <a:pt x="484749" y="42836"/>
                </a:lnTo>
                <a:lnTo>
                  <a:pt x="485236" y="42460"/>
                </a:lnTo>
                <a:lnTo>
                  <a:pt x="485737" y="42104"/>
                </a:lnTo>
                <a:lnTo>
                  <a:pt x="486250" y="41767"/>
                </a:lnTo>
                <a:lnTo>
                  <a:pt x="486776" y="41449"/>
                </a:lnTo>
                <a:lnTo>
                  <a:pt x="487315" y="41150"/>
                </a:lnTo>
                <a:lnTo>
                  <a:pt x="487867" y="40871"/>
                </a:lnTo>
                <a:lnTo>
                  <a:pt x="488432" y="40611"/>
                </a:lnTo>
                <a:lnTo>
                  <a:pt x="489010" y="40370"/>
                </a:lnTo>
                <a:lnTo>
                  <a:pt x="489601" y="40149"/>
                </a:lnTo>
                <a:lnTo>
                  <a:pt x="490205" y="39947"/>
                </a:lnTo>
                <a:lnTo>
                  <a:pt x="490821" y="39764"/>
                </a:lnTo>
                <a:lnTo>
                  <a:pt x="491451" y="39600"/>
                </a:lnTo>
                <a:lnTo>
                  <a:pt x="492094" y="39455"/>
                </a:lnTo>
                <a:lnTo>
                  <a:pt x="492749" y="39330"/>
                </a:lnTo>
                <a:lnTo>
                  <a:pt x="493417" y="39224"/>
                </a:lnTo>
                <a:lnTo>
                  <a:pt x="494099" y="39138"/>
                </a:lnTo>
                <a:lnTo>
                  <a:pt x="494793" y="39070"/>
                </a:lnTo>
                <a:lnTo>
                  <a:pt x="495500" y="39022"/>
                </a:lnTo>
                <a:lnTo>
                  <a:pt x="496220" y="38993"/>
                </a:lnTo>
                <a:lnTo>
                  <a:pt x="496953" y="38984"/>
                </a:lnTo>
                <a:lnTo>
                  <a:pt x="497660" y="38993"/>
                </a:lnTo>
                <a:lnTo>
                  <a:pt x="498355" y="39020"/>
                </a:lnTo>
                <a:lnTo>
                  <a:pt x="499037" y="39066"/>
                </a:lnTo>
                <a:lnTo>
                  <a:pt x="499707" y="39131"/>
                </a:lnTo>
                <a:lnTo>
                  <a:pt x="500364" y="39214"/>
                </a:lnTo>
                <a:lnTo>
                  <a:pt x="501009" y="39315"/>
                </a:lnTo>
                <a:lnTo>
                  <a:pt x="501642" y="39435"/>
                </a:lnTo>
                <a:lnTo>
                  <a:pt x="502262" y="39573"/>
                </a:lnTo>
                <a:lnTo>
                  <a:pt x="502870" y="39730"/>
                </a:lnTo>
                <a:lnTo>
                  <a:pt x="503465" y="39905"/>
                </a:lnTo>
                <a:lnTo>
                  <a:pt x="504048" y="40098"/>
                </a:lnTo>
                <a:lnTo>
                  <a:pt x="504619" y="40310"/>
                </a:lnTo>
                <a:lnTo>
                  <a:pt x="505178" y="40541"/>
                </a:lnTo>
                <a:lnTo>
                  <a:pt x="505723" y="40790"/>
                </a:lnTo>
                <a:lnTo>
                  <a:pt x="506257" y="41057"/>
                </a:lnTo>
                <a:lnTo>
                  <a:pt x="506778" y="41342"/>
                </a:lnTo>
                <a:lnTo>
                  <a:pt x="507287" y="41647"/>
                </a:lnTo>
                <a:lnTo>
                  <a:pt x="507783" y="41969"/>
                </a:lnTo>
                <a:lnTo>
                  <a:pt x="508267" y="42310"/>
                </a:lnTo>
                <a:lnTo>
                  <a:pt x="508739" y="42669"/>
                </a:lnTo>
                <a:lnTo>
                  <a:pt x="509198" y="43047"/>
                </a:lnTo>
                <a:lnTo>
                  <a:pt x="509645" y="43443"/>
                </a:lnTo>
                <a:lnTo>
                  <a:pt x="510080" y="43858"/>
                </a:lnTo>
                <a:lnTo>
                  <a:pt x="510502" y="44291"/>
                </a:lnTo>
                <a:lnTo>
                  <a:pt x="510909" y="44742"/>
                </a:lnTo>
                <a:lnTo>
                  <a:pt x="511299" y="45208"/>
                </a:lnTo>
                <a:lnTo>
                  <a:pt x="511672" y="45691"/>
                </a:lnTo>
                <a:lnTo>
                  <a:pt x="512027" y="46190"/>
                </a:lnTo>
                <a:lnTo>
                  <a:pt x="512365" y="46706"/>
                </a:lnTo>
                <a:lnTo>
                  <a:pt x="512686" y="47237"/>
                </a:lnTo>
                <a:lnTo>
                  <a:pt x="512990" y="47785"/>
                </a:lnTo>
                <a:lnTo>
                  <a:pt x="513276" y="48349"/>
                </a:lnTo>
                <a:lnTo>
                  <a:pt x="513544" y="48929"/>
                </a:lnTo>
                <a:lnTo>
                  <a:pt x="513796" y="49526"/>
                </a:lnTo>
                <a:lnTo>
                  <a:pt x="514030" y="50139"/>
                </a:lnTo>
                <a:lnTo>
                  <a:pt x="514247" y="50768"/>
                </a:lnTo>
                <a:lnTo>
                  <a:pt x="514446" y="51413"/>
                </a:lnTo>
                <a:lnTo>
                  <a:pt x="514628" y="52075"/>
                </a:lnTo>
                <a:lnTo>
                  <a:pt x="514793" y="52752"/>
                </a:lnTo>
                <a:lnTo>
                  <a:pt x="514940" y="53446"/>
                </a:lnTo>
                <a:lnTo>
                  <a:pt x="515070" y="54157"/>
                </a:lnTo>
                <a:lnTo>
                  <a:pt x="515183" y="54883"/>
                </a:lnTo>
                <a:lnTo>
                  <a:pt x="515278" y="55626"/>
                </a:lnTo>
                <a:lnTo>
                  <a:pt x="515356" y="56385"/>
                </a:lnTo>
                <a:lnTo>
                  <a:pt x="515417" y="57160"/>
                </a:lnTo>
                <a:lnTo>
                  <a:pt x="515460" y="57951"/>
                </a:lnTo>
                <a:lnTo>
                  <a:pt x="515486" y="58759"/>
                </a:lnTo>
                <a:lnTo>
                  <a:pt x="515495" y="59583"/>
                </a:lnTo>
                <a:lnTo>
                  <a:pt x="515495" y="115681"/>
                </a:lnTo>
                <a:lnTo>
                  <a:pt x="529756" y="115681"/>
                </a:lnTo>
                <a:lnTo>
                  <a:pt x="529756" y="57049"/>
                </a:lnTo>
                <a:lnTo>
                  <a:pt x="529743" y="55897"/>
                </a:lnTo>
                <a:lnTo>
                  <a:pt x="529703" y="54765"/>
                </a:lnTo>
                <a:lnTo>
                  <a:pt x="529635" y="53654"/>
                </a:lnTo>
                <a:lnTo>
                  <a:pt x="529541" y="52563"/>
                </a:lnTo>
                <a:lnTo>
                  <a:pt x="529419" y="51493"/>
                </a:lnTo>
                <a:lnTo>
                  <a:pt x="529271" y="50443"/>
                </a:lnTo>
                <a:lnTo>
                  <a:pt x="529096" y="49413"/>
                </a:lnTo>
                <a:lnTo>
                  <a:pt x="528894" y="48404"/>
                </a:lnTo>
                <a:lnTo>
                  <a:pt x="528665" y="47415"/>
                </a:lnTo>
                <a:lnTo>
                  <a:pt x="528408" y="46446"/>
                </a:lnTo>
                <a:lnTo>
                  <a:pt x="528125" y="45498"/>
                </a:lnTo>
                <a:lnTo>
                  <a:pt x="527815" y="44570"/>
                </a:lnTo>
                <a:lnTo>
                  <a:pt x="527478" y="43662"/>
                </a:lnTo>
                <a:lnTo>
                  <a:pt x="527114" y="42775"/>
                </a:lnTo>
                <a:lnTo>
                  <a:pt x="526724" y="41908"/>
                </a:lnTo>
                <a:lnTo>
                  <a:pt x="526306" y="41062"/>
                </a:lnTo>
                <a:lnTo>
                  <a:pt x="525861" y="40236"/>
                </a:lnTo>
                <a:lnTo>
                  <a:pt x="525389" y="39430"/>
                </a:lnTo>
                <a:lnTo>
                  <a:pt x="524890" y="38644"/>
                </a:lnTo>
                <a:lnTo>
                  <a:pt x="524365" y="37879"/>
                </a:lnTo>
                <a:lnTo>
                  <a:pt x="523812" y="37135"/>
                </a:lnTo>
                <a:lnTo>
                  <a:pt x="523232" y="36410"/>
                </a:lnTo>
                <a:lnTo>
                  <a:pt x="522626" y="35706"/>
                </a:lnTo>
                <a:lnTo>
                  <a:pt x="521992" y="35023"/>
                </a:lnTo>
                <a:lnTo>
                  <a:pt x="521336" y="34363"/>
                </a:lnTo>
                <a:lnTo>
                  <a:pt x="520661" y="33732"/>
                </a:lnTo>
                <a:lnTo>
                  <a:pt x="519967" y="33128"/>
                </a:lnTo>
                <a:lnTo>
                  <a:pt x="519254" y="32553"/>
                </a:lnTo>
                <a:lnTo>
                  <a:pt x="518523" y="32006"/>
                </a:lnTo>
                <a:lnTo>
                  <a:pt x="517773" y="31486"/>
                </a:lnTo>
                <a:lnTo>
                  <a:pt x="517004" y="30995"/>
                </a:lnTo>
                <a:lnTo>
                  <a:pt x="516217" y="30532"/>
                </a:lnTo>
                <a:lnTo>
                  <a:pt x="515411" y="30097"/>
                </a:lnTo>
                <a:lnTo>
                  <a:pt x="514586" y="29690"/>
                </a:lnTo>
                <a:lnTo>
                  <a:pt x="513743" y="29311"/>
                </a:lnTo>
                <a:lnTo>
                  <a:pt x="512880" y="28960"/>
                </a:lnTo>
                <a:lnTo>
                  <a:pt x="511999" y="28637"/>
                </a:lnTo>
                <a:lnTo>
                  <a:pt x="511100" y="28343"/>
                </a:lnTo>
                <a:lnTo>
                  <a:pt x="510181" y="28076"/>
                </a:lnTo>
                <a:lnTo>
                  <a:pt x="509244" y="27837"/>
                </a:lnTo>
                <a:lnTo>
                  <a:pt x="508288" y="27627"/>
                </a:lnTo>
                <a:lnTo>
                  <a:pt x="507314" y="27445"/>
                </a:lnTo>
                <a:lnTo>
                  <a:pt x="506321" y="27290"/>
                </a:lnTo>
                <a:lnTo>
                  <a:pt x="505309" y="27164"/>
                </a:lnTo>
                <a:lnTo>
                  <a:pt x="504278" y="27066"/>
                </a:lnTo>
                <a:lnTo>
                  <a:pt x="503229" y="26995"/>
                </a:lnTo>
                <a:lnTo>
                  <a:pt x="502161" y="26953"/>
                </a:lnTo>
                <a:lnTo>
                  <a:pt x="501074" y="26939"/>
                </a:lnTo>
                <a:lnTo>
                  <a:pt x="500171" y="26949"/>
                </a:lnTo>
                <a:lnTo>
                  <a:pt x="499284" y="26978"/>
                </a:lnTo>
                <a:lnTo>
                  <a:pt x="498414" y="27027"/>
                </a:lnTo>
                <a:lnTo>
                  <a:pt x="497561" y="27096"/>
                </a:lnTo>
                <a:lnTo>
                  <a:pt x="496724" y="27184"/>
                </a:lnTo>
                <a:lnTo>
                  <a:pt x="495904" y="27291"/>
                </a:lnTo>
                <a:lnTo>
                  <a:pt x="495100" y="27418"/>
                </a:lnTo>
                <a:lnTo>
                  <a:pt x="494312" y="27564"/>
                </a:lnTo>
                <a:lnTo>
                  <a:pt x="493541" y="27731"/>
                </a:lnTo>
                <a:lnTo>
                  <a:pt x="492787" y="27916"/>
                </a:lnTo>
                <a:lnTo>
                  <a:pt x="492049" y="28121"/>
                </a:lnTo>
                <a:lnTo>
                  <a:pt x="491328" y="28346"/>
                </a:lnTo>
                <a:lnTo>
                  <a:pt x="490623" y="28590"/>
                </a:lnTo>
                <a:lnTo>
                  <a:pt x="489935" y="28854"/>
                </a:lnTo>
                <a:lnTo>
                  <a:pt x="489263" y="29137"/>
                </a:lnTo>
                <a:lnTo>
                  <a:pt x="488607" y="29440"/>
                </a:lnTo>
                <a:lnTo>
                  <a:pt x="487969" y="29762"/>
                </a:lnTo>
                <a:lnTo>
                  <a:pt x="487346" y="30104"/>
                </a:lnTo>
                <a:lnTo>
                  <a:pt x="486740" y="30466"/>
                </a:lnTo>
                <a:lnTo>
                  <a:pt x="486151" y="30847"/>
                </a:lnTo>
                <a:lnTo>
                  <a:pt x="485578" y="31247"/>
                </a:lnTo>
                <a:lnTo>
                  <a:pt x="485022" y="31667"/>
                </a:lnTo>
                <a:lnTo>
                  <a:pt x="484482" y="32107"/>
                </a:lnTo>
                <a:lnTo>
                  <a:pt x="483959" y="32566"/>
                </a:lnTo>
                <a:lnTo>
                  <a:pt x="483455" y="33043"/>
                </a:lnTo>
                <a:lnTo>
                  <a:pt x="482972" y="33536"/>
                </a:lnTo>
                <a:lnTo>
                  <a:pt x="482511" y="34045"/>
                </a:lnTo>
                <a:lnTo>
                  <a:pt x="482071" y="34571"/>
                </a:lnTo>
                <a:lnTo>
                  <a:pt x="481653" y="35113"/>
                </a:lnTo>
                <a:lnTo>
                  <a:pt x="481256" y="35671"/>
                </a:lnTo>
                <a:lnTo>
                  <a:pt x="480881" y="36245"/>
                </a:lnTo>
                <a:lnTo>
                  <a:pt x="480527" y="36835"/>
                </a:lnTo>
                <a:lnTo>
                  <a:pt x="480194" y="37442"/>
                </a:lnTo>
                <a:lnTo>
                  <a:pt x="479883" y="38065"/>
                </a:lnTo>
                <a:lnTo>
                  <a:pt x="479593" y="38704"/>
                </a:lnTo>
                <a:lnTo>
                  <a:pt x="479325" y="39360"/>
                </a:lnTo>
                <a:lnTo>
                  <a:pt x="479079" y="40031"/>
                </a:lnTo>
                <a:lnTo>
                  <a:pt x="478853" y="40719"/>
                </a:lnTo>
                <a:lnTo>
                  <a:pt x="478650" y="41423"/>
                </a:lnTo>
                <a:lnTo>
                  <a:pt x="478467" y="42144"/>
                </a:lnTo>
                <a:lnTo>
                  <a:pt x="478306" y="42880"/>
                </a:lnTo>
                <a:lnTo>
                  <a:pt x="478167" y="43633"/>
                </a:lnTo>
                <a:lnTo>
                  <a:pt x="478049" y="44402"/>
                </a:lnTo>
                <a:lnTo>
                  <a:pt x="477956" y="45162"/>
                </a:lnTo>
                <a:lnTo>
                  <a:pt x="477781" y="45162"/>
                </a:lnTo>
                <a:lnTo>
                  <a:pt x="477781" y="28523"/>
                </a:lnTo>
                <a:lnTo>
                  <a:pt x="463517" y="28523"/>
                </a:lnTo>
                <a:lnTo>
                  <a:pt x="463517" y="115681"/>
                </a:lnTo>
                <a:close/>
                <a:moveTo>
                  <a:pt x="836239" y="115681"/>
                </a:moveTo>
                <a:lnTo>
                  <a:pt x="850503" y="115681"/>
                </a:lnTo>
                <a:lnTo>
                  <a:pt x="850503" y="60216"/>
                </a:lnTo>
                <a:lnTo>
                  <a:pt x="850512" y="59379"/>
                </a:lnTo>
                <a:lnTo>
                  <a:pt x="850539" y="58558"/>
                </a:lnTo>
                <a:lnTo>
                  <a:pt x="850583" y="57753"/>
                </a:lnTo>
                <a:lnTo>
                  <a:pt x="850646" y="56964"/>
                </a:lnTo>
                <a:lnTo>
                  <a:pt x="850726" y="56190"/>
                </a:lnTo>
                <a:lnTo>
                  <a:pt x="850825" y="55433"/>
                </a:lnTo>
                <a:lnTo>
                  <a:pt x="850941" y="54692"/>
                </a:lnTo>
                <a:lnTo>
                  <a:pt x="851075" y="53966"/>
                </a:lnTo>
                <a:lnTo>
                  <a:pt x="851227" y="53257"/>
                </a:lnTo>
                <a:lnTo>
                  <a:pt x="851397" y="52563"/>
                </a:lnTo>
                <a:lnTo>
                  <a:pt x="851584" y="51886"/>
                </a:lnTo>
                <a:lnTo>
                  <a:pt x="851790" y="51224"/>
                </a:lnTo>
                <a:lnTo>
                  <a:pt x="852013" y="50579"/>
                </a:lnTo>
                <a:lnTo>
                  <a:pt x="852255" y="49949"/>
                </a:lnTo>
                <a:lnTo>
                  <a:pt x="852514" y="49335"/>
                </a:lnTo>
                <a:lnTo>
                  <a:pt x="852791" y="48738"/>
                </a:lnTo>
                <a:lnTo>
                  <a:pt x="853086" y="48156"/>
                </a:lnTo>
                <a:lnTo>
                  <a:pt x="853399" y="47590"/>
                </a:lnTo>
                <a:lnTo>
                  <a:pt x="853729" y="47040"/>
                </a:lnTo>
                <a:lnTo>
                  <a:pt x="854078" y="46506"/>
                </a:lnTo>
                <a:lnTo>
                  <a:pt x="854444" y="45988"/>
                </a:lnTo>
                <a:lnTo>
                  <a:pt x="854829" y="45486"/>
                </a:lnTo>
                <a:lnTo>
                  <a:pt x="855231" y="45001"/>
                </a:lnTo>
                <a:lnTo>
                  <a:pt x="855651" y="44530"/>
                </a:lnTo>
                <a:lnTo>
                  <a:pt x="856087" y="44078"/>
                </a:lnTo>
                <a:lnTo>
                  <a:pt x="856535" y="43645"/>
                </a:lnTo>
                <a:lnTo>
                  <a:pt x="856997" y="43230"/>
                </a:lnTo>
                <a:lnTo>
                  <a:pt x="857471" y="42836"/>
                </a:lnTo>
                <a:lnTo>
                  <a:pt x="857958" y="42460"/>
                </a:lnTo>
                <a:lnTo>
                  <a:pt x="858459" y="42104"/>
                </a:lnTo>
                <a:lnTo>
                  <a:pt x="858972" y="41767"/>
                </a:lnTo>
                <a:lnTo>
                  <a:pt x="859498" y="41449"/>
                </a:lnTo>
                <a:lnTo>
                  <a:pt x="860037" y="41150"/>
                </a:lnTo>
                <a:lnTo>
                  <a:pt x="860589" y="40871"/>
                </a:lnTo>
                <a:lnTo>
                  <a:pt x="861154" y="40611"/>
                </a:lnTo>
                <a:lnTo>
                  <a:pt x="861732" y="40370"/>
                </a:lnTo>
                <a:lnTo>
                  <a:pt x="862323" y="40149"/>
                </a:lnTo>
                <a:lnTo>
                  <a:pt x="862927" y="39947"/>
                </a:lnTo>
                <a:lnTo>
                  <a:pt x="863543" y="39764"/>
                </a:lnTo>
                <a:lnTo>
                  <a:pt x="864173" y="39600"/>
                </a:lnTo>
                <a:lnTo>
                  <a:pt x="864816" y="39455"/>
                </a:lnTo>
                <a:lnTo>
                  <a:pt x="865471" y="39330"/>
                </a:lnTo>
                <a:lnTo>
                  <a:pt x="866139" y="39224"/>
                </a:lnTo>
                <a:lnTo>
                  <a:pt x="866821" y="39138"/>
                </a:lnTo>
                <a:lnTo>
                  <a:pt x="867515" y="39070"/>
                </a:lnTo>
                <a:lnTo>
                  <a:pt x="868222" y="39022"/>
                </a:lnTo>
                <a:lnTo>
                  <a:pt x="868942" y="38993"/>
                </a:lnTo>
                <a:lnTo>
                  <a:pt x="869675" y="38984"/>
                </a:lnTo>
                <a:lnTo>
                  <a:pt x="870382" y="38993"/>
                </a:lnTo>
                <a:lnTo>
                  <a:pt x="871077" y="39020"/>
                </a:lnTo>
                <a:lnTo>
                  <a:pt x="871759" y="39066"/>
                </a:lnTo>
                <a:lnTo>
                  <a:pt x="872429" y="39131"/>
                </a:lnTo>
                <a:lnTo>
                  <a:pt x="873086" y="39214"/>
                </a:lnTo>
                <a:lnTo>
                  <a:pt x="873731" y="39315"/>
                </a:lnTo>
                <a:lnTo>
                  <a:pt x="874364" y="39435"/>
                </a:lnTo>
                <a:lnTo>
                  <a:pt x="874984" y="39573"/>
                </a:lnTo>
                <a:lnTo>
                  <a:pt x="875592" y="39730"/>
                </a:lnTo>
                <a:lnTo>
                  <a:pt x="876187" y="39905"/>
                </a:lnTo>
                <a:lnTo>
                  <a:pt x="876770" y="40098"/>
                </a:lnTo>
                <a:lnTo>
                  <a:pt x="877341" y="40310"/>
                </a:lnTo>
                <a:lnTo>
                  <a:pt x="877900" y="40541"/>
                </a:lnTo>
                <a:lnTo>
                  <a:pt x="878445" y="40790"/>
                </a:lnTo>
                <a:lnTo>
                  <a:pt x="878979" y="41057"/>
                </a:lnTo>
                <a:lnTo>
                  <a:pt x="879500" y="41342"/>
                </a:lnTo>
                <a:lnTo>
                  <a:pt x="880009" y="41647"/>
                </a:lnTo>
                <a:lnTo>
                  <a:pt x="880505" y="41969"/>
                </a:lnTo>
                <a:lnTo>
                  <a:pt x="880989" y="42310"/>
                </a:lnTo>
                <a:lnTo>
                  <a:pt x="881461" y="42669"/>
                </a:lnTo>
                <a:lnTo>
                  <a:pt x="881920" y="43047"/>
                </a:lnTo>
                <a:lnTo>
                  <a:pt x="882367" y="43443"/>
                </a:lnTo>
                <a:lnTo>
                  <a:pt x="882802" y="43858"/>
                </a:lnTo>
                <a:lnTo>
                  <a:pt x="883224" y="44291"/>
                </a:lnTo>
                <a:lnTo>
                  <a:pt x="883631" y="44742"/>
                </a:lnTo>
                <a:lnTo>
                  <a:pt x="884021" y="45208"/>
                </a:lnTo>
                <a:lnTo>
                  <a:pt x="884394" y="45691"/>
                </a:lnTo>
                <a:lnTo>
                  <a:pt x="884749" y="46190"/>
                </a:lnTo>
                <a:lnTo>
                  <a:pt x="885087" y="46706"/>
                </a:lnTo>
                <a:lnTo>
                  <a:pt x="885408" y="47237"/>
                </a:lnTo>
                <a:lnTo>
                  <a:pt x="885712" y="47785"/>
                </a:lnTo>
                <a:lnTo>
                  <a:pt x="885998" y="48349"/>
                </a:lnTo>
                <a:lnTo>
                  <a:pt x="886266" y="48929"/>
                </a:lnTo>
                <a:lnTo>
                  <a:pt x="886518" y="49526"/>
                </a:lnTo>
                <a:lnTo>
                  <a:pt x="886752" y="50139"/>
                </a:lnTo>
                <a:lnTo>
                  <a:pt x="886969" y="50768"/>
                </a:lnTo>
                <a:lnTo>
                  <a:pt x="887168" y="51413"/>
                </a:lnTo>
                <a:lnTo>
                  <a:pt x="887350" y="52075"/>
                </a:lnTo>
                <a:lnTo>
                  <a:pt x="887515" y="52752"/>
                </a:lnTo>
                <a:lnTo>
                  <a:pt x="887662" y="53446"/>
                </a:lnTo>
                <a:lnTo>
                  <a:pt x="887792" y="54157"/>
                </a:lnTo>
                <a:lnTo>
                  <a:pt x="887905" y="54883"/>
                </a:lnTo>
                <a:lnTo>
                  <a:pt x="888000" y="55626"/>
                </a:lnTo>
                <a:lnTo>
                  <a:pt x="888078" y="56385"/>
                </a:lnTo>
                <a:lnTo>
                  <a:pt x="888139" y="57160"/>
                </a:lnTo>
                <a:lnTo>
                  <a:pt x="888182" y="57951"/>
                </a:lnTo>
                <a:lnTo>
                  <a:pt x="888208" y="58759"/>
                </a:lnTo>
                <a:lnTo>
                  <a:pt x="888217" y="59583"/>
                </a:lnTo>
                <a:lnTo>
                  <a:pt x="888217" y="115681"/>
                </a:lnTo>
                <a:lnTo>
                  <a:pt x="902478" y="115681"/>
                </a:lnTo>
                <a:lnTo>
                  <a:pt x="902478" y="57049"/>
                </a:lnTo>
                <a:lnTo>
                  <a:pt x="902465" y="55897"/>
                </a:lnTo>
                <a:lnTo>
                  <a:pt x="902425" y="54765"/>
                </a:lnTo>
                <a:lnTo>
                  <a:pt x="902357" y="53654"/>
                </a:lnTo>
                <a:lnTo>
                  <a:pt x="902263" y="52563"/>
                </a:lnTo>
                <a:lnTo>
                  <a:pt x="902141" y="51493"/>
                </a:lnTo>
                <a:lnTo>
                  <a:pt x="901993" y="50443"/>
                </a:lnTo>
                <a:lnTo>
                  <a:pt x="901818" y="49413"/>
                </a:lnTo>
                <a:lnTo>
                  <a:pt x="901616" y="48404"/>
                </a:lnTo>
                <a:lnTo>
                  <a:pt x="901387" y="47415"/>
                </a:lnTo>
                <a:lnTo>
                  <a:pt x="901130" y="46446"/>
                </a:lnTo>
                <a:lnTo>
                  <a:pt x="900847" y="45498"/>
                </a:lnTo>
                <a:lnTo>
                  <a:pt x="900537" y="44570"/>
                </a:lnTo>
                <a:lnTo>
                  <a:pt x="900200" y="43662"/>
                </a:lnTo>
                <a:lnTo>
                  <a:pt x="899836" y="42775"/>
                </a:lnTo>
                <a:lnTo>
                  <a:pt x="899446" y="41908"/>
                </a:lnTo>
                <a:lnTo>
                  <a:pt x="899028" y="41062"/>
                </a:lnTo>
                <a:lnTo>
                  <a:pt x="898583" y="40236"/>
                </a:lnTo>
                <a:lnTo>
                  <a:pt x="898111" y="39430"/>
                </a:lnTo>
                <a:lnTo>
                  <a:pt x="897612" y="38644"/>
                </a:lnTo>
                <a:lnTo>
                  <a:pt x="897087" y="37879"/>
                </a:lnTo>
                <a:lnTo>
                  <a:pt x="896534" y="37135"/>
                </a:lnTo>
                <a:lnTo>
                  <a:pt x="895954" y="36410"/>
                </a:lnTo>
                <a:lnTo>
                  <a:pt x="895348" y="35706"/>
                </a:lnTo>
                <a:lnTo>
                  <a:pt x="894714" y="35023"/>
                </a:lnTo>
                <a:lnTo>
                  <a:pt x="894058" y="34363"/>
                </a:lnTo>
                <a:lnTo>
                  <a:pt x="893383" y="33732"/>
                </a:lnTo>
                <a:lnTo>
                  <a:pt x="892689" y="33128"/>
                </a:lnTo>
                <a:lnTo>
                  <a:pt x="891976" y="32553"/>
                </a:lnTo>
                <a:lnTo>
                  <a:pt x="891245" y="32006"/>
                </a:lnTo>
                <a:lnTo>
                  <a:pt x="890495" y="31486"/>
                </a:lnTo>
                <a:lnTo>
                  <a:pt x="889726" y="30995"/>
                </a:lnTo>
                <a:lnTo>
                  <a:pt x="888939" y="30532"/>
                </a:lnTo>
                <a:lnTo>
                  <a:pt x="888133" y="30097"/>
                </a:lnTo>
                <a:lnTo>
                  <a:pt x="887308" y="29690"/>
                </a:lnTo>
                <a:lnTo>
                  <a:pt x="886465" y="29311"/>
                </a:lnTo>
                <a:lnTo>
                  <a:pt x="885602" y="28960"/>
                </a:lnTo>
                <a:lnTo>
                  <a:pt x="884721" y="28637"/>
                </a:lnTo>
                <a:lnTo>
                  <a:pt x="883822" y="28343"/>
                </a:lnTo>
                <a:lnTo>
                  <a:pt x="882903" y="28076"/>
                </a:lnTo>
                <a:lnTo>
                  <a:pt x="881966" y="27837"/>
                </a:lnTo>
                <a:lnTo>
                  <a:pt x="881010" y="27627"/>
                </a:lnTo>
                <a:lnTo>
                  <a:pt x="880036" y="27445"/>
                </a:lnTo>
                <a:lnTo>
                  <a:pt x="879043" y="27290"/>
                </a:lnTo>
                <a:lnTo>
                  <a:pt x="878031" y="27164"/>
                </a:lnTo>
                <a:lnTo>
                  <a:pt x="877000" y="27066"/>
                </a:lnTo>
                <a:lnTo>
                  <a:pt x="875951" y="26995"/>
                </a:lnTo>
                <a:lnTo>
                  <a:pt x="874883" y="26953"/>
                </a:lnTo>
                <a:lnTo>
                  <a:pt x="873796" y="26939"/>
                </a:lnTo>
                <a:lnTo>
                  <a:pt x="872893" y="26949"/>
                </a:lnTo>
                <a:lnTo>
                  <a:pt x="872006" y="26978"/>
                </a:lnTo>
                <a:lnTo>
                  <a:pt x="871136" y="27027"/>
                </a:lnTo>
                <a:lnTo>
                  <a:pt x="870283" y="27096"/>
                </a:lnTo>
                <a:lnTo>
                  <a:pt x="869446" y="27184"/>
                </a:lnTo>
                <a:lnTo>
                  <a:pt x="868626" y="27291"/>
                </a:lnTo>
                <a:lnTo>
                  <a:pt x="867822" y="27418"/>
                </a:lnTo>
                <a:lnTo>
                  <a:pt x="867034" y="27564"/>
                </a:lnTo>
                <a:lnTo>
                  <a:pt x="866264" y="27731"/>
                </a:lnTo>
                <a:lnTo>
                  <a:pt x="865509" y="27916"/>
                </a:lnTo>
                <a:lnTo>
                  <a:pt x="864771" y="28121"/>
                </a:lnTo>
                <a:lnTo>
                  <a:pt x="864050" y="28346"/>
                </a:lnTo>
                <a:lnTo>
                  <a:pt x="863345" y="28590"/>
                </a:lnTo>
                <a:lnTo>
                  <a:pt x="862657" y="28854"/>
                </a:lnTo>
                <a:lnTo>
                  <a:pt x="861985" y="29137"/>
                </a:lnTo>
                <a:lnTo>
                  <a:pt x="861329" y="29440"/>
                </a:lnTo>
                <a:lnTo>
                  <a:pt x="860691" y="29762"/>
                </a:lnTo>
                <a:lnTo>
                  <a:pt x="860068" y="30104"/>
                </a:lnTo>
                <a:lnTo>
                  <a:pt x="859462" y="30466"/>
                </a:lnTo>
                <a:lnTo>
                  <a:pt x="858873" y="30847"/>
                </a:lnTo>
                <a:lnTo>
                  <a:pt x="858300" y="31247"/>
                </a:lnTo>
                <a:lnTo>
                  <a:pt x="857744" y="31667"/>
                </a:lnTo>
                <a:lnTo>
                  <a:pt x="857204" y="32107"/>
                </a:lnTo>
                <a:lnTo>
                  <a:pt x="856681" y="32566"/>
                </a:lnTo>
                <a:lnTo>
                  <a:pt x="856177" y="33043"/>
                </a:lnTo>
                <a:lnTo>
                  <a:pt x="855694" y="33536"/>
                </a:lnTo>
                <a:lnTo>
                  <a:pt x="855233" y="34045"/>
                </a:lnTo>
                <a:lnTo>
                  <a:pt x="854793" y="34571"/>
                </a:lnTo>
                <a:lnTo>
                  <a:pt x="854375" y="35113"/>
                </a:lnTo>
                <a:lnTo>
                  <a:pt x="853978" y="35671"/>
                </a:lnTo>
                <a:lnTo>
                  <a:pt x="853603" y="36245"/>
                </a:lnTo>
                <a:lnTo>
                  <a:pt x="853249" y="36835"/>
                </a:lnTo>
                <a:lnTo>
                  <a:pt x="852916" y="37442"/>
                </a:lnTo>
                <a:lnTo>
                  <a:pt x="852605" y="38065"/>
                </a:lnTo>
                <a:lnTo>
                  <a:pt x="852316" y="38704"/>
                </a:lnTo>
                <a:lnTo>
                  <a:pt x="852047" y="39360"/>
                </a:lnTo>
                <a:lnTo>
                  <a:pt x="851801" y="40031"/>
                </a:lnTo>
                <a:lnTo>
                  <a:pt x="851575" y="40719"/>
                </a:lnTo>
                <a:lnTo>
                  <a:pt x="851372" y="41423"/>
                </a:lnTo>
                <a:lnTo>
                  <a:pt x="851189" y="42144"/>
                </a:lnTo>
                <a:lnTo>
                  <a:pt x="851028" y="42880"/>
                </a:lnTo>
                <a:lnTo>
                  <a:pt x="850889" y="43633"/>
                </a:lnTo>
                <a:lnTo>
                  <a:pt x="850771" y="44402"/>
                </a:lnTo>
                <a:lnTo>
                  <a:pt x="850678" y="45162"/>
                </a:lnTo>
                <a:lnTo>
                  <a:pt x="850503" y="45162"/>
                </a:lnTo>
                <a:lnTo>
                  <a:pt x="850503" y="28523"/>
                </a:lnTo>
                <a:lnTo>
                  <a:pt x="836239" y="28523"/>
                </a:lnTo>
                <a:lnTo>
                  <a:pt x="836239" y="115681"/>
                </a:lnTo>
                <a:close/>
                <a:moveTo>
                  <a:pt x="780699" y="116834"/>
                </a:moveTo>
                <a:lnTo>
                  <a:pt x="781527" y="116769"/>
                </a:lnTo>
                <a:lnTo>
                  <a:pt x="782346" y="116691"/>
                </a:lnTo>
                <a:lnTo>
                  <a:pt x="783155" y="116598"/>
                </a:lnTo>
                <a:lnTo>
                  <a:pt x="783954" y="116490"/>
                </a:lnTo>
                <a:lnTo>
                  <a:pt x="784744" y="116369"/>
                </a:lnTo>
                <a:lnTo>
                  <a:pt x="785524" y="116233"/>
                </a:lnTo>
                <a:lnTo>
                  <a:pt x="786294" y="116083"/>
                </a:lnTo>
                <a:lnTo>
                  <a:pt x="787055" y="115918"/>
                </a:lnTo>
                <a:lnTo>
                  <a:pt x="787806" y="115739"/>
                </a:lnTo>
                <a:lnTo>
                  <a:pt x="788548" y="115546"/>
                </a:lnTo>
                <a:lnTo>
                  <a:pt x="789279" y="115339"/>
                </a:lnTo>
                <a:lnTo>
                  <a:pt x="790002" y="115117"/>
                </a:lnTo>
                <a:lnTo>
                  <a:pt x="790714" y="114881"/>
                </a:lnTo>
                <a:lnTo>
                  <a:pt x="791417" y="114630"/>
                </a:lnTo>
                <a:lnTo>
                  <a:pt x="792111" y="114366"/>
                </a:lnTo>
                <a:lnTo>
                  <a:pt x="792794" y="114087"/>
                </a:lnTo>
                <a:lnTo>
                  <a:pt x="793468" y="113794"/>
                </a:lnTo>
                <a:lnTo>
                  <a:pt x="794133" y="113486"/>
                </a:lnTo>
                <a:lnTo>
                  <a:pt x="794788" y="113164"/>
                </a:lnTo>
                <a:lnTo>
                  <a:pt x="795433" y="112828"/>
                </a:lnTo>
                <a:lnTo>
                  <a:pt x="796067" y="112478"/>
                </a:lnTo>
                <a:lnTo>
                  <a:pt x="796690" y="112115"/>
                </a:lnTo>
                <a:lnTo>
                  <a:pt x="797300" y="111740"/>
                </a:lnTo>
                <a:lnTo>
                  <a:pt x="797898" y="111351"/>
                </a:lnTo>
                <a:lnTo>
                  <a:pt x="798484" y="110949"/>
                </a:lnTo>
                <a:lnTo>
                  <a:pt x="799058" y="110535"/>
                </a:lnTo>
                <a:lnTo>
                  <a:pt x="799620" y="110108"/>
                </a:lnTo>
                <a:lnTo>
                  <a:pt x="800170" y="109667"/>
                </a:lnTo>
                <a:lnTo>
                  <a:pt x="800708" y="109214"/>
                </a:lnTo>
                <a:lnTo>
                  <a:pt x="801233" y="108748"/>
                </a:lnTo>
                <a:lnTo>
                  <a:pt x="801747" y="108269"/>
                </a:lnTo>
                <a:lnTo>
                  <a:pt x="802248" y="107777"/>
                </a:lnTo>
                <a:lnTo>
                  <a:pt x="802737" y="107272"/>
                </a:lnTo>
                <a:lnTo>
                  <a:pt x="803214" y="106754"/>
                </a:lnTo>
                <a:lnTo>
                  <a:pt x="803679" y="106223"/>
                </a:lnTo>
                <a:lnTo>
                  <a:pt x="804132" y="105679"/>
                </a:lnTo>
                <a:lnTo>
                  <a:pt x="804573" y="105122"/>
                </a:lnTo>
                <a:lnTo>
                  <a:pt x="805002" y="104553"/>
                </a:lnTo>
                <a:lnTo>
                  <a:pt x="805418" y="103970"/>
                </a:lnTo>
                <a:lnTo>
                  <a:pt x="805823" y="103375"/>
                </a:lnTo>
                <a:lnTo>
                  <a:pt x="806215" y="102766"/>
                </a:lnTo>
                <a:lnTo>
                  <a:pt x="806596" y="102145"/>
                </a:lnTo>
                <a:lnTo>
                  <a:pt x="806964" y="101511"/>
                </a:lnTo>
                <a:lnTo>
                  <a:pt x="807320" y="100863"/>
                </a:lnTo>
                <a:lnTo>
                  <a:pt x="807663" y="100204"/>
                </a:lnTo>
                <a:lnTo>
                  <a:pt x="807991" y="99535"/>
                </a:lnTo>
                <a:lnTo>
                  <a:pt x="808304" y="98854"/>
                </a:lnTo>
                <a:lnTo>
                  <a:pt x="808603" y="98163"/>
                </a:lnTo>
                <a:lnTo>
                  <a:pt x="808888" y="97461"/>
                </a:lnTo>
                <a:lnTo>
                  <a:pt x="809157" y="96748"/>
                </a:lnTo>
                <a:lnTo>
                  <a:pt x="809413" y="96025"/>
                </a:lnTo>
                <a:lnTo>
                  <a:pt x="809653" y="95291"/>
                </a:lnTo>
                <a:lnTo>
                  <a:pt x="809879" y="94546"/>
                </a:lnTo>
                <a:lnTo>
                  <a:pt x="810091" y="93790"/>
                </a:lnTo>
                <a:lnTo>
                  <a:pt x="810288" y="93024"/>
                </a:lnTo>
                <a:lnTo>
                  <a:pt x="810470" y="92247"/>
                </a:lnTo>
                <a:lnTo>
                  <a:pt x="810638" y="91459"/>
                </a:lnTo>
                <a:lnTo>
                  <a:pt x="810791" y="90660"/>
                </a:lnTo>
                <a:lnTo>
                  <a:pt x="810929" y="89851"/>
                </a:lnTo>
                <a:lnTo>
                  <a:pt x="811053" y="89031"/>
                </a:lnTo>
                <a:lnTo>
                  <a:pt x="811163" y="88200"/>
                </a:lnTo>
                <a:lnTo>
                  <a:pt x="811257" y="87359"/>
                </a:lnTo>
                <a:lnTo>
                  <a:pt x="811338" y="86507"/>
                </a:lnTo>
                <a:lnTo>
                  <a:pt x="811403" y="85644"/>
                </a:lnTo>
                <a:lnTo>
                  <a:pt x="811454" y="84770"/>
                </a:lnTo>
                <a:lnTo>
                  <a:pt x="811491" y="83886"/>
                </a:lnTo>
                <a:lnTo>
                  <a:pt x="811513" y="82991"/>
                </a:lnTo>
                <a:lnTo>
                  <a:pt x="811520" y="82085"/>
                </a:lnTo>
                <a:lnTo>
                  <a:pt x="811520" y="62119"/>
                </a:lnTo>
                <a:lnTo>
                  <a:pt x="811513" y="61201"/>
                </a:lnTo>
                <a:lnTo>
                  <a:pt x="811491" y="60293"/>
                </a:lnTo>
                <a:lnTo>
                  <a:pt x="811454" y="59398"/>
                </a:lnTo>
                <a:lnTo>
                  <a:pt x="811403" y="58514"/>
                </a:lnTo>
                <a:lnTo>
                  <a:pt x="811338" y="57641"/>
                </a:lnTo>
                <a:lnTo>
                  <a:pt x="811257" y="56780"/>
                </a:lnTo>
                <a:lnTo>
                  <a:pt x="811163" y="55931"/>
                </a:lnTo>
                <a:lnTo>
                  <a:pt x="811053" y="55093"/>
                </a:lnTo>
                <a:lnTo>
                  <a:pt x="810929" y="54267"/>
                </a:lnTo>
                <a:lnTo>
                  <a:pt x="810791" y="53452"/>
                </a:lnTo>
                <a:lnTo>
                  <a:pt x="810638" y="52649"/>
                </a:lnTo>
                <a:lnTo>
                  <a:pt x="810470" y="51858"/>
                </a:lnTo>
                <a:lnTo>
                  <a:pt x="810288" y="51078"/>
                </a:lnTo>
                <a:lnTo>
                  <a:pt x="810091" y="50309"/>
                </a:lnTo>
                <a:lnTo>
                  <a:pt x="809879" y="49552"/>
                </a:lnTo>
                <a:lnTo>
                  <a:pt x="809653" y="48807"/>
                </a:lnTo>
                <a:lnTo>
                  <a:pt x="809413" y="48073"/>
                </a:lnTo>
                <a:lnTo>
                  <a:pt x="809157" y="47351"/>
                </a:lnTo>
                <a:lnTo>
                  <a:pt x="808888" y="46641"/>
                </a:lnTo>
                <a:lnTo>
                  <a:pt x="808603" y="45942"/>
                </a:lnTo>
                <a:lnTo>
                  <a:pt x="808304" y="45254"/>
                </a:lnTo>
                <a:lnTo>
                  <a:pt x="807991" y="44578"/>
                </a:lnTo>
                <a:lnTo>
                  <a:pt x="807663" y="43914"/>
                </a:lnTo>
                <a:lnTo>
                  <a:pt x="807320" y="43261"/>
                </a:lnTo>
                <a:lnTo>
                  <a:pt x="806964" y="42620"/>
                </a:lnTo>
                <a:lnTo>
                  <a:pt x="806596" y="41992"/>
                </a:lnTo>
                <a:lnTo>
                  <a:pt x="806217" y="41377"/>
                </a:lnTo>
                <a:lnTo>
                  <a:pt x="805825" y="40774"/>
                </a:lnTo>
                <a:lnTo>
                  <a:pt x="805422" y="40184"/>
                </a:lnTo>
                <a:lnTo>
                  <a:pt x="805007" y="39607"/>
                </a:lnTo>
                <a:lnTo>
                  <a:pt x="804580" y="39042"/>
                </a:lnTo>
                <a:lnTo>
                  <a:pt x="804141" y="38490"/>
                </a:lnTo>
                <a:lnTo>
                  <a:pt x="803691" y="37950"/>
                </a:lnTo>
                <a:lnTo>
                  <a:pt x="803228" y="37423"/>
                </a:lnTo>
                <a:lnTo>
                  <a:pt x="802754" y="36909"/>
                </a:lnTo>
                <a:lnTo>
                  <a:pt x="802268" y="36408"/>
                </a:lnTo>
                <a:lnTo>
                  <a:pt x="801770" y="35919"/>
                </a:lnTo>
                <a:lnTo>
                  <a:pt x="801260" y="35443"/>
                </a:lnTo>
                <a:lnTo>
                  <a:pt x="800739" y="34979"/>
                </a:lnTo>
                <a:lnTo>
                  <a:pt x="800205" y="34528"/>
                </a:lnTo>
                <a:lnTo>
                  <a:pt x="799660" y="34090"/>
                </a:lnTo>
                <a:lnTo>
                  <a:pt x="799103" y="33664"/>
                </a:lnTo>
                <a:lnTo>
                  <a:pt x="798534" y="33251"/>
                </a:lnTo>
                <a:lnTo>
                  <a:pt x="797954" y="32851"/>
                </a:lnTo>
                <a:lnTo>
                  <a:pt x="797361" y="32463"/>
                </a:lnTo>
                <a:lnTo>
                  <a:pt x="796757" y="32088"/>
                </a:lnTo>
                <a:lnTo>
                  <a:pt x="796141" y="31726"/>
                </a:lnTo>
                <a:lnTo>
                  <a:pt x="795513" y="31376"/>
                </a:lnTo>
                <a:lnTo>
                  <a:pt x="794874" y="31040"/>
                </a:lnTo>
                <a:lnTo>
                  <a:pt x="794224" y="30718"/>
                </a:lnTo>
                <a:lnTo>
                  <a:pt x="793564" y="30411"/>
                </a:lnTo>
                <a:lnTo>
                  <a:pt x="792894" y="30117"/>
                </a:lnTo>
                <a:lnTo>
                  <a:pt x="792213" y="29838"/>
                </a:lnTo>
                <a:lnTo>
                  <a:pt x="791522" y="29574"/>
                </a:lnTo>
                <a:lnTo>
                  <a:pt x="790820" y="29323"/>
                </a:lnTo>
                <a:lnTo>
                  <a:pt x="790108" y="29087"/>
                </a:lnTo>
                <a:lnTo>
                  <a:pt x="789385" y="28866"/>
                </a:lnTo>
                <a:lnTo>
                  <a:pt x="788652" y="28658"/>
                </a:lnTo>
                <a:lnTo>
                  <a:pt x="787909" y="28465"/>
                </a:lnTo>
                <a:lnTo>
                  <a:pt x="787155" y="28286"/>
                </a:lnTo>
                <a:lnTo>
                  <a:pt x="786390" y="28122"/>
                </a:lnTo>
                <a:lnTo>
                  <a:pt x="785615" y="27971"/>
                </a:lnTo>
                <a:lnTo>
                  <a:pt x="784830" y="27835"/>
                </a:lnTo>
                <a:lnTo>
                  <a:pt x="784034" y="27714"/>
                </a:lnTo>
                <a:lnTo>
                  <a:pt x="783228" y="27607"/>
                </a:lnTo>
                <a:lnTo>
                  <a:pt x="782411" y="27514"/>
                </a:lnTo>
                <a:lnTo>
                  <a:pt x="781584" y="27435"/>
                </a:lnTo>
                <a:lnTo>
                  <a:pt x="780746" y="27371"/>
                </a:lnTo>
                <a:lnTo>
                  <a:pt x="779898" y="27320"/>
                </a:lnTo>
                <a:lnTo>
                  <a:pt x="779039" y="27285"/>
                </a:lnTo>
                <a:lnTo>
                  <a:pt x="778170" y="27263"/>
                </a:lnTo>
                <a:lnTo>
                  <a:pt x="777290" y="27256"/>
                </a:lnTo>
                <a:lnTo>
                  <a:pt x="776423" y="27263"/>
                </a:lnTo>
                <a:lnTo>
                  <a:pt x="775566" y="27285"/>
                </a:lnTo>
                <a:lnTo>
                  <a:pt x="774719" y="27320"/>
                </a:lnTo>
                <a:lnTo>
                  <a:pt x="773881" y="27371"/>
                </a:lnTo>
                <a:lnTo>
                  <a:pt x="773052" y="27435"/>
                </a:lnTo>
                <a:lnTo>
                  <a:pt x="772233" y="27514"/>
                </a:lnTo>
                <a:lnTo>
                  <a:pt x="771424" y="27607"/>
                </a:lnTo>
                <a:lnTo>
                  <a:pt x="770625" y="27714"/>
                </a:lnTo>
                <a:lnTo>
                  <a:pt x="769835" y="27835"/>
                </a:lnTo>
                <a:lnTo>
                  <a:pt x="769055" y="27971"/>
                </a:lnTo>
                <a:lnTo>
                  <a:pt x="768284" y="28122"/>
                </a:lnTo>
                <a:lnTo>
                  <a:pt x="767523" y="28286"/>
                </a:lnTo>
                <a:lnTo>
                  <a:pt x="766772" y="28465"/>
                </a:lnTo>
                <a:lnTo>
                  <a:pt x="766030" y="28658"/>
                </a:lnTo>
                <a:lnTo>
                  <a:pt x="765298" y="28866"/>
                </a:lnTo>
                <a:lnTo>
                  <a:pt x="764576" y="29087"/>
                </a:lnTo>
                <a:lnTo>
                  <a:pt x="763863" y="29323"/>
                </a:lnTo>
                <a:lnTo>
                  <a:pt x="763160" y="29574"/>
                </a:lnTo>
                <a:lnTo>
                  <a:pt x="762466" y="29838"/>
                </a:lnTo>
                <a:lnTo>
                  <a:pt x="761782" y="30117"/>
                </a:lnTo>
                <a:lnTo>
                  <a:pt x="761108" y="30411"/>
                </a:lnTo>
                <a:lnTo>
                  <a:pt x="760443" y="30718"/>
                </a:lnTo>
                <a:lnTo>
                  <a:pt x="759788" y="31040"/>
                </a:lnTo>
                <a:lnTo>
                  <a:pt x="759143" y="31376"/>
                </a:lnTo>
                <a:lnTo>
                  <a:pt x="758509" y="31726"/>
                </a:lnTo>
                <a:lnTo>
                  <a:pt x="757886" y="32088"/>
                </a:lnTo>
                <a:lnTo>
                  <a:pt x="757276" y="32463"/>
                </a:lnTo>
                <a:lnTo>
                  <a:pt x="756678" y="32851"/>
                </a:lnTo>
                <a:lnTo>
                  <a:pt x="756092" y="33251"/>
                </a:lnTo>
                <a:lnTo>
                  <a:pt x="755518" y="33664"/>
                </a:lnTo>
                <a:lnTo>
                  <a:pt x="754957" y="34090"/>
                </a:lnTo>
                <a:lnTo>
                  <a:pt x="754407" y="34528"/>
                </a:lnTo>
                <a:lnTo>
                  <a:pt x="753870" y="34979"/>
                </a:lnTo>
                <a:lnTo>
                  <a:pt x="753344" y="35443"/>
                </a:lnTo>
                <a:lnTo>
                  <a:pt x="752831" y="35919"/>
                </a:lnTo>
                <a:lnTo>
                  <a:pt x="752330" y="36408"/>
                </a:lnTo>
                <a:lnTo>
                  <a:pt x="751840" y="36909"/>
                </a:lnTo>
                <a:lnTo>
                  <a:pt x="751363" y="37423"/>
                </a:lnTo>
                <a:lnTo>
                  <a:pt x="750898" y="37950"/>
                </a:lnTo>
                <a:lnTo>
                  <a:pt x="750446" y="38490"/>
                </a:lnTo>
                <a:lnTo>
                  <a:pt x="750005" y="39042"/>
                </a:lnTo>
                <a:lnTo>
                  <a:pt x="749576" y="39607"/>
                </a:lnTo>
                <a:lnTo>
                  <a:pt x="749160" y="40184"/>
                </a:lnTo>
                <a:lnTo>
                  <a:pt x="748755" y="40774"/>
                </a:lnTo>
                <a:lnTo>
                  <a:pt x="748363" y="41377"/>
                </a:lnTo>
                <a:lnTo>
                  <a:pt x="747983" y="41992"/>
                </a:lnTo>
                <a:lnTo>
                  <a:pt x="747614" y="42620"/>
                </a:lnTo>
                <a:lnTo>
                  <a:pt x="747258" y="43261"/>
                </a:lnTo>
                <a:lnTo>
                  <a:pt x="746916" y="43914"/>
                </a:lnTo>
                <a:lnTo>
                  <a:pt x="746588" y="44578"/>
                </a:lnTo>
                <a:lnTo>
                  <a:pt x="746274" y="45254"/>
                </a:lnTo>
                <a:lnTo>
                  <a:pt x="745976" y="45942"/>
                </a:lnTo>
                <a:lnTo>
                  <a:pt x="745691" y="46641"/>
                </a:lnTo>
                <a:lnTo>
                  <a:pt x="745422" y="47351"/>
                </a:lnTo>
                <a:lnTo>
                  <a:pt x="745167" y="48073"/>
                </a:lnTo>
                <a:lnTo>
                  <a:pt x="744926" y="48807"/>
                </a:lnTo>
                <a:lnTo>
                  <a:pt x="744700" y="49552"/>
                </a:lnTo>
                <a:lnTo>
                  <a:pt x="744489" y="50309"/>
                </a:lnTo>
                <a:lnTo>
                  <a:pt x="744292" y="51078"/>
                </a:lnTo>
                <a:lnTo>
                  <a:pt x="744110" y="51858"/>
                </a:lnTo>
                <a:lnTo>
                  <a:pt x="743942" y="52649"/>
                </a:lnTo>
                <a:lnTo>
                  <a:pt x="743789" y="53452"/>
                </a:lnTo>
                <a:lnTo>
                  <a:pt x="743651" y="54267"/>
                </a:lnTo>
                <a:lnTo>
                  <a:pt x="743527" y="55093"/>
                </a:lnTo>
                <a:lnTo>
                  <a:pt x="743418" y="55931"/>
                </a:lnTo>
                <a:lnTo>
                  <a:pt x="743323" y="56780"/>
                </a:lnTo>
                <a:lnTo>
                  <a:pt x="743243" y="57641"/>
                </a:lnTo>
                <a:lnTo>
                  <a:pt x="743177" y="58514"/>
                </a:lnTo>
                <a:lnTo>
                  <a:pt x="743126" y="59398"/>
                </a:lnTo>
                <a:lnTo>
                  <a:pt x="743090" y="60293"/>
                </a:lnTo>
                <a:lnTo>
                  <a:pt x="743068" y="61201"/>
                </a:lnTo>
                <a:lnTo>
                  <a:pt x="743061" y="62119"/>
                </a:lnTo>
                <a:lnTo>
                  <a:pt x="743061" y="82085"/>
                </a:lnTo>
                <a:lnTo>
                  <a:pt x="743068" y="82991"/>
                </a:lnTo>
                <a:lnTo>
                  <a:pt x="743090" y="83886"/>
                </a:lnTo>
                <a:lnTo>
                  <a:pt x="743126" y="84770"/>
                </a:lnTo>
                <a:lnTo>
                  <a:pt x="743177" y="85644"/>
                </a:lnTo>
                <a:lnTo>
                  <a:pt x="743243" y="86507"/>
                </a:lnTo>
                <a:lnTo>
                  <a:pt x="743323" y="87359"/>
                </a:lnTo>
                <a:lnTo>
                  <a:pt x="743418" y="88200"/>
                </a:lnTo>
                <a:lnTo>
                  <a:pt x="743527" y="89031"/>
                </a:lnTo>
                <a:lnTo>
                  <a:pt x="743651" y="89851"/>
                </a:lnTo>
                <a:lnTo>
                  <a:pt x="743789" y="90660"/>
                </a:lnTo>
                <a:lnTo>
                  <a:pt x="743942" y="91459"/>
                </a:lnTo>
                <a:lnTo>
                  <a:pt x="744110" y="92247"/>
                </a:lnTo>
                <a:lnTo>
                  <a:pt x="744292" y="93024"/>
                </a:lnTo>
                <a:lnTo>
                  <a:pt x="744489" y="93790"/>
                </a:lnTo>
                <a:lnTo>
                  <a:pt x="744700" y="94546"/>
                </a:lnTo>
                <a:lnTo>
                  <a:pt x="744926" y="95291"/>
                </a:lnTo>
                <a:lnTo>
                  <a:pt x="745167" y="96025"/>
                </a:lnTo>
                <a:lnTo>
                  <a:pt x="745422" y="96748"/>
                </a:lnTo>
                <a:lnTo>
                  <a:pt x="745691" y="97461"/>
                </a:lnTo>
                <a:lnTo>
                  <a:pt x="745976" y="98163"/>
                </a:lnTo>
                <a:lnTo>
                  <a:pt x="746274" y="98854"/>
                </a:lnTo>
                <a:lnTo>
                  <a:pt x="746588" y="99535"/>
                </a:lnTo>
                <a:lnTo>
                  <a:pt x="746916" y="100204"/>
                </a:lnTo>
                <a:lnTo>
                  <a:pt x="747258" y="100863"/>
                </a:lnTo>
                <a:lnTo>
                  <a:pt x="747614" y="101511"/>
                </a:lnTo>
                <a:lnTo>
                  <a:pt x="747983" y="102145"/>
                </a:lnTo>
                <a:lnTo>
                  <a:pt x="748363" y="102766"/>
                </a:lnTo>
                <a:lnTo>
                  <a:pt x="748755" y="103375"/>
                </a:lnTo>
                <a:lnTo>
                  <a:pt x="749160" y="103970"/>
                </a:lnTo>
                <a:lnTo>
                  <a:pt x="749576" y="104553"/>
                </a:lnTo>
                <a:lnTo>
                  <a:pt x="750005" y="105122"/>
                </a:lnTo>
                <a:lnTo>
                  <a:pt x="750446" y="105679"/>
                </a:lnTo>
                <a:lnTo>
                  <a:pt x="750898" y="106223"/>
                </a:lnTo>
                <a:lnTo>
                  <a:pt x="751363" y="106754"/>
                </a:lnTo>
                <a:lnTo>
                  <a:pt x="751840" y="107272"/>
                </a:lnTo>
                <a:lnTo>
                  <a:pt x="752330" y="107777"/>
                </a:lnTo>
                <a:lnTo>
                  <a:pt x="752831" y="108269"/>
                </a:lnTo>
                <a:lnTo>
                  <a:pt x="753344" y="108748"/>
                </a:lnTo>
                <a:lnTo>
                  <a:pt x="753870" y="109214"/>
                </a:lnTo>
                <a:lnTo>
                  <a:pt x="754407" y="109667"/>
                </a:lnTo>
                <a:lnTo>
                  <a:pt x="754957" y="110108"/>
                </a:lnTo>
                <a:lnTo>
                  <a:pt x="755518" y="110535"/>
                </a:lnTo>
                <a:lnTo>
                  <a:pt x="756092" y="110949"/>
                </a:lnTo>
                <a:lnTo>
                  <a:pt x="756678" y="111351"/>
                </a:lnTo>
                <a:lnTo>
                  <a:pt x="757276" y="111740"/>
                </a:lnTo>
                <a:lnTo>
                  <a:pt x="757886" y="112115"/>
                </a:lnTo>
                <a:lnTo>
                  <a:pt x="758509" y="112478"/>
                </a:lnTo>
                <a:lnTo>
                  <a:pt x="759143" y="112828"/>
                </a:lnTo>
                <a:lnTo>
                  <a:pt x="759788" y="113164"/>
                </a:lnTo>
                <a:lnTo>
                  <a:pt x="760443" y="113486"/>
                </a:lnTo>
                <a:lnTo>
                  <a:pt x="761108" y="113794"/>
                </a:lnTo>
                <a:lnTo>
                  <a:pt x="761782" y="114087"/>
                </a:lnTo>
                <a:lnTo>
                  <a:pt x="762466" y="114366"/>
                </a:lnTo>
                <a:lnTo>
                  <a:pt x="763160" y="114630"/>
                </a:lnTo>
                <a:lnTo>
                  <a:pt x="763863" y="114881"/>
                </a:lnTo>
                <a:lnTo>
                  <a:pt x="764576" y="115117"/>
                </a:lnTo>
                <a:lnTo>
                  <a:pt x="765298" y="115339"/>
                </a:lnTo>
                <a:lnTo>
                  <a:pt x="766030" y="115546"/>
                </a:lnTo>
                <a:lnTo>
                  <a:pt x="766772" y="115739"/>
                </a:lnTo>
                <a:lnTo>
                  <a:pt x="767523" y="115918"/>
                </a:lnTo>
                <a:lnTo>
                  <a:pt x="768284" y="116083"/>
                </a:lnTo>
                <a:lnTo>
                  <a:pt x="769055" y="116233"/>
                </a:lnTo>
                <a:lnTo>
                  <a:pt x="769835" y="116369"/>
                </a:lnTo>
                <a:lnTo>
                  <a:pt x="770625" y="116490"/>
                </a:lnTo>
                <a:lnTo>
                  <a:pt x="771424" y="116598"/>
                </a:lnTo>
                <a:lnTo>
                  <a:pt x="772233" y="116691"/>
                </a:lnTo>
                <a:lnTo>
                  <a:pt x="773052" y="116769"/>
                </a:lnTo>
                <a:lnTo>
                  <a:pt x="773881" y="116834"/>
                </a:lnTo>
                <a:lnTo>
                  <a:pt x="774719" y="116884"/>
                </a:lnTo>
                <a:lnTo>
                  <a:pt x="775566" y="116920"/>
                </a:lnTo>
                <a:lnTo>
                  <a:pt x="776423" y="116941"/>
                </a:lnTo>
                <a:lnTo>
                  <a:pt x="777290" y="116948"/>
                </a:lnTo>
                <a:lnTo>
                  <a:pt x="778157" y="116941"/>
                </a:lnTo>
                <a:lnTo>
                  <a:pt x="779014" y="116920"/>
                </a:lnTo>
                <a:lnTo>
                  <a:pt x="779861" y="116884"/>
                </a:lnTo>
                <a:lnTo>
                  <a:pt x="780699" y="116834"/>
                </a:lnTo>
                <a:close/>
                <a:moveTo>
                  <a:pt x="774332" y="104125"/>
                </a:moveTo>
                <a:lnTo>
                  <a:pt x="773626" y="104044"/>
                </a:lnTo>
                <a:lnTo>
                  <a:pt x="772932" y="103944"/>
                </a:lnTo>
                <a:lnTo>
                  <a:pt x="772252" y="103826"/>
                </a:lnTo>
                <a:lnTo>
                  <a:pt x="771585" y="103690"/>
                </a:lnTo>
                <a:lnTo>
                  <a:pt x="770932" y="103535"/>
                </a:lnTo>
                <a:lnTo>
                  <a:pt x="770291" y="103363"/>
                </a:lnTo>
                <a:lnTo>
                  <a:pt x="769664" y="103172"/>
                </a:lnTo>
                <a:lnTo>
                  <a:pt x="769050" y="102963"/>
                </a:lnTo>
                <a:lnTo>
                  <a:pt x="768449" y="102737"/>
                </a:lnTo>
                <a:lnTo>
                  <a:pt x="767861" y="102492"/>
                </a:lnTo>
                <a:lnTo>
                  <a:pt x="767286" y="102228"/>
                </a:lnTo>
                <a:lnTo>
                  <a:pt x="766725" y="101947"/>
                </a:lnTo>
                <a:lnTo>
                  <a:pt x="766177" y="101647"/>
                </a:lnTo>
                <a:lnTo>
                  <a:pt x="765642" y="101330"/>
                </a:lnTo>
                <a:lnTo>
                  <a:pt x="765120" y="100994"/>
                </a:lnTo>
                <a:lnTo>
                  <a:pt x="764612" y="100640"/>
                </a:lnTo>
                <a:lnTo>
                  <a:pt x="764116" y="100268"/>
                </a:lnTo>
                <a:lnTo>
                  <a:pt x="763634" y="99878"/>
                </a:lnTo>
                <a:lnTo>
                  <a:pt x="763165" y="99469"/>
                </a:lnTo>
                <a:lnTo>
                  <a:pt x="762710" y="99043"/>
                </a:lnTo>
                <a:lnTo>
                  <a:pt x="762270" y="98598"/>
                </a:lnTo>
                <a:lnTo>
                  <a:pt x="761849" y="98137"/>
                </a:lnTo>
                <a:lnTo>
                  <a:pt x="761447" y="97658"/>
                </a:lnTo>
                <a:lnTo>
                  <a:pt x="761063" y="97163"/>
                </a:lnTo>
                <a:lnTo>
                  <a:pt x="760699" y="96650"/>
                </a:lnTo>
                <a:lnTo>
                  <a:pt x="760353" y="96121"/>
                </a:lnTo>
                <a:lnTo>
                  <a:pt x="760025" y="95574"/>
                </a:lnTo>
                <a:lnTo>
                  <a:pt x="759717" y="95010"/>
                </a:lnTo>
                <a:lnTo>
                  <a:pt x="759427" y="94429"/>
                </a:lnTo>
                <a:lnTo>
                  <a:pt x="759155" y="93832"/>
                </a:lnTo>
                <a:lnTo>
                  <a:pt x="758903" y="93217"/>
                </a:lnTo>
                <a:lnTo>
                  <a:pt x="758669" y="92585"/>
                </a:lnTo>
                <a:lnTo>
                  <a:pt x="758454" y="91936"/>
                </a:lnTo>
                <a:lnTo>
                  <a:pt x="758257" y="91270"/>
                </a:lnTo>
                <a:lnTo>
                  <a:pt x="758080" y="90586"/>
                </a:lnTo>
                <a:lnTo>
                  <a:pt x="757921" y="89886"/>
                </a:lnTo>
                <a:lnTo>
                  <a:pt x="757780" y="89169"/>
                </a:lnTo>
                <a:lnTo>
                  <a:pt x="757659" y="88435"/>
                </a:lnTo>
                <a:lnTo>
                  <a:pt x="757556" y="87684"/>
                </a:lnTo>
                <a:lnTo>
                  <a:pt x="757472" y="86915"/>
                </a:lnTo>
                <a:lnTo>
                  <a:pt x="757406" y="86130"/>
                </a:lnTo>
                <a:lnTo>
                  <a:pt x="757360" y="85327"/>
                </a:lnTo>
                <a:lnTo>
                  <a:pt x="757332" y="84508"/>
                </a:lnTo>
                <a:lnTo>
                  <a:pt x="757322" y="83671"/>
                </a:lnTo>
                <a:lnTo>
                  <a:pt x="757322" y="60533"/>
                </a:lnTo>
                <a:lnTo>
                  <a:pt x="757332" y="59696"/>
                </a:lnTo>
                <a:lnTo>
                  <a:pt x="757360" y="58877"/>
                </a:lnTo>
                <a:lnTo>
                  <a:pt x="757406" y="58074"/>
                </a:lnTo>
                <a:lnTo>
                  <a:pt x="757472" y="57289"/>
                </a:lnTo>
                <a:lnTo>
                  <a:pt x="757556" y="56521"/>
                </a:lnTo>
                <a:lnTo>
                  <a:pt x="757659" y="55770"/>
                </a:lnTo>
                <a:lnTo>
                  <a:pt x="757780" y="55035"/>
                </a:lnTo>
                <a:lnTo>
                  <a:pt x="757921" y="54318"/>
                </a:lnTo>
                <a:lnTo>
                  <a:pt x="758080" y="53618"/>
                </a:lnTo>
                <a:lnTo>
                  <a:pt x="758257" y="52935"/>
                </a:lnTo>
                <a:lnTo>
                  <a:pt x="758454" y="52269"/>
                </a:lnTo>
                <a:lnTo>
                  <a:pt x="758669" y="51620"/>
                </a:lnTo>
                <a:lnTo>
                  <a:pt x="758903" y="50988"/>
                </a:lnTo>
                <a:lnTo>
                  <a:pt x="759155" y="50374"/>
                </a:lnTo>
                <a:lnTo>
                  <a:pt x="759427" y="49776"/>
                </a:lnTo>
                <a:lnTo>
                  <a:pt x="759717" y="49195"/>
                </a:lnTo>
                <a:lnTo>
                  <a:pt x="760025" y="48632"/>
                </a:lnTo>
                <a:lnTo>
                  <a:pt x="760353" y="48085"/>
                </a:lnTo>
                <a:lnTo>
                  <a:pt x="760699" y="47556"/>
                </a:lnTo>
                <a:lnTo>
                  <a:pt x="761063" y="47043"/>
                </a:lnTo>
                <a:lnTo>
                  <a:pt x="761447" y="46548"/>
                </a:lnTo>
                <a:lnTo>
                  <a:pt x="761849" y="46069"/>
                </a:lnTo>
                <a:lnTo>
                  <a:pt x="762270" y="45608"/>
                </a:lnTo>
                <a:lnTo>
                  <a:pt x="762710" y="45164"/>
                </a:lnTo>
                <a:lnTo>
                  <a:pt x="763165" y="44737"/>
                </a:lnTo>
                <a:lnTo>
                  <a:pt x="763634" y="44329"/>
                </a:lnTo>
                <a:lnTo>
                  <a:pt x="764116" y="43938"/>
                </a:lnTo>
                <a:lnTo>
                  <a:pt x="764612" y="43566"/>
                </a:lnTo>
                <a:lnTo>
                  <a:pt x="765120" y="43212"/>
                </a:lnTo>
                <a:lnTo>
                  <a:pt x="765642" y="42876"/>
                </a:lnTo>
                <a:lnTo>
                  <a:pt x="766177" y="42558"/>
                </a:lnTo>
                <a:lnTo>
                  <a:pt x="766725" y="42258"/>
                </a:lnTo>
                <a:lnTo>
                  <a:pt x="767286" y="41977"/>
                </a:lnTo>
                <a:lnTo>
                  <a:pt x="767861" y="41714"/>
                </a:lnTo>
                <a:lnTo>
                  <a:pt x="768449" y="41468"/>
                </a:lnTo>
                <a:lnTo>
                  <a:pt x="769050" y="41241"/>
                </a:lnTo>
                <a:lnTo>
                  <a:pt x="769664" y="41033"/>
                </a:lnTo>
                <a:lnTo>
                  <a:pt x="770291" y="40842"/>
                </a:lnTo>
                <a:lnTo>
                  <a:pt x="770932" y="40669"/>
                </a:lnTo>
                <a:lnTo>
                  <a:pt x="771585" y="40515"/>
                </a:lnTo>
                <a:lnTo>
                  <a:pt x="772252" y="40379"/>
                </a:lnTo>
                <a:lnTo>
                  <a:pt x="772932" y="40261"/>
                </a:lnTo>
                <a:lnTo>
                  <a:pt x="773626" y="40161"/>
                </a:lnTo>
                <a:lnTo>
                  <a:pt x="774332" y="40079"/>
                </a:lnTo>
                <a:lnTo>
                  <a:pt x="775052" y="40016"/>
                </a:lnTo>
                <a:lnTo>
                  <a:pt x="775785" y="39970"/>
                </a:lnTo>
                <a:lnTo>
                  <a:pt x="776531" y="39943"/>
                </a:lnTo>
                <a:lnTo>
                  <a:pt x="777290" y="39934"/>
                </a:lnTo>
                <a:lnTo>
                  <a:pt x="778062" y="39943"/>
                </a:lnTo>
                <a:lnTo>
                  <a:pt x="778820" y="39970"/>
                </a:lnTo>
                <a:lnTo>
                  <a:pt x="779564" y="40016"/>
                </a:lnTo>
                <a:lnTo>
                  <a:pt x="780294" y="40079"/>
                </a:lnTo>
                <a:lnTo>
                  <a:pt x="781010" y="40161"/>
                </a:lnTo>
                <a:lnTo>
                  <a:pt x="781712" y="40261"/>
                </a:lnTo>
                <a:lnTo>
                  <a:pt x="782400" y="40379"/>
                </a:lnTo>
                <a:lnTo>
                  <a:pt x="783073" y="40515"/>
                </a:lnTo>
                <a:lnTo>
                  <a:pt x="783733" y="40669"/>
                </a:lnTo>
                <a:lnTo>
                  <a:pt x="784379" y="40842"/>
                </a:lnTo>
                <a:lnTo>
                  <a:pt x="785011" y="41033"/>
                </a:lnTo>
                <a:lnTo>
                  <a:pt x="785628" y="41241"/>
                </a:lnTo>
                <a:lnTo>
                  <a:pt x="786232" y="41468"/>
                </a:lnTo>
                <a:lnTo>
                  <a:pt x="786822" y="41714"/>
                </a:lnTo>
                <a:lnTo>
                  <a:pt x="787397" y="41977"/>
                </a:lnTo>
                <a:lnTo>
                  <a:pt x="787959" y="42258"/>
                </a:lnTo>
                <a:lnTo>
                  <a:pt x="788506" y="42558"/>
                </a:lnTo>
                <a:lnTo>
                  <a:pt x="789040" y="42876"/>
                </a:lnTo>
                <a:lnTo>
                  <a:pt x="789559" y="43212"/>
                </a:lnTo>
                <a:lnTo>
                  <a:pt x="790065" y="43566"/>
                </a:lnTo>
                <a:lnTo>
                  <a:pt x="790556" y="43938"/>
                </a:lnTo>
                <a:lnTo>
                  <a:pt x="791033" y="44329"/>
                </a:lnTo>
                <a:lnTo>
                  <a:pt x="791497" y="44737"/>
                </a:lnTo>
                <a:lnTo>
                  <a:pt x="791946" y="45164"/>
                </a:lnTo>
                <a:lnTo>
                  <a:pt x="792379" y="45608"/>
                </a:lnTo>
                <a:lnTo>
                  <a:pt x="792794" y="46069"/>
                </a:lnTo>
                <a:lnTo>
                  <a:pt x="793191" y="46548"/>
                </a:lnTo>
                <a:lnTo>
                  <a:pt x="793568" y="47043"/>
                </a:lnTo>
                <a:lnTo>
                  <a:pt x="793928" y="47556"/>
                </a:lnTo>
                <a:lnTo>
                  <a:pt x="794269" y="48085"/>
                </a:lnTo>
                <a:lnTo>
                  <a:pt x="794592" y="48632"/>
                </a:lnTo>
                <a:lnTo>
                  <a:pt x="794896" y="49195"/>
                </a:lnTo>
                <a:lnTo>
                  <a:pt x="795182" y="49776"/>
                </a:lnTo>
                <a:lnTo>
                  <a:pt x="795449" y="50374"/>
                </a:lnTo>
                <a:lnTo>
                  <a:pt x="795698" y="50988"/>
                </a:lnTo>
                <a:lnTo>
                  <a:pt x="795928" y="51620"/>
                </a:lnTo>
                <a:lnTo>
                  <a:pt x="796141" y="52269"/>
                </a:lnTo>
                <a:lnTo>
                  <a:pt x="796334" y="52935"/>
                </a:lnTo>
                <a:lnTo>
                  <a:pt x="796509" y="53618"/>
                </a:lnTo>
                <a:lnTo>
                  <a:pt x="796666" y="54318"/>
                </a:lnTo>
                <a:lnTo>
                  <a:pt x="796804" y="55035"/>
                </a:lnTo>
                <a:lnTo>
                  <a:pt x="796924" y="55770"/>
                </a:lnTo>
                <a:lnTo>
                  <a:pt x="797026" y="56521"/>
                </a:lnTo>
                <a:lnTo>
                  <a:pt x="797108" y="57289"/>
                </a:lnTo>
                <a:lnTo>
                  <a:pt x="797173" y="58074"/>
                </a:lnTo>
                <a:lnTo>
                  <a:pt x="797219" y="58877"/>
                </a:lnTo>
                <a:lnTo>
                  <a:pt x="797247" y="59696"/>
                </a:lnTo>
                <a:lnTo>
                  <a:pt x="797256" y="60533"/>
                </a:lnTo>
                <a:lnTo>
                  <a:pt x="797256" y="83671"/>
                </a:lnTo>
                <a:lnTo>
                  <a:pt x="797247" y="84508"/>
                </a:lnTo>
                <a:lnTo>
                  <a:pt x="797219" y="85327"/>
                </a:lnTo>
                <a:lnTo>
                  <a:pt x="797173" y="86130"/>
                </a:lnTo>
                <a:lnTo>
                  <a:pt x="797108" y="86915"/>
                </a:lnTo>
                <a:lnTo>
                  <a:pt x="797026" y="87684"/>
                </a:lnTo>
                <a:lnTo>
                  <a:pt x="796924" y="88435"/>
                </a:lnTo>
                <a:lnTo>
                  <a:pt x="796804" y="89169"/>
                </a:lnTo>
                <a:lnTo>
                  <a:pt x="796666" y="89886"/>
                </a:lnTo>
                <a:lnTo>
                  <a:pt x="796509" y="90586"/>
                </a:lnTo>
                <a:lnTo>
                  <a:pt x="796334" y="91270"/>
                </a:lnTo>
                <a:lnTo>
                  <a:pt x="796141" y="91936"/>
                </a:lnTo>
                <a:lnTo>
                  <a:pt x="795928" y="92585"/>
                </a:lnTo>
                <a:lnTo>
                  <a:pt x="795698" y="93217"/>
                </a:lnTo>
                <a:lnTo>
                  <a:pt x="795449" y="93832"/>
                </a:lnTo>
                <a:lnTo>
                  <a:pt x="795182" y="94429"/>
                </a:lnTo>
                <a:lnTo>
                  <a:pt x="794896" y="95010"/>
                </a:lnTo>
                <a:lnTo>
                  <a:pt x="794592" y="95574"/>
                </a:lnTo>
                <a:lnTo>
                  <a:pt x="794269" y="96121"/>
                </a:lnTo>
                <a:lnTo>
                  <a:pt x="793928" y="96650"/>
                </a:lnTo>
                <a:lnTo>
                  <a:pt x="793568" y="97163"/>
                </a:lnTo>
                <a:lnTo>
                  <a:pt x="793191" y="97658"/>
                </a:lnTo>
                <a:lnTo>
                  <a:pt x="792794" y="98137"/>
                </a:lnTo>
                <a:lnTo>
                  <a:pt x="792379" y="98598"/>
                </a:lnTo>
                <a:lnTo>
                  <a:pt x="791946" y="99043"/>
                </a:lnTo>
                <a:lnTo>
                  <a:pt x="791497" y="99469"/>
                </a:lnTo>
                <a:lnTo>
                  <a:pt x="791033" y="99878"/>
                </a:lnTo>
                <a:lnTo>
                  <a:pt x="790556" y="100268"/>
                </a:lnTo>
                <a:lnTo>
                  <a:pt x="790065" y="100640"/>
                </a:lnTo>
                <a:lnTo>
                  <a:pt x="789559" y="100994"/>
                </a:lnTo>
                <a:lnTo>
                  <a:pt x="789040" y="101330"/>
                </a:lnTo>
                <a:lnTo>
                  <a:pt x="788506" y="101647"/>
                </a:lnTo>
                <a:lnTo>
                  <a:pt x="787959" y="101947"/>
                </a:lnTo>
                <a:lnTo>
                  <a:pt x="787397" y="102228"/>
                </a:lnTo>
                <a:lnTo>
                  <a:pt x="786822" y="102492"/>
                </a:lnTo>
                <a:lnTo>
                  <a:pt x="786232" y="102737"/>
                </a:lnTo>
                <a:lnTo>
                  <a:pt x="785628" y="102963"/>
                </a:lnTo>
                <a:lnTo>
                  <a:pt x="785011" y="103172"/>
                </a:lnTo>
                <a:lnTo>
                  <a:pt x="784379" y="103363"/>
                </a:lnTo>
                <a:lnTo>
                  <a:pt x="783733" y="103535"/>
                </a:lnTo>
                <a:lnTo>
                  <a:pt x="783073" y="103690"/>
                </a:lnTo>
                <a:lnTo>
                  <a:pt x="782400" y="103826"/>
                </a:lnTo>
                <a:lnTo>
                  <a:pt x="781712" y="103944"/>
                </a:lnTo>
                <a:lnTo>
                  <a:pt x="781010" y="104044"/>
                </a:lnTo>
                <a:lnTo>
                  <a:pt x="780294" y="104125"/>
                </a:lnTo>
                <a:lnTo>
                  <a:pt x="779564" y="104189"/>
                </a:lnTo>
                <a:lnTo>
                  <a:pt x="778820" y="104234"/>
                </a:lnTo>
                <a:lnTo>
                  <a:pt x="778062" y="104261"/>
                </a:lnTo>
                <a:lnTo>
                  <a:pt x="777290" y="104270"/>
                </a:lnTo>
                <a:lnTo>
                  <a:pt x="776531" y="104261"/>
                </a:lnTo>
                <a:lnTo>
                  <a:pt x="775785" y="104234"/>
                </a:lnTo>
                <a:lnTo>
                  <a:pt x="775052" y="104189"/>
                </a:lnTo>
                <a:lnTo>
                  <a:pt x="774332" y="104125"/>
                </a:lnTo>
                <a:close/>
                <a:moveTo>
                  <a:pt x="967957" y="117087"/>
                </a:moveTo>
                <a:lnTo>
                  <a:pt x="969034" y="116986"/>
                </a:lnTo>
                <a:lnTo>
                  <a:pt x="970095" y="116864"/>
                </a:lnTo>
                <a:lnTo>
                  <a:pt x="971140" y="116719"/>
                </a:lnTo>
                <a:lnTo>
                  <a:pt x="972170" y="116552"/>
                </a:lnTo>
                <a:lnTo>
                  <a:pt x="973183" y="116362"/>
                </a:lnTo>
                <a:lnTo>
                  <a:pt x="974180" y="116151"/>
                </a:lnTo>
                <a:lnTo>
                  <a:pt x="975161" y="115917"/>
                </a:lnTo>
                <a:lnTo>
                  <a:pt x="976126" y="115661"/>
                </a:lnTo>
                <a:lnTo>
                  <a:pt x="977076" y="115382"/>
                </a:lnTo>
                <a:lnTo>
                  <a:pt x="978009" y="115081"/>
                </a:lnTo>
                <a:lnTo>
                  <a:pt x="978927" y="114758"/>
                </a:lnTo>
                <a:lnTo>
                  <a:pt x="979828" y="114413"/>
                </a:lnTo>
                <a:lnTo>
                  <a:pt x="980714" y="114045"/>
                </a:lnTo>
                <a:lnTo>
                  <a:pt x="981583" y="113655"/>
                </a:lnTo>
                <a:lnTo>
                  <a:pt x="982437" y="113243"/>
                </a:lnTo>
                <a:lnTo>
                  <a:pt x="983275" y="112808"/>
                </a:lnTo>
                <a:lnTo>
                  <a:pt x="984096" y="112352"/>
                </a:lnTo>
                <a:lnTo>
                  <a:pt x="984902" y="111872"/>
                </a:lnTo>
                <a:lnTo>
                  <a:pt x="985692" y="111371"/>
                </a:lnTo>
                <a:lnTo>
                  <a:pt x="986466" y="110847"/>
                </a:lnTo>
                <a:lnTo>
                  <a:pt x="987219" y="110305"/>
                </a:lnTo>
                <a:lnTo>
                  <a:pt x="987944" y="109747"/>
                </a:lnTo>
                <a:lnTo>
                  <a:pt x="988643" y="109173"/>
                </a:lnTo>
                <a:lnTo>
                  <a:pt x="989315" y="108583"/>
                </a:lnTo>
                <a:lnTo>
                  <a:pt x="989959" y="107977"/>
                </a:lnTo>
                <a:lnTo>
                  <a:pt x="990577" y="107356"/>
                </a:lnTo>
                <a:lnTo>
                  <a:pt x="991168" y="106720"/>
                </a:lnTo>
                <a:lnTo>
                  <a:pt x="991732" y="106067"/>
                </a:lnTo>
                <a:lnTo>
                  <a:pt x="992268" y="105399"/>
                </a:lnTo>
                <a:lnTo>
                  <a:pt x="992778" y="104715"/>
                </a:lnTo>
                <a:lnTo>
                  <a:pt x="993261" y="104016"/>
                </a:lnTo>
                <a:lnTo>
                  <a:pt x="993717" y="103301"/>
                </a:lnTo>
                <a:lnTo>
                  <a:pt x="994146" y="102570"/>
                </a:lnTo>
                <a:lnTo>
                  <a:pt x="994548" y="101823"/>
                </a:lnTo>
                <a:lnTo>
                  <a:pt x="994923" y="101061"/>
                </a:lnTo>
                <a:lnTo>
                  <a:pt x="995271" y="100283"/>
                </a:lnTo>
                <a:lnTo>
                  <a:pt x="995592" y="99490"/>
                </a:lnTo>
                <a:lnTo>
                  <a:pt x="995886" y="98681"/>
                </a:lnTo>
                <a:lnTo>
                  <a:pt x="996153" y="97856"/>
                </a:lnTo>
                <a:lnTo>
                  <a:pt x="996393" y="97015"/>
                </a:lnTo>
                <a:lnTo>
                  <a:pt x="996606" y="96159"/>
                </a:lnTo>
                <a:lnTo>
                  <a:pt x="996792" y="95287"/>
                </a:lnTo>
                <a:lnTo>
                  <a:pt x="996951" y="94399"/>
                </a:lnTo>
                <a:lnTo>
                  <a:pt x="997084" y="93496"/>
                </a:lnTo>
                <a:lnTo>
                  <a:pt x="982822" y="93496"/>
                </a:lnTo>
                <a:lnTo>
                  <a:pt x="982723" y="93928"/>
                </a:lnTo>
                <a:lnTo>
                  <a:pt x="982609" y="94352"/>
                </a:lnTo>
                <a:lnTo>
                  <a:pt x="982481" y="94770"/>
                </a:lnTo>
                <a:lnTo>
                  <a:pt x="982340" y="95180"/>
                </a:lnTo>
                <a:lnTo>
                  <a:pt x="982184" y="95582"/>
                </a:lnTo>
                <a:lnTo>
                  <a:pt x="982015" y="95977"/>
                </a:lnTo>
                <a:lnTo>
                  <a:pt x="981831" y="96365"/>
                </a:lnTo>
                <a:lnTo>
                  <a:pt x="981633" y="96745"/>
                </a:lnTo>
                <a:lnTo>
                  <a:pt x="981421" y="97117"/>
                </a:lnTo>
                <a:lnTo>
                  <a:pt x="981196" y="97483"/>
                </a:lnTo>
                <a:lnTo>
                  <a:pt x="980956" y="97840"/>
                </a:lnTo>
                <a:lnTo>
                  <a:pt x="980702" y="98191"/>
                </a:lnTo>
                <a:lnTo>
                  <a:pt x="980434" y="98534"/>
                </a:lnTo>
                <a:lnTo>
                  <a:pt x="980152" y="98869"/>
                </a:lnTo>
                <a:lnTo>
                  <a:pt x="979856" y="99197"/>
                </a:lnTo>
                <a:lnTo>
                  <a:pt x="979546" y="99518"/>
                </a:lnTo>
                <a:lnTo>
                  <a:pt x="979222" y="99831"/>
                </a:lnTo>
                <a:lnTo>
                  <a:pt x="978884" y="100137"/>
                </a:lnTo>
                <a:lnTo>
                  <a:pt x="978532" y="100436"/>
                </a:lnTo>
                <a:lnTo>
                  <a:pt x="978166" y="100727"/>
                </a:lnTo>
                <a:lnTo>
                  <a:pt x="977786" y="101010"/>
                </a:lnTo>
                <a:lnTo>
                  <a:pt x="977392" y="101286"/>
                </a:lnTo>
                <a:lnTo>
                  <a:pt x="976984" y="101555"/>
                </a:lnTo>
                <a:lnTo>
                  <a:pt x="976562" y="101816"/>
                </a:lnTo>
                <a:lnTo>
                  <a:pt x="976128" y="102068"/>
                </a:lnTo>
                <a:lnTo>
                  <a:pt x="975684" y="102310"/>
                </a:lnTo>
                <a:lnTo>
                  <a:pt x="975231" y="102540"/>
                </a:lnTo>
                <a:lnTo>
                  <a:pt x="974769" y="102760"/>
                </a:lnTo>
                <a:lnTo>
                  <a:pt x="974296" y="102970"/>
                </a:lnTo>
                <a:lnTo>
                  <a:pt x="973814" y="103168"/>
                </a:lnTo>
                <a:lnTo>
                  <a:pt x="973323" y="103356"/>
                </a:lnTo>
                <a:lnTo>
                  <a:pt x="972821" y="103533"/>
                </a:lnTo>
                <a:lnTo>
                  <a:pt x="972310" y="103699"/>
                </a:lnTo>
                <a:lnTo>
                  <a:pt x="971790" y="103855"/>
                </a:lnTo>
                <a:lnTo>
                  <a:pt x="971260" y="104000"/>
                </a:lnTo>
                <a:lnTo>
                  <a:pt x="970720" y="104134"/>
                </a:lnTo>
                <a:lnTo>
                  <a:pt x="970170" y="104257"/>
                </a:lnTo>
                <a:lnTo>
                  <a:pt x="969611" y="104370"/>
                </a:lnTo>
                <a:lnTo>
                  <a:pt x="969042" y="104472"/>
                </a:lnTo>
                <a:lnTo>
                  <a:pt x="968464" y="104563"/>
                </a:lnTo>
                <a:lnTo>
                  <a:pt x="967876" y="104643"/>
                </a:lnTo>
                <a:lnTo>
                  <a:pt x="967278" y="104713"/>
                </a:lnTo>
                <a:lnTo>
                  <a:pt x="966671" y="104772"/>
                </a:lnTo>
                <a:lnTo>
                  <a:pt x="966054" y="104821"/>
                </a:lnTo>
                <a:lnTo>
                  <a:pt x="965427" y="104858"/>
                </a:lnTo>
                <a:lnTo>
                  <a:pt x="964791" y="104885"/>
                </a:lnTo>
                <a:lnTo>
                  <a:pt x="964145" y="104901"/>
                </a:lnTo>
                <a:lnTo>
                  <a:pt x="963490" y="104906"/>
                </a:lnTo>
                <a:lnTo>
                  <a:pt x="962730" y="104897"/>
                </a:lnTo>
                <a:lnTo>
                  <a:pt x="961983" y="104867"/>
                </a:lnTo>
                <a:lnTo>
                  <a:pt x="961249" y="104818"/>
                </a:lnTo>
                <a:lnTo>
                  <a:pt x="960527" y="104750"/>
                </a:lnTo>
                <a:lnTo>
                  <a:pt x="959818" y="104662"/>
                </a:lnTo>
                <a:lnTo>
                  <a:pt x="959122" y="104555"/>
                </a:lnTo>
                <a:lnTo>
                  <a:pt x="958438" y="104428"/>
                </a:lnTo>
                <a:lnTo>
                  <a:pt x="957767" y="104281"/>
                </a:lnTo>
                <a:lnTo>
                  <a:pt x="957109" y="104115"/>
                </a:lnTo>
                <a:lnTo>
                  <a:pt x="956463" y="103929"/>
                </a:lnTo>
                <a:lnTo>
                  <a:pt x="955830" y="103724"/>
                </a:lnTo>
                <a:lnTo>
                  <a:pt x="955210" y="103500"/>
                </a:lnTo>
                <a:lnTo>
                  <a:pt x="954602" y="103255"/>
                </a:lnTo>
                <a:lnTo>
                  <a:pt x="954007" y="102992"/>
                </a:lnTo>
                <a:lnTo>
                  <a:pt x="953425" y="102708"/>
                </a:lnTo>
                <a:lnTo>
                  <a:pt x="952855" y="102406"/>
                </a:lnTo>
                <a:lnTo>
                  <a:pt x="952298" y="102083"/>
                </a:lnTo>
                <a:lnTo>
                  <a:pt x="951753" y="101741"/>
                </a:lnTo>
                <a:lnTo>
                  <a:pt x="951221" y="101380"/>
                </a:lnTo>
                <a:lnTo>
                  <a:pt x="950702" y="100999"/>
                </a:lnTo>
                <a:lnTo>
                  <a:pt x="950196" y="100598"/>
                </a:lnTo>
                <a:lnTo>
                  <a:pt x="949702" y="100178"/>
                </a:lnTo>
                <a:lnTo>
                  <a:pt x="949221" y="99739"/>
                </a:lnTo>
                <a:lnTo>
                  <a:pt x="948752" y="99280"/>
                </a:lnTo>
                <a:lnTo>
                  <a:pt x="948299" y="98804"/>
                </a:lnTo>
                <a:lnTo>
                  <a:pt x="947866" y="98314"/>
                </a:lnTo>
                <a:lnTo>
                  <a:pt x="947452" y="97810"/>
                </a:lnTo>
                <a:lnTo>
                  <a:pt x="947057" y="97292"/>
                </a:lnTo>
                <a:lnTo>
                  <a:pt x="946681" y="96760"/>
                </a:lnTo>
                <a:lnTo>
                  <a:pt x="946325" y="96214"/>
                </a:lnTo>
                <a:lnTo>
                  <a:pt x="945988" y="95654"/>
                </a:lnTo>
                <a:lnTo>
                  <a:pt x="945670" y="95080"/>
                </a:lnTo>
                <a:lnTo>
                  <a:pt x="945372" y="94492"/>
                </a:lnTo>
                <a:lnTo>
                  <a:pt x="945092" y="93890"/>
                </a:lnTo>
                <a:lnTo>
                  <a:pt x="944832" y="93273"/>
                </a:lnTo>
                <a:lnTo>
                  <a:pt x="944592" y="92643"/>
                </a:lnTo>
                <a:lnTo>
                  <a:pt x="944370" y="91999"/>
                </a:lnTo>
                <a:lnTo>
                  <a:pt x="944168" y="91341"/>
                </a:lnTo>
                <a:lnTo>
                  <a:pt x="943985" y="90669"/>
                </a:lnTo>
                <a:lnTo>
                  <a:pt x="943821" y="89983"/>
                </a:lnTo>
                <a:lnTo>
                  <a:pt x="943677" y="89282"/>
                </a:lnTo>
                <a:lnTo>
                  <a:pt x="943552" y="88568"/>
                </a:lnTo>
                <a:lnTo>
                  <a:pt x="943446" y="87840"/>
                </a:lnTo>
                <a:lnTo>
                  <a:pt x="943359" y="87097"/>
                </a:lnTo>
                <a:lnTo>
                  <a:pt x="943292" y="86341"/>
                </a:lnTo>
                <a:lnTo>
                  <a:pt x="943243" y="85571"/>
                </a:lnTo>
                <a:lnTo>
                  <a:pt x="943215" y="84786"/>
                </a:lnTo>
                <a:lnTo>
                  <a:pt x="943205" y="83988"/>
                </a:lnTo>
                <a:lnTo>
                  <a:pt x="943205" y="75747"/>
                </a:lnTo>
                <a:lnTo>
                  <a:pt x="997720" y="75747"/>
                </a:lnTo>
                <a:lnTo>
                  <a:pt x="997720" y="60216"/>
                </a:lnTo>
                <a:lnTo>
                  <a:pt x="997712" y="59376"/>
                </a:lnTo>
                <a:lnTo>
                  <a:pt x="997690" y="58545"/>
                </a:lnTo>
                <a:lnTo>
                  <a:pt x="997653" y="57723"/>
                </a:lnTo>
                <a:lnTo>
                  <a:pt x="997601" y="56911"/>
                </a:lnTo>
                <a:lnTo>
                  <a:pt x="997534" y="56108"/>
                </a:lnTo>
                <a:lnTo>
                  <a:pt x="997452" y="55314"/>
                </a:lnTo>
                <a:lnTo>
                  <a:pt x="997355" y="54530"/>
                </a:lnTo>
                <a:lnTo>
                  <a:pt x="997244" y="53755"/>
                </a:lnTo>
                <a:lnTo>
                  <a:pt x="997118" y="52989"/>
                </a:lnTo>
                <a:lnTo>
                  <a:pt x="996976" y="52233"/>
                </a:lnTo>
                <a:lnTo>
                  <a:pt x="996820" y="51486"/>
                </a:lnTo>
                <a:lnTo>
                  <a:pt x="996650" y="50748"/>
                </a:lnTo>
                <a:lnTo>
                  <a:pt x="996464" y="50020"/>
                </a:lnTo>
                <a:lnTo>
                  <a:pt x="996263" y="49301"/>
                </a:lnTo>
                <a:lnTo>
                  <a:pt x="996048" y="48592"/>
                </a:lnTo>
                <a:lnTo>
                  <a:pt x="995817" y="47892"/>
                </a:lnTo>
                <a:lnTo>
                  <a:pt x="995572" y="47201"/>
                </a:lnTo>
                <a:lnTo>
                  <a:pt x="995312" y="46520"/>
                </a:lnTo>
                <a:lnTo>
                  <a:pt x="995037" y="45848"/>
                </a:lnTo>
                <a:lnTo>
                  <a:pt x="994747" y="45185"/>
                </a:lnTo>
                <a:lnTo>
                  <a:pt x="994443" y="44531"/>
                </a:lnTo>
                <a:lnTo>
                  <a:pt x="994123" y="43887"/>
                </a:lnTo>
                <a:lnTo>
                  <a:pt x="993789" y="43253"/>
                </a:lnTo>
                <a:lnTo>
                  <a:pt x="993440" y="42627"/>
                </a:lnTo>
                <a:lnTo>
                  <a:pt x="993077" y="42013"/>
                </a:lnTo>
                <a:lnTo>
                  <a:pt x="992703" y="41409"/>
                </a:lnTo>
                <a:lnTo>
                  <a:pt x="992317" y="40818"/>
                </a:lnTo>
                <a:lnTo>
                  <a:pt x="991919" y="40237"/>
                </a:lnTo>
                <a:lnTo>
                  <a:pt x="991509" y="39669"/>
                </a:lnTo>
                <a:lnTo>
                  <a:pt x="991088" y="39112"/>
                </a:lnTo>
                <a:lnTo>
                  <a:pt x="990654" y="38566"/>
                </a:lnTo>
                <a:lnTo>
                  <a:pt x="990209" y="38032"/>
                </a:lnTo>
                <a:lnTo>
                  <a:pt x="989752" y="37510"/>
                </a:lnTo>
                <a:lnTo>
                  <a:pt x="989283" y="36999"/>
                </a:lnTo>
                <a:lnTo>
                  <a:pt x="988802" y="36500"/>
                </a:lnTo>
                <a:lnTo>
                  <a:pt x="988310" y="36012"/>
                </a:lnTo>
                <a:lnTo>
                  <a:pt x="987805" y="35536"/>
                </a:lnTo>
                <a:lnTo>
                  <a:pt x="987289" y="35071"/>
                </a:lnTo>
                <a:lnTo>
                  <a:pt x="986761" y="34618"/>
                </a:lnTo>
                <a:lnTo>
                  <a:pt x="986221" y="34176"/>
                </a:lnTo>
                <a:lnTo>
                  <a:pt x="985669" y="33746"/>
                </a:lnTo>
                <a:lnTo>
                  <a:pt x="985106" y="33328"/>
                </a:lnTo>
                <a:lnTo>
                  <a:pt x="984530" y="32921"/>
                </a:lnTo>
                <a:lnTo>
                  <a:pt x="983943" y="32525"/>
                </a:lnTo>
                <a:lnTo>
                  <a:pt x="983344" y="32142"/>
                </a:lnTo>
                <a:lnTo>
                  <a:pt x="982733" y="31769"/>
                </a:lnTo>
                <a:lnTo>
                  <a:pt x="982110" y="31409"/>
                </a:lnTo>
                <a:lnTo>
                  <a:pt x="981475" y="31060"/>
                </a:lnTo>
                <a:lnTo>
                  <a:pt x="980830" y="30723"/>
                </a:lnTo>
                <a:lnTo>
                  <a:pt x="980176" y="30402"/>
                </a:lnTo>
                <a:lnTo>
                  <a:pt x="979513" y="30094"/>
                </a:lnTo>
                <a:lnTo>
                  <a:pt x="978841" y="29801"/>
                </a:lnTo>
                <a:lnTo>
                  <a:pt x="978160" y="29522"/>
                </a:lnTo>
                <a:lnTo>
                  <a:pt x="977469" y="29257"/>
                </a:lnTo>
                <a:lnTo>
                  <a:pt x="976770" y="29007"/>
                </a:lnTo>
                <a:lnTo>
                  <a:pt x="976061" y="28771"/>
                </a:lnTo>
                <a:lnTo>
                  <a:pt x="975344" y="28549"/>
                </a:lnTo>
                <a:lnTo>
                  <a:pt x="974617" y="28341"/>
                </a:lnTo>
                <a:lnTo>
                  <a:pt x="973881" y="28148"/>
                </a:lnTo>
                <a:lnTo>
                  <a:pt x="973137" y="27969"/>
                </a:lnTo>
                <a:lnTo>
                  <a:pt x="972383" y="27805"/>
                </a:lnTo>
                <a:lnTo>
                  <a:pt x="971620" y="27655"/>
                </a:lnTo>
                <a:lnTo>
                  <a:pt x="970848" y="27519"/>
                </a:lnTo>
                <a:lnTo>
                  <a:pt x="970066" y="27397"/>
                </a:lnTo>
                <a:lnTo>
                  <a:pt x="969276" y="27290"/>
                </a:lnTo>
                <a:lnTo>
                  <a:pt x="968477" y="27197"/>
                </a:lnTo>
                <a:lnTo>
                  <a:pt x="967668" y="27118"/>
                </a:lnTo>
                <a:lnTo>
                  <a:pt x="966851" y="27054"/>
                </a:lnTo>
                <a:lnTo>
                  <a:pt x="966024" y="27004"/>
                </a:lnTo>
                <a:lnTo>
                  <a:pt x="965188" y="26968"/>
                </a:lnTo>
                <a:lnTo>
                  <a:pt x="964344" y="26946"/>
                </a:lnTo>
                <a:lnTo>
                  <a:pt x="963490" y="26939"/>
                </a:lnTo>
                <a:lnTo>
                  <a:pt x="962636" y="26947"/>
                </a:lnTo>
                <a:lnTo>
                  <a:pt x="961791" y="26968"/>
                </a:lnTo>
                <a:lnTo>
                  <a:pt x="960955" y="27005"/>
                </a:lnTo>
                <a:lnTo>
                  <a:pt x="960129" y="27056"/>
                </a:lnTo>
                <a:lnTo>
                  <a:pt x="959311" y="27122"/>
                </a:lnTo>
                <a:lnTo>
                  <a:pt x="958503" y="27202"/>
                </a:lnTo>
                <a:lnTo>
                  <a:pt x="957703" y="27297"/>
                </a:lnTo>
                <a:lnTo>
                  <a:pt x="956913" y="27406"/>
                </a:lnTo>
                <a:lnTo>
                  <a:pt x="956132" y="27530"/>
                </a:lnTo>
                <a:lnTo>
                  <a:pt x="955360" y="27668"/>
                </a:lnTo>
                <a:lnTo>
                  <a:pt x="954597" y="27822"/>
                </a:lnTo>
                <a:lnTo>
                  <a:pt x="953843" y="27989"/>
                </a:lnTo>
                <a:lnTo>
                  <a:pt x="953098" y="28172"/>
                </a:lnTo>
                <a:lnTo>
                  <a:pt x="952362" y="28369"/>
                </a:lnTo>
                <a:lnTo>
                  <a:pt x="951635" y="28580"/>
                </a:lnTo>
                <a:lnTo>
                  <a:pt x="950917" y="28806"/>
                </a:lnTo>
                <a:lnTo>
                  <a:pt x="950209" y="29047"/>
                </a:lnTo>
                <a:lnTo>
                  <a:pt x="949509" y="29302"/>
                </a:lnTo>
                <a:lnTo>
                  <a:pt x="948818" y="29572"/>
                </a:lnTo>
                <a:lnTo>
                  <a:pt x="948137" y="29856"/>
                </a:lnTo>
                <a:lnTo>
                  <a:pt x="947465" y="30155"/>
                </a:lnTo>
                <a:lnTo>
                  <a:pt x="946801" y="30469"/>
                </a:lnTo>
                <a:lnTo>
                  <a:pt x="946147" y="30797"/>
                </a:lnTo>
                <a:lnTo>
                  <a:pt x="945502" y="31139"/>
                </a:lnTo>
                <a:lnTo>
                  <a:pt x="944868" y="31495"/>
                </a:lnTo>
                <a:lnTo>
                  <a:pt x="944245" y="31864"/>
                </a:lnTo>
                <a:lnTo>
                  <a:pt x="943634" y="32245"/>
                </a:lnTo>
                <a:lnTo>
                  <a:pt x="943035" y="32638"/>
                </a:lnTo>
                <a:lnTo>
                  <a:pt x="942448" y="33043"/>
                </a:lnTo>
                <a:lnTo>
                  <a:pt x="941873" y="33461"/>
                </a:lnTo>
                <a:lnTo>
                  <a:pt x="941309" y="33892"/>
                </a:lnTo>
                <a:lnTo>
                  <a:pt x="940757" y="34334"/>
                </a:lnTo>
                <a:lnTo>
                  <a:pt x="940217" y="34790"/>
                </a:lnTo>
                <a:lnTo>
                  <a:pt x="939689" y="35257"/>
                </a:lnTo>
                <a:lnTo>
                  <a:pt x="939173" y="35737"/>
                </a:lnTo>
                <a:lnTo>
                  <a:pt x="938669" y="36229"/>
                </a:lnTo>
                <a:lnTo>
                  <a:pt x="938176" y="36734"/>
                </a:lnTo>
                <a:lnTo>
                  <a:pt x="937695" y="37251"/>
                </a:lnTo>
                <a:lnTo>
                  <a:pt x="937226" y="37781"/>
                </a:lnTo>
                <a:lnTo>
                  <a:pt x="936769" y="38323"/>
                </a:lnTo>
                <a:lnTo>
                  <a:pt x="936324" y="38877"/>
                </a:lnTo>
                <a:lnTo>
                  <a:pt x="935890" y="39444"/>
                </a:lnTo>
                <a:lnTo>
                  <a:pt x="935469" y="40023"/>
                </a:lnTo>
                <a:lnTo>
                  <a:pt x="935059" y="40614"/>
                </a:lnTo>
                <a:lnTo>
                  <a:pt x="934661" y="41218"/>
                </a:lnTo>
                <a:lnTo>
                  <a:pt x="934275" y="41834"/>
                </a:lnTo>
                <a:lnTo>
                  <a:pt x="933900" y="42463"/>
                </a:lnTo>
                <a:lnTo>
                  <a:pt x="933538" y="43104"/>
                </a:lnTo>
                <a:lnTo>
                  <a:pt x="933189" y="43756"/>
                </a:lnTo>
                <a:lnTo>
                  <a:pt x="932854" y="44420"/>
                </a:lnTo>
                <a:lnTo>
                  <a:pt x="932535" y="45094"/>
                </a:lnTo>
                <a:lnTo>
                  <a:pt x="932231" y="45780"/>
                </a:lnTo>
                <a:lnTo>
                  <a:pt x="931941" y="46477"/>
                </a:lnTo>
                <a:lnTo>
                  <a:pt x="931666" y="47184"/>
                </a:lnTo>
                <a:lnTo>
                  <a:pt x="931406" y="47903"/>
                </a:lnTo>
                <a:lnTo>
                  <a:pt x="931161" y="48632"/>
                </a:lnTo>
                <a:lnTo>
                  <a:pt x="930931" y="49373"/>
                </a:lnTo>
                <a:lnTo>
                  <a:pt x="930716" y="50124"/>
                </a:lnTo>
                <a:lnTo>
                  <a:pt x="930515" y="50887"/>
                </a:lnTo>
                <a:lnTo>
                  <a:pt x="930330" y="51661"/>
                </a:lnTo>
                <a:lnTo>
                  <a:pt x="930159" y="52445"/>
                </a:lnTo>
                <a:lnTo>
                  <a:pt x="930003" y="53241"/>
                </a:lnTo>
                <a:lnTo>
                  <a:pt x="929862" y="54048"/>
                </a:lnTo>
                <a:lnTo>
                  <a:pt x="929735" y="54865"/>
                </a:lnTo>
                <a:lnTo>
                  <a:pt x="929624" y="55694"/>
                </a:lnTo>
                <a:lnTo>
                  <a:pt x="929528" y="56533"/>
                </a:lnTo>
                <a:lnTo>
                  <a:pt x="929446" y="57384"/>
                </a:lnTo>
                <a:lnTo>
                  <a:pt x="929379" y="58246"/>
                </a:lnTo>
                <a:lnTo>
                  <a:pt x="929327" y="59118"/>
                </a:lnTo>
                <a:lnTo>
                  <a:pt x="929290" y="60002"/>
                </a:lnTo>
                <a:lnTo>
                  <a:pt x="929268" y="60897"/>
                </a:lnTo>
                <a:lnTo>
                  <a:pt x="929260" y="61802"/>
                </a:lnTo>
                <a:lnTo>
                  <a:pt x="929260" y="82402"/>
                </a:lnTo>
                <a:lnTo>
                  <a:pt x="929268" y="83295"/>
                </a:lnTo>
                <a:lnTo>
                  <a:pt x="929290" y="84178"/>
                </a:lnTo>
                <a:lnTo>
                  <a:pt x="929327" y="85050"/>
                </a:lnTo>
                <a:lnTo>
                  <a:pt x="929379" y="85913"/>
                </a:lnTo>
                <a:lnTo>
                  <a:pt x="929446" y="86765"/>
                </a:lnTo>
                <a:lnTo>
                  <a:pt x="929528" y="87607"/>
                </a:lnTo>
                <a:lnTo>
                  <a:pt x="929624" y="88439"/>
                </a:lnTo>
                <a:lnTo>
                  <a:pt x="929735" y="89261"/>
                </a:lnTo>
                <a:lnTo>
                  <a:pt x="929862" y="90072"/>
                </a:lnTo>
                <a:lnTo>
                  <a:pt x="930003" y="90873"/>
                </a:lnTo>
                <a:lnTo>
                  <a:pt x="930159" y="91665"/>
                </a:lnTo>
                <a:lnTo>
                  <a:pt x="930330" y="92446"/>
                </a:lnTo>
                <a:lnTo>
                  <a:pt x="930515" y="93216"/>
                </a:lnTo>
                <a:lnTo>
                  <a:pt x="930716" y="93977"/>
                </a:lnTo>
                <a:lnTo>
                  <a:pt x="930931" y="94727"/>
                </a:lnTo>
                <a:lnTo>
                  <a:pt x="931161" y="95468"/>
                </a:lnTo>
                <a:lnTo>
                  <a:pt x="931406" y="96198"/>
                </a:lnTo>
                <a:lnTo>
                  <a:pt x="931666" y="96918"/>
                </a:lnTo>
                <a:lnTo>
                  <a:pt x="931941" y="97627"/>
                </a:lnTo>
                <a:lnTo>
                  <a:pt x="932231" y="98327"/>
                </a:lnTo>
                <a:lnTo>
                  <a:pt x="932535" y="99016"/>
                </a:lnTo>
                <a:lnTo>
                  <a:pt x="932854" y="99695"/>
                </a:lnTo>
                <a:lnTo>
                  <a:pt x="933189" y="100364"/>
                </a:lnTo>
                <a:lnTo>
                  <a:pt x="933538" y="101023"/>
                </a:lnTo>
                <a:lnTo>
                  <a:pt x="933900" y="101670"/>
                </a:lnTo>
                <a:lnTo>
                  <a:pt x="934275" y="102305"/>
                </a:lnTo>
                <a:lnTo>
                  <a:pt x="934661" y="102927"/>
                </a:lnTo>
                <a:lnTo>
                  <a:pt x="935059" y="103536"/>
                </a:lnTo>
                <a:lnTo>
                  <a:pt x="935469" y="104133"/>
                </a:lnTo>
                <a:lnTo>
                  <a:pt x="935890" y="104717"/>
                </a:lnTo>
                <a:lnTo>
                  <a:pt x="936324" y="105289"/>
                </a:lnTo>
                <a:lnTo>
                  <a:pt x="936769" y="105847"/>
                </a:lnTo>
                <a:lnTo>
                  <a:pt x="937226" y="106394"/>
                </a:lnTo>
                <a:lnTo>
                  <a:pt x="937695" y="106927"/>
                </a:lnTo>
                <a:lnTo>
                  <a:pt x="938176" y="107448"/>
                </a:lnTo>
                <a:lnTo>
                  <a:pt x="938669" y="107956"/>
                </a:lnTo>
                <a:lnTo>
                  <a:pt x="939173" y="108452"/>
                </a:lnTo>
                <a:lnTo>
                  <a:pt x="939689" y="108934"/>
                </a:lnTo>
                <a:lnTo>
                  <a:pt x="940217" y="109405"/>
                </a:lnTo>
                <a:lnTo>
                  <a:pt x="940757" y="109862"/>
                </a:lnTo>
                <a:lnTo>
                  <a:pt x="941309" y="110307"/>
                </a:lnTo>
                <a:lnTo>
                  <a:pt x="941873" y="110739"/>
                </a:lnTo>
                <a:lnTo>
                  <a:pt x="942448" y="111159"/>
                </a:lnTo>
                <a:lnTo>
                  <a:pt x="943035" y="111566"/>
                </a:lnTo>
                <a:lnTo>
                  <a:pt x="943634" y="111960"/>
                </a:lnTo>
                <a:lnTo>
                  <a:pt x="944245" y="112342"/>
                </a:lnTo>
                <a:lnTo>
                  <a:pt x="944868" y="112711"/>
                </a:lnTo>
                <a:lnTo>
                  <a:pt x="945502" y="113067"/>
                </a:lnTo>
                <a:lnTo>
                  <a:pt x="946147" y="113410"/>
                </a:lnTo>
                <a:lnTo>
                  <a:pt x="946801" y="113738"/>
                </a:lnTo>
                <a:lnTo>
                  <a:pt x="947465" y="114051"/>
                </a:lnTo>
                <a:lnTo>
                  <a:pt x="948137" y="114350"/>
                </a:lnTo>
                <a:lnTo>
                  <a:pt x="948818" y="114634"/>
                </a:lnTo>
                <a:lnTo>
                  <a:pt x="949509" y="114904"/>
                </a:lnTo>
                <a:lnTo>
                  <a:pt x="950209" y="115159"/>
                </a:lnTo>
                <a:lnTo>
                  <a:pt x="950917" y="115399"/>
                </a:lnTo>
                <a:lnTo>
                  <a:pt x="951635" y="115625"/>
                </a:lnTo>
                <a:lnTo>
                  <a:pt x="952362" y="115837"/>
                </a:lnTo>
                <a:lnTo>
                  <a:pt x="953098" y="116033"/>
                </a:lnTo>
                <a:lnTo>
                  <a:pt x="953843" y="116215"/>
                </a:lnTo>
                <a:lnTo>
                  <a:pt x="954597" y="116383"/>
                </a:lnTo>
                <a:lnTo>
                  <a:pt x="955360" y="116536"/>
                </a:lnTo>
                <a:lnTo>
                  <a:pt x="956132" y="116675"/>
                </a:lnTo>
                <a:lnTo>
                  <a:pt x="956913" y="116799"/>
                </a:lnTo>
                <a:lnTo>
                  <a:pt x="957703" y="116908"/>
                </a:lnTo>
                <a:lnTo>
                  <a:pt x="958503" y="117003"/>
                </a:lnTo>
                <a:lnTo>
                  <a:pt x="959311" y="117083"/>
                </a:lnTo>
                <a:lnTo>
                  <a:pt x="960129" y="117148"/>
                </a:lnTo>
                <a:lnTo>
                  <a:pt x="960955" y="117199"/>
                </a:lnTo>
                <a:lnTo>
                  <a:pt x="961791" y="117236"/>
                </a:lnTo>
                <a:lnTo>
                  <a:pt x="962636" y="117258"/>
                </a:lnTo>
                <a:lnTo>
                  <a:pt x="963490" y="117265"/>
                </a:lnTo>
                <a:lnTo>
                  <a:pt x="964631" y="117254"/>
                </a:lnTo>
                <a:lnTo>
                  <a:pt x="965755" y="117220"/>
                </a:lnTo>
                <a:lnTo>
                  <a:pt x="966864" y="117165"/>
                </a:lnTo>
                <a:lnTo>
                  <a:pt x="967957" y="117087"/>
                </a:lnTo>
                <a:close/>
                <a:moveTo>
                  <a:pt x="943214" y="59366"/>
                </a:moveTo>
                <a:lnTo>
                  <a:pt x="943242" y="58532"/>
                </a:lnTo>
                <a:lnTo>
                  <a:pt x="943288" y="57715"/>
                </a:lnTo>
                <a:lnTo>
                  <a:pt x="943352" y="56913"/>
                </a:lnTo>
                <a:lnTo>
                  <a:pt x="943435" y="56128"/>
                </a:lnTo>
                <a:lnTo>
                  <a:pt x="943537" y="55359"/>
                </a:lnTo>
                <a:lnTo>
                  <a:pt x="943656" y="54606"/>
                </a:lnTo>
                <a:lnTo>
                  <a:pt x="943795" y="53870"/>
                </a:lnTo>
                <a:lnTo>
                  <a:pt x="943951" y="53150"/>
                </a:lnTo>
                <a:lnTo>
                  <a:pt x="944126" y="52446"/>
                </a:lnTo>
                <a:lnTo>
                  <a:pt x="944320" y="51758"/>
                </a:lnTo>
                <a:lnTo>
                  <a:pt x="944532" y="51086"/>
                </a:lnTo>
                <a:lnTo>
                  <a:pt x="944762" y="50431"/>
                </a:lnTo>
                <a:lnTo>
                  <a:pt x="945011" y="49792"/>
                </a:lnTo>
                <a:lnTo>
                  <a:pt x="945278" y="49169"/>
                </a:lnTo>
                <a:lnTo>
                  <a:pt x="945564" y="48562"/>
                </a:lnTo>
                <a:lnTo>
                  <a:pt x="945868" y="47972"/>
                </a:lnTo>
                <a:lnTo>
                  <a:pt x="946190" y="47398"/>
                </a:lnTo>
                <a:lnTo>
                  <a:pt x="946531" y="46840"/>
                </a:lnTo>
                <a:lnTo>
                  <a:pt x="946891" y="46298"/>
                </a:lnTo>
                <a:lnTo>
                  <a:pt x="947269" y="45773"/>
                </a:lnTo>
                <a:lnTo>
                  <a:pt x="947665" y="45263"/>
                </a:lnTo>
                <a:lnTo>
                  <a:pt x="948079" y="44770"/>
                </a:lnTo>
                <a:lnTo>
                  <a:pt x="948513" y="44294"/>
                </a:lnTo>
                <a:lnTo>
                  <a:pt x="948963" y="43834"/>
                </a:lnTo>
                <a:lnTo>
                  <a:pt x="949428" y="43395"/>
                </a:lnTo>
                <a:lnTo>
                  <a:pt x="949908" y="42975"/>
                </a:lnTo>
                <a:lnTo>
                  <a:pt x="950404" y="42574"/>
                </a:lnTo>
                <a:lnTo>
                  <a:pt x="950914" y="42193"/>
                </a:lnTo>
                <a:lnTo>
                  <a:pt x="951440" y="41832"/>
                </a:lnTo>
                <a:lnTo>
                  <a:pt x="951981" y="41490"/>
                </a:lnTo>
                <a:lnTo>
                  <a:pt x="952537" y="41168"/>
                </a:lnTo>
                <a:lnTo>
                  <a:pt x="953108" y="40865"/>
                </a:lnTo>
                <a:lnTo>
                  <a:pt x="953694" y="40581"/>
                </a:lnTo>
                <a:lnTo>
                  <a:pt x="954295" y="40318"/>
                </a:lnTo>
                <a:lnTo>
                  <a:pt x="954912" y="40073"/>
                </a:lnTo>
                <a:lnTo>
                  <a:pt x="955543" y="39849"/>
                </a:lnTo>
                <a:lnTo>
                  <a:pt x="956190" y="39644"/>
                </a:lnTo>
                <a:lnTo>
                  <a:pt x="956852" y="39458"/>
                </a:lnTo>
                <a:lnTo>
                  <a:pt x="957529" y="39292"/>
                </a:lnTo>
                <a:lnTo>
                  <a:pt x="958221" y="39145"/>
                </a:lnTo>
                <a:lnTo>
                  <a:pt x="958929" y="39018"/>
                </a:lnTo>
                <a:lnTo>
                  <a:pt x="959651" y="38911"/>
                </a:lnTo>
                <a:lnTo>
                  <a:pt x="960388" y="38823"/>
                </a:lnTo>
                <a:lnTo>
                  <a:pt x="961141" y="38755"/>
                </a:lnTo>
                <a:lnTo>
                  <a:pt x="961909" y="38706"/>
                </a:lnTo>
                <a:lnTo>
                  <a:pt x="962692" y="38677"/>
                </a:lnTo>
                <a:lnTo>
                  <a:pt x="963490" y="38667"/>
                </a:lnTo>
                <a:lnTo>
                  <a:pt x="964288" y="38677"/>
                </a:lnTo>
                <a:lnTo>
                  <a:pt x="965070" y="38706"/>
                </a:lnTo>
                <a:lnTo>
                  <a:pt x="965838" y="38755"/>
                </a:lnTo>
                <a:lnTo>
                  <a:pt x="966590" y="38823"/>
                </a:lnTo>
                <a:lnTo>
                  <a:pt x="967328" y="38911"/>
                </a:lnTo>
                <a:lnTo>
                  <a:pt x="968050" y="39018"/>
                </a:lnTo>
                <a:lnTo>
                  <a:pt x="968757" y="39145"/>
                </a:lnTo>
                <a:lnTo>
                  <a:pt x="969449" y="39292"/>
                </a:lnTo>
                <a:lnTo>
                  <a:pt x="970126" y="39458"/>
                </a:lnTo>
                <a:lnTo>
                  <a:pt x="970787" y="39644"/>
                </a:lnTo>
                <a:lnTo>
                  <a:pt x="971434" y="39849"/>
                </a:lnTo>
                <a:lnTo>
                  <a:pt x="972065" y="40073"/>
                </a:lnTo>
                <a:lnTo>
                  <a:pt x="972682" y="40318"/>
                </a:lnTo>
                <a:lnTo>
                  <a:pt x="973283" y="40581"/>
                </a:lnTo>
                <a:lnTo>
                  <a:pt x="973869" y="40865"/>
                </a:lnTo>
                <a:lnTo>
                  <a:pt x="974440" y="41168"/>
                </a:lnTo>
                <a:lnTo>
                  <a:pt x="974996" y="41490"/>
                </a:lnTo>
                <a:lnTo>
                  <a:pt x="975536" y="41832"/>
                </a:lnTo>
                <a:lnTo>
                  <a:pt x="976062" y="42193"/>
                </a:lnTo>
                <a:lnTo>
                  <a:pt x="976572" y="42574"/>
                </a:lnTo>
                <a:lnTo>
                  <a:pt x="977067" y="42975"/>
                </a:lnTo>
                <a:lnTo>
                  <a:pt x="977547" y="43395"/>
                </a:lnTo>
                <a:lnTo>
                  <a:pt x="978012" y="43834"/>
                </a:lnTo>
                <a:lnTo>
                  <a:pt x="978462" y="44294"/>
                </a:lnTo>
                <a:lnTo>
                  <a:pt x="978896" y="44770"/>
                </a:lnTo>
                <a:lnTo>
                  <a:pt x="979310" y="45263"/>
                </a:lnTo>
                <a:lnTo>
                  <a:pt x="979707" y="45773"/>
                </a:lnTo>
                <a:lnTo>
                  <a:pt x="980085" y="46298"/>
                </a:lnTo>
                <a:lnTo>
                  <a:pt x="980444" y="46840"/>
                </a:lnTo>
                <a:lnTo>
                  <a:pt x="980785" y="47398"/>
                </a:lnTo>
                <a:lnTo>
                  <a:pt x="981108" y="47972"/>
                </a:lnTo>
                <a:lnTo>
                  <a:pt x="981412" y="48562"/>
                </a:lnTo>
                <a:lnTo>
                  <a:pt x="981698" y="49169"/>
                </a:lnTo>
                <a:lnTo>
                  <a:pt x="981965" y="49792"/>
                </a:lnTo>
                <a:lnTo>
                  <a:pt x="982214" y="50431"/>
                </a:lnTo>
                <a:lnTo>
                  <a:pt x="982445" y="51086"/>
                </a:lnTo>
                <a:lnTo>
                  <a:pt x="982657" y="51758"/>
                </a:lnTo>
                <a:lnTo>
                  <a:pt x="982850" y="52446"/>
                </a:lnTo>
                <a:lnTo>
                  <a:pt x="983026" y="53150"/>
                </a:lnTo>
                <a:lnTo>
                  <a:pt x="983182" y="53870"/>
                </a:lnTo>
                <a:lnTo>
                  <a:pt x="983321" y="54606"/>
                </a:lnTo>
                <a:lnTo>
                  <a:pt x="983440" y="55359"/>
                </a:lnTo>
                <a:lnTo>
                  <a:pt x="983542" y="56128"/>
                </a:lnTo>
                <a:lnTo>
                  <a:pt x="983625" y="56913"/>
                </a:lnTo>
                <a:lnTo>
                  <a:pt x="983689" y="57715"/>
                </a:lnTo>
                <a:lnTo>
                  <a:pt x="983735" y="58532"/>
                </a:lnTo>
                <a:lnTo>
                  <a:pt x="983763" y="59366"/>
                </a:lnTo>
                <a:lnTo>
                  <a:pt x="983772" y="60216"/>
                </a:lnTo>
                <a:lnTo>
                  <a:pt x="983772" y="64653"/>
                </a:lnTo>
                <a:lnTo>
                  <a:pt x="943205" y="64653"/>
                </a:lnTo>
                <a:lnTo>
                  <a:pt x="943205" y="60216"/>
                </a:lnTo>
                <a:lnTo>
                  <a:pt x="943214" y="59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40B5A-8E67-4C4B-8529-6CA09C5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168" y="504911"/>
            <a:ext cx="1502146" cy="424468"/>
          </a:xfrm>
          <a:custGeom xmlns:a="http://schemas.openxmlformats.org/drawingml/2006/main">
            <a:pathLst>
              <a:path w="1502146" h="424468">
                <a:moveTo>
                  <a:pt x="0" y="35962"/>
                </a:moveTo>
                <a:cubicBezTo>
                  <a:pt x="0" y="16114"/>
                  <a:pt x="16114" y="0"/>
                  <a:pt x="35962" y="0"/>
                </a:cubicBezTo>
                <a:lnTo>
                  <a:pt x="1466184" y="0"/>
                </a:lnTo>
                <a:cubicBezTo>
                  <a:pt x="1486032" y="0"/>
                  <a:pt x="1502146" y="16114"/>
                  <a:pt x="1502146" y="35962"/>
                </a:cubicBezTo>
                <a:lnTo>
                  <a:pt x="1502146" y="388506"/>
                </a:lnTo>
                <a:cubicBezTo>
                  <a:pt x="1502146" y="408354"/>
                  <a:pt x="1486032" y="424468"/>
                  <a:pt x="1466184" y="424468"/>
                </a:cubicBezTo>
                <a:lnTo>
                  <a:pt x="35962" y="424468"/>
                </a:lnTo>
                <a:cubicBezTo>
                  <a:pt x="16114" y="424468"/>
                  <a:pt x="0" y="408354"/>
                  <a:pt x="0" y="388506"/>
                </a:cubicBezTo>
                <a:lnTo>
                  <a:pt x="0" y="3596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0C840-0BE3-4EFC-9C41-82357A6E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168" y="504911"/>
            <a:ext cx="1502146" cy="424468"/>
          </a:xfrm>
          <a:custGeom xmlns:a="http://schemas.openxmlformats.org/drawingml/2006/main">
            <a:pathLst>
              <a:path w="1502146" h="424468" fill="none">
                <a:moveTo>
                  <a:pt x="0" y="35962"/>
                </a:moveTo>
                <a:cubicBezTo>
                  <a:pt x="0" y="16114"/>
                  <a:pt x="16114" y="0"/>
                  <a:pt x="35962" y="0"/>
                </a:cubicBezTo>
                <a:lnTo>
                  <a:pt x="1466184" y="0"/>
                </a:lnTo>
                <a:cubicBezTo>
                  <a:pt x="1486032" y="0"/>
                  <a:pt x="1502146" y="16114"/>
                  <a:pt x="1502146" y="35962"/>
                </a:cubicBezTo>
                <a:lnTo>
                  <a:pt x="1502146" y="388506"/>
                </a:lnTo>
                <a:cubicBezTo>
                  <a:pt x="1502146" y="408354"/>
                  <a:pt x="1486032" y="424468"/>
                  <a:pt x="1466184" y="424468"/>
                </a:cubicBezTo>
                <a:lnTo>
                  <a:pt x="35962" y="424468"/>
                </a:lnTo>
                <a:cubicBezTo>
                  <a:pt x="16114" y="424468"/>
                  <a:pt x="0" y="408354"/>
                  <a:pt x="0" y="388506"/>
                </a:cubicBezTo>
                <a:lnTo>
                  <a:pt x="0" y="359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BAEA9-A533-49CA-8048-DEAEB51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23" y="436524"/>
            <a:ext cx="1499788" cy="424468"/>
          </a:xfrm>
          <a:custGeom xmlns:a="http://schemas.openxmlformats.org/drawingml/2006/main">
            <a:pathLst>
              <a:path w="1499788" h="424468">
                <a:moveTo>
                  <a:pt x="0" y="35962"/>
                </a:moveTo>
                <a:cubicBezTo>
                  <a:pt x="0" y="16114"/>
                  <a:pt x="16114" y="0"/>
                  <a:pt x="35962" y="0"/>
                </a:cubicBezTo>
                <a:lnTo>
                  <a:pt x="1463826" y="0"/>
                </a:lnTo>
                <a:cubicBezTo>
                  <a:pt x="1483674" y="0"/>
                  <a:pt x="1499788" y="16114"/>
                  <a:pt x="1499788" y="35962"/>
                </a:cubicBezTo>
                <a:lnTo>
                  <a:pt x="1499788" y="388506"/>
                </a:lnTo>
                <a:cubicBezTo>
                  <a:pt x="1499788" y="408354"/>
                  <a:pt x="1483674" y="424468"/>
                  <a:pt x="1463826" y="424468"/>
                </a:cubicBezTo>
                <a:lnTo>
                  <a:pt x="35962" y="424468"/>
                </a:lnTo>
                <a:cubicBezTo>
                  <a:pt x="16114" y="424468"/>
                  <a:pt x="0" y="408354"/>
                  <a:pt x="0" y="388506"/>
                </a:cubicBezTo>
                <a:lnTo>
                  <a:pt x="0" y="3596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2CA60-D69E-4318-9F2B-EAA23254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23" y="436524"/>
            <a:ext cx="1499788" cy="424468"/>
          </a:xfrm>
          <a:custGeom xmlns:a="http://schemas.openxmlformats.org/drawingml/2006/main">
            <a:pathLst>
              <a:path w="1499788" h="424468" fill="none">
                <a:moveTo>
                  <a:pt x="0" y="35962"/>
                </a:moveTo>
                <a:cubicBezTo>
                  <a:pt x="0" y="16114"/>
                  <a:pt x="16114" y="0"/>
                  <a:pt x="35962" y="0"/>
                </a:cubicBezTo>
                <a:lnTo>
                  <a:pt x="1463826" y="0"/>
                </a:lnTo>
                <a:cubicBezTo>
                  <a:pt x="1483674" y="0"/>
                  <a:pt x="1499788" y="16114"/>
                  <a:pt x="1499788" y="35962"/>
                </a:cubicBezTo>
                <a:lnTo>
                  <a:pt x="1499788" y="388506"/>
                </a:lnTo>
                <a:cubicBezTo>
                  <a:pt x="1499788" y="408354"/>
                  <a:pt x="1483674" y="424468"/>
                  <a:pt x="1463826" y="424468"/>
                </a:cubicBezTo>
                <a:lnTo>
                  <a:pt x="35962" y="424468"/>
                </a:lnTo>
                <a:cubicBezTo>
                  <a:pt x="16114" y="424468"/>
                  <a:pt x="0" y="408354"/>
                  <a:pt x="0" y="388506"/>
                </a:cubicBezTo>
                <a:lnTo>
                  <a:pt x="0" y="359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32" name="Text SimilarCode">
            <a:extLst xmlns:a="http://schemas.openxmlformats.org/drawingml/2006/main">
              <a:ext uri="{FF2B5EF4-FFF2-40B4-BE49-F238E27FC236}">
                <a16:creationId xmlns:a16="http://schemas.microsoft.com/office/drawing/2014/main" id="{2824A2FA-EE33-4C81-948C-97B018C3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042" y="563418"/>
            <a:ext cx="1168906" cy="158906"/>
          </a:xfrm>
          <a:custGeom xmlns:a="http://schemas.openxmlformats.org/drawingml/2006/main">
            <a:pathLst>
              <a:path w="1168906" h="158906">
                <a:moveTo>
                  <a:pt x="113979" y="47005"/>
                </a:moveTo>
                <a:cubicBezTo>
                  <a:pt x="113979" y="36608"/>
                  <a:pt x="113354" y="33695"/>
                  <a:pt x="110028" y="26624"/>
                </a:cubicBezTo>
                <a:cubicBezTo>
                  <a:pt x="101707" y="9153"/>
                  <a:pt x="84029" y="0"/>
                  <a:pt x="58446" y="0"/>
                </a:cubicBezTo>
                <a:cubicBezTo>
                  <a:pt x="25167" y="0"/>
                  <a:pt x="4576" y="17055"/>
                  <a:pt x="4576" y="44511"/>
                </a:cubicBezTo>
                <a:cubicBezTo>
                  <a:pt x="4576" y="63023"/>
                  <a:pt x="14351" y="74670"/>
                  <a:pt x="34320" y="79869"/>
                </a:cubicBezTo>
                <a:lnTo>
                  <a:pt x="71966" y="89853"/>
                </a:lnTo>
                <a:cubicBezTo>
                  <a:pt x="91310" y="94845"/>
                  <a:pt x="99837" y="102541"/>
                  <a:pt x="99837" y="114395"/>
                </a:cubicBezTo>
                <a:cubicBezTo>
                  <a:pt x="99837" y="122507"/>
                  <a:pt x="95467" y="130825"/>
                  <a:pt x="89021" y="135401"/>
                </a:cubicBezTo>
                <a:cubicBezTo>
                  <a:pt x="82988" y="139772"/>
                  <a:pt x="73420" y="141850"/>
                  <a:pt x="61150" y="141850"/>
                </a:cubicBezTo>
                <a:cubicBezTo>
                  <a:pt x="44511" y="141850"/>
                  <a:pt x="33489" y="137899"/>
                  <a:pt x="26208" y="129162"/>
                </a:cubicBezTo>
                <a:cubicBezTo>
                  <a:pt x="20591" y="122507"/>
                  <a:pt x="18096" y="115226"/>
                  <a:pt x="18303" y="105867"/>
                </a:cubicBezTo>
                <a:lnTo>
                  <a:pt x="0" y="105867"/>
                </a:lnTo>
                <a:cubicBezTo>
                  <a:pt x="209" y="119803"/>
                  <a:pt x="2913" y="128956"/>
                  <a:pt x="8943" y="137274"/>
                </a:cubicBezTo>
                <a:cubicBezTo>
                  <a:pt x="19344" y="151625"/>
                  <a:pt x="36815" y="158906"/>
                  <a:pt x="59903" y="158906"/>
                </a:cubicBezTo>
                <a:cubicBezTo>
                  <a:pt x="77996" y="158906"/>
                  <a:pt x="92763" y="154745"/>
                  <a:pt x="102541" y="147258"/>
                </a:cubicBezTo>
                <a:cubicBezTo>
                  <a:pt x="112732" y="139146"/>
                  <a:pt x="119178" y="125626"/>
                  <a:pt x="119178" y="112522"/>
                </a:cubicBezTo>
                <a:cubicBezTo>
                  <a:pt x="119178" y="93804"/>
                  <a:pt x="107530" y="80078"/>
                  <a:pt x="86939" y="74461"/>
                </a:cubicBezTo>
                <a:lnTo>
                  <a:pt x="48878" y="64270"/>
                </a:lnTo>
                <a:cubicBezTo>
                  <a:pt x="30575" y="59278"/>
                  <a:pt x="23920" y="53454"/>
                  <a:pt x="23920" y="41807"/>
                </a:cubicBezTo>
                <a:cubicBezTo>
                  <a:pt x="23920" y="26414"/>
                  <a:pt x="37440" y="16224"/>
                  <a:pt x="57821" y="16224"/>
                </a:cubicBezTo>
                <a:cubicBezTo>
                  <a:pt x="81947" y="16224"/>
                  <a:pt x="95467" y="27040"/>
                  <a:pt x="95677" y="47005"/>
                </a:cubicBezTo>
                <a:lnTo>
                  <a:pt x="113979" y="47005"/>
                </a:lnTo>
                <a:close/>
                <a:moveTo>
                  <a:pt x="159945" y="45136"/>
                </a:moveTo>
                <a:lnTo>
                  <a:pt x="142680" y="45136"/>
                </a:lnTo>
                <a:lnTo>
                  <a:pt x="142680" y="154120"/>
                </a:lnTo>
                <a:lnTo>
                  <a:pt x="159945" y="154120"/>
                </a:lnTo>
                <a:lnTo>
                  <a:pt x="159945" y="45136"/>
                </a:lnTo>
                <a:moveTo>
                  <a:pt x="159945" y="2498"/>
                </a:moveTo>
                <a:lnTo>
                  <a:pt x="142474" y="2498"/>
                </a:lnTo>
                <a:lnTo>
                  <a:pt x="142474" y="24336"/>
                </a:lnTo>
                <a:lnTo>
                  <a:pt x="159945" y="24336"/>
                </a:lnTo>
                <a:lnTo>
                  <a:pt x="159945" y="2498"/>
                </a:lnTo>
                <a:close/>
                <a:moveTo>
                  <a:pt x="190727" y="45136"/>
                </a:moveTo>
                <a:lnTo>
                  <a:pt x="190727" y="154120"/>
                </a:lnTo>
                <a:lnTo>
                  <a:pt x="208198" y="154120"/>
                </a:lnTo>
                <a:lnTo>
                  <a:pt x="208198" y="85692"/>
                </a:lnTo>
                <a:cubicBezTo>
                  <a:pt x="208198" y="69884"/>
                  <a:pt x="219639" y="57199"/>
                  <a:pt x="233781" y="57199"/>
                </a:cubicBezTo>
                <a:cubicBezTo>
                  <a:pt x="246676" y="57199"/>
                  <a:pt x="253956" y="65101"/>
                  <a:pt x="253956" y="79037"/>
                </a:cubicBezTo>
                <a:lnTo>
                  <a:pt x="253956" y="154120"/>
                </a:lnTo>
                <a:lnTo>
                  <a:pt x="271427" y="154120"/>
                </a:lnTo>
                <a:lnTo>
                  <a:pt x="271427" y="85692"/>
                </a:lnTo>
                <a:cubicBezTo>
                  <a:pt x="271427" y="69884"/>
                  <a:pt x="282868" y="57199"/>
                  <a:pt x="297010" y="57199"/>
                </a:cubicBezTo>
                <a:cubicBezTo>
                  <a:pt x="309698" y="57199"/>
                  <a:pt x="317185" y="65311"/>
                  <a:pt x="317185" y="79037"/>
                </a:cubicBezTo>
                <a:lnTo>
                  <a:pt x="317185" y="154120"/>
                </a:lnTo>
                <a:lnTo>
                  <a:pt x="334656" y="154120"/>
                </a:lnTo>
                <a:lnTo>
                  <a:pt x="334656" y="72382"/>
                </a:lnTo>
                <a:cubicBezTo>
                  <a:pt x="334656" y="52829"/>
                  <a:pt x="323425" y="42016"/>
                  <a:pt x="303043" y="42016"/>
                </a:cubicBezTo>
                <a:cubicBezTo>
                  <a:pt x="288482" y="42016"/>
                  <a:pt x="279745" y="46383"/>
                  <a:pt x="269555" y="58653"/>
                </a:cubicBezTo>
                <a:cubicBezTo>
                  <a:pt x="263109" y="47005"/>
                  <a:pt x="254372" y="42016"/>
                  <a:pt x="240230" y="42016"/>
                </a:cubicBezTo>
                <a:cubicBezTo>
                  <a:pt x="225669" y="42016"/>
                  <a:pt x="215894" y="47421"/>
                  <a:pt x="206741" y="60525"/>
                </a:cubicBezTo>
                <a:lnTo>
                  <a:pt x="206741" y="45136"/>
                </a:lnTo>
                <a:lnTo>
                  <a:pt x="190727" y="45136"/>
                </a:lnTo>
                <a:close/>
                <a:moveTo>
                  <a:pt x="381661" y="45136"/>
                </a:moveTo>
                <a:lnTo>
                  <a:pt x="364396" y="45136"/>
                </a:lnTo>
                <a:lnTo>
                  <a:pt x="364396" y="154120"/>
                </a:lnTo>
                <a:lnTo>
                  <a:pt x="381661" y="154120"/>
                </a:lnTo>
                <a:lnTo>
                  <a:pt x="381661" y="45136"/>
                </a:lnTo>
                <a:moveTo>
                  <a:pt x="381661" y="2498"/>
                </a:moveTo>
                <a:lnTo>
                  <a:pt x="364190" y="2498"/>
                </a:lnTo>
                <a:lnTo>
                  <a:pt x="364190" y="24336"/>
                </a:lnTo>
                <a:lnTo>
                  <a:pt x="381661" y="24336"/>
                </a:lnTo>
                <a:lnTo>
                  <a:pt x="381661" y="2498"/>
                </a:lnTo>
                <a:close/>
                <a:moveTo>
                  <a:pt x="429084" y="2498"/>
                </a:moveTo>
                <a:lnTo>
                  <a:pt x="411613" y="2498"/>
                </a:lnTo>
                <a:lnTo>
                  <a:pt x="411613" y="154120"/>
                </a:lnTo>
                <a:lnTo>
                  <a:pt x="429084" y="154120"/>
                </a:lnTo>
                <a:lnTo>
                  <a:pt x="429084" y="2498"/>
                </a:lnTo>
                <a:close/>
                <a:moveTo>
                  <a:pt x="555750" y="143929"/>
                </a:moveTo>
                <a:cubicBezTo>
                  <a:pt x="553881" y="144345"/>
                  <a:pt x="553046" y="144345"/>
                  <a:pt x="552008" y="144345"/>
                </a:cubicBezTo>
                <a:cubicBezTo>
                  <a:pt x="545975" y="144345"/>
                  <a:pt x="542649" y="141225"/>
                  <a:pt x="542649" y="135817"/>
                </a:cubicBezTo>
                <a:lnTo>
                  <a:pt x="542649" y="71757"/>
                </a:lnTo>
                <a:cubicBezTo>
                  <a:pt x="542649" y="52413"/>
                  <a:pt x="528504" y="42016"/>
                  <a:pt x="501674" y="42016"/>
                </a:cubicBezTo>
                <a:cubicBezTo>
                  <a:pt x="485659" y="42016"/>
                  <a:pt x="472971" y="46589"/>
                  <a:pt x="465484" y="54701"/>
                </a:cubicBezTo>
                <a:cubicBezTo>
                  <a:pt x="460492" y="60319"/>
                  <a:pt x="458410" y="66558"/>
                  <a:pt x="457995" y="77374"/>
                </a:cubicBezTo>
                <a:lnTo>
                  <a:pt x="475466" y="77374"/>
                </a:lnTo>
                <a:cubicBezTo>
                  <a:pt x="476922" y="64060"/>
                  <a:pt x="484828" y="58031"/>
                  <a:pt x="501049" y="58031"/>
                </a:cubicBezTo>
                <a:cubicBezTo>
                  <a:pt x="516857" y="58031"/>
                  <a:pt x="525384" y="63854"/>
                  <a:pt x="525384" y="74254"/>
                </a:cubicBezTo>
                <a:lnTo>
                  <a:pt x="525384" y="78828"/>
                </a:lnTo>
                <a:cubicBezTo>
                  <a:pt x="525178" y="86317"/>
                  <a:pt x="521433" y="89021"/>
                  <a:pt x="507288" y="90894"/>
                </a:cubicBezTo>
                <a:cubicBezTo>
                  <a:pt x="482746" y="94014"/>
                  <a:pt x="479001" y="94845"/>
                  <a:pt x="472346" y="97549"/>
                </a:cubicBezTo>
                <a:cubicBezTo>
                  <a:pt x="459661" y="102957"/>
                  <a:pt x="453212" y="112522"/>
                  <a:pt x="453212" y="126667"/>
                </a:cubicBezTo>
                <a:cubicBezTo>
                  <a:pt x="453212" y="146427"/>
                  <a:pt x="466938" y="158906"/>
                  <a:pt x="488985" y="158906"/>
                </a:cubicBezTo>
                <a:cubicBezTo>
                  <a:pt x="502715" y="158906"/>
                  <a:pt x="513737" y="154120"/>
                  <a:pt x="526009" y="142891"/>
                </a:cubicBezTo>
                <a:cubicBezTo>
                  <a:pt x="527257" y="154120"/>
                  <a:pt x="532665" y="158906"/>
                  <a:pt x="543896" y="158906"/>
                </a:cubicBezTo>
                <a:cubicBezTo>
                  <a:pt x="547638" y="158906"/>
                  <a:pt x="549926" y="158490"/>
                  <a:pt x="555750" y="157033"/>
                </a:cubicBezTo>
                <a:lnTo>
                  <a:pt x="555750" y="143929"/>
                </a:lnTo>
                <a:moveTo>
                  <a:pt x="525384" y="119803"/>
                </a:moveTo>
                <a:cubicBezTo>
                  <a:pt x="525384" y="125626"/>
                  <a:pt x="523721" y="129162"/>
                  <a:pt x="518520" y="133945"/>
                </a:cubicBezTo>
                <a:cubicBezTo>
                  <a:pt x="511449" y="140394"/>
                  <a:pt x="502921" y="143723"/>
                  <a:pt x="492730" y="143723"/>
                </a:cubicBezTo>
                <a:cubicBezTo>
                  <a:pt x="479211" y="143723"/>
                  <a:pt x="471308" y="137274"/>
                  <a:pt x="471308" y="126252"/>
                </a:cubicBezTo>
                <a:cubicBezTo>
                  <a:pt x="471308" y="114811"/>
                  <a:pt x="478795" y="108987"/>
                  <a:pt x="497513" y="106283"/>
                </a:cubicBezTo>
                <a:cubicBezTo>
                  <a:pt x="516025" y="103788"/>
                  <a:pt x="519561" y="102957"/>
                  <a:pt x="525384" y="100253"/>
                </a:cubicBezTo>
                <a:lnTo>
                  <a:pt x="525384" y="119803"/>
                </a:lnTo>
                <a:close/>
                <a:moveTo>
                  <a:pt x="574468" y="45136"/>
                </a:moveTo>
                <a:lnTo>
                  <a:pt x="574468" y="154120"/>
                </a:lnTo>
                <a:lnTo>
                  <a:pt x="591942" y="154120"/>
                </a:lnTo>
                <a:lnTo>
                  <a:pt x="591942" y="97549"/>
                </a:lnTo>
                <a:cubicBezTo>
                  <a:pt x="592148" y="71341"/>
                  <a:pt x="602964" y="59694"/>
                  <a:pt x="626884" y="60319"/>
                </a:cubicBezTo>
                <a:lnTo>
                  <a:pt x="626884" y="42638"/>
                </a:lnTo>
                <a:cubicBezTo>
                  <a:pt x="623971" y="42222"/>
                  <a:pt x="622308" y="42016"/>
                  <a:pt x="620226" y="42016"/>
                </a:cubicBezTo>
                <a:cubicBezTo>
                  <a:pt x="608994" y="42016"/>
                  <a:pt x="600470" y="48671"/>
                  <a:pt x="590485" y="64892"/>
                </a:cubicBezTo>
                <a:lnTo>
                  <a:pt x="590485" y="45136"/>
                </a:lnTo>
                <a:lnTo>
                  <a:pt x="574468" y="45136"/>
                </a:lnTo>
                <a:close/>
                <a:moveTo>
                  <a:pt x="817816" y="49503"/>
                </a:moveTo>
                <a:cubicBezTo>
                  <a:pt x="811786" y="16224"/>
                  <a:pt x="792652" y="0"/>
                  <a:pt x="759373" y="0"/>
                </a:cubicBezTo>
                <a:cubicBezTo>
                  <a:pt x="738989" y="0"/>
                  <a:pt x="722559" y="6449"/>
                  <a:pt x="711327" y="18928"/>
                </a:cubicBezTo>
                <a:cubicBezTo>
                  <a:pt x="697601" y="33904"/>
                  <a:pt x="690111" y="55533"/>
                  <a:pt x="690111" y="80078"/>
                </a:cubicBezTo>
                <a:cubicBezTo>
                  <a:pt x="690111" y="105036"/>
                  <a:pt x="697807" y="126458"/>
                  <a:pt x="711952" y="141225"/>
                </a:cubicBezTo>
                <a:cubicBezTo>
                  <a:pt x="723806" y="153288"/>
                  <a:pt x="738782" y="158906"/>
                  <a:pt x="758542" y="158906"/>
                </a:cubicBezTo>
                <a:cubicBezTo>
                  <a:pt x="795563" y="158906"/>
                  <a:pt x="816363" y="138937"/>
                  <a:pt x="820936" y="98796"/>
                </a:cubicBezTo>
                <a:lnTo>
                  <a:pt x="800971" y="98796"/>
                </a:lnTo>
                <a:cubicBezTo>
                  <a:pt x="799308" y="109196"/>
                  <a:pt x="797226" y="116267"/>
                  <a:pt x="794106" y="122297"/>
                </a:cubicBezTo>
                <a:cubicBezTo>
                  <a:pt x="787866" y="134779"/>
                  <a:pt x="774972" y="141850"/>
                  <a:pt x="758748" y="141850"/>
                </a:cubicBezTo>
                <a:cubicBezTo>
                  <a:pt x="728589" y="141850"/>
                  <a:pt x="709455" y="117724"/>
                  <a:pt x="709455" y="79869"/>
                </a:cubicBezTo>
                <a:cubicBezTo>
                  <a:pt x="709455" y="40975"/>
                  <a:pt x="727551" y="17055"/>
                  <a:pt x="757085" y="17055"/>
                </a:cubicBezTo>
                <a:cubicBezTo>
                  <a:pt x="769358" y="17055"/>
                  <a:pt x="780795" y="20591"/>
                  <a:pt x="787035" y="26624"/>
                </a:cubicBezTo>
                <a:cubicBezTo>
                  <a:pt x="792652" y="31822"/>
                  <a:pt x="795772" y="38062"/>
                  <a:pt x="798057" y="49503"/>
                </a:cubicBezTo>
                <a:lnTo>
                  <a:pt x="817816" y="49503"/>
                </a:lnTo>
                <a:close/>
                <a:moveTo>
                  <a:pt x="887493" y="42016"/>
                </a:moveTo>
                <a:cubicBezTo>
                  <a:pt x="856711" y="42016"/>
                  <a:pt x="838409" y="63854"/>
                  <a:pt x="838409" y="100459"/>
                </a:cubicBezTo>
                <a:cubicBezTo>
                  <a:pt x="838409" y="137274"/>
                  <a:pt x="856711" y="158906"/>
                  <a:pt x="887702" y="158906"/>
                </a:cubicBezTo>
                <a:cubicBezTo>
                  <a:pt x="918484" y="158906"/>
                  <a:pt x="936996" y="137068"/>
                  <a:pt x="936996" y="101291"/>
                </a:cubicBezTo>
                <a:cubicBezTo>
                  <a:pt x="936996" y="63438"/>
                  <a:pt x="919109" y="42016"/>
                  <a:pt x="887493" y="42016"/>
                </a:cubicBezTo>
                <a:moveTo>
                  <a:pt x="887702" y="58031"/>
                </a:moveTo>
                <a:cubicBezTo>
                  <a:pt x="907252" y="58031"/>
                  <a:pt x="918899" y="74045"/>
                  <a:pt x="918899" y="101084"/>
                </a:cubicBezTo>
                <a:cubicBezTo>
                  <a:pt x="918899" y="126874"/>
                  <a:pt x="906836" y="142891"/>
                  <a:pt x="887702" y="142891"/>
                </a:cubicBezTo>
                <a:cubicBezTo>
                  <a:pt x="868359" y="142891"/>
                  <a:pt x="856502" y="126874"/>
                  <a:pt x="856502" y="100459"/>
                </a:cubicBezTo>
                <a:cubicBezTo>
                  <a:pt x="856502" y="74045"/>
                  <a:pt x="868359" y="58031"/>
                  <a:pt x="887702" y="58031"/>
                </a:cubicBezTo>
                <a:close/>
                <a:moveTo>
                  <a:pt x="1049518" y="2498"/>
                </a:moveTo>
                <a:lnTo>
                  <a:pt x="1032253" y="2498"/>
                </a:lnTo>
                <a:lnTo>
                  <a:pt x="1032253" y="58862"/>
                </a:lnTo>
                <a:cubicBezTo>
                  <a:pt x="1024976" y="47840"/>
                  <a:pt x="1013329" y="42016"/>
                  <a:pt x="998768" y="42016"/>
                </a:cubicBezTo>
                <a:cubicBezTo>
                  <a:pt x="970481" y="42016"/>
                  <a:pt x="951969" y="64686"/>
                  <a:pt x="951969" y="99418"/>
                </a:cubicBezTo>
                <a:cubicBezTo>
                  <a:pt x="951969" y="136233"/>
                  <a:pt x="969859" y="158906"/>
                  <a:pt x="999393" y="158906"/>
                </a:cubicBezTo>
                <a:cubicBezTo>
                  <a:pt x="1014366" y="158906"/>
                  <a:pt x="1024766" y="153288"/>
                  <a:pt x="1034126" y="139772"/>
                </a:cubicBezTo>
                <a:lnTo>
                  <a:pt x="1034126" y="154120"/>
                </a:lnTo>
                <a:lnTo>
                  <a:pt x="1049518" y="154120"/>
                </a:lnTo>
                <a:lnTo>
                  <a:pt x="1049518" y="2498"/>
                </a:lnTo>
                <a:moveTo>
                  <a:pt x="1001681" y="58237"/>
                </a:moveTo>
                <a:cubicBezTo>
                  <a:pt x="1020399" y="58237"/>
                  <a:pt x="1032253" y="74670"/>
                  <a:pt x="1032253" y="100875"/>
                </a:cubicBezTo>
                <a:cubicBezTo>
                  <a:pt x="1032253" y="126042"/>
                  <a:pt x="1020190" y="142682"/>
                  <a:pt x="1001887" y="142682"/>
                </a:cubicBezTo>
                <a:cubicBezTo>
                  <a:pt x="982753" y="142682"/>
                  <a:pt x="970065" y="125836"/>
                  <a:pt x="970065" y="100459"/>
                </a:cubicBezTo>
                <a:cubicBezTo>
                  <a:pt x="970065" y="75086"/>
                  <a:pt x="982753" y="58237"/>
                  <a:pt x="1001681" y="58237"/>
                </a:cubicBezTo>
                <a:close/>
                <a:moveTo>
                  <a:pt x="1168906" y="105451"/>
                </a:moveTo>
                <a:cubicBezTo>
                  <a:pt x="1168906" y="88812"/>
                  <a:pt x="1167655" y="78828"/>
                  <a:pt x="1164536" y="70719"/>
                </a:cubicBezTo>
                <a:cubicBezTo>
                  <a:pt x="1157465" y="52829"/>
                  <a:pt x="1140825" y="42016"/>
                  <a:pt x="1120444" y="42016"/>
                </a:cubicBezTo>
                <a:cubicBezTo>
                  <a:pt x="1090075" y="42016"/>
                  <a:pt x="1070525" y="65101"/>
                  <a:pt x="1070525" y="101084"/>
                </a:cubicBezTo>
                <a:cubicBezTo>
                  <a:pt x="1070525" y="137068"/>
                  <a:pt x="1089244" y="158906"/>
                  <a:pt x="1120028" y="158906"/>
                </a:cubicBezTo>
                <a:cubicBezTo>
                  <a:pt x="1144986" y="158906"/>
                  <a:pt x="1162247" y="144761"/>
                  <a:pt x="1166618" y="121050"/>
                </a:cubicBezTo>
                <a:lnTo>
                  <a:pt x="1149147" y="121050"/>
                </a:lnTo>
                <a:cubicBezTo>
                  <a:pt x="1144361" y="135401"/>
                  <a:pt x="1134586" y="142891"/>
                  <a:pt x="1120650" y="142891"/>
                </a:cubicBezTo>
                <a:cubicBezTo>
                  <a:pt x="1109628" y="142891"/>
                  <a:pt x="1100269" y="137899"/>
                  <a:pt x="1094445" y="128746"/>
                </a:cubicBezTo>
                <a:cubicBezTo>
                  <a:pt x="1090285" y="122507"/>
                  <a:pt x="1088828" y="116267"/>
                  <a:pt x="1088622" y="105451"/>
                </a:cubicBezTo>
                <a:lnTo>
                  <a:pt x="1168906" y="105451"/>
                </a:lnTo>
                <a:moveTo>
                  <a:pt x="1089037" y="91310"/>
                </a:moveTo>
                <a:cubicBezTo>
                  <a:pt x="1090491" y="71135"/>
                  <a:pt x="1102763" y="58031"/>
                  <a:pt x="1120234" y="58031"/>
                </a:cubicBezTo>
                <a:cubicBezTo>
                  <a:pt x="1137915" y="58031"/>
                  <a:pt x="1150184" y="71757"/>
                  <a:pt x="1150184" y="91310"/>
                </a:cubicBezTo>
                <a:lnTo>
                  <a:pt x="1089037" y="913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ED2A4-1855-4CC2-94E8-4FE76CE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25" y="375212"/>
            <a:ext cx="1457341" cy="424468"/>
          </a:xfrm>
          <a:custGeom xmlns:a="http://schemas.openxmlformats.org/drawingml/2006/main">
            <a:pathLst>
              <a:path w="1457341" h="424468">
                <a:moveTo>
                  <a:pt x="0" y="35962"/>
                </a:moveTo>
                <a:cubicBezTo>
                  <a:pt x="0" y="16114"/>
                  <a:pt x="16114" y="0"/>
                  <a:pt x="35962" y="0"/>
                </a:cubicBezTo>
                <a:lnTo>
                  <a:pt x="1421379" y="0"/>
                </a:lnTo>
                <a:cubicBezTo>
                  <a:pt x="1441227" y="0"/>
                  <a:pt x="1457341" y="16114"/>
                  <a:pt x="1457341" y="35962"/>
                </a:cubicBezTo>
                <a:lnTo>
                  <a:pt x="1457341" y="388506"/>
                </a:lnTo>
                <a:cubicBezTo>
                  <a:pt x="1457341" y="408354"/>
                  <a:pt x="1441227" y="424468"/>
                  <a:pt x="1421379" y="424468"/>
                </a:cubicBezTo>
                <a:lnTo>
                  <a:pt x="35962" y="424468"/>
                </a:lnTo>
                <a:cubicBezTo>
                  <a:pt x="16114" y="424468"/>
                  <a:pt x="0" y="408354"/>
                  <a:pt x="0" y="388506"/>
                </a:cubicBezTo>
                <a:lnTo>
                  <a:pt x="0" y="3596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8C200-AD88-4D9F-BC2D-EB8ECD9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125" y="375212"/>
            <a:ext cx="1457341" cy="424468"/>
          </a:xfrm>
          <a:custGeom xmlns:a="http://schemas.openxmlformats.org/drawingml/2006/main">
            <a:pathLst>
              <a:path w="1457341" h="424468" fill="none">
                <a:moveTo>
                  <a:pt x="0" y="35962"/>
                </a:moveTo>
                <a:cubicBezTo>
                  <a:pt x="0" y="16114"/>
                  <a:pt x="16114" y="0"/>
                  <a:pt x="35962" y="0"/>
                </a:cubicBezTo>
                <a:lnTo>
                  <a:pt x="1421379" y="0"/>
                </a:lnTo>
                <a:cubicBezTo>
                  <a:pt x="1441227" y="0"/>
                  <a:pt x="1457341" y="16114"/>
                  <a:pt x="1457341" y="35962"/>
                </a:cubicBezTo>
                <a:lnTo>
                  <a:pt x="1457341" y="388506"/>
                </a:lnTo>
                <a:cubicBezTo>
                  <a:pt x="1457341" y="408354"/>
                  <a:pt x="1441227" y="424468"/>
                  <a:pt x="1421379" y="424468"/>
                </a:cubicBezTo>
                <a:lnTo>
                  <a:pt x="35962" y="424468"/>
                </a:lnTo>
                <a:cubicBezTo>
                  <a:pt x="16114" y="424468"/>
                  <a:pt x="0" y="408354"/>
                  <a:pt x="0" y="388506"/>
                </a:cubicBezTo>
                <a:lnTo>
                  <a:pt x="0" y="359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35" name="Text SimilarCode">
            <a:extLst xmlns:a="http://schemas.openxmlformats.org/drawingml/2006/main">
              <a:ext uri="{FF2B5EF4-FFF2-40B4-BE49-F238E27FC236}">
                <a16:creationId xmlns:a16="http://schemas.microsoft.com/office/drawing/2014/main" id="{91D64FA9-DFAE-49B0-8145-BCD0F3F9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22" y="502742"/>
            <a:ext cx="1105273" cy="149537"/>
          </a:xfrm>
          <a:custGeom xmlns:a="http://schemas.openxmlformats.org/drawingml/2006/main">
            <a:pathLst>
              <a:path w="1105273" h="149537">
                <a:moveTo>
                  <a:pt x="107259" y="44234"/>
                </a:moveTo>
                <a:cubicBezTo>
                  <a:pt x="107259" y="34450"/>
                  <a:pt x="106671" y="31708"/>
                  <a:pt x="103541" y="25054"/>
                </a:cubicBezTo>
                <a:cubicBezTo>
                  <a:pt x="95710" y="8613"/>
                  <a:pt x="79075" y="0"/>
                  <a:pt x="55000" y="0"/>
                </a:cubicBezTo>
                <a:cubicBezTo>
                  <a:pt x="23683" y="0"/>
                  <a:pt x="4307" y="16050"/>
                  <a:pt x="4307" y="41886"/>
                </a:cubicBezTo>
                <a:cubicBezTo>
                  <a:pt x="4307" y="59307"/>
                  <a:pt x="13505" y="70268"/>
                  <a:pt x="32297" y="75160"/>
                </a:cubicBezTo>
                <a:lnTo>
                  <a:pt x="67723" y="84555"/>
                </a:lnTo>
                <a:cubicBezTo>
                  <a:pt x="85926" y="89253"/>
                  <a:pt x="93951" y="96496"/>
                  <a:pt x="93951" y="107650"/>
                </a:cubicBezTo>
                <a:cubicBezTo>
                  <a:pt x="93951" y="115284"/>
                  <a:pt x="89839" y="123112"/>
                  <a:pt x="83773" y="127419"/>
                </a:cubicBezTo>
                <a:cubicBezTo>
                  <a:pt x="78096" y="131531"/>
                  <a:pt x="69091" y="133487"/>
                  <a:pt x="57545" y="133487"/>
                </a:cubicBezTo>
                <a:cubicBezTo>
                  <a:pt x="41886" y="133487"/>
                  <a:pt x="31514" y="129769"/>
                  <a:pt x="24663" y="121547"/>
                </a:cubicBezTo>
                <a:cubicBezTo>
                  <a:pt x="19377" y="115284"/>
                  <a:pt x="17029" y="108433"/>
                  <a:pt x="17223" y="99626"/>
                </a:cubicBezTo>
                <a:lnTo>
                  <a:pt x="0" y="99626"/>
                </a:lnTo>
                <a:cubicBezTo>
                  <a:pt x="197" y="112740"/>
                  <a:pt x="2742" y="121353"/>
                  <a:pt x="8416" y="129181"/>
                </a:cubicBezTo>
                <a:cubicBezTo>
                  <a:pt x="18203" y="142686"/>
                  <a:pt x="34644" y="149537"/>
                  <a:pt x="56371" y="149537"/>
                </a:cubicBezTo>
                <a:cubicBezTo>
                  <a:pt x="73398" y="149537"/>
                  <a:pt x="87294" y="145622"/>
                  <a:pt x="96496" y="138576"/>
                </a:cubicBezTo>
                <a:cubicBezTo>
                  <a:pt x="106086" y="130943"/>
                  <a:pt x="112151" y="118220"/>
                  <a:pt x="112151" y="105888"/>
                </a:cubicBezTo>
                <a:cubicBezTo>
                  <a:pt x="112151" y="88274"/>
                  <a:pt x="101191" y="75357"/>
                  <a:pt x="81814" y="70071"/>
                </a:cubicBezTo>
                <a:lnTo>
                  <a:pt x="45996" y="60481"/>
                </a:lnTo>
                <a:cubicBezTo>
                  <a:pt x="28773" y="55783"/>
                  <a:pt x="22510" y="50303"/>
                  <a:pt x="22510" y="39342"/>
                </a:cubicBezTo>
                <a:cubicBezTo>
                  <a:pt x="22510" y="24857"/>
                  <a:pt x="35232" y="15267"/>
                  <a:pt x="54412" y="15267"/>
                </a:cubicBezTo>
                <a:cubicBezTo>
                  <a:pt x="77116" y="15267"/>
                  <a:pt x="89839" y="25445"/>
                  <a:pt x="90036" y="44234"/>
                </a:cubicBezTo>
                <a:lnTo>
                  <a:pt x="107259" y="44234"/>
                </a:lnTo>
                <a:close/>
                <a:moveTo>
                  <a:pt x="149733" y="42475"/>
                </a:moveTo>
                <a:lnTo>
                  <a:pt x="133486" y="42475"/>
                </a:lnTo>
                <a:lnTo>
                  <a:pt x="133486" y="145033"/>
                </a:lnTo>
                <a:lnTo>
                  <a:pt x="149733" y="145033"/>
                </a:lnTo>
                <a:lnTo>
                  <a:pt x="149733" y="42475"/>
                </a:lnTo>
                <a:moveTo>
                  <a:pt x="149733" y="2350"/>
                </a:moveTo>
                <a:lnTo>
                  <a:pt x="133292" y="2350"/>
                </a:lnTo>
                <a:lnTo>
                  <a:pt x="133292" y="22901"/>
                </a:lnTo>
                <a:lnTo>
                  <a:pt x="149733" y="22901"/>
                </a:lnTo>
                <a:lnTo>
                  <a:pt x="149733" y="2350"/>
                </a:lnTo>
                <a:close/>
                <a:moveTo>
                  <a:pt x="176547" y="42475"/>
                </a:moveTo>
                <a:lnTo>
                  <a:pt x="176547" y="145033"/>
                </a:lnTo>
                <a:lnTo>
                  <a:pt x="192988" y="145033"/>
                </a:lnTo>
                <a:lnTo>
                  <a:pt x="192988" y="80640"/>
                </a:lnTo>
                <a:cubicBezTo>
                  <a:pt x="192988" y="65764"/>
                  <a:pt x="203754" y="53827"/>
                  <a:pt x="217062" y="53827"/>
                </a:cubicBezTo>
                <a:cubicBezTo>
                  <a:pt x="229197" y="53827"/>
                  <a:pt x="236048" y="61263"/>
                  <a:pt x="236048" y="74377"/>
                </a:cubicBezTo>
                <a:lnTo>
                  <a:pt x="236048" y="145033"/>
                </a:lnTo>
                <a:lnTo>
                  <a:pt x="252489" y="145033"/>
                </a:lnTo>
                <a:lnTo>
                  <a:pt x="252489" y="80640"/>
                </a:lnTo>
                <a:cubicBezTo>
                  <a:pt x="252489" y="65764"/>
                  <a:pt x="263255" y="53827"/>
                  <a:pt x="276564" y="53827"/>
                </a:cubicBezTo>
                <a:cubicBezTo>
                  <a:pt x="288504" y="53827"/>
                  <a:pt x="295549" y="61460"/>
                  <a:pt x="295549" y="74377"/>
                </a:cubicBezTo>
                <a:lnTo>
                  <a:pt x="295549" y="145033"/>
                </a:lnTo>
                <a:lnTo>
                  <a:pt x="311990" y="145033"/>
                </a:lnTo>
                <a:lnTo>
                  <a:pt x="311990" y="68114"/>
                </a:lnTo>
                <a:cubicBezTo>
                  <a:pt x="311990" y="49714"/>
                  <a:pt x="301421" y="39539"/>
                  <a:pt x="282241" y="39539"/>
                </a:cubicBezTo>
                <a:cubicBezTo>
                  <a:pt x="268539" y="39539"/>
                  <a:pt x="260317" y="43649"/>
                  <a:pt x="250727" y="55195"/>
                </a:cubicBezTo>
                <a:cubicBezTo>
                  <a:pt x="244661" y="44234"/>
                  <a:pt x="236439" y="39539"/>
                  <a:pt x="223131" y="39539"/>
                </a:cubicBezTo>
                <a:cubicBezTo>
                  <a:pt x="209429" y="39539"/>
                  <a:pt x="200230" y="44625"/>
                  <a:pt x="191617" y="56957"/>
                </a:cubicBezTo>
                <a:lnTo>
                  <a:pt x="191617" y="42475"/>
                </a:lnTo>
                <a:lnTo>
                  <a:pt x="176547" y="42475"/>
                </a:lnTo>
                <a:close/>
                <a:moveTo>
                  <a:pt x="359356" y="42475"/>
                </a:moveTo>
                <a:lnTo>
                  <a:pt x="343109" y="42475"/>
                </a:lnTo>
                <a:lnTo>
                  <a:pt x="343109" y="145033"/>
                </a:lnTo>
                <a:lnTo>
                  <a:pt x="359356" y="145033"/>
                </a:lnTo>
                <a:lnTo>
                  <a:pt x="359356" y="42475"/>
                </a:lnTo>
                <a:moveTo>
                  <a:pt x="359356" y="2350"/>
                </a:moveTo>
                <a:lnTo>
                  <a:pt x="342915" y="2350"/>
                </a:lnTo>
                <a:lnTo>
                  <a:pt x="342915" y="22901"/>
                </a:lnTo>
                <a:lnTo>
                  <a:pt x="359356" y="22901"/>
                </a:lnTo>
                <a:lnTo>
                  <a:pt x="359356" y="2350"/>
                </a:lnTo>
                <a:close/>
                <a:moveTo>
                  <a:pt x="402220" y="2350"/>
                </a:moveTo>
                <a:lnTo>
                  <a:pt x="385779" y="2350"/>
                </a:lnTo>
                <a:lnTo>
                  <a:pt x="385779" y="145033"/>
                </a:lnTo>
                <a:lnTo>
                  <a:pt x="402220" y="145033"/>
                </a:lnTo>
                <a:lnTo>
                  <a:pt x="402220" y="2350"/>
                </a:lnTo>
                <a:close/>
                <a:moveTo>
                  <a:pt x="519655" y="135443"/>
                </a:moveTo>
                <a:cubicBezTo>
                  <a:pt x="517896" y="135835"/>
                  <a:pt x="517111" y="135835"/>
                  <a:pt x="516134" y="135835"/>
                </a:cubicBezTo>
                <a:cubicBezTo>
                  <a:pt x="510457" y="135835"/>
                  <a:pt x="507327" y="132899"/>
                  <a:pt x="507327" y="127810"/>
                </a:cubicBezTo>
                <a:lnTo>
                  <a:pt x="507327" y="67526"/>
                </a:lnTo>
                <a:cubicBezTo>
                  <a:pt x="507327" y="49323"/>
                  <a:pt x="494016" y="39539"/>
                  <a:pt x="468767" y="39539"/>
                </a:cubicBezTo>
                <a:cubicBezTo>
                  <a:pt x="453697" y="39539"/>
                  <a:pt x="441757" y="43843"/>
                  <a:pt x="434712" y="51476"/>
                </a:cubicBezTo>
                <a:cubicBezTo>
                  <a:pt x="430014" y="56763"/>
                  <a:pt x="428055" y="62634"/>
                  <a:pt x="427663" y="72812"/>
                </a:cubicBezTo>
                <a:lnTo>
                  <a:pt x="444104" y="72812"/>
                </a:lnTo>
                <a:cubicBezTo>
                  <a:pt x="445475" y="60284"/>
                  <a:pt x="452915" y="54609"/>
                  <a:pt x="468179" y="54609"/>
                </a:cubicBezTo>
                <a:cubicBezTo>
                  <a:pt x="483055" y="54609"/>
                  <a:pt x="491080" y="60090"/>
                  <a:pt x="491080" y="69877"/>
                </a:cubicBezTo>
                <a:lnTo>
                  <a:pt x="491080" y="74180"/>
                </a:lnTo>
                <a:cubicBezTo>
                  <a:pt x="490886" y="81228"/>
                  <a:pt x="487362" y="83773"/>
                  <a:pt x="474051" y="85535"/>
                </a:cubicBezTo>
                <a:cubicBezTo>
                  <a:pt x="450956" y="88471"/>
                  <a:pt x="447432" y="89253"/>
                  <a:pt x="441169" y="91798"/>
                </a:cubicBezTo>
                <a:cubicBezTo>
                  <a:pt x="429231" y="96887"/>
                  <a:pt x="423163" y="105888"/>
                  <a:pt x="423163" y="119200"/>
                </a:cubicBezTo>
                <a:cubicBezTo>
                  <a:pt x="423163" y="137794"/>
                  <a:pt x="436080" y="149537"/>
                  <a:pt x="456827" y="149537"/>
                </a:cubicBezTo>
                <a:cubicBezTo>
                  <a:pt x="469747" y="149537"/>
                  <a:pt x="480119" y="145033"/>
                  <a:pt x="491668" y="134467"/>
                </a:cubicBezTo>
                <a:cubicBezTo>
                  <a:pt x="492842" y="145033"/>
                  <a:pt x="497931" y="149537"/>
                  <a:pt x="508501" y="149537"/>
                </a:cubicBezTo>
                <a:cubicBezTo>
                  <a:pt x="512022" y="149537"/>
                  <a:pt x="514175" y="149146"/>
                  <a:pt x="519655" y="147775"/>
                </a:cubicBezTo>
                <a:lnTo>
                  <a:pt x="519655" y="135443"/>
                </a:lnTo>
                <a:moveTo>
                  <a:pt x="491080" y="112740"/>
                </a:moveTo>
                <a:cubicBezTo>
                  <a:pt x="491080" y="118220"/>
                  <a:pt x="489515" y="121547"/>
                  <a:pt x="484620" y="126048"/>
                </a:cubicBezTo>
                <a:cubicBezTo>
                  <a:pt x="477966" y="132116"/>
                  <a:pt x="469941" y="135249"/>
                  <a:pt x="460351" y="135249"/>
                </a:cubicBezTo>
                <a:cubicBezTo>
                  <a:pt x="447629" y="135249"/>
                  <a:pt x="440192" y="129181"/>
                  <a:pt x="440192" y="118808"/>
                </a:cubicBezTo>
                <a:cubicBezTo>
                  <a:pt x="440192" y="108042"/>
                  <a:pt x="447237" y="102561"/>
                  <a:pt x="464852" y="100017"/>
                </a:cubicBezTo>
                <a:cubicBezTo>
                  <a:pt x="482273" y="97669"/>
                  <a:pt x="485600" y="96887"/>
                  <a:pt x="491080" y="94342"/>
                </a:cubicBezTo>
                <a:lnTo>
                  <a:pt x="491080" y="112740"/>
                </a:lnTo>
                <a:close/>
                <a:moveTo>
                  <a:pt x="537271" y="42475"/>
                </a:moveTo>
                <a:lnTo>
                  <a:pt x="537271" y="145033"/>
                </a:lnTo>
                <a:lnTo>
                  <a:pt x="553715" y="145033"/>
                </a:lnTo>
                <a:lnTo>
                  <a:pt x="553715" y="91798"/>
                </a:lnTo>
                <a:cubicBezTo>
                  <a:pt x="553909" y="67135"/>
                  <a:pt x="564087" y="56174"/>
                  <a:pt x="586597" y="56763"/>
                </a:cubicBezTo>
                <a:lnTo>
                  <a:pt x="586597" y="40124"/>
                </a:lnTo>
                <a:cubicBezTo>
                  <a:pt x="583855" y="39733"/>
                  <a:pt x="582290" y="39539"/>
                  <a:pt x="580331" y="39539"/>
                </a:cubicBezTo>
                <a:cubicBezTo>
                  <a:pt x="569762" y="39539"/>
                  <a:pt x="561740" y="45802"/>
                  <a:pt x="552344" y="61066"/>
                </a:cubicBezTo>
                <a:lnTo>
                  <a:pt x="552344" y="42475"/>
                </a:lnTo>
                <a:lnTo>
                  <a:pt x="537271" y="42475"/>
                </a:lnTo>
                <a:close/>
                <a:moveTo>
                  <a:pt x="775470" y="46584"/>
                </a:moveTo>
                <a:cubicBezTo>
                  <a:pt x="769795" y="15267"/>
                  <a:pt x="751789" y="0"/>
                  <a:pt x="720472" y="0"/>
                </a:cubicBezTo>
                <a:cubicBezTo>
                  <a:pt x="701290" y="0"/>
                  <a:pt x="685828" y="6069"/>
                  <a:pt x="675259" y="17812"/>
                </a:cubicBezTo>
                <a:cubicBezTo>
                  <a:pt x="662342" y="31905"/>
                  <a:pt x="655294" y="52259"/>
                  <a:pt x="655294" y="75357"/>
                </a:cubicBezTo>
                <a:cubicBezTo>
                  <a:pt x="655294" y="98843"/>
                  <a:pt x="662536" y="119002"/>
                  <a:pt x="675847" y="132899"/>
                </a:cubicBezTo>
                <a:cubicBezTo>
                  <a:pt x="687002" y="144251"/>
                  <a:pt x="701095" y="149537"/>
                  <a:pt x="719690" y="149537"/>
                </a:cubicBezTo>
                <a:cubicBezTo>
                  <a:pt x="754528" y="149537"/>
                  <a:pt x="774102" y="130746"/>
                  <a:pt x="778406" y="92972"/>
                </a:cubicBezTo>
                <a:lnTo>
                  <a:pt x="759617" y="92972"/>
                </a:lnTo>
                <a:cubicBezTo>
                  <a:pt x="758052" y="102759"/>
                  <a:pt x="756093" y="109413"/>
                  <a:pt x="753157" y="115087"/>
                </a:cubicBezTo>
                <a:cubicBezTo>
                  <a:pt x="747286" y="126833"/>
                  <a:pt x="735151" y="133487"/>
                  <a:pt x="719884" y="133487"/>
                </a:cubicBezTo>
                <a:cubicBezTo>
                  <a:pt x="691503" y="133487"/>
                  <a:pt x="673497" y="110783"/>
                  <a:pt x="673497" y="75160"/>
                </a:cubicBezTo>
                <a:cubicBezTo>
                  <a:pt x="673497" y="38559"/>
                  <a:pt x="690526" y="16050"/>
                  <a:pt x="718319" y="16050"/>
                </a:cubicBezTo>
                <a:cubicBezTo>
                  <a:pt x="729868" y="16050"/>
                  <a:pt x="740632" y="19377"/>
                  <a:pt x="746503" y="25054"/>
                </a:cubicBezTo>
                <a:cubicBezTo>
                  <a:pt x="751789" y="29946"/>
                  <a:pt x="754725" y="35818"/>
                  <a:pt x="756875" y="46584"/>
                </a:cubicBezTo>
                <a:lnTo>
                  <a:pt x="775470" y="46584"/>
                </a:lnTo>
                <a:close/>
                <a:moveTo>
                  <a:pt x="840451" y="39539"/>
                </a:moveTo>
                <a:cubicBezTo>
                  <a:pt x="811484" y="39539"/>
                  <a:pt x="794261" y="60090"/>
                  <a:pt x="794261" y="94537"/>
                </a:cubicBezTo>
                <a:cubicBezTo>
                  <a:pt x="794261" y="129181"/>
                  <a:pt x="811484" y="149537"/>
                  <a:pt x="840648" y="149537"/>
                </a:cubicBezTo>
                <a:cubicBezTo>
                  <a:pt x="869615" y="149537"/>
                  <a:pt x="887035" y="128986"/>
                  <a:pt x="887035" y="95319"/>
                </a:cubicBezTo>
                <a:cubicBezTo>
                  <a:pt x="887035" y="59698"/>
                  <a:pt x="870203" y="39539"/>
                  <a:pt x="840451" y="39539"/>
                </a:cubicBezTo>
                <a:moveTo>
                  <a:pt x="840648" y="54609"/>
                </a:moveTo>
                <a:cubicBezTo>
                  <a:pt x="859045" y="54609"/>
                  <a:pt x="870006" y="69679"/>
                  <a:pt x="870006" y="95125"/>
                </a:cubicBezTo>
                <a:cubicBezTo>
                  <a:pt x="870006" y="119394"/>
                  <a:pt x="858654" y="134467"/>
                  <a:pt x="840648" y="134467"/>
                </a:cubicBezTo>
                <a:cubicBezTo>
                  <a:pt x="822445" y="134467"/>
                  <a:pt x="811287" y="119394"/>
                  <a:pt x="811287" y="94537"/>
                </a:cubicBezTo>
                <a:cubicBezTo>
                  <a:pt x="811287" y="69679"/>
                  <a:pt x="822445" y="54609"/>
                  <a:pt x="840648" y="54609"/>
                </a:cubicBezTo>
                <a:close/>
                <a:moveTo>
                  <a:pt x="992924" y="2350"/>
                </a:moveTo>
                <a:lnTo>
                  <a:pt x="976677" y="2350"/>
                </a:lnTo>
                <a:lnTo>
                  <a:pt x="976677" y="55392"/>
                </a:lnTo>
                <a:cubicBezTo>
                  <a:pt x="969829" y="45019"/>
                  <a:pt x="958868" y="39539"/>
                  <a:pt x="945166" y="39539"/>
                </a:cubicBezTo>
                <a:cubicBezTo>
                  <a:pt x="918547" y="39539"/>
                  <a:pt x="901126" y="60872"/>
                  <a:pt x="901126" y="93557"/>
                </a:cubicBezTo>
                <a:cubicBezTo>
                  <a:pt x="901126" y="128201"/>
                  <a:pt x="917961" y="149537"/>
                  <a:pt x="945754" y="149537"/>
                </a:cubicBezTo>
                <a:cubicBezTo>
                  <a:pt x="959845" y="149537"/>
                  <a:pt x="969632" y="144251"/>
                  <a:pt x="978439" y="131531"/>
                </a:cubicBezTo>
                <a:lnTo>
                  <a:pt x="978439" y="145033"/>
                </a:lnTo>
                <a:lnTo>
                  <a:pt x="992924" y="145033"/>
                </a:lnTo>
                <a:lnTo>
                  <a:pt x="992924" y="2350"/>
                </a:lnTo>
                <a:moveTo>
                  <a:pt x="947908" y="54803"/>
                </a:moveTo>
                <a:cubicBezTo>
                  <a:pt x="965522" y="54803"/>
                  <a:pt x="976677" y="70268"/>
                  <a:pt x="976677" y="94928"/>
                </a:cubicBezTo>
                <a:cubicBezTo>
                  <a:pt x="976677" y="118611"/>
                  <a:pt x="965325" y="134270"/>
                  <a:pt x="948102" y="134270"/>
                </a:cubicBezTo>
                <a:cubicBezTo>
                  <a:pt x="930096" y="134270"/>
                  <a:pt x="918156" y="118417"/>
                  <a:pt x="918156" y="94537"/>
                </a:cubicBezTo>
                <a:cubicBezTo>
                  <a:pt x="918156" y="70659"/>
                  <a:pt x="930096" y="54803"/>
                  <a:pt x="947908" y="54803"/>
                </a:cubicBezTo>
                <a:close/>
                <a:moveTo>
                  <a:pt x="1105273" y="99234"/>
                </a:moveTo>
                <a:cubicBezTo>
                  <a:pt x="1105273" y="83576"/>
                  <a:pt x="1104096" y="74180"/>
                  <a:pt x="1101160" y="66549"/>
                </a:cubicBezTo>
                <a:cubicBezTo>
                  <a:pt x="1094506" y="49714"/>
                  <a:pt x="1078848" y="39539"/>
                  <a:pt x="1059668" y="39539"/>
                </a:cubicBezTo>
                <a:cubicBezTo>
                  <a:pt x="1031090" y="39539"/>
                  <a:pt x="1012692" y="61263"/>
                  <a:pt x="1012692" y="95125"/>
                </a:cubicBezTo>
                <a:cubicBezTo>
                  <a:pt x="1012692" y="128986"/>
                  <a:pt x="1030307" y="149537"/>
                  <a:pt x="1059277" y="149537"/>
                </a:cubicBezTo>
                <a:cubicBezTo>
                  <a:pt x="1082763" y="149537"/>
                  <a:pt x="1099007" y="136226"/>
                  <a:pt x="1103119" y="113913"/>
                </a:cubicBezTo>
                <a:lnTo>
                  <a:pt x="1086678" y="113913"/>
                </a:lnTo>
                <a:cubicBezTo>
                  <a:pt x="1082175" y="127419"/>
                  <a:pt x="1072976" y="134467"/>
                  <a:pt x="1059862" y="134467"/>
                </a:cubicBezTo>
                <a:cubicBezTo>
                  <a:pt x="1049490" y="134467"/>
                  <a:pt x="1040682" y="129769"/>
                  <a:pt x="1035202" y="121156"/>
                </a:cubicBezTo>
                <a:cubicBezTo>
                  <a:pt x="1031287" y="115284"/>
                  <a:pt x="1029916" y="109413"/>
                  <a:pt x="1029722" y="99234"/>
                </a:cubicBezTo>
                <a:lnTo>
                  <a:pt x="1105273" y="99234"/>
                </a:lnTo>
                <a:moveTo>
                  <a:pt x="1030113" y="85926"/>
                </a:moveTo>
                <a:cubicBezTo>
                  <a:pt x="1031481" y="66941"/>
                  <a:pt x="1043030" y="54609"/>
                  <a:pt x="1059471" y="54609"/>
                </a:cubicBezTo>
                <a:cubicBezTo>
                  <a:pt x="1076109" y="54609"/>
                  <a:pt x="1087655" y="67526"/>
                  <a:pt x="1087655" y="85926"/>
                </a:cubicBezTo>
                <a:lnTo>
                  <a:pt x="1030113" y="859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7A230-C5A2-4BA2-9E17-D07CA7D7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753" y="837411"/>
            <a:ext cx="1509221" cy="431543"/>
          </a:xfrm>
          <a:custGeom xmlns:a="http://schemas.openxmlformats.org/drawingml/2006/main">
            <a:pathLst>
              <a:path w="1509221" h="431543">
                <a:moveTo>
                  <a:pt x="0" y="36551"/>
                </a:moveTo>
                <a:cubicBezTo>
                  <a:pt x="0" y="16311"/>
                  <a:pt x="16311" y="0"/>
                  <a:pt x="36551" y="0"/>
                </a:cubicBezTo>
                <a:lnTo>
                  <a:pt x="1472669" y="0"/>
                </a:lnTo>
                <a:cubicBezTo>
                  <a:pt x="1492910" y="0"/>
                  <a:pt x="1509221" y="16311"/>
                  <a:pt x="1509221" y="36551"/>
                </a:cubicBezTo>
                <a:lnTo>
                  <a:pt x="1509221" y="394991"/>
                </a:lnTo>
                <a:cubicBezTo>
                  <a:pt x="1509221" y="415232"/>
                  <a:pt x="1492910" y="431543"/>
                  <a:pt x="1472669" y="431543"/>
                </a:cubicBezTo>
                <a:lnTo>
                  <a:pt x="36551" y="431543"/>
                </a:lnTo>
                <a:cubicBezTo>
                  <a:pt x="16311" y="431543"/>
                  <a:pt x="0" y="415232"/>
                  <a:pt x="0" y="394991"/>
                </a:cubicBezTo>
                <a:lnTo>
                  <a:pt x="0" y="36551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C5FD4-632D-4326-92CE-4042A01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753" y="837411"/>
            <a:ext cx="1509221" cy="431543"/>
          </a:xfrm>
          <a:custGeom xmlns:a="http://schemas.openxmlformats.org/drawingml/2006/main">
            <a:pathLst>
              <a:path w="1509221" h="431543" fill="none">
                <a:moveTo>
                  <a:pt x="0" y="36551"/>
                </a:moveTo>
                <a:cubicBezTo>
                  <a:pt x="0" y="16311"/>
                  <a:pt x="16311" y="0"/>
                  <a:pt x="36551" y="0"/>
                </a:cubicBezTo>
                <a:lnTo>
                  <a:pt x="1472669" y="0"/>
                </a:lnTo>
                <a:cubicBezTo>
                  <a:pt x="1492910" y="0"/>
                  <a:pt x="1509221" y="16311"/>
                  <a:pt x="1509221" y="36551"/>
                </a:cubicBezTo>
                <a:lnTo>
                  <a:pt x="1509221" y="394991"/>
                </a:lnTo>
                <a:cubicBezTo>
                  <a:pt x="1509221" y="415232"/>
                  <a:pt x="1492910" y="431543"/>
                  <a:pt x="1472669" y="431543"/>
                </a:cubicBezTo>
                <a:lnTo>
                  <a:pt x="36551" y="431543"/>
                </a:lnTo>
                <a:cubicBezTo>
                  <a:pt x="16311" y="431543"/>
                  <a:pt x="0" y="415232"/>
                  <a:pt x="0" y="394991"/>
                </a:cubicBezTo>
                <a:lnTo>
                  <a:pt x="0" y="365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38" name="Text CodeContext">
            <a:extLst xmlns:a="http://schemas.openxmlformats.org/drawingml/2006/main">
              <a:ext uri="{FF2B5EF4-FFF2-40B4-BE49-F238E27FC236}">
                <a16:creationId xmlns:a16="http://schemas.microsoft.com/office/drawing/2014/main" id="{9E2440EC-B15D-4D57-BD2F-E021B68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143" y="964548"/>
            <a:ext cx="1181409" cy="149537"/>
          </a:xfrm>
          <a:custGeom xmlns:a="http://schemas.openxmlformats.org/drawingml/2006/main">
            <a:pathLst>
              <a:path w="1181409" h="149537">
                <a:moveTo>
                  <a:pt x="120176" y="46584"/>
                </a:moveTo>
                <a:cubicBezTo>
                  <a:pt x="114502" y="15267"/>
                  <a:pt x="96496" y="0"/>
                  <a:pt x="65179" y="0"/>
                </a:cubicBezTo>
                <a:cubicBezTo>
                  <a:pt x="45996" y="0"/>
                  <a:pt x="30535" y="6069"/>
                  <a:pt x="19965" y="17812"/>
                </a:cubicBezTo>
                <a:cubicBezTo>
                  <a:pt x="7048" y="31905"/>
                  <a:pt x="0" y="52259"/>
                  <a:pt x="0" y="75357"/>
                </a:cubicBezTo>
                <a:cubicBezTo>
                  <a:pt x="0" y="98843"/>
                  <a:pt x="7242" y="119002"/>
                  <a:pt x="20553" y="132899"/>
                </a:cubicBezTo>
                <a:cubicBezTo>
                  <a:pt x="31708" y="144251"/>
                  <a:pt x="45802" y="149537"/>
                  <a:pt x="64396" y="149537"/>
                </a:cubicBezTo>
                <a:cubicBezTo>
                  <a:pt x="99234" y="149537"/>
                  <a:pt x="118808" y="130746"/>
                  <a:pt x="123112" y="92972"/>
                </a:cubicBezTo>
                <a:lnTo>
                  <a:pt x="104323" y="92972"/>
                </a:lnTo>
                <a:cubicBezTo>
                  <a:pt x="102759" y="102759"/>
                  <a:pt x="100799" y="109413"/>
                  <a:pt x="97864" y="115087"/>
                </a:cubicBezTo>
                <a:cubicBezTo>
                  <a:pt x="91992" y="126833"/>
                  <a:pt x="79858" y="133487"/>
                  <a:pt x="64590" y="133487"/>
                </a:cubicBezTo>
                <a:cubicBezTo>
                  <a:pt x="36209" y="133487"/>
                  <a:pt x="18203" y="110783"/>
                  <a:pt x="18203" y="75160"/>
                </a:cubicBezTo>
                <a:cubicBezTo>
                  <a:pt x="18203" y="38559"/>
                  <a:pt x="35232" y="16050"/>
                  <a:pt x="63025" y="16050"/>
                </a:cubicBezTo>
                <a:cubicBezTo>
                  <a:pt x="74574" y="16050"/>
                  <a:pt x="85338" y="19377"/>
                  <a:pt x="91209" y="25054"/>
                </a:cubicBezTo>
                <a:cubicBezTo>
                  <a:pt x="96496" y="29946"/>
                  <a:pt x="99431" y="35818"/>
                  <a:pt x="101582" y="46584"/>
                </a:cubicBezTo>
                <a:lnTo>
                  <a:pt x="120176" y="46584"/>
                </a:lnTo>
                <a:close/>
                <a:moveTo>
                  <a:pt x="185157" y="39539"/>
                </a:moveTo>
                <a:cubicBezTo>
                  <a:pt x="156190" y="39539"/>
                  <a:pt x="138967" y="60090"/>
                  <a:pt x="138967" y="94537"/>
                </a:cubicBezTo>
                <a:cubicBezTo>
                  <a:pt x="138967" y="129181"/>
                  <a:pt x="156190" y="149537"/>
                  <a:pt x="185354" y="149537"/>
                </a:cubicBezTo>
                <a:cubicBezTo>
                  <a:pt x="214321" y="149537"/>
                  <a:pt x="231741" y="128986"/>
                  <a:pt x="231741" y="95319"/>
                </a:cubicBezTo>
                <a:cubicBezTo>
                  <a:pt x="231741" y="59698"/>
                  <a:pt x="214909" y="39539"/>
                  <a:pt x="185157" y="39539"/>
                </a:cubicBezTo>
                <a:moveTo>
                  <a:pt x="185354" y="54609"/>
                </a:moveTo>
                <a:cubicBezTo>
                  <a:pt x="203751" y="54609"/>
                  <a:pt x="214712" y="69679"/>
                  <a:pt x="214712" y="95125"/>
                </a:cubicBezTo>
                <a:cubicBezTo>
                  <a:pt x="214712" y="119394"/>
                  <a:pt x="203360" y="134467"/>
                  <a:pt x="185354" y="134467"/>
                </a:cubicBezTo>
                <a:cubicBezTo>
                  <a:pt x="167151" y="134467"/>
                  <a:pt x="155993" y="119394"/>
                  <a:pt x="155993" y="94537"/>
                </a:cubicBezTo>
                <a:cubicBezTo>
                  <a:pt x="155993" y="69679"/>
                  <a:pt x="167151" y="54609"/>
                  <a:pt x="185354" y="54609"/>
                </a:cubicBezTo>
                <a:close/>
                <a:moveTo>
                  <a:pt x="337630" y="2350"/>
                </a:moveTo>
                <a:lnTo>
                  <a:pt x="321383" y="2350"/>
                </a:lnTo>
                <a:lnTo>
                  <a:pt x="321383" y="55392"/>
                </a:lnTo>
                <a:cubicBezTo>
                  <a:pt x="314535" y="45019"/>
                  <a:pt x="303574" y="39539"/>
                  <a:pt x="289872" y="39539"/>
                </a:cubicBezTo>
                <a:cubicBezTo>
                  <a:pt x="263253" y="39539"/>
                  <a:pt x="245832" y="60872"/>
                  <a:pt x="245832" y="93557"/>
                </a:cubicBezTo>
                <a:cubicBezTo>
                  <a:pt x="245832" y="128201"/>
                  <a:pt x="262667" y="149537"/>
                  <a:pt x="290460" y="149537"/>
                </a:cubicBezTo>
                <a:cubicBezTo>
                  <a:pt x="304551" y="149537"/>
                  <a:pt x="314338" y="144251"/>
                  <a:pt x="323145" y="131531"/>
                </a:cubicBezTo>
                <a:lnTo>
                  <a:pt x="323145" y="145033"/>
                </a:lnTo>
                <a:lnTo>
                  <a:pt x="337630" y="145033"/>
                </a:lnTo>
                <a:lnTo>
                  <a:pt x="337630" y="2350"/>
                </a:lnTo>
                <a:moveTo>
                  <a:pt x="292614" y="54803"/>
                </a:moveTo>
                <a:cubicBezTo>
                  <a:pt x="310228" y="54803"/>
                  <a:pt x="321383" y="70268"/>
                  <a:pt x="321383" y="94928"/>
                </a:cubicBezTo>
                <a:cubicBezTo>
                  <a:pt x="321383" y="118611"/>
                  <a:pt x="310031" y="134270"/>
                  <a:pt x="292808" y="134270"/>
                </a:cubicBezTo>
                <a:cubicBezTo>
                  <a:pt x="274802" y="134270"/>
                  <a:pt x="262861" y="118417"/>
                  <a:pt x="262861" y="94537"/>
                </a:cubicBezTo>
                <a:cubicBezTo>
                  <a:pt x="262861" y="70659"/>
                  <a:pt x="274802" y="54803"/>
                  <a:pt x="292614" y="54803"/>
                </a:cubicBezTo>
                <a:close/>
                <a:moveTo>
                  <a:pt x="449979" y="99234"/>
                </a:moveTo>
                <a:cubicBezTo>
                  <a:pt x="449979" y="83576"/>
                  <a:pt x="448803" y="74180"/>
                  <a:pt x="445867" y="66549"/>
                </a:cubicBezTo>
                <a:cubicBezTo>
                  <a:pt x="439213" y="49714"/>
                  <a:pt x="423554" y="39539"/>
                  <a:pt x="404375" y="39539"/>
                </a:cubicBezTo>
                <a:cubicBezTo>
                  <a:pt x="375796" y="39539"/>
                  <a:pt x="357399" y="61263"/>
                  <a:pt x="357399" y="95125"/>
                </a:cubicBezTo>
                <a:cubicBezTo>
                  <a:pt x="357399" y="128986"/>
                  <a:pt x="375014" y="149537"/>
                  <a:pt x="403983" y="149537"/>
                </a:cubicBezTo>
                <a:cubicBezTo>
                  <a:pt x="427470" y="149537"/>
                  <a:pt x="443714" y="136226"/>
                  <a:pt x="447826" y="113913"/>
                </a:cubicBezTo>
                <a:lnTo>
                  <a:pt x="431385" y="113913"/>
                </a:lnTo>
                <a:cubicBezTo>
                  <a:pt x="426881" y="127419"/>
                  <a:pt x="417683" y="134467"/>
                  <a:pt x="404569" y="134467"/>
                </a:cubicBezTo>
                <a:cubicBezTo>
                  <a:pt x="394196" y="134467"/>
                  <a:pt x="385389" y="129769"/>
                  <a:pt x="379909" y="121156"/>
                </a:cubicBezTo>
                <a:cubicBezTo>
                  <a:pt x="375993" y="115284"/>
                  <a:pt x="374623" y="109413"/>
                  <a:pt x="374428" y="99234"/>
                </a:cubicBezTo>
                <a:lnTo>
                  <a:pt x="449979" y="99234"/>
                </a:lnTo>
                <a:moveTo>
                  <a:pt x="374820" y="85926"/>
                </a:moveTo>
                <a:cubicBezTo>
                  <a:pt x="376187" y="66941"/>
                  <a:pt x="387737" y="54609"/>
                  <a:pt x="404178" y="54609"/>
                </a:cubicBezTo>
                <a:cubicBezTo>
                  <a:pt x="420816" y="54609"/>
                  <a:pt x="432362" y="67526"/>
                  <a:pt x="432362" y="85926"/>
                </a:cubicBezTo>
                <a:lnTo>
                  <a:pt x="374820" y="85926"/>
                </a:lnTo>
                <a:close/>
                <a:moveTo>
                  <a:pt x="641593" y="46584"/>
                </a:moveTo>
                <a:cubicBezTo>
                  <a:pt x="635919" y="15267"/>
                  <a:pt x="617913" y="0"/>
                  <a:pt x="586596" y="0"/>
                </a:cubicBezTo>
                <a:cubicBezTo>
                  <a:pt x="567413" y="0"/>
                  <a:pt x="551952" y="6069"/>
                  <a:pt x="541382" y="17812"/>
                </a:cubicBezTo>
                <a:cubicBezTo>
                  <a:pt x="528465" y="31905"/>
                  <a:pt x="521417" y="52259"/>
                  <a:pt x="521417" y="75357"/>
                </a:cubicBezTo>
                <a:cubicBezTo>
                  <a:pt x="521417" y="98843"/>
                  <a:pt x="528660" y="119002"/>
                  <a:pt x="541971" y="132899"/>
                </a:cubicBezTo>
                <a:cubicBezTo>
                  <a:pt x="553125" y="144251"/>
                  <a:pt x="567219" y="149537"/>
                  <a:pt x="585813" y="149537"/>
                </a:cubicBezTo>
                <a:cubicBezTo>
                  <a:pt x="620652" y="149537"/>
                  <a:pt x="640225" y="130746"/>
                  <a:pt x="644529" y="92972"/>
                </a:cubicBezTo>
                <a:lnTo>
                  <a:pt x="625741" y="92972"/>
                </a:lnTo>
                <a:cubicBezTo>
                  <a:pt x="624176" y="102759"/>
                  <a:pt x="622217" y="109413"/>
                  <a:pt x="619281" y="115087"/>
                </a:cubicBezTo>
                <a:cubicBezTo>
                  <a:pt x="613409" y="126833"/>
                  <a:pt x="601275" y="133487"/>
                  <a:pt x="586007" y="133487"/>
                </a:cubicBezTo>
                <a:cubicBezTo>
                  <a:pt x="557626" y="133487"/>
                  <a:pt x="539620" y="110783"/>
                  <a:pt x="539620" y="75160"/>
                </a:cubicBezTo>
                <a:cubicBezTo>
                  <a:pt x="539620" y="38559"/>
                  <a:pt x="556650" y="16050"/>
                  <a:pt x="584443" y="16050"/>
                </a:cubicBezTo>
                <a:cubicBezTo>
                  <a:pt x="595992" y="16050"/>
                  <a:pt x="606755" y="19377"/>
                  <a:pt x="612627" y="25054"/>
                </a:cubicBezTo>
                <a:cubicBezTo>
                  <a:pt x="617913" y="29946"/>
                  <a:pt x="620849" y="35818"/>
                  <a:pt x="622999" y="46584"/>
                </a:cubicBezTo>
                <a:lnTo>
                  <a:pt x="641593" y="46584"/>
                </a:lnTo>
                <a:close/>
                <a:moveTo>
                  <a:pt x="706574" y="39539"/>
                </a:moveTo>
                <a:cubicBezTo>
                  <a:pt x="677607" y="39539"/>
                  <a:pt x="660384" y="60090"/>
                  <a:pt x="660384" y="94537"/>
                </a:cubicBezTo>
                <a:cubicBezTo>
                  <a:pt x="660384" y="129181"/>
                  <a:pt x="677607" y="149537"/>
                  <a:pt x="706771" y="149537"/>
                </a:cubicBezTo>
                <a:cubicBezTo>
                  <a:pt x="735738" y="149537"/>
                  <a:pt x="753158" y="128986"/>
                  <a:pt x="753158" y="95319"/>
                </a:cubicBezTo>
                <a:cubicBezTo>
                  <a:pt x="753158" y="59698"/>
                  <a:pt x="736326" y="39539"/>
                  <a:pt x="706574" y="39539"/>
                </a:cubicBezTo>
                <a:moveTo>
                  <a:pt x="706771" y="54609"/>
                </a:moveTo>
                <a:cubicBezTo>
                  <a:pt x="725168" y="54609"/>
                  <a:pt x="736129" y="69679"/>
                  <a:pt x="736129" y="95125"/>
                </a:cubicBezTo>
                <a:cubicBezTo>
                  <a:pt x="736129" y="119394"/>
                  <a:pt x="724777" y="134467"/>
                  <a:pt x="706771" y="134467"/>
                </a:cubicBezTo>
                <a:cubicBezTo>
                  <a:pt x="688568" y="134467"/>
                  <a:pt x="677410" y="119394"/>
                  <a:pt x="677410" y="94537"/>
                </a:cubicBezTo>
                <a:cubicBezTo>
                  <a:pt x="677410" y="69679"/>
                  <a:pt x="688568" y="54609"/>
                  <a:pt x="706771" y="54609"/>
                </a:cubicBezTo>
                <a:close/>
                <a:moveTo>
                  <a:pt x="775863" y="42475"/>
                </a:moveTo>
                <a:lnTo>
                  <a:pt x="775863" y="145033"/>
                </a:lnTo>
                <a:lnTo>
                  <a:pt x="792304" y="145033"/>
                </a:lnTo>
                <a:lnTo>
                  <a:pt x="792304" y="88471"/>
                </a:lnTo>
                <a:cubicBezTo>
                  <a:pt x="792304" y="67526"/>
                  <a:pt x="803265" y="53827"/>
                  <a:pt x="820097" y="53827"/>
                </a:cubicBezTo>
                <a:cubicBezTo>
                  <a:pt x="833017" y="53827"/>
                  <a:pt x="841236" y="61655"/>
                  <a:pt x="841236" y="73986"/>
                </a:cubicBezTo>
                <a:lnTo>
                  <a:pt x="841236" y="145033"/>
                </a:lnTo>
                <a:lnTo>
                  <a:pt x="857483" y="145033"/>
                </a:lnTo>
                <a:lnTo>
                  <a:pt x="857483" y="67526"/>
                </a:lnTo>
                <a:cubicBezTo>
                  <a:pt x="857483" y="50500"/>
                  <a:pt x="844760" y="39539"/>
                  <a:pt x="824992" y="39539"/>
                </a:cubicBezTo>
                <a:cubicBezTo>
                  <a:pt x="809725" y="39539"/>
                  <a:pt x="799938" y="45411"/>
                  <a:pt x="790933" y="59698"/>
                </a:cubicBezTo>
                <a:lnTo>
                  <a:pt x="790933" y="42475"/>
                </a:lnTo>
                <a:lnTo>
                  <a:pt x="775863" y="42475"/>
                </a:lnTo>
                <a:close/>
                <a:moveTo>
                  <a:pt x="919919" y="42475"/>
                </a:moveTo>
                <a:lnTo>
                  <a:pt x="903087" y="42475"/>
                </a:lnTo>
                <a:lnTo>
                  <a:pt x="903087" y="14288"/>
                </a:lnTo>
                <a:lnTo>
                  <a:pt x="886840" y="14288"/>
                </a:lnTo>
                <a:lnTo>
                  <a:pt x="886840" y="42475"/>
                </a:lnTo>
                <a:lnTo>
                  <a:pt x="872944" y="42475"/>
                </a:lnTo>
                <a:lnTo>
                  <a:pt x="872944" y="55783"/>
                </a:lnTo>
                <a:lnTo>
                  <a:pt x="886840" y="55783"/>
                </a:lnTo>
                <a:lnTo>
                  <a:pt x="886840" y="133290"/>
                </a:lnTo>
                <a:cubicBezTo>
                  <a:pt x="886840" y="143860"/>
                  <a:pt x="893886" y="149537"/>
                  <a:pt x="906608" y="149537"/>
                </a:cubicBezTo>
                <a:cubicBezTo>
                  <a:pt x="910915" y="149537"/>
                  <a:pt x="914439" y="149146"/>
                  <a:pt x="919919" y="148166"/>
                </a:cubicBezTo>
                <a:lnTo>
                  <a:pt x="919919" y="134467"/>
                </a:lnTo>
                <a:cubicBezTo>
                  <a:pt x="917569" y="135052"/>
                  <a:pt x="915416" y="135249"/>
                  <a:pt x="912089" y="135249"/>
                </a:cubicBezTo>
                <a:cubicBezTo>
                  <a:pt x="905043" y="135249"/>
                  <a:pt x="903087" y="133290"/>
                  <a:pt x="903087" y="126048"/>
                </a:cubicBezTo>
                <a:lnTo>
                  <a:pt x="903087" y="55783"/>
                </a:lnTo>
                <a:lnTo>
                  <a:pt x="919919" y="55783"/>
                </a:lnTo>
                <a:lnTo>
                  <a:pt x="919919" y="42475"/>
                </a:lnTo>
                <a:close/>
                <a:moveTo>
                  <a:pt x="1025025" y="99234"/>
                </a:moveTo>
                <a:cubicBezTo>
                  <a:pt x="1025025" y="83576"/>
                  <a:pt x="1023848" y="74180"/>
                  <a:pt x="1020912" y="66549"/>
                </a:cubicBezTo>
                <a:cubicBezTo>
                  <a:pt x="1014258" y="49714"/>
                  <a:pt x="998600" y="39539"/>
                  <a:pt x="979420" y="39539"/>
                </a:cubicBezTo>
                <a:cubicBezTo>
                  <a:pt x="950842" y="39539"/>
                  <a:pt x="932445" y="61263"/>
                  <a:pt x="932445" y="95125"/>
                </a:cubicBezTo>
                <a:cubicBezTo>
                  <a:pt x="932445" y="128986"/>
                  <a:pt x="950059" y="149537"/>
                  <a:pt x="979029" y="149537"/>
                </a:cubicBezTo>
                <a:cubicBezTo>
                  <a:pt x="1002515" y="149537"/>
                  <a:pt x="1018759" y="136226"/>
                  <a:pt x="1022872" y="113913"/>
                </a:cubicBezTo>
                <a:lnTo>
                  <a:pt x="1006431" y="113913"/>
                </a:lnTo>
                <a:cubicBezTo>
                  <a:pt x="1001927" y="127419"/>
                  <a:pt x="992728" y="134467"/>
                  <a:pt x="979614" y="134467"/>
                </a:cubicBezTo>
                <a:cubicBezTo>
                  <a:pt x="969242" y="134467"/>
                  <a:pt x="960435" y="129769"/>
                  <a:pt x="954954" y="121156"/>
                </a:cubicBezTo>
                <a:cubicBezTo>
                  <a:pt x="951039" y="115284"/>
                  <a:pt x="949668" y="109413"/>
                  <a:pt x="949474" y="99234"/>
                </a:cubicBezTo>
                <a:lnTo>
                  <a:pt x="1025025" y="99234"/>
                </a:lnTo>
                <a:moveTo>
                  <a:pt x="949865" y="85926"/>
                </a:moveTo>
                <a:cubicBezTo>
                  <a:pt x="951233" y="66941"/>
                  <a:pt x="962782" y="54609"/>
                  <a:pt x="979223" y="54609"/>
                </a:cubicBezTo>
                <a:cubicBezTo>
                  <a:pt x="995861" y="54609"/>
                  <a:pt x="1007407" y="67526"/>
                  <a:pt x="1007407" y="85926"/>
                </a:cubicBezTo>
                <a:lnTo>
                  <a:pt x="949865" y="85926"/>
                </a:lnTo>
                <a:close/>
                <a:moveTo>
                  <a:pt x="1090592" y="91992"/>
                </a:moveTo>
                <a:lnTo>
                  <a:pt x="1125039" y="42475"/>
                </a:lnTo>
                <a:lnTo>
                  <a:pt x="1106642" y="42475"/>
                </a:lnTo>
                <a:lnTo>
                  <a:pt x="1081979" y="79660"/>
                </a:lnTo>
                <a:lnTo>
                  <a:pt x="1057319" y="42475"/>
                </a:lnTo>
                <a:lnTo>
                  <a:pt x="1038724" y="42475"/>
                </a:lnTo>
                <a:lnTo>
                  <a:pt x="1072977" y="92774"/>
                </a:lnTo>
                <a:lnTo>
                  <a:pt x="1036768" y="145033"/>
                </a:lnTo>
                <a:lnTo>
                  <a:pt x="1055362" y="145033"/>
                </a:lnTo>
                <a:lnTo>
                  <a:pt x="1081393" y="105694"/>
                </a:lnTo>
                <a:lnTo>
                  <a:pt x="1107033" y="145033"/>
                </a:lnTo>
                <a:lnTo>
                  <a:pt x="1126018" y="145033"/>
                </a:lnTo>
                <a:lnTo>
                  <a:pt x="1090592" y="91992"/>
                </a:lnTo>
                <a:close/>
                <a:moveTo>
                  <a:pt x="1181409" y="42475"/>
                </a:moveTo>
                <a:lnTo>
                  <a:pt x="1164577" y="42475"/>
                </a:lnTo>
                <a:lnTo>
                  <a:pt x="1164577" y="14288"/>
                </a:lnTo>
                <a:lnTo>
                  <a:pt x="1148330" y="14288"/>
                </a:lnTo>
                <a:lnTo>
                  <a:pt x="1148330" y="42475"/>
                </a:lnTo>
                <a:lnTo>
                  <a:pt x="1134434" y="42475"/>
                </a:lnTo>
                <a:lnTo>
                  <a:pt x="1134434" y="55783"/>
                </a:lnTo>
                <a:lnTo>
                  <a:pt x="1148330" y="55783"/>
                </a:lnTo>
                <a:lnTo>
                  <a:pt x="1148330" y="133290"/>
                </a:lnTo>
                <a:cubicBezTo>
                  <a:pt x="1148330" y="143860"/>
                  <a:pt x="1155375" y="149537"/>
                  <a:pt x="1168098" y="149537"/>
                </a:cubicBezTo>
                <a:cubicBezTo>
                  <a:pt x="1172405" y="149537"/>
                  <a:pt x="1175929" y="149146"/>
                  <a:pt x="1181409" y="148166"/>
                </a:cubicBezTo>
                <a:lnTo>
                  <a:pt x="1181409" y="134467"/>
                </a:lnTo>
                <a:cubicBezTo>
                  <a:pt x="1179059" y="135052"/>
                  <a:pt x="1176906" y="135249"/>
                  <a:pt x="1173579" y="135249"/>
                </a:cubicBezTo>
                <a:cubicBezTo>
                  <a:pt x="1166533" y="135249"/>
                  <a:pt x="1164577" y="133290"/>
                  <a:pt x="1164577" y="126048"/>
                </a:cubicBezTo>
                <a:lnTo>
                  <a:pt x="1164577" y="55783"/>
                </a:lnTo>
                <a:lnTo>
                  <a:pt x="1181409" y="55783"/>
                </a:lnTo>
                <a:lnTo>
                  <a:pt x="1181409" y="424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B0BB1-17C7-469F-8C78-DA96B6B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782" y="1344415"/>
            <a:ext cx="117908" cy="314224"/>
          </a:xfrm>
          <a:custGeom xmlns:a="http://schemas.openxmlformats.org/drawingml/2006/main">
            <a:pathLst>
              <a:path w="117908" h="314224">
                <a:moveTo>
                  <a:pt x="49128" y="196317"/>
                </a:moveTo>
                <a:lnTo>
                  <a:pt x="0" y="196317"/>
                </a:lnTo>
                <a:lnTo>
                  <a:pt x="58954" y="314224"/>
                </a:lnTo>
                <a:lnTo>
                  <a:pt x="117908" y="196317"/>
                </a:lnTo>
                <a:lnTo>
                  <a:pt x="68780" y="196317"/>
                </a:lnTo>
                <a:lnTo>
                  <a:pt x="68780" y="157014"/>
                </a:lnTo>
                <a:lnTo>
                  <a:pt x="68780" y="147188"/>
                </a:lnTo>
                <a:lnTo>
                  <a:pt x="68780" y="0"/>
                </a:lnTo>
                <a:lnTo>
                  <a:pt x="49128" y="0"/>
                </a:lnTo>
                <a:lnTo>
                  <a:pt x="49128" y="157014"/>
                </a:lnTo>
                <a:lnTo>
                  <a:pt x="49128" y="166840"/>
                </a:lnTo>
                <a:lnTo>
                  <a:pt x="49128" y="196317"/>
                </a:lnTo>
                <a:close/>
              </a:path>
            </a:pathLst>
          </a:custGeom>
          <a:solidFill xmlns:a="http://schemas.openxmlformats.org/drawingml/2006/main">
            <a:srgbClr val="333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54AC6-70B0-4817-B0B0-58D1BE7C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343" y="4544434"/>
            <a:ext cx="3732374" cy="239156"/>
          </a:xfrm>
          <a:custGeom xmlns:a="http://schemas.openxmlformats.org/drawingml/2006/main">
            <a:pathLst>
              <a:path w="3732374" h="239156">
                <a:moveTo>
                  <a:pt x="3732374" y="137559"/>
                </a:moveTo>
                <a:lnTo>
                  <a:pt x="3673420" y="19651"/>
                </a:lnTo>
                <a:lnTo>
                  <a:pt x="3614466" y="137559"/>
                </a:lnTo>
                <a:lnTo>
                  <a:pt x="3663594" y="137559"/>
                </a:lnTo>
                <a:lnTo>
                  <a:pt x="3663594" y="219505"/>
                </a:lnTo>
                <a:lnTo>
                  <a:pt x="19651" y="219505"/>
                </a:lnTo>
                <a:lnTo>
                  <a:pt x="19651" y="0"/>
                </a:lnTo>
                <a:lnTo>
                  <a:pt x="0" y="0"/>
                </a:lnTo>
                <a:lnTo>
                  <a:pt x="0" y="239156"/>
                </a:lnTo>
                <a:lnTo>
                  <a:pt x="3683246" y="239156"/>
                </a:lnTo>
                <a:lnTo>
                  <a:pt x="3683246" y="137559"/>
                </a:lnTo>
                <a:lnTo>
                  <a:pt x="3732374" y="137559"/>
                </a:lnTo>
                <a:close/>
              </a:path>
            </a:pathLst>
          </a:custGeom>
          <a:solidFill xmlns:a="http://schemas.openxmlformats.org/drawingml/2006/main">
            <a:srgbClr val="333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4A252-393E-4EE9-AED4-D141D6F0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4001" y="3485622"/>
            <a:ext cx="117908" cy="216557"/>
          </a:xfrm>
          <a:custGeom xmlns:a="http://schemas.openxmlformats.org/drawingml/2006/main">
            <a:pathLst>
              <a:path w="117908" h="216557">
                <a:moveTo>
                  <a:pt x="117908" y="117908"/>
                </a:moveTo>
                <a:lnTo>
                  <a:pt x="58954" y="0"/>
                </a:lnTo>
                <a:lnTo>
                  <a:pt x="0" y="117908"/>
                </a:lnTo>
                <a:lnTo>
                  <a:pt x="49128" y="117908"/>
                </a:lnTo>
                <a:lnTo>
                  <a:pt x="49128" y="216557"/>
                </a:lnTo>
                <a:lnTo>
                  <a:pt x="68780" y="216557"/>
                </a:lnTo>
                <a:lnTo>
                  <a:pt x="68780" y="117908"/>
                </a:lnTo>
                <a:lnTo>
                  <a:pt x="117908" y="117908"/>
                </a:lnTo>
                <a:close/>
              </a:path>
            </a:pathLst>
          </a:custGeom>
          <a:solidFill xmlns:a="http://schemas.openxmlformats.org/drawingml/2006/main">
            <a:srgbClr val="333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03E0F-CCB0-487E-A110-7C5A8444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614" y="759592"/>
            <a:ext cx="10" cy="251537"/>
          </a:xfrm>
          <a:custGeom xmlns:a="http://schemas.openxmlformats.org/drawingml/2006/main">
            <a:pathLst>
              <a:path w="1" h="251537" fill="none">
                <a:moveTo>
                  <a:pt x="0" y="0"/>
                </a:moveTo>
                <a:lnTo>
                  <a:pt x="0" y="251537"/>
                </a:lnTo>
              </a:path>
            </a:pathLst>
          </a:custGeom>
          <a:noFill xmlns:a="http://schemas.openxmlformats.org/drawingml/2006/main"/>
          <a:ln xmlns:a="http://schemas.openxmlformats.org/drawingml/2006/main" w="9826" cap="flat">
            <a:solidFill>
              <a:srgbClr val="4472C4"/>
            </a:solidFill>
            <a:miter/>
          </a:ln>
        </p:spPr>
      </p:sp>
      <p:sp>
        <p:nvSpPr>
          <p:cNvPr id="143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C069996D-A670-4918-BE74-5428B4F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405" y="3157231"/>
            <a:ext cx="791461" cy="133000"/>
          </a:xfrm>
          <a:custGeom xmlns:a="http://schemas.openxmlformats.org/drawingml/2006/main">
            <a:pathLst>
              <a:path w="791461" h="133000">
                <a:moveTo>
                  <a:pt x="16627" y="0"/>
                </a:moveTo>
                <a:lnTo>
                  <a:pt x="0" y="0"/>
                </a:lnTo>
                <a:lnTo>
                  <a:pt x="0" y="128930"/>
                </a:lnTo>
                <a:lnTo>
                  <a:pt x="16627" y="128930"/>
                </a:lnTo>
                <a:lnTo>
                  <a:pt x="16627" y="0"/>
                </a:lnTo>
                <a:close/>
                <a:moveTo>
                  <a:pt x="43863" y="36257"/>
                </a:moveTo>
                <a:lnTo>
                  <a:pt x="43863" y="128930"/>
                </a:lnTo>
                <a:lnTo>
                  <a:pt x="58719" y="128930"/>
                </a:lnTo>
                <a:lnTo>
                  <a:pt x="58719" y="77820"/>
                </a:lnTo>
                <a:cubicBezTo>
                  <a:pt x="58719" y="58894"/>
                  <a:pt x="68623" y="46515"/>
                  <a:pt x="83833" y="46515"/>
                </a:cubicBezTo>
                <a:cubicBezTo>
                  <a:pt x="95507" y="46515"/>
                  <a:pt x="102934" y="53588"/>
                  <a:pt x="102934" y="64731"/>
                </a:cubicBezTo>
                <a:lnTo>
                  <a:pt x="102934" y="128930"/>
                </a:lnTo>
                <a:lnTo>
                  <a:pt x="117615" y="128930"/>
                </a:lnTo>
                <a:lnTo>
                  <a:pt x="117615" y="58894"/>
                </a:lnTo>
                <a:cubicBezTo>
                  <a:pt x="117615" y="43508"/>
                  <a:pt x="106119" y="33604"/>
                  <a:pt x="88256" y="33604"/>
                </a:cubicBezTo>
                <a:cubicBezTo>
                  <a:pt x="74460" y="33604"/>
                  <a:pt x="65617" y="38910"/>
                  <a:pt x="57480" y="51820"/>
                </a:cubicBezTo>
                <a:lnTo>
                  <a:pt x="57480" y="36257"/>
                </a:lnTo>
                <a:lnTo>
                  <a:pt x="43863" y="36257"/>
                </a:lnTo>
                <a:close/>
                <a:moveTo>
                  <a:pt x="208167" y="62078"/>
                </a:moveTo>
                <a:cubicBezTo>
                  <a:pt x="207991" y="43862"/>
                  <a:pt x="195963" y="33604"/>
                  <a:pt x="174563" y="33604"/>
                </a:cubicBezTo>
                <a:cubicBezTo>
                  <a:pt x="152987" y="33604"/>
                  <a:pt x="139015" y="44744"/>
                  <a:pt x="139015" y="61900"/>
                </a:cubicBezTo>
                <a:cubicBezTo>
                  <a:pt x="139015" y="76403"/>
                  <a:pt x="146442" y="83301"/>
                  <a:pt x="168375" y="88606"/>
                </a:cubicBezTo>
                <a:lnTo>
                  <a:pt x="182170" y="91966"/>
                </a:lnTo>
                <a:cubicBezTo>
                  <a:pt x="192428" y="94444"/>
                  <a:pt x="196495" y="98157"/>
                  <a:pt x="196495" y="104701"/>
                </a:cubicBezTo>
                <a:cubicBezTo>
                  <a:pt x="196495" y="113545"/>
                  <a:pt x="187829" y="119382"/>
                  <a:pt x="174919" y="119382"/>
                </a:cubicBezTo>
                <a:cubicBezTo>
                  <a:pt x="166958" y="119382"/>
                  <a:pt x="160238" y="117083"/>
                  <a:pt x="156525" y="113191"/>
                </a:cubicBezTo>
                <a:cubicBezTo>
                  <a:pt x="154225" y="110539"/>
                  <a:pt x="153165" y="107886"/>
                  <a:pt x="152279" y="101341"/>
                </a:cubicBezTo>
                <a:lnTo>
                  <a:pt x="136716" y="101341"/>
                </a:lnTo>
                <a:cubicBezTo>
                  <a:pt x="137423" y="122742"/>
                  <a:pt x="149449" y="133000"/>
                  <a:pt x="173680" y="133000"/>
                </a:cubicBezTo>
                <a:cubicBezTo>
                  <a:pt x="197027" y="133000"/>
                  <a:pt x="211883" y="121503"/>
                  <a:pt x="211883" y="103641"/>
                </a:cubicBezTo>
                <a:cubicBezTo>
                  <a:pt x="211883" y="89845"/>
                  <a:pt x="204100" y="82240"/>
                  <a:pt x="185706" y="77820"/>
                </a:cubicBezTo>
                <a:lnTo>
                  <a:pt x="171556" y="74457"/>
                </a:lnTo>
                <a:cubicBezTo>
                  <a:pt x="159531" y="71629"/>
                  <a:pt x="154401" y="67737"/>
                  <a:pt x="154401" y="61193"/>
                </a:cubicBezTo>
                <a:cubicBezTo>
                  <a:pt x="154401" y="52527"/>
                  <a:pt x="162006" y="47222"/>
                  <a:pt x="174034" y="47222"/>
                </a:cubicBezTo>
                <a:cubicBezTo>
                  <a:pt x="185884" y="47222"/>
                  <a:pt x="192250" y="52349"/>
                  <a:pt x="192603" y="62078"/>
                </a:cubicBezTo>
                <a:lnTo>
                  <a:pt x="208167" y="62078"/>
                </a:lnTo>
                <a:close/>
                <a:moveTo>
                  <a:pt x="265118" y="36257"/>
                </a:moveTo>
                <a:lnTo>
                  <a:pt x="249908" y="36257"/>
                </a:lnTo>
                <a:lnTo>
                  <a:pt x="249908" y="10787"/>
                </a:lnTo>
                <a:lnTo>
                  <a:pt x="235227" y="10787"/>
                </a:lnTo>
                <a:lnTo>
                  <a:pt x="235227" y="36257"/>
                </a:lnTo>
                <a:lnTo>
                  <a:pt x="222670" y="36257"/>
                </a:lnTo>
                <a:lnTo>
                  <a:pt x="222670" y="48282"/>
                </a:lnTo>
                <a:lnTo>
                  <a:pt x="235227" y="48282"/>
                </a:lnTo>
                <a:lnTo>
                  <a:pt x="235227" y="118319"/>
                </a:lnTo>
                <a:cubicBezTo>
                  <a:pt x="235227" y="127870"/>
                  <a:pt x="241594" y="133000"/>
                  <a:pt x="253090" y="133000"/>
                </a:cubicBezTo>
                <a:cubicBezTo>
                  <a:pt x="256982" y="133000"/>
                  <a:pt x="260166" y="132646"/>
                  <a:pt x="265118" y="131761"/>
                </a:cubicBezTo>
                <a:lnTo>
                  <a:pt x="265118" y="119382"/>
                </a:lnTo>
                <a:cubicBezTo>
                  <a:pt x="262994" y="119911"/>
                  <a:pt x="261049" y="120089"/>
                  <a:pt x="258042" y="120089"/>
                </a:cubicBezTo>
                <a:cubicBezTo>
                  <a:pt x="251676" y="120089"/>
                  <a:pt x="249908" y="118319"/>
                  <a:pt x="249908" y="111775"/>
                </a:cubicBezTo>
                <a:lnTo>
                  <a:pt x="249908" y="48282"/>
                </a:lnTo>
                <a:lnTo>
                  <a:pt x="265118" y="48282"/>
                </a:lnTo>
                <a:lnTo>
                  <a:pt x="265118" y="36257"/>
                </a:lnTo>
                <a:close/>
                <a:moveTo>
                  <a:pt x="281565" y="36257"/>
                </a:moveTo>
                <a:lnTo>
                  <a:pt x="281565" y="128930"/>
                </a:lnTo>
                <a:lnTo>
                  <a:pt x="296424" y="128930"/>
                </a:lnTo>
                <a:lnTo>
                  <a:pt x="296424" y="80826"/>
                </a:lnTo>
                <a:cubicBezTo>
                  <a:pt x="296599" y="58540"/>
                  <a:pt x="305796" y="48636"/>
                  <a:pt x="326136" y="49168"/>
                </a:cubicBezTo>
                <a:lnTo>
                  <a:pt x="326136" y="34133"/>
                </a:lnTo>
                <a:cubicBezTo>
                  <a:pt x="323659" y="33780"/>
                  <a:pt x="322245" y="33604"/>
                  <a:pt x="320475" y="33604"/>
                </a:cubicBezTo>
                <a:cubicBezTo>
                  <a:pt x="310924" y="33604"/>
                  <a:pt x="303675" y="39263"/>
                  <a:pt x="295185" y="53056"/>
                </a:cubicBezTo>
                <a:lnTo>
                  <a:pt x="295185" y="36257"/>
                </a:lnTo>
                <a:lnTo>
                  <a:pt x="281565" y="36257"/>
                </a:lnTo>
                <a:close/>
                <a:moveTo>
                  <a:pt x="413505" y="128930"/>
                </a:moveTo>
                <a:lnTo>
                  <a:pt x="413505" y="36257"/>
                </a:lnTo>
                <a:lnTo>
                  <a:pt x="398824" y="36257"/>
                </a:lnTo>
                <a:lnTo>
                  <a:pt x="398824" y="88784"/>
                </a:lnTo>
                <a:cubicBezTo>
                  <a:pt x="398824" y="107708"/>
                  <a:pt x="388920" y="120089"/>
                  <a:pt x="373535" y="120089"/>
                </a:cubicBezTo>
                <a:cubicBezTo>
                  <a:pt x="361860" y="120089"/>
                  <a:pt x="354434" y="113013"/>
                  <a:pt x="354434" y="101870"/>
                </a:cubicBezTo>
                <a:lnTo>
                  <a:pt x="354434" y="36257"/>
                </a:lnTo>
                <a:lnTo>
                  <a:pt x="339753" y="36257"/>
                </a:lnTo>
                <a:lnTo>
                  <a:pt x="339753" y="107708"/>
                </a:lnTo>
                <a:cubicBezTo>
                  <a:pt x="339753" y="123096"/>
                  <a:pt x="351249" y="133000"/>
                  <a:pt x="369290" y="133000"/>
                </a:cubicBezTo>
                <a:cubicBezTo>
                  <a:pt x="382908" y="133000"/>
                  <a:pt x="391573" y="128223"/>
                  <a:pt x="400241" y="116020"/>
                </a:cubicBezTo>
                <a:lnTo>
                  <a:pt x="400241" y="128930"/>
                </a:lnTo>
                <a:lnTo>
                  <a:pt x="413505" y="128930"/>
                </a:lnTo>
                <a:close/>
                <a:moveTo>
                  <a:pt x="510779" y="67384"/>
                </a:moveTo>
                <a:cubicBezTo>
                  <a:pt x="510072" y="58365"/>
                  <a:pt x="508126" y="52527"/>
                  <a:pt x="504588" y="47397"/>
                </a:cubicBezTo>
                <a:cubicBezTo>
                  <a:pt x="498222" y="38732"/>
                  <a:pt x="487079" y="33604"/>
                  <a:pt x="474168" y="33604"/>
                </a:cubicBezTo>
                <a:cubicBezTo>
                  <a:pt x="449054" y="33604"/>
                  <a:pt x="432959" y="53413"/>
                  <a:pt x="432959" y="84186"/>
                </a:cubicBezTo>
                <a:cubicBezTo>
                  <a:pt x="432959" y="114074"/>
                  <a:pt x="448876" y="133000"/>
                  <a:pt x="473993" y="133000"/>
                </a:cubicBezTo>
                <a:cubicBezTo>
                  <a:pt x="496100" y="133000"/>
                  <a:pt x="510072" y="119736"/>
                  <a:pt x="511839" y="97096"/>
                </a:cubicBezTo>
                <a:lnTo>
                  <a:pt x="496983" y="97096"/>
                </a:lnTo>
                <a:cubicBezTo>
                  <a:pt x="494508" y="111953"/>
                  <a:pt x="486903" y="119382"/>
                  <a:pt x="474346" y="119382"/>
                </a:cubicBezTo>
                <a:cubicBezTo>
                  <a:pt x="458073" y="119382"/>
                  <a:pt x="448347" y="106115"/>
                  <a:pt x="448347" y="84186"/>
                </a:cubicBezTo>
                <a:cubicBezTo>
                  <a:pt x="448347" y="61018"/>
                  <a:pt x="457898" y="47222"/>
                  <a:pt x="473993" y="47222"/>
                </a:cubicBezTo>
                <a:cubicBezTo>
                  <a:pt x="486372" y="47222"/>
                  <a:pt x="494155" y="54473"/>
                  <a:pt x="495922" y="67384"/>
                </a:cubicBezTo>
                <a:lnTo>
                  <a:pt x="510779" y="67384"/>
                </a:lnTo>
                <a:close/>
                <a:moveTo>
                  <a:pt x="561893" y="36257"/>
                </a:moveTo>
                <a:lnTo>
                  <a:pt x="546683" y="36257"/>
                </a:lnTo>
                <a:lnTo>
                  <a:pt x="546683" y="10787"/>
                </a:lnTo>
                <a:lnTo>
                  <a:pt x="532003" y="10787"/>
                </a:lnTo>
                <a:lnTo>
                  <a:pt x="532003" y="36257"/>
                </a:lnTo>
                <a:lnTo>
                  <a:pt x="519446" y="36257"/>
                </a:lnTo>
                <a:lnTo>
                  <a:pt x="519446" y="48282"/>
                </a:lnTo>
                <a:lnTo>
                  <a:pt x="532003" y="48282"/>
                </a:lnTo>
                <a:lnTo>
                  <a:pt x="532003" y="118319"/>
                </a:lnTo>
                <a:cubicBezTo>
                  <a:pt x="532003" y="127870"/>
                  <a:pt x="538369" y="133000"/>
                  <a:pt x="549865" y="133000"/>
                </a:cubicBezTo>
                <a:cubicBezTo>
                  <a:pt x="553757" y="133000"/>
                  <a:pt x="556941" y="132646"/>
                  <a:pt x="561893" y="131761"/>
                </a:cubicBezTo>
                <a:lnTo>
                  <a:pt x="561893" y="119382"/>
                </a:lnTo>
                <a:cubicBezTo>
                  <a:pt x="559769" y="119911"/>
                  <a:pt x="557824" y="120089"/>
                  <a:pt x="554817" y="120089"/>
                </a:cubicBezTo>
                <a:cubicBezTo>
                  <a:pt x="548451" y="120089"/>
                  <a:pt x="546683" y="118319"/>
                  <a:pt x="546683" y="111775"/>
                </a:cubicBezTo>
                <a:lnTo>
                  <a:pt x="546683" y="48282"/>
                </a:lnTo>
                <a:lnTo>
                  <a:pt x="561893" y="48282"/>
                </a:lnTo>
                <a:lnTo>
                  <a:pt x="561893" y="36257"/>
                </a:lnTo>
                <a:close/>
                <a:moveTo>
                  <a:pt x="592666" y="36257"/>
                </a:moveTo>
                <a:lnTo>
                  <a:pt x="577985" y="36257"/>
                </a:lnTo>
                <a:lnTo>
                  <a:pt x="577985" y="128930"/>
                </a:lnTo>
                <a:lnTo>
                  <a:pt x="592666" y="128930"/>
                </a:lnTo>
                <a:lnTo>
                  <a:pt x="592666" y="36257"/>
                </a:lnTo>
                <a:moveTo>
                  <a:pt x="592666" y="0"/>
                </a:moveTo>
                <a:lnTo>
                  <a:pt x="577810" y="0"/>
                </a:lnTo>
                <a:lnTo>
                  <a:pt x="577810" y="18570"/>
                </a:lnTo>
                <a:lnTo>
                  <a:pt x="592666" y="18570"/>
                </a:lnTo>
                <a:lnTo>
                  <a:pt x="592666" y="0"/>
                </a:lnTo>
                <a:close/>
                <a:moveTo>
                  <a:pt x="654567" y="33604"/>
                </a:moveTo>
                <a:cubicBezTo>
                  <a:pt x="628393" y="33604"/>
                  <a:pt x="612829" y="52174"/>
                  <a:pt x="612829" y="83301"/>
                </a:cubicBezTo>
                <a:cubicBezTo>
                  <a:pt x="612829" y="114606"/>
                  <a:pt x="628393" y="133000"/>
                  <a:pt x="654746" y="133000"/>
                </a:cubicBezTo>
                <a:cubicBezTo>
                  <a:pt x="680920" y="133000"/>
                  <a:pt x="696662" y="114430"/>
                  <a:pt x="696662" y="84008"/>
                </a:cubicBezTo>
                <a:cubicBezTo>
                  <a:pt x="696662" y="51820"/>
                  <a:pt x="681452" y="33604"/>
                  <a:pt x="654567" y="33604"/>
                </a:cubicBezTo>
                <a:moveTo>
                  <a:pt x="654746" y="47222"/>
                </a:moveTo>
                <a:cubicBezTo>
                  <a:pt x="671370" y="47222"/>
                  <a:pt x="681274" y="60839"/>
                  <a:pt x="681274" y="83832"/>
                </a:cubicBezTo>
                <a:cubicBezTo>
                  <a:pt x="681274" y="105762"/>
                  <a:pt x="671016" y="119382"/>
                  <a:pt x="654746" y="119382"/>
                </a:cubicBezTo>
                <a:cubicBezTo>
                  <a:pt x="638297" y="119382"/>
                  <a:pt x="628215" y="105762"/>
                  <a:pt x="628215" y="83301"/>
                </a:cubicBezTo>
                <a:cubicBezTo>
                  <a:pt x="628215" y="60839"/>
                  <a:pt x="638297" y="47222"/>
                  <a:pt x="654746" y="47222"/>
                </a:cubicBezTo>
                <a:close/>
                <a:moveTo>
                  <a:pt x="717708" y="36257"/>
                </a:moveTo>
                <a:lnTo>
                  <a:pt x="717708" y="128930"/>
                </a:lnTo>
                <a:lnTo>
                  <a:pt x="732564" y="128930"/>
                </a:lnTo>
                <a:lnTo>
                  <a:pt x="732564" y="77820"/>
                </a:lnTo>
                <a:cubicBezTo>
                  <a:pt x="732564" y="58894"/>
                  <a:pt x="742468" y="46515"/>
                  <a:pt x="757678" y="46515"/>
                </a:cubicBezTo>
                <a:cubicBezTo>
                  <a:pt x="769353" y="46515"/>
                  <a:pt x="776780" y="53588"/>
                  <a:pt x="776780" y="64731"/>
                </a:cubicBezTo>
                <a:lnTo>
                  <a:pt x="776780" y="128930"/>
                </a:lnTo>
                <a:lnTo>
                  <a:pt x="791461" y="128930"/>
                </a:lnTo>
                <a:lnTo>
                  <a:pt x="791461" y="58894"/>
                </a:lnTo>
                <a:cubicBezTo>
                  <a:pt x="791461" y="43508"/>
                  <a:pt x="779964" y="33604"/>
                  <a:pt x="762101" y="33604"/>
                </a:cubicBezTo>
                <a:cubicBezTo>
                  <a:pt x="748306" y="33604"/>
                  <a:pt x="739462" y="38910"/>
                  <a:pt x="731325" y="51820"/>
                </a:cubicBezTo>
                <a:lnTo>
                  <a:pt x="731325" y="36257"/>
                </a:lnTo>
                <a:lnTo>
                  <a:pt x="717708" y="3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6DB3B-F52E-4A2D-AF26-D9C93A6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23" y="2122607"/>
            <a:ext cx="1690799" cy="275904"/>
          </a:xfrm>
          <a:custGeom xmlns:a="http://schemas.openxmlformats.org/drawingml/2006/main">
            <a:pathLst>
              <a:path w="1690799" h="275904">
                <a:moveTo>
                  <a:pt x="0" y="137952"/>
                </a:moveTo>
                <a:cubicBezTo>
                  <a:pt x="0" y="61705"/>
                  <a:pt x="61705" y="0"/>
                  <a:pt x="137952" y="0"/>
                </a:cubicBezTo>
                <a:lnTo>
                  <a:pt x="1552847" y="0"/>
                </a:lnTo>
                <a:cubicBezTo>
                  <a:pt x="1629094" y="0"/>
                  <a:pt x="1690799" y="61705"/>
                  <a:pt x="1690799" y="137952"/>
                </a:cubicBezTo>
                <a:cubicBezTo>
                  <a:pt x="1690799" y="214199"/>
                  <a:pt x="1629094" y="275904"/>
                  <a:pt x="1552847" y="275904"/>
                </a:cubicBezTo>
                <a:lnTo>
                  <a:pt x="137952" y="275904"/>
                </a:lnTo>
                <a:cubicBezTo>
                  <a:pt x="61705" y="275904"/>
                  <a:pt x="0" y="214199"/>
                  <a:pt x="0" y="137952"/>
                </a:cubicBez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232B7-3822-49B4-8A47-AAE02DD4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23" y="2122607"/>
            <a:ext cx="1690799" cy="275904"/>
          </a:xfrm>
          <a:custGeom xmlns:a="http://schemas.openxmlformats.org/drawingml/2006/main">
            <a:pathLst>
              <a:path w="1690799" h="275904" fill="none">
                <a:moveTo>
                  <a:pt x="0" y="137952"/>
                </a:moveTo>
                <a:cubicBezTo>
                  <a:pt x="0" y="61705"/>
                  <a:pt x="61705" y="0"/>
                  <a:pt x="137952" y="0"/>
                </a:cubicBezTo>
                <a:lnTo>
                  <a:pt x="1552847" y="0"/>
                </a:lnTo>
                <a:cubicBezTo>
                  <a:pt x="1629094" y="0"/>
                  <a:pt x="1690799" y="61705"/>
                  <a:pt x="1690799" y="137952"/>
                </a:cubicBezTo>
                <a:cubicBezTo>
                  <a:pt x="1690799" y="214199"/>
                  <a:pt x="1629094" y="275904"/>
                  <a:pt x="1552847" y="275904"/>
                </a:cubicBezTo>
                <a:lnTo>
                  <a:pt x="137952" y="275904"/>
                </a:lnTo>
                <a:cubicBezTo>
                  <a:pt x="61705" y="275904"/>
                  <a:pt x="0" y="214199"/>
                  <a:pt x="0" y="13795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166F0-6644-4DC5-BF00-BDD8ED4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087" y="2124965"/>
            <a:ext cx="1065887" cy="266472"/>
          </a:xfrm>
          <a:custGeom xmlns:a="http://schemas.openxmlformats.org/drawingml/2006/main">
            <a:pathLst>
              <a:path w="1065887" h="266472">
                <a:moveTo>
                  <a:pt x="0" y="133236"/>
                </a:moveTo>
                <a:cubicBezTo>
                  <a:pt x="0" y="59740"/>
                  <a:pt x="59740" y="0"/>
                  <a:pt x="133236" y="0"/>
                </a:cubicBezTo>
                <a:lnTo>
                  <a:pt x="932651" y="0"/>
                </a:lnTo>
                <a:cubicBezTo>
                  <a:pt x="1006147" y="0"/>
                  <a:pt x="1065887" y="59740"/>
                  <a:pt x="1065887" y="133236"/>
                </a:cubicBezTo>
                <a:cubicBezTo>
                  <a:pt x="1065887" y="206732"/>
                  <a:pt x="1006147" y="266472"/>
                  <a:pt x="932651" y="266472"/>
                </a:cubicBezTo>
                <a:lnTo>
                  <a:pt x="133236" y="266472"/>
                </a:lnTo>
                <a:cubicBezTo>
                  <a:pt x="59740" y="266472"/>
                  <a:pt x="0" y="206732"/>
                  <a:pt x="0" y="133236"/>
                </a:cubicBez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7C513-2A3A-482B-9589-BC25117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087" y="2124965"/>
            <a:ext cx="1065887" cy="266472"/>
          </a:xfrm>
          <a:custGeom xmlns:a="http://schemas.openxmlformats.org/drawingml/2006/main">
            <a:pathLst>
              <a:path w="1065887" h="266472" fill="none">
                <a:moveTo>
                  <a:pt x="0" y="133236"/>
                </a:moveTo>
                <a:cubicBezTo>
                  <a:pt x="0" y="59740"/>
                  <a:pt x="59740" y="0"/>
                  <a:pt x="133236" y="0"/>
                </a:cubicBezTo>
                <a:lnTo>
                  <a:pt x="932651" y="0"/>
                </a:lnTo>
                <a:cubicBezTo>
                  <a:pt x="1006147" y="0"/>
                  <a:pt x="1065887" y="59740"/>
                  <a:pt x="1065887" y="133236"/>
                </a:cubicBezTo>
                <a:cubicBezTo>
                  <a:pt x="1065887" y="206732"/>
                  <a:pt x="1006147" y="266472"/>
                  <a:pt x="932651" y="266472"/>
                </a:cubicBezTo>
                <a:lnTo>
                  <a:pt x="133236" y="266472"/>
                </a:lnTo>
                <a:cubicBezTo>
                  <a:pt x="59740" y="266472"/>
                  <a:pt x="0" y="206732"/>
                  <a:pt x="0" y="1332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31637-9F8C-447A-A42C-3698758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920" y="52144"/>
            <a:ext cx="6684591" cy="546700"/>
          </a:xfrm>
          <a:custGeom xmlns:a="http://schemas.openxmlformats.org/drawingml/2006/main">
            <a:pathLst>
              <a:path w="6684591" h="546700">
                <a:moveTo>
                  <a:pt x="6625637" y="238174"/>
                </a:moveTo>
                <a:lnTo>
                  <a:pt x="6684591" y="120266"/>
                </a:lnTo>
                <a:lnTo>
                  <a:pt x="6635462" y="120266"/>
                </a:lnTo>
                <a:lnTo>
                  <a:pt x="6635462" y="0"/>
                </a:lnTo>
                <a:lnTo>
                  <a:pt x="0" y="0"/>
                </a:lnTo>
                <a:lnTo>
                  <a:pt x="0" y="546700"/>
                </a:lnTo>
                <a:lnTo>
                  <a:pt x="19651" y="546700"/>
                </a:lnTo>
                <a:lnTo>
                  <a:pt x="19651" y="19651"/>
                </a:lnTo>
                <a:lnTo>
                  <a:pt x="6615811" y="19651"/>
                </a:lnTo>
                <a:lnTo>
                  <a:pt x="6615811" y="120266"/>
                </a:lnTo>
                <a:lnTo>
                  <a:pt x="6566683" y="120266"/>
                </a:lnTo>
                <a:lnTo>
                  <a:pt x="6625637" y="238174"/>
                </a:lnTo>
                <a:close/>
              </a:path>
            </a:pathLst>
          </a:custGeom>
          <a:solidFill xmlns:a="http://schemas.openxmlformats.org/drawingml/2006/main">
            <a:srgbClr val="333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55303-19E2-4BA3-9588-ADAAE566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1" y="4152980"/>
            <a:ext cx="3586758" cy="391454"/>
          </a:xfrm>
          <a:custGeom xmlns:a="http://schemas.openxmlformats.org/drawingml/2006/main">
            <a:pathLst>
              <a:path w="3586758" h="391454">
                <a:moveTo>
                  <a:pt x="0" y="24171"/>
                </a:moveTo>
                <a:cubicBezTo>
                  <a:pt x="0" y="10808"/>
                  <a:pt x="10808" y="0"/>
                  <a:pt x="24171" y="0"/>
                </a:cubicBezTo>
                <a:lnTo>
                  <a:pt x="3562587" y="0"/>
                </a:lnTo>
                <a:cubicBezTo>
                  <a:pt x="3575949" y="0"/>
                  <a:pt x="3586758" y="10808"/>
                  <a:pt x="3586758" y="24171"/>
                </a:cubicBezTo>
                <a:lnTo>
                  <a:pt x="3586758" y="367283"/>
                </a:lnTo>
                <a:cubicBezTo>
                  <a:pt x="3586758" y="380646"/>
                  <a:pt x="3575949" y="391454"/>
                  <a:pt x="3562587" y="391454"/>
                </a:cubicBezTo>
                <a:lnTo>
                  <a:pt x="24171" y="391454"/>
                </a:lnTo>
                <a:cubicBezTo>
                  <a:pt x="10808" y="391454"/>
                  <a:pt x="0" y="380646"/>
                  <a:pt x="0" y="367283"/>
                </a:cubicBezTo>
                <a:lnTo>
                  <a:pt x="0" y="24171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C9B41-C3AC-4E9E-AA6F-7AC0333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1" y="4152980"/>
            <a:ext cx="3586758" cy="391454"/>
          </a:xfrm>
          <a:custGeom xmlns:a="http://schemas.openxmlformats.org/drawingml/2006/main">
            <a:pathLst>
              <a:path w="3586758" h="391454" fill="none">
                <a:moveTo>
                  <a:pt x="0" y="24171"/>
                </a:moveTo>
                <a:cubicBezTo>
                  <a:pt x="0" y="10808"/>
                  <a:pt x="10808" y="0"/>
                  <a:pt x="24171" y="0"/>
                </a:cubicBezTo>
                <a:lnTo>
                  <a:pt x="3562587" y="0"/>
                </a:lnTo>
                <a:cubicBezTo>
                  <a:pt x="3575949" y="0"/>
                  <a:pt x="3586758" y="10808"/>
                  <a:pt x="3586758" y="24171"/>
                </a:cubicBezTo>
                <a:lnTo>
                  <a:pt x="3586758" y="367283"/>
                </a:lnTo>
                <a:cubicBezTo>
                  <a:pt x="3586758" y="380646"/>
                  <a:pt x="3575949" y="391454"/>
                  <a:pt x="3562587" y="391454"/>
                </a:cubicBezTo>
                <a:lnTo>
                  <a:pt x="24171" y="391454"/>
                </a:lnTo>
                <a:cubicBezTo>
                  <a:pt x="10808" y="391454"/>
                  <a:pt x="0" y="380646"/>
                  <a:pt x="0" y="367283"/>
                </a:cubicBezTo>
                <a:lnTo>
                  <a:pt x="0" y="241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767171"/>
            </a:solidFill>
            <a:miter/>
          </a:ln>
        </p:spPr>
      </p:sp>
      <p:sp>
        <p:nvSpPr>
          <p:cNvPr id="151" name="Text fetchdatafromdatabase">
            <a:extLst xmlns:a="http://schemas.openxmlformats.org/drawingml/2006/main">
              <a:ext uri="{FF2B5EF4-FFF2-40B4-BE49-F238E27FC236}">
                <a16:creationId xmlns:a16="http://schemas.microsoft.com/office/drawing/2014/main" id="{2788B644-B9DB-4611-A39B-8409B92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85" y="4294367"/>
            <a:ext cx="1739071" cy="119288"/>
          </a:xfrm>
          <a:custGeom xmlns:a="http://schemas.openxmlformats.org/drawingml/2006/main">
            <a:pathLst>
              <a:path w="1739071" h="119288">
                <a:moveTo>
                  <a:pt x="37920" y="32865"/>
                </a:moveTo>
                <a:lnTo>
                  <a:pt x="24173" y="32865"/>
                </a:lnTo>
                <a:lnTo>
                  <a:pt x="24173" y="19909"/>
                </a:lnTo>
                <a:cubicBezTo>
                  <a:pt x="24173" y="14378"/>
                  <a:pt x="27175" y="11533"/>
                  <a:pt x="33337" y="11533"/>
                </a:cubicBezTo>
                <a:cubicBezTo>
                  <a:pt x="34444" y="11533"/>
                  <a:pt x="34919" y="11533"/>
                  <a:pt x="37920" y="11693"/>
                </a:cubicBezTo>
                <a:lnTo>
                  <a:pt x="37920" y="791"/>
                </a:lnTo>
                <a:cubicBezTo>
                  <a:pt x="34919" y="159"/>
                  <a:pt x="33180" y="0"/>
                  <a:pt x="30495" y="0"/>
                </a:cubicBezTo>
                <a:cubicBezTo>
                  <a:pt x="18327" y="0"/>
                  <a:pt x="11061" y="6953"/>
                  <a:pt x="11061" y="18802"/>
                </a:cubicBezTo>
                <a:lnTo>
                  <a:pt x="11061" y="32865"/>
                </a:lnTo>
                <a:lnTo>
                  <a:pt x="0" y="32865"/>
                </a:lnTo>
                <a:lnTo>
                  <a:pt x="0" y="43607"/>
                </a:lnTo>
                <a:lnTo>
                  <a:pt x="11061" y="43607"/>
                </a:lnTo>
                <a:lnTo>
                  <a:pt x="11061" y="115653"/>
                </a:lnTo>
                <a:lnTo>
                  <a:pt x="24173" y="115653"/>
                </a:lnTo>
                <a:lnTo>
                  <a:pt x="24173" y="43607"/>
                </a:lnTo>
                <a:lnTo>
                  <a:pt x="37920" y="43607"/>
                </a:lnTo>
                <a:lnTo>
                  <a:pt x="37920" y="32865"/>
                </a:lnTo>
                <a:close/>
                <a:moveTo>
                  <a:pt x="122923" y="78682"/>
                </a:moveTo>
                <a:cubicBezTo>
                  <a:pt x="122923" y="66042"/>
                  <a:pt x="121973" y="58458"/>
                  <a:pt x="119604" y="52298"/>
                </a:cubicBezTo>
                <a:cubicBezTo>
                  <a:pt x="114232" y="38708"/>
                  <a:pt x="101592" y="30495"/>
                  <a:pt x="86110" y="30495"/>
                </a:cubicBezTo>
                <a:cubicBezTo>
                  <a:pt x="63041" y="30495"/>
                  <a:pt x="48190" y="48031"/>
                  <a:pt x="48190" y="75365"/>
                </a:cubicBezTo>
                <a:cubicBezTo>
                  <a:pt x="48190" y="102699"/>
                  <a:pt x="62409" y="119288"/>
                  <a:pt x="85794" y="119288"/>
                </a:cubicBezTo>
                <a:cubicBezTo>
                  <a:pt x="104753" y="119288"/>
                  <a:pt x="117865" y="108543"/>
                  <a:pt x="121185" y="90532"/>
                </a:cubicBezTo>
                <a:lnTo>
                  <a:pt x="107913" y="90532"/>
                </a:lnTo>
                <a:cubicBezTo>
                  <a:pt x="104278" y="101434"/>
                  <a:pt x="96853" y="107123"/>
                  <a:pt x="86267" y="107123"/>
                </a:cubicBezTo>
                <a:cubicBezTo>
                  <a:pt x="77894" y="107123"/>
                  <a:pt x="70784" y="103331"/>
                  <a:pt x="66360" y="96378"/>
                </a:cubicBezTo>
                <a:cubicBezTo>
                  <a:pt x="63200" y="91638"/>
                  <a:pt x="62093" y="86899"/>
                  <a:pt x="61936" y="78682"/>
                </a:cubicBezTo>
                <a:lnTo>
                  <a:pt x="122923" y="78682"/>
                </a:lnTo>
                <a:moveTo>
                  <a:pt x="62252" y="67940"/>
                </a:moveTo>
                <a:cubicBezTo>
                  <a:pt x="63356" y="52614"/>
                  <a:pt x="72679" y="42660"/>
                  <a:pt x="85951" y="42660"/>
                </a:cubicBezTo>
                <a:cubicBezTo>
                  <a:pt x="99382" y="42660"/>
                  <a:pt x="108702" y="53087"/>
                  <a:pt x="108702" y="67940"/>
                </a:cubicBezTo>
                <a:lnTo>
                  <a:pt x="62252" y="67940"/>
                </a:lnTo>
                <a:close/>
                <a:moveTo>
                  <a:pt x="169216" y="32865"/>
                </a:moveTo>
                <a:lnTo>
                  <a:pt x="155628" y="32865"/>
                </a:lnTo>
                <a:lnTo>
                  <a:pt x="155628" y="10111"/>
                </a:lnTo>
                <a:lnTo>
                  <a:pt x="142513" y="10111"/>
                </a:lnTo>
                <a:lnTo>
                  <a:pt x="142513" y="32865"/>
                </a:lnTo>
                <a:lnTo>
                  <a:pt x="131296" y="32865"/>
                </a:lnTo>
                <a:lnTo>
                  <a:pt x="131296" y="43607"/>
                </a:lnTo>
                <a:lnTo>
                  <a:pt x="142513" y="43607"/>
                </a:lnTo>
                <a:lnTo>
                  <a:pt x="142513" y="106173"/>
                </a:lnTo>
                <a:cubicBezTo>
                  <a:pt x="142513" y="114705"/>
                  <a:pt x="148201" y="119288"/>
                  <a:pt x="158471" y="119288"/>
                </a:cubicBezTo>
                <a:cubicBezTo>
                  <a:pt x="161947" y="119288"/>
                  <a:pt x="164792" y="118972"/>
                  <a:pt x="169216" y="118182"/>
                </a:cubicBezTo>
                <a:lnTo>
                  <a:pt x="169216" y="107123"/>
                </a:lnTo>
                <a:cubicBezTo>
                  <a:pt x="167318" y="107596"/>
                  <a:pt x="165580" y="107755"/>
                  <a:pt x="162895" y="107755"/>
                </a:cubicBezTo>
                <a:cubicBezTo>
                  <a:pt x="157207" y="107755"/>
                  <a:pt x="155628" y="106173"/>
                  <a:pt x="155628" y="100327"/>
                </a:cubicBezTo>
                <a:lnTo>
                  <a:pt x="155628" y="43607"/>
                </a:lnTo>
                <a:lnTo>
                  <a:pt x="169216" y="43607"/>
                </a:lnTo>
                <a:lnTo>
                  <a:pt x="169216" y="32865"/>
                </a:lnTo>
                <a:close/>
                <a:moveTo>
                  <a:pt x="248213" y="60671"/>
                </a:moveTo>
                <a:cubicBezTo>
                  <a:pt x="247582" y="52614"/>
                  <a:pt x="245844" y="47399"/>
                  <a:pt x="242683" y="42816"/>
                </a:cubicBezTo>
                <a:cubicBezTo>
                  <a:pt x="236996" y="35075"/>
                  <a:pt x="227042" y="30495"/>
                  <a:pt x="215508" y="30495"/>
                </a:cubicBezTo>
                <a:cubicBezTo>
                  <a:pt x="193073" y="30495"/>
                  <a:pt x="178695" y="48190"/>
                  <a:pt x="178695" y="75681"/>
                </a:cubicBezTo>
                <a:cubicBezTo>
                  <a:pt x="178695" y="102381"/>
                  <a:pt x="192914" y="119288"/>
                  <a:pt x="215351" y="119288"/>
                </a:cubicBezTo>
                <a:cubicBezTo>
                  <a:pt x="235101" y="119288"/>
                  <a:pt x="247582" y="107439"/>
                  <a:pt x="249161" y="87214"/>
                </a:cubicBezTo>
                <a:lnTo>
                  <a:pt x="235889" y="87214"/>
                </a:lnTo>
                <a:cubicBezTo>
                  <a:pt x="233679" y="100486"/>
                  <a:pt x="226885" y="107123"/>
                  <a:pt x="215667" y="107123"/>
                </a:cubicBezTo>
                <a:cubicBezTo>
                  <a:pt x="201130" y="107123"/>
                  <a:pt x="192441" y="95271"/>
                  <a:pt x="192441" y="75681"/>
                </a:cubicBezTo>
                <a:cubicBezTo>
                  <a:pt x="192441" y="54984"/>
                  <a:pt x="200973" y="42660"/>
                  <a:pt x="215351" y="42660"/>
                </a:cubicBezTo>
                <a:cubicBezTo>
                  <a:pt x="226410" y="42660"/>
                  <a:pt x="233363" y="49138"/>
                  <a:pt x="234942" y="60671"/>
                </a:cubicBezTo>
                <a:lnTo>
                  <a:pt x="248213" y="60671"/>
                </a:lnTo>
                <a:close/>
                <a:moveTo>
                  <a:pt x="264803" y="475"/>
                </a:moveTo>
                <a:lnTo>
                  <a:pt x="264803" y="115653"/>
                </a:lnTo>
                <a:lnTo>
                  <a:pt x="277918" y="115653"/>
                </a:lnTo>
                <a:lnTo>
                  <a:pt x="277918" y="69994"/>
                </a:lnTo>
                <a:cubicBezTo>
                  <a:pt x="277918" y="53087"/>
                  <a:pt x="286766" y="42028"/>
                  <a:pt x="300353" y="42028"/>
                </a:cubicBezTo>
                <a:cubicBezTo>
                  <a:pt x="304777" y="42028"/>
                  <a:pt x="308885" y="43291"/>
                  <a:pt x="312043" y="45661"/>
                </a:cubicBezTo>
                <a:cubicBezTo>
                  <a:pt x="315836" y="48506"/>
                  <a:pt x="317417" y="52455"/>
                  <a:pt x="317417" y="58301"/>
                </a:cubicBezTo>
                <a:lnTo>
                  <a:pt x="317417" y="115653"/>
                </a:lnTo>
                <a:lnTo>
                  <a:pt x="330530" y="115653"/>
                </a:lnTo>
                <a:lnTo>
                  <a:pt x="330530" y="53087"/>
                </a:lnTo>
                <a:cubicBezTo>
                  <a:pt x="330530" y="39183"/>
                  <a:pt x="320575" y="30495"/>
                  <a:pt x="304461" y="30495"/>
                </a:cubicBezTo>
                <a:cubicBezTo>
                  <a:pt x="292769" y="30495"/>
                  <a:pt x="285659" y="34128"/>
                  <a:pt x="277918" y="44239"/>
                </a:cubicBezTo>
                <a:lnTo>
                  <a:pt x="277918" y="475"/>
                </a:lnTo>
                <a:lnTo>
                  <a:pt x="264803" y="475"/>
                </a:lnTo>
                <a:close/>
                <a:moveTo>
                  <a:pt x="463879" y="475"/>
                </a:moveTo>
                <a:lnTo>
                  <a:pt x="450764" y="475"/>
                </a:lnTo>
                <a:lnTo>
                  <a:pt x="450764" y="43291"/>
                </a:lnTo>
                <a:cubicBezTo>
                  <a:pt x="445236" y="34919"/>
                  <a:pt x="436389" y="30495"/>
                  <a:pt x="425328" y="30495"/>
                </a:cubicBezTo>
                <a:cubicBezTo>
                  <a:pt x="403840" y="30495"/>
                  <a:pt x="389778" y="47715"/>
                  <a:pt x="389778" y="74099"/>
                </a:cubicBezTo>
                <a:cubicBezTo>
                  <a:pt x="389778" y="102065"/>
                  <a:pt x="403367" y="119288"/>
                  <a:pt x="425803" y="119288"/>
                </a:cubicBezTo>
                <a:cubicBezTo>
                  <a:pt x="437177" y="119288"/>
                  <a:pt x="445077" y="115021"/>
                  <a:pt x="452187" y="104753"/>
                </a:cubicBezTo>
                <a:lnTo>
                  <a:pt x="452187" y="115653"/>
                </a:lnTo>
                <a:lnTo>
                  <a:pt x="463879" y="115653"/>
                </a:lnTo>
                <a:lnTo>
                  <a:pt x="463879" y="475"/>
                </a:lnTo>
                <a:moveTo>
                  <a:pt x="427541" y="42816"/>
                </a:moveTo>
                <a:cubicBezTo>
                  <a:pt x="441760" y="42816"/>
                  <a:pt x="450764" y="55300"/>
                  <a:pt x="450764" y="75206"/>
                </a:cubicBezTo>
                <a:cubicBezTo>
                  <a:pt x="450764" y="94324"/>
                  <a:pt x="441601" y="106964"/>
                  <a:pt x="427698" y="106964"/>
                </a:cubicBezTo>
                <a:cubicBezTo>
                  <a:pt x="413163" y="106964"/>
                  <a:pt x="403524" y="94167"/>
                  <a:pt x="403524" y="74890"/>
                </a:cubicBezTo>
                <a:cubicBezTo>
                  <a:pt x="403524" y="55616"/>
                  <a:pt x="413163" y="42816"/>
                  <a:pt x="427541" y="42816"/>
                </a:cubicBezTo>
                <a:close/>
                <a:moveTo>
                  <a:pt x="557412" y="107911"/>
                </a:moveTo>
                <a:cubicBezTo>
                  <a:pt x="555992" y="108227"/>
                  <a:pt x="555358" y="108227"/>
                  <a:pt x="554570" y="108227"/>
                </a:cubicBezTo>
                <a:cubicBezTo>
                  <a:pt x="549987" y="108227"/>
                  <a:pt x="547460" y="105857"/>
                  <a:pt x="547460" y="101749"/>
                </a:cubicBezTo>
                <a:lnTo>
                  <a:pt x="547460" y="53087"/>
                </a:lnTo>
                <a:cubicBezTo>
                  <a:pt x="547460" y="38393"/>
                  <a:pt x="536715" y="30495"/>
                  <a:pt x="516334" y="30495"/>
                </a:cubicBezTo>
                <a:cubicBezTo>
                  <a:pt x="504169" y="30495"/>
                  <a:pt x="494530" y="33969"/>
                  <a:pt x="488843" y="40131"/>
                </a:cubicBezTo>
                <a:cubicBezTo>
                  <a:pt x="485051" y="44398"/>
                  <a:pt x="483469" y="49138"/>
                  <a:pt x="483154" y="57354"/>
                </a:cubicBezTo>
                <a:lnTo>
                  <a:pt x="496425" y="57354"/>
                </a:lnTo>
                <a:cubicBezTo>
                  <a:pt x="497532" y="47240"/>
                  <a:pt x="503537" y="42660"/>
                  <a:pt x="515859" y="42660"/>
                </a:cubicBezTo>
                <a:cubicBezTo>
                  <a:pt x="527867" y="42660"/>
                  <a:pt x="534345" y="47084"/>
                  <a:pt x="534345" y="54984"/>
                </a:cubicBezTo>
                <a:lnTo>
                  <a:pt x="534345" y="58458"/>
                </a:lnTo>
                <a:cubicBezTo>
                  <a:pt x="534189" y="64148"/>
                  <a:pt x="531344" y="66202"/>
                  <a:pt x="520599" y="67624"/>
                </a:cubicBezTo>
                <a:cubicBezTo>
                  <a:pt x="501956" y="69994"/>
                  <a:pt x="499111" y="70625"/>
                  <a:pt x="494055" y="72679"/>
                </a:cubicBezTo>
                <a:cubicBezTo>
                  <a:pt x="484419" y="76788"/>
                  <a:pt x="479521" y="84054"/>
                  <a:pt x="479521" y="94799"/>
                </a:cubicBezTo>
                <a:cubicBezTo>
                  <a:pt x="479521" y="109809"/>
                  <a:pt x="489947" y="119288"/>
                  <a:pt x="506695" y="119288"/>
                </a:cubicBezTo>
                <a:cubicBezTo>
                  <a:pt x="517125" y="119288"/>
                  <a:pt x="525498" y="115653"/>
                  <a:pt x="534820" y="107123"/>
                </a:cubicBezTo>
                <a:cubicBezTo>
                  <a:pt x="535768" y="115653"/>
                  <a:pt x="539876" y="119288"/>
                  <a:pt x="548408" y="119288"/>
                </a:cubicBezTo>
                <a:cubicBezTo>
                  <a:pt x="551250" y="119288"/>
                  <a:pt x="552988" y="118972"/>
                  <a:pt x="557412" y="117866"/>
                </a:cubicBezTo>
                <a:lnTo>
                  <a:pt x="557412" y="107911"/>
                </a:lnTo>
                <a:moveTo>
                  <a:pt x="534345" y="89584"/>
                </a:moveTo>
                <a:cubicBezTo>
                  <a:pt x="534345" y="94008"/>
                  <a:pt x="533082" y="96694"/>
                  <a:pt x="529131" y="100327"/>
                </a:cubicBezTo>
                <a:cubicBezTo>
                  <a:pt x="523759" y="105226"/>
                  <a:pt x="517281" y="107755"/>
                  <a:pt x="509540" y="107755"/>
                </a:cubicBezTo>
                <a:cubicBezTo>
                  <a:pt x="499270" y="107755"/>
                  <a:pt x="493267" y="102856"/>
                  <a:pt x="493267" y="94483"/>
                </a:cubicBezTo>
                <a:cubicBezTo>
                  <a:pt x="493267" y="85792"/>
                  <a:pt x="498954" y="81368"/>
                  <a:pt x="513173" y="79314"/>
                </a:cubicBezTo>
                <a:cubicBezTo>
                  <a:pt x="527236" y="77419"/>
                  <a:pt x="529921" y="76788"/>
                  <a:pt x="534345" y="74733"/>
                </a:cubicBezTo>
                <a:lnTo>
                  <a:pt x="534345" y="89584"/>
                </a:lnTo>
                <a:close/>
                <a:moveTo>
                  <a:pt x="600231" y="32865"/>
                </a:moveTo>
                <a:lnTo>
                  <a:pt x="586643" y="32865"/>
                </a:lnTo>
                <a:lnTo>
                  <a:pt x="586643" y="10111"/>
                </a:lnTo>
                <a:lnTo>
                  <a:pt x="573528" y="10111"/>
                </a:lnTo>
                <a:lnTo>
                  <a:pt x="573528" y="32865"/>
                </a:lnTo>
                <a:lnTo>
                  <a:pt x="562311" y="32865"/>
                </a:lnTo>
                <a:lnTo>
                  <a:pt x="562311" y="43607"/>
                </a:lnTo>
                <a:lnTo>
                  <a:pt x="573528" y="43607"/>
                </a:lnTo>
                <a:lnTo>
                  <a:pt x="573528" y="106173"/>
                </a:lnTo>
                <a:cubicBezTo>
                  <a:pt x="573528" y="114705"/>
                  <a:pt x="579215" y="119288"/>
                  <a:pt x="589486" y="119288"/>
                </a:cubicBezTo>
                <a:cubicBezTo>
                  <a:pt x="592962" y="119288"/>
                  <a:pt x="595807" y="118972"/>
                  <a:pt x="600231" y="118182"/>
                </a:cubicBezTo>
                <a:lnTo>
                  <a:pt x="600231" y="107123"/>
                </a:lnTo>
                <a:cubicBezTo>
                  <a:pt x="598333" y="107596"/>
                  <a:pt x="596595" y="107755"/>
                  <a:pt x="593909" y="107755"/>
                </a:cubicBezTo>
                <a:cubicBezTo>
                  <a:pt x="588222" y="107755"/>
                  <a:pt x="586643" y="106173"/>
                  <a:pt x="586643" y="100327"/>
                </a:cubicBezTo>
                <a:lnTo>
                  <a:pt x="586643" y="43607"/>
                </a:lnTo>
                <a:lnTo>
                  <a:pt x="600231" y="43607"/>
                </a:lnTo>
                <a:lnTo>
                  <a:pt x="600231" y="32865"/>
                </a:lnTo>
                <a:close/>
                <a:moveTo>
                  <a:pt x="689340" y="107911"/>
                </a:moveTo>
                <a:cubicBezTo>
                  <a:pt x="687920" y="108227"/>
                  <a:pt x="687286" y="108227"/>
                  <a:pt x="686497" y="108227"/>
                </a:cubicBezTo>
                <a:cubicBezTo>
                  <a:pt x="681914" y="108227"/>
                  <a:pt x="679388" y="105857"/>
                  <a:pt x="679388" y="101749"/>
                </a:cubicBezTo>
                <a:lnTo>
                  <a:pt x="679388" y="53087"/>
                </a:lnTo>
                <a:cubicBezTo>
                  <a:pt x="679388" y="38393"/>
                  <a:pt x="668643" y="30495"/>
                  <a:pt x="648261" y="30495"/>
                </a:cubicBezTo>
                <a:cubicBezTo>
                  <a:pt x="636096" y="30495"/>
                  <a:pt x="626458" y="33969"/>
                  <a:pt x="620771" y="40131"/>
                </a:cubicBezTo>
                <a:cubicBezTo>
                  <a:pt x="616978" y="44398"/>
                  <a:pt x="615397" y="49138"/>
                  <a:pt x="615081" y="57354"/>
                </a:cubicBezTo>
                <a:lnTo>
                  <a:pt x="628353" y="57354"/>
                </a:lnTo>
                <a:cubicBezTo>
                  <a:pt x="629459" y="47240"/>
                  <a:pt x="635465" y="42660"/>
                  <a:pt x="647786" y="42660"/>
                </a:cubicBezTo>
                <a:cubicBezTo>
                  <a:pt x="659795" y="42660"/>
                  <a:pt x="666273" y="47084"/>
                  <a:pt x="666273" y="54984"/>
                </a:cubicBezTo>
                <a:lnTo>
                  <a:pt x="666273" y="58458"/>
                </a:lnTo>
                <a:cubicBezTo>
                  <a:pt x="666116" y="64148"/>
                  <a:pt x="663271" y="66202"/>
                  <a:pt x="652526" y="67624"/>
                </a:cubicBezTo>
                <a:cubicBezTo>
                  <a:pt x="633883" y="69994"/>
                  <a:pt x="631038" y="70625"/>
                  <a:pt x="625983" y="72679"/>
                </a:cubicBezTo>
                <a:cubicBezTo>
                  <a:pt x="616347" y="76788"/>
                  <a:pt x="611448" y="84054"/>
                  <a:pt x="611448" y="94799"/>
                </a:cubicBezTo>
                <a:cubicBezTo>
                  <a:pt x="611448" y="109809"/>
                  <a:pt x="621875" y="119288"/>
                  <a:pt x="638623" y="119288"/>
                </a:cubicBezTo>
                <a:cubicBezTo>
                  <a:pt x="649052" y="119288"/>
                  <a:pt x="657425" y="115653"/>
                  <a:pt x="666748" y="107123"/>
                </a:cubicBezTo>
                <a:cubicBezTo>
                  <a:pt x="667695" y="115653"/>
                  <a:pt x="671803" y="119288"/>
                  <a:pt x="680335" y="119288"/>
                </a:cubicBezTo>
                <a:cubicBezTo>
                  <a:pt x="683178" y="119288"/>
                  <a:pt x="684916" y="118972"/>
                  <a:pt x="689340" y="117866"/>
                </a:cubicBezTo>
                <a:lnTo>
                  <a:pt x="689340" y="107911"/>
                </a:lnTo>
                <a:moveTo>
                  <a:pt x="666273" y="89584"/>
                </a:moveTo>
                <a:cubicBezTo>
                  <a:pt x="666273" y="94008"/>
                  <a:pt x="665009" y="96694"/>
                  <a:pt x="661058" y="100327"/>
                </a:cubicBezTo>
                <a:cubicBezTo>
                  <a:pt x="655687" y="105226"/>
                  <a:pt x="649209" y="107755"/>
                  <a:pt x="641468" y="107755"/>
                </a:cubicBezTo>
                <a:cubicBezTo>
                  <a:pt x="631197" y="107755"/>
                  <a:pt x="625194" y="102856"/>
                  <a:pt x="625194" y="94483"/>
                </a:cubicBezTo>
                <a:cubicBezTo>
                  <a:pt x="625194" y="85792"/>
                  <a:pt x="630882" y="81368"/>
                  <a:pt x="645101" y="79314"/>
                </a:cubicBezTo>
                <a:cubicBezTo>
                  <a:pt x="659163" y="77419"/>
                  <a:pt x="661849" y="76788"/>
                  <a:pt x="666273" y="74733"/>
                </a:cubicBezTo>
                <a:lnTo>
                  <a:pt x="666273" y="89584"/>
                </a:lnTo>
                <a:close/>
                <a:moveTo>
                  <a:pt x="779873" y="32865"/>
                </a:moveTo>
                <a:lnTo>
                  <a:pt x="766126" y="32865"/>
                </a:lnTo>
                <a:lnTo>
                  <a:pt x="766126" y="19909"/>
                </a:lnTo>
                <a:cubicBezTo>
                  <a:pt x="766126" y="14378"/>
                  <a:pt x="769128" y="11533"/>
                  <a:pt x="775290" y="11533"/>
                </a:cubicBezTo>
                <a:cubicBezTo>
                  <a:pt x="776396" y="11533"/>
                  <a:pt x="776871" y="11533"/>
                  <a:pt x="779873" y="11693"/>
                </a:cubicBezTo>
                <a:lnTo>
                  <a:pt x="779873" y="791"/>
                </a:lnTo>
                <a:cubicBezTo>
                  <a:pt x="776871" y="159"/>
                  <a:pt x="775133" y="0"/>
                  <a:pt x="772447" y="0"/>
                </a:cubicBezTo>
                <a:cubicBezTo>
                  <a:pt x="760280" y="0"/>
                  <a:pt x="753014" y="6953"/>
                  <a:pt x="753014" y="18802"/>
                </a:cubicBezTo>
                <a:lnTo>
                  <a:pt x="753014" y="32865"/>
                </a:lnTo>
                <a:lnTo>
                  <a:pt x="741953" y="32865"/>
                </a:lnTo>
                <a:lnTo>
                  <a:pt x="741953" y="43607"/>
                </a:lnTo>
                <a:lnTo>
                  <a:pt x="753014" y="43607"/>
                </a:lnTo>
                <a:lnTo>
                  <a:pt x="753014" y="115653"/>
                </a:lnTo>
                <a:lnTo>
                  <a:pt x="766126" y="115653"/>
                </a:lnTo>
                <a:lnTo>
                  <a:pt x="766126" y="43607"/>
                </a:lnTo>
                <a:lnTo>
                  <a:pt x="779873" y="43607"/>
                </a:lnTo>
                <a:lnTo>
                  <a:pt x="779873" y="32865"/>
                </a:lnTo>
                <a:close/>
                <a:moveTo>
                  <a:pt x="794723" y="32865"/>
                </a:moveTo>
                <a:lnTo>
                  <a:pt x="794723" y="115653"/>
                </a:lnTo>
                <a:lnTo>
                  <a:pt x="807997" y="115653"/>
                </a:lnTo>
                <a:lnTo>
                  <a:pt x="807997" y="72679"/>
                </a:lnTo>
                <a:cubicBezTo>
                  <a:pt x="808154" y="52771"/>
                  <a:pt x="816370" y="43923"/>
                  <a:pt x="834540" y="44398"/>
                </a:cubicBezTo>
                <a:lnTo>
                  <a:pt x="834540" y="30967"/>
                </a:lnTo>
                <a:cubicBezTo>
                  <a:pt x="832327" y="30651"/>
                  <a:pt x="831064" y="30495"/>
                  <a:pt x="829482" y="30495"/>
                </a:cubicBezTo>
                <a:cubicBezTo>
                  <a:pt x="820950" y="30495"/>
                  <a:pt x="814475" y="35550"/>
                  <a:pt x="806890" y="47872"/>
                </a:cubicBezTo>
                <a:lnTo>
                  <a:pt x="806890" y="32865"/>
                </a:lnTo>
                <a:lnTo>
                  <a:pt x="794723" y="32865"/>
                </a:lnTo>
                <a:close/>
                <a:moveTo>
                  <a:pt x="878619" y="30495"/>
                </a:moveTo>
                <a:cubicBezTo>
                  <a:pt x="855237" y="30495"/>
                  <a:pt x="841333" y="47084"/>
                  <a:pt x="841333" y="74890"/>
                </a:cubicBezTo>
                <a:cubicBezTo>
                  <a:pt x="841333" y="102856"/>
                  <a:pt x="855237" y="119288"/>
                  <a:pt x="878778" y="119288"/>
                </a:cubicBezTo>
                <a:cubicBezTo>
                  <a:pt x="902161" y="119288"/>
                  <a:pt x="916224" y="102699"/>
                  <a:pt x="916224" y="75522"/>
                </a:cubicBezTo>
                <a:cubicBezTo>
                  <a:pt x="916224" y="46768"/>
                  <a:pt x="902636" y="30495"/>
                  <a:pt x="878619" y="30495"/>
                </a:cubicBezTo>
                <a:moveTo>
                  <a:pt x="878778" y="42660"/>
                </a:moveTo>
                <a:cubicBezTo>
                  <a:pt x="893629" y="42660"/>
                  <a:pt x="902477" y="54825"/>
                  <a:pt x="902477" y="75365"/>
                </a:cubicBezTo>
                <a:cubicBezTo>
                  <a:pt x="902477" y="94956"/>
                  <a:pt x="893313" y="107123"/>
                  <a:pt x="878778" y="107123"/>
                </a:cubicBezTo>
                <a:cubicBezTo>
                  <a:pt x="864084" y="107123"/>
                  <a:pt x="855078" y="94956"/>
                  <a:pt x="855078" y="74890"/>
                </a:cubicBezTo>
                <a:cubicBezTo>
                  <a:pt x="855078" y="54825"/>
                  <a:pt x="864084" y="42660"/>
                  <a:pt x="878778" y="42660"/>
                </a:cubicBezTo>
                <a:close/>
                <a:moveTo>
                  <a:pt x="933919" y="32865"/>
                </a:moveTo>
                <a:lnTo>
                  <a:pt x="933919" y="115653"/>
                </a:lnTo>
                <a:lnTo>
                  <a:pt x="947190" y="115653"/>
                </a:lnTo>
                <a:lnTo>
                  <a:pt x="947190" y="63673"/>
                </a:lnTo>
                <a:cubicBezTo>
                  <a:pt x="947190" y="51664"/>
                  <a:pt x="955881" y="42028"/>
                  <a:pt x="966624" y="42028"/>
                </a:cubicBezTo>
                <a:cubicBezTo>
                  <a:pt x="976419" y="42028"/>
                  <a:pt x="981950" y="48031"/>
                  <a:pt x="981950" y="58617"/>
                </a:cubicBezTo>
                <a:lnTo>
                  <a:pt x="981950" y="115653"/>
                </a:lnTo>
                <a:lnTo>
                  <a:pt x="995221" y="115653"/>
                </a:lnTo>
                <a:lnTo>
                  <a:pt x="995221" y="63673"/>
                </a:lnTo>
                <a:cubicBezTo>
                  <a:pt x="995221" y="51664"/>
                  <a:pt x="1003912" y="42028"/>
                  <a:pt x="1014655" y="42028"/>
                </a:cubicBezTo>
                <a:cubicBezTo>
                  <a:pt x="1024294" y="42028"/>
                  <a:pt x="1029981" y="48190"/>
                  <a:pt x="1029981" y="58617"/>
                </a:cubicBezTo>
                <a:lnTo>
                  <a:pt x="1029981" y="115653"/>
                </a:lnTo>
                <a:lnTo>
                  <a:pt x="1043252" y="115653"/>
                </a:lnTo>
                <a:lnTo>
                  <a:pt x="1043252" y="53562"/>
                </a:lnTo>
                <a:cubicBezTo>
                  <a:pt x="1043252" y="38708"/>
                  <a:pt x="1034721" y="30495"/>
                  <a:pt x="1019238" y="30495"/>
                </a:cubicBezTo>
                <a:cubicBezTo>
                  <a:pt x="1008177" y="30495"/>
                  <a:pt x="1001540" y="33812"/>
                  <a:pt x="993799" y="43132"/>
                </a:cubicBezTo>
                <a:cubicBezTo>
                  <a:pt x="988903" y="34284"/>
                  <a:pt x="982266" y="30495"/>
                  <a:pt x="971523" y="30495"/>
                </a:cubicBezTo>
                <a:cubicBezTo>
                  <a:pt x="960462" y="30495"/>
                  <a:pt x="953037" y="34600"/>
                  <a:pt x="946084" y="44555"/>
                </a:cubicBezTo>
                <a:lnTo>
                  <a:pt x="946084" y="32865"/>
                </a:lnTo>
                <a:lnTo>
                  <a:pt x="933919" y="32865"/>
                </a:lnTo>
                <a:close/>
                <a:moveTo>
                  <a:pt x="1175496" y="475"/>
                </a:moveTo>
                <a:lnTo>
                  <a:pt x="1162381" y="475"/>
                </a:lnTo>
                <a:lnTo>
                  <a:pt x="1162381" y="43291"/>
                </a:lnTo>
                <a:cubicBezTo>
                  <a:pt x="1156853" y="34919"/>
                  <a:pt x="1148005" y="30495"/>
                  <a:pt x="1136944" y="30495"/>
                </a:cubicBezTo>
                <a:cubicBezTo>
                  <a:pt x="1115457" y="30495"/>
                  <a:pt x="1101394" y="47715"/>
                  <a:pt x="1101394" y="74099"/>
                </a:cubicBezTo>
                <a:cubicBezTo>
                  <a:pt x="1101394" y="102065"/>
                  <a:pt x="1114984" y="119288"/>
                  <a:pt x="1137419" y="119288"/>
                </a:cubicBezTo>
                <a:cubicBezTo>
                  <a:pt x="1148794" y="119288"/>
                  <a:pt x="1156694" y="115021"/>
                  <a:pt x="1163804" y="104753"/>
                </a:cubicBezTo>
                <a:lnTo>
                  <a:pt x="1163804" y="115653"/>
                </a:lnTo>
                <a:lnTo>
                  <a:pt x="1175496" y="115653"/>
                </a:lnTo>
                <a:lnTo>
                  <a:pt x="1175496" y="475"/>
                </a:lnTo>
                <a:moveTo>
                  <a:pt x="1139158" y="42816"/>
                </a:moveTo>
                <a:cubicBezTo>
                  <a:pt x="1153377" y="42816"/>
                  <a:pt x="1162381" y="55300"/>
                  <a:pt x="1162381" y="75206"/>
                </a:cubicBezTo>
                <a:cubicBezTo>
                  <a:pt x="1162381" y="94324"/>
                  <a:pt x="1153218" y="106964"/>
                  <a:pt x="1139314" y="106964"/>
                </a:cubicBezTo>
                <a:cubicBezTo>
                  <a:pt x="1124779" y="106964"/>
                  <a:pt x="1115141" y="94167"/>
                  <a:pt x="1115141" y="74890"/>
                </a:cubicBezTo>
                <a:cubicBezTo>
                  <a:pt x="1115141" y="55616"/>
                  <a:pt x="1124779" y="42816"/>
                  <a:pt x="1139158" y="42816"/>
                </a:cubicBezTo>
                <a:close/>
                <a:moveTo>
                  <a:pt x="1269029" y="107911"/>
                </a:moveTo>
                <a:cubicBezTo>
                  <a:pt x="1267609" y="108227"/>
                  <a:pt x="1266975" y="108227"/>
                  <a:pt x="1266187" y="108227"/>
                </a:cubicBezTo>
                <a:cubicBezTo>
                  <a:pt x="1261604" y="108227"/>
                  <a:pt x="1259077" y="105857"/>
                  <a:pt x="1259077" y="101749"/>
                </a:cubicBezTo>
                <a:lnTo>
                  <a:pt x="1259077" y="53087"/>
                </a:lnTo>
                <a:cubicBezTo>
                  <a:pt x="1259077" y="38393"/>
                  <a:pt x="1248332" y="30495"/>
                  <a:pt x="1227951" y="30495"/>
                </a:cubicBezTo>
                <a:cubicBezTo>
                  <a:pt x="1215786" y="30495"/>
                  <a:pt x="1206147" y="33969"/>
                  <a:pt x="1200460" y="40131"/>
                </a:cubicBezTo>
                <a:cubicBezTo>
                  <a:pt x="1196668" y="44398"/>
                  <a:pt x="1195086" y="49138"/>
                  <a:pt x="1194770" y="57354"/>
                </a:cubicBezTo>
                <a:lnTo>
                  <a:pt x="1208042" y="57354"/>
                </a:lnTo>
                <a:cubicBezTo>
                  <a:pt x="1209149" y="47240"/>
                  <a:pt x="1215154" y="42660"/>
                  <a:pt x="1227476" y="42660"/>
                </a:cubicBezTo>
                <a:cubicBezTo>
                  <a:pt x="1239484" y="42660"/>
                  <a:pt x="1245962" y="47084"/>
                  <a:pt x="1245962" y="54984"/>
                </a:cubicBezTo>
                <a:lnTo>
                  <a:pt x="1245962" y="58458"/>
                </a:lnTo>
                <a:cubicBezTo>
                  <a:pt x="1245805" y="64148"/>
                  <a:pt x="1242961" y="66202"/>
                  <a:pt x="1232215" y="67624"/>
                </a:cubicBezTo>
                <a:cubicBezTo>
                  <a:pt x="1213572" y="69994"/>
                  <a:pt x="1210728" y="70625"/>
                  <a:pt x="1205672" y="72679"/>
                </a:cubicBezTo>
                <a:cubicBezTo>
                  <a:pt x="1196036" y="76788"/>
                  <a:pt x="1191137" y="84054"/>
                  <a:pt x="1191137" y="94799"/>
                </a:cubicBezTo>
                <a:cubicBezTo>
                  <a:pt x="1191137" y="109809"/>
                  <a:pt x="1201564" y="119288"/>
                  <a:pt x="1218312" y="119288"/>
                </a:cubicBezTo>
                <a:cubicBezTo>
                  <a:pt x="1228741" y="119288"/>
                  <a:pt x="1237114" y="115653"/>
                  <a:pt x="1246437" y="107123"/>
                </a:cubicBezTo>
                <a:cubicBezTo>
                  <a:pt x="1247384" y="115653"/>
                  <a:pt x="1251493" y="119288"/>
                  <a:pt x="1260024" y="119288"/>
                </a:cubicBezTo>
                <a:cubicBezTo>
                  <a:pt x="1262867" y="119288"/>
                  <a:pt x="1264605" y="118972"/>
                  <a:pt x="1269029" y="117866"/>
                </a:cubicBezTo>
                <a:lnTo>
                  <a:pt x="1269029" y="107911"/>
                </a:lnTo>
                <a:moveTo>
                  <a:pt x="1245962" y="89584"/>
                </a:moveTo>
                <a:cubicBezTo>
                  <a:pt x="1245962" y="94008"/>
                  <a:pt x="1244699" y="96694"/>
                  <a:pt x="1240747" y="100327"/>
                </a:cubicBezTo>
                <a:cubicBezTo>
                  <a:pt x="1235376" y="105226"/>
                  <a:pt x="1228898" y="107755"/>
                  <a:pt x="1221157" y="107755"/>
                </a:cubicBezTo>
                <a:cubicBezTo>
                  <a:pt x="1210887" y="107755"/>
                  <a:pt x="1204884" y="102856"/>
                  <a:pt x="1204884" y="94483"/>
                </a:cubicBezTo>
                <a:cubicBezTo>
                  <a:pt x="1204884" y="85792"/>
                  <a:pt x="1210571" y="81368"/>
                  <a:pt x="1224790" y="79314"/>
                </a:cubicBezTo>
                <a:cubicBezTo>
                  <a:pt x="1238853" y="77419"/>
                  <a:pt x="1241538" y="76788"/>
                  <a:pt x="1245962" y="74733"/>
                </a:cubicBezTo>
                <a:lnTo>
                  <a:pt x="1245962" y="89584"/>
                </a:lnTo>
                <a:close/>
                <a:moveTo>
                  <a:pt x="1311847" y="32865"/>
                </a:moveTo>
                <a:lnTo>
                  <a:pt x="1298260" y="32865"/>
                </a:lnTo>
                <a:lnTo>
                  <a:pt x="1298260" y="10111"/>
                </a:lnTo>
                <a:lnTo>
                  <a:pt x="1285145" y="10111"/>
                </a:lnTo>
                <a:lnTo>
                  <a:pt x="1285145" y="32865"/>
                </a:lnTo>
                <a:lnTo>
                  <a:pt x="1273927" y="32865"/>
                </a:lnTo>
                <a:lnTo>
                  <a:pt x="1273927" y="43607"/>
                </a:lnTo>
                <a:lnTo>
                  <a:pt x="1285145" y="43607"/>
                </a:lnTo>
                <a:lnTo>
                  <a:pt x="1285145" y="106173"/>
                </a:lnTo>
                <a:cubicBezTo>
                  <a:pt x="1285145" y="114705"/>
                  <a:pt x="1290832" y="119288"/>
                  <a:pt x="1301102" y="119288"/>
                </a:cubicBezTo>
                <a:cubicBezTo>
                  <a:pt x="1304579" y="119288"/>
                  <a:pt x="1307424" y="118972"/>
                  <a:pt x="1311847" y="118182"/>
                </a:cubicBezTo>
                <a:lnTo>
                  <a:pt x="1311847" y="107123"/>
                </a:lnTo>
                <a:cubicBezTo>
                  <a:pt x="1309950" y="107596"/>
                  <a:pt x="1308212" y="107755"/>
                  <a:pt x="1305526" y="107755"/>
                </a:cubicBezTo>
                <a:cubicBezTo>
                  <a:pt x="1299839" y="107755"/>
                  <a:pt x="1298260" y="106173"/>
                  <a:pt x="1298260" y="100327"/>
                </a:cubicBezTo>
                <a:lnTo>
                  <a:pt x="1298260" y="43607"/>
                </a:lnTo>
                <a:lnTo>
                  <a:pt x="1311847" y="43607"/>
                </a:lnTo>
                <a:lnTo>
                  <a:pt x="1311847" y="32865"/>
                </a:lnTo>
                <a:close/>
                <a:moveTo>
                  <a:pt x="1400956" y="107911"/>
                </a:moveTo>
                <a:cubicBezTo>
                  <a:pt x="1399536" y="108227"/>
                  <a:pt x="1398902" y="108227"/>
                  <a:pt x="1398114" y="108227"/>
                </a:cubicBezTo>
                <a:cubicBezTo>
                  <a:pt x="1393531" y="108227"/>
                  <a:pt x="1391004" y="105857"/>
                  <a:pt x="1391004" y="101749"/>
                </a:cubicBezTo>
                <a:lnTo>
                  <a:pt x="1391004" y="53087"/>
                </a:lnTo>
                <a:cubicBezTo>
                  <a:pt x="1391004" y="38393"/>
                  <a:pt x="1380259" y="30495"/>
                  <a:pt x="1359878" y="30495"/>
                </a:cubicBezTo>
                <a:cubicBezTo>
                  <a:pt x="1347713" y="30495"/>
                  <a:pt x="1338074" y="33969"/>
                  <a:pt x="1332387" y="40131"/>
                </a:cubicBezTo>
                <a:cubicBezTo>
                  <a:pt x="1328595" y="44398"/>
                  <a:pt x="1327014" y="49138"/>
                  <a:pt x="1326698" y="57354"/>
                </a:cubicBezTo>
                <a:lnTo>
                  <a:pt x="1339969" y="57354"/>
                </a:lnTo>
                <a:cubicBezTo>
                  <a:pt x="1341076" y="47240"/>
                  <a:pt x="1347081" y="42660"/>
                  <a:pt x="1359403" y="42660"/>
                </a:cubicBezTo>
                <a:cubicBezTo>
                  <a:pt x="1371412" y="42660"/>
                  <a:pt x="1377889" y="47084"/>
                  <a:pt x="1377889" y="54984"/>
                </a:cubicBezTo>
                <a:lnTo>
                  <a:pt x="1377889" y="58458"/>
                </a:lnTo>
                <a:cubicBezTo>
                  <a:pt x="1377733" y="64148"/>
                  <a:pt x="1374888" y="66202"/>
                  <a:pt x="1364143" y="67624"/>
                </a:cubicBezTo>
                <a:cubicBezTo>
                  <a:pt x="1345500" y="69994"/>
                  <a:pt x="1342655" y="70625"/>
                  <a:pt x="1337600" y="72679"/>
                </a:cubicBezTo>
                <a:cubicBezTo>
                  <a:pt x="1327963" y="76788"/>
                  <a:pt x="1323065" y="84054"/>
                  <a:pt x="1323065" y="94799"/>
                </a:cubicBezTo>
                <a:cubicBezTo>
                  <a:pt x="1323065" y="109809"/>
                  <a:pt x="1333491" y="119288"/>
                  <a:pt x="1350240" y="119288"/>
                </a:cubicBezTo>
                <a:cubicBezTo>
                  <a:pt x="1360669" y="119288"/>
                  <a:pt x="1369042" y="115653"/>
                  <a:pt x="1378364" y="107123"/>
                </a:cubicBezTo>
                <a:cubicBezTo>
                  <a:pt x="1379312" y="115653"/>
                  <a:pt x="1383420" y="119288"/>
                  <a:pt x="1391952" y="119288"/>
                </a:cubicBezTo>
                <a:cubicBezTo>
                  <a:pt x="1394794" y="119288"/>
                  <a:pt x="1396532" y="118972"/>
                  <a:pt x="1400956" y="117866"/>
                </a:cubicBezTo>
                <a:lnTo>
                  <a:pt x="1400956" y="107911"/>
                </a:lnTo>
                <a:moveTo>
                  <a:pt x="1377889" y="89584"/>
                </a:moveTo>
                <a:cubicBezTo>
                  <a:pt x="1377889" y="94008"/>
                  <a:pt x="1376626" y="96694"/>
                  <a:pt x="1372675" y="100327"/>
                </a:cubicBezTo>
                <a:cubicBezTo>
                  <a:pt x="1367303" y="105226"/>
                  <a:pt x="1360826" y="107755"/>
                  <a:pt x="1353084" y="107755"/>
                </a:cubicBezTo>
                <a:cubicBezTo>
                  <a:pt x="1342814" y="107755"/>
                  <a:pt x="1336811" y="102856"/>
                  <a:pt x="1336811" y="94483"/>
                </a:cubicBezTo>
                <a:cubicBezTo>
                  <a:pt x="1336811" y="85792"/>
                  <a:pt x="1342498" y="81368"/>
                  <a:pt x="1356717" y="79314"/>
                </a:cubicBezTo>
                <a:cubicBezTo>
                  <a:pt x="1370780" y="77419"/>
                  <a:pt x="1373466" y="76788"/>
                  <a:pt x="1377889" y="74733"/>
                </a:cubicBezTo>
                <a:lnTo>
                  <a:pt x="1377889" y="89584"/>
                </a:lnTo>
                <a:close/>
                <a:moveTo>
                  <a:pt x="1412174" y="475"/>
                </a:moveTo>
                <a:lnTo>
                  <a:pt x="1412174" y="115653"/>
                </a:lnTo>
                <a:lnTo>
                  <a:pt x="1424025" y="115653"/>
                </a:lnTo>
                <a:lnTo>
                  <a:pt x="1424025" y="105069"/>
                </a:lnTo>
                <a:cubicBezTo>
                  <a:pt x="1430344" y="114705"/>
                  <a:pt x="1438719" y="119288"/>
                  <a:pt x="1450253" y="119288"/>
                </a:cubicBezTo>
                <a:cubicBezTo>
                  <a:pt x="1472056" y="119288"/>
                  <a:pt x="1486275" y="101434"/>
                  <a:pt x="1486275" y="73943"/>
                </a:cubicBezTo>
                <a:cubicBezTo>
                  <a:pt x="1486275" y="47084"/>
                  <a:pt x="1472845" y="30495"/>
                  <a:pt x="1450884" y="30495"/>
                </a:cubicBezTo>
                <a:cubicBezTo>
                  <a:pt x="1439508" y="30495"/>
                  <a:pt x="1431451" y="34759"/>
                  <a:pt x="1425289" y="44082"/>
                </a:cubicBezTo>
                <a:lnTo>
                  <a:pt x="1425289" y="475"/>
                </a:lnTo>
                <a:lnTo>
                  <a:pt x="1412174" y="475"/>
                </a:lnTo>
                <a:moveTo>
                  <a:pt x="1448355" y="42816"/>
                </a:moveTo>
                <a:cubicBezTo>
                  <a:pt x="1463049" y="42816"/>
                  <a:pt x="1472529" y="55616"/>
                  <a:pt x="1472529" y="75365"/>
                </a:cubicBezTo>
                <a:cubicBezTo>
                  <a:pt x="1472529" y="94167"/>
                  <a:pt x="1462734" y="106964"/>
                  <a:pt x="1448355" y="106964"/>
                </a:cubicBezTo>
                <a:cubicBezTo>
                  <a:pt x="1434295" y="106964"/>
                  <a:pt x="1425289" y="94324"/>
                  <a:pt x="1425289" y="74890"/>
                </a:cubicBezTo>
                <a:cubicBezTo>
                  <a:pt x="1425289" y="55456"/>
                  <a:pt x="1434295" y="42816"/>
                  <a:pt x="1448355" y="42816"/>
                </a:cubicBezTo>
                <a:close/>
                <a:moveTo>
                  <a:pt x="1575384" y="107911"/>
                </a:moveTo>
                <a:cubicBezTo>
                  <a:pt x="1573964" y="108227"/>
                  <a:pt x="1573330" y="108227"/>
                  <a:pt x="1572542" y="108227"/>
                </a:cubicBezTo>
                <a:cubicBezTo>
                  <a:pt x="1567959" y="108227"/>
                  <a:pt x="1565432" y="105857"/>
                  <a:pt x="1565432" y="101749"/>
                </a:cubicBezTo>
                <a:lnTo>
                  <a:pt x="1565432" y="53087"/>
                </a:lnTo>
                <a:cubicBezTo>
                  <a:pt x="1565432" y="38393"/>
                  <a:pt x="1554687" y="30495"/>
                  <a:pt x="1534306" y="30495"/>
                </a:cubicBezTo>
                <a:cubicBezTo>
                  <a:pt x="1522141" y="30495"/>
                  <a:pt x="1512503" y="33969"/>
                  <a:pt x="1506815" y="40131"/>
                </a:cubicBezTo>
                <a:cubicBezTo>
                  <a:pt x="1503023" y="44398"/>
                  <a:pt x="1501442" y="49138"/>
                  <a:pt x="1501126" y="57354"/>
                </a:cubicBezTo>
                <a:lnTo>
                  <a:pt x="1514397" y="57354"/>
                </a:lnTo>
                <a:cubicBezTo>
                  <a:pt x="1515504" y="47240"/>
                  <a:pt x="1521509" y="42660"/>
                  <a:pt x="1533831" y="42660"/>
                </a:cubicBezTo>
                <a:cubicBezTo>
                  <a:pt x="1545840" y="42660"/>
                  <a:pt x="1552318" y="47084"/>
                  <a:pt x="1552318" y="54984"/>
                </a:cubicBezTo>
                <a:lnTo>
                  <a:pt x="1552318" y="58458"/>
                </a:lnTo>
                <a:cubicBezTo>
                  <a:pt x="1552161" y="64148"/>
                  <a:pt x="1549316" y="66202"/>
                  <a:pt x="1538571" y="67624"/>
                </a:cubicBezTo>
                <a:cubicBezTo>
                  <a:pt x="1519928" y="69994"/>
                  <a:pt x="1517083" y="70625"/>
                  <a:pt x="1512028" y="72679"/>
                </a:cubicBezTo>
                <a:cubicBezTo>
                  <a:pt x="1502392" y="76788"/>
                  <a:pt x="1497493" y="84054"/>
                  <a:pt x="1497493" y="94799"/>
                </a:cubicBezTo>
                <a:cubicBezTo>
                  <a:pt x="1497493" y="109809"/>
                  <a:pt x="1507920" y="119288"/>
                  <a:pt x="1524668" y="119288"/>
                </a:cubicBezTo>
                <a:cubicBezTo>
                  <a:pt x="1535097" y="119288"/>
                  <a:pt x="1543470" y="115653"/>
                  <a:pt x="1552792" y="107123"/>
                </a:cubicBezTo>
                <a:cubicBezTo>
                  <a:pt x="1553740" y="115653"/>
                  <a:pt x="1557848" y="119288"/>
                  <a:pt x="1566380" y="119288"/>
                </a:cubicBezTo>
                <a:cubicBezTo>
                  <a:pt x="1569222" y="119288"/>
                  <a:pt x="1570961" y="118972"/>
                  <a:pt x="1575384" y="117866"/>
                </a:cubicBezTo>
                <a:lnTo>
                  <a:pt x="1575384" y="107911"/>
                </a:lnTo>
                <a:moveTo>
                  <a:pt x="1552318" y="89584"/>
                </a:moveTo>
                <a:cubicBezTo>
                  <a:pt x="1552318" y="94008"/>
                  <a:pt x="1551054" y="96694"/>
                  <a:pt x="1547103" y="100327"/>
                </a:cubicBezTo>
                <a:cubicBezTo>
                  <a:pt x="1541732" y="105226"/>
                  <a:pt x="1535254" y="107755"/>
                  <a:pt x="1527512" y="107755"/>
                </a:cubicBezTo>
                <a:cubicBezTo>
                  <a:pt x="1517242" y="107755"/>
                  <a:pt x="1511239" y="102856"/>
                  <a:pt x="1511239" y="94483"/>
                </a:cubicBezTo>
                <a:cubicBezTo>
                  <a:pt x="1511239" y="85792"/>
                  <a:pt x="1516926" y="81368"/>
                  <a:pt x="1531146" y="79314"/>
                </a:cubicBezTo>
                <a:cubicBezTo>
                  <a:pt x="1545208" y="77419"/>
                  <a:pt x="1547894" y="76788"/>
                  <a:pt x="1552318" y="74733"/>
                </a:cubicBezTo>
                <a:lnTo>
                  <a:pt x="1552318" y="89584"/>
                </a:lnTo>
                <a:close/>
                <a:moveTo>
                  <a:pt x="1647273" y="55931"/>
                </a:moveTo>
                <a:cubicBezTo>
                  <a:pt x="1647116" y="39658"/>
                  <a:pt x="1636371" y="30495"/>
                  <a:pt x="1617253" y="30495"/>
                </a:cubicBezTo>
                <a:cubicBezTo>
                  <a:pt x="1597978" y="30495"/>
                  <a:pt x="1585498" y="40447"/>
                  <a:pt x="1585498" y="55772"/>
                </a:cubicBezTo>
                <a:cubicBezTo>
                  <a:pt x="1585498" y="68728"/>
                  <a:pt x="1592132" y="74890"/>
                  <a:pt x="1611725" y="79630"/>
                </a:cubicBezTo>
                <a:lnTo>
                  <a:pt x="1624049" y="82631"/>
                </a:lnTo>
                <a:cubicBezTo>
                  <a:pt x="1633213" y="84845"/>
                  <a:pt x="1636846" y="88162"/>
                  <a:pt x="1636846" y="94008"/>
                </a:cubicBezTo>
                <a:cubicBezTo>
                  <a:pt x="1636846" y="101908"/>
                  <a:pt x="1629105" y="107123"/>
                  <a:pt x="1617571" y="107123"/>
                </a:cubicBezTo>
                <a:cubicBezTo>
                  <a:pt x="1610459" y="107123"/>
                  <a:pt x="1604456" y="105069"/>
                  <a:pt x="1601139" y="101593"/>
                </a:cubicBezTo>
                <a:cubicBezTo>
                  <a:pt x="1599085" y="99223"/>
                  <a:pt x="1598138" y="96853"/>
                  <a:pt x="1597347" y="91007"/>
                </a:cubicBezTo>
                <a:lnTo>
                  <a:pt x="1583443" y="91007"/>
                </a:lnTo>
                <a:cubicBezTo>
                  <a:pt x="1584075" y="110125"/>
                  <a:pt x="1594818" y="119288"/>
                  <a:pt x="1616465" y="119288"/>
                </a:cubicBezTo>
                <a:cubicBezTo>
                  <a:pt x="1637321" y="119288"/>
                  <a:pt x="1650592" y="109018"/>
                  <a:pt x="1650592" y="93061"/>
                </a:cubicBezTo>
                <a:cubicBezTo>
                  <a:pt x="1650592" y="80736"/>
                  <a:pt x="1643640" y="73943"/>
                  <a:pt x="1627207" y="69994"/>
                </a:cubicBezTo>
                <a:lnTo>
                  <a:pt x="1614567" y="66990"/>
                </a:lnTo>
                <a:cubicBezTo>
                  <a:pt x="1603825" y="64463"/>
                  <a:pt x="1599242" y="60987"/>
                  <a:pt x="1599242" y="55141"/>
                </a:cubicBezTo>
                <a:cubicBezTo>
                  <a:pt x="1599242" y="47399"/>
                  <a:pt x="1606035" y="42660"/>
                  <a:pt x="1616781" y="42660"/>
                </a:cubicBezTo>
                <a:cubicBezTo>
                  <a:pt x="1627366" y="42660"/>
                  <a:pt x="1633054" y="47240"/>
                  <a:pt x="1633369" y="55931"/>
                </a:cubicBezTo>
                <a:lnTo>
                  <a:pt x="1647273" y="55931"/>
                </a:lnTo>
                <a:close/>
                <a:moveTo>
                  <a:pt x="1739071" y="78682"/>
                </a:moveTo>
                <a:cubicBezTo>
                  <a:pt x="1739071" y="66042"/>
                  <a:pt x="1738121" y="58458"/>
                  <a:pt x="1735751" y="52298"/>
                </a:cubicBezTo>
                <a:cubicBezTo>
                  <a:pt x="1730380" y="38708"/>
                  <a:pt x="1717740" y="30495"/>
                  <a:pt x="1702257" y="30495"/>
                </a:cubicBezTo>
                <a:cubicBezTo>
                  <a:pt x="1679188" y="30495"/>
                  <a:pt x="1664337" y="48031"/>
                  <a:pt x="1664337" y="75365"/>
                </a:cubicBezTo>
                <a:cubicBezTo>
                  <a:pt x="1664337" y="102699"/>
                  <a:pt x="1678556" y="119288"/>
                  <a:pt x="1701941" y="119288"/>
                </a:cubicBezTo>
                <a:cubicBezTo>
                  <a:pt x="1720900" y="119288"/>
                  <a:pt x="1734013" y="108543"/>
                  <a:pt x="1737332" y="90532"/>
                </a:cubicBezTo>
                <a:lnTo>
                  <a:pt x="1724061" y="90532"/>
                </a:lnTo>
                <a:cubicBezTo>
                  <a:pt x="1720425" y="101434"/>
                  <a:pt x="1713000" y="107123"/>
                  <a:pt x="1702414" y="107123"/>
                </a:cubicBezTo>
                <a:cubicBezTo>
                  <a:pt x="1694041" y="107123"/>
                  <a:pt x="1686932" y="103331"/>
                  <a:pt x="1682508" y="96378"/>
                </a:cubicBezTo>
                <a:cubicBezTo>
                  <a:pt x="1679347" y="91638"/>
                  <a:pt x="1678240" y="86899"/>
                  <a:pt x="1678084" y="78682"/>
                </a:cubicBezTo>
                <a:lnTo>
                  <a:pt x="1739071" y="78682"/>
                </a:lnTo>
                <a:moveTo>
                  <a:pt x="1678400" y="67940"/>
                </a:moveTo>
                <a:cubicBezTo>
                  <a:pt x="1679504" y="52614"/>
                  <a:pt x="1688826" y="42660"/>
                  <a:pt x="1702098" y="42660"/>
                </a:cubicBezTo>
                <a:cubicBezTo>
                  <a:pt x="1715529" y="42660"/>
                  <a:pt x="1724849" y="53087"/>
                  <a:pt x="1724849" y="67940"/>
                </a:cubicBezTo>
                <a:lnTo>
                  <a:pt x="1678400" y="67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55776-C918-4986-A4B8-D5136AA4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229" y="3094168"/>
            <a:ext cx="568906" cy="117908"/>
          </a:xfrm>
          <a:custGeom xmlns:a="http://schemas.openxmlformats.org/drawingml/2006/main">
            <a:pathLst>
              <a:path w="568906" h="117908">
                <a:moveTo>
                  <a:pt x="0" y="49128"/>
                </a:moveTo>
                <a:lnTo>
                  <a:pt x="0" y="68780"/>
                </a:lnTo>
                <a:lnTo>
                  <a:pt x="483750" y="68780"/>
                </a:lnTo>
                <a:lnTo>
                  <a:pt x="450998" y="117908"/>
                </a:lnTo>
                <a:lnTo>
                  <a:pt x="568906" y="58954"/>
                </a:lnTo>
                <a:lnTo>
                  <a:pt x="450998" y="0"/>
                </a:lnTo>
                <a:lnTo>
                  <a:pt x="483750" y="49128"/>
                </a:lnTo>
                <a:lnTo>
                  <a:pt x="0" y="491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8D841-18D3-4010-B6E7-0E3CD33A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63" y="59219"/>
            <a:ext cx="590" cy="230313"/>
          </a:xfrm>
          <a:custGeom xmlns:a="http://schemas.openxmlformats.org/drawingml/2006/main">
            <a:pathLst>
              <a:path w="590" h="230313" fill="none">
                <a:moveTo>
                  <a:pt x="0" y="0"/>
                </a:moveTo>
                <a:lnTo>
                  <a:pt x="590" y="230313"/>
                </a:lnTo>
              </a:path>
            </a:pathLst>
          </a:custGeom>
          <a:noFill xmlns:a="http://schemas.openxmlformats.org/drawingml/2006/main"/>
          <a:ln xmlns:a="http://schemas.openxmlformats.org/drawingml/2006/main" w="19651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414698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2026-09-05T17:18:05.8830000Z</dcterms:created>
  <dcterms:modified xsi:type="dcterms:W3CDTF">2026-09-05T17:18:05.8830000Z</dcterms:modified>
</coreProperties>
</file>